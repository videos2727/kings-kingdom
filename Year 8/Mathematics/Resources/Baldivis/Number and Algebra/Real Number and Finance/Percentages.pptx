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51" r:id="rId2"/>
    <p:sldMasterId id="2147483653" r:id="rId3"/>
  </p:sldMasterIdLst>
  <p:sldIdLst>
    <p:sldId id="256" r:id="rId4"/>
    <p:sldId id="272" r:id="rId5"/>
    <p:sldId id="273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9144000" cy="6858000" type="screen4x3"/>
  <p:notesSz cx="6858000" cy="9144000"/>
  <p:defaultTextStyle>
    <a:defPPr>
      <a:defRPr lang="en-AU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Comic Sans MS" pitchFamily="66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Comic Sans MS" pitchFamily="66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Comic Sans MS" pitchFamily="66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Comic Sans MS" pitchFamily="66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Comic Sans MS" pitchFamily="66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Comic Sans MS" pitchFamily="66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Comic Sans MS" pitchFamily="66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Comic Sans MS" pitchFamily="66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Comic Sans MS" pitchFamily="66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FF"/>
    <a:srgbClr val="FFFF66"/>
    <a:srgbClr val="0000FF"/>
    <a:srgbClr val="CC0099"/>
    <a:srgbClr val="9933FF"/>
    <a:srgbClr val="0033CC"/>
    <a:srgbClr val="66FF66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5" autoAdjust="0"/>
    <p:restoredTop sz="94624" autoAdjust="0"/>
  </p:normalViewPr>
  <p:slideViewPr>
    <p:cSldViewPr>
      <p:cViewPr varScale="1">
        <p:scale>
          <a:sx n="77" d="100"/>
          <a:sy n="77" d="100"/>
        </p:scale>
        <p:origin x="1618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presProps" Target="pres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image" Target="../media/image10.wmf"/><Relationship Id="rId7" Type="http://schemas.openxmlformats.org/officeDocument/2006/relationships/image" Target="../media/image14.wmf"/><Relationship Id="rId12" Type="http://schemas.openxmlformats.org/officeDocument/2006/relationships/image" Target="../media/image19.wmf"/><Relationship Id="rId2" Type="http://schemas.openxmlformats.org/officeDocument/2006/relationships/image" Target="../media/image9.wmf"/><Relationship Id="rId1" Type="http://schemas.openxmlformats.org/officeDocument/2006/relationships/image" Target="../media/image8.wmf"/><Relationship Id="rId6" Type="http://schemas.openxmlformats.org/officeDocument/2006/relationships/image" Target="../media/image13.wmf"/><Relationship Id="rId11" Type="http://schemas.openxmlformats.org/officeDocument/2006/relationships/image" Target="../media/image18.wmf"/><Relationship Id="rId5" Type="http://schemas.openxmlformats.org/officeDocument/2006/relationships/image" Target="../media/image12.wmf"/><Relationship Id="rId10" Type="http://schemas.openxmlformats.org/officeDocument/2006/relationships/image" Target="../media/image17.wmf"/><Relationship Id="rId4" Type="http://schemas.openxmlformats.org/officeDocument/2006/relationships/image" Target="../media/image11.wmf"/><Relationship Id="rId9" Type="http://schemas.openxmlformats.org/officeDocument/2006/relationships/image" Target="../media/image16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Relationship Id="rId6" Type="http://schemas.openxmlformats.org/officeDocument/2006/relationships/image" Target="../media/image25.wmf"/><Relationship Id="rId5" Type="http://schemas.openxmlformats.org/officeDocument/2006/relationships/image" Target="../media/image24.wmf"/><Relationship Id="rId4" Type="http://schemas.openxmlformats.org/officeDocument/2006/relationships/image" Target="../media/image23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3" Type="http://schemas.openxmlformats.org/officeDocument/2006/relationships/image" Target="../media/image30.wmf"/><Relationship Id="rId7" Type="http://schemas.openxmlformats.org/officeDocument/2006/relationships/image" Target="../media/image34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Relationship Id="rId6" Type="http://schemas.openxmlformats.org/officeDocument/2006/relationships/image" Target="../media/image33.wmf"/><Relationship Id="rId5" Type="http://schemas.openxmlformats.org/officeDocument/2006/relationships/image" Target="../media/image32.wmf"/><Relationship Id="rId4" Type="http://schemas.openxmlformats.org/officeDocument/2006/relationships/image" Target="../media/image31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2"/>
          <p:cNvGrpSpPr>
            <a:grpSpLocks/>
          </p:cNvGrpSpPr>
          <p:nvPr/>
        </p:nvGrpSpPr>
        <p:grpSpPr bwMode="auto">
          <a:xfrm>
            <a:off x="-3175" y="2438400"/>
            <a:ext cx="9147175" cy="1063625"/>
            <a:chOff x="-2" y="1536"/>
            <a:chExt cx="5762" cy="670"/>
          </a:xfrm>
        </p:grpSpPr>
        <p:grpSp>
          <p:nvGrpSpPr>
            <p:cNvPr id="5123" name="Group 3"/>
            <p:cNvGrpSpPr>
              <a:grpSpLocks/>
            </p:cNvGrpSpPr>
            <p:nvPr/>
          </p:nvGrpSpPr>
          <p:grpSpPr bwMode="auto">
            <a:xfrm flipH="1">
              <a:off x="-2" y="1562"/>
              <a:ext cx="5762" cy="638"/>
              <a:chOff x="-2" y="1562"/>
              <a:chExt cx="5762" cy="638"/>
            </a:xfrm>
          </p:grpSpPr>
          <p:sp>
            <p:nvSpPr>
              <p:cNvPr id="5124" name="Freeform 4"/>
              <p:cNvSpPr>
                <a:spLocks/>
              </p:cNvSpPr>
              <p:nvPr/>
            </p:nvSpPr>
            <p:spPr bwMode="ltGray">
              <a:xfrm rot="-5400000">
                <a:off x="2559" y="-993"/>
                <a:ext cx="624" cy="574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720"/>
                  </a:cxn>
                  <a:cxn ang="0">
                    <a:pos x="1000" y="720"/>
                  </a:cxn>
                  <a:cxn ang="0">
                    <a:pos x="1000" y="0"/>
                  </a:cxn>
                  <a:cxn ang="0">
                    <a:pos x="0" y="0"/>
                  </a:cxn>
                </a:cxnLst>
                <a:rect l="0" t="0" r="r" b="b"/>
                <a:pathLst>
                  <a:path w="1000" h="720">
                    <a:moveTo>
                      <a:pt x="0" y="0"/>
                    </a:moveTo>
                    <a:lnTo>
                      <a:pt x="0" y="720"/>
                    </a:lnTo>
                    <a:lnTo>
                      <a:pt x="1000" y="720"/>
                    </a:lnTo>
                    <a:lnTo>
                      <a:pt x="10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5125" name="Freeform 5"/>
              <p:cNvSpPr>
                <a:spLocks/>
              </p:cNvSpPr>
              <p:nvPr/>
            </p:nvSpPr>
            <p:spPr bwMode="ltGray">
              <a:xfrm rot="-5400000">
                <a:off x="1323" y="1669"/>
                <a:ext cx="624" cy="42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5126" name="Freeform 6"/>
              <p:cNvSpPr>
                <a:spLocks/>
              </p:cNvSpPr>
              <p:nvPr/>
            </p:nvSpPr>
            <p:spPr bwMode="ltGray">
              <a:xfrm rot="-5400000">
                <a:off x="982" y="1669"/>
                <a:ext cx="624" cy="42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fol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5127" name="Freeform 7"/>
              <p:cNvSpPr>
                <a:spLocks/>
              </p:cNvSpPr>
              <p:nvPr/>
            </p:nvSpPr>
            <p:spPr bwMode="ltGray">
              <a:xfrm rot="-5400000">
                <a:off x="-57" y="1752"/>
                <a:ext cx="624" cy="255"/>
              </a:xfrm>
              <a:custGeom>
                <a:avLst/>
                <a:gdLst/>
                <a:ahLst/>
                <a:cxnLst>
                  <a:cxn ang="0">
                    <a:pos x="0" y="53"/>
                  </a:cxn>
                  <a:cxn ang="0">
                    <a:pos x="0" y="325"/>
                  </a:cxn>
                  <a:cxn ang="0">
                    <a:pos x="624" y="325"/>
                  </a:cxn>
                  <a:cxn ang="0">
                    <a:pos x="624" y="53"/>
                  </a:cxn>
                  <a:cxn ang="0">
                    <a:pos x="384" y="8"/>
                  </a:cxn>
                  <a:cxn ang="0">
                    <a:pos x="0" y="53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5128" name="Freeform 8"/>
              <p:cNvSpPr>
                <a:spLocks/>
              </p:cNvSpPr>
              <p:nvPr/>
            </p:nvSpPr>
            <p:spPr bwMode="ltGray">
              <a:xfrm rot="-5400000">
                <a:off x="664" y="1733"/>
                <a:ext cx="624" cy="29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5129" name="Freeform 9"/>
              <p:cNvSpPr>
                <a:spLocks/>
              </p:cNvSpPr>
              <p:nvPr/>
            </p:nvSpPr>
            <p:spPr bwMode="ltGray">
              <a:xfrm rot="-5400000">
                <a:off x="442" y="1699"/>
                <a:ext cx="624" cy="36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240" y="240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5130" name="Freeform 10"/>
              <p:cNvSpPr>
                <a:spLocks/>
              </p:cNvSpPr>
              <p:nvPr/>
            </p:nvSpPr>
            <p:spPr bwMode="ltGray">
              <a:xfrm rot="-5400000">
                <a:off x="156" y="1726"/>
                <a:ext cx="632" cy="315"/>
              </a:xfrm>
              <a:custGeom>
                <a:avLst/>
                <a:gdLst/>
                <a:ahLst/>
                <a:cxnLst>
                  <a:cxn ang="0">
                    <a:pos x="8" y="45"/>
                  </a:cxn>
                  <a:cxn ang="0">
                    <a:pos x="8" y="317"/>
                  </a:cxn>
                  <a:cxn ang="0">
                    <a:pos x="248" y="317"/>
                  </a:cxn>
                  <a:cxn ang="0">
                    <a:pos x="632" y="317"/>
                  </a:cxn>
                  <a:cxn ang="0">
                    <a:pos x="632" y="45"/>
                  </a:cxn>
                  <a:cxn ang="0">
                    <a:pos x="104" y="45"/>
                  </a:cxn>
                  <a:cxn ang="0">
                    <a:pos x="8" y="45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5131" name="Freeform 11"/>
              <p:cNvSpPr>
                <a:spLocks/>
              </p:cNvSpPr>
              <p:nvPr/>
            </p:nvSpPr>
            <p:spPr bwMode="ltGray">
              <a:xfrm rot="-5400000">
                <a:off x="3211" y="1664"/>
                <a:ext cx="624" cy="42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5132" name="Freeform 12"/>
              <p:cNvSpPr>
                <a:spLocks/>
              </p:cNvSpPr>
              <p:nvPr/>
            </p:nvSpPr>
            <p:spPr bwMode="ltGray">
              <a:xfrm rot="-5400000">
                <a:off x="2870" y="1664"/>
                <a:ext cx="624" cy="42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5133" name="Freeform 13"/>
              <p:cNvSpPr>
                <a:spLocks/>
              </p:cNvSpPr>
              <p:nvPr/>
            </p:nvSpPr>
            <p:spPr bwMode="ltGray">
              <a:xfrm rot="-5400000">
                <a:off x="1830" y="1747"/>
                <a:ext cx="624" cy="255"/>
              </a:xfrm>
              <a:custGeom>
                <a:avLst/>
                <a:gdLst/>
                <a:ahLst/>
                <a:cxnLst>
                  <a:cxn ang="0">
                    <a:pos x="0" y="53"/>
                  </a:cxn>
                  <a:cxn ang="0">
                    <a:pos x="0" y="325"/>
                  </a:cxn>
                  <a:cxn ang="0">
                    <a:pos x="624" y="325"/>
                  </a:cxn>
                  <a:cxn ang="0">
                    <a:pos x="624" y="53"/>
                  </a:cxn>
                  <a:cxn ang="0">
                    <a:pos x="384" y="8"/>
                  </a:cxn>
                  <a:cxn ang="0">
                    <a:pos x="0" y="53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5134" name="Freeform 14"/>
              <p:cNvSpPr>
                <a:spLocks/>
              </p:cNvSpPr>
              <p:nvPr/>
            </p:nvSpPr>
            <p:spPr bwMode="ltGray">
              <a:xfrm rot="-5400000">
                <a:off x="2551" y="1728"/>
                <a:ext cx="624" cy="29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chemeClr val="fol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5135" name="Freeform 15"/>
              <p:cNvSpPr>
                <a:spLocks/>
              </p:cNvSpPr>
              <p:nvPr/>
            </p:nvSpPr>
            <p:spPr bwMode="ltGray">
              <a:xfrm rot="-5400000">
                <a:off x="2330" y="1694"/>
                <a:ext cx="624" cy="36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240" y="240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5136" name="Freeform 16"/>
              <p:cNvSpPr>
                <a:spLocks/>
              </p:cNvSpPr>
              <p:nvPr/>
            </p:nvSpPr>
            <p:spPr bwMode="ltGray">
              <a:xfrm rot="-5400000">
                <a:off x="2043" y="1721"/>
                <a:ext cx="632" cy="316"/>
              </a:xfrm>
              <a:custGeom>
                <a:avLst/>
                <a:gdLst/>
                <a:ahLst/>
                <a:cxnLst>
                  <a:cxn ang="0">
                    <a:pos x="8" y="45"/>
                  </a:cxn>
                  <a:cxn ang="0">
                    <a:pos x="8" y="317"/>
                  </a:cxn>
                  <a:cxn ang="0">
                    <a:pos x="248" y="317"/>
                  </a:cxn>
                  <a:cxn ang="0">
                    <a:pos x="632" y="317"/>
                  </a:cxn>
                  <a:cxn ang="0">
                    <a:pos x="632" y="45"/>
                  </a:cxn>
                  <a:cxn ang="0">
                    <a:pos x="104" y="45"/>
                  </a:cxn>
                  <a:cxn ang="0">
                    <a:pos x="8" y="45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5137" name="Freeform 17"/>
              <p:cNvSpPr>
                <a:spLocks/>
              </p:cNvSpPr>
              <p:nvPr/>
            </p:nvSpPr>
            <p:spPr bwMode="ltGray">
              <a:xfrm rot="-5400000">
                <a:off x="4077" y="1669"/>
                <a:ext cx="624" cy="42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5138" name="Freeform 18"/>
              <p:cNvSpPr>
                <a:spLocks/>
              </p:cNvSpPr>
              <p:nvPr/>
            </p:nvSpPr>
            <p:spPr bwMode="ltGray">
              <a:xfrm rot="-5400000">
                <a:off x="3736" y="1669"/>
                <a:ext cx="624" cy="42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5139" name="Freeform 19"/>
              <p:cNvSpPr>
                <a:spLocks/>
              </p:cNvSpPr>
              <p:nvPr/>
            </p:nvSpPr>
            <p:spPr bwMode="ltGray">
              <a:xfrm rot="-5400000">
                <a:off x="4584" y="1747"/>
                <a:ext cx="624" cy="255"/>
              </a:xfrm>
              <a:custGeom>
                <a:avLst/>
                <a:gdLst/>
                <a:ahLst/>
                <a:cxnLst>
                  <a:cxn ang="0">
                    <a:pos x="0" y="53"/>
                  </a:cxn>
                  <a:cxn ang="0">
                    <a:pos x="0" y="325"/>
                  </a:cxn>
                  <a:cxn ang="0">
                    <a:pos x="624" y="325"/>
                  </a:cxn>
                  <a:cxn ang="0">
                    <a:pos x="624" y="53"/>
                  </a:cxn>
                  <a:cxn ang="0">
                    <a:pos x="384" y="8"/>
                  </a:cxn>
                  <a:cxn ang="0">
                    <a:pos x="0" y="53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fol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5140" name="Freeform 20"/>
              <p:cNvSpPr>
                <a:spLocks/>
              </p:cNvSpPr>
              <p:nvPr/>
            </p:nvSpPr>
            <p:spPr bwMode="ltGray">
              <a:xfrm>
                <a:off x="5469" y="1562"/>
                <a:ext cx="291" cy="625"/>
              </a:xfrm>
              <a:custGeom>
                <a:avLst/>
                <a:gdLst/>
                <a:ahLst/>
                <a:cxnLst>
                  <a:cxn ang="0">
                    <a:pos x="0" y="624"/>
                  </a:cxn>
                  <a:cxn ang="0">
                    <a:pos x="291" y="625"/>
                  </a:cxn>
                  <a:cxn ang="0">
                    <a:pos x="291" y="6"/>
                  </a:cxn>
                  <a:cxn ang="0">
                    <a:pos x="0" y="0"/>
                  </a:cxn>
                  <a:cxn ang="0">
                    <a:pos x="0" y="624"/>
                  </a:cxn>
                </a:cxnLst>
                <a:rect l="0" t="0" r="r" b="b"/>
                <a:pathLst>
                  <a:path w="291" h="625">
                    <a:moveTo>
                      <a:pt x="0" y="624"/>
                    </a:moveTo>
                    <a:lnTo>
                      <a:pt x="291" y="625"/>
                    </a:lnTo>
                    <a:lnTo>
                      <a:pt x="291" y="6"/>
                    </a:lnTo>
                    <a:lnTo>
                      <a:pt x="0" y="0"/>
                    </a:lnTo>
                    <a:cubicBezTo>
                      <a:pt x="39" y="384"/>
                      <a:pt x="0" y="494"/>
                      <a:pt x="0" y="624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5141" name="Freeform 21"/>
              <p:cNvSpPr>
                <a:spLocks/>
              </p:cNvSpPr>
              <p:nvPr/>
            </p:nvSpPr>
            <p:spPr bwMode="ltGray">
              <a:xfrm rot="-5400000">
                <a:off x="5084" y="1694"/>
                <a:ext cx="624" cy="36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240" y="240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5142" name="Freeform 22"/>
              <p:cNvSpPr>
                <a:spLocks/>
              </p:cNvSpPr>
              <p:nvPr/>
            </p:nvSpPr>
            <p:spPr bwMode="ltGray">
              <a:xfrm rot="-5400000">
                <a:off x="4797" y="1721"/>
                <a:ext cx="632" cy="316"/>
              </a:xfrm>
              <a:custGeom>
                <a:avLst/>
                <a:gdLst/>
                <a:ahLst/>
                <a:cxnLst>
                  <a:cxn ang="0">
                    <a:pos x="8" y="45"/>
                  </a:cxn>
                  <a:cxn ang="0">
                    <a:pos x="8" y="317"/>
                  </a:cxn>
                  <a:cxn ang="0">
                    <a:pos x="248" y="317"/>
                  </a:cxn>
                  <a:cxn ang="0">
                    <a:pos x="632" y="317"/>
                  </a:cxn>
                  <a:cxn ang="0">
                    <a:pos x="632" y="45"/>
                  </a:cxn>
                  <a:cxn ang="0">
                    <a:pos x="104" y="45"/>
                  </a:cxn>
                  <a:cxn ang="0">
                    <a:pos x="8" y="45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</p:grpSp>
        <p:sp>
          <p:nvSpPr>
            <p:cNvPr id="5143" name="Freeform 23"/>
            <p:cNvSpPr>
              <a:spLocks/>
            </p:cNvSpPr>
            <p:nvPr/>
          </p:nvSpPr>
          <p:spPr bwMode="ltGray">
            <a:xfrm flipH="1">
              <a:off x="-2" y="1536"/>
              <a:ext cx="5762" cy="412"/>
            </a:xfrm>
            <a:custGeom>
              <a:avLst/>
              <a:gdLst/>
              <a:ahLst/>
              <a:cxnLst>
                <a:cxn ang="0">
                  <a:pos x="0" y="196"/>
                </a:cxn>
                <a:cxn ang="0">
                  <a:pos x="5762" y="188"/>
                </a:cxn>
                <a:cxn ang="0">
                  <a:pos x="5762" y="4"/>
                </a:cxn>
                <a:cxn ang="0">
                  <a:pos x="0" y="0"/>
                </a:cxn>
                <a:cxn ang="0">
                  <a:pos x="0" y="196"/>
                </a:cxn>
              </a:cxnLst>
              <a:rect l="0" t="0" r="r" b="b"/>
              <a:pathLst>
                <a:path w="5762" h="385">
                  <a:moveTo>
                    <a:pt x="0" y="196"/>
                  </a:moveTo>
                  <a:cubicBezTo>
                    <a:pt x="1667" y="385"/>
                    <a:pt x="2275" y="93"/>
                    <a:pt x="5762" y="188"/>
                  </a:cubicBezTo>
                  <a:lnTo>
                    <a:pt x="5762" y="4"/>
                  </a:lnTo>
                  <a:lnTo>
                    <a:pt x="0" y="0"/>
                  </a:lnTo>
                  <a:lnTo>
                    <a:pt x="0" y="1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rgbClr val="767676"/>
                </a:gs>
              </a:gsLst>
              <a:lin ang="5400000" scaled="1"/>
            </a:gradFill>
            <a:ln w="9525" cap="flat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5144" name="Freeform 24"/>
            <p:cNvSpPr>
              <a:spLocks/>
            </p:cNvSpPr>
            <p:nvPr/>
          </p:nvSpPr>
          <p:spPr bwMode="ltGray">
            <a:xfrm flipH="1">
              <a:off x="-2" y="2017"/>
              <a:ext cx="5761" cy="189"/>
            </a:xfrm>
            <a:custGeom>
              <a:avLst/>
              <a:gdLst/>
              <a:ahLst/>
              <a:cxnLst>
                <a:cxn ang="0">
                  <a:pos x="0" y="28"/>
                </a:cxn>
                <a:cxn ang="0">
                  <a:pos x="5761" y="0"/>
                </a:cxn>
                <a:cxn ang="0">
                  <a:pos x="5761" y="189"/>
                </a:cxn>
                <a:cxn ang="0">
                  <a:pos x="1" y="189"/>
                </a:cxn>
                <a:cxn ang="0">
                  <a:pos x="0" y="28"/>
                </a:cxn>
              </a:cxnLst>
              <a:rect l="0" t="0" r="r" b="b"/>
              <a:pathLst>
                <a:path w="5761" h="189">
                  <a:moveTo>
                    <a:pt x="0" y="28"/>
                  </a:moveTo>
                  <a:cubicBezTo>
                    <a:pt x="961" y="0"/>
                    <a:pt x="4971" y="161"/>
                    <a:pt x="5761" y="0"/>
                  </a:cubicBezTo>
                  <a:lnTo>
                    <a:pt x="5761" y="189"/>
                  </a:lnTo>
                  <a:lnTo>
                    <a:pt x="1" y="189"/>
                  </a:lnTo>
                  <a:lnTo>
                    <a:pt x="0" y="28"/>
                  </a:lnTo>
                  <a:close/>
                </a:path>
              </a:pathLst>
            </a:custGeom>
            <a:gradFill rotWithShape="0">
              <a:gsLst>
                <a:gs pos="0">
                  <a:srgbClr val="767676"/>
                </a:gs>
                <a:gs pos="100000">
                  <a:schemeClr val="bg1"/>
                </a:gs>
              </a:gsLst>
              <a:lin ang="5400000" scaled="1"/>
            </a:gradFill>
            <a:ln w="9525" cap="flat">
              <a:noFill/>
              <a:prstDash val="solid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AU"/>
            </a:p>
          </p:txBody>
        </p:sp>
      </p:grpSp>
      <p:sp>
        <p:nvSpPr>
          <p:cNvPr id="5145" name="Rectangle 25"/>
          <p:cNvSpPr>
            <a:spLocks noGrp="1" noChangeArrowheads="1"/>
          </p:cNvSpPr>
          <p:nvPr>
            <p:ph type="ctrTitle"/>
          </p:nvPr>
        </p:nvSpPr>
        <p:spPr>
          <a:xfrm>
            <a:off x="1173163" y="198438"/>
            <a:ext cx="7772400" cy="2286000"/>
          </a:xfrm>
        </p:spPr>
        <p:txBody>
          <a:bodyPr anchor="b">
            <a:spAutoFit/>
          </a:bodyPr>
          <a:lstStyle>
            <a:lvl1pPr>
              <a:defRPr sz="7200"/>
            </a:lvl1pPr>
          </a:lstStyle>
          <a:p>
            <a:r>
              <a:rPr lang="en-AU"/>
              <a:t>Click to edit Master title style</a:t>
            </a:r>
          </a:p>
        </p:txBody>
      </p:sp>
      <p:sp>
        <p:nvSpPr>
          <p:cNvPr id="5146" name="Rectangle 26"/>
          <p:cNvSpPr>
            <a:spLocks noGrp="1" noChangeArrowheads="1"/>
          </p:cNvSpPr>
          <p:nvPr>
            <p:ph type="subTitle" idx="1"/>
          </p:nvPr>
        </p:nvSpPr>
        <p:spPr>
          <a:xfrm>
            <a:off x="1166813" y="3886200"/>
            <a:ext cx="6400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4000"/>
            </a:lvl1pPr>
          </a:lstStyle>
          <a:p>
            <a:r>
              <a:rPr lang="en-AU"/>
              <a:t>Click to edit Master subtitle style</a:t>
            </a:r>
          </a:p>
        </p:txBody>
      </p:sp>
      <p:sp>
        <p:nvSpPr>
          <p:cNvPr id="5147" name="Rectangle 27"/>
          <p:cNvSpPr>
            <a:spLocks noGrp="1" noChangeArrowheads="1"/>
          </p:cNvSpPr>
          <p:nvPr>
            <p:ph type="dt" sz="half" idx="2"/>
          </p:nvPr>
        </p:nvSpPr>
        <p:spPr>
          <a:xfrm>
            <a:off x="1166813" y="6248400"/>
            <a:ext cx="1905000" cy="457200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endParaRPr lang="en-AU"/>
          </a:p>
        </p:txBody>
      </p:sp>
      <p:sp>
        <p:nvSpPr>
          <p:cNvPr id="5148" name="Rectangle 28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endParaRPr lang="en-AU"/>
          </a:p>
        </p:txBody>
      </p:sp>
      <p:sp>
        <p:nvSpPr>
          <p:cNvPr id="5149" name="Rectangle 29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AD8CDFB4-FFD8-481E-9481-8D2A26A0131F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8AF155-291E-43ED-A8B5-4295193AADC6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0723CB-BA85-4985-9F35-5690D64E2824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8A5CA6-38DE-499F-A915-748BCA6D3596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1D6839-2A54-4749-82F6-2288AD28B082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6FEAE6-C5C8-4233-8035-F488D514F46E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B3F1367-0738-4977-B503-54A033C0383D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B440A6-DF38-40F6-B460-D526230940CF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0D07DD-995E-4518-A80D-09DC03268A3E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DE6570-2B9E-4DE3-A928-6EC2F312C090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41DCA8-A47F-4BA2-9691-BDEEB7F3F696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54" name="Group 2"/>
          <p:cNvGrpSpPr>
            <a:grpSpLocks/>
          </p:cNvGrpSpPr>
          <p:nvPr/>
        </p:nvGrpSpPr>
        <p:grpSpPr bwMode="auto">
          <a:xfrm>
            <a:off x="0" y="0"/>
            <a:ext cx="8458200" cy="5943600"/>
            <a:chOff x="0" y="0"/>
            <a:chExt cx="5328" cy="3744"/>
          </a:xfrm>
        </p:grpSpPr>
        <p:sp>
          <p:nvSpPr>
            <p:cNvPr id="23555" name="Freeform 3"/>
            <p:cNvSpPr>
              <a:spLocks/>
            </p:cNvSpPr>
            <p:nvPr/>
          </p:nvSpPr>
          <p:spPr bwMode="hidden">
            <a:xfrm>
              <a:off x="0" y="1440"/>
              <a:ext cx="5155" cy="2304"/>
            </a:xfrm>
            <a:custGeom>
              <a:avLst/>
              <a:gdLst/>
              <a:ahLst/>
              <a:cxnLst>
                <a:cxn ang="0">
                  <a:pos x="5154" y="1769"/>
                </a:cxn>
                <a:cxn ang="0">
                  <a:pos x="0" y="2304"/>
                </a:cxn>
                <a:cxn ang="0">
                  <a:pos x="0" y="1252"/>
                </a:cxn>
                <a:cxn ang="0">
                  <a:pos x="5155" y="0"/>
                </a:cxn>
                <a:cxn ang="0">
                  <a:pos x="5155" y="1416"/>
                </a:cxn>
                <a:cxn ang="0">
                  <a:pos x="5154" y="1769"/>
                </a:cxn>
              </a:cxnLst>
              <a:rect l="0" t="0" r="r" b="b"/>
              <a:pathLst>
                <a:path w="5155" h="2304">
                  <a:moveTo>
                    <a:pt x="5154" y="1769"/>
                  </a:moveTo>
                  <a:lnTo>
                    <a:pt x="0" y="2304"/>
                  </a:lnTo>
                  <a:lnTo>
                    <a:pt x="0" y="1252"/>
                  </a:lnTo>
                  <a:lnTo>
                    <a:pt x="5155" y="0"/>
                  </a:lnTo>
                  <a:lnTo>
                    <a:pt x="5155" y="1416"/>
                  </a:lnTo>
                  <a:lnTo>
                    <a:pt x="5154" y="1769"/>
                  </a:lnTo>
                  <a:close/>
                </a:path>
              </a:pathLst>
            </a:custGeom>
            <a:gradFill rotWithShape="1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3556" name="Freeform 4"/>
            <p:cNvSpPr>
              <a:spLocks/>
            </p:cNvSpPr>
            <p:nvPr/>
          </p:nvSpPr>
          <p:spPr bwMode="hidden">
            <a:xfrm>
              <a:off x="0" y="0"/>
              <a:ext cx="5328" cy="3689"/>
            </a:xfrm>
            <a:custGeom>
              <a:avLst/>
              <a:gdLst/>
              <a:ahLst/>
              <a:cxnLst>
                <a:cxn ang="0">
                  <a:pos x="5311" y="3209"/>
                </a:cxn>
                <a:cxn ang="0">
                  <a:pos x="0" y="3689"/>
                </a:cxn>
                <a:cxn ang="0">
                  <a:pos x="0" y="9"/>
                </a:cxn>
                <a:cxn ang="0">
                  <a:pos x="5328" y="0"/>
                </a:cxn>
                <a:cxn ang="0">
                  <a:pos x="5311" y="3209"/>
                </a:cxn>
              </a:cxnLst>
              <a:rect l="0" t="0" r="r" b="b"/>
              <a:pathLst>
                <a:path w="5328" h="3689">
                  <a:moveTo>
                    <a:pt x="5311" y="3209"/>
                  </a:moveTo>
                  <a:lnTo>
                    <a:pt x="0" y="3689"/>
                  </a:lnTo>
                  <a:lnTo>
                    <a:pt x="0" y="9"/>
                  </a:lnTo>
                  <a:lnTo>
                    <a:pt x="5328" y="0"/>
                  </a:lnTo>
                  <a:lnTo>
                    <a:pt x="5311" y="3209"/>
                  </a:lnTo>
                  <a:close/>
                </a:path>
              </a:pathLst>
            </a:custGeom>
            <a:gradFill rotWithShape="1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23557" name="Rectangle 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AU"/>
              <a:t>Click to edit Master subtitle style</a:t>
            </a:r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23559" name="Rectangle 7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23560" name="Rectangle 8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FF0A4E42-62FC-4356-81C9-0914305BFBAD}" type="slidenum">
              <a:rPr lang="en-AU"/>
              <a:pPr/>
              <a:t>‹#›</a:t>
            </a:fld>
            <a:endParaRPr lang="en-AU"/>
          </a:p>
        </p:txBody>
      </p:sp>
      <p:sp>
        <p:nvSpPr>
          <p:cNvPr id="23561" name="Rectangle 9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768475"/>
            <a:ext cx="7772400" cy="1736725"/>
          </a:xfrm>
        </p:spPr>
        <p:txBody>
          <a:bodyPr anchor="b" anchorCtr="1"/>
          <a:lstStyle>
            <a:lvl1pPr>
              <a:defRPr sz="5400"/>
            </a:lvl1pPr>
          </a:lstStyle>
          <a:p>
            <a:r>
              <a:rPr lang="en-AU"/>
              <a:t>Click to edit Master title style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996E1A-9E1E-4E30-82AE-9950A30BDFDA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817AD2-721D-46D3-BA5C-DF0FA1CB0E1F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595E1FF-AF16-4A4E-B457-7EA3588FB72F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FBA037-68A8-46D1-A750-41EE641171E4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DB349A-302E-415E-8717-C72392A00FCC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0D79C08-B7A4-46D5-9B44-C6537BDD81C0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706D33-4BF0-4ED7-A2BF-D27B4DA167C3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DB66E5-C443-4DA5-A838-F6D0010CE2A7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C61DD0-890E-4501-8D26-94C7917EB667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213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2136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D803EE-C6EC-4F8D-8939-567C3BDE6F5F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 descr="titlemaster_me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ltGray">
          <a:xfrm>
            <a:off x="0" y="0"/>
            <a:ext cx="9144000" cy="6862763"/>
          </a:xfrm>
          <a:prstGeom prst="rect">
            <a:avLst/>
          </a:prstGeom>
          <a:noFill/>
        </p:spPr>
      </p:pic>
      <p:sp>
        <p:nvSpPr>
          <p:cNvPr id="29699" name="Rectangle 3"/>
          <p:cNvSpPr>
            <a:spLocks noGrp="1" noChangeArrowheads="1"/>
          </p:cNvSpPr>
          <p:nvPr>
            <p:ph type="dt" sz="half" idx="2"/>
          </p:nvPr>
        </p:nvSpPr>
        <p:spPr>
          <a:xfrm>
            <a:off x="304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29700" name="Rectangle 4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29701" name="Rectangle 5"/>
          <p:cNvSpPr>
            <a:spLocks noGrp="1" noChangeArrowheads="1"/>
          </p:cNvSpPr>
          <p:nvPr>
            <p:ph type="sldNum" sz="quarter" idx="4"/>
          </p:nvPr>
        </p:nvSpPr>
        <p:spPr>
          <a:xfrm>
            <a:off x="70104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D7DFF08C-3F88-4C3E-BABD-D5B681EFA7D6}" type="slidenum">
              <a:rPr lang="en-AU"/>
              <a:pPr/>
              <a:t>‹#›</a:t>
            </a:fld>
            <a:endParaRPr lang="en-AU"/>
          </a:p>
        </p:txBody>
      </p:sp>
      <p:sp>
        <p:nvSpPr>
          <p:cNvPr id="29702" name="Rectangle 6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362200" y="3429000"/>
            <a:ext cx="6400800" cy="1447800"/>
          </a:xfrm>
          <a:solidFill>
            <a:schemeClr val="bg1">
              <a:alpha val="50000"/>
            </a:schemeClr>
          </a:solidFill>
          <a:ln w="762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AU"/>
              <a:t>Click to edit Master subtitle style</a:t>
            </a:r>
          </a:p>
        </p:txBody>
      </p:sp>
      <p:sp>
        <p:nvSpPr>
          <p:cNvPr id="29703" name="Rectangle 7"/>
          <p:cNvSpPr>
            <a:spLocks noGrp="1" noChangeArrowheads="1"/>
          </p:cNvSpPr>
          <p:nvPr>
            <p:ph type="ctrTitle" sz="quarter"/>
          </p:nvPr>
        </p:nvSpPr>
        <p:spPr>
          <a:xfrm>
            <a:off x="838200" y="1371600"/>
            <a:ext cx="7620000" cy="2057400"/>
          </a:xfrm>
          <a:solidFill>
            <a:schemeClr val="bg1">
              <a:alpha val="50000"/>
            </a:schemeClr>
          </a:solidFill>
          <a:ln w="76200">
            <a:solidFill>
              <a:schemeClr val="tx1"/>
            </a:solidFill>
          </a:ln>
        </p:spPr>
        <p:txBody>
          <a:bodyPr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AU"/>
              <a:t>Click to edit Master title style</a:t>
            </a:r>
          </a:p>
        </p:txBody>
      </p:sp>
    </p:spTree>
  </p:cSld>
  <p:clrMapOvr>
    <a:masterClrMapping/>
  </p:clrMapOvr>
  <p:transition spd="slow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963065-93F0-48A0-9D3C-89B8DF9B7D9D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 spd="slow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107E6E-1424-4BB1-82DE-AB67FD1FD0BC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 spd="slow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38400" y="1600200"/>
            <a:ext cx="31242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15000" y="1600200"/>
            <a:ext cx="31242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DECE9CB-71A3-4259-9AB0-843E7AC54A93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 spd="slow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F8A7FC-A49B-42A1-8D64-85A964CB855E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 spd="slow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92B5ED-8DCE-4136-93CA-57F4547534F3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 spd="slow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12F44A-B246-449B-A85E-D8A4B6EE2D00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 spd="slow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2F9F45-7190-4B2B-AA72-274A64BCC377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 spd="slow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E059616-158D-4A67-A936-A8998988E725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 spd="slow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50FCA5-89BE-49FC-B6D8-132A92E5592A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 spd="slow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39000" y="228600"/>
            <a:ext cx="1600200" cy="5867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38400" y="228600"/>
            <a:ext cx="4648200" cy="5867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609EA4-FEB5-40C2-8B47-097AB64BD2D9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>
          <a:outerShdw dist="107763" dir="2700000" algn="ctr" rotWithShape="0">
            <a:srgbClr val="000000"/>
          </a:outerShdw>
        </a:effectLst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/>
          <p:cNvGrpSpPr>
            <a:grpSpLocks/>
          </p:cNvGrpSpPr>
          <p:nvPr/>
        </p:nvGrpSpPr>
        <p:grpSpPr bwMode="auto">
          <a:xfrm>
            <a:off x="0" y="-4763"/>
            <a:ext cx="1063625" cy="6858001"/>
            <a:chOff x="0" y="-3"/>
            <a:chExt cx="670" cy="4320"/>
          </a:xfrm>
        </p:grpSpPr>
        <p:grpSp>
          <p:nvGrpSpPr>
            <p:cNvPr id="4099" name="Group 3"/>
            <p:cNvGrpSpPr>
              <a:grpSpLocks/>
            </p:cNvGrpSpPr>
            <p:nvPr/>
          </p:nvGrpSpPr>
          <p:grpSpPr bwMode="auto">
            <a:xfrm rot="16200000" flipH="1">
              <a:off x="-1815" y="1838"/>
              <a:ext cx="4320" cy="638"/>
              <a:chOff x="-2" y="1562"/>
              <a:chExt cx="5762" cy="638"/>
            </a:xfrm>
          </p:grpSpPr>
          <p:sp>
            <p:nvSpPr>
              <p:cNvPr id="4100" name="Freeform 4"/>
              <p:cNvSpPr>
                <a:spLocks/>
              </p:cNvSpPr>
              <p:nvPr/>
            </p:nvSpPr>
            <p:spPr bwMode="ltGray">
              <a:xfrm rot="-5400000">
                <a:off x="2559" y="-993"/>
                <a:ext cx="624" cy="574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720"/>
                  </a:cxn>
                  <a:cxn ang="0">
                    <a:pos x="1000" y="720"/>
                  </a:cxn>
                  <a:cxn ang="0">
                    <a:pos x="1000" y="0"/>
                  </a:cxn>
                  <a:cxn ang="0">
                    <a:pos x="0" y="0"/>
                  </a:cxn>
                </a:cxnLst>
                <a:rect l="0" t="0" r="r" b="b"/>
                <a:pathLst>
                  <a:path w="1000" h="720">
                    <a:moveTo>
                      <a:pt x="0" y="0"/>
                    </a:moveTo>
                    <a:lnTo>
                      <a:pt x="0" y="720"/>
                    </a:lnTo>
                    <a:lnTo>
                      <a:pt x="1000" y="720"/>
                    </a:lnTo>
                    <a:lnTo>
                      <a:pt x="10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4101" name="Freeform 5"/>
              <p:cNvSpPr>
                <a:spLocks/>
              </p:cNvSpPr>
              <p:nvPr/>
            </p:nvSpPr>
            <p:spPr bwMode="ltGray">
              <a:xfrm rot="-5400000">
                <a:off x="1323" y="1669"/>
                <a:ext cx="624" cy="42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4102" name="Freeform 6"/>
              <p:cNvSpPr>
                <a:spLocks/>
              </p:cNvSpPr>
              <p:nvPr/>
            </p:nvSpPr>
            <p:spPr bwMode="ltGray">
              <a:xfrm rot="-5400000">
                <a:off x="982" y="1669"/>
                <a:ext cx="624" cy="42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fol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4103" name="Freeform 7"/>
              <p:cNvSpPr>
                <a:spLocks/>
              </p:cNvSpPr>
              <p:nvPr/>
            </p:nvSpPr>
            <p:spPr bwMode="ltGray">
              <a:xfrm rot="-5400000">
                <a:off x="-57" y="1752"/>
                <a:ext cx="624" cy="255"/>
              </a:xfrm>
              <a:custGeom>
                <a:avLst/>
                <a:gdLst/>
                <a:ahLst/>
                <a:cxnLst>
                  <a:cxn ang="0">
                    <a:pos x="0" y="53"/>
                  </a:cxn>
                  <a:cxn ang="0">
                    <a:pos x="0" y="325"/>
                  </a:cxn>
                  <a:cxn ang="0">
                    <a:pos x="624" y="325"/>
                  </a:cxn>
                  <a:cxn ang="0">
                    <a:pos x="624" y="53"/>
                  </a:cxn>
                  <a:cxn ang="0">
                    <a:pos x="384" y="8"/>
                  </a:cxn>
                  <a:cxn ang="0">
                    <a:pos x="0" y="53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4104" name="Freeform 8"/>
              <p:cNvSpPr>
                <a:spLocks/>
              </p:cNvSpPr>
              <p:nvPr/>
            </p:nvSpPr>
            <p:spPr bwMode="ltGray">
              <a:xfrm rot="-5400000">
                <a:off x="664" y="1733"/>
                <a:ext cx="624" cy="29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4105" name="Freeform 9"/>
              <p:cNvSpPr>
                <a:spLocks/>
              </p:cNvSpPr>
              <p:nvPr/>
            </p:nvSpPr>
            <p:spPr bwMode="ltGray">
              <a:xfrm rot="-5400000">
                <a:off x="442" y="1699"/>
                <a:ext cx="624" cy="36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240" y="240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4106" name="Freeform 10"/>
              <p:cNvSpPr>
                <a:spLocks/>
              </p:cNvSpPr>
              <p:nvPr/>
            </p:nvSpPr>
            <p:spPr bwMode="ltGray">
              <a:xfrm rot="-5400000">
                <a:off x="156" y="1726"/>
                <a:ext cx="632" cy="315"/>
              </a:xfrm>
              <a:custGeom>
                <a:avLst/>
                <a:gdLst/>
                <a:ahLst/>
                <a:cxnLst>
                  <a:cxn ang="0">
                    <a:pos x="8" y="45"/>
                  </a:cxn>
                  <a:cxn ang="0">
                    <a:pos x="8" y="317"/>
                  </a:cxn>
                  <a:cxn ang="0">
                    <a:pos x="248" y="317"/>
                  </a:cxn>
                  <a:cxn ang="0">
                    <a:pos x="632" y="317"/>
                  </a:cxn>
                  <a:cxn ang="0">
                    <a:pos x="632" y="45"/>
                  </a:cxn>
                  <a:cxn ang="0">
                    <a:pos x="104" y="45"/>
                  </a:cxn>
                  <a:cxn ang="0">
                    <a:pos x="8" y="45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4107" name="Freeform 11"/>
              <p:cNvSpPr>
                <a:spLocks/>
              </p:cNvSpPr>
              <p:nvPr/>
            </p:nvSpPr>
            <p:spPr bwMode="ltGray">
              <a:xfrm rot="-5400000">
                <a:off x="3211" y="1664"/>
                <a:ext cx="624" cy="42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4108" name="Freeform 12"/>
              <p:cNvSpPr>
                <a:spLocks/>
              </p:cNvSpPr>
              <p:nvPr/>
            </p:nvSpPr>
            <p:spPr bwMode="ltGray">
              <a:xfrm rot="-5400000">
                <a:off x="2870" y="1664"/>
                <a:ext cx="624" cy="42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4109" name="Freeform 13"/>
              <p:cNvSpPr>
                <a:spLocks/>
              </p:cNvSpPr>
              <p:nvPr/>
            </p:nvSpPr>
            <p:spPr bwMode="ltGray">
              <a:xfrm rot="-5400000">
                <a:off x="1830" y="1747"/>
                <a:ext cx="624" cy="255"/>
              </a:xfrm>
              <a:custGeom>
                <a:avLst/>
                <a:gdLst/>
                <a:ahLst/>
                <a:cxnLst>
                  <a:cxn ang="0">
                    <a:pos x="0" y="53"/>
                  </a:cxn>
                  <a:cxn ang="0">
                    <a:pos x="0" y="325"/>
                  </a:cxn>
                  <a:cxn ang="0">
                    <a:pos x="624" y="325"/>
                  </a:cxn>
                  <a:cxn ang="0">
                    <a:pos x="624" y="53"/>
                  </a:cxn>
                  <a:cxn ang="0">
                    <a:pos x="384" y="8"/>
                  </a:cxn>
                  <a:cxn ang="0">
                    <a:pos x="0" y="53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4110" name="Freeform 14"/>
              <p:cNvSpPr>
                <a:spLocks/>
              </p:cNvSpPr>
              <p:nvPr/>
            </p:nvSpPr>
            <p:spPr bwMode="ltGray">
              <a:xfrm rot="-5400000">
                <a:off x="2551" y="1728"/>
                <a:ext cx="624" cy="29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chemeClr val="fol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4111" name="Freeform 15"/>
              <p:cNvSpPr>
                <a:spLocks/>
              </p:cNvSpPr>
              <p:nvPr/>
            </p:nvSpPr>
            <p:spPr bwMode="ltGray">
              <a:xfrm rot="-5400000">
                <a:off x="2330" y="1694"/>
                <a:ext cx="624" cy="36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240" y="240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4112" name="Freeform 16"/>
              <p:cNvSpPr>
                <a:spLocks/>
              </p:cNvSpPr>
              <p:nvPr/>
            </p:nvSpPr>
            <p:spPr bwMode="ltGray">
              <a:xfrm rot="-5400000">
                <a:off x="2043" y="1721"/>
                <a:ext cx="632" cy="316"/>
              </a:xfrm>
              <a:custGeom>
                <a:avLst/>
                <a:gdLst/>
                <a:ahLst/>
                <a:cxnLst>
                  <a:cxn ang="0">
                    <a:pos x="8" y="45"/>
                  </a:cxn>
                  <a:cxn ang="0">
                    <a:pos x="8" y="317"/>
                  </a:cxn>
                  <a:cxn ang="0">
                    <a:pos x="248" y="317"/>
                  </a:cxn>
                  <a:cxn ang="0">
                    <a:pos x="632" y="317"/>
                  </a:cxn>
                  <a:cxn ang="0">
                    <a:pos x="632" y="45"/>
                  </a:cxn>
                  <a:cxn ang="0">
                    <a:pos x="104" y="45"/>
                  </a:cxn>
                  <a:cxn ang="0">
                    <a:pos x="8" y="45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4113" name="Freeform 17"/>
              <p:cNvSpPr>
                <a:spLocks/>
              </p:cNvSpPr>
              <p:nvPr/>
            </p:nvSpPr>
            <p:spPr bwMode="ltGray">
              <a:xfrm rot="-5400000">
                <a:off x="4077" y="1669"/>
                <a:ext cx="624" cy="42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4114" name="Freeform 18"/>
              <p:cNvSpPr>
                <a:spLocks/>
              </p:cNvSpPr>
              <p:nvPr/>
            </p:nvSpPr>
            <p:spPr bwMode="ltGray">
              <a:xfrm rot="-5400000">
                <a:off x="3736" y="1669"/>
                <a:ext cx="624" cy="42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4115" name="Freeform 19"/>
              <p:cNvSpPr>
                <a:spLocks/>
              </p:cNvSpPr>
              <p:nvPr/>
            </p:nvSpPr>
            <p:spPr bwMode="ltGray">
              <a:xfrm rot="-5400000">
                <a:off x="4584" y="1747"/>
                <a:ext cx="624" cy="255"/>
              </a:xfrm>
              <a:custGeom>
                <a:avLst/>
                <a:gdLst/>
                <a:ahLst/>
                <a:cxnLst>
                  <a:cxn ang="0">
                    <a:pos x="0" y="53"/>
                  </a:cxn>
                  <a:cxn ang="0">
                    <a:pos x="0" y="325"/>
                  </a:cxn>
                  <a:cxn ang="0">
                    <a:pos x="624" y="325"/>
                  </a:cxn>
                  <a:cxn ang="0">
                    <a:pos x="624" y="53"/>
                  </a:cxn>
                  <a:cxn ang="0">
                    <a:pos x="384" y="8"/>
                  </a:cxn>
                  <a:cxn ang="0">
                    <a:pos x="0" y="53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fol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4116" name="Freeform 20"/>
              <p:cNvSpPr>
                <a:spLocks/>
              </p:cNvSpPr>
              <p:nvPr/>
            </p:nvSpPr>
            <p:spPr bwMode="ltGray">
              <a:xfrm>
                <a:off x="5469" y="1562"/>
                <a:ext cx="291" cy="625"/>
              </a:xfrm>
              <a:custGeom>
                <a:avLst/>
                <a:gdLst/>
                <a:ahLst/>
                <a:cxnLst>
                  <a:cxn ang="0">
                    <a:pos x="0" y="624"/>
                  </a:cxn>
                  <a:cxn ang="0">
                    <a:pos x="291" y="625"/>
                  </a:cxn>
                  <a:cxn ang="0">
                    <a:pos x="291" y="6"/>
                  </a:cxn>
                  <a:cxn ang="0">
                    <a:pos x="0" y="0"/>
                  </a:cxn>
                  <a:cxn ang="0">
                    <a:pos x="0" y="624"/>
                  </a:cxn>
                </a:cxnLst>
                <a:rect l="0" t="0" r="r" b="b"/>
                <a:pathLst>
                  <a:path w="291" h="625">
                    <a:moveTo>
                      <a:pt x="0" y="624"/>
                    </a:moveTo>
                    <a:lnTo>
                      <a:pt x="291" y="625"/>
                    </a:lnTo>
                    <a:lnTo>
                      <a:pt x="291" y="6"/>
                    </a:lnTo>
                    <a:lnTo>
                      <a:pt x="0" y="0"/>
                    </a:lnTo>
                    <a:cubicBezTo>
                      <a:pt x="39" y="384"/>
                      <a:pt x="0" y="494"/>
                      <a:pt x="0" y="624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4117" name="Freeform 21"/>
              <p:cNvSpPr>
                <a:spLocks/>
              </p:cNvSpPr>
              <p:nvPr/>
            </p:nvSpPr>
            <p:spPr bwMode="ltGray">
              <a:xfrm rot="-5400000">
                <a:off x="5084" y="1694"/>
                <a:ext cx="624" cy="36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240" y="240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4118" name="Freeform 22"/>
              <p:cNvSpPr>
                <a:spLocks/>
              </p:cNvSpPr>
              <p:nvPr/>
            </p:nvSpPr>
            <p:spPr bwMode="ltGray">
              <a:xfrm rot="-5400000">
                <a:off x="4797" y="1721"/>
                <a:ext cx="632" cy="316"/>
              </a:xfrm>
              <a:custGeom>
                <a:avLst/>
                <a:gdLst/>
                <a:ahLst/>
                <a:cxnLst>
                  <a:cxn ang="0">
                    <a:pos x="8" y="45"/>
                  </a:cxn>
                  <a:cxn ang="0">
                    <a:pos x="8" y="317"/>
                  </a:cxn>
                  <a:cxn ang="0">
                    <a:pos x="248" y="317"/>
                  </a:cxn>
                  <a:cxn ang="0">
                    <a:pos x="632" y="317"/>
                  </a:cxn>
                  <a:cxn ang="0">
                    <a:pos x="632" y="45"/>
                  </a:cxn>
                  <a:cxn ang="0">
                    <a:pos x="104" y="45"/>
                  </a:cxn>
                  <a:cxn ang="0">
                    <a:pos x="8" y="45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</p:grpSp>
        <p:sp>
          <p:nvSpPr>
            <p:cNvPr id="4119" name="Freeform 23"/>
            <p:cNvSpPr>
              <a:spLocks/>
            </p:cNvSpPr>
            <p:nvPr/>
          </p:nvSpPr>
          <p:spPr bwMode="ltGray">
            <a:xfrm rot="16200000" flipH="1">
              <a:off x="-1954" y="1951"/>
              <a:ext cx="4320" cy="412"/>
            </a:xfrm>
            <a:custGeom>
              <a:avLst/>
              <a:gdLst/>
              <a:ahLst/>
              <a:cxnLst>
                <a:cxn ang="0">
                  <a:pos x="0" y="196"/>
                </a:cxn>
                <a:cxn ang="0">
                  <a:pos x="5762" y="188"/>
                </a:cxn>
                <a:cxn ang="0">
                  <a:pos x="5762" y="4"/>
                </a:cxn>
                <a:cxn ang="0">
                  <a:pos x="0" y="0"/>
                </a:cxn>
                <a:cxn ang="0">
                  <a:pos x="0" y="196"/>
                </a:cxn>
              </a:cxnLst>
              <a:rect l="0" t="0" r="r" b="b"/>
              <a:pathLst>
                <a:path w="5762" h="385">
                  <a:moveTo>
                    <a:pt x="0" y="196"/>
                  </a:moveTo>
                  <a:cubicBezTo>
                    <a:pt x="1667" y="385"/>
                    <a:pt x="2275" y="93"/>
                    <a:pt x="5762" y="188"/>
                  </a:cubicBezTo>
                  <a:lnTo>
                    <a:pt x="5762" y="4"/>
                  </a:lnTo>
                  <a:lnTo>
                    <a:pt x="0" y="0"/>
                  </a:lnTo>
                  <a:lnTo>
                    <a:pt x="0" y="1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rgbClr val="767676"/>
                </a:gs>
              </a:gsLst>
              <a:lin ang="0" scaled="1"/>
            </a:gradFill>
            <a:ln w="9525" cap="flat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20" name="Freeform 24"/>
            <p:cNvSpPr>
              <a:spLocks/>
            </p:cNvSpPr>
            <p:nvPr/>
          </p:nvSpPr>
          <p:spPr bwMode="ltGray">
            <a:xfrm rot="16200000" flipH="1">
              <a:off x="-1584" y="2062"/>
              <a:ext cx="4319" cy="189"/>
            </a:xfrm>
            <a:custGeom>
              <a:avLst/>
              <a:gdLst/>
              <a:ahLst/>
              <a:cxnLst>
                <a:cxn ang="0">
                  <a:pos x="0" y="28"/>
                </a:cxn>
                <a:cxn ang="0">
                  <a:pos x="5761" y="0"/>
                </a:cxn>
                <a:cxn ang="0">
                  <a:pos x="5761" y="189"/>
                </a:cxn>
                <a:cxn ang="0">
                  <a:pos x="1" y="189"/>
                </a:cxn>
                <a:cxn ang="0">
                  <a:pos x="0" y="28"/>
                </a:cxn>
              </a:cxnLst>
              <a:rect l="0" t="0" r="r" b="b"/>
              <a:pathLst>
                <a:path w="5761" h="189">
                  <a:moveTo>
                    <a:pt x="0" y="28"/>
                  </a:moveTo>
                  <a:cubicBezTo>
                    <a:pt x="961" y="0"/>
                    <a:pt x="4971" y="161"/>
                    <a:pt x="5761" y="0"/>
                  </a:cubicBezTo>
                  <a:lnTo>
                    <a:pt x="5761" y="189"/>
                  </a:lnTo>
                  <a:lnTo>
                    <a:pt x="1" y="189"/>
                  </a:lnTo>
                  <a:lnTo>
                    <a:pt x="0" y="28"/>
                  </a:lnTo>
                  <a:close/>
                </a:path>
              </a:pathLst>
            </a:custGeom>
            <a:gradFill rotWithShape="0">
              <a:gsLst>
                <a:gs pos="0">
                  <a:srgbClr val="767676"/>
                </a:gs>
                <a:gs pos="100000">
                  <a:schemeClr val="bg1"/>
                </a:gs>
              </a:gsLst>
              <a:lin ang="0" scaled="1"/>
            </a:gradFill>
            <a:ln w="9525" cap="flat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AU"/>
            </a:p>
          </p:txBody>
        </p:sp>
      </p:grpSp>
      <p:sp>
        <p:nvSpPr>
          <p:cNvPr id="4121" name="Rectangle 25"/>
          <p:cNvSpPr>
            <a:spLocks noGrp="1" noChangeArrowheads="1"/>
          </p:cNvSpPr>
          <p:nvPr>
            <p:ph type="title"/>
          </p:nvPr>
        </p:nvSpPr>
        <p:spPr bwMode="auto">
          <a:xfrm>
            <a:off x="1173163" y="4572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AU" smtClean="0"/>
              <a:t>Click to edit Master title style</a:t>
            </a:r>
          </a:p>
        </p:txBody>
      </p:sp>
      <p:sp>
        <p:nvSpPr>
          <p:cNvPr id="4122" name="Rectangle 2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73163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</a:p>
        </p:txBody>
      </p:sp>
      <p:sp>
        <p:nvSpPr>
          <p:cNvPr id="4123" name="Rectangle 2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73163" y="6265863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sz="1400">
                <a:latin typeface="+mn-lt"/>
              </a:defRPr>
            </a:lvl1pPr>
          </a:lstStyle>
          <a:p>
            <a:endParaRPr lang="en-AU"/>
          </a:p>
        </p:txBody>
      </p:sp>
      <p:sp>
        <p:nvSpPr>
          <p:cNvPr id="4124" name="Rectangle 2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814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 sz="1400">
                <a:latin typeface="+mn-lt"/>
              </a:defRPr>
            </a:lvl1pPr>
          </a:lstStyle>
          <a:p>
            <a:endParaRPr lang="en-AU"/>
          </a:p>
        </p:txBody>
      </p:sp>
      <p:sp>
        <p:nvSpPr>
          <p:cNvPr id="4125" name="Rectangle 2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latin typeface="+mn-lt"/>
              </a:defRPr>
            </a:lvl1pPr>
          </a:lstStyle>
          <a:p>
            <a:fld id="{8E61FCAB-B245-49BF-B516-FC92B25EC8D8}" type="slidenum">
              <a:rPr lang="en-AU"/>
              <a:pPr/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30" name="Group 2"/>
          <p:cNvGrpSpPr>
            <a:grpSpLocks/>
          </p:cNvGrpSpPr>
          <p:nvPr/>
        </p:nvGrpSpPr>
        <p:grpSpPr bwMode="auto">
          <a:xfrm>
            <a:off x="0" y="0"/>
            <a:ext cx="7242175" cy="1981200"/>
            <a:chOff x="0" y="0"/>
            <a:chExt cx="4562" cy="1248"/>
          </a:xfrm>
        </p:grpSpPr>
        <p:sp>
          <p:nvSpPr>
            <p:cNvPr id="22531" name="Freeform 3"/>
            <p:cNvSpPr>
              <a:spLocks/>
            </p:cNvSpPr>
            <p:nvPr/>
          </p:nvSpPr>
          <p:spPr bwMode="hidden">
            <a:xfrm>
              <a:off x="0" y="583"/>
              <a:ext cx="4487" cy="665"/>
            </a:xfrm>
            <a:custGeom>
              <a:avLst/>
              <a:gdLst/>
              <a:ahLst/>
              <a:cxnLst>
                <a:cxn ang="0">
                  <a:pos x="4800" y="299"/>
                </a:cxn>
                <a:cxn ang="0">
                  <a:pos x="0" y="665"/>
                </a:cxn>
                <a:cxn ang="0">
                  <a:pos x="0" y="0"/>
                </a:cxn>
                <a:cxn ang="0">
                  <a:pos x="4806" y="1"/>
                </a:cxn>
                <a:cxn ang="0">
                  <a:pos x="4800" y="153"/>
                </a:cxn>
                <a:cxn ang="0">
                  <a:pos x="4800" y="299"/>
                </a:cxn>
              </a:cxnLst>
              <a:rect l="0" t="0" r="r" b="b"/>
              <a:pathLst>
                <a:path w="4806" h="665">
                  <a:moveTo>
                    <a:pt x="4800" y="299"/>
                  </a:moveTo>
                  <a:lnTo>
                    <a:pt x="0" y="665"/>
                  </a:lnTo>
                  <a:lnTo>
                    <a:pt x="0" y="0"/>
                  </a:lnTo>
                  <a:lnTo>
                    <a:pt x="4806" y="1"/>
                  </a:lnTo>
                  <a:lnTo>
                    <a:pt x="4800" y="153"/>
                  </a:lnTo>
                  <a:lnTo>
                    <a:pt x="4800" y="299"/>
                  </a:lnTo>
                  <a:close/>
                </a:path>
              </a:pathLst>
            </a:custGeom>
            <a:gradFill rotWithShape="1">
              <a:gsLst>
                <a:gs pos="0">
                  <a:schemeClr val="bg1">
                    <a:gamma/>
                    <a:shade val="94118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2532" name="Freeform 4"/>
            <p:cNvSpPr>
              <a:spLocks/>
            </p:cNvSpPr>
            <p:nvPr/>
          </p:nvSpPr>
          <p:spPr bwMode="hidden">
            <a:xfrm>
              <a:off x="0" y="0"/>
              <a:ext cx="4562" cy="1199"/>
            </a:xfrm>
            <a:custGeom>
              <a:avLst/>
              <a:gdLst/>
              <a:ahLst/>
              <a:cxnLst>
                <a:cxn ang="0">
                  <a:pos x="4560" y="932"/>
                </a:cxn>
                <a:cxn ang="0">
                  <a:pos x="0" y="1199"/>
                </a:cxn>
                <a:cxn ang="0">
                  <a:pos x="0" y="0"/>
                </a:cxn>
                <a:cxn ang="0">
                  <a:pos x="4562" y="0"/>
                </a:cxn>
                <a:cxn ang="0">
                  <a:pos x="4560" y="932"/>
                </a:cxn>
                <a:cxn ang="0">
                  <a:pos x="4560" y="932"/>
                </a:cxn>
              </a:cxnLst>
              <a:rect l="0" t="0" r="r" b="b"/>
              <a:pathLst>
                <a:path w="4562" h="1199">
                  <a:moveTo>
                    <a:pt x="4560" y="932"/>
                  </a:moveTo>
                  <a:lnTo>
                    <a:pt x="0" y="1199"/>
                  </a:lnTo>
                  <a:lnTo>
                    <a:pt x="0" y="0"/>
                  </a:lnTo>
                  <a:lnTo>
                    <a:pt x="4562" y="0"/>
                  </a:lnTo>
                  <a:lnTo>
                    <a:pt x="4560" y="932"/>
                  </a:lnTo>
                  <a:lnTo>
                    <a:pt x="4560" y="93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22533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AU" smtClean="0"/>
              <a:t>Click to edit Master title style</a:t>
            </a:r>
          </a:p>
        </p:txBody>
      </p:sp>
      <p:sp>
        <p:nvSpPr>
          <p:cNvPr id="22534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</a:p>
        </p:txBody>
      </p:sp>
      <p:sp>
        <p:nvSpPr>
          <p:cNvPr id="22535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1pPr>
          </a:lstStyle>
          <a:p>
            <a:endParaRPr lang="en-AU"/>
          </a:p>
        </p:txBody>
      </p:sp>
      <p:sp>
        <p:nvSpPr>
          <p:cNvPr id="22536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1pPr>
          </a:lstStyle>
          <a:p>
            <a:endParaRPr lang="en-AU"/>
          </a:p>
        </p:txBody>
      </p:sp>
      <p:sp>
        <p:nvSpPr>
          <p:cNvPr id="22537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1pPr>
          </a:lstStyle>
          <a:p>
            <a:fld id="{9FFBD0D7-66B7-41E8-9A18-01559690D7EE}" type="slidenum">
              <a:rPr lang="en-AU"/>
              <a:pPr/>
              <a:t>‹#›</a:t>
            </a:fld>
            <a:endParaRPr lang="en-AU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2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</p:sldLayoutIdLst>
  <p:timing>
    <p:tnLst>
      <p:par>
        <p:cTn id="1" dur="indefinite" restart="never" nodeType="tmRoot"/>
      </p:par>
    </p:tnLst>
  </p:timing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§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74" name="Group 2"/>
          <p:cNvGrpSpPr>
            <a:grpSpLocks/>
          </p:cNvGrpSpPr>
          <p:nvPr/>
        </p:nvGrpSpPr>
        <p:grpSpPr bwMode="auto">
          <a:xfrm>
            <a:off x="0" y="0"/>
            <a:ext cx="2667000" cy="6858000"/>
            <a:chOff x="0" y="0"/>
            <a:chExt cx="1680" cy="4320"/>
          </a:xfrm>
        </p:grpSpPr>
        <p:sp>
          <p:nvSpPr>
            <p:cNvPr id="28675" name="Rectangle 3"/>
            <p:cNvSpPr>
              <a:spLocks noChangeArrowheads="1"/>
            </p:cNvSpPr>
            <p:nvPr/>
          </p:nvSpPr>
          <p:spPr bwMode="hidden">
            <a:xfrm>
              <a:off x="1248" y="0"/>
              <a:ext cx="432" cy="4320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45490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sz="1800">
                <a:latin typeface="Arial" charset="0"/>
              </a:endParaRPr>
            </a:p>
          </p:txBody>
        </p:sp>
        <p:pic>
          <p:nvPicPr>
            <p:cNvPr id="28676" name="Picture 4" descr="slidemaster_med3"/>
            <p:cNvPicPr>
              <a:picLocks noChangeAspect="1" noChangeArrowheads="1"/>
            </p:cNvPicPr>
            <p:nvPr/>
          </p:nvPicPr>
          <p:blipFill>
            <a:blip r:embed="rId13"/>
            <a:srcRect/>
            <a:stretch>
              <a:fillRect/>
            </a:stretch>
          </p:blipFill>
          <p:spPr bwMode="ltGray">
            <a:xfrm>
              <a:off x="0" y="0"/>
              <a:ext cx="1348" cy="4320"/>
            </a:xfrm>
            <a:prstGeom prst="rect">
              <a:avLst/>
            </a:prstGeom>
            <a:noFill/>
          </p:spPr>
        </p:pic>
      </p:grpSp>
      <p:sp>
        <p:nvSpPr>
          <p:cNvPr id="28677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2438400" y="228600"/>
            <a:ext cx="64008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AU" smtClean="0"/>
              <a:t>Click to edit Master title style</a:t>
            </a:r>
          </a:p>
        </p:txBody>
      </p:sp>
      <p:sp>
        <p:nvSpPr>
          <p:cNvPr id="28678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2438400" y="1600200"/>
            <a:ext cx="64008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</a:p>
        </p:txBody>
      </p:sp>
      <p:sp>
        <p:nvSpPr>
          <p:cNvPr id="2867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52400" y="6248400"/>
            <a:ext cx="19018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1pPr>
          </a:lstStyle>
          <a:p>
            <a:endParaRPr lang="en-AU"/>
          </a:p>
        </p:txBody>
      </p:sp>
      <p:sp>
        <p:nvSpPr>
          <p:cNvPr id="2868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1pPr>
          </a:lstStyle>
          <a:p>
            <a:endParaRPr lang="en-AU"/>
          </a:p>
        </p:txBody>
      </p:sp>
      <p:sp>
        <p:nvSpPr>
          <p:cNvPr id="28681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4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1pPr>
          </a:lstStyle>
          <a:p>
            <a:fld id="{9DCC9449-22A2-47FC-BBEB-A9A8D5A3D466}" type="slidenum">
              <a:rPr lang="en-AU"/>
              <a:pPr/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ransition spd="slow"/>
  <p:txStyles>
    <p:titleStyle>
      <a:lvl1pPr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l"/>
        <a:defRPr sz="28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3.w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2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6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13" Type="http://schemas.openxmlformats.org/officeDocument/2006/relationships/oleObject" Target="../embeddings/oleObject10.bin"/><Relationship Id="rId18" Type="http://schemas.openxmlformats.org/officeDocument/2006/relationships/image" Target="../media/image15.wmf"/><Relationship Id="rId26" Type="http://schemas.openxmlformats.org/officeDocument/2006/relationships/image" Target="../media/image19.wmf"/><Relationship Id="rId3" Type="http://schemas.openxmlformats.org/officeDocument/2006/relationships/oleObject" Target="../embeddings/oleObject5.bin"/><Relationship Id="rId21" Type="http://schemas.openxmlformats.org/officeDocument/2006/relationships/oleObject" Target="../embeddings/oleObject14.bin"/><Relationship Id="rId7" Type="http://schemas.openxmlformats.org/officeDocument/2006/relationships/oleObject" Target="../embeddings/oleObject7.bin"/><Relationship Id="rId12" Type="http://schemas.openxmlformats.org/officeDocument/2006/relationships/image" Target="../media/image12.wmf"/><Relationship Id="rId17" Type="http://schemas.openxmlformats.org/officeDocument/2006/relationships/oleObject" Target="../embeddings/oleObject12.bin"/><Relationship Id="rId25" Type="http://schemas.openxmlformats.org/officeDocument/2006/relationships/oleObject" Target="../embeddings/oleObject1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4.wmf"/><Relationship Id="rId20" Type="http://schemas.openxmlformats.org/officeDocument/2006/relationships/image" Target="../media/image16.w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9.wmf"/><Relationship Id="rId11" Type="http://schemas.openxmlformats.org/officeDocument/2006/relationships/oleObject" Target="../embeddings/oleObject9.bin"/><Relationship Id="rId24" Type="http://schemas.openxmlformats.org/officeDocument/2006/relationships/image" Target="../media/image18.wmf"/><Relationship Id="rId5" Type="http://schemas.openxmlformats.org/officeDocument/2006/relationships/oleObject" Target="../embeddings/oleObject6.bin"/><Relationship Id="rId15" Type="http://schemas.openxmlformats.org/officeDocument/2006/relationships/oleObject" Target="../embeddings/oleObject11.bin"/><Relationship Id="rId23" Type="http://schemas.openxmlformats.org/officeDocument/2006/relationships/oleObject" Target="../embeddings/oleObject15.bin"/><Relationship Id="rId10" Type="http://schemas.openxmlformats.org/officeDocument/2006/relationships/image" Target="../media/image11.wmf"/><Relationship Id="rId19" Type="http://schemas.openxmlformats.org/officeDocument/2006/relationships/oleObject" Target="../embeddings/oleObject13.bin"/><Relationship Id="rId4" Type="http://schemas.openxmlformats.org/officeDocument/2006/relationships/image" Target="../media/image8.wmf"/><Relationship Id="rId9" Type="http://schemas.openxmlformats.org/officeDocument/2006/relationships/oleObject" Target="../embeddings/oleObject8.bin"/><Relationship Id="rId14" Type="http://schemas.openxmlformats.org/officeDocument/2006/relationships/image" Target="../media/image13.wmf"/><Relationship Id="rId22" Type="http://schemas.openxmlformats.org/officeDocument/2006/relationships/image" Target="../media/image17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13" Type="http://schemas.openxmlformats.org/officeDocument/2006/relationships/oleObject" Target="../embeddings/oleObject22.bin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12" Type="http://schemas.openxmlformats.org/officeDocument/2006/relationships/image" Target="../media/image2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1.wmf"/><Relationship Id="rId11" Type="http://schemas.openxmlformats.org/officeDocument/2006/relationships/oleObject" Target="../embeddings/oleObject21.bin"/><Relationship Id="rId5" Type="http://schemas.openxmlformats.org/officeDocument/2006/relationships/oleObject" Target="../embeddings/oleObject18.bin"/><Relationship Id="rId10" Type="http://schemas.openxmlformats.org/officeDocument/2006/relationships/image" Target="../media/image23.wmf"/><Relationship Id="rId4" Type="http://schemas.openxmlformats.org/officeDocument/2006/relationships/image" Target="../media/image20.wmf"/><Relationship Id="rId9" Type="http://schemas.openxmlformats.org/officeDocument/2006/relationships/oleObject" Target="../embeddings/oleObject20.bin"/><Relationship Id="rId14" Type="http://schemas.openxmlformats.org/officeDocument/2006/relationships/image" Target="../media/image25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26.w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w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wmf"/><Relationship Id="rId13" Type="http://schemas.openxmlformats.org/officeDocument/2006/relationships/oleObject" Target="../embeddings/oleObject29.bin"/><Relationship Id="rId18" Type="http://schemas.openxmlformats.org/officeDocument/2006/relationships/image" Target="../media/image35.wmf"/><Relationship Id="rId3" Type="http://schemas.openxmlformats.org/officeDocument/2006/relationships/oleObject" Target="../embeddings/oleObject24.bin"/><Relationship Id="rId7" Type="http://schemas.openxmlformats.org/officeDocument/2006/relationships/oleObject" Target="../embeddings/oleObject26.bin"/><Relationship Id="rId12" Type="http://schemas.openxmlformats.org/officeDocument/2006/relationships/image" Target="../media/image32.wmf"/><Relationship Id="rId17" Type="http://schemas.openxmlformats.org/officeDocument/2006/relationships/oleObject" Target="../embeddings/oleObject3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4.w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29.wmf"/><Relationship Id="rId11" Type="http://schemas.openxmlformats.org/officeDocument/2006/relationships/oleObject" Target="../embeddings/oleObject28.bin"/><Relationship Id="rId5" Type="http://schemas.openxmlformats.org/officeDocument/2006/relationships/oleObject" Target="../embeddings/oleObject25.bin"/><Relationship Id="rId15" Type="http://schemas.openxmlformats.org/officeDocument/2006/relationships/oleObject" Target="../embeddings/oleObject30.bin"/><Relationship Id="rId10" Type="http://schemas.openxmlformats.org/officeDocument/2006/relationships/image" Target="../media/image31.wmf"/><Relationship Id="rId4" Type="http://schemas.openxmlformats.org/officeDocument/2006/relationships/image" Target="../media/image28.wmf"/><Relationship Id="rId9" Type="http://schemas.openxmlformats.org/officeDocument/2006/relationships/oleObject" Target="../embeddings/oleObject27.bin"/><Relationship Id="rId14" Type="http://schemas.openxmlformats.org/officeDocument/2006/relationships/image" Target="../media/image33.w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wm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36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WordArt 5"/>
          <p:cNvSpPr>
            <a:spLocks noChangeArrowheads="1" noChangeShapeType="1" noTextEdit="1"/>
          </p:cNvSpPr>
          <p:nvPr/>
        </p:nvSpPr>
        <p:spPr bwMode="auto">
          <a:xfrm>
            <a:off x="1981200" y="762000"/>
            <a:ext cx="5943600" cy="1266825"/>
          </a:xfrm>
          <a:prstGeom prst="rect">
            <a:avLst/>
          </a:prstGeom>
        </p:spPr>
        <p:txBody>
          <a:bodyPr wrap="none" fromWordArt="1">
            <a:prstTxWarp prst="textDoubleWave1">
              <a:avLst>
                <a:gd name="adj1" fmla="val 6500"/>
                <a:gd name="adj2" fmla="val 0"/>
              </a:avLst>
            </a:prstTxWarp>
          </a:bodyPr>
          <a:lstStyle/>
          <a:p>
            <a:pPr algn="ctr"/>
            <a:r>
              <a:rPr lang="en-AU" sz="3600" kern="10" spc="-360">
                <a:ln w="12700">
                  <a:solidFill>
                    <a:srgbClr val="000099"/>
                  </a:solidFill>
                  <a:round/>
                  <a:headEnd/>
                  <a:tailEnd/>
                </a:ln>
                <a:solidFill>
                  <a:srgbClr val="33CCFF"/>
                </a:solidFill>
                <a:effectLst>
                  <a:outerShdw dist="125724" dir="18900000" algn="ctr" rotWithShape="0">
                    <a:srgbClr val="000099"/>
                  </a:outerShdw>
                </a:effectLst>
                <a:latin typeface="Impact"/>
              </a:rPr>
              <a:t>Percentages</a:t>
            </a:r>
          </a:p>
        </p:txBody>
      </p:sp>
      <p:sp>
        <p:nvSpPr>
          <p:cNvPr id="2054" name="Text Box 6"/>
          <p:cNvSpPr txBox="1">
            <a:spLocks noChangeArrowheads="1"/>
          </p:cNvSpPr>
          <p:nvPr/>
        </p:nvSpPr>
        <p:spPr bwMode="auto">
          <a:xfrm>
            <a:off x="1403350" y="3276600"/>
            <a:ext cx="727233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sz="3200">
                <a:solidFill>
                  <a:srgbClr val="FF0000"/>
                </a:solidFill>
              </a:rPr>
              <a:t>“Per cent”</a:t>
            </a:r>
            <a:r>
              <a:rPr lang="en-AU" sz="3200"/>
              <a:t> means </a:t>
            </a:r>
            <a:r>
              <a:rPr lang="en-AU" sz="3200">
                <a:solidFill>
                  <a:srgbClr val="FF0000"/>
                </a:solidFill>
              </a:rPr>
              <a:t>“out of a hundred”</a:t>
            </a:r>
          </a:p>
        </p:txBody>
      </p:sp>
      <p:sp>
        <p:nvSpPr>
          <p:cNvPr id="2055" name="Text Box 7"/>
          <p:cNvSpPr txBox="1">
            <a:spLocks noChangeArrowheads="1"/>
          </p:cNvSpPr>
          <p:nvPr/>
        </p:nvSpPr>
        <p:spPr bwMode="auto">
          <a:xfrm>
            <a:off x="1371600" y="4191000"/>
            <a:ext cx="7162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>
                <a:solidFill>
                  <a:srgbClr val="FF0000"/>
                </a:solidFill>
              </a:rPr>
              <a:t>“Sixty per cent”</a:t>
            </a:r>
            <a:r>
              <a:rPr lang="en-AU"/>
              <a:t> means </a:t>
            </a:r>
            <a:r>
              <a:rPr lang="en-AU">
                <a:solidFill>
                  <a:srgbClr val="FF0000"/>
                </a:solidFill>
              </a:rPr>
              <a:t>“Sixty out of a hundred”</a:t>
            </a:r>
          </a:p>
        </p:txBody>
      </p:sp>
      <p:sp>
        <p:nvSpPr>
          <p:cNvPr id="2056" name="Text Box 8"/>
          <p:cNvSpPr txBox="1">
            <a:spLocks noChangeArrowheads="1"/>
          </p:cNvSpPr>
          <p:nvPr/>
        </p:nvSpPr>
        <p:spPr bwMode="auto">
          <a:xfrm>
            <a:off x="4038600" y="4953000"/>
            <a:ext cx="24384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sz="4000">
                <a:latin typeface="Times New Roman" pitchFamily="18" charset="0"/>
              </a:rPr>
              <a:t>60% = </a:t>
            </a:r>
          </a:p>
        </p:txBody>
      </p:sp>
      <p:graphicFrame>
        <p:nvGraphicFramePr>
          <p:cNvPr id="2057" name="Object 9"/>
          <p:cNvGraphicFramePr>
            <a:graphicFrameLocks noChangeAspect="1"/>
          </p:cNvGraphicFramePr>
          <p:nvPr/>
        </p:nvGraphicFramePr>
        <p:xfrm>
          <a:off x="6096000" y="4648200"/>
          <a:ext cx="919163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" name="Equation" r:id="rId3" imgW="279360" imgH="393480" progId="Equation.3">
                  <p:embed/>
                </p:oleObj>
              </mc:Choice>
              <mc:Fallback>
                <p:oleObj name="Equation" r:id="rId3" imgW="279360" imgH="39348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4648200"/>
                        <a:ext cx="919163" cy="1295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8" name="Text Box 10"/>
          <p:cNvSpPr txBox="1">
            <a:spLocks noChangeArrowheads="1"/>
          </p:cNvSpPr>
          <p:nvPr/>
        </p:nvSpPr>
        <p:spPr bwMode="auto">
          <a:xfrm>
            <a:off x="2743200" y="5105400"/>
            <a:ext cx="2743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/>
              <a:t>In symbols,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0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3" grpId="0" animBg="1"/>
      <p:bldP spid="2054" grpId="0" autoUpdateAnimBg="0"/>
      <p:bldP spid="2055" grpId="0" autoUpdateAnimBg="0"/>
      <p:bldP spid="2056" grpId="0" autoUpdateAnimBg="0"/>
      <p:bldP spid="2058" grpId="0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Text Box 4"/>
          <p:cNvSpPr txBox="1">
            <a:spLocks noChangeArrowheads="1"/>
          </p:cNvSpPr>
          <p:nvPr/>
        </p:nvSpPr>
        <p:spPr bwMode="auto">
          <a:xfrm rot="-928441">
            <a:off x="395288" y="549275"/>
            <a:ext cx="734377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>
                <a:solidFill>
                  <a:srgbClr val="FFFF66"/>
                </a:solidFill>
                <a:latin typeface="Times New Roman" pitchFamily="18" charset="0"/>
              </a:rPr>
              <a:t>Remember these important facts!</a:t>
            </a:r>
          </a:p>
        </p:txBody>
      </p:sp>
      <p:pic>
        <p:nvPicPr>
          <p:cNvPr id="20485" name="Picture 5" descr="MCj00890260000[1]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08788" y="115888"/>
            <a:ext cx="1363662" cy="1814512"/>
          </a:xfrm>
          <a:prstGeom prst="rect">
            <a:avLst/>
          </a:prstGeom>
          <a:noFill/>
        </p:spPr>
      </p:pic>
      <p:sp>
        <p:nvSpPr>
          <p:cNvPr id="20486" name="Text Box 6"/>
          <p:cNvSpPr txBox="1">
            <a:spLocks noChangeArrowheads="1"/>
          </p:cNvSpPr>
          <p:nvPr/>
        </p:nvSpPr>
        <p:spPr bwMode="auto">
          <a:xfrm>
            <a:off x="1331913" y="1916113"/>
            <a:ext cx="67691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>
                <a:solidFill>
                  <a:srgbClr val="00FFFF"/>
                </a:solidFill>
              </a:rPr>
              <a:t>Percentages are really fractions with 100 in the bottom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3276600" y="2636838"/>
            <a:ext cx="25193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b="1">
                <a:solidFill>
                  <a:srgbClr val="00FF99"/>
                </a:solidFill>
              </a:rPr>
              <a:t>27% = 27/100</a:t>
            </a:r>
          </a:p>
        </p:txBody>
      </p:sp>
      <p:sp>
        <p:nvSpPr>
          <p:cNvPr id="20488" name="Text Box 8"/>
          <p:cNvSpPr txBox="1">
            <a:spLocks noChangeArrowheads="1"/>
          </p:cNvSpPr>
          <p:nvPr/>
        </p:nvSpPr>
        <p:spPr bwMode="auto">
          <a:xfrm>
            <a:off x="468313" y="4551363"/>
            <a:ext cx="6335712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>
                <a:solidFill>
                  <a:srgbClr val="00FFFF"/>
                </a:solidFill>
              </a:rPr>
              <a:t>Any percentage </a:t>
            </a:r>
            <a:r>
              <a:rPr lang="en-AU" b="1" i="1" u="sng">
                <a:solidFill>
                  <a:srgbClr val="FFFF66"/>
                </a:solidFill>
              </a:rPr>
              <a:t>less</a:t>
            </a:r>
            <a:r>
              <a:rPr lang="en-AU">
                <a:solidFill>
                  <a:srgbClr val="FFFF66"/>
                </a:solidFill>
              </a:rPr>
              <a:t> </a:t>
            </a:r>
            <a:r>
              <a:rPr lang="en-AU">
                <a:solidFill>
                  <a:srgbClr val="00FFFF"/>
                </a:solidFill>
              </a:rPr>
              <a:t>than 100% means </a:t>
            </a:r>
            <a:r>
              <a:rPr lang="en-AU" u="sng">
                <a:solidFill>
                  <a:srgbClr val="00FFFF"/>
                </a:solidFill>
              </a:rPr>
              <a:t>less than 1 whole</a:t>
            </a:r>
            <a:r>
              <a:rPr lang="en-AU">
                <a:solidFill>
                  <a:srgbClr val="00FFFF"/>
                </a:solidFill>
              </a:rPr>
              <a:t>. In other words, a </a:t>
            </a:r>
            <a:r>
              <a:rPr lang="en-AU" b="1" i="1" u="sng">
                <a:solidFill>
                  <a:srgbClr val="00FFFF"/>
                </a:solidFill>
              </a:rPr>
              <a:t>fraction</a:t>
            </a:r>
            <a:endParaRPr lang="en-AU" i="1" u="sng">
              <a:solidFill>
                <a:srgbClr val="00FFFF"/>
              </a:solidFill>
            </a:endParaRPr>
          </a:p>
        </p:txBody>
      </p:sp>
      <p:sp>
        <p:nvSpPr>
          <p:cNvPr id="20489" name="Line 9"/>
          <p:cNvSpPr>
            <a:spLocks noChangeShapeType="1"/>
          </p:cNvSpPr>
          <p:nvPr/>
        </p:nvSpPr>
        <p:spPr bwMode="auto">
          <a:xfrm>
            <a:off x="250825" y="3068638"/>
            <a:ext cx="85693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/>
          <a:lstStyle/>
          <a:p>
            <a:endParaRPr lang="en-AU"/>
          </a:p>
        </p:txBody>
      </p:sp>
      <p:sp>
        <p:nvSpPr>
          <p:cNvPr id="20490" name="Text Box 10"/>
          <p:cNvSpPr txBox="1">
            <a:spLocks noChangeArrowheads="1"/>
          </p:cNvSpPr>
          <p:nvPr/>
        </p:nvSpPr>
        <p:spPr bwMode="auto">
          <a:xfrm>
            <a:off x="2627313" y="3038475"/>
            <a:ext cx="4465637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2600">
                <a:solidFill>
                  <a:srgbClr val="00FFFF"/>
                </a:solidFill>
              </a:rPr>
              <a:t>100% really means 1 whole</a:t>
            </a:r>
          </a:p>
        </p:txBody>
      </p:sp>
      <p:sp>
        <p:nvSpPr>
          <p:cNvPr id="20491" name="Text Box 11"/>
          <p:cNvSpPr txBox="1">
            <a:spLocks noChangeArrowheads="1"/>
          </p:cNvSpPr>
          <p:nvPr/>
        </p:nvSpPr>
        <p:spPr bwMode="auto">
          <a:xfrm>
            <a:off x="611188" y="3475038"/>
            <a:ext cx="4608512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b="1">
                <a:solidFill>
                  <a:srgbClr val="00FF99"/>
                </a:solidFill>
              </a:rPr>
              <a:t>If I get 100% for a test, I                        get the </a:t>
            </a:r>
            <a:r>
              <a:rPr lang="en-AU" b="1" u="sng">
                <a:solidFill>
                  <a:srgbClr val="00FF99"/>
                </a:solidFill>
              </a:rPr>
              <a:t>whole lot</a:t>
            </a:r>
            <a:r>
              <a:rPr lang="en-AU" b="1">
                <a:solidFill>
                  <a:srgbClr val="00FF99"/>
                </a:solidFill>
              </a:rPr>
              <a:t> right</a:t>
            </a:r>
          </a:p>
        </p:txBody>
      </p:sp>
      <p:sp>
        <p:nvSpPr>
          <p:cNvPr id="20492" name="Line 12"/>
          <p:cNvSpPr>
            <a:spLocks noChangeShapeType="1"/>
          </p:cNvSpPr>
          <p:nvPr/>
        </p:nvSpPr>
        <p:spPr bwMode="auto">
          <a:xfrm>
            <a:off x="250825" y="4437063"/>
            <a:ext cx="85693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/>
          <a:lstStyle/>
          <a:p>
            <a:endParaRPr lang="en-AU"/>
          </a:p>
        </p:txBody>
      </p:sp>
      <p:sp>
        <p:nvSpPr>
          <p:cNvPr id="20493" name="Text Box 13"/>
          <p:cNvSpPr txBox="1">
            <a:spLocks noChangeArrowheads="1"/>
          </p:cNvSpPr>
          <p:nvPr/>
        </p:nvSpPr>
        <p:spPr bwMode="auto">
          <a:xfrm>
            <a:off x="468313" y="5630863"/>
            <a:ext cx="67691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>
                <a:solidFill>
                  <a:srgbClr val="00FFFF"/>
                </a:solidFill>
              </a:rPr>
              <a:t>Any percentage </a:t>
            </a:r>
            <a:r>
              <a:rPr lang="en-AU" b="1" i="1" u="sng">
                <a:solidFill>
                  <a:srgbClr val="FFFF66"/>
                </a:solidFill>
              </a:rPr>
              <a:t>more</a:t>
            </a:r>
            <a:r>
              <a:rPr lang="en-AU">
                <a:solidFill>
                  <a:srgbClr val="00FFFF"/>
                </a:solidFill>
              </a:rPr>
              <a:t> than 100% means </a:t>
            </a:r>
            <a:r>
              <a:rPr lang="en-AU" u="sng">
                <a:solidFill>
                  <a:srgbClr val="00FFFF"/>
                </a:solidFill>
              </a:rPr>
              <a:t>more than 1 whole</a:t>
            </a:r>
            <a:r>
              <a:rPr lang="en-AU">
                <a:solidFill>
                  <a:srgbClr val="00FFFF"/>
                </a:solidFill>
              </a:rPr>
              <a:t>. In other words, a </a:t>
            </a:r>
            <a:r>
              <a:rPr lang="en-AU" b="1" i="1" u="sng">
                <a:solidFill>
                  <a:srgbClr val="00FFFF"/>
                </a:solidFill>
              </a:rPr>
              <a:t>mixed numeral</a:t>
            </a:r>
            <a:endParaRPr lang="en-AU" i="1" u="sng">
              <a:solidFill>
                <a:srgbClr val="00FFFF"/>
              </a:solidFill>
            </a:endParaRPr>
          </a:p>
        </p:txBody>
      </p:sp>
      <p:sp>
        <p:nvSpPr>
          <p:cNvPr id="20495" name="Line 15"/>
          <p:cNvSpPr>
            <a:spLocks noChangeShapeType="1"/>
          </p:cNvSpPr>
          <p:nvPr/>
        </p:nvSpPr>
        <p:spPr bwMode="auto">
          <a:xfrm>
            <a:off x="250825" y="5516563"/>
            <a:ext cx="85693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/>
          <a:lstStyle/>
          <a:p>
            <a:endParaRPr lang="en-AU"/>
          </a:p>
        </p:txBody>
      </p:sp>
      <p:sp>
        <p:nvSpPr>
          <p:cNvPr id="20496" name="Text Box 16"/>
          <p:cNvSpPr txBox="1">
            <a:spLocks noChangeArrowheads="1"/>
          </p:cNvSpPr>
          <p:nvPr/>
        </p:nvSpPr>
        <p:spPr bwMode="auto">
          <a:xfrm>
            <a:off x="6948488" y="4581525"/>
            <a:ext cx="2195512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>
                <a:solidFill>
                  <a:srgbClr val="FF99FF"/>
                </a:solidFill>
              </a:rPr>
              <a:t>60% = 60/100 = 3/5 or 0.6</a:t>
            </a:r>
          </a:p>
        </p:txBody>
      </p:sp>
      <p:sp>
        <p:nvSpPr>
          <p:cNvPr id="20497" name="Text Box 17"/>
          <p:cNvSpPr txBox="1">
            <a:spLocks noChangeArrowheads="1"/>
          </p:cNvSpPr>
          <p:nvPr/>
        </p:nvSpPr>
        <p:spPr bwMode="auto">
          <a:xfrm>
            <a:off x="7019925" y="5708650"/>
            <a:ext cx="21955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>
                <a:solidFill>
                  <a:srgbClr val="FF99FF"/>
                </a:solidFill>
              </a:rPr>
              <a:t>160% = 1</a:t>
            </a:r>
            <a:r>
              <a:rPr lang="en-AU" baseline="30000">
                <a:solidFill>
                  <a:srgbClr val="FF99FF"/>
                </a:solidFill>
              </a:rPr>
              <a:t>60</a:t>
            </a:r>
            <a:r>
              <a:rPr lang="en-AU">
                <a:solidFill>
                  <a:srgbClr val="FF99FF"/>
                </a:solidFill>
              </a:rPr>
              <a:t>/</a:t>
            </a:r>
            <a:r>
              <a:rPr lang="en-AU" baseline="-25000">
                <a:solidFill>
                  <a:srgbClr val="FF99FF"/>
                </a:solidFill>
              </a:rPr>
              <a:t>100</a:t>
            </a:r>
            <a:endParaRPr lang="en-AU">
              <a:solidFill>
                <a:srgbClr val="FF99FF"/>
              </a:solidFill>
            </a:endParaRPr>
          </a:p>
        </p:txBody>
      </p:sp>
      <p:graphicFrame>
        <p:nvGraphicFramePr>
          <p:cNvPr id="20498" name="Object 18"/>
          <p:cNvGraphicFramePr>
            <a:graphicFrameLocks noChangeAspect="1"/>
          </p:cNvGraphicFramePr>
          <p:nvPr/>
        </p:nvGraphicFramePr>
        <p:xfrm>
          <a:off x="5435600" y="3500438"/>
          <a:ext cx="1008063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0" name="Equation" r:id="rId4" imgW="482400" imgH="393480" progId="Equation.3">
                  <p:embed/>
                </p:oleObj>
              </mc:Choice>
              <mc:Fallback>
                <p:oleObj name="Equation" r:id="rId4" imgW="482400" imgH="393480" progId="Equation.3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5600" y="3500438"/>
                        <a:ext cx="1008063" cy="822325"/>
                      </a:xfrm>
                      <a:prstGeom prst="rect">
                        <a:avLst/>
                      </a:prstGeom>
                      <a:solidFill>
                        <a:schemeClr val="tx2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04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04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000" fill="hold"/>
                                        <p:tgtEl>
                                          <p:spTgt spid="204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20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500"/>
                            </p:stCondLst>
                            <p:childTnLst>
                              <p:par>
                                <p:cTn id="1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0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204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2000" fill="hold"/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204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000" fill="hold"/>
                                        <p:tgtEl>
                                          <p:spTgt spid="204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204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204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7" dur="80"/>
                                        <p:tgtEl>
                                          <p:spTgt spid="204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8" dur="80"/>
                                        <p:tgtEl>
                                          <p:spTgt spid="204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9" dur="80"/>
                                        <p:tgtEl>
                                          <p:spTgt spid="204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20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8" dur="2000"/>
                                        <p:tgtEl>
                                          <p:spTgt spid="20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1000" fill="hold"/>
                                        <p:tgtEl>
                                          <p:spTgt spid="204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1000" fill="hold"/>
                                        <p:tgtEl>
                                          <p:spTgt spid="204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20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000"/>
                                        <p:tgtEl>
                                          <p:spTgt spid="204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2000" fill="hold"/>
                                        <p:tgtEl>
                                          <p:spTgt spid="2049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2000" fill="hold"/>
                                        <p:tgtEl>
                                          <p:spTgt spid="204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2000" fill="hold"/>
                                        <p:tgtEl>
                                          <p:spTgt spid="204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000" fill="hold"/>
                                        <p:tgtEl>
                                          <p:spTgt spid="204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1000" fill="hold"/>
                                        <p:tgtEl>
                                          <p:spTgt spid="204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20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2000"/>
                                        <p:tgtEl>
                                          <p:spTgt spid="204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2000" fill="hold"/>
                                        <p:tgtEl>
                                          <p:spTgt spid="2049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2000" fill="hold"/>
                                        <p:tgtEl>
                                          <p:spTgt spid="204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2000" fill="hold"/>
                                        <p:tgtEl>
                                          <p:spTgt spid="204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4" grpId="1"/>
      <p:bldP spid="20486" grpId="0"/>
      <p:bldP spid="20487" grpId="0"/>
      <p:bldP spid="20488" grpId="0"/>
      <p:bldP spid="20489" grpId="0" animBg="1"/>
      <p:bldP spid="20490" grpId="0"/>
      <p:bldP spid="20491" grpId="0"/>
      <p:bldP spid="20492" grpId="0" animBg="1"/>
      <p:bldP spid="20493" grpId="0"/>
      <p:bldP spid="20495" grpId="0" animBg="1"/>
      <p:bldP spid="20496" grpId="0"/>
      <p:bldP spid="2049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WordArt 4"/>
          <p:cNvSpPr>
            <a:spLocks noChangeArrowheads="1" noChangeShapeType="1" noTextEdit="1"/>
          </p:cNvSpPr>
          <p:nvPr/>
        </p:nvSpPr>
        <p:spPr bwMode="auto">
          <a:xfrm>
            <a:off x="3059113" y="333375"/>
            <a:ext cx="5124450" cy="6477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0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80000"/>
                    </a:srgbClr>
                  </a:outerShdw>
                </a:effectLst>
                <a:latin typeface="Arial Black"/>
              </a:rPr>
              <a:t>Special percentages</a:t>
            </a:r>
          </a:p>
        </p:txBody>
      </p:sp>
      <p:sp>
        <p:nvSpPr>
          <p:cNvPr id="25605" name="Text Box 5"/>
          <p:cNvSpPr txBox="1">
            <a:spLocks noChangeArrowheads="1"/>
          </p:cNvSpPr>
          <p:nvPr/>
        </p:nvSpPr>
        <p:spPr bwMode="auto">
          <a:xfrm>
            <a:off x="2484438" y="1268413"/>
            <a:ext cx="43195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b="1">
                <a:solidFill>
                  <a:schemeClr val="tx2"/>
                </a:solidFill>
              </a:rPr>
              <a:t>Learn these!!!!</a:t>
            </a:r>
          </a:p>
        </p:txBody>
      </p:sp>
      <p:sp>
        <p:nvSpPr>
          <p:cNvPr id="25607" name="Rectangle 7"/>
          <p:cNvSpPr>
            <a:spLocks noChangeArrowheads="1"/>
          </p:cNvSpPr>
          <p:nvPr/>
        </p:nvSpPr>
        <p:spPr bwMode="auto">
          <a:xfrm>
            <a:off x="2484438" y="2060575"/>
            <a:ext cx="6480175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AU"/>
          </a:p>
        </p:txBody>
      </p:sp>
      <p:sp>
        <p:nvSpPr>
          <p:cNvPr id="25609" name="Text Box 9"/>
          <p:cNvSpPr txBox="1">
            <a:spLocks noChangeArrowheads="1"/>
          </p:cNvSpPr>
          <p:nvPr/>
        </p:nvSpPr>
        <p:spPr bwMode="auto">
          <a:xfrm>
            <a:off x="4643438" y="2276475"/>
            <a:ext cx="180022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sz="1800" dirty="0"/>
              <a:t>100% = 1 whole</a:t>
            </a:r>
          </a:p>
        </p:txBody>
      </p:sp>
      <p:sp>
        <p:nvSpPr>
          <p:cNvPr id="25610" name="Rectangle 10"/>
          <p:cNvSpPr>
            <a:spLocks noChangeArrowheads="1"/>
          </p:cNvSpPr>
          <p:nvPr/>
        </p:nvSpPr>
        <p:spPr bwMode="auto">
          <a:xfrm>
            <a:off x="2484438" y="2925763"/>
            <a:ext cx="6480175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AU"/>
          </a:p>
        </p:txBody>
      </p:sp>
      <p:sp>
        <p:nvSpPr>
          <p:cNvPr id="25611" name="Rectangle 11"/>
          <p:cNvSpPr>
            <a:spLocks noChangeArrowheads="1"/>
          </p:cNvSpPr>
          <p:nvPr/>
        </p:nvSpPr>
        <p:spPr bwMode="auto">
          <a:xfrm>
            <a:off x="2484438" y="2924175"/>
            <a:ext cx="3240087" cy="217488"/>
          </a:xfrm>
          <a:prstGeom prst="rect">
            <a:avLst/>
          </a:prstGeom>
          <a:solidFill>
            <a:srgbClr val="0033CC"/>
          </a:solidFill>
          <a:ln w="9525">
            <a:solidFill>
              <a:srgbClr val="0033CC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AU"/>
          </a:p>
        </p:txBody>
      </p:sp>
      <p:sp>
        <p:nvSpPr>
          <p:cNvPr id="25612" name="Text Box 12"/>
          <p:cNvSpPr txBox="1">
            <a:spLocks noChangeArrowheads="1"/>
          </p:cNvSpPr>
          <p:nvPr/>
        </p:nvSpPr>
        <p:spPr bwMode="auto">
          <a:xfrm>
            <a:off x="3276600" y="3133725"/>
            <a:ext cx="180022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sz="1800">
                <a:solidFill>
                  <a:srgbClr val="0000FF"/>
                </a:solidFill>
              </a:rPr>
              <a:t>50% = ½ </a:t>
            </a:r>
          </a:p>
        </p:txBody>
      </p:sp>
      <p:sp>
        <p:nvSpPr>
          <p:cNvPr id="25613" name="Rectangle 13"/>
          <p:cNvSpPr>
            <a:spLocks noChangeArrowheads="1"/>
          </p:cNvSpPr>
          <p:nvPr/>
        </p:nvSpPr>
        <p:spPr bwMode="auto">
          <a:xfrm>
            <a:off x="2484438" y="3860800"/>
            <a:ext cx="6480175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AU"/>
          </a:p>
        </p:txBody>
      </p:sp>
      <p:sp>
        <p:nvSpPr>
          <p:cNvPr id="25614" name="Rectangle 14"/>
          <p:cNvSpPr>
            <a:spLocks noChangeArrowheads="1"/>
          </p:cNvSpPr>
          <p:nvPr/>
        </p:nvSpPr>
        <p:spPr bwMode="auto">
          <a:xfrm>
            <a:off x="2484438" y="3871913"/>
            <a:ext cx="1582737" cy="217487"/>
          </a:xfrm>
          <a:prstGeom prst="rect">
            <a:avLst/>
          </a:prstGeom>
          <a:solidFill>
            <a:srgbClr val="0033CC"/>
          </a:solidFill>
          <a:ln w="9525">
            <a:solidFill>
              <a:srgbClr val="0033CC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AU"/>
          </a:p>
        </p:txBody>
      </p:sp>
      <p:sp>
        <p:nvSpPr>
          <p:cNvPr id="25615" name="Text Box 15"/>
          <p:cNvSpPr txBox="1">
            <a:spLocks noChangeArrowheads="1"/>
          </p:cNvSpPr>
          <p:nvPr/>
        </p:nvSpPr>
        <p:spPr bwMode="auto">
          <a:xfrm>
            <a:off x="2411413" y="4141788"/>
            <a:ext cx="180022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sz="1800">
                <a:solidFill>
                  <a:srgbClr val="0000FF"/>
                </a:solidFill>
              </a:rPr>
              <a:t>25% = ¼  </a:t>
            </a:r>
          </a:p>
        </p:txBody>
      </p:sp>
      <p:sp>
        <p:nvSpPr>
          <p:cNvPr id="25616" name="Rectangle 16"/>
          <p:cNvSpPr>
            <a:spLocks noChangeArrowheads="1"/>
          </p:cNvSpPr>
          <p:nvPr/>
        </p:nvSpPr>
        <p:spPr bwMode="auto">
          <a:xfrm>
            <a:off x="4067175" y="3860800"/>
            <a:ext cx="4897438" cy="2159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AU"/>
          </a:p>
        </p:txBody>
      </p:sp>
      <p:sp>
        <p:nvSpPr>
          <p:cNvPr id="25617" name="Text Box 17"/>
          <p:cNvSpPr txBox="1">
            <a:spLocks noChangeArrowheads="1"/>
          </p:cNvSpPr>
          <p:nvPr/>
        </p:nvSpPr>
        <p:spPr bwMode="auto">
          <a:xfrm>
            <a:off x="5292725" y="4149725"/>
            <a:ext cx="180022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sz="1800">
                <a:solidFill>
                  <a:srgbClr val="CC0099"/>
                </a:solidFill>
              </a:rPr>
              <a:t>75% = ¾   </a:t>
            </a:r>
          </a:p>
        </p:txBody>
      </p:sp>
      <p:sp>
        <p:nvSpPr>
          <p:cNvPr id="25618" name="Rectangle 18"/>
          <p:cNvSpPr>
            <a:spLocks noChangeArrowheads="1"/>
          </p:cNvSpPr>
          <p:nvPr/>
        </p:nvSpPr>
        <p:spPr bwMode="auto">
          <a:xfrm>
            <a:off x="2484438" y="4868863"/>
            <a:ext cx="6480175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AU"/>
          </a:p>
        </p:txBody>
      </p:sp>
      <p:sp>
        <p:nvSpPr>
          <p:cNvPr id="25619" name="Rectangle 19"/>
          <p:cNvSpPr>
            <a:spLocks noChangeArrowheads="1"/>
          </p:cNvSpPr>
          <p:nvPr/>
        </p:nvSpPr>
        <p:spPr bwMode="auto">
          <a:xfrm>
            <a:off x="2484438" y="4868863"/>
            <a:ext cx="2159000" cy="215900"/>
          </a:xfrm>
          <a:prstGeom prst="rect">
            <a:avLst/>
          </a:prstGeom>
          <a:solidFill>
            <a:srgbClr val="2E6438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AU"/>
          </a:p>
        </p:txBody>
      </p:sp>
      <p:graphicFrame>
        <p:nvGraphicFramePr>
          <p:cNvPr id="25621" name="Object 21"/>
          <p:cNvGraphicFramePr>
            <a:graphicFrameLocks noChangeAspect="1"/>
          </p:cNvGraphicFramePr>
          <p:nvPr/>
        </p:nvGraphicFramePr>
        <p:xfrm>
          <a:off x="3059113" y="5157788"/>
          <a:ext cx="1081087" cy="620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5" name="Equation" r:id="rId3" imgW="685800" imgH="393480" progId="Equation.3">
                  <p:embed/>
                </p:oleObj>
              </mc:Choice>
              <mc:Fallback>
                <p:oleObj name="Equation" r:id="rId3" imgW="685800" imgH="393480" progId="Equation.3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5157788"/>
                        <a:ext cx="1081087" cy="6207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22" name="Object 22"/>
          <p:cNvGraphicFramePr>
            <a:graphicFrameLocks noChangeAspect="1"/>
          </p:cNvGraphicFramePr>
          <p:nvPr/>
        </p:nvGraphicFramePr>
        <p:xfrm>
          <a:off x="6011863" y="5229225"/>
          <a:ext cx="1120775" cy="620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6" name="Equation" r:id="rId5" imgW="711000" imgH="393480" progId="Equation.3">
                  <p:embed/>
                </p:oleObj>
              </mc:Choice>
              <mc:Fallback>
                <p:oleObj name="Equation" r:id="rId5" imgW="711000" imgH="393480" progId="Equation.3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1863" y="5229225"/>
                        <a:ext cx="1120775" cy="620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23" name="Text Box 23"/>
          <p:cNvSpPr txBox="1">
            <a:spLocks noChangeArrowheads="1"/>
          </p:cNvSpPr>
          <p:nvPr/>
        </p:nvSpPr>
        <p:spPr bwMode="auto">
          <a:xfrm>
            <a:off x="6443663" y="3141663"/>
            <a:ext cx="180022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sz="1800">
                <a:solidFill>
                  <a:srgbClr val="0000FF"/>
                </a:solidFill>
              </a:rPr>
              <a:t>50% = ½ 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70" decel="100000"/>
                                        <p:tgtEl>
                                          <p:spTgt spid="2560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770" decel="100000"/>
                                        <p:tgtEl>
                                          <p:spTgt spid="25604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0" dur="770" fill="hold"/>
                                        <p:tgtEl>
                                          <p:spTgt spid="256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2" dur="770" fill="hold"/>
                                        <p:tgtEl>
                                          <p:spTgt spid="256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7" dur="80"/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8" dur="80"/>
                                        <p:tgtEl>
                                          <p:spTgt spid="256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80"/>
                                        <p:tgtEl>
                                          <p:spTgt spid="256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6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5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70" decel="100000"/>
                                        <p:tgtEl>
                                          <p:spTgt spid="2560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770" decel="100000"/>
                                        <p:tgtEl>
                                          <p:spTgt spid="25609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30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31" dur="770" fill="hold"/>
                                        <p:tgtEl>
                                          <p:spTgt spid="256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32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33" dur="770" fill="hold"/>
                                        <p:tgtEl>
                                          <p:spTgt spid="256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34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25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25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25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56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56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56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561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56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561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56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561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56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561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561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25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25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25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25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56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56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56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561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56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561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56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561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56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561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561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4" dur="2000"/>
                                        <p:tgtEl>
                                          <p:spTgt spid="25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9" dur="500"/>
                                        <p:tgtEl>
                                          <p:spTgt spid="25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4" dur="500"/>
                                        <p:tgtEl>
                                          <p:spTgt spid="25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4" grpId="0" animBg="1"/>
      <p:bldP spid="25605" grpId="0"/>
      <p:bldP spid="25607" grpId="0" animBg="1"/>
      <p:bldP spid="25609" grpId="0"/>
      <p:bldP spid="25610" grpId="0" animBg="1"/>
      <p:bldP spid="25611" grpId="0" animBg="1"/>
      <p:bldP spid="25612" grpId="0"/>
      <p:bldP spid="25613" grpId="0" animBg="1"/>
      <p:bldP spid="25614" grpId="0" animBg="1"/>
      <p:bldP spid="25615" grpId="0"/>
      <p:bldP spid="25616" grpId="0" animBg="1"/>
      <p:bldP spid="25617" grpId="0"/>
      <p:bldP spid="25618" grpId="0" animBg="1"/>
      <p:bldP spid="25619" grpId="0" animBg="1"/>
      <p:bldP spid="2562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Box 2"/>
          <p:cNvSpPr txBox="1">
            <a:spLocks noChangeArrowheads="1"/>
          </p:cNvSpPr>
          <p:nvPr/>
        </p:nvSpPr>
        <p:spPr bwMode="auto">
          <a:xfrm>
            <a:off x="1371600" y="228600"/>
            <a:ext cx="70866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 b="1">
                <a:solidFill>
                  <a:srgbClr val="0033CC"/>
                </a:solidFill>
                <a:latin typeface="Times New Roman" pitchFamily="18" charset="0"/>
              </a:rPr>
              <a:t>1. Changing percentages to fractions</a:t>
            </a:r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2057400" y="1219200"/>
            <a:ext cx="16764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40% =</a:t>
            </a:r>
          </a:p>
        </p:txBody>
      </p:sp>
      <p:graphicFrame>
        <p:nvGraphicFramePr>
          <p:cNvPr id="1028" name="Object 4"/>
          <p:cNvGraphicFramePr>
            <a:graphicFrameLocks noChangeAspect="1"/>
          </p:cNvGraphicFramePr>
          <p:nvPr/>
        </p:nvGraphicFramePr>
        <p:xfrm>
          <a:off x="3581400" y="914400"/>
          <a:ext cx="919163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4" name="Equation" r:id="rId3" imgW="279360" imgH="393480" progId="Equation.3">
                  <p:embed/>
                </p:oleObj>
              </mc:Choice>
              <mc:Fallback>
                <p:oleObj name="Equation" r:id="rId3" imgW="279360" imgH="39348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914400"/>
                        <a:ext cx="919163" cy="1295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9" name="Text Box 5"/>
          <p:cNvSpPr txBox="1">
            <a:spLocks noChangeArrowheads="1"/>
          </p:cNvSpPr>
          <p:nvPr/>
        </p:nvSpPr>
        <p:spPr bwMode="auto">
          <a:xfrm>
            <a:off x="4648200" y="1219200"/>
            <a:ext cx="4572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=</a:t>
            </a:r>
          </a:p>
        </p:txBody>
      </p:sp>
      <p:graphicFrame>
        <p:nvGraphicFramePr>
          <p:cNvPr id="1030" name="Object 6"/>
          <p:cNvGraphicFramePr>
            <a:graphicFrameLocks noChangeAspect="1"/>
          </p:cNvGraphicFramePr>
          <p:nvPr/>
        </p:nvGraphicFramePr>
        <p:xfrm>
          <a:off x="4940300" y="914400"/>
          <a:ext cx="1087438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5" name="Equation" r:id="rId5" imgW="330120" imgH="393480" progId="Equation.3">
                  <p:embed/>
                </p:oleObj>
              </mc:Choice>
              <mc:Fallback>
                <p:oleObj name="Equation" r:id="rId5" imgW="330120" imgH="39348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0300" y="914400"/>
                        <a:ext cx="1087438" cy="1295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1" name="Object 7"/>
          <p:cNvGraphicFramePr>
            <a:graphicFrameLocks noChangeAspect="1"/>
          </p:cNvGraphicFramePr>
          <p:nvPr/>
        </p:nvGraphicFramePr>
        <p:xfrm>
          <a:off x="6096000" y="914400"/>
          <a:ext cx="501650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6" name="Equation" r:id="rId7" imgW="152280" imgH="393480" progId="Equation.3">
                  <p:embed/>
                </p:oleObj>
              </mc:Choice>
              <mc:Fallback>
                <p:oleObj name="Equation" r:id="rId7" imgW="152280" imgH="39348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914400"/>
                        <a:ext cx="501650" cy="1295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2" name="Text Box 8"/>
          <p:cNvSpPr txBox="1">
            <a:spLocks noChangeArrowheads="1"/>
          </p:cNvSpPr>
          <p:nvPr/>
        </p:nvSpPr>
        <p:spPr bwMode="auto">
          <a:xfrm>
            <a:off x="2057400" y="2362200"/>
            <a:ext cx="571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>
                <a:latin typeface="Times New Roman" pitchFamily="18" charset="0"/>
              </a:rPr>
              <a:t>Or you can do it on the calculator</a:t>
            </a:r>
          </a:p>
        </p:txBody>
      </p:sp>
      <p:sp>
        <p:nvSpPr>
          <p:cNvPr id="1033" name="Text Box 9"/>
          <p:cNvSpPr txBox="1">
            <a:spLocks noChangeArrowheads="1"/>
          </p:cNvSpPr>
          <p:nvPr/>
        </p:nvSpPr>
        <p:spPr bwMode="auto">
          <a:xfrm>
            <a:off x="2057400" y="2925763"/>
            <a:ext cx="16764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40% =</a:t>
            </a:r>
          </a:p>
        </p:txBody>
      </p:sp>
      <p:sp>
        <p:nvSpPr>
          <p:cNvPr id="1035" name="Line 11"/>
          <p:cNvSpPr>
            <a:spLocks noChangeShapeType="1"/>
          </p:cNvSpPr>
          <p:nvPr/>
        </p:nvSpPr>
        <p:spPr bwMode="auto">
          <a:xfrm flipV="1">
            <a:off x="5029200" y="1981200"/>
            <a:ext cx="990600" cy="1143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en-AU"/>
          </a:p>
        </p:txBody>
      </p:sp>
      <p:sp>
        <p:nvSpPr>
          <p:cNvPr id="1036" name="Text Box 12"/>
          <p:cNvSpPr txBox="1">
            <a:spLocks noChangeArrowheads="1"/>
          </p:cNvSpPr>
          <p:nvPr/>
        </p:nvSpPr>
        <p:spPr bwMode="auto">
          <a:xfrm>
            <a:off x="1676400" y="3581400"/>
            <a:ext cx="1447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>
                <a:latin typeface="Times New Roman" pitchFamily="18" charset="0"/>
              </a:rPr>
              <a:t>Try these</a:t>
            </a:r>
          </a:p>
        </p:txBody>
      </p:sp>
      <p:sp>
        <p:nvSpPr>
          <p:cNvPr id="1037" name="Text Box 13"/>
          <p:cNvSpPr txBox="1">
            <a:spLocks noChangeArrowheads="1"/>
          </p:cNvSpPr>
          <p:nvPr/>
        </p:nvSpPr>
        <p:spPr bwMode="auto">
          <a:xfrm>
            <a:off x="1752600" y="4038600"/>
            <a:ext cx="16764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80% =</a:t>
            </a:r>
          </a:p>
        </p:txBody>
      </p:sp>
      <p:sp>
        <p:nvSpPr>
          <p:cNvPr id="1038" name="Text Box 14"/>
          <p:cNvSpPr txBox="1">
            <a:spLocks noChangeArrowheads="1"/>
          </p:cNvSpPr>
          <p:nvPr/>
        </p:nvSpPr>
        <p:spPr bwMode="auto">
          <a:xfrm>
            <a:off x="1752600" y="4648200"/>
            <a:ext cx="16764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10% =</a:t>
            </a:r>
          </a:p>
        </p:txBody>
      </p:sp>
      <p:sp>
        <p:nvSpPr>
          <p:cNvPr id="1039" name="Text Box 15"/>
          <p:cNvSpPr txBox="1">
            <a:spLocks noChangeArrowheads="1"/>
          </p:cNvSpPr>
          <p:nvPr/>
        </p:nvSpPr>
        <p:spPr bwMode="auto">
          <a:xfrm>
            <a:off x="1752600" y="5334000"/>
            <a:ext cx="16764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20% =</a:t>
            </a:r>
          </a:p>
        </p:txBody>
      </p:sp>
      <p:sp>
        <p:nvSpPr>
          <p:cNvPr id="1040" name="Text Box 16"/>
          <p:cNvSpPr txBox="1">
            <a:spLocks noChangeArrowheads="1"/>
          </p:cNvSpPr>
          <p:nvPr/>
        </p:nvSpPr>
        <p:spPr bwMode="auto">
          <a:xfrm>
            <a:off x="1752600" y="6019800"/>
            <a:ext cx="16764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35% =</a:t>
            </a:r>
          </a:p>
        </p:txBody>
      </p:sp>
      <p:sp>
        <p:nvSpPr>
          <p:cNvPr id="1044" name="Text Box 20"/>
          <p:cNvSpPr txBox="1">
            <a:spLocks noChangeArrowheads="1"/>
          </p:cNvSpPr>
          <p:nvPr/>
        </p:nvSpPr>
        <p:spPr bwMode="auto">
          <a:xfrm>
            <a:off x="5257800" y="5867400"/>
            <a:ext cx="16764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150% =</a:t>
            </a:r>
          </a:p>
        </p:txBody>
      </p:sp>
      <p:graphicFrame>
        <p:nvGraphicFramePr>
          <p:cNvPr id="1045" name="Object 21"/>
          <p:cNvGraphicFramePr>
            <a:graphicFrameLocks noChangeAspect="1"/>
          </p:cNvGraphicFramePr>
          <p:nvPr/>
        </p:nvGraphicFramePr>
        <p:xfrm>
          <a:off x="2967038" y="3979863"/>
          <a:ext cx="485775" cy="649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7" name="Equation" r:id="rId9" imgW="228600" imgH="304560" progId="Equation.3">
                  <p:embed/>
                </p:oleObj>
              </mc:Choice>
              <mc:Fallback>
                <p:oleObj name="Equation" r:id="rId9" imgW="228600" imgH="304560" progId="Equation.3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7038" y="3979863"/>
                        <a:ext cx="485775" cy="6492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6" name="Object 22"/>
          <p:cNvGraphicFramePr>
            <a:graphicFrameLocks noChangeAspect="1"/>
          </p:cNvGraphicFramePr>
          <p:nvPr/>
        </p:nvGraphicFramePr>
        <p:xfrm>
          <a:off x="2905125" y="4608513"/>
          <a:ext cx="620713" cy="649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8" name="Equation" r:id="rId11" imgW="291960" imgH="304560" progId="Equation.3">
                  <p:embed/>
                </p:oleObj>
              </mc:Choice>
              <mc:Fallback>
                <p:oleObj name="Equation" r:id="rId11" imgW="291960" imgH="304560" progId="Equation.3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5125" y="4608513"/>
                        <a:ext cx="620713" cy="6492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7" name="Object 23"/>
          <p:cNvGraphicFramePr>
            <a:graphicFrameLocks noChangeAspect="1"/>
          </p:cNvGraphicFramePr>
          <p:nvPr/>
        </p:nvGraphicFramePr>
        <p:xfrm>
          <a:off x="2971800" y="5218113"/>
          <a:ext cx="485775" cy="649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9" name="Equation" r:id="rId13" imgW="228600" imgH="304560" progId="Equation.3">
                  <p:embed/>
                </p:oleObj>
              </mc:Choice>
              <mc:Fallback>
                <p:oleObj name="Equation" r:id="rId13" imgW="228600" imgH="304560" progId="Equation.3">
                  <p:embed/>
                  <p:pic>
                    <p:nvPicPr>
                      <p:cNvPr id="0" name="Picture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5218113"/>
                        <a:ext cx="485775" cy="6492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8" name="Object 24"/>
          <p:cNvGraphicFramePr>
            <a:graphicFrameLocks noChangeAspect="1"/>
          </p:cNvGraphicFramePr>
          <p:nvPr/>
        </p:nvGraphicFramePr>
        <p:xfrm>
          <a:off x="2967038" y="5903913"/>
          <a:ext cx="647700" cy="649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0" name="Equation" r:id="rId15" imgW="304560" imgH="304560" progId="Equation.3">
                  <p:embed/>
                </p:oleObj>
              </mc:Choice>
              <mc:Fallback>
                <p:oleObj name="Equation" r:id="rId15" imgW="304560" imgH="304560" progId="Equation.3">
                  <p:embed/>
                  <p:pic>
                    <p:nvPicPr>
                      <p:cNvPr id="0" name="Picture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7038" y="5903913"/>
                        <a:ext cx="647700" cy="6492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1" name="Text Box 17"/>
          <p:cNvSpPr txBox="1">
            <a:spLocks noChangeArrowheads="1"/>
          </p:cNvSpPr>
          <p:nvPr/>
        </p:nvSpPr>
        <p:spPr bwMode="auto">
          <a:xfrm>
            <a:off x="5257800" y="3763963"/>
            <a:ext cx="16764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75% =</a:t>
            </a:r>
          </a:p>
        </p:txBody>
      </p:sp>
      <p:sp>
        <p:nvSpPr>
          <p:cNvPr id="1042" name="Text Box 18"/>
          <p:cNvSpPr txBox="1">
            <a:spLocks noChangeArrowheads="1"/>
          </p:cNvSpPr>
          <p:nvPr/>
        </p:nvSpPr>
        <p:spPr bwMode="auto">
          <a:xfrm>
            <a:off x="5257800" y="4449763"/>
            <a:ext cx="16764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25% =</a:t>
            </a:r>
          </a:p>
        </p:txBody>
      </p:sp>
      <p:sp>
        <p:nvSpPr>
          <p:cNvPr id="1043" name="Text Box 19"/>
          <p:cNvSpPr txBox="1">
            <a:spLocks noChangeArrowheads="1"/>
          </p:cNvSpPr>
          <p:nvPr/>
        </p:nvSpPr>
        <p:spPr bwMode="auto">
          <a:xfrm>
            <a:off x="5257800" y="5135563"/>
            <a:ext cx="16764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50% =</a:t>
            </a:r>
          </a:p>
        </p:txBody>
      </p:sp>
      <p:graphicFrame>
        <p:nvGraphicFramePr>
          <p:cNvPr id="1049" name="Object 25"/>
          <p:cNvGraphicFramePr>
            <a:graphicFrameLocks noChangeAspect="1"/>
          </p:cNvGraphicFramePr>
          <p:nvPr/>
        </p:nvGraphicFramePr>
        <p:xfrm>
          <a:off x="6524625" y="3733800"/>
          <a:ext cx="485775" cy="649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1" name="Equation" r:id="rId17" imgW="228600" imgH="304560" progId="Equation.3">
                  <p:embed/>
                </p:oleObj>
              </mc:Choice>
              <mc:Fallback>
                <p:oleObj name="Equation" r:id="rId17" imgW="228600" imgH="304560" progId="Equation.3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4625" y="3733800"/>
                        <a:ext cx="485775" cy="649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0" name="Object 26"/>
          <p:cNvGraphicFramePr>
            <a:graphicFrameLocks noChangeAspect="1"/>
          </p:cNvGraphicFramePr>
          <p:nvPr/>
        </p:nvGraphicFramePr>
        <p:xfrm>
          <a:off x="6553200" y="4379913"/>
          <a:ext cx="485775" cy="649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2" name="Equation" r:id="rId19" imgW="228600" imgH="304560" progId="Equation.3">
                  <p:embed/>
                </p:oleObj>
              </mc:Choice>
              <mc:Fallback>
                <p:oleObj name="Equation" r:id="rId19" imgW="228600" imgH="304560" progId="Equation.3">
                  <p:embed/>
                  <p:pic>
                    <p:nvPicPr>
                      <p:cNvPr id="0" name="Picture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4379913"/>
                        <a:ext cx="485775" cy="6492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1" name="Object 27"/>
          <p:cNvGraphicFramePr>
            <a:graphicFrameLocks noChangeAspect="1"/>
          </p:cNvGraphicFramePr>
          <p:nvPr/>
        </p:nvGraphicFramePr>
        <p:xfrm>
          <a:off x="6553200" y="5065713"/>
          <a:ext cx="485775" cy="649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3" name="Equation" r:id="rId21" imgW="228600" imgH="304560" progId="Equation.3">
                  <p:embed/>
                </p:oleObj>
              </mc:Choice>
              <mc:Fallback>
                <p:oleObj name="Equation" r:id="rId21" imgW="228600" imgH="304560" progId="Equation.3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5065713"/>
                        <a:ext cx="485775" cy="6492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2" name="Object 28"/>
          <p:cNvGraphicFramePr>
            <a:graphicFrameLocks noChangeAspect="1"/>
          </p:cNvGraphicFramePr>
          <p:nvPr/>
        </p:nvGraphicFramePr>
        <p:xfrm>
          <a:off x="6770688" y="5867400"/>
          <a:ext cx="620712" cy="649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4" name="Equation" r:id="rId23" imgW="291960" imgH="304560" progId="Equation.3">
                  <p:embed/>
                </p:oleObj>
              </mc:Choice>
              <mc:Fallback>
                <p:oleObj name="Equation" r:id="rId23" imgW="291960" imgH="304560" progId="Equation.3">
                  <p:embed/>
                  <p:pic>
                    <p:nvPicPr>
                      <p:cNvPr id="0" name="Picture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70688" y="5867400"/>
                        <a:ext cx="620712" cy="649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58" name="Group 34"/>
          <p:cNvGrpSpPr>
            <a:grpSpLocks/>
          </p:cNvGrpSpPr>
          <p:nvPr/>
        </p:nvGrpSpPr>
        <p:grpSpPr bwMode="auto">
          <a:xfrm>
            <a:off x="5181600" y="3581400"/>
            <a:ext cx="3505200" cy="2209800"/>
            <a:chOff x="3264" y="2256"/>
            <a:chExt cx="2208" cy="1392"/>
          </a:xfrm>
        </p:grpSpPr>
        <p:sp>
          <p:nvSpPr>
            <p:cNvPr id="1054" name="Rectangle 30"/>
            <p:cNvSpPr>
              <a:spLocks noChangeArrowheads="1"/>
            </p:cNvSpPr>
            <p:nvPr/>
          </p:nvSpPr>
          <p:spPr bwMode="auto">
            <a:xfrm>
              <a:off x="3264" y="2256"/>
              <a:ext cx="1248" cy="1392"/>
            </a:xfrm>
            <a:prstGeom prst="rect">
              <a:avLst/>
            </a:prstGeom>
            <a:noFill/>
            <a:ln w="57150">
              <a:solidFill>
                <a:srgbClr val="9933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1055" name="Text Box 31"/>
            <p:cNvSpPr txBox="1">
              <a:spLocks noChangeArrowheads="1"/>
            </p:cNvSpPr>
            <p:nvPr/>
          </p:nvSpPr>
          <p:spPr bwMode="auto">
            <a:xfrm>
              <a:off x="4560" y="2592"/>
              <a:ext cx="912" cy="7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AU">
                  <a:solidFill>
                    <a:srgbClr val="993366"/>
                  </a:solidFill>
                  <a:latin typeface="Arial Unicode MS" pitchFamily="34" charset="-128"/>
                </a:rPr>
                <a:t>Learn these by heart!!</a:t>
              </a:r>
            </a:p>
          </p:txBody>
        </p:sp>
      </p:grpSp>
      <p:grpSp>
        <p:nvGrpSpPr>
          <p:cNvPr id="1060" name="Group 36"/>
          <p:cNvGrpSpPr>
            <a:grpSpLocks/>
          </p:cNvGrpSpPr>
          <p:nvPr/>
        </p:nvGrpSpPr>
        <p:grpSpPr bwMode="auto">
          <a:xfrm>
            <a:off x="4191000" y="5867400"/>
            <a:ext cx="4648200" cy="931863"/>
            <a:chOff x="2688" y="3791"/>
            <a:chExt cx="2928" cy="587"/>
          </a:xfrm>
        </p:grpSpPr>
        <p:sp>
          <p:nvSpPr>
            <p:cNvPr id="1053" name="Text Box 29"/>
            <p:cNvSpPr txBox="1">
              <a:spLocks noChangeArrowheads="1"/>
            </p:cNvSpPr>
            <p:nvPr/>
          </p:nvSpPr>
          <p:spPr bwMode="auto">
            <a:xfrm>
              <a:off x="4704" y="3792"/>
              <a:ext cx="912" cy="5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AU" sz="1800" b="1">
                  <a:solidFill>
                    <a:srgbClr val="FF0000"/>
                  </a:solidFill>
                  <a:latin typeface="Arial Unicode MS" pitchFamily="34" charset="-128"/>
                </a:rPr>
                <a:t>BIGGER THAN 1 WHOLE</a:t>
              </a:r>
            </a:p>
          </p:txBody>
        </p:sp>
        <p:sp>
          <p:nvSpPr>
            <p:cNvPr id="1056" name="Text Box 32"/>
            <p:cNvSpPr txBox="1">
              <a:spLocks noChangeArrowheads="1"/>
            </p:cNvSpPr>
            <p:nvPr/>
          </p:nvSpPr>
          <p:spPr bwMode="auto">
            <a:xfrm>
              <a:off x="2688" y="3791"/>
              <a:ext cx="912" cy="5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AU" sz="1800" b="1">
                  <a:solidFill>
                    <a:srgbClr val="FF0000"/>
                  </a:solidFill>
                  <a:latin typeface="Arial Unicode MS" pitchFamily="34" charset="-128"/>
                </a:rPr>
                <a:t>BIGGER THAN  100%</a:t>
              </a:r>
            </a:p>
          </p:txBody>
        </p:sp>
        <p:sp>
          <p:nvSpPr>
            <p:cNvPr id="1059" name="Text Box 35"/>
            <p:cNvSpPr txBox="1">
              <a:spLocks noChangeArrowheads="1"/>
            </p:cNvSpPr>
            <p:nvPr/>
          </p:nvSpPr>
          <p:spPr bwMode="auto">
            <a:xfrm>
              <a:off x="3648" y="4128"/>
              <a:ext cx="720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AU" sz="2000" b="1">
                  <a:solidFill>
                    <a:srgbClr val="FF0000"/>
                  </a:solidFill>
                  <a:latin typeface="Arial Unicode MS" pitchFamily="34" charset="-128"/>
                </a:rPr>
                <a:t>MEANS</a:t>
              </a:r>
            </a:p>
          </p:txBody>
        </p:sp>
      </p:grpSp>
      <p:grpSp>
        <p:nvGrpSpPr>
          <p:cNvPr id="1062" name="Group 38"/>
          <p:cNvGrpSpPr>
            <a:grpSpLocks/>
          </p:cNvGrpSpPr>
          <p:nvPr/>
        </p:nvGrpSpPr>
        <p:grpSpPr bwMode="auto">
          <a:xfrm>
            <a:off x="3276600" y="2819400"/>
            <a:ext cx="2057400" cy="762000"/>
            <a:chOff x="2064" y="1776"/>
            <a:chExt cx="1296" cy="480"/>
          </a:xfrm>
        </p:grpSpPr>
        <p:sp>
          <p:nvSpPr>
            <p:cNvPr id="1034" name="Text Box 10"/>
            <p:cNvSpPr txBox="1">
              <a:spLocks noChangeArrowheads="1"/>
            </p:cNvSpPr>
            <p:nvPr/>
          </p:nvSpPr>
          <p:spPr bwMode="auto">
            <a:xfrm>
              <a:off x="2064" y="1843"/>
              <a:ext cx="1296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AU" sz="3200">
                  <a:latin typeface="Times New Roman" pitchFamily="18" charset="0"/>
                </a:rPr>
                <a:t>40     </a:t>
              </a:r>
              <a:r>
                <a:rPr lang="en-AU" sz="3200">
                  <a:latin typeface="Times New Roman" pitchFamily="18" charset="0"/>
                  <a:sym typeface="Symbol" pitchFamily="18" charset="2"/>
                </a:rPr>
                <a:t>100</a:t>
              </a:r>
              <a:endParaRPr lang="en-AU" sz="3200">
                <a:latin typeface="Times New Roman" pitchFamily="18" charset="0"/>
              </a:endParaRPr>
            </a:p>
          </p:txBody>
        </p:sp>
        <p:graphicFrame>
          <p:nvGraphicFramePr>
            <p:cNvPr id="1061" name="Object 37"/>
            <p:cNvGraphicFramePr>
              <a:graphicFrameLocks noChangeAspect="1"/>
            </p:cNvGraphicFramePr>
            <p:nvPr/>
          </p:nvGraphicFramePr>
          <p:xfrm>
            <a:off x="2400" y="1776"/>
            <a:ext cx="294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85" name="Equation" r:id="rId25" imgW="241200" imgH="393480" progId="Equation.3">
                    <p:embed/>
                  </p:oleObj>
                </mc:Choice>
                <mc:Fallback>
                  <p:oleObj name="Equation" r:id="rId25" imgW="241200" imgH="393480" progId="Equation.3">
                    <p:embed/>
                    <p:pic>
                      <p:nvPicPr>
                        <p:cNvPr id="0" name="Picture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0" y="1776"/>
                          <a:ext cx="294" cy="48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0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0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0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0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0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0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0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0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0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0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0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0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0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0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10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10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10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10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10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10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10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10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10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10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10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10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10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10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1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1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1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1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10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10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1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1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10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10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" grpId="0" autoUpdateAnimBg="0"/>
      <p:bldP spid="1027" grpId="0" autoUpdateAnimBg="0"/>
      <p:bldP spid="1029" grpId="0" autoUpdateAnimBg="0"/>
      <p:bldP spid="1032" grpId="0" autoUpdateAnimBg="0"/>
      <p:bldP spid="1033" grpId="0" autoUpdateAnimBg="0"/>
      <p:bldP spid="1035" grpId="0" animBg="1"/>
      <p:bldP spid="1036" grpId="0" autoUpdateAnimBg="0"/>
      <p:bldP spid="1037" grpId="0" autoUpdateAnimBg="0"/>
      <p:bldP spid="1038" grpId="0" autoUpdateAnimBg="0"/>
      <p:bldP spid="1039" grpId="0" autoUpdateAnimBg="0"/>
      <p:bldP spid="1040" grpId="0" autoUpdateAnimBg="0"/>
      <p:bldP spid="1044" grpId="0" autoUpdateAnimBg="0"/>
      <p:bldP spid="1041" grpId="0" autoUpdateAnimBg="0"/>
      <p:bldP spid="1042" grpId="0" autoUpdateAnimBg="0"/>
      <p:bldP spid="1043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2"/>
          <p:cNvSpPr txBox="1">
            <a:spLocks noChangeArrowheads="1"/>
          </p:cNvSpPr>
          <p:nvPr/>
        </p:nvSpPr>
        <p:spPr bwMode="auto">
          <a:xfrm>
            <a:off x="1219200" y="457200"/>
            <a:ext cx="47244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>
                <a:solidFill>
                  <a:srgbClr val="FF0000"/>
                </a:solidFill>
              </a:rPr>
              <a:t>Harder conversions...</a:t>
            </a:r>
          </a:p>
        </p:txBody>
      </p:sp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1600200" y="1401763"/>
            <a:ext cx="16764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12½ % =</a:t>
            </a:r>
          </a:p>
        </p:txBody>
      </p:sp>
      <p:graphicFrame>
        <p:nvGraphicFramePr>
          <p:cNvPr id="50176" name="Object 1024"/>
          <p:cNvGraphicFramePr>
            <a:graphicFrameLocks noChangeAspect="1"/>
          </p:cNvGraphicFramePr>
          <p:nvPr/>
        </p:nvGraphicFramePr>
        <p:xfrm>
          <a:off x="3311525" y="709613"/>
          <a:ext cx="1462088" cy="1881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88" name="Equation" r:id="rId3" imgW="444240" imgH="571320" progId="Equation.3">
                  <p:embed/>
                </p:oleObj>
              </mc:Choice>
              <mc:Fallback>
                <p:oleObj name="Equation" r:id="rId3" imgW="444240" imgH="571320" progId="Equation.3">
                  <p:embed/>
                  <p:pic>
                    <p:nvPicPr>
                      <p:cNvPr id="0" name="Picture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1525" y="709613"/>
                        <a:ext cx="1462088" cy="18811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77" name="Object 1025"/>
          <p:cNvGraphicFramePr>
            <a:graphicFrameLocks noChangeAspect="1"/>
          </p:cNvGraphicFramePr>
          <p:nvPr/>
        </p:nvGraphicFramePr>
        <p:xfrm>
          <a:off x="6858000" y="1219200"/>
          <a:ext cx="1003300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89" name="Equation" r:id="rId5" imgW="304560" imgH="393480" progId="Equation.3">
                  <p:embed/>
                </p:oleObj>
              </mc:Choice>
              <mc:Fallback>
                <p:oleObj name="Equation" r:id="rId5" imgW="304560" imgH="393480" progId="Equation.3">
                  <p:embed/>
                  <p:pic>
                    <p:nvPicPr>
                      <p:cNvPr id="0" name="Picture 10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0" y="1219200"/>
                        <a:ext cx="1003300" cy="1295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159" name="Group 15"/>
          <p:cNvGrpSpPr>
            <a:grpSpLocks/>
          </p:cNvGrpSpPr>
          <p:nvPr/>
        </p:nvGrpSpPr>
        <p:grpSpPr bwMode="auto">
          <a:xfrm>
            <a:off x="4572000" y="1066800"/>
            <a:ext cx="2438400" cy="381000"/>
            <a:chOff x="2880" y="672"/>
            <a:chExt cx="1536" cy="240"/>
          </a:xfrm>
        </p:grpSpPr>
        <p:sp>
          <p:nvSpPr>
            <p:cNvPr id="6150" name="Text Box 6"/>
            <p:cNvSpPr txBox="1">
              <a:spLocks noChangeArrowheads="1"/>
            </p:cNvSpPr>
            <p:nvPr/>
          </p:nvSpPr>
          <p:spPr bwMode="auto">
            <a:xfrm>
              <a:off x="2976" y="672"/>
              <a:ext cx="144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AU" sz="1800" b="1">
                  <a:solidFill>
                    <a:srgbClr val="0033CC"/>
                  </a:solidFill>
                </a:rPr>
                <a:t>DOUBLE THE TOP</a:t>
              </a:r>
            </a:p>
          </p:txBody>
        </p:sp>
        <p:sp>
          <p:nvSpPr>
            <p:cNvPr id="6152" name="Line 8"/>
            <p:cNvSpPr>
              <a:spLocks noChangeShapeType="1"/>
            </p:cNvSpPr>
            <p:nvPr/>
          </p:nvSpPr>
          <p:spPr bwMode="auto">
            <a:xfrm>
              <a:off x="2880" y="912"/>
              <a:ext cx="1488" cy="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AU"/>
            </a:p>
          </p:txBody>
        </p:sp>
      </p:grpSp>
      <p:grpSp>
        <p:nvGrpSpPr>
          <p:cNvPr id="6160" name="Group 16"/>
          <p:cNvGrpSpPr>
            <a:grpSpLocks/>
          </p:cNvGrpSpPr>
          <p:nvPr/>
        </p:nvGrpSpPr>
        <p:grpSpPr bwMode="auto">
          <a:xfrm>
            <a:off x="4572000" y="2071688"/>
            <a:ext cx="2438400" cy="641350"/>
            <a:chOff x="2880" y="1305"/>
            <a:chExt cx="1536" cy="404"/>
          </a:xfrm>
        </p:grpSpPr>
        <p:sp>
          <p:nvSpPr>
            <p:cNvPr id="6151" name="Text Box 7"/>
            <p:cNvSpPr txBox="1">
              <a:spLocks noChangeArrowheads="1"/>
            </p:cNvSpPr>
            <p:nvPr/>
          </p:nvSpPr>
          <p:spPr bwMode="auto">
            <a:xfrm>
              <a:off x="2976" y="1305"/>
              <a:ext cx="1440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AU" sz="1800" b="1">
                  <a:solidFill>
                    <a:srgbClr val="0033CC"/>
                  </a:solidFill>
                </a:rPr>
                <a:t>DOUBLE THE BOTTOM</a:t>
              </a:r>
            </a:p>
          </p:txBody>
        </p:sp>
        <p:sp>
          <p:nvSpPr>
            <p:cNvPr id="6153" name="Line 9"/>
            <p:cNvSpPr>
              <a:spLocks noChangeShapeType="1"/>
            </p:cNvSpPr>
            <p:nvPr/>
          </p:nvSpPr>
          <p:spPr bwMode="auto">
            <a:xfrm>
              <a:off x="2880" y="1344"/>
              <a:ext cx="1488" cy="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AU"/>
            </a:p>
          </p:txBody>
        </p:sp>
      </p:grpSp>
      <p:sp>
        <p:nvSpPr>
          <p:cNvPr id="6154" name="Text Box 10"/>
          <p:cNvSpPr txBox="1">
            <a:spLocks noChangeArrowheads="1"/>
          </p:cNvSpPr>
          <p:nvPr/>
        </p:nvSpPr>
        <p:spPr bwMode="auto">
          <a:xfrm>
            <a:off x="1600200" y="4144963"/>
            <a:ext cx="16764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18¾ % =</a:t>
            </a:r>
          </a:p>
        </p:txBody>
      </p:sp>
      <p:graphicFrame>
        <p:nvGraphicFramePr>
          <p:cNvPr id="50178" name="Object 1026"/>
          <p:cNvGraphicFramePr>
            <a:graphicFrameLocks noChangeAspect="1"/>
          </p:cNvGraphicFramePr>
          <p:nvPr/>
        </p:nvGraphicFramePr>
        <p:xfrm>
          <a:off x="3241675" y="3200400"/>
          <a:ext cx="1460500" cy="188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90" name="Equation" r:id="rId7" imgW="444240" imgH="571320" progId="Equation.3">
                  <p:embed/>
                </p:oleObj>
              </mc:Choice>
              <mc:Fallback>
                <p:oleObj name="Equation" r:id="rId7" imgW="444240" imgH="571320" progId="Equation.3">
                  <p:embed/>
                  <p:pic>
                    <p:nvPicPr>
                      <p:cNvPr id="0" name="Picture 10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1675" y="3200400"/>
                        <a:ext cx="1460500" cy="1881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79" name="Object 1027"/>
          <p:cNvGraphicFramePr>
            <a:graphicFrameLocks noChangeAspect="1"/>
          </p:cNvGraphicFramePr>
          <p:nvPr/>
        </p:nvGraphicFramePr>
        <p:xfrm>
          <a:off x="7924800" y="1219200"/>
          <a:ext cx="836613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91" name="Equation" r:id="rId9" imgW="253800" imgH="393480" progId="Equation.3">
                  <p:embed/>
                </p:oleObj>
              </mc:Choice>
              <mc:Fallback>
                <p:oleObj name="Equation" r:id="rId9" imgW="253800" imgH="393480" progId="Equation.3">
                  <p:embed/>
                  <p:pic>
                    <p:nvPicPr>
                      <p:cNvPr id="0" name="Picture 10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4800" y="1219200"/>
                        <a:ext cx="836613" cy="1295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0" name="Object 1028"/>
          <p:cNvGraphicFramePr>
            <a:graphicFrameLocks noChangeAspect="1"/>
          </p:cNvGraphicFramePr>
          <p:nvPr/>
        </p:nvGraphicFramePr>
        <p:xfrm>
          <a:off x="6858000" y="3733800"/>
          <a:ext cx="1003300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92" name="Equation" r:id="rId11" imgW="304560" imgH="393480" progId="Equation.3">
                  <p:embed/>
                </p:oleObj>
              </mc:Choice>
              <mc:Fallback>
                <p:oleObj name="Equation" r:id="rId11" imgW="304560" imgH="393480" progId="Equation.3">
                  <p:embed/>
                  <p:pic>
                    <p:nvPicPr>
                      <p:cNvPr id="0" name="Picture 10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0" y="3733800"/>
                        <a:ext cx="1003300" cy="1295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161" name="Group 17"/>
          <p:cNvGrpSpPr>
            <a:grpSpLocks/>
          </p:cNvGrpSpPr>
          <p:nvPr/>
        </p:nvGrpSpPr>
        <p:grpSpPr bwMode="auto">
          <a:xfrm>
            <a:off x="4572000" y="3733800"/>
            <a:ext cx="2438400" cy="381000"/>
            <a:chOff x="2880" y="672"/>
            <a:chExt cx="1536" cy="240"/>
          </a:xfrm>
        </p:grpSpPr>
        <p:sp>
          <p:nvSpPr>
            <p:cNvPr id="6162" name="Text Box 18"/>
            <p:cNvSpPr txBox="1">
              <a:spLocks noChangeArrowheads="1"/>
            </p:cNvSpPr>
            <p:nvPr/>
          </p:nvSpPr>
          <p:spPr bwMode="auto">
            <a:xfrm>
              <a:off x="2976" y="672"/>
              <a:ext cx="144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AU" sz="1800" b="1">
                  <a:solidFill>
                    <a:srgbClr val="0033CC"/>
                  </a:solidFill>
                </a:rPr>
                <a:t>X TOP by 4</a:t>
              </a:r>
            </a:p>
          </p:txBody>
        </p:sp>
        <p:sp>
          <p:nvSpPr>
            <p:cNvPr id="6163" name="Line 19"/>
            <p:cNvSpPr>
              <a:spLocks noChangeShapeType="1"/>
            </p:cNvSpPr>
            <p:nvPr/>
          </p:nvSpPr>
          <p:spPr bwMode="auto">
            <a:xfrm>
              <a:off x="2880" y="912"/>
              <a:ext cx="1488" cy="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AU"/>
            </a:p>
          </p:txBody>
        </p:sp>
      </p:grpSp>
      <p:grpSp>
        <p:nvGrpSpPr>
          <p:cNvPr id="6164" name="Group 20"/>
          <p:cNvGrpSpPr>
            <a:grpSpLocks/>
          </p:cNvGrpSpPr>
          <p:nvPr/>
        </p:nvGrpSpPr>
        <p:grpSpPr bwMode="auto">
          <a:xfrm>
            <a:off x="4572000" y="4692650"/>
            <a:ext cx="2438400" cy="366713"/>
            <a:chOff x="2880" y="1305"/>
            <a:chExt cx="1536" cy="231"/>
          </a:xfrm>
        </p:grpSpPr>
        <p:sp>
          <p:nvSpPr>
            <p:cNvPr id="6165" name="Text Box 21"/>
            <p:cNvSpPr txBox="1">
              <a:spLocks noChangeArrowheads="1"/>
            </p:cNvSpPr>
            <p:nvPr/>
          </p:nvSpPr>
          <p:spPr bwMode="auto">
            <a:xfrm>
              <a:off x="2976" y="1305"/>
              <a:ext cx="144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AU" sz="1800" b="1">
                  <a:solidFill>
                    <a:srgbClr val="0033CC"/>
                  </a:solidFill>
                </a:rPr>
                <a:t>X BOTTOM by 4</a:t>
              </a:r>
            </a:p>
          </p:txBody>
        </p:sp>
        <p:sp>
          <p:nvSpPr>
            <p:cNvPr id="6166" name="Line 22"/>
            <p:cNvSpPr>
              <a:spLocks noChangeShapeType="1"/>
            </p:cNvSpPr>
            <p:nvPr/>
          </p:nvSpPr>
          <p:spPr bwMode="auto">
            <a:xfrm>
              <a:off x="2880" y="1344"/>
              <a:ext cx="1488" cy="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AU"/>
            </a:p>
          </p:txBody>
        </p:sp>
      </p:grpSp>
      <p:grpSp>
        <p:nvGrpSpPr>
          <p:cNvPr id="6174" name="Group 30"/>
          <p:cNvGrpSpPr>
            <a:grpSpLocks/>
          </p:cNvGrpSpPr>
          <p:nvPr/>
        </p:nvGrpSpPr>
        <p:grpSpPr bwMode="auto">
          <a:xfrm>
            <a:off x="3886200" y="990600"/>
            <a:ext cx="2209800" cy="1447800"/>
            <a:chOff x="2448" y="624"/>
            <a:chExt cx="1392" cy="912"/>
          </a:xfrm>
        </p:grpSpPr>
        <p:sp>
          <p:nvSpPr>
            <p:cNvPr id="6167" name="Oval 23"/>
            <p:cNvSpPr>
              <a:spLocks noChangeArrowheads="1"/>
            </p:cNvSpPr>
            <p:nvPr/>
          </p:nvSpPr>
          <p:spPr bwMode="auto">
            <a:xfrm>
              <a:off x="2448" y="960"/>
              <a:ext cx="288" cy="288"/>
            </a:xfrm>
            <a:prstGeom prst="ellipse">
              <a:avLst/>
            </a:prstGeom>
            <a:noFill/>
            <a:ln w="57150">
              <a:solidFill>
                <a:srgbClr val="33996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6168" name="Oval 24"/>
            <p:cNvSpPr>
              <a:spLocks noChangeArrowheads="1"/>
            </p:cNvSpPr>
            <p:nvPr/>
          </p:nvSpPr>
          <p:spPr bwMode="auto">
            <a:xfrm>
              <a:off x="2976" y="624"/>
              <a:ext cx="720" cy="288"/>
            </a:xfrm>
            <a:prstGeom prst="ellips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6169" name="Oval 25"/>
            <p:cNvSpPr>
              <a:spLocks noChangeArrowheads="1"/>
            </p:cNvSpPr>
            <p:nvPr/>
          </p:nvSpPr>
          <p:spPr bwMode="auto">
            <a:xfrm>
              <a:off x="3120" y="1248"/>
              <a:ext cx="720" cy="288"/>
            </a:xfrm>
            <a:prstGeom prst="ellips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AU"/>
            </a:p>
          </p:txBody>
        </p:sp>
      </p:grpSp>
      <p:graphicFrame>
        <p:nvGraphicFramePr>
          <p:cNvPr id="50181" name="Object 1029"/>
          <p:cNvGraphicFramePr>
            <a:graphicFrameLocks noChangeAspect="1"/>
          </p:cNvGraphicFramePr>
          <p:nvPr/>
        </p:nvGraphicFramePr>
        <p:xfrm>
          <a:off x="7799388" y="3733800"/>
          <a:ext cx="1087437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93" name="Equation" r:id="rId13" imgW="330120" imgH="393480" progId="Equation.3">
                  <p:embed/>
                </p:oleObj>
              </mc:Choice>
              <mc:Fallback>
                <p:oleObj name="Equation" r:id="rId13" imgW="330120" imgH="393480" progId="Equation.3">
                  <p:embed/>
                  <p:pic>
                    <p:nvPicPr>
                      <p:cNvPr id="0" name="Picture 10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99388" y="3733800"/>
                        <a:ext cx="1087437" cy="1295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175" name="Group 31"/>
          <p:cNvGrpSpPr>
            <a:grpSpLocks/>
          </p:cNvGrpSpPr>
          <p:nvPr/>
        </p:nvGrpSpPr>
        <p:grpSpPr bwMode="auto">
          <a:xfrm>
            <a:off x="3810000" y="3657600"/>
            <a:ext cx="3048000" cy="1447800"/>
            <a:chOff x="2400" y="2304"/>
            <a:chExt cx="1920" cy="912"/>
          </a:xfrm>
        </p:grpSpPr>
        <p:sp>
          <p:nvSpPr>
            <p:cNvPr id="6171" name="Oval 27"/>
            <p:cNvSpPr>
              <a:spLocks noChangeArrowheads="1"/>
            </p:cNvSpPr>
            <p:nvPr/>
          </p:nvSpPr>
          <p:spPr bwMode="auto">
            <a:xfrm>
              <a:off x="2400" y="2496"/>
              <a:ext cx="288" cy="288"/>
            </a:xfrm>
            <a:prstGeom prst="ellipse">
              <a:avLst/>
            </a:prstGeom>
            <a:noFill/>
            <a:ln w="57150">
              <a:solidFill>
                <a:srgbClr val="33996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6172" name="Oval 28"/>
            <p:cNvSpPr>
              <a:spLocks noChangeArrowheads="1"/>
            </p:cNvSpPr>
            <p:nvPr/>
          </p:nvSpPr>
          <p:spPr bwMode="auto">
            <a:xfrm>
              <a:off x="3744" y="2304"/>
              <a:ext cx="480" cy="288"/>
            </a:xfrm>
            <a:prstGeom prst="ellips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6173" name="Oval 29"/>
            <p:cNvSpPr>
              <a:spLocks noChangeArrowheads="1"/>
            </p:cNvSpPr>
            <p:nvPr/>
          </p:nvSpPr>
          <p:spPr bwMode="auto">
            <a:xfrm>
              <a:off x="3840" y="2928"/>
              <a:ext cx="480" cy="288"/>
            </a:xfrm>
            <a:prstGeom prst="ellips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AU"/>
            </a:p>
          </p:txBody>
        </p:sp>
      </p:grpSp>
      <p:sp>
        <p:nvSpPr>
          <p:cNvPr id="6176" name="Text Box 32"/>
          <p:cNvSpPr txBox="1">
            <a:spLocks noChangeArrowheads="1"/>
          </p:cNvSpPr>
          <p:nvPr/>
        </p:nvSpPr>
        <p:spPr bwMode="auto">
          <a:xfrm>
            <a:off x="1524000" y="5334000"/>
            <a:ext cx="7010400" cy="1003300"/>
          </a:xfrm>
          <a:prstGeom prst="rect">
            <a:avLst/>
          </a:prstGeom>
          <a:noFill/>
          <a:ln w="57150">
            <a:solidFill>
              <a:srgbClr val="993366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sz="2800" b="1">
                <a:solidFill>
                  <a:srgbClr val="9933FF"/>
                </a:solidFill>
                <a:latin typeface="Times New Roman" pitchFamily="18" charset="0"/>
              </a:rPr>
              <a:t>RULE 1: </a:t>
            </a:r>
            <a:r>
              <a:rPr lang="en-AU" sz="2800">
                <a:solidFill>
                  <a:srgbClr val="9933FF"/>
                </a:solidFill>
                <a:latin typeface="Times New Roman" pitchFamily="18" charset="0"/>
              </a:rPr>
              <a:t>To change a percentage to a fraction, start by putting it over 100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0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0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0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0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0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0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0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50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6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6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6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50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50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6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6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501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50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6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6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autoUpdateAnimBg="0"/>
      <p:bldP spid="6147" grpId="0" autoUpdateAnimBg="0"/>
      <p:bldP spid="6154" grpId="0" autoUpdateAnimBg="0"/>
      <p:bldP spid="6176" grpId="0" animBg="1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1524000" y="5334000"/>
            <a:ext cx="7010400" cy="1003300"/>
          </a:xfrm>
          <a:prstGeom prst="rect">
            <a:avLst/>
          </a:prstGeom>
          <a:noFill/>
          <a:ln w="57150">
            <a:solidFill>
              <a:srgbClr val="993366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sz="2800" b="1">
                <a:solidFill>
                  <a:srgbClr val="9933FF"/>
                </a:solidFill>
                <a:latin typeface="Times New Roman" pitchFamily="18" charset="0"/>
              </a:rPr>
              <a:t>RULE 2: </a:t>
            </a:r>
            <a:r>
              <a:rPr lang="en-AU" sz="2800">
                <a:solidFill>
                  <a:srgbClr val="9933FF"/>
                </a:solidFill>
                <a:latin typeface="Times New Roman" pitchFamily="18" charset="0"/>
              </a:rPr>
              <a:t>To change a percentage to a decimal, Divide it by 100.</a:t>
            </a:r>
          </a:p>
        </p:txBody>
      </p:sp>
      <p:sp>
        <p:nvSpPr>
          <p:cNvPr id="7171" name="Text Box 3"/>
          <p:cNvSpPr txBox="1">
            <a:spLocks noChangeArrowheads="1"/>
          </p:cNvSpPr>
          <p:nvPr/>
        </p:nvSpPr>
        <p:spPr bwMode="auto">
          <a:xfrm>
            <a:off x="1447800" y="1524000"/>
            <a:ext cx="13716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20% =</a:t>
            </a:r>
            <a:r>
              <a:rPr lang="en-AU">
                <a:latin typeface="Times New Roman" pitchFamily="18" charset="0"/>
              </a:rPr>
              <a:t> </a:t>
            </a:r>
          </a:p>
        </p:txBody>
      </p:sp>
      <p:sp>
        <p:nvSpPr>
          <p:cNvPr id="7172" name="Text Box 4"/>
          <p:cNvSpPr txBox="1">
            <a:spLocks noChangeArrowheads="1"/>
          </p:cNvSpPr>
          <p:nvPr/>
        </p:nvSpPr>
        <p:spPr bwMode="auto">
          <a:xfrm>
            <a:off x="1447800" y="304800"/>
            <a:ext cx="70866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sz="3200" b="1">
                <a:solidFill>
                  <a:srgbClr val="0033CC"/>
                </a:solidFill>
                <a:latin typeface="Times New Roman" pitchFamily="18" charset="0"/>
              </a:rPr>
              <a:t>2. Changing percentages to decimals </a:t>
            </a:r>
          </a:p>
        </p:txBody>
      </p:sp>
      <p:graphicFrame>
        <p:nvGraphicFramePr>
          <p:cNvPr id="7173" name="Object 5"/>
          <p:cNvGraphicFramePr>
            <a:graphicFrameLocks noChangeAspect="1"/>
          </p:cNvGraphicFramePr>
          <p:nvPr/>
        </p:nvGraphicFramePr>
        <p:xfrm>
          <a:off x="2662238" y="1066800"/>
          <a:ext cx="919162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5" name="Equation" r:id="rId3" imgW="279360" imgH="393480" progId="Equation.3">
                  <p:embed/>
                </p:oleObj>
              </mc:Choice>
              <mc:Fallback>
                <p:oleObj name="Equation" r:id="rId3" imgW="279360" imgH="39348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2238" y="1066800"/>
                        <a:ext cx="919162" cy="1295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4" name="Text Box 6"/>
          <p:cNvSpPr txBox="1">
            <a:spLocks noChangeArrowheads="1"/>
          </p:cNvSpPr>
          <p:nvPr/>
        </p:nvSpPr>
        <p:spPr bwMode="auto">
          <a:xfrm>
            <a:off x="3886200" y="1311275"/>
            <a:ext cx="28194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>
                <a:solidFill>
                  <a:srgbClr val="993366"/>
                </a:solidFill>
              </a:rPr>
              <a:t>Do on calculator as 20 </a:t>
            </a:r>
            <a:r>
              <a:rPr lang="en-AU">
                <a:solidFill>
                  <a:srgbClr val="993366"/>
                </a:solidFill>
                <a:sym typeface="Symbol" pitchFamily="18" charset="2"/>
              </a:rPr>
              <a:t> 100</a:t>
            </a:r>
            <a:endParaRPr lang="en-AU">
              <a:solidFill>
                <a:srgbClr val="993366"/>
              </a:solidFill>
            </a:endParaRPr>
          </a:p>
        </p:txBody>
      </p:sp>
      <p:sp>
        <p:nvSpPr>
          <p:cNvPr id="7175" name="Text Box 7"/>
          <p:cNvSpPr txBox="1">
            <a:spLocks noChangeArrowheads="1"/>
          </p:cNvSpPr>
          <p:nvPr/>
        </p:nvSpPr>
        <p:spPr bwMode="auto">
          <a:xfrm>
            <a:off x="6400800" y="1339850"/>
            <a:ext cx="14478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600">
                <a:latin typeface="Times New Roman" pitchFamily="18" charset="0"/>
              </a:rPr>
              <a:t>= 0.2</a:t>
            </a:r>
          </a:p>
        </p:txBody>
      </p:sp>
      <p:sp>
        <p:nvSpPr>
          <p:cNvPr id="7176" name="Text Box 8"/>
          <p:cNvSpPr txBox="1">
            <a:spLocks noChangeArrowheads="1"/>
          </p:cNvSpPr>
          <p:nvPr/>
        </p:nvSpPr>
        <p:spPr bwMode="auto">
          <a:xfrm>
            <a:off x="1371600" y="2438400"/>
            <a:ext cx="16002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0.35% =</a:t>
            </a:r>
            <a:r>
              <a:rPr lang="en-AU">
                <a:latin typeface="Times New Roman" pitchFamily="18" charset="0"/>
              </a:rPr>
              <a:t> </a:t>
            </a:r>
          </a:p>
        </p:txBody>
      </p:sp>
      <p:sp>
        <p:nvSpPr>
          <p:cNvPr id="7177" name="Text Box 9"/>
          <p:cNvSpPr txBox="1">
            <a:spLocks noChangeArrowheads="1"/>
          </p:cNvSpPr>
          <p:nvPr/>
        </p:nvSpPr>
        <p:spPr bwMode="auto">
          <a:xfrm>
            <a:off x="4572000" y="3810000"/>
            <a:ext cx="17526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175% =</a:t>
            </a:r>
            <a:r>
              <a:rPr lang="en-AU">
                <a:latin typeface="Times New Roman" pitchFamily="18" charset="0"/>
              </a:rPr>
              <a:t> </a:t>
            </a:r>
          </a:p>
        </p:txBody>
      </p:sp>
      <p:sp>
        <p:nvSpPr>
          <p:cNvPr id="7178" name="Text Box 10"/>
          <p:cNvSpPr txBox="1">
            <a:spLocks noChangeArrowheads="1"/>
          </p:cNvSpPr>
          <p:nvPr/>
        </p:nvSpPr>
        <p:spPr bwMode="auto">
          <a:xfrm>
            <a:off x="4495800" y="3048000"/>
            <a:ext cx="18288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87.5% =</a:t>
            </a:r>
            <a:r>
              <a:rPr lang="en-AU">
                <a:latin typeface="Times New Roman" pitchFamily="18" charset="0"/>
              </a:rPr>
              <a:t> </a:t>
            </a:r>
          </a:p>
        </p:txBody>
      </p:sp>
      <p:sp>
        <p:nvSpPr>
          <p:cNvPr id="7179" name="Text Box 11"/>
          <p:cNvSpPr txBox="1">
            <a:spLocks noChangeArrowheads="1"/>
          </p:cNvSpPr>
          <p:nvPr/>
        </p:nvSpPr>
        <p:spPr bwMode="auto">
          <a:xfrm>
            <a:off x="4953000" y="2438400"/>
            <a:ext cx="13716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6% =</a:t>
            </a:r>
            <a:r>
              <a:rPr lang="en-AU">
                <a:latin typeface="Times New Roman" pitchFamily="18" charset="0"/>
              </a:rPr>
              <a:t> </a:t>
            </a:r>
          </a:p>
        </p:txBody>
      </p:sp>
      <p:sp>
        <p:nvSpPr>
          <p:cNvPr id="7180" name="Text Box 12"/>
          <p:cNvSpPr txBox="1">
            <a:spLocks noChangeArrowheads="1"/>
          </p:cNvSpPr>
          <p:nvPr/>
        </p:nvSpPr>
        <p:spPr bwMode="auto">
          <a:xfrm>
            <a:off x="1524000" y="3154363"/>
            <a:ext cx="13716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35% =</a:t>
            </a:r>
            <a:r>
              <a:rPr lang="en-AU">
                <a:latin typeface="Times New Roman" pitchFamily="18" charset="0"/>
              </a:rPr>
              <a:t> </a:t>
            </a:r>
          </a:p>
        </p:txBody>
      </p:sp>
      <p:sp>
        <p:nvSpPr>
          <p:cNvPr id="7181" name="Text Box 13"/>
          <p:cNvSpPr txBox="1">
            <a:spLocks noChangeArrowheads="1"/>
          </p:cNvSpPr>
          <p:nvPr/>
        </p:nvSpPr>
        <p:spPr bwMode="auto">
          <a:xfrm>
            <a:off x="1524000" y="3810000"/>
            <a:ext cx="13716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70% =</a:t>
            </a:r>
            <a:r>
              <a:rPr lang="en-AU">
                <a:latin typeface="Times New Roman" pitchFamily="18" charset="0"/>
              </a:rPr>
              <a:t> </a:t>
            </a:r>
          </a:p>
        </p:txBody>
      </p:sp>
      <p:sp>
        <p:nvSpPr>
          <p:cNvPr id="7182" name="Text Box 14"/>
          <p:cNvSpPr txBox="1">
            <a:spLocks noChangeArrowheads="1"/>
          </p:cNvSpPr>
          <p:nvPr/>
        </p:nvSpPr>
        <p:spPr bwMode="auto">
          <a:xfrm>
            <a:off x="2895600" y="3168650"/>
            <a:ext cx="14478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0.35</a:t>
            </a:r>
          </a:p>
        </p:txBody>
      </p:sp>
      <p:sp>
        <p:nvSpPr>
          <p:cNvPr id="7183" name="Text Box 15"/>
          <p:cNvSpPr txBox="1">
            <a:spLocks noChangeArrowheads="1"/>
          </p:cNvSpPr>
          <p:nvPr/>
        </p:nvSpPr>
        <p:spPr bwMode="auto">
          <a:xfrm>
            <a:off x="2895600" y="3763963"/>
            <a:ext cx="14478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0.70 or 0.7</a:t>
            </a:r>
          </a:p>
        </p:txBody>
      </p:sp>
      <p:sp>
        <p:nvSpPr>
          <p:cNvPr id="7184" name="Text Box 16"/>
          <p:cNvSpPr txBox="1">
            <a:spLocks noChangeArrowheads="1"/>
          </p:cNvSpPr>
          <p:nvPr/>
        </p:nvSpPr>
        <p:spPr bwMode="auto">
          <a:xfrm>
            <a:off x="6019800" y="2438400"/>
            <a:ext cx="14478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0.06</a:t>
            </a:r>
          </a:p>
        </p:txBody>
      </p:sp>
      <p:sp>
        <p:nvSpPr>
          <p:cNvPr id="7185" name="Text Box 17"/>
          <p:cNvSpPr txBox="1">
            <a:spLocks noChangeArrowheads="1"/>
          </p:cNvSpPr>
          <p:nvPr/>
        </p:nvSpPr>
        <p:spPr bwMode="auto">
          <a:xfrm>
            <a:off x="6019800" y="3048000"/>
            <a:ext cx="14478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0.875</a:t>
            </a:r>
          </a:p>
        </p:txBody>
      </p:sp>
      <p:sp>
        <p:nvSpPr>
          <p:cNvPr id="7186" name="Text Box 18"/>
          <p:cNvSpPr txBox="1">
            <a:spLocks noChangeArrowheads="1"/>
          </p:cNvSpPr>
          <p:nvPr/>
        </p:nvSpPr>
        <p:spPr bwMode="auto">
          <a:xfrm>
            <a:off x="6019800" y="3840163"/>
            <a:ext cx="14478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1.75</a:t>
            </a:r>
          </a:p>
        </p:txBody>
      </p:sp>
      <p:sp>
        <p:nvSpPr>
          <p:cNvPr id="7187" name="Text Box 19"/>
          <p:cNvSpPr txBox="1">
            <a:spLocks noChangeArrowheads="1"/>
          </p:cNvSpPr>
          <p:nvPr/>
        </p:nvSpPr>
        <p:spPr bwMode="auto">
          <a:xfrm>
            <a:off x="2971800" y="2438400"/>
            <a:ext cx="14478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0.0035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1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7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7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71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7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71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7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71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7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7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7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7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7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7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7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0" grpId="0" animBg="1" autoUpdateAnimBg="0"/>
      <p:bldP spid="7171" grpId="0" autoUpdateAnimBg="0"/>
      <p:bldP spid="7172" grpId="0" autoUpdateAnimBg="0"/>
      <p:bldP spid="7174" grpId="0" autoUpdateAnimBg="0"/>
      <p:bldP spid="7175" grpId="0" autoUpdateAnimBg="0"/>
      <p:bldP spid="7176" grpId="0" autoUpdateAnimBg="0"/>
      <p:bldP spid="7177" grpId="0" autoUpdateAnimBg="0"/>
      <p:bldP spid="7178" grpId="0" autoUpdateAnimBg="0"/>
      <p:bldP spid="7179" grpId="0" autoUpdateAnimBg="0"/>
      <p:bldP spid="7180" grpId="0" autoUpdateAnimBg="0"/>
      <p:bldP spid="7181" grpId="0" autoUpdateAnimBg="0"/>
      <p:bldP spid="7182" grpId="0" autoUpdateAnimBg="0"/>
      <p:bldP spid="7183" grpId="0" autoUpdateAnimBg="0"/>
      <p:bldP spid="7184" grpId="0" autoUpdateAnimBg="0"/>
      <p:bldP spid="7185" grpId="0" autoUpdateAnimBg="0"/>
      <p:bldP spid="7186" grpId="0" autoUpdateAnimBg="0"/>
      <p:bldP spid="7187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6" name="Group 4"/>
          <p:cNvGrpSpPr>
            <a:grpSpLocks/>
          </p:cNvGrpSpPr>
          <p:nvPr/>
        </p:nvGrpSpPr>
        <p:grpSpPr bwMode="auto">
          <a:xfrm>
            <a:off x="1295400" y="457200"/>
            <a:ext cx="6477000" cy="2160588"/>
            <a:chOff x="816" y="288"/>
            <a:chExt cx="4080" cy="1361"/>
          </a:xfrm>
        </p:grpSpPr>
        <p:pic>
          <p:nvPicPr>
            <p:cNvPr id="8194" name="Picture 2" descr="BD04924_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816" y="288"/>
              <a:ext cx="1009" cy="1361"/>
            </a:xfrm>
            <a:prstGeom prst="rect">
              <a:avLst/>
            </a:prstGeom>
            <a:noFill/>
          </p:spPr>
        </p:pic>
        <p:sp>
          <p:nvSpPr>
            <p:cNvPr id="8195" name="Text Box 3"/>
            <p:cNvSpPr txBox="1">
              <a:spLocks noChangeArrowheads="1"/>
            </p:cNvSpPr>
            <p:nvPr/>
          </p:nvSpPr>
          <p:spPr bwMode="auto">
            <a:xfrm>
              <a:off x="1968" y="624"/>
              <a:ext cx="2928" cy="4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AU" sz="4400"/>
                <a:t>Summary......</a:t>
              </a:r>
            </a:p>
          </p:txBody>
        </p:sp>
      </p:grpSp>
      <p:sp>
        <p:nvSpPr>
          <p:cNvPr id="8197" name="Text Box 5"/>
          <p:cNvSpPr txBox="1">
            <a:spLocks noChangeArrowheads="1"/>
          </p:cNvSpPr>
          <p:nvPr/>
        </p:nvSpPr>
        <p:spPr bwMode="auto">
          <a:xfrm>
            <a:off x="1447800" y="3276600"/>
            <a:ext cx="6934200" cy="2365375"/>
          </a:xfrm>
          <a:prstGeom prst="rect">
            <a:avLst/>
          </a:prstGeom>
          <a:noFill/>
          <a:ln w="76200">
            <a:solidFill>
              <a:srgbClr val="0033CC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sz="3600">
                <a:solidFill>
                  <a:srgbClr val="FF0000"/>
                </a:solidFill>
              </a:rPr>
              <a:t>Whenever changing </a:t>
            </a:r>
            <a:r>
              <a:rPr lang="en-AU" sz="3600" b="1">
                <a:solidFill>
                  <a:srgbClr val="FF0000"/>
                </a:solidFill>
              </a:rPr>
              <a:t>FROM </a:t>
            </a:r>
            <a:r>
              <a:rPr lang="en-AU" sz="3600">
                <a:solidFill>
                  <a:srgbClr val="FF0000"/>
                </a:solidFill>
              </a:rPr>
              <a:t>a percentage to a fraction or a decimal, you always </a:t>
            </a:r>
            <a:r>
              <a:rPr lang="en-AU" sz="3600" b="1">
                <a:solidFill>
                  <a:srgbClr val="FF0000"/>
                </a:solidFill>
              </a:rPr>
              <a:t>DIVIDE </a:t>
            </a:r>
            <a:r>
              <a:rPr lang="en-AU" sz="3600">
                <a:solidFill>
                  <a:srgbClr val="FF0000"/>
                </a:solidFill>
              </a:rPr>
              <a:t>it by 100.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7" grpId="0" animBg="1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1447800" y="304800"/>
            <a:ext cx="70866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sz="3200" b="1">
                <a:solidFill>
                  <a:srgbClr val="0033CC"/>
                </a:solidFill>
                <a:latin typeface="Times New Roman" pitchFamily="18" charset="0"/>
              </a:rPr>
              <a:t>3. Changing fractions to percentages</a:t>
            </a:r>
          </a:p>
        </p:txBody>
      </p:sp>
      <p:sp>
        <p:nvSpPr>
          <p:cNvPr id="9219" name="Text Box 3"/>
          <p:cNvSpPr txBox="1">
            <a:spLocks noChangeArrowheads="1"/>
          </p:cNvSpPr>
          <p:nvPr/>
        </p:nvSpPr>
        <p:spPr bwMode="auto">
          <a:xfrm>
            <a:off x="1371600" y="1143000"/>
            <a:ext cx="701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>
                <a:latin typeface="Times New Roman" pitchFamily="18" charset="0"/>
              </a:rPr>
              <a:t>This is easy – all you have to do is </a:t>
            </a:r>
            <a:r>
              <a:rPr lang="en-AU" b="1" u="sng">
                <a:solidFill>
                  <a:srgbClr val="CC0099"/>
                </a:solidFill>
                <a:latin typeface="Times New Roman" pitchFamily="18" charset="0"/>
              </a:rPr>
              <a:t>multiply by 100</a:t>
            </a:r>
            <a:endParaRPr lang="en-AU" b="1">
              <a:latin typeface="Times New Roman" pitchFamily="18" charset="0"/>
            </a:endParaRPr>
          </a:p>
        </p:txBody>
      </p:sp>
      <p:graphicFrame>
        <p:nvGraphicFramePr>
          <p:cNvPr id="51200" name="Object 0"/>
          <p:cNvGraphicFramePr>
            <a:graphicFrameLocks noChangeAspect="1"/>
          </p:cNvGraphicFramePr>
          <p:nvPr/>
        </p:nvGraphicFramePr>
        <p:xfrm>
          <a:off x="1371600" y="1752600"/>
          <a:ext cx="700088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6" name="Equation" r:id="rId3" imgW="266400" imgH="393480" progId="Equation.3">
                  <p:embed/>
                </p:oleObj>
              </mc:Choice>
              <mc:Fallback>
                <p:oleObj name="Equation" r:id="rId3" imgW="266400" imgH="393480" progId="Equation.3">
                  <p:embed/>
                  <p:pic>
                    <p:nvPicPr>
                      <p:cNvPr id="0" name="Picture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752600"/>
                        <a:ext cx="700088" cy="1035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1" name="Object 1"/>
          <p:cNvGraphicFramePr>
            <a:graphicFrameLocks noChangeAspect="1"/>
          </p:cNvGraphicFramePr>
          <p:nvPr/>
        </p:nvGraphicFramePr>
        <p:xfrm>
          <a:off x="2243138" y="1752600"/>
          <a:ext cx="1566862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7" name="Equation" r:id="rId5" imgW="596880" imgH="393480" progId="Equation.3">
                  <p:embed/>
                </p:oleObj>
              </mc:Choice>
              <mc:Fallback>
                <p:oleObj name="Equation" r:id="rId5" imgW="596880" imgH="393480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3138" y="1752600"/>
                        <a:ext cx="1566862" cy="1035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2" name="Text Box 6"/>
          <p:cNvSpPr txBox="1">
            <a:spLocks noChangeArrowheads="1"/>
          </p:cNvSpPr>
          <p:nvPr/>
        </p:nvSpPr>
        <p:spPr bwMode="auto">
          <a:xfrm>
            <a:off x="3886200" y="1935163"/>
            <a:ext cx="12192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60%</a:t>
            </a:r>
          </a:p>
        </p:txBody>
      </p:sp>
      <p:graphicFrame>
        <p:nvGraphicFramePr>
          <p:cNvPr id="51202" name="Object 2"/>
          <p:cNvGraphicFramePr>
            <a:graphicFrameLocks noChangeAspect="1"/>
          </p:cNvGraphicFramePr>
          <p:nvPr/>
        </p:nvGraphicFramePr>
        <p:xfrm>
          <a:off x="1289050" y="2851150"/>
          <a:ext cx="866775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8" name="Equation" r:id="rId7" imgW="330120" imgH="393480" progId="Equation.3">
                  <p:embed/>
                </p:oleObj>
              </mc:Choice>
              <mc:Fallback>
                <p:oleObj name="Equation" r:id="rId7" imgW="330120" imgH="39348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9050" y="2851150"/>
                        <a:ext cx="866775" cy="1035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3" name="Object 3"/>
          <p:cNvGraphicFramePr>
            <a:graphicFrameLocks noChangeAspect="1"/>
          </p:cNvGraphicFramePr>
          <p:nvPr/>
        </p:nvGraphicFramePr>
        <p:xfrm>
          <a:off x="2203450" y="2851150"/>
          <a:ext cx="1733550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9" name="Equation" r:id="rId9" imgW="660240" imgH="393480" progId="Equation.3">
                  <p:embed/>
                </p:oleObj>
              </mc:Choice>
              <mc:Fallback>
                <p:oleObj name="Equation" r:id="rId9" imgW="660240" imgH="39348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3450" y="2851150"/>
                        <a:ext cx="1733550" cy="1035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5" name="Text Box 9"/>
          <p:cNvSpPr txBox="1">
            <a:spLocks noChangeArrowheads="1"/>
          </p:cNvSpPr>
          <p:nvPr/>
        </p:nvSpPr>
        <p:spPr bwMode="auto">
          <a:xfrm>
            <a:off x="3962400" y="3078163"/>
            <a:ext cx="12192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175%</a:t>
            </a:r>
          </a:p>
        </p:txBody>
      </p:sp>
      <p:graphicFrame>
        <p:nvGraphicFramePr>
          <p:cNvPr id="51204" name="Object 4"/>
          <p:cNvGraphicFramePr>
            <a:graphicFrameLocks noChangeAspect="1"/>
          </p:cNvGraphicFramePr>
          <p:nvPr/>
        </p:nvGraphicFramePr>
        <p:xfrm>
          <a:off x="1371600" y="3917950"/>
          <a:ext cx="700088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0" name="Equation" r:id="rId11" imgW="266400" imgH="393480" progId="Equation.3">
                  <p:embed/>
                </p:oleObj>
              </mc:Choice>
              <mc:Fallback>
                <p:oleObj name="Equation" r:id="rId11" imgW="266400" imgH="39348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3917950"/>
                        <a:ext cx="700088" cy="1035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5" name="Object 5"/>
          <p:cNvGraphicFramePr>
            <a:graphicFrameLocks noChangeAspect="1"/>
          </p:cNvGraphicFramePr>
          <p:nvPr/>
        </p:nvGraphicFramePr>
        <p:xfrm>
          <a:off x="2133600" y="3917950"/>
          <a:ext cx="1566863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1" name="Equation" r:id="rId13" imgW="596880" imgH="393480" progId="Equation.3">
                  <p:embed/>
                </p:oleObj>
              </mc:Choice>
              <mc:Fallback>
                <p:oleObj name="Equation" r:id="rId13" imgW="596880" imgH="39348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3917950"/>
                        <a:ext cx="1566863" cy="1035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8" name="Text Box 12"/>
          <p:cNvSpPr txBox="1">
            <a:spLocks noChangeArrowheads="1"/>
          </p:cNvSpPr>
          <p:nvPr/>
        </p:nvSpPr>
        <p:spPr bwMode="auto">
          <a:xfrm>
            <a:off x="3733800" y="4144963"/>
            <a:ext cx="13716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87½ %</a:t>
            </a:r>
          </a:p>
        </p:txBody>
      </p:sp>
      <p:graphicFrame>
        <p:nvGraphicFramePr>
          <p:cNvPr id="51206" name="Object 6"/>
          <p:cNvGraphicFramePr>
            <a:graphicFrameLocks noChangeAspect="1"/>
          </p:cNvGraphicFramePr>
          <p:nvPr/>
        </p:nvGraphicFramePr>
        <p:xfrm>
          <a:off x="1246188" y="4984750"/>
          <a:ext cx="966787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2" name="Equation" r:id="rId15" imgW="368280" imgH="393480" progId="Equation.3">
                  <p:embed/>
                </p:oleObj>
              </mc:Choice>
              <mc:Fallback>
                <p:oleObj name="Equation" r:id="rId15" imgW="368280" imgH="39348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6188" y="4984750"/>
                        <a:ext cx="966787" cy="1035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7" name="Object 7"/>
          <p:cNvGraphicFramePr>
            <a:graphicFrameLocks noChangeAspect="1"/>
          </p:cNvGraphicFramePr>
          <p:nvPr/>
        </p:nvGraphicFramePr>
        <p:xfrm>
          <a:off x="2160588" y="4984750"/>
          <a:ext cx="1833562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3" name="Equation" r:id="rId17" imgW="698400" imgH="393480" progId="Equation.3">
                  <p:embed/>
                </p:oleObj>
              </mc:Choice>
              <mc:Fallback>
                <p:oleObj name="Equation" r:id="rId17" imgW="698400" imgH="39348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0588" y="4984750"/>
                        <a:ext cx="1833562" cy="1035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33" name="Text Box 17"/>
          <p:cNvSpPr txBox="1">
            <a:spLocks noChangeArrowheads="1"/>
          </p:cNvSpPr>
          <p:nvPr/>
        </p:nvSpPr>
        <p:spPr bwMode="auto">
          <a:xfrm>
            <a:off x="4114800" y="5211763"/>
            <a:ext cx="13716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225%</a:t>
            </a:r>
          </a:p>
        </p:txBody>
      </p:sp>
      <p:sp>
        <p:nvSpPr>
          <p:cNvPr id="9234" name="Text Box 18"/>
          <p:cNvSpPr txBox="1">
            <a:spLocks noChangeArrowheads="1"/>
          </p:cNvSpPr>
          <p:nvPr/>
        </p:nvSpPr>
        <p:spPr bwMode="auto">
          <a:xfrm>
            <a:off x="5638800" y="2590800"/>
            <a:ext cx="3200400" cy="1857375"/>
          </a:xfrm>
          <a:prstGeom prst="rect">
            <a:avLst/>
          </a:prstGeom>
          <a:noFill/>
          <a:ln w="57150">
            <a:solidFill>
              <a:srgbClr val="993366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sz="2800" b="1">
                <a:solidFill>
                  <a:srgbClr val="9933FF"/>
                </a:solidFill>
                <a:latin typeface="Times New Roman" pitchFamily="18" charset="0"/>
              </a:rPr>
              <a:t>RULE 3: </a:t>
            </a:r>
            <a:r>
              <a:rPr lang="en-AU" sz="2800">
                <a:solidFill>
                  <a:srgbClr val="9933FF"/>
                </a:solidFill>
                <a:latin typeface="Times New Roman" pitchFamily="18" charset="0"/>
              </a:rPr>
              <a:t>To change a fraction to a percentage, multiply it by 100.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1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1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1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1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12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1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1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1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2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2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1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1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1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51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92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92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512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512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512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512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92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92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9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9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 autoUpdateAnimBg="0"/>
      <p:bldP spid="9219" grpId="0" autoUpdateAnimBg="0"/>
      <p:bldP spid="9222" grpId="0" autoUpdateAnimBg="0"/>
      <p:bldP spid="9225" grpId="0" autoUpdateAnimBg="0"/>
      <p:bldP spid="9228" grpId="0" autoUpdateAnimBg="0"/>
      <p:bldP spid="9233" grpId="0" autoUpdateAnimBg="0"/>
      <p:bldP spid="9234" grpId="0" animBg="1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1447800" y="304800"/>
            <a:ext cx="70866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sz="3200" b="1">
                <a:solidFill>
                  <a:srgbClr val="0033CC"/>
                </a:solidFill>
                <a:latin typeface="Times New Roman" pitchFamily="18" charset="0"/>
              </a:rPr>
              <a:t>4. Changing decimals to percentages</a:t>
            </a:r>
          </a:p>
        </p:txBody>
      </p:sp>
      <p:sp>
        <p:nvSpPr>
          <p:cNvPr id="10243" name="Text Box 3"/>
          <p:cNvSpPr txBox="1">
            <a:spLocks noChangeArrowheads="1"/>
          </p:cNvSpPr>
          <p:nvPr/>
        </p:nvSpPr>
        <p:spPr bwMode="auto">
          <a:xfrm>
            <a:off x="1371600" y="1143000"/>
            <a:ext cx="701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>
                <a:latin typeface="Times New Roman" pitchFamily="18" charset="0"/>
              </a:rPr>
              <a:t>Another easy one – again we </a:t>
            </a:r>
            <a:r>
              <a:rPr lang="en-AU" b="1" u="sng">
                <a:solidFill>
                  <a:srgbClr val="CC0099"/>
                </a:solidFill>
                <a:latin typeface="Times New Roman" pitchFamily="18" charset="0"/>
              </a:rPr>
              <a:t>multiply by 100</a:t>
            </a:r>
            <a:endParaRPr lang="en-AU" b="1">
              <a:latin typeface="Times New Roman" pitchFamily="18" charset="0"/>
            </a:endParaRPr>
          </a:p>
        </p:txBody>
      </p:sp>
      <p:sp>
        <p:nvSpPr>
          <p:cNvPr id="10245" name="Text Box 5"/>
          <p:cNvSpPr txBox="1">
            <a:spLocks noChangeArrowheads="1"/>
          </p:cNvSpPr>
          <p:nvPr/>
        </p:nvSpPr>
        <p:spPr bwMode="auto">
          <a:xfrm>
            <a:off x="2590800" y="1905000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>
                <a:latin typeface="Times New Roman" pitchFamily="18" charset="0"/>
              </a:rPr>
              <a:t>0.85 </a:t>
            </a:r>
            <a:r>
              <a:rPr lang="en-AU">
                <a:latin typeface="Times New Roman" pitchFamily="18" charset="0"/>
                <a:sym typeface="Symbol" pitchFamily="18" charset="2"/>
              </a:rPr>
              <a:t> 100 =</a:t>
            </a:r>
            <a:endParaRPr lang="en-AU">
              <a:latin typeface="Times New Roman" pitchFamily="18" charset="0"/>
            </a:endParaRPr>
          </a:p>
        </p:txBody>
      </p:sp>
      <p:sp>
        <p:nvSpPr>
          <p:cNvPr id="10246" name="Text Box 6"/>
          <p:cNvSpPr txBox="1">
            <a:spLocks noChangeArrowheads="1"/>
          </p:cNvSpPr>
          <p:nvPr/>
        </p:nvSpPr>
        <p:spPr bwMode="auto">
          <a:xfrm>
            <a:off x="4419600" y="1828800"/>
            <a:ext cx="12192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 b="1">
                <a:solidFill>
                  <a:srgbClr val="CC0099"/>
                </a:solidFill>
                <a:latin typeface="Times New Roman" pitchFamily="18" charset="0"/>
              </a:rPr>
              <a:t>85%</a:t>
            </a:r>
          </a:p>
        </p:txBody>
      </p:sp>
      <p:sp>
        <p:nvSpPr>
          <p:cNvPr id="10249" name="Text Box 9"/>
          <p:cNvSpPr txBox="1">
            <a:spLocks noChangeArrowheads="1"/>
          </p:cNvSpPr>
          <p:nvPr/>
        </p:nvSpPr>
        <p:spPr bwMode="auto">
          <a:xfrm>
            <a:off x="1600200" y="2468563"/>
            <a:ext cx="1676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>
                <a:latin typeface="Times New Roman" pitchFamily="18" charset="0"/>
              </a:rPr>
              <a:t>0.08 =</a:t>
            </a:r>
          </a:p>
        </p:txBody>
      </p:sp>
      <p:sp>
        <p:nvSpPr>
          <p:cNvPr id="10250" name="Text Box 10"/>
          <p:cNvSpPr txBox="1">
            <a:spLocks noChangeArrowheads="1"/>
          </p:cNvSpPr>
          <p:nvPr/>
        </p:nvSpPr>
        <p:spPr bwMode="auto">
          <a:xfrm>
            <a:off x="2590800" y="2468563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>
                <a:latin typeface="Times New Roman" pitchFamily="18" charset="0"/>
              </a:rPr>
              <a:t>0.08 </a:t>
            </a:r>
            <a:r>
              <a:rPr lang="en-AU">
                <a:latin typeface="Times New Roman" pitchFamily="18" charset="0"/>
                <a:sym typeface="Symbol" pitchFamily="18" charset="2"/>
              </a:rPr>
              <a:t> 100 =</a:t>
            </a:r>
            <a:endParaRPr lang="en-AU">
              <a:latin typeface="Times New Roman" pitchFamily="18" charset="0"/>
            </a:endParaRPr>
          </a:p>
        </p:txBody>
      </p:sp>
      <p:sp>
        <p:nvSpPr>
          <p:cNvPr id="10251" name="Text Box 11"/>
          <p:cNvSpPr txBox="1">
            <a:spLocks noChangeArrowheads="1"/>
          </p:cNvSpPr>
          <p:nvPr/>
        </p:nvSpPr>
        <p:spPr bwMode="auto">
          <a:xfrm>
            <a:off x="4419600" y="2392363"/>
            <a:ext cx="12192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 b="1">
                <a:solidFill>
                  <a:srgbClr val="CC0099"/>
                </a:solidFill>
                <a:latin typeface="Times New Roman" pitchFamily="18" charset="0"/>
              </a:rPr>
              <a:t>8%</a:t>
            </a:r>
          </a:p>
        </p:txBody>
      </p:sp>
      <p:sp>
        <p:nvSpPr>
          <p:cNvPr id="10253" name="Text Box 13"/>
          <p:cNvSpPr txBox="1">
            <a:spLocks noChangeArrowheads="1"/>
          </p:cNvSpPr>
          <p:nvPr/>
        </p:nvSpPr>
        <p:spPr bwMode="auto">
          <a:xfrm>
            <a:off x="1600200" y="3078163"/>
            <a:ext cx="1676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>
                <a:latin typeface="Times New Roman" pitchFamily="18" charset="0"/>
              </a:rPr>
              <a:t>1.75 =</a:t>
            </a:r>
          </a:p>
        </p:txBody>
      </p:sp>
      <p:sp>
        <p:nvSpPr>
          <p:cNvPr id="10254" name="Text Box 14"/>
          <p:cNvSpPr txBox="1">
            <a:spLocks noChangeArrowheads="1"/>
          </p:cNvSpPr>
          <p:nvPr/>
        </p:nvSpPr>
        <p:spPr bwMode="auto">
          <a:xfrm>
            <a:off x="2590800" y="3078163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>
                <a:latin typeface="Times New Roman" pitchFamily="18" charset="0"/>
              </a:rPr>
              <a:t>1.75 </a:t>
            </a:r>
            <a:r>
              <a:rPr lang="en-AU">
                <a:latin typeface="Times New Roman" pitchFamily="18" charset="0"/>
                <a:sym typeface="Symbol" pitchFamily="18" charset="2"/>
              </a:rPr>
              <a:t> 100 =</a:t>
            </a:r>
            <a:endParaRPr lang="en-AU">
              <a:latin typeface="Times New Roman" pitchFamily="18" charset="0"/>
            </a:endParaRPr>
          </a:p>
        </p:txBody>
      </p:sp>
      <p:sp>
        <p:nvSpPr>
          <p:cNvPr id="10255" name="Text Box 15"/>
          <p:cNvSpPr txBox="1">
            <a:spLocks noChangeArrowheads="1"/>
          </p:cNvSpPr>
          <p:nvPr/>
        </p:nvSpPr>
        <p:spPr bwMode="auto">
          <a:xfrm>
            <a:off x="4419600" y="3001963"/>
            <a:ext cx="12192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 b="1">
                <a:solidFill>
                  <a:srgbClr val="CC0099"/>
                </a:solidFill>
                <a:latin typeface="Times New Roman" pitchFamily="18" charset="0"/>
              </a:rPr>
              <a:t>175%</a:t>
            </a:r>
          </a:p>
        </p:txBody>
      </p:sp>
      <p:sp>
        <p:nvSpPr>
          <p:cNvPr id="10257" name="Text Box 17"/>
          <p:cNvSpPr txBox="1">
            <a:spLocks noChangeArrowheads="1"/>
          </p:cNvSpPr>
          <p:nvPr/>
        </p:nvSpPr>
        <p:spPr bwMode="auto">
          <a:xfrm>
            <a:off x="1600200" y="1905000"/>
            <a:ext cx="1676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>
                <a:latin typeface="Times New Roman" pitchFamily="18" charset="0"/>
              </a:rPr>
              <a:t>0.85 =</a:t>
            </a:r>
          </a:p>
        </p:txBody>
      </p:sp>
      <p:sp>
        <p:nvSpPr>
          <p:cNvPr id="10261" name="Text Box 21"/>
          <p:cNvSpPr txBox="1">
            <a:spLocks noChangeArrowheads="1"/>
          </p:cNvSpPr>
          <p:nvPr/>
        </p:nvSpPr>
        <p:spPr bwMode="auto">
          <a:xfrm>
            <a:off x="1600200" y="3763963"/>
            <a:ext cx="1676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>
                <a:latin typeface="Times New Roman" pitchFamily="18" charset="0"/>
              </a:rPr>
              <a:t>0.85 =</a:t>
            </a:r>
          </a:p>
        </p:txBody>
      </p:sp>
      <p:sp>
        <p:nvSpPr>
          <p:cNvPr id="10262" name="Text Box 22"/>
          <p:cNvSpPr txBox="1">
            <a:spLocks noChangeArrowheads="1"/>
          </p:cNvSpPr>
          <p:nvPr/>
        </p:nvSpPr>
        <p:spPr bwMode="auto">
          <a:xfrm>
            <a:off x="2590800" y="3763963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>
                <a:latin typeface="Times New Roman" pitchFamily="18" charset="0"/>
              </a:rPr>
              <a:t>0.85 </a:t>
            </a:r>
            <a:r>
              <a:rPr lang="en-AU">
                <a:latin typeface="Times New Roman" pitchFamily="18" charset="0"/>
                <a:sym typeface="Symbol" pitchFamily="18" charset="2"/>
              </a:rPr>
              <a:t> 100 =</a:t>
            </a:r>
            <a:endParaRPr lang="en-AU">
              <a:latin typeface="Times New Roman" pitchFamily="18" charset="0"/>
            </a:endParaRPr>
          </a:p>
        </p:txBody>
      </p:sp>
      <p:sp>
        <p:nvSpPr>
          <p:cNvPr id="10263" name="Text Box 23"/>
          <p:cNvSpPr txBox="1">
            <a:spLocks noChangeArrowheads="1"/>
          </p:cNvSpPr>
          <p:nvPr/>
        </p:nvSpPr>
        <p:spPr bwMode="auto">
          <a:xfrm>
            <a:off x="4419600" y="3687763"/>
            <a:ext cx="12192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 b="1">
                <a:solidFill>
                  <a:srgbClr val="CC0099"/>
                </a:solidFill>
                <a:latin typeface="Times New Roman" pitchFamily="18" charset="0"/>
              </a:rPr>
              <a:t>85%</a:t>
            </a:r>
          </a:p>
        </p:txBody>
      </p:sp>
      <p:sp>
        <p:nvSpPr>
          <p:cNvPr id="10265" name="Text Box 25"/>
          <p:cNvSpPr txBox="1">
            <a:spLocks noChangeArrowheads="1"/>
          </p:cNvSpPr>
          <p:nvPr/>
        </p:nvSpPr>
        <p:spPr bwMode="auto">
          <a:xfrm>
            <a:off x="1600200" y="4373563"/>
            <a:ext cx="1676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>
                <a:latin typeface="Times New Roman" pitchFamily="18" charset="0"/>
              </a:rPr>
              <a:t>0.003 =</a:t>
            </a:r>
          </a:p>
        </p:txBody>
      </p:sp>
      <p:sp>
        <p:nvSpPr>
          <p:cNvPr id="10266" name="Text Box 26"/>
          <p:cNvSpPr txBox="1">
            <a:spLocks noChangeArrowheads="1"/>
          </p:cNvSpPr>
          <p:nvPr/>
        </p:nvSpPr>
        <p:spPr bwMode="auto">
          <a:xfrm>
            <a:off x="2590800" y="4373563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>
                <a:latin typeface="Times New Roman" pitchFamily="18" charset="0"/>
              </a:rPr>
              <a:t>0.003 </a:t>
            </a:r>
            <a:r>
              <a:rPr lang="en-AU">
                <a:latin typeface="Times New Roman" pitchFamily="18" charset="0"/>
                <a:sym typeface="Symbol" pitchFamily="18" charset="2"/>
              </a:rPr>
              <a:t> 100 =</a:t>
            </a:r>
            <a:endParaRPr lang="en-AU">
              <a:latin typeface="Times New Roman" pitchFamily="18" charset="0"/>
            </a:endParaRPr>
          </a:p>
        </p:txBody>
      </p:sp>
      <p:sp>
        <p:nvSpPr>
          <p:cNvPr id="10267" name="Text Box 27"/>
          <p:cNvSpPr txBox="1">
            <a:spLocks noChangeArrowheads="1"/>
          </p:cNvSpPr>
          <p:nvPr/>
        </p:nvSpPr>
        <p:spPr bwMode="auto">
          <a:xfrm>
            <a:off x="4572000" y="4297363"/>
            <a:ext cx="12192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 b="1">
                <a:solidFill>
                  <a:srgbClr val="CC0099"/>
                </a:solidFill>
                <a:latin typeface="Times New Roman" pitchFamily="18" charset="0"/>
              </a:rPr>
              <a:t>0.3%</a:t>
            </a:r>
          </a:p>
        </p:txBody>
      </p:sp>
      <p:sp>
        <p:nvSpPr>
          <p:cNvPr id="10268" name="Text Box 28"/>
          <p:cNvSpPr txBox="1">
            <a:spLocks noChangeArrowheads="1"/>
          </p:cNvSpPr>
          <p:nvPr/>
        </p:nvSpPr>
        <p:spPr bwMode="auto">
          <a:xfrm>
            <a:off x="1676400" y="5334000"/>
            <a:ext cx="6858000" cy="1003300"/>
          </a:xfrm>
          <a:prstGeom prst="rect">
            <a:avLst/>
          </a:prstGeom>
          <a:noFill/>
          <a:ln w="57150">
            <a:solidFill>
              <a:srgbClr val="993366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sz="2800" b="1">
                <a:solidFill>
                  <a:srgbClr val="9933FF"/>
                </a:solidFill>
                <a:latin typeface="Times New Roman" pitchFamily="18" charset="0"/>
              </a:rPr>
              <a:t>RULE 4: </a:t>
            </a:r>
            <a:r>
              <a:rPr lang="en-AU" sz="2800">
                <a:solidFill>
                  <a:srgbClr val="9933FF"/>
                </a:solidFill>
                <a:latin typeface="Times New Roman" pitchFamily="18" charset="0"/>
              </a:rPr>
              <a:t>To change a decimal to a percentage, multiply it by 100.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2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2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2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2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2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2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2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2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02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02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02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02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02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02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02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02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02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02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02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02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0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0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0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0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10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10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2" grpId="0" autoUpdateAnimBg="0"/>
      <p:bldP spid="10243" grpId="0" autoUpdateAnimBg="0"/>
      <p:bldP spid="10245" grpId="0" autoUpdateAnimBg="0"/>
      <p:bldP spid="10246" grpId="0" autoUpdateAnimBg="0"/>
      <p:bldP spid="10249" grpId="0" autoUpdateAnimBg="0"/>
      <p:bldP spid="10250" grpId="0" autoUpdateAnimBg="0"/>
      <p:bldP spid="10251" grpId="0" autoUpdateAnimBg="0"/>
      <p:bldP spid="10253" grpId="0" autoUpdateAnimBg="0"/>
      <p:bldP spid="10254" grpId="0" autoUpdateAnimBg="0"/>
      <p:bldP spid="10255" grpId="0" autoUpdateAnimBg="0"/>
      <p:bldP spid="10257" grpId="0" autoUpdateAnimBg="0"/>
      <p:bldP spid="10261" grpId="0" autoUpdateAnimBg="0"/>
      <p:bldP spid="10262" grpId="0" autoUpdateAnimBg="0"/>
      <p:bldP spid="10263" grpId="0" autoUpdateAnimBg="0"/>
      <p:bldP spid="10265" grpId="0" autoUpdateAnimBg="0"/>
      <p:bldP spid="10266" grpId="0" autoUpdateAnimBg="0"/>
      <p:bldP spid="10267" grpId="0" autoUpdateAnimBg="0"/>
      <p:bldP spid="10268" grpId="0" animBg="1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66" name="Group 2"/>
          <p:cNvGrpSpPr>
            <a:grpSpLocks/>
          </p:cNvGrpSpPr>
          <p:nvPr/>
        </p:nvGrpSpPr>
        <p:grpSpPr bwMode="auto">
          <a:xfrm>
            <a:off x="1295400" y="457200"/>
            <a:ext cx="6477000" cy="2160588"/>
            <a:chOff x="816" y="288"/>
            <a:chExt cx="4080" cy="1361"/>
          </a:xfrm>
        </p:grpSpPr>
        <p:pic>
          <p:nvPicPr>
            <p:cNvPr id="11267" name="Picture 3" descr="BD04924_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816" y="288"/>
              <a:ext cx="1009" cy="1361"/>
            </a:xfrm>
            <a:prstGeom prst="rect">
              <a:avLst/>
            </a:prstGeom>
            <a:noFill/>
          </p:spPr>
        </p:pic>
        <p:sp>
          <p:nvSpPr>
            <p:cNvPr id="11268" name="Text Box 4"/>
            <p:cNvSpPr txBox="1">
              <a:spLocks noChangeArrowheads="1"/>
            </p:cNvSpPr>
            <p:nvPr/>
          </p:nvSpPr>
          <p:spPr bwMode="auto">
            <a:xfrm>
              <a:off x="1968" y="624"/>
              <a:ext cx="2928" cy="4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AU" sz="4400"/>
                <a:t>Summary......</a:t>
              </a:r>
            </a:p>
          </p:txBody>
        </p:sp>
      </p:grpSp>
      <p:sp>
        <p:nvSpPr>
          <p:cNvPr id="11269" name="Text Box 5"/>
          <p:cNvSpPr txBox="1">
            <a:spLocks noChangeArrowheads="1"/>
          </p:cNvSpPr>
          <p:nvPr/>
        </p:nvSpPr>
        <p:spPr bwMode="auto">
          <a:xfrm>
            <a:off x="1447800" y="2667000"/>
            <a:ext cx="6934200" cy="1816100"/>
          </a:xfrm>
          <a:prstGeom prst="rect">
            <a:avLst/>
          </a:prstGeom>
          <a:noFill/>
          <a:ln w="76200">
            <a:solidFill>
              <a:srgbClr val="0033CC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sz="3600">
                <a:solidFill>
                  <a:srgbClr val="FF0000"/>
                </a:solidFill>
              </a:rPr>
              <a:t>To change </a:t>
            </a:r>
            <a:r>
              <a:rPr lang="en-AU" sz="3600" b="1">
                <a:solidFill>
                  <a:srgbClr val="FF0000"/>
                </a:solidFill>
              </a:rPr>
              <a:t>FROM </a:t>
            </a:r>
            <a:r>
              <a:rPr lang="en-AU" sz="3600">
                <a:solidFill>
                  <a:srgbClr val="FF0000"/>
                </a:solidFill>
              </a:rPr>
              <a:t>a percentage to a fraction or a decimal, you </a:t>
            </a:r>
            <a:r>
              <a:rPr lang="en-AU" sz="3600" b="1">
                <a:solidFill>
                  <a:srgbClr val="FF0000"/>
                </a:solidFill>
              </a:rPr>
              <a:t>DIVIDE </a:t>
            </a:r>
            <a:r>
              <a:rPr lang="en-AU" sz="3600">
                <a:solidFill>
                  <a:srgbClr val="FF0000"/>
                </a:solidFill>
              </a:rPr>
              <a:t>by 100.</a:t>
            </a:r>
          </a:p>
        </p:txBody>
      </p:sp>
      <p:sp>
        <p:nvSpPr>
          <p:cNvPr id="11270" name="Text Box 6"/>
          <p:cNvSpPr txBox="1">
            <a:spLocks noChangeArrowheads="1"/>
          </p:cNvSpPr>
          <p:nvPr/>
        </p:nvSpPr>
        <p:spPr bwMode="auto">
          <a:xfrm>
            <a:off x="1447800" y="4660900"/>
            <a:ext cx="6934200" cy="1816100"/>
          </a:xfrm>
          <a:prstGeom prst="rect">
            <a:avLst/>
          </a:prstGeom>
          <a:noFill/>
          <a:ln w="762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sz="3600">
                <a:solidFill>
                  <a:srgbClr val="0000FF"/>
                </a:solidFill>
              </a:rPr>
              <a:t>To change </a:t>
            </a:r>
            <a:r>
              <a:rPr lang="en-AU" sz="3600" b="1">
                <a:solidFill>
                  <a:srgbClr val="0000FF"/>
                </a:solidFill>
              </a:rPr>
              <a:t>INTO </a:t>
            </a:r>
            <a:r>
              <a:rPr lang="en-AU" sz="3600">
                <a:solidFill>
                  <a:srgbClr val="0000FF"/>
                </a:solidFill>
              </a:rPr>
              <a:t>a percentage</a:t>
            </a:r>
            <a:r>
              <a:rPr lang="en-AU" sz="3600"/>
              <a:t> </a:t>
            </a:r>
            <a:r>
              <a:rPr lang="en-AU" sz="3600">
                <a:solidFill>
                  <a:srgbClr val="0033CC"/>
                </a:solidFill>
              </a:rPr>
              <a:t>from a </a:t>
            </a:r>
            <a:r>
              <a:rPr lang="en-AU" sz="3600">
                <a:solidFill>
                  <a:srgbClr val="0000FF"/>
                </a:solidFill>
              </a:rPr>
              <a:t>fraction or a decimal, you </a:t>
            </a:r>
            <a:r>
              <a:rPr lang="en-AU" sz="3600" b="1">
                <a:solidFill>
                  <a:srgbClr val="0000FF"/>
                </a:solidFill>
              </a:rPr>
              <a:t>MULTIPLY </a:t>
            </a:r>
            <a:r>
              <a:rPr lang="en-AU" sz="3600">
                <a:solidFill>
                  <a:srgbClr val="0000FF"/>
                </a:solidFill>
              </a:rPr>
              <a:t>by 100.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2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9" grpId="0" animBg="1" autoUpdateAnimBg="0"/>
      <p:bldP spid="11270" grpId="0" animBg="1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1524000" y="609600"/>
            <a:ext cx="678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>
                <a:latin typeface="Times New Roman" pitchFamily="18" charset="0"/>
              </a:rPr>
              <a:t>Exercise – copy and complete the table</a:t>
            </a:r>
          </a:p>
        </p:txBody>
      </p:sp>
      <p:grpSp>
        <p:nvGrpSpPr>
          <p:cNvPr id="12344" name="Group 56"/>
          <p:cNvGrpSpPr>
            <a:grpSpLocks/>
          </p:cNvGrpSpPr>
          <p:nvPr/>
        </p:nvGrpSpPr>
        <p:grpSpPr bwMode="auto">
          <a:xfrm>
            <a:off x="1524000" y="1143000"/>
            <a:ext cx="6096000" cy="5692775"/>
            <a:chOff x="960" y="720"/>
            <a:chExt cx="3840" cy="3586"/>
          </a:xfrm>
        </p:grpSpPr>
        <p:sp>
          <p:nvSpPr>
            <p:cNvPr id="12324" name="Rectangle 36"/>
            <p:cNvSpPr>
              <a:spLocks noChangeArrowheads="1"/>
            </p:cNvSpPr>
            <p:nvPr/>
          </p:nvSpPr>
          <p:spPr bwMode="auto">
            <a:xfrm>
              <a:off x="3520" y="3980"/>
              <a:ext cx="1280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r>
                <a:rPr lang="en-AU" sz="2800">
                  <a:latin typeface="Arial" charset="0"/>
                </a:rPr>
                <a:t>290%</a:t>
              </a:r>
            </a:p>
          </p:txBody>
        </p:sp>
        <p:sp>
          <p:nvSpPr>
            <p:cNvPr id="12323" name="Rectangle 35"/>
            <p:cNvSpPr>
              <a:spLocks noChangeArrowheads="1"/>
            </p:cNvSpPr>
            <p:nvPr/>
          </p:nvSpPr>
          <p:spPr bwMode="auto">
            <a:xfrm>
              <a:off x="2240" y="3980"/>
              <a:ext cx="1280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endParaRPr lang="en-US" sz="2800">
                <a:latin typeface="Arial" charset="0"/>
              </a:endParaRPr>
            </a:p>
          </p:txBody>
        </p:sp>
        <p:sp>
          <p:nvSpPr>
            <p:cNvPr id="12322" name="Rectangle 34"/>
            <p:cNvSpPr>
              <a:spLocks noChangeArrowheads="1"/>
            </p:cNvSpPr>
            <p:nvPr/>
          </p:nvSpPr>
          <p:spPr bwMode="auto">
            <a:xfrm>
              <a:off x="960" y="3980"/>
              <a:ext cx="1280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endParaRPr lang="en-US" sz="2800">
                <a:latin typeface="Arial" charset="0"/>
              </a:endParaRPr>
            </a:p>
          </p:txBody>
        </p:sp>
        <p:sp>
          <p:nvSpPr>
            <p:cNvPr id="12321" name="Rectangle 33"/>
            <p:cNvSpPr>
              <a:spLocks noChangeArrowheads="1"/>
            </p:cNvSpPr>
            <p:nvPr/>
          </p:nvSpPr>
          <p:spPr bwMode="auto">
            <a:xfrm>
              <a:off x="3520" y="3654"/>
              <a:ext cx="1280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endParaRPr lang="en-US" sz="2800">
                <a:latin typeface="Arial" charset="0"/>
              </a:endParaRPr>
            </a:p>
          </p:txBody>
        </p:sp>
        <p:sp>
          <p:nvSpPr>
            <p:cNvPr id="12320" name="Rectangle 32"/>
            <p:cNvSpPr>
              <a:spLocks noChangeArrowheads="1"/>
            </p:cNvSpPr>
            <p:nvPr/>
          </p:nvSpPr>
          <p:spPr bwMode="auto">
            <a:xfrm>
              <a:off x="2240" y="3654"/>
              <a:ext cx="1280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endParaRPr lang="en-US" sz="2800">
                <a:latin typeface="Arial" charset="0"/>
              </a:endParaRPr>
            </a:p>
          </p:txBody>
        </p:sp>
        <p:sp>
          <p:nvSpPr>
            <p:cNvPr id="12319" name="Rectangle 31"/>
            <p:cNvSpPr>
              <a:spLocks noChangeArrowheads="1"/>
            </p:cNvSpPr>
            <p:nvPr/>
          </p:nvSpPr>
          <p:spPr bwMode="auto">
            <a:xfrm>
              <a:off x="960" y="3654"/>
              <a:ext cx="1280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r>
                <a:rPr lang="en-AU" sz="2800">
                  <a:latin typeface="Arial" charset="0"/>
                </a:rPr>
                <a:t>9/13</a:t>
              </a:r>
            </a:p>
          </p:txBody>
        </p:sp>
        <p:sp>
          <p:nvSpPr>
            <p:cNvPr id="12318" name="Rectangle 30"/>
            <p:cNvSpPr>
              <a:spLocks noChangeArrowheads="1"/>
            </p:cNvSpPr>
            <p:nvPr/>
          </p:nvSpPr>
          <p:spPr bwMode="auto">
            <a:xfrm>
              <a:off x="3520" y="3328"/>
              <a:ext cx="1280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r>
                <a:rPr lang="en-AU" sz="2800">
                  <a:latin typeface="Arial" charset="0"/>
                </a:rPr>
                <a:t>%</a:t>
              </a:r>
            </a:p>
          </p:txBody>
        </p:sp>
        <p:sp>
          <p:nvSpPr>
            <p:cNvPr id="12317" name="Rectangle 29"/>
            <p:cNvSpPr>
              <a:spLocks noChangeArrowheads="1"/>
            </p:cNvSpPr>
            <p:nvPr/>
          </p:nvSpPr>
          <p:spPr bwMode="auto">
            <a:xfrm>
              <a:off x="2240" y="3328"/>
              <a:ext cx="1280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endParaRPr lang="en-US" sz="2800">
                <a:latin typeface="Arial" charset="0"/>
              </a:endParaRPr>
            </a:p>
          </p:txBody>
        </p:sp>
        <p:sp>
          <p:nvSpPr>
            <p:cNvPr id="12316" name="Rectangle 28"/>
            <p:cNvSpPr>
              <a:spLocks noChangeArrowheads="1"/>
            </p:cNvSpPr>
            <p:nvPr/>
          </p:nvSpPr>
          <p:spPr bwMode="auto">
            <a:xfrm>
              <a:off x="960" y="3328"/>
              <a:ext cx="1280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endParaRPr lang="en-US" sz="2800">
                <a:latin typeface="Arial" charset="0"/>
              </a:endParaRPr>
            </a:p>
          </p:txBody>
        </p:sp>
        <p:sp>
          <p:nvSpPr>
            <p:cNvPr id="12315" name="Rectangle 27"/>
            <p:cNvSpPr>
              <a:spLocks noChangeArrowheads="1"/>
            </p:cNvSpPr>
            <p:nvPr/>
          </p:nvSpPr>
          <p:spPr bwMode="auto">
            <a:xfrm>
              <a:off x="3520" y="3002"/>
              <a:ext cx="1280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endParaRPr lang="en-US" sz="2800">
                <a:latin typeface="Arial" charset="0"/>
              </a:endParaRPr>
            </a:p>
          </p:txBody>
        </p:sp>
        <p:sp>
          <p:nvSpPr>
            <p:cNvPr id="12314" name="Rectangle 26"/>
            <p:cNvSpPr>
              <a:spLocks noChangeArrowheads="1"/>
            </p:cNvSpPr>
            <p:nvPr/>
          </p:nvSpPr>
          <p:spPr bwMode="auto">
            <a:xfrm>
              <a:off x="2240" y="3002"/>
              <a:ext cx="1280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r>
                <a:rPr lang="en-AU" sz="2800">
                  <a:latin typeface="Arial" charset="0"/>
                </a:rPr>
                <a:t>0.008</a:t>
              </a:r>
            </a:p>
          </p:txBody>
        </p:sp>
        <p:sp>
          <p:nvSpPr>
            <p:cNvPr id="12313" name="Rectangle 25"/>
            <p:cNvSpPr>
              <a:spLocks noChangeArrowheads="1"/>
            </p:cNvSpPr>
            <p:nvPr/>
          </p:nvSpPr>
          <p:spPr bwMode="auto">
            <a:xfrm>
              <a:off x="960" y="3002"/>
              <a:ext cx="1280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endParaRPr lang="en-US" sz="2800">
                <a:latin typeface="Arial" charset="0"/>
              </a:endParaRPr>
            </a:p>
          </p:txBody>
        </p:sp>
        <p:sp>
          <p:nvSpPr>
            <p:cNvPr id="12312" name="Rectangle 24"/>
            <p:cNvSpPr>
              <a:spLocks noChangeArrowheads="1"/>
            </p:cNvSpPr>
            <p:nvPr/>
          </p:nvSpPr>
          <p:spPr bwMode="auto">
            <a:xfrm>
              <a:off x="3520" y="2676"/>
              <a:ext cx="1280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endParaRPr lang="en-US" sz="2800">
                <a:latin typeface="Arial" charset="0"/>
              </a:endParaRPr>
            </a:p>
          </p:txBody>
        </p:sp>
        <p:sp>
          <p:nvSpPr>
            <p:cNvPr id="12311" name="Rectangle 23"/>
            <p:cNvSpPr>
              <a:spLocks noChangeArrowheads="1"/>
            </p:cNvSpPr>
            <p:nvPr/>
          </p:nvSpPr>
          <p:spPr bwMode="auto">
            <a:xfrm>
              <a:off x="2240" y="2676"/>
              <a:ext cx="1280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endParaRPr lang="en-US" sz="2800">
                <a:latin typeface="Arial" charset="0"/>
              </a:endParaRPr>
            </a:p>
          </p:txBody>
        </p:sp>
        <p:sp>
          <p:nvSpPr>
            <p:cNvPr id="12310" name="Rectangle 22"/>
            <p:cNvSpPr>
              <a:spLocks noChangeArrowheads="1"/>
            </p:cNvSpPr>
            <p:nvPr/>
          </p:nvSpPr>
          <p:spPr bwMode="auto">
            <a:xfrm>
              <a:off x="960" y="2676"/>
              <a:ext cx="1280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r>
                <a:rPr lang="en-AU" sz="2800">
                  <a:latin typeface="Arial" charset="0"/>
                </a:rPr>
                <a:t>5 ½  </a:t>
              </a:r>
            </a:p>
          </p:txBody>
        </p:sp>
        <p:sp>
          <p:nvSpPr>
            <p:cNvPr id="12309" name="Rectangle 21"/>
            <p:cNvSpPr>
              <a:spLocks noChangeArrowheads="1"/>
            </p:cNvSpPr>
            <p:nvPr/>
          </p:nvSpPr>
          <p:spPr bwMode="auto">
            <a:xfrm>
              <a:off x="3520" y="2350"/>
              <a:ext cx="1280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r>
                <a:rPr lang="en-AU" sz="2800">
                  <a:latin typeface="Arial" charset="0"/>
                </a:rPr>
                <a:t>70%</a:t>
              </a:r>
            </a:p>
          </p:txBody>
        </p:sp>
        <p:sp>
          <p:nvSpPr>
            <p:cNvPr id="12308" name="Rectangle 20"/>
            <p:cNvSpPr>
              <a:spLocks noChangeArrowheads="1"/>
            </p:cNvSpPr>
            <p:nvPr/>
          </p:nvSpPr>
          <p:spPr bwMode="auto">
            <a:xfrm>
              <a:off x="2240" y="2350"/>
              <a:ext cx="1280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endParaRPr lang="en-US" sz="2800">
                <a:latin typeface="Arial" charset="0"/>
              </a:endParaRPr>
            </a:p>
          </p:txBody>
        </p:sp>
        <p:sp>
          <p:nvSpPr>
            <p:cNvPr id="12307" name="Rectangle 19"/>
            <p:cNvSpPr>
              <a:spLocks noChangeArrowheads="1"/>
            </p:cNvSpPr>
            <p:nvPr/>
          </p:nvSpPr>
          <p:spPr bwMode="auto">
            <a:xfrm>
              <a:off x="960" y="2350"/>
              <a:ext cx="1280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endParaRPr lang="en-US" sz="2800">
                <a:latin typeface="Arial" charset="0"/>
              </a:endParaRPr>
            </a:p>
          </p:txBody>
        </p:sp>
        <p:sp>
          <p:nvSpPr>
            <p:cNvPr id="12306" name="Rectangle 18"/>
            <p:cNvSpPr>
              <a:spLocks noChangeArrowheads="1"/>
            </p:cNvSpPr>
            <p:nvPr/>
          </p:nvSpPr>
          <p:spPr bwMode="auto">
            <a:xfrm>
              <a:off x="3520" y="2024"/>
              <a:ext cx="1280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endParaRPr lang="en-US" sz="2800">
                <a:latin typeface="Arial" charset="0"/>
              </a:endParaRPr>
            </a:p>
          </p:txBody>
        </p:sp>
        <p:sp>
          <p:nvSpPr>
            <p:cNvPr id="12305" name="Rectangle 17"/>
            <p:cNvSpPr>
              <a:spLocks noChangeArrowheads="1"/>
            </p:cNvSpPr>
            <p:nvPr/>
          </p:nvSpPr>
          <p:spPr bwMode="auto">
            <a:xfrm>
              <a:off x="2240" y="2024"/>
              <a:ext cx="1280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r>
                <a:rPr lang="en-AU" sz="2800">
                  <a:latin typeface="Arial" charset="0"/>
                </a:rPr>
                <a:t>1.6</a:t>
              </a:r>
            </a:p>
          </p:txBody>
        </p:sp>
        <p:sp>
          <p:nvSpPr>
            <p:cNvPr id="12304" name="Rectangle 16"/>
            <p:cNvSpPr>
              <a:spLocks noChangeArrowheads="1"/>
            </p:cNvSpPr>
            <p:nvPr/>
          </p:nvSpPr>
          <p:spPr bwMode="auto">
            <a:xfrm>
              <a:off x="960" y="2024"/>
              <a:ext cx="1280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endParaRPr lang="en-US" sz="2800">
                <a:latin typeface="Arial" charset="0"/>
              </a:endParaRPr>
            </a:p>
          </p:txBody>
        </p:sp>
        <p:sp>
          <p:nvSpPr>
            <p:cNvPr id="12303" name="Rectangle 15"/>
            <p:cNvSpPr>
              <a:spLocks noChangeArrowheads="1"/>
            </p:cNvSpPr>
            <p:nvPr/>
          </p:nvSpPr>
          <p:spPr bwMode="auto">
            <a:xfrm>
              <a:off x="3520" y="1698"/>
              <a:ext cx="1280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endParaRPr lang="en-US" sz="2800">
                <a:latin typeface="Arial" charset="0"/>
              </a:endParaRPr>
            </a:p>
          </p:txBody>
        </p:sp>
        <p:sp>
          <p:nvSpPr>
            <p:cNvPr id="12302" name="Rectangle 14"/>
            <p:cNvSpPr>
              <a:spLocks noChangeArrowheads="1"/>
            </p:cNvSpPr>
            <p:nvPr/>
          </p:nvSpPr>
          <p:spPr bwMode="auto">
            <a:xfrm>
              <a:off x="2240" y="1698"/>
              <a:ext cx="1280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endParaRPr lang="en-US" sz="2800">
                <a:latin typeface="Arial" charset="0"/>
              </a:endParaRPr>
            </a:p>
          </p:txBody>
        </p:sp>
        <p:sp>
          <p:nvSpPr>
            <p:cNvPr id="12301" name="Rectangle 13"/>
            <p:cNvSpPr>
              <a:spLocks noChangeArrowheads="1"/>
            </p:cNvSpPr>
            <p:nvPr/>
          </p:nvSpPr>
          <p:spPr bwMode="auto">
            <a:xfrm>
              <a:off x="960" y="1698"/>
              <a:ext cx="1280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r>
                <a:rPr lang="en-AU" sz="2800">
                  <a:latin typeface="Arial" charset="0"/>
                </a:rPr>
                <a:t>2/5 </a:t>
              </a:r>
            </a:p>
          </p:txBody>
        </p:sp>
        <p:sp>
          <p:nvSpPr>
            <p:cNvPr id="12300" name="Rectangle 12"/>
            <p:cNvSpPr>
              <a:spLocks noChangeArrowheads="1"/>
            </p:cNvSpPr>
            <p:nvPr/>
          </p:nvSpPr>
          <p:spPr bwMode="auto">
            <a:xfrm>
              <a:off x="3520" y="1372"/>
              <a:ext cx="1280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endParaRPr lang="en-US" sz="2800">
                <a:latin typeface="Arial" charset="0"/>
              </a:endParaRPr>
            </a:p>
          </p:txBody>
        </p:sp>
        <p:sp>
          <p:nvSpPr>
            <p:cNvPr id="12299" name="Rectangle 11"/>
            <p:cNvSpPr>
              <a:spLocks noChangeArrowheads="1"/>
            </p:cNvSpPr>
            <p:nvPr/>
          </p:nvSpPr>
          <p:spPr bwMode="auto">
            <a:xfrm>
              <a:off x="2240" y="1372"/>
              <a:ext cx="1280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r>
                <a:rPr lang="en-AU" sz="2800">
                  <a:latin typeface="Arial" charset="0"/>
                </a:rPr>
                <a:t>0.72</a:t>
              </a:r>
            </a:p>
          </p:txBody>
        </p:sp>
        <p:sp>
          <p:nvSpPr>
            <p:cNvPr id="12298" name="Rectangle 10"/>
            <p:cNvSpPr>
              <a:spLocks noChangeArrowheads="1"/>
            </p:cNvSpPr>
            <p:nvPr/>
          </p:nvSpPr>
          <p:spPr bwMode="auto">
            <a:xfrm>
              <a:off x="960" y="1372"/>
              <a:ext cx="1280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endParaRPr lang="en-US" sz="2800">
                <a:latin typeface="Arial" charset="0"/>
              </a:endParaRPr>
            </a:p>
          </p:txBody>
        </p:sp>
        <p:sp>
          <p:nvSpPr>
            <p:cNvPr id="12297" name="Rectangle 9"/>
            <p:cNvSpPr>
              <a:spLocks noChangeArrowheads="1"/>
            </p:cNvSpPr>
            <p:nvPr/>
          </p:nvSpPr>
          <p:spPr bwMode="auto">
            <a:xfrm>
              <a:off x="3520" y="1046"/>
              <a:ext cx="1280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endParaRPr lang="en-US" sz="2800">
                <a:latin typeface="Arial" charset="0"/>
              </a:endParaRPr>
            </a:p>
          </p:txBody>
        </p:sp>
        <p:sp>
          <p:nvSpPr>
            <p:cNvPr id="12296" name="Rectangle 8"/>
            <p:cNvSpPr>
              <a:spLocks noChangeArrowheads="1"/>
            </p:cNvSpPr>
            <p:nvPr/>
          </p:nvSpPr>
          <p:spPr bwMode="auto">
            <a:xfrm>
              <a:off x="2240" y="1046"/>
              <a:ext cx="1280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endParaRPr lang="en-US" sz="2800">
                <a:latin typeface="Arial" charset="0"/>
              </a:endParaRPr>
            </a:p>
          </p:txBody>
        </p:sp>
        <p:sp>
          <p:nvSpPr>
            <p:cNvPr id="12295" name="Rectangle 7"/>
            <p:cNvSpPr>
              <a:spLocks noChangeArrowheads="1"/>
            </p:cNvSpPr>
            <p:nvPr/>
          </p:nvSpPr>
          <p:spPr bwMode="auto">
            <a:xfrm>
              <a:off x="960" y="1046"/>
              <a:ext cx="1280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r>
                <a:rPr lang="en-AU" sz="2800">
                  <a:latin typeface="Arial" charset="0"/>
                </a:rPr>
                <a:t>¾ </a:t>
              </a:r>
            </a:p>
          </p:txBody>
        </p:sp>
        <p:sp>
          <p:nvSpPr>
            <p:cNvPr id="12294" name="Rectangle 6"/>
            <p:cNvSpPr>
              <a:spLocks noChangeArrowheads="1"/>
            </p:cNvSpPr>
            <p:nvPr/>
          </p:nvSpPr>
          <p:spPr bwMode="auto">
            <a:xfrm>
              <a:off x="3520" y="720"/>
              <a:ext cx="1280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r>
                <a:rPr lang="en-AU" sz="2800">
                  <a:latin typeface="Arial" charset="0"/>
                </a:rPr>
                <a:t>PERCENT</a:t>
              </a:r>
            </a:p>
          </p:txBody>
        </p:sp>
        <p:sp>
          <p:nvSpPr>
            <p:cNvPr id="12293" name="Rectangle 5"/>
            <p:cNvSpPr>
              <a:spLocks noChangeArrowheads="1"/>
            </p:cNvSpPr>
            <p:nvPr/>
          </p:nvSpPr>
          <p:spPr bwMode="auto">
            <a:xfrm>
              <a:off x="2240" y="720"/>
              <a:ext cx="1280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r>
                <a:rPr lang="en-AU" sz="2800">
                  <a:latin typeface="Arial" charset="0"/>
                </a:rPr>
                <a:t>DECIMAL</a:t>
              </a:r>
            </a:p>
          </p:txBody>
        </p:sp>
        <p:sp>
          <p:nvSpPr>
            <p:cNvPr id="12292" name="Rectangle 4"/>
            <p:cNvSpPr>
              <a:spLocks noChangeArrowheads="1"/>
            </p:cNvSpPr>
            <p:nvPr/>
          </p:nvSpPr>
          <p:spPr bwMode="auto">
            <a:xfrm>
              <a:off x="960" y="720"/>
              <a:ext cx="1280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r>
                <a:rPr lang="en-AU" sz="2800">
                  <a:latin typeface="Arial" charset="0"/>
                </a:rPr>
                <a:t>FRACTION</a:t>
              </a:r>
            </a:p>
          </p:txBody>
        </p:sp>
        <p:sp>
          <p:nvSpPr>
            <p:cNvPr id="12325" name="Line 37"/>
            <p:cNvSpPr>
              <a:spLocks noChangeShapeType="1"/>
            </p:cNvSpPr>
            <p:nvPr/>
          </p:nvSpPr>
          <p:spPr bwMode="auto">
            <a:xfrm>
              <a:off x="960" y="720"/>
              <a:ext cx="384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12326" name="Line 38"/>
            <p:cNvSpPr>
              <a:spLocks noChangeShapeType="1"/>
            </p:cNvSpPr>
            <p:nvPr/>
          </p:nvSpPr>
          <p:spPr bwMode="auto">
            <a:xfrm>
              <a:off x="960" y="1046"/>
              <a:ext cx="38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12327" name="Line 39"/>
            <p:cNvSpPr>
              <a:spLocks noChangeShapeType="1"/>
            </p:cNvSpPr>
            <p:nvPr/>
          </p:nvSpPr>
          <p:spPr bwMode="auto">
            <a:xfrm>
              <a:off x="960" y="1372"/>
              <a:ext cx="38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12328" name="Line 40"/>
            <p:cNvSpPr>
              <a:spLocks noChangeShapeType="1"/>
            </p:cNvSpPr>
            <p:nvPr/>
          </p:nvSpPr>
          <p:spPr bwMode="auto">
            <a:xfrm>
              <a:off x="960" y="1698"/>
              <a:ext cx="38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12329" name="Line 41"/>
            <p:cNvSpPr>
              <a:spLocks noChangeShapeType="1"/>
            </p:cNvSpPr>
            <p:nvPr/>
          </p:nvSpPr>
          <p:spPr bwMode="auto">
            <a:xfrm>
              <a:off x="960" y="2024"/>
              <a:ext cx="38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12330" name="Line 42"/>
            <p:cNvSpPr>
              <a:spLocks noChangeShapeType="1"/>
            </p:cNvSpPr>
            <p:nvPr/>
          </p:nvSpPr>
          <p:spPr bwMode="auto">
            <a:xfrm>
              <a:off x="960" y="2350"/>
              <a:ext cx="38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12331" name="Line 43"/>
            <p:cNvSpPr>
              <a:spLocks noChangeShapeType="1"/>
            </p:cNvSpPr>
            <p:nvPr/>
          </p:nvSpPr>
          <p:spPr bwMode="auto">
            <a:xfrm>
              <a:off x="960" y="2676"/>
              <a:ext cx="38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12332" name="Line 44"/>
            <p:cNvSpPr>
              <a:spLocks noChangeShapeType="1"/>
            </p:cNvSpPr>
            <p:nvPr/>
          </p:nvSpPr>
          <p:spPr bwMode="auto">
            <a:xfrm>
              <a:off x="960" y="3002"/>
              <a:ext cx="38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12333" name="Line 45"/>
            <p:cNvSpPr>
              <a:spLocks noChangeShapeType="1"/>
            </p:cNvSpPr>
            <p:nvPr/>
          </p:nvSpPr>
          <p:spPr bwMode="auto">
            <a:xfrm>
              <a:off x="960" y="3328"/>
              <a:ext cx="38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12334" name="Line 46"/>
            <p:cNvSpPr>
              <a:spLocks noChangeShapeType="1"/>
            </p:cNvSpPr>
            <p:nvPr/>
          </p:nvSpPr>
          <p:spPr bwMode="auto">
            <a:xfrm>
              <a:off x="960" y="3654"/>
              <a:ext cx="38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12335" name="Line 47"/>
            <p:cNvSpPr>
              <a:spLocks noChangeShapeType="1"/>
            </p:cNvSpPr>
            <p:nvPr/>
          </p:nvSpPr>
          <p:spPr bwMode="auto">
            <a:xfrm>
              <a:off x="960" y="3980"/>
              <a:ext cx="38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12336" name="Line 48"/>
            <p:cNvSpPr>
              <a:spLocks noChangeShapeType="1"/>
            </p:cNvSpPr>
            <p:nvPr/>
          </p:nvSpPr>
          <p:spPr bwMode="auto">
            <a:xfrm>
              <a:off x="960" y="4306"/>
              <a:ext cx="384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12337" name="Line 49"/>
            <p:cNvSpPr>
              <a:spLocks noChangeShapeType="1"/>
            </p:cNvSpPr>
            <p:nvPr/>
          </p:nvSpPr>
          <p:spPr bwMode="auto">
            <a:xfrm>
              <a:off x="960" y="720"/>
              <a:ext cx="0" cy="3586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12338" name="Line 50"/>
            <p:cNvSpPr>
              <a:spLocks noChangeShapeType="1"/>
            </p:cNvSpPr>
            <p:nvPr/>
          </p:nvSpPr>
          <p:spPr bwMode="auto">
            <a:xfrm>
              <a:off x="2240" y="720"/>
              <a:ext cx="0" cy="358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12339" name="Line 51"/>
            <p:cNvSpPr>
              <a:spLocks noChangeShapeType="1"/>
            </p:cNvSpPr>
            <p:nvPr/>
          </p:nvSpPr>
          <p:spPr bwMode="auto">
            <a:xfrm>
              <a:off x="3520" y="720"/>
              <a:ext cx="0" cy="358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12340" name="Line 52"/>
            <p:cNvSpPr>
              <a:spLocks noChangeShapeType="1"/>
            </p:cNvSpPr>
            <p:nvPr/>
          </p:nvSpPr>
          <p:spPr bwMode="auto">
            <a:xfrm>
              <a:off x="4800" y="720"/>
              <a:ext cx="0" cy="3586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AU"/>
            </a:p>
          </p:txBody>
        </p:sp>
        <p:graphicFrame>
          <p:nvGraphicFramePr>
            <p:cNvPr id="12343" name="Object 55"/>
            <p:cNvGraphicFramePr>
              <a:graphicFrameLocks noChangeAspect="1"/>
            </p:cNvGraphicFramePr>
            <p:nvPr/>
          </p:nvGraphicFramePr>
          <p:xfrm>
            <a:off x="3600" y="3324"/>
            <a:ext cx="496" cy="3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45" name="Equation" r:id="rId3" imgW="406080" imgH="304560" progId="Equation.3">
                    <p:embed/>
                  </p:oleObj>
                </mc:Choice>
                <mc:Fallback>
                  <p:oleObj name="Equation" r:id="rId3" imgW="406080" imgH="304560" progId="Equation.3">
                    <p:embed/>
                    <p:pic>
                      <p:nvPicPr>
                        <p:cNvPr id="0" name="Picture 5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00" y="3324"/>
                          <a:ext cx="496" cy="37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3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3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0" grpId="0" autoUpdateAnimBg="0"/>
    </p:bldLst>
  </p:timing>
</p:sld>
</file>

<file path=ppt/theme/theme1.xml><?xml version="1.0" encoding="utf-8"?>
<a:theme xmlns:a="http://schemas.openxmlformats.org/drawingml/2006/main" name="Dad`s Tie">
  <a:themeElements>
    <a:clrScheme name="Dad`s Tie 2">
      <a:dk1>
        <a:srgbClr val="000000"/>
      </a:dk1>
      <a:lt1>
        <a:srgbClr val="FFFFFF"/>
      </a:lt1>
      <a:dk2>
        <a:srgbClr val="003366"/>
      </a:dk2>
      <a:lt2>
        <a:srgbClr val="5490A8"/>
      </a:lt2>
      <a:accent1>
        <a:srgbClr val="0099CC"/>
      </a:accent1>
      <a:accent2>
        <a:srgbClr val="3366CC"/>
      </a:accent2>
      <a:accent3>
        <a:srgbClr val="FFFFFF"/>
      </a:accent3>
      <a:accent4>
        <a:srgbClr val="000000"/>
      </a:accent4>
      <a:accent5>
        <a:srgbClr val="AACAE2"/>
      </a:accent5>
      <a:accent6>
        <a:srgbClr val="2D5CB9"/>
      </a:accent6>
      <a:hlink>
        <a:srgbClr val="99CCFF"/>
      </a:hlink>
      <a:folHlink>
        <a:srgbClr val="E1E1B7"/>
      </a:folHlink>
    </a:clrScheme>
    <a:fontScheme name="Dad`s Tie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AU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AU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</a:defRPr>
        </a:defPPr>
      </a:lstStyle>
    </a:lnDef>
  </a:objectDefaults>
  <a:extraClrSchemeLst>
    <a:extraClrScheme>
      <a:clrScheme name="Dad`s Tie 1">
        <a:dk1>
          <a:srgbClr val="5490A8"/>
        </a:dk1>
        <a:lt1>
          <a:srgbClr val="DDDDDD"/>
        </a:lt1>
        <a:dk2>
          <a:srgbClr val="00172E"/>
        </a:dk2>
        <a:lt2>
          <a:srgbClr val="CCECFF"/>
        </a:lt2>
        <a:accent1>
          <a:srgbClr val="0099CC"/>
        </a:accent1>
        <a:accent2>
          <a:srgbClr val="3366CC"/>
        </a:accent2>
        <a:accent3>
          <a:srgbClr val="AAABAD"/>
        </a:accent3>
        <a:accent4>
          <a:srgbClr val="BDBDBD"/>
        </a:accent4>
        <a:accent5>
          <a:srgbClr val="AACAE2"/>
        </a:accent5>
        <a:accent6>
          <a:srgbClr val="2D5CB9"/>
        </a:accent6>
        <a:hlink>
          <a:srgbClr val="99CCFF"/>
        </a:hlink>
        <a:folHlink>
          <a:srgbClr val="E1E1B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d`s Tie 2">
        <a:dk1>
          <a:srgbClr val="000000"/>
        </a:dk1>
        <a:lt1>
          <a:srgbClr val="FFFFFF"/>
        </a:lt1>
        <a:dk2>
          <a:srgbClr val="003366"/>
        </a:dk2>
        <a:lt2>
          <a:srgbClr val="5490A8"/>
        </a:lt2>
        <a:accent1>
          <a:srgbClr val="0099CC"/>
        </a:accent1>
        <a:accent2>
          <a:srgbClr val="3366CC"/>
        </a:accent2>
        <a:accent3>
          <a:srgbClr val="FFFFFF"/>
        </a:accent3>
        <a:accent4>
          <a:srgbClr val="000000"/>
        </a:accent4>
        <a:accent5>
          <a:srgbClr val="AACAE2"/>
        </a:accent5>
        <a:accent6>
          <a:srgbClr val="2D5CB9"/>
        </a:accent6>
        <a:hlink>
          <a:srgbClr val="99CCFF"/>
        </a:hlink>
        <a:folHlink>
          <a:srgbClr val="E1E1B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d`s Tie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d`s Tie 4">
        <a:dk1>
          <a:srgbClr val="000000"/>
        </a:dk1>
        <a:lt1>
          <a:srgbClr val="FFFFFF"/>
        </a:lt1>
        <a:dk2>
          <a:srgbClr val="666633"/>
        </a:dk2>
        <a:lt2>
          <a:srgbClr val="908A6C"/>
        </a:lt2>
        <a:accent1>
          <a:srgbClr val="808000"/>
        </a:accent1>
        <a:accent2>
          <a:srgbClr val="996633"/>
        </a:accent2>
        <a:accent3>
          <a:srgbClr val="FFFFFF"/>
        </a:accent3>
        <a:accent4>
          <a:srgbClr val="000000"/>
        </a:accent4>
        <a:accent5>
          <a:srgbClr val="C0C0AA"/>
        </a:accent5>
        <a:accent6>
          <a:srgbClr val="8A5C2D"/>
        </a:accent6>
        <a:hlink>
          <a:srgbClr val="CCCC00"/>
        </a:hlink>
        <a:folHlink>
          <a:srgbClr val="D6DE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d`s Tie 5">
        <a:dk1>
          <a:srgbClr val="000000"/>
        </a:dk1>
        <a:lt1>
          <a:srgbClr val="FFFFFF"/>
        </a:lt1>
        <a:dk2>
          <a:srgbClr val="181848"/>
        </a:dk2>
        <a:lt2>
          <a:srgbClr val="656F97"/>
        </a:lt2>
        <a:accent1>
          <a:srgbClr val="6666FF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B8B8FF"/>
        </a:accent5>
        <a:accent6>
          <a:srgbClr val="2D2D8A"/>
        </a:accent6>
        <a:hlink>
          <a:srgbClr val="9A9ABC"/>
        </a:hlink>
        <a:folHlink>
          <a:srgbClr val="D2B6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d`s Tie 6">
        <a:dk1>
          <a:srgbClr val="CC0066"/>
        </a:dk1>
        <a:lt1>
          <a:srgbClr val="FFFFFF"/>
        </a:lt1>
        <a:dk2>
          <a:srgbClr val="000000"/>
        </a:dk2>
        <a:lt2>
          <a:srgbClr val="CC0099"/>
        </a:lt2>
        <a:accent1>
          <a:srgbClr val="FF9900"/>
        </a:accent1>
        <a:accent2>
          <a:srgbClr val="CC6600"/>
        </a:accent2>
        <a:accent3>
          <a:srgbClr val="AAAAAA"/>
        </a:accent3>
        <a:accent4>
          <a:srgbClr val="DADADA"/>
        </a:accent4>
        <a:accent5>
          <a:srgbClr val="FFCAAA"/>
        </a:accent5>
        <a:accent6>
          <a:srgbClr val="B95C00"/>
        </a:accent6>
        <a:hlink>
          <a:srgbClr val="009900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Slit">
  <a:themeElements>
    <a:clrScheme name="Slit 1">
      <a:dk1>
        <a:srgbClr val="8C0000"/>
      </a:dk1>
      <a:lt1>
        <a:srgbClr val="FFFFFF"/>
      </a:lt1>
      <a:dk2>
        <a:srgbClr val="720000"/>
      </a:dk2>
      <a:lt2>
        <a:srgbClr val="FFFFCC"/>
      </a:lt2>
      <a:accent1>
        <a:srgbClr val="FF3300"/>
      </a:accent1>
      <a:accent2>
        <a:srgbClr val="BE7960"/>
      </a:accent2>
      <a:accent3>
        <a:srgbClr val="BCAAAA"/>
      </a:accent3>
      <a:accent4>
        <a:srgbClr val="DADADA"/>
      </a:accent4>
      <a:accent5>
        <a:srgbClr val="FFADAA"/>
      </a:accent5>
      <a:accent6>
        <a:srgbClr val="AC6D56"/>
      </a:accent6>
      <a:hlink>
        <a:srgbClr val="FFCC66"/>
      </a:hlink>
      <a:folHlink>
        <a:srgbClr val="FF9900"/>
      </a:folHlink>
    </a:clrScheme>
    <a:fontScheme name="Slit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AU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AU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</a:defRPr>
        </a:defPPr>
      </a:lstStyle>
    </a:lnDef>
  </a:objectDefaults>
  <a:extraClrSchemeLst>
    <a:extraClrScheme>
      <a:clrScheme name="Slit 1">
        <a:dk1>
          <a:srgbClr val="8C0000"/>
        </a:dk1>
        <a:lt1>
          <a:srgbClr val="FFFFFF"/>
        </a:lt1>
        <a:dk2>
          <a:srgbClr val="720000"/>
        </a:dk2>
        <a:lt2>
          <a:srgbClr val="FFFFCC"/>
        </a:lt2>
        <a:accent1>
          <a:srgbClr val="FF3300"/>
        </a:accent1>
        <a:accent2>
          <a:srgbClr val="BE7960"/>
        </a:accent2>
        <a:accent3>
          <a:srgbClr val="BCAAAA"/>
        </a:accent3>
        <a:accent4>
          <a:srgbClr val="DADADA"/>
        </a:accent4>
        <a:accent5>
          <a:srgbClr val="FFADAA"/>
        </a:accent5>
        <a:accent6>
          <a:srgbClr val="AC6D56"/>
        </a:accent6>
        <a:hlink>
          <a:srgbClr val="FFCC66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2">
        <a:dk1>
          <a:srgbClr val="674E2F"/>
        </a:dk1>
        <a:lt1>
          <a:srgbClr val="FFFFFF"/>
        </a:lt1>
        <a:dk2>
          <a:srgbClr val="533F27"/>
        </a:dk2>
        <a:lt2>
          <a:srgbClr val="D8B274"/>
        </a:lt2>
        <a:accent1>
          <a:srgbClr val="CC990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E2CAAA"/>
        </a:accent5>
        <a:accent6>
          <a:srgbClr val="81552A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3">
        <a:dk1>
          <a:srgbClr val="646464"/>
        </a:dk1>
        <a:lt1>
          <a:srgbClr val="FFFFFF"/>
        </a:lt1>
        <a:dk2>
          <a:srgbClr val="545454"/>
        </a:dk2>
        <a:lt2>
          <a:srgbClr val="D4D4CE"/>
        </a:lt2>
        <a:accent1>
          <a:srgbClr val="49747D"/>
        </a:accent1>
        <a:accent2>
          <a:srgbClr val="8F9699"/>
        </a:accent2>
        <a:accent3>
          <a:srgbClr val="B3B3B3"/>
        </a:accent3>
        <a:accent4>
          <a:srgbClr val="DADADA"/>
        </a:accent4>
        <a:accent5>
          <a:srgbClr val="B1BCBF"/>
        </a:accent5>
        <a:accent6>
          <a:srgbClr val="81878A"/>
        </a:accent6>
        <a:hlink>
          <a:srgbClr val="8DC4D7"/>
        </a:hlink>
        <a:folHlink>
          <a:srgbClr val="7FB97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4">
        <a:dk1>
          <a:srgbClr val="3A7400"/>
        </a:dk1>
        <a:lt1>
          <a:srgbClr val="FFFFFF"/>
        </a:lt1>
        <a:dk2>
          <a:srgbClr val="2E5C00"/>
        </a:dk2>
        <a:lt2>
          <a:srgbClr val="FFFFFF"/>
        </a:lt2>
        <a:accent1>
          <a:srgbClr val="79CA02"/>
        </a:accent1>
        <a:accent2>
          <a:srgbClr val="008080"/>
        </a:accent2>
        <a:accent3>
          <a:srgbClr val="ADB5AA"/>
        </a:accent3>
        <a:accent4>
          <a:srgbClr val="DADADA"/>
        </a:accent4>
        <a:accent5>
          <a:srgbClr val="BEE1AA"/>
        </a:accent5>
        <a:accent6>
          <a:srgbClr val="007373"/>
        </a:accent6>
        <a:hlink>
          <a:srgbClr val="A8DE0E"/>
        </a:hlink>
        <a:folHlink>
          <a:srgbClr val="00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5">
        <a:dk1>
          <a:srgbClr val="008885"/>
        </a:dk1>
        <a:lt1>
          <a:srgbClr val="FFFFFF"/>
        </a:lt1>
        <a:dk2>
          <a:srgbClr val="007572"/>
        </a:dk2>
        <a:lt2>
          <a:srgbClr val="FFFF99"/>
        </a:lt2>
        <a:accent1>
          <a:srgbClr val="33CCCC"/>
        </a:accent1>
        <a:accent2>
          <a:srgbClr val="6D6FC7"/>
        </a:accent2>
        <a:accent3>
          <a:srgbClr val="AABDBC"/>
        </a:accent3>
        <a:accent4>
          <a:srgbClr val="DADADA"/>
        </a:accent4>
        <a:accent5>
          <a:srgbClr val="ADE2E2"/>
        </a:accent5>
        <a:accent6>
          <a:srgbClr val="6264B4"/>
        </a:accent6>
        <a:hlink>
          <a:srgbClr val="FFFFCC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6">
        <a:dk1>
          <a:srgbClr val="0000AC"/>
        </a:dk1>
        <a:lt1>
          <a:srgbClr val="FFFFFF"/>
        </a:lt1>
        <a:dk2>
          <a:srgbClr val="000086"/>
        </a:dk2>
        <a:lt2>
          <a:srgbClr val="CCFFFF"/>
        </a:lt2>
        <a:accent1>
          <a:srgbClr val="0099FF"/>
        </a:accent1>
        <a:accent2>
          <a:srgbClr val="00B000"/>
        </a:accent2>
        <a:accent3>
          <a:srgbClr val="AAAAC3"/>
        </a:accent3>
        <a:accent4>
          <a:srgbClr val="DADADA"/>
        </a:accent4>
        <a:accent5>
          <a:srgbClr val="AACAFF"/>
        </a:accent5>
        <a:accent6>
          <a:srgbClr val="009F00"/>
        </a:accent6>
        <a:hlink>
          <a:srgbClr val="FFE701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7">
        <a:dk1>
          <a:srgbClr val="7474A2"/>
        </a:dk1>
        <a:lt1>
          <a:srgbClr val="FFFFFF"/>
        </a:lt1>
        <a:dk2>
          <a:srgbClr val="5E5E8E"/>
        </a:dk2>
        <a:lt2>
          <a:srgbClr val="D1D1DF"/>
        </a:lt2>
        <a:accent1>
          <a:srgbClr val="CC66FF"/>
        </a:accent1>
        <a:accent2>
          <a:srgbClr val="6666FF"/>
        </a:accent2>
        <a:accent3>
          <a:srgbClr val="B6B6C6"/>
        </a:accent3>
        <a:accent4>
          <a:srgbClr val="DADADA"/>
        </a:accent4>
        <a:accent5>
          <a:srgbClr val="E2B8FF"/>
        </a:accent5>
        <a:accent6>
          <a:srgbClr val="5C5CE7"/>
        </a:accent6>
        <a:hlink>
          <a:srgbClr val="FFCC99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8">
        <a:dk1>
          <a:srgbClr val="000000"/>
        </a:dk1>
        <a:lt1>
          <a:srgbClr val="D0DAE2"/>
        </a:lt1>
        <a:dk2>
          <a:srgbClr val="000000"/>
        </a:dk2>
        <a:lt2>
          <a:srgbClr val="E7EDF1"/>
        </a:lt2>
        <a:accent1>
          <a:srgbClr val="33CCCC"/>
        </a:accent1>
        <a:accent2>
          <a:srgbClr val="0099CC"/>
        </a:accent2>
        <a:accent3>
          <a:srgbClr val="E4EAEE"/>
        </a:accent3>
        <a:accent4>
          <a:srgbClr val="000000"/>
        </a:accent4>
        <a:accent5>
          <a:srgbClr val="ADE2E2"/>
        </a:accent5>
        <a:accent6>
          <a:srgbClr val="008AB9"/>
        </a:accent6>
        <a:hlink>
          <a:srgbClr val="3333CC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t 9">
        <a:dk1>
          <a:srgbClr val="000000"/>
        </a:dk1>
        <a:lt1>
          <a:srgbClr val="FFFFFF"/>
        </a:lt1>
        <a:dk2>
          <a:srgbClr val="000000"/>
        </a:dk2>
        <a:lt2>
          <a:srgbClr val="E6E6E6"/>
        </a:lt2>
        <a:accent1>
          <a:srgbClr val="66CCFF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B8E2FF"/>
        </a:accent5>
        <a:accent6>
          <a:srgbClr val="8A8AE7"/>
        </a:accent6>
        <a:hlink>
          <a:srgbClr val="3333CC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Proposal">
  <a:themeElements>
    <a:clrScheme name="Proposal 8">
      <a:dk1>
        <a:srgbClr val="000000"/>
      </a:dk1>
      <a:lt1>
        <a:srgbClr val="FFFFFF"/>
      </a:lt1>
      <a:dk2>
        <a:srgbClr val="8C0039"/>
      </a:dk2>
      <a:lt2>
        <a:srgbClr val="660066"/>
      </a:lt2>
      <a:accent1>
        <a:srgbClr val="C58BF9"/>
      </a:accent1>
      <a:accent2>
        <a:srgbClr val="9966FF"/>
      </a:accent2>
      <a:accent3>
        <a:srgbClr val="FFFFFF"/>
      </a:accent3>
      <a:accent4>
        <a:srgbClr val="000000"/>
      </a:accent4>
      <a:accent5>
        <a:srgbClr val="DFC4FB"/>
      </a:accent5>
      <a:accent6>
        <a:srgbClr val="8A5CE7"/>
      </a:accent6>
      <a:hlink>
        <a:srgbClr val="E4005C"/>
      </a:hlink>
      <a:folHlink>
        <a:srgbClr val="C36C03"/>
      </a:folHlink>
    </a:clrScheme>
    <a:fontScheme name="Propos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AU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AU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</a:defRPr>
        </a:defPPr>
      </a:lstStyle>
    </a:lnDef>
  </a:objectDefaults>
  <a:extraClrSchemeLst>
    <a:extraClrScheme>
      <a:clrScheme name="Proposal 1">
        <a:dk1>
          <a:srgbClr val="777777"/>
        </a:dk1>
        <a:lt1>
          <a:srgbClr val="FFFFFF"/>
        </a:lt1>
        <a:dk2>
          <a:srgbClr val="333333"/>
        </a:dk2>
        <a:lt2>
          <a:srgbClr val="FFF4C3"/>
        </a:lt2>
        <a:accent1>
          <a:srgbClr val="C892FA"/>
        </a:accent1>
        <a:accent2>
          <a:srgbClr val="9966FF"/>
        </a:accent2>
        <a:accent3>
          <a:srgbClr val="ADADAD"/>
        </a:accent3>
        <a:accent4>
          <a:srgbClr val="DADADA"/>
        </a:accent4>
        <a:accent5>
          <a:srgbClr val="E0C7FC"/>
        </a:accent5>
        <a:accent6>
          <a:srgbClr val="8A5CE7"/>
        </a:accent6>
        <a:hlink>
          <a:srgbClr val="E4005C"/>
        </a:hlink>
        <a:folHlink>
          <a:srgbClr val="DC7A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posal 2">
        <a:dk1>
          <a:srgbClr val="1C1C1C"/>
        </a:dk1>
        <a:lt1>
          <a:srgbClr val="FFFFFF"/>
        </a:lt1>
        <a:dk2>
          <a:srgbClr val="5F5F5F"/>
        </a:dk2>
        <a:lt2>
          <a:srgbClr val="FFFFCC"/>
        </a:lt2>
        <a:accent1>
          <a:srgbClr val="4A5B64"/>
        </a:accent1>
        <a:accent2>
          <a:srgbClr val="AF9387"/>
        </a:accent2>
        <a:accent3>
          <a:srgbClr val="B6B6B6"/>
        </a:accent3>
        <a:accent4>
          <a:srgbClr val="DADADA"/>
        </a:accent4>
        <a:accent5>
          <a:srgbClr val="B1B5B8"/>
        </a:accent5>
        <a:accent6>
          <a:srgbClr val="9E857A"/>
        </a:accent6>
        <a:hlink>
          <a:srgbClr val="F3C43F"/>
        </a:hlink>
        <a:folHlink>
          <a:srgbClr val="66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posal 3">
        <a:dk1>
          <a:srgbClr val="4D4D4D"/>
        </a:dk1>
        <a:lt1>
          <a:srgbClr val="FFFFFF"/>
        </a:lt1>
        <a:dk2>
          <a:srgbClr val="666699"/>
        </a:dk2>
        <a:lt2>
          <a:srgbClr val="FFFFCC"/>
        </a:lt2>
        <a:accent1>
          <a:srgbClr val="8D8DB3"/>
        </a:accent1>
        <a:accent2>
          <a:srgbClr val="7A25D7"/>
        </a:accent2>
        <a:accent3>
          <a:srgbClr val="B8B8CA"/>
        </a:accent3>
        <a:accent4>
          <a:srgbClr val="DADADA"/>
        </a:accent4>
        <a:accent5>
          <a:srgbClr val="C5C5D6"/>
        </a:accent5>
        <a:accent6>
          <a:srgbClr val="6E20C3"/>
        </a:accent6>
        <a:hlink>
          <a:srgbClr val="66CCFF"/>
        </a:hlink>
        <a:folHlink>
          <a:srgbClr val="3333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posal 4">
        <a:dk1>
          <a:srgbClr val="10187C"/>
        </a:dk1>
        <a:lt1>
          <a:srgbClr val="F8F8F8"/>
        </a:lt1>
        <a:dk2>
          <a:srgbClr val="538DC7"/>
        </a:dk2>
        <a:lt2>
          <a:srgbClr val="CCECFF"/>
        </a:lt2>
        <a:accent1>
          <a:srgbClr val="879EC7"/>
        </a:accent1>
        <a:accent2>
          <a:srgbClr val="461B8B"/>
        </a:accent2>
        <a:accent3>
          <a:srgbClr val="B3C5E0"/>
        </a:accent3>
        <a:accent4>
          <a:srgbClr val="D4D4D4"/>
        </a:accent4>
        <a:accent5>
          <a:srgbClr val="C3CCE0"/>
        </a:accent5>
        <a:accent6>
          <a:srgbClr val="3F177D"/>
        </a:accent6>
        <a:hlink>
          <a:srgbClr val="0000FF"/>
        </a:hlink>
        <a:folHlink>
          <a:srgbClr val="0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posal 5">
        <a:dk1>
          <a:srgbClr val="002F2E"/>
        </a:dk1>
        <a:lt1>
          <a:srgbClr val="FFFFFF"/>
        </a:lt1>
        <a:dk2>
          <a:srgbClr val="008080"/>
        </a:dk2>
        <a:lt2>
          <a:srgbClr val="FFFFCC"/>
        </a:lt2>
        <a:accent1>
          <a:srgbClr val="0E6A52"/>
        </a:accent1>
        <a:accent2>
          <a:srgbClr val="3553A7"/>
        </a:accent2>
        <a:accent3>
          <a:srgbClr val="AAC0C0"/>
        </a:accent3>
        <a:accent4>
          <a:srgbClr val="DADADA"/>
        </a:accent4>
        <a:accent5>
          <a:srgbClr val="AAB9B3"/>
        </a:accent5>
        <a:accent6>
          <a:srgbClr val="2F4A97"/>
        </a:accent6>
        <a:hlink>
          <a:srgbClr val="1ACE9F"/>
        </a:hlink>
        <a:folHlink>
          <a:srgbClr val="B5B5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posal 6">
        <a:dk1>
          <a:srgbClr val="000000"/>
        </a:dk1>
        <a:lt1>
          <a:srgbClr val="E3FFFF"/>
        </a:lt1>
        <a:dk2>
          <a:srgbClr val="4400A8"/>
        </a:dk2>
        <a:lt2>
          <a:srgbClr val="005452"/>
        </a:lt2>
        <a:accent1>
          <a:srgbClr val="92CAC9"/>
        </a:accent1>
        <a:accent2>
          <a:srgbClr val="009999"/>
        </a:accent2>
        <a:accent3>
          <a:srgbClr val="EFFFFF"/>
        </a:accent3>
        <a:accent4>
          <a:srgbClr val="000000"/>
        </a:accent4>
        <a:accent5>
          <a:srgbClr val="C7E1E1"/>
        </a:accent5>
        <a:accent6>
          <a:srgbClr val="008A8A"/>
        </a:accent6>
        <a:hlink>
          <a:srgbClr val="187C16"/>
        </a:hlink>
        <a:folHlink>
          <a:srgbClr val="6600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posal 7">
        <a:dk1>
          <a:srgbClr val="000000"/>
        </a:dk1>
        <a:lt1>
          <a:srgbClr val="CCFF99"/>
        </a:lt1>
        <a:dk2>
          <a:srgbClr val="CC99FF"/>
        </a:dk2>
        <a:lt2>
          <a:srgbClr val="1B3600"/>
        </a:lt2>
        <a:accent1>
          <a:srgbClr val="009900"/>
        </a:accent1>
        <a:accent2>
          <a:srgbClr val="B7CA02"/>
        </a:accent2>
        <a:accent3>
          <a:srgbClr val="E2FFCA"/>
        </a:accent3>
        <a:accent4>
          <a:srgbClr val="000000"/>
        </a:accent4>
        <a:accent5>
          <a:srgbClr val="AACAAA"/>
        </a:accent5>
        <a:accent6>
          <a:srgbClr val="A6B702"/>
        </a:accent6>
        <a:hlink>
          <a:srgbClr val="FFCC0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posal 8">
        <a:dk1>
          <a:srgbClr val="000000"/>
        </a:dk1>
        <a:lt1>
          <a:srgbClr val="FFFFFF"/>
        </a:lt1>
        <a:dk2>
          <a:srgbClr val="8C0039"/>
        </a:dk2>
        <a:lt2>
          <a:srgbClr val="660066"/>
        </a:lt2>
        <a:accent1>
          <a:srgbClr val="C58BF9"/>
        </a:accent1>
        <a:accent2>
          <a:srgbClr val="9966FF"/>
        </a:accent2>
        <a:accent3>
          <a:srgbClr val="FFFFFF"/>
        </a:accent3>
        <a:accent4>
          <a:srgbClr val="000000"/>
        </a:accent4>
        <a:accent5>
          <a:srgbClr val="DFC4FB"/>
        </a:accent5>
        <a:accent6>
          <a:srgbClr val="8A5CE7"/>
        </a:accent6>
        <a:hlink>
          <a:srgbClr val="E4005C"/>
        </a:hlink>
        <a:folHlink>
          <a:srgbClr val="C36C0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Designs\Dad`s Tie.pot</Template>
  <TotalTime>368</TotalTime>
  <Words>505</Words>
  <Application>Microsoft Office PowerPoint</Application>
  <PresentationFormat>On-screen Show (4:3)</PresentationFormat>
  <Paragraphs>109</Paragraphs>
  <Slides>11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4" baseType="lpstr">
      <vt:lpstr>Arial Unicode MS</vt:lpstr>
      <vt:lpstr>Arial</vt:lpstr>
      <vt:lpstr>Arial Black</vt:lpstr>
      <vt:lpstr>Comic Sans MS</vt:lpstr>
      <vt:lpstr>Impact</vt:lpstr>
      <vt:lpstr>Symbol</vt:lpstr>
      <vt:lpstr>Tahoma</vt:lpstr>
      <vt:lpstr>Times New Roman</vt:lpstr>
      <vt:lpstr>Wingdings</vt:lpstr>
      <vt:lpstr>Dad`s Tie</vt:lpstr>
      <vt:lpstr>Slit</vt:lpstr>
      <vt:lpstr>Proposal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Brisbane Girls Grammar School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manager</dc:creator>
  <cp:lastModifiedBy>E4038674</cp:lastModifiedBy>
  <cp:revision>27</cp:revision>
  <dcterms:created xsi:type="dcterms:W3CDTF">2004-10-25T01:43:55Z</dcterms:created>
  <dcterms:modified xsi:type="dcterms:W3CDTF">2015-06-26T01:26:16Z</dcterms:modified>
</cp:coreProperties>
</file>