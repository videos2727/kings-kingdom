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85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B2C2-4155-4124-AE72-A7A8802F2DE3}" type="datetimeFigureOut">
              <a:rPr lang="en-AU" smtClean="0"/>
              <a:t>2/02/2016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D79A-57E2-47AD-9A7A-85539516D8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4099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B2C2-4155-4124-AE72-A7A8802F2DE3}" type="datetimeFigureOut">
              <a:rPr lang="en-AU" smtClean="0"/>
              <a:t>2/02/2016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D79A-57E2-47AD-9A7A-85539516D8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3637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B2C2-4155-4124-AE72-A7A8802F2DE3}" type="datetimeFigureOut">
              <a:rPr lang="en-AU" smtClean="0"/>
              <a:t>2/02/2016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D79A-57E2-47AD-9A7A-85539516D8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930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B2C2-4155-4124-AE72-A7A8802F2DE3}" type="datetimeFigureOut">
              <a:rPr lang="en-AU" smtClean="0"/>
              <a:t>2/02/2016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D79A-57E2-47AD-9A7A-85539516D8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1549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B2C2-4155-4124-AE72-A7A8802F2DE3}" type="datetimeFigureOut">
              <a:rPr lang="en-AU" smtClean="0"/>
              <a:t>2/02/2016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D79A-57E2-47AD-9A7A-85539516D8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2670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B2C2-4155-4124-AE72-A7A8802F2DE3}" type="datetimeFigureOut">
              <a:rPr lang="en-AU" smtClean="0"/>
              <a:t>2/02/2016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D79A-57E2-47AD-9A7A-85539516D8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8540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B2C2-4155-4124-AE72-A7A8802F2DE3}" type="datetimeFigureOut">
              <a:rPr lang="en-AU" smtClean="0"/>
              <a:t>2/02/2016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D79A-57E2-47AD-9A7A-85539516D8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2991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B2C2-4155-4124-AE72-A7A8802F2DE3}" type="datetimeFigureOut">
              <a:rPr lang="en-AU" smtClean="0"/>
              <a:t>2/02/2016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D79A-57E2-47AD-9A7A-85539516D8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7101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B2C2-4155-4124-AE72-A7A8802F2DE3}" type="datetimeFigureOut">
              <a:rPr lang="en-AU" smtClean="0"/>
              <a:t>2/02/2016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D79A-57E2-47AD-9A7A-85539516D8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860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B2C2-4155-4124-AE72-A7A8802F2DE3}" type="datetimeFigureOut">
              <a:rPr lang="en-AU" smtClean="0"/>
              <a:t>2/02/2016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D79A-57E2-47AD-9A7A-85539516D8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8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1B2C2-4155-4124-AE72-A7A8802F2DE3}" type="datetimeFigureOut">
              <a:rPr lang="en-AU" smtClean="0"/>
              <a:t>2/02/2016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DD79A-57E2-47AD-9A7A-85539516D8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4138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6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1B2C2-4155-4124-AE72-A7A8802F2DE3}" type="datetimeFigureOut">
              <a:rPr lang="en-AU" smtClean="0"/>
              <a:t>2/02/2016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DD79A-57E2-47AD-9A7A-85539516D83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7374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404664"/>
            <a:ext cx="7772400" cy="1470025"/>
          </a:xfrm>
        </p:spPr>
        <p:txBody>
          <a:bodyPr/>
          <a:lstStyle/>
          <a:p>
            <a:r>
              <a:rPr lang="en-AU" dirty="0" smtClean="0"/>
              <a:t>Topic: Index Notation</a:t>
            </a:r>
            <a:endParaRPr lang="en-AU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83568" y="2651844"/>
            <a:ext cx="7772400" cy="30094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 smtClean="0"/>
              <a:t>Essential Question: </a:t>
            </a:r>
          </a:p>
          <a:p>
            <a:r>
              <a:rPr lang="en-AU" dirty="0" smtClean="0"/>
              <a:t>How do I expand a number in index form?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58014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764704"/>
            <a:ext cx="8496944" cy="118072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Factors are the numbers that you are multiplying with.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47936" y="2075919"/>
            <a:ext cx="1359768" cy="705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dirty="0" smtClean="0"/>
              <a:t>6 </a:t>
            </a:r>
            <a:r>
              <a:rPr lang="en-AU" dirty="0" smtClean="0">
                <a:sym typeface="Symbol"/>
              </a:rPr>
              <a:t> 3 = </a:t>
            </a:r>
            <a:endParaRPr lang="en-AU" dirty="0" smtClean="0"/>
          </a:p>
          <a:p>
            <a:pPr marL="0" indent="0">
              <a:buFont typeface="Arial" pitchFamily="34" charset="0"/>
              <a:buNone/>
            </a:pPr>
            <a:endParaRPr lang="en-AU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148064" y="2075919"/>
            <a:ext cx="1564078" cy="8651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dirty="0" smtClean="0"/>
              <a:t>10 </a:t>
            </a:r>
            <a:r>
              <a:rPr lang="en-AU" dirty="0" smtClean="0">
                <a:sym typeface="Symbol"/>
              </a:rPr>
              <a:t> 4 = </a:t>
            </a:r>
            <a:endParaRPr lang="en-AU" dirty="0" smtClean="0"/>
          </a:p>
          <a:p>
            <a:pPr marL="0" indent="0">
              <a:buFont typeface="Arial" pitchFamily="34" charset="0"/>
              <a:buNone/>
            </a:pPr>
            <a:endParaRPr lang="en-AU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763688" y="2075920"/>
            <a:ext cx="679884" cy="688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dirty="0" smtClean="0"/>
              <a:t>18</a:t>
            </a:r>
          </a:p>
          <a:p>
            <a:pPr marL="0" indent="0">
              <a:buFont typeface="Arial" pitchFamily="34" charset="0"/>
              <a:buNone/>
            </a:pPr>
            <a:endParaRPr lang="en-AU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588224" y="2075920"/>
            <a:ext cx="679884" cy="688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dirty="0" smtClean="0"/>
              <a:t>40</a:t>
            </a:r>
          </a:p>
          <a:p>
            <a:pPr marL="0" indent="0">
              <a:buFont typeface="Arial" pitchFamily="34" charset="0"/>
              <a:buNone/>
            </a:pPr>
            <a:endParaRPr lang="en-AU" dirty="0"/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827584" y="2636912"/>
            <a:ext cx="224408" cy="58444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051992" y="2636912"/>
            <a:ext cx="279648" cy="58444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5565871" y="2636912"/>
            <a:ext cx="224408" cy="58444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5790279" y="2636912"/>
            <a:ext cx="279648" cy="58444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/>
          <p:cNvSpPr txBox="1">
            <a:spLocks/>
          </p:cNvSpPr>
          <p:nvPr/>
        </p:nvSpPr>
        <p:spPr>
          <a:xfrm>
            <a:off x="386258" y="3221360"/>
            <a:ext cx="1377430" cy="688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dirty="0" smtClean="0"/>
              <a:t>Factors</a:t>
            </a:r>
          </a:p>
          <a:p>
            <a:pPr marL="0" indent="0">
              <a:buFont typeface="Arial" pitchFamily="34" charset="0"/>
              <a:buNone/>
            </a:pPr>
            <a:endParaRPr lang="en-AU" dirty="0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5210794" y="3186902"/>
            <a:ext cx="1377430" cy="688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dirty="0" smtClean="0"/>
              <a:t>Factors</a:t>
            </a:r>
          </a:p>
          <a:p>
            <a:pPr marL="0" indent="0">
              <a:buFont typeface="Arial" pitchFamily="34" charset="0"/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00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764704"/>
            <a:ext cx="8496944" cy="1180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When your factors </a:t>
            </a:r>
            <a:r>
              <a:rPr lang="en-AU" dirty="0"/>
              <a:t>are </a:t>
            </a:r>
            <a:r>
              <a:rPr lang="en-AU" dirty="0" smtClean="0"/>
              <a:t>the same, you can simplify it by writing it in index form.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547936" y="2075919"/>
            <a:ext cx="1359768" cy="705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dirty="0" smtClean="0"/>
              <a:t>6 </a:t>
            </a:r>
            <a:r>
              <a:rPr lang="en-AU" dirty="0" smtClean="0">
                <a:sym typeface="Symbol"/>
              </a:rPr>
              <a:t> 6 = </a:t>
            </a:r>
            <a:endParaRPr lang="en-AU" dirty="0" smtClean="0"/>
          </a:p>
          <a:p>
            <a:pPr marL="0" indent="0">
              <a:buFont typeface="Arial" pitchFamily="34" charset="0"/>
              <a:buNone/>
            </a:pPr>
            <a:endParaRPr lang="en-AU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148064" y="2075919"/>
            <a:ext cx="3600400" cy="8651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dirty="0">
                <a:sym typeface="Symbol"/>
              </a:rPr>
              <a:t>2</a:t>
            </a:r>
            <a:r>
              <a:rPr lang="en-AU" dirty="0" smtClean="0">
                <a:sym typeface="Symbol"/>
              </a:rPr>
              <a:t> </a:t>
            </a:r>
            <a:r>
              <a:rPr lang="en-AU" dirty="0" smtClean="0">
                <a:sym typeface="Symbol"/>
              </a:rPr>
              <a:t> 2  2  2 </a:t>
            </a:r>
            <a:r>
              <a:rPr lang="en-AU" dirty="0" smtClean="0">
                <a:sym typeface="Symbol"/>
              </a:rPr>
              <a:t>= 16 </a:t>
            </a:r>
            <a:endParaRPr lang="en-AU" dirty="0" smtClean="0"/>
          </a:p>
          <a:p>
            <a:pPr marL="0" indent="0">
              <a:buFont typeface="Arial" pitchFamily="34" charset="0"/>
              <a:buNone/>
            </a:pPr>
            <a:endParaRPr lang="en-AU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763688" y="2075920"/>
            <a:ext cx="679884" cy="688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dirty="0" smtClean="0"/>
              <a:t>36</a:t>
            </a:r>
          </a:p>
          <a:p>
            <a:pPr marL="0" indent="0">
              <a:buFont typeface="Arial" pitchFamily="34" charset="0"/>
              <a:buNone/>
            </a:pPr>
            <a:endParaRPr lang="en-AU" dirty="0"/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55188" y="2636912"/>
            <a:ext cx="2072596" cy="705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dirty="0" smtClean="0"/>
              <a:t>     6</a:t>
            </a:r>
            <a:r>
              <a:rPr lang="en-AU" baseline="30000" dirty="0" smtClean="0"/>
              <a:t>2</a:t>
            </a:r>
            <a:r>
              <a:rPr lang="en-AU" dirty="0" smtClean="0">
                <a:sym typeface="Symbol"/>
              </a:rPr>
              <a:t> = 36</a:t>
            </a:r>
            <a:endParaRPr lang="en-AU" dirty="0" smtClean="0"/>
          </a:p>
          <a:p>
            <a:pPr marL="0" indent="0">
              <a:buFont typeface="Arial" pitchFamily="34" charset="0"/>
              <a:buNone/>
            </a:pPr>
            <a:endParaRPr lang="en-AU" dirty="0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5148064" y="2669169"/>
            <a:ext cx="3600400" cy="8651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dirty="0" smtClean="0">
                <a:sym typeface="Symbol"/>
              </a:rPr>
              <a:t>                   2</a:t>
            </a:r>
            <a:r>
              <a:rPr lang="en-AU" baseline="30000" dirty="0" smtClean="0">
                <a:sym typeface="Symbol"/>
              </a:rPr>
              <a:t>4</a:t>
            </a:r>
            <a:r>
              <a:rPr lang="en-AU" dirty="0" smtClean="0">
                <a:sym typeface="Symbol"/>
              </a:rPr>
              <a:t> </a:t>
            </a:r>
            <a:r>
              <a:rPr lang="en-AU" dirty="0" smtClean="0">
                <a:sym typeface="Symbol"/>
              </a:rPr>
              <a:t>= 16 </a:t>
            </a:r>
            <a:endParaRPr lang="en-AU" dirty="0" smtClean="0"/>
          </a:p>
          <a:p>
            <a:pPr marL="0" indent="0">
              <a:buFont typeface="Arial" pitchFamily="34" charset="0"/>
              <a:buNone/>
            </a:pPr>
            <a:endParaRPr lang="en-AU" dirty="0"/>
          </a:p>
        </p:txBody>
      </p:sp>
      <p:sp>
        <p:nvSpPr>
          <p:cNvPr id="2" name="Curved Left Arrow 1"/>
          <p:cNvSpPr/>
          <p:nvPr/>
        </p:nvSpPr>
        <p:spPr>
          <a:xfrm>
            <a:off x="2443572" y="2276872"/>
            <a:ext cx="400236" cy="71254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9" name="Curved Left Arrow 18"/>
          <p:cNvSpPr/>
          <p:nvPr/>
        </p:nvSpPr>
        <p:spPr>
          <a:xfrm>
            <a:off x="8172400" y="2312897"/>
            <a:ext cx="400236" cy="712544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545379" y="4124675"/>
            <a:ext cx="8496944" cy="1180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dirty="0" smtClean="0"/>
              <a:t>Index form or </a:t>
            </a:r>
            <a:r>
              <a:rPr lang="en-AU" dirty="0"/>
              <a:t>p</a:t>
            </a:r>
            <a:r>
              <a:rPr lang="en-AU" dirty="0" smtClean="0"/>
              <a:t>ower form are numbers written with indices.</a:t>
            </a:r>
          </a:p>
          <a:p>
            <a:pPr marL="0" indent="0">
              <a:buFont typeface="Arial" pitchFamily="34" charset="0"/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106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7" grpId="0"/>
      <p:bldP spid="18" grpId="0"/>
      <p:bldP spid="2" grpId="0" animBg="1"/>
      <p:bldP spid="19" grpId="0" animBg="1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27584" y="2492896"/>
            <a:ext cx="7992888" cy="93610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5400" dirty="0" smtClean="0"/>
              <a:t>3</a:t>
            </a:r>
            <a:r>
              <a:rPr lang="en-AU" sz="5400" baseline="30000" dirty="0" smtClean="0"/>
              <a:t>5</a:t>
            </a:r>
            <a:r>
              <a:rPr lang="en-AU" sz="5400" dirty="0" smtClean="0"/>
              <a:t>  = </a:t>
            </a:r>
            <a:r>
              <a:rPr lang="en-AU" sz="5400" dirty="0">
                <a:sym typeface="Symbol"/>
              </a:rPr>
              <a:t>3</a:t>
            </a:r>
            <a:r>
              <a:rPr lang="en-AU" sz="5400" dirty="0" smtClean="0">
                <a:sym typeface="Symbol"/>
              </a:rPr>
              <a:t>  3  3  3</a:t>
            </a:r>
            <a:r>
              <a:rPr lang="en-AU" sz="5400" dirty="0" smtClean="0"/>
              <a:t> </a:t>
            </a:r>
            <a:r>
              <a:rPr lang="en-AU" sz="5400" dirty="0" smtClean="0">
                <a:sym typeface="Symbol"/>
              </a:rPr>
              <a:t> 3</a:t>
            </a:r>
            <a:r>
              <a:rPr lang="en-AU" sz="5400" dirty="0" smtClean="0"/>
              <a:t>  = 243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611560" y="2132856"/>
            <a:ext cx="360040" cy="57606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1470332" y="1980456"/>
            <a:ext cx="423664" cy="72846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/>
          <p:cNvSpPr txBox="1">
            <a:spLocks/>
          </p:cNvSpPr>
          <p:nvPr/>
        </p:nvSpPr>
        <p:spPr>
          <a:xfrm>
            <a:off x="-252536" y="1594279"/>
            <a:ext cx="1383238" cy="70500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dirty="0" smtClean="0"/>
              <a:t>     Base</a:t>
            </a:r>
          </a:p>
          <a:p>
            <a:pPr marL="0" indent="0">
              <a:buFont typeface="Arial" pitchFamily="34" charset="0"/>
              <a:buNone/>
            </a:pPr>
            <a:endParaRPr lang="en-AU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971600" y="908720"/>
            <a:ext cx="2145154" cy="1224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AU" dirty="0" smtClean="0"/>
              <a:t>Index or Exponent</a:t>
            </a:r>
          </a:p>
          <a:p>
            <a:pPr marL="0" indent="0" algn="ctr">
              <a:buFont typeface="Arial" pitchFamily="34" charset="0"/>
              <a:buNone/>
            </a:pP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401522"/>
            <a:ext cx="1217160" cy="1106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Content Placeholder 2"/>
          <p:cNvSpPr txBox="1">
            <a:spLocks/>
          </p:cNvSpPr>
          <p:nvPr/>
        </p:nvSpPr>
        <p:spPr>
          <a:xfrm>
            <a:off x="0" y="4005064"/>
            <a:ext cx="2771800" cy="1224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AU" dirty="0" smtClean="0"/>
              <a:t>Index Form or Exponent Form</a:t>
            </a:r>
          </a:p>
          <a:p>
            <a:pPr marL="0" indent="0" algn="ctr">
              <a:buFont typeface="Arial" pitchFamily="34" charset="0"/>
              <a:buNone/>
            </a:pPr>
            <a:endParaRPr lang="en-AU" dirty="0"/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611560" y="3451198"/>
            <a:ext cx="360040" cy="55386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9"/>
          <p:cNvSpPr>
            <a:spLocks noChangeArrowheads="1"/>
          </p:cNvSpPr>
          <p:nvPr/>
        </p:nvSpPr>
        <p:spPr bwMode="auto">
          <a:xfrm>
            <a:off x="2195736" y="2299288"/>
            <a:ext cx="4824535" cy="1345736"/>
          </a:xfrm>
          <a:prstGeom prst="ellipse">
            <a:avLst/>
          </a:prstGeom>
          <a:noFill/>
          <a:ln w="57150" algn="ctr">
            <a:solidFill>
              <a:schemeClr val="accent6">
                <a:lumMod val="75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3116754" y="4186136"/>
            <a:ext cx="2895406" cy="6120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AU" dirty="0" smtClean="0"/>
              <a:t>Expanded Form</a:t>
            </a:r>
          </a:p>
          <a:p>
            <a:pPr marL="0" indent="0" algn="ctr">
              <a:buFont typeface="Arial" pitchFamily="34" charset="0"/>
              <a:buNone/>
            </a:pPr>
            <a:endParaRPr lang="en-AU" dirty="0"/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4088354" y="3632270"/>
            <a:ext cx="123606" cy="66082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524328" y="2420888"/>
            <a:ext cx="1224136" cy="1087144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Content Placeholder 2"/>
          <p:cNvSpPr txBox="1">
            <a:spLocks/>
          </p:cNvSpPr>
          <p:nvPr/>
        </p:nvSpPr>
        <p:spPr>
          <a:xfrm>
            <a:off x="6300029" y="4040832"/>
            <a:ext cx="2895406" cy="6120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AU" dirty="0" smtClean="0"/>
              <a:t>Standard Form</a:t>
            </a:r>
          </a:p>
          <a:p>
            <a:pPr marL="0" indent="0" algn="ctr">
              <a:buFont typeface="Arial" pitchFamily="34" charset="0"/>
              <a:buNone/>
            </a:pPr>
            <a:endParaRPr lang="en-AU" dirty="0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7956376" y="3525310"/>
            <a:ext cx="159765" cy="660826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719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  <p:bldP spid="16" grpId="0" animBg="1"/>
      <p:bldP spid="18" grpId="0"/>
      <p:bldP spid="21" grpId="0" animBg="1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2019508"/>
              </p:ext>
            </p:extLst>
          </p:nvPr>
        </p:nvGraphicFramePr>
        <p:xfrm>
          <a:off x="251520" y="1397000"/>
          <a:ext cx="8712968" cy="27639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2594"/>
                <a:gridCol w="6970374"/>
              </a:tblGrid>
              <a:tr h="591840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Powers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3200" dirty="0" smtClean="0"/>
                        <a:t>Words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4024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4024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4024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23528" y="2060848"/>
            <a:ext cx="1584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 smtClean="0"/>
              <a:t>6</a:t>
            </a:r>
            <a:r>
              <a:rPr lang="en-AU" sz="3200" baseline="30000" dirty="0" smtClean="0"/>
              <a:t>4</a:t>
            </a:r>
            <a:endParaRPr lang="en-A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323528" y="2798023"/>
            <a:ext cx="1584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/>
              <a:t>7</a:t>
            </a:r>
            <a:r>
              <a:rPr lang="en-AU" sz="3200" baseline="30000" dirty="0" smtClean="0"/>
              <a:t>3</a:t>
            </a:r>
            <a:endParaRPr lang="en-AU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323528" y="3501008"/>
            <a:ext cx="15841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200" dirty="0" smtClean="0"/>
              <a:t>10</a:t>
            </a:r>
            <a:r>
              <a:rPr lang="en-AU" sz="3200" baseline="30000" dirty="0" smtClean="0"/>
              <a:t>11</a:t>
            </a:r>
            <a:endParaRPr lang="en-AU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2060104" y="2060848"/>
            <a:ext cx="6832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 smtClean="0"/>
              <a:t>Six to the power of four</a:t>
            </a:r>
            <a:endParaRPr lang="en-AU" sz="3200" dirty="0"/>
          </a:p>
        </p:txBody>
      </p:sp>
      <p:sp>
        <p:nvSpPr>
          <p:cNvPr id="10" name="TextBox 9"/>
          <p:cNvSpPr txBox="1"/>
          <p:nvPr/>
        </p:nvSpPr>
        <p:spPr>
          <a:xfrm>
            <a:off x="2081986" y="2798023"/>
            <a:ext cx="6832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Seven to the power of three or three cubed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2062661" y="3501007"/>
            <a:ext cx="68323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 smtClean="0"/>
              <a:t>Ten to the power of eleven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71534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117610"/>
              </p:ext>
            </p:extLst>
          </p:nvPr>
        </p:nvGraphicFramePr>
        <p:xfrm>
          <a:off x="251520" y="1397000"/>
          <a:ext cx="8712969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44216"/>
                <a:gridCol w="1800200"/>
                <a:gridCol w="2304256"/>
                <a:gridCol w="2664297"/>
              </a:tblGrid>
              <a:tr h="591840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Index form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402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Expanded Form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4024">
                <a:tc>
                  <a:txBody>
                    <a:bodyPr/>
                    <a:lstStyle/>
                    <a:p>
                      <a:pPr algn="ctr"/>
                      <a:r>
                        <a:rPr lang="en-AU" sz="3200" dirty="0" smtClean="0"/>
                        <a:t>Standard Form</a:t>
                      </a:r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AU" sz="3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771800" y="1556792"/>
            <a:ext cx="864096" cy="8640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4800" dirty="0" smtClean="0"/>
              <a:t>5</a:t>
            </a:r>
            <a:r>
              <a:rPr lang="en-AU" sz="4800" baseline="30000" dirty="0"/>
              <a:t>3</a:t>
            </a:r>
            <a:endParaRPr lang="en-AU" dirty="0" smtClean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004048" y="1556792"/>
            <a:ext cx="864096" cy="8640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sz="4800" dirty="0" smtClean="0"/>
              <a:t>2</a:t>
            </a:r>
            <a:r>
              <a:rPr lang="en-AU" sz="4800" baseline="30000" dirty="0"/>
              <a:t>5</a:t>
            </a:r>
            <a:endParaRPr lang="en-AU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380312" y="1556792"/>
            <a:ext cx="864096" cy="8640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sz="4800" dirty="0" smtClean="0"/>
              <a:t>1</a:t>
            </a:r>
            <a:r>
              <a:rPr lang="en-AU" sz="4800" baseline="30000" dirty="0"/>
              <a:t>7</a:t>
            </a:r>
            <a:endParaRPr lang="en-AU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2195736" y="2636912"/>
            <a:ext cx="2147098" cy="720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600" dirty="0" smtClean="0">
                <a:sym typeface="Symbol"/>
              </a:rPr>
              <a:t>5 </a:t>
            </a:r>
            <a:r>
              <a:rPr lang="en-AU" sz="3600" dirty="0" smtClean="0">
                <a:sym typeface="Symbol"/>
              </a:rPr>
              <a:t> 5  5</a:t>
            </a:r>
            <a:r>
              <a:rPr lang="en-AU" sz="3600" dirty="0" smtClean="0">
                <a:sym typeface="Symbol"/>
              </a:rPr>
              <a:t> </a:t>
            </a:r>
            <a:endParaRPr lang="en-AU" sz="3600" dirty="0" smtClean="0"/>
          </a:p>
          <a:p>
            <a:pPr marL="0" indent="0">
              <a:buFont typeface="Arial" pitchFamily="34" charset="0"/>
              <a:buNone/>
            </a:pPr>
            <a:endParaRPr lang="en-AU" sz="36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067944" y="2772691"/>
            <a:ext cx="2317398" cy="58430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600" dirty="0">
                <a:sym typeface="Symbol"/>
              </a:rPr>
              <a:t>2</a:t>
            </a:r>
            <a:r>
              <a:rPr lang="en-AU" sz="3600" dirty="0" smtClean="0">
                <a:sym typeface="Symbol"/>
              </a:rPr>
              <a:t> </a:t>
            </a:r>
            <a:r>
              <a:rPr lang="en-AU" sz="3600" dirty="0" smtClean="0">
                <a:sym typeface="Symbol"/>
              </a:rPr>
              <a:t> 2  2  2  2</a:t>
            </a:r>
            <a:r>
              <a:rPr lang="en-AU" sz="3600" dirty="0" smtClean="0">
                <a:sym typeface="Symbol"/>
              </a:rPr>
              <a:t> </a:t>
            </a:r>
            <a:endParaRPr lang="en-AU" sz="3600" dirty="0" smtClean="0"/>
          </a:p>
          <a:p>
            <a:pPr marL="0" indent="0">
              <a:buFont typeface="Arial" pitchFamily="34" charset="0"/>
              <a:buNone/>
            </a:pPr>
            <a:endParaRPr lang="en-AU" sz="36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385341" y="2772691"/>
            <a:ext cx="2657725" cy="584301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600" dirty="0" smtClean="0">
                <a:sym typeface="Symbol"/>
              </a:rPr>
              <a:t>1 </a:t>
            </a:r>
            <a:r>
              <a:rPr lang="en-AU" sz="3600" dirty="0" smtClean="0">
                <a:sym typeface="Symbol"/>
              </a:rPr>
              <a:t> 1  1  1  1  1  1</a:t>
            </a:r>
            <a:r>
              <a:rPr lang="en-AU" sz="3600" dirty="0" smtClean="0">
                <a:sym typeface="Symbol"/>
              </a:rPr>
              <a:t> </a:t>
            </a:r>
            <a:endParaRPr lang="en-AU" sz="3600" dirty="0" smtClean="0"/>
          </a:p>
          <a:p>
            <a:pPr marL="0" indent="0">
              <a:buFont typeface="Arial" pitchFamily="34" charset="0"/>
              <a:buNone/>
            </a:pPr>
            <a:endParaRPr lang="en-AU" sz="36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547182" y="3645024"/>
            <a:ext cx="1232730" cy="8640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sz="4800" dirty="0" smtClean="0"/>
              <a:t>125</a:t>
            </a:r>
            <a:endParaRPr lang="en-AU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4583475" y="3626977"/>
            <a:ext cx="1232730" cy="8640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sz="4800" dirty="0" smtClean="0"/>
              <a:t>32</a:t>
            </a:r>
            <a:endParaRPr lang="en-AU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7195995" y="3629534"/>
            <a:ext cx="1232730" cy="8640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sz="4800" dirty="0" smtClean="0"/>
              <a:t>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73979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182</Words>
  <Application>Microsoft Office PowerPoint</Application>
  <PresentationFormat>On-screen Show (4:3)</PresentationFormat>
  <Paragraphs>43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Topic: Index Notation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Index Notation</dc:title>
  <dc:creator>PURCELL Laura</dc:creator>
  <cp:lastModifiedBy>PURCELL Laura</cp:lastModifiedBy>
  <cp:revision>8</cp:revision>
  <dcterms:created xsi:type="dcterms:W3CDTF">2016-02-02T10:23:53Z</dcterms:created>
  <dcterms:modified xsi:type="dcterms:W3CDTF">2016-02-02T11:13:12Z</dcterms:modified>
</cp:coreProperties>
</file>