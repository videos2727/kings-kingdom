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11" r:id="rId5"/>
    <p:sldId id="307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292" r:id="rId16"/>
    <p:sldId id="29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 and Ratio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762301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Write down 5 ratios equivalent to </a:t>
            </a:r>
            <a:r>
              <a:rPr lang="en-AU" dirty="0" smtClean="0"/>
              <a:t>5:1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626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884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92648" y="2636912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e.g. Simplify </a:t>
            </a:r>
          </a:p>
          <a:p>
            <a:pPr marL="342900" indent="-342900">
              <a:buAutoNum type="arabicPeriod"/>
            </a:pPr>
            <a:r>
              <a:rPr lang="en-AU" dirty="0" smtClean="0"/>
              <a:t>15 : 5			</a:t>
            </a:r>
            <a:endParaRPr lang="en-AU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65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92648" y="2636912"/>
                <a:ext cx="46169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e.g. Simplify </a:t>
                </a: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15 : 5	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5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   ÷5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        3  :  1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648" y="2636912"/>
                <a:ext cx="461697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189" t="-2066" r="-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35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92648" y="2636912"/>
                <a:ext cx="4801314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e.g. Simplify </a:t>
                </a: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15 : 5	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5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   ÷5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        3  :  1</a:t>
                </a:r>
              </a:p>
              <a:p>
                <a:endParaRPr lang="en-AU" dirty="0" smtClean="0"/>
              </a:p>
              <a:p>
                <a:pPr marL="342900" indent="-342900">
                  <a:buAutoNum type="arabicPeriod" startAt="2"/>
                </a:pPr>
                <a:r>
                  <a:rPr lang="en-AU" dirty="0" smtClean="0"/>
                  <a:t>16   :  8			</a:t>
                </a:r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648" y="2636912"/>
                <a:ext cx="4801314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44" t="-1742" b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89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92648" y="2636912"/>
                <a:ext cx="4616970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e.g. Simplify </a:t>
                </a: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15 : 5	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5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   ÷5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        3  :  1</a:t>
                </a:r>
              </a:p>
              <a:p>
                <a:endParaRPr lang="en-AU" dirty="0" smtClean="0"/>
              </a:p>
              <a:p>
                <a:pPr marL="342900" indent="-342900">
                  <a:buAutoNum type="arabicPeriod" startAt="2"/>
                </a:pPr>
                <a:r>
                  <a:rPr lang="en-AU" dirty="0" smtClean="0"/>
                  <a:t>16   :  8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8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8     ÷8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 smtClean="0"/>
                  <a:t>        2   :   1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648" y="2636912"/>
                <a:ext cx="4616970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1189" t="-1179" r="-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12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79989" y="2465119"/>
                <a:ext cx="4616970" cy="2724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e.g. Simplify </a:t>
                </a: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15 : 5	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5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   ÷5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        3  :  1</a:t>
                </a:r>
              </a:p>
              <a:p>
                <a:pPr marL="342900" indent="-342900">
                  <a:buAutoNum type="arabicPeriod" startAt="2"/>
                </a:pPr>
                <a:r>
                  <a:rPr lang="en-AU" dirty="0" smtClean="0"/>
                  <a:t>16   :  8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8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8     ÷8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 smtClean="0"/>
                  <a:t>        2   :   1</a:t>
                </a:r>
              </a:p>
              <a:p>
                <a:r>
                  <a:rPr lang="en-AU" dirty="0" smtClean="0"/>
                  <a:t>For a fraction multiply by the denominators</a:t>
                </a:r>
              </a:p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:5</m:t>
                    </m:r>
                  </m:oMath>
                </a14:m>
                <a:r>
                  <a:rPr lang="en-AU" dirty="0" smtClean="0"/>
                  <a:t>				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989" y="2465119"/>
                <a:ext cx="4616970" cy="2724528"/>
              </a:xfrm>
              <a:prstGeom prst="rect">
                <a:avLst/>
              </a:prstGeom>
              <a:blipFill rotWithShape="1">
                <a:blip r:embed="rId2"/>
                <a:stretch>
                  <a:fillRect l="-1189" t="-1119" r="-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18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79989" y="2465119"/>
                <a:ext cx="4616970" cy="4594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e.g. Simplify </a:t>
                </a: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15 : 5	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5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   ÷5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        3  :  1</a:t>
                </a:r>
              </a:p>
              <a:p>
                <a:pPr marL="342900" indent="-342900">
                  <a:buAutoNum type="arabicPeriod" startAt="2"/>
                </a:pPr>
                <a:r>
                  <a:rPr lang="en-AU" dirty="0" smtClean="0"/>
                  <a:t>16   :  8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8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8     ÷8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 smtClean="0"/>
                  <a:t>        2   :   1</a:t>
                </a:r>
              </a:p>
              <a:p>
                <a:r>
                  <a:rPr lang="en-AU" dirty="0" smtClean="0"/>
                  <a:t>For a fraction multiply by the denominators</a:t>
                </a:r>
              </a:p>
              <a:p>
                <a:r>
                  <a:rPr lang="en-AU" dirty="0" smtClean="0"/>
                  <a:t>e.g.</a:t>
                </a:r>
              </a:p>
              <a:p>
                <a:r>
                  <a:rPr lang="en-AU" dirty="0" smtClean="0"/>
                  <a:t>1)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:5</m:t>
                    </m:r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 3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:r>
                  <a:rPr lang="en-AU" dirty="0" smtClean="0"/>
                  <a:t>2  : 15</a:t>
                </a:r>
              </a:p>
              <a:p>
                <a:r>
                  <a:rPr lang="en-AU" dirty="0" smtClean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x3</a:t>
                </a:r>
              </a:p>
              <a:p>
                <a:r>
                  <a:rPr lang="en-AU" dirty="0" smtClean="0"/>
                  <a:t>  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x2</a:t>
                </a: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4 : 3			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989" y="2465119"/>
                <a:ext cx="4616970" cy="4594271"/>
              </a:xfrm>
              <a:prstGeom prst="rect">
                <a:avLst/>
              </a:prstGeom>
              <a:blipFill rotWithShape="1">
                <a:blip r:embed="rId2"/>
                <a:stretch>
                  <a:fillRect l="-1189" t="-663" r="-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4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79989" y="2465119"/>
                <a:ext cx="4616970" cy="4317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e.g. Simplify </a:t>
                </a: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15 : 5	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5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   ÷5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        3  :  1</a:t>
                </a:r>
              </a:p>
              <a:p>
                <a:pPr marL="342900" indent="-342900">
                  <a:buAutoNum type="arabicPeriod" startAt="2"/>
                </a:pPr>
                <a:r>
                  <a:rPr lang="en-AU" dirty="0" smtClean="0"/>
                  <a:t>16   :  8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8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8     ÷8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 smtClean="0"/>
                  <a:t>        2   :   1</a:t>
                </a:r>
              </a:p>
              <a:p>
                <a:r>
                  <a:rPr lang="en-AU" dirty="0" smtClean="0"/>
                  <a:t>For a fraction multiply by the denominators</a:t>
                </a:r>
              </a:p>
              <a:p>
                <a:r>
                  <a:rPr lang="en-AU" dirty="0" smtClean="0"/>
                  <a:t>e.g.</a:t>
                </a:r>
              </a:p>
              <a:p>
                <a:r>
                  <a:rPr lang="en-AU" dirty="0" smtClean="0"/>
                  <a:t>1)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:5</m:t>
                    </m:r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 3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:r>
                  <a:rPr lang="en-AU" dirty="0" smtClean="0"/>
                  <a:t>2  : 15</a:t>
                </a:r>
              </a:p>
              <a:p>
                <a:r>
                  <a:rPr lang="en-AU" dirty="0" smtClean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x3</a:t>
                </a:r>
              </a:p>
              <a:p>
                <a:r>
                  <a:rPr lang="en-AU" dirty="0" smtClean="0"/>
                  <a:t>   		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989" y="2465119"/>
                <a:ext cx="4616970" cy="4317272"/>
              </a:xfrm>
              <a:prstGeom prst="rect">
                <a:avLst/>
              </a:prstGeom>
              <a:blipFill rotWithShape="1">
                <a:blip r:embed="rId2"/>
                <a:stretch>
                  <a:fillRect l="-1189" t="-705" r="-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53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3085292" y="2064289"/>
            <a:ext cx="5852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simplify a ratio divide the values by the HCF of the values.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79989" y="2465119"/>
                <a:ext cx="4616970" cy="4594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e.g. Simplify </a:t>
                </a: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15 : 5	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5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   ÷5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        3  :  1</a:t>
                </a:r>
              </a:p>
              <a:p>
                <a:pPr marL="342900" indent="-342900">
                  <a:buAutoNum type="arabicPeriod" startAt="2"/>
                </a:pPr>
                <a:r>
                  <a:rPr lang="en-AU" dirty="0" smtClean="0"/>
                  <a:t>16   :  8	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HCF is 8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8     ÷8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r>
                  <a:rPr lang="en-AU" dirty="0" smtClean="0"/>
                  <a:t>        2   :   1</a:t>
                </a:r>
              </a:p>
              <a:p>
                <a:r>
                  <a:rPr lang="en-AU" dirty="0" smtClean="0"/>
                  <a:t>For a fraction multiply by the denominators</a:t>
                </a:r>
              </a:p>
              <a:p>
                <a:r>
                  <a:rPr lang="en-AU" dirty="0" smtClean="0"/>
                  <a:t>e.g.</a:t>
                </a:r>
              </a:p>
              <a:p>
                <a:r>
                  <a:rPr lang="en-AU" dirty="0" smtClean="0"/>
                  <a:t>1)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:5</m:t>
                    </m:r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 3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:r>
                  <a:rPr lang="en-AU" dirty="0" smtClean="0"/>
                  <a:t>2  : 15</a:t>
                </a:r>
              </a:p>
              <a:p>
                <a:r>
                  <a:rPr lang="en-AU" dirty="0" smtClean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x3</a:t>
                </a:r>
              </a:p>
              <a:p>
                <a:r>
                  <a:rPr lang="en-AU" dirty="0" smtClean="0"/>
                  <a:t>  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x2</a:t>
                </a: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4 : 3			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989" y="2465119"/>
                <a:ext cx="4616970" cy="4594271"/>
              </a:xfrm>
              <a:prstGeom prst="rect">
                <a:avLst/>
              </a:prstGeom>
              <a:blipFill rotWithShape="1">
                <a:blip r:embed="rId2"/>
                <a:stretch>
                  <a:fillRect l="-1189" t="-663" r="-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80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Simplifying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915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simplify ratios with fractions and different units</a:t>
            </a:r>
            <a:endParaRPr lang="en-AU" sz="2400" dirty="0" smtClean="0"/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87824" y="2022633"/>
                <a:ext cx="4262962" cy="4594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For a fraction multiply by the denominators</a:t>
                </a:r>
              </a:p>
              <a:p>
                <a:r>
                  <a:rPr lang="en-AU" dirty="0" smtClean="0"/>
                  <a:t>e.g.</a:t>
                </a:r>
              </a:p>
              <a:p>
                <a:r>
                  <a:rPr lang="en-AU" dirty="0" smtClean="0"/>
                  <a:t>1)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:5</m:t>
                    </m:r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 3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</a:t>
                </a:r>
                <a:r>
                  <a:rPr lang="en-AU" dirty="0" smtClean="0"/>
                  <a:t>2  : 15</a:t>
                </a:r>
              </a:p>
              <a:p>
                <a:r>
                  <a:rPr lang="en-AU" dirty="0" smtClean="0"/>
                  <a:t>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: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x3</a:t>
                </a:r>
              </a:p>
              <a:p>
                <a:r>
                  <a:rPr lang="en-AU" dirty="0" smtClean="0"/>
                  <a:t>  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	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x2</a:t>
                </a: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4 : 3</a:t>
                </a:r>
              </a:p>
              <a:p>
                <a:endParaRPr lang="en-AU" dirty="0"/>
              </a:p>
              <a:p>
                <a:r>
                  <a:rPr lang="en-AU" dirty="0" smtClean="0"/>
                  <a:t>Make any units the same</a:t>
                </a:r>
              </a:p>
              <a:p>
                <a:endParaRPr lang="en-AU" dirty="0"/>
              </a:p>
              <a:p>
                <a:r>
                  <a:rPr lang="en-AU" dirty="0" smtClean="0"/>
                  <a:t>e.g. 20cm : 1m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change to cm</a:t>
                </a:r>
              </a:p>
              <a:p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  20:100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Simplify</a:t>
                </a:r>
                <a:r>
                  <a:rPr lang="en-AU" dirty="0" smtClean="0"/>
                  <a:t>		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        </a:t>
                </a:r>
                <a:r>
                  <a:rPr lang="en-AU" dirty="0" smtClean="0"/>
                  <a:t>1 : 5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2022633"/>
                <a:ext cx="4262962" cy="4594271"/>
              </a:xfrm>
              <a:prstGeom prst="rect">
                <a:avLst/>
              </a:prstGeom>
              <a:blipFill rotWithShape="1">
                <a:blip r:embed="rId2"/>
                <a:stretch>
                  <a:fillRect l="-1144" t="-664" r="-8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94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three shapes with a perimeter of 36cm.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45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452</Words>
  <Application>Microsoft Office PowerPoint</Application>
  <PresentationFormat>On-screen Show (4:3)</PresentationFormat>
  <Paragraphs>208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My Measurement and Ratio Interactive Notebook</vt:lpstr>
      <vt:lpstr>PowerPoint Presentation</vt:lpstr>
      <vt:lpstr>PowerPoint Presentation</vt:lpstr>
      <vt:lpstr>Write down 5 ratios equivalent to 5:1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Plenary 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36</cp:revision>
  <dcterms:created xsi:type="dcterms:W3CDTF">2014-05-14T02:58:57Z</dcterms:created>
  <dcterms:modified xsi:type="dcterms:W3CDTF">2014-10-21T00:22:57Z</dcterms:modified>
</cp:coreProperties>
</file>