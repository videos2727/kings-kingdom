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0" r:id="rId2"/>
    <p:sldId id="259" r:id="rId3"/>
    <p:sldId id="258" r:id="rId4"/>
    <p:sldId id="325" r:id="rId5"/>
    <p:sldId id="352" r:id="rId6"/>
    <p:sldId id="351" r:id="rId7"/>
    <p:sldId id="350" r:id="rId8"/>
    <p:sldId id="349" r:id="rId9"/>
    <p:sldId id="348" r:id="rId10"/>
    <p:sldId id="347" r:id="rId11"/>
    <p:sldId id="346" r:id="rId12"/>
    <p:sldId id="345" r:id="rId13"/>
    <p:sldId id="344" r:id="rId14"/>
    <p:sldId id="343" r:id="rId15"/>
    <p:sldId id="334" r:id="rId16"/>
    <p:sldId id="335" r:id="rId17"/>
    <p:sldId id="328" r:id="rId18"/>
    <p:sldId id="333" r:id="rId19"/>
    <p:sldId id="336" r:id="rId20"/>
    <p:sldId id="332" r:id="rId21"/>
    <p:sldId id="331" r:id="rId22"/>
    <p:sldId id="337" r:id="rId23"/>
    <p:sldId id="330" r:id="rId24"/>
    <p:sldId id="329" r:id="rId25"/>
    <p:sldId id="342" r:id="rId26"/>
    <p:sldId id="341" r:id="rId27"/>
    <p:sldId id="340" r:id="rId28"/>
    <p:sldId id="339" r:id="rId29"/>
    <p:sldId id="338" r:id="rId30"/>
    <p:sldId id="324" r:id="rId31"/>
    <p:sldId id="323" r:id="rId32"/>
    <p:sldId id="322" r:id="rId33"/>
    <p:sldId id="308" r:id="rId34"/>
    <p:sldId id="292" r:id="rId35"/>
    <p:sldId id="29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 varScale="1">
        <p:scale>
          <a:sx n="77" d="100"/>
          <a:sy n="77" d="100"/>
        </p:scale>
        <p:origin x="8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23/06/2015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Mrs Keen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41062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569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423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6977" y="2824132"/>
            <a:ext cx="269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you do first?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741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6977" y="2824132"/>
            <a:ext cx="269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you do first?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7601" y="2801495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First, find the lowest common multiple (LCM) of the denominators.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4683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6977" y="2824132"/>
            <a:ext cx="269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you do first?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7601" y="2801495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First, find the lowest common multiple (LCM) of the denominators. 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3633" y="3515655"/>
            <a:ext cx="284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there a trick to finding the LCM quickly?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319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6977" y="2824132"/>
            <a:ext cx="269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you do first?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7601" y="2801495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First, find the lowest common multiple (LCM) of the denominators. 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3633" y="3515655"/>
            <a:ext cx="284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there a trick to finding the LCM quickly?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60643" y="3512858"/>
            <a:ext cx="596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Often, the LCM occurs when the denominators are multiplied together </a:t>
            </a:r>
            <a:r>
              <a:rPr lang="en-AU" b="1" dirty="0" smtClean="0"/>
              <a:t>BUT</a:t>
            </a:r>
            <a:r>
              <a:rPr lang="en-AU" dirty="0" smtClean="0"/>
              <a:t>, </a:t>
            </a:r>
            <a:r>
              <a:rPr lang="en-AU" dirty="0" smtClean="0">
                <a:solidFill>
                  <a:srgbClr val="FF0000"/>
                </a:solidFill>
              </a:rPr>
              <a:t>not always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420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6977" y="2824132"/>
            <a:ext cx="269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you do first?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7601" y="2801495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First, find the lowest common multiple (LCM) of the denominators. 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3633" y="3515655"/>
            <a:ext cx="284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there a trick to finding the LCM quickly?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60643" y="3512858"/>
            <a:ext cx="596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Often, the LCM occurs when the denominators are multiplied together </a:t>
            </a:r>
            <a:r>
              <a:rPr lang="en-AU" b="1" dirty="0" smtClean="0"/>
              <a:t>BUT</a:t>
            </a:r>
            <a:r>
              <a:rPr lang="en-AU" dirty="0" smtClean="0"/>
              <a:t>, </a:t>
            </a:r>
            <a:r>
              <a:rPr lang="en-AU" dirty="0" smtClean="0">
                <a:solidFill>
                  <a:srgbClr val="FF0000"/>
                </a:solidFill>
              </a:rPr>
              <a:t>not always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9078" y="4299511"/>
            <a:ext cx="278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next?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003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6977" y="2824132"/>
            <a:ext cx="269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you do first?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7601" y="2801495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First, find the lowest common multiple (LCM) of the denominators. 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3633" y="3515655"/>
            <a:ext cx="284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there a trick to finding the LCM quickly?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60643" y="3512858"/>
            <a:ext cx="596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Often, the LCM occurs when the denominators are multiplied together </a:t>
            </a:r>
            <a:r>
              <a:rPr lang="en-AU" b="1" dirty="0" smtClean="0"/>
              <a:t>BUT</a:t>
            </a:r>
            <a:r>
              <a:rPr lang="en-AU" dirty="0" smtClean="0"/>
              <a:t>, </a:t>
            </a:r>
            <a:r>
              <a:rPr lang="en-AU" dirty="0" smtClean="0">
                <a:solidFill>
                  <a:srgbClr val="FF0000"/>
                </a:solidFill>
              </a:rPr>
              <a:t>not always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9078" y="4299511"/>
            <a:ext cx="278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next?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987824" y="4289907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Make each fraction equivalent to its original but now they both have the same denominator.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918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6977" y="2824132"/>
            <a:ext cx="269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you do first?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7601" y="2801495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First, find the lowest common multiple (LCM) of the denominators. 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3633" y="3515655"/>
            <a:ext cx="284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there a trick to finding the LCM quickly?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60643" y="3512858"/>
            <a:ext cx="596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Often, the LCM occurs when the denominators are multiplied together </a:t>
            </a:r>
            <a:r>
              <a:rPr lang="en-AU" b="1" dirty="0" smtClean="0"/>
              <a:t>BUT</a:t>
            </a:r>
            <a:r>
              <a:rPr lang="en-AU" dirty="0" smtClean="0"/>
              <a:t>, </a:t>
            </a:r>
            <a:r>
              <a:rPr lang="en-AU" dirty="0" smtClean="0">
                <a:solidFill>
                  <a:srgbClr val="FF0000"/>
                </a:solidFill>
              </a:rPr>
              <a:t>not always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9078" y="4299511"/>
            <a:ext cx="278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next?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987824" y="4289907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Make each fraction equivalent to its original but now they both have the same denominator.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57804" y="5031397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Then, add or subtract the numerators. DO NOT do anything with the denominator. That stays the same.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132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you do when you </a:t>
            </a:r>
            <a:r>
              <a:rPr lang="en-AU" sz="2400" dirty="0" smtClean="0"/>
              <a:t>add or subtract</a:t>
            </a:r>
            <a:r>
              <a:rPr lang="en-AU" sz="2400" dirty="0" smtClean="0"/>
              <a:t> </a:t>
            </a:r>
            <a:r>
              <a:rPr lang="en-AU" sz="2400" dirty="0" smtClean="0"/>
              <a:t>fractions?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203" y="1957596"/>
            <a:ext cx="320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What’s important when adding or subtracting fractions?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1957595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or subtract fractions when the </a:t>
            </a:r>
            <a:r>
              <a:rPr lang="en-AU" b="1" dirty="0" smtClean="0"/>
              <a:t>denominators</a:t>
            </a:r>
            <a:r>
              <a:rPr lang="en-AU" dirty="0" smtClean="0"/>
              <a:t> are the </a:t>
            </a:r>
            <a:r>
              <a:rPr lang="en-AU" dirty="0" smtClean="0">
                <a:solidFill>
                  <a:srgbClr val="FF0000"/>
                </a:solidFill>
              </a:rPr>
              <a:t>same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6977" y="2824132"/>
            <a:ext cx="2696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 you do first?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57601" y="2801495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First, find the lowest common multiple (LCM) of the denominators. 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3633" y="3515655"/>
            <a:ext cx="2840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there a trick to finding the LCM quickly?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60643" y="3512858"/>
            <a:ext cx="596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Often, the LCM occurs when the denominators are multiplied together </a:t>
            </a:r>
            <a:r>
              <a:rPr lang="en-AU" b="1" dirty="0" smtClean="0"/>
              <a:t>BUT</a:t>
            </a:r>
            <a:r>
              <a:rPr lang="en-AU" dirty="0" smtClean="0"/>
              <a:t>, </a:t>
            </a:r>
            <a:r>
              <a:rPr lang="en-AU" dirty="0" smtClean="0">
                <a:solidFill>
                  <a:srgbClr val="FF0000"/>
                </a:solidFill>
              </a:rPr>
              <a:t>not always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9078" y="4299511"/>
            <a:ext cx="2780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next?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987824" y="4289907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Make each fraction equivalent to its original but now they both have the same denominator.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957804" y="5031397"/>
            <a:ext cx="58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Then, add or subtract the numerators. DO NOT do anything with the denominator. That stays the same.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73828" y="5750004"/>
            <a:ext cx="5789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Finally, Simplify! (cancel down to the smallest numbers possible; make improper fractions into mixed number fractions).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603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123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993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507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6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798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305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285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530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14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009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75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5896" y="526549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Only change the fraction parts</a:t>
            </a:r>
            <a:endParaRPr lang="en-AU" dirty="0"/>
          </a:p>
        </p:txBody>
      </p:sp>
      <p:cxnSp>
        <p:nvCxnSpPr>
          <p:cNvPr id="22" name="Straight Arrow Connector 21"/>
          <p:cNvCxnSpPr>
            <a:stCxn id="19" idx="1"/>
          </p:cNvCxnSpPr>
          <p:nvPr/>
        </p:nvCxnSpPr>
        <p:spPr>
          <a:xfrm flipH="1">
            <a:off x="3203848" y="5450164"/>
            <a:ext cx="432048" cy="28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040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3−1</m:t>
                        </m:r>
                      </m:e>
                    </m:d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5896" y="526549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Only change the fraction parts</a:t>
            </a:r>
            <a:endParaRPr lang="en-AU" dirty="0"/>
          </a:p>
        </p:txBody>
      </p:sp>
      <p:cxnSp>
        <p:nvCxnSpPr>
          <p:cNvPr id="22" name="Straight Arrow Connector 21"/>
          <p:cNvCxnSpPr>
            <a:stCxn id="19" idx="1"/>
          </p:cNvCxnSpPr>
          <p:nvPr/>
        </p:nvCxnSpPr>
        <p:spPr>
          <a:xfrm flipH="1">
            <a:off x="3203848" y="5450164"/>
            <a:ext cx="432048" cy="28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634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3−1</m:t>
                        </m:r>
                      </m:e>
                    </m:d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5896" y="526549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Only change the fraction parts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5508104" y="6474958"/>
            <a:ext cx="259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 or – the whole numbers</a:t>
            </a:r>
            <a:endParaRPr lang="en-AU" dirty="0"/>
          </a:p>
        </p:txBody>
      </p:sp>
      <p:cxnSp>
        <p:nvCxnSpPr>
          <p:cNvPr id="22" name="Straight Arrow Connector 21"/>
          <p:cNvCxnSpPr>
            <a:stCxn id="19" idx="1"/>
          </p:cNvCxnSpPr>
          <p:nvPr/>
        </p:nvCxnSpPr>
        <p:spPr>
          <a:xfrm flipH="1">
            <a:off x="3203848" y="5450164"/>
            <a:ext cx="432048" cy="28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5220072" y="6237312"/>
            <a:ext cx="28803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692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Some 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1+2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i="0" dirty="0" smtClean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5+9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6+11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f>
                      <m:fPr>
                        <m:ctrlP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AU" dirty="0">
                    <a:solidFill>
                      <a:schemeClr val="accent6">
                        <a:lumMod val="75000"/>
                      </a:schemeClr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b="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3−1</m:t>
                        </m:r>
                      </m:e>
                    </m:d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AU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5240" cy="4997151"/>
              </a:xfrm>
              <a:blipFill rotWithShape="0">
                <a:blip r:embed="rId2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50299" y="210133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Denominator stays the same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150299" y="160745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the numerators</a:t>
            </a:r>
            <a:endParaRPr lang="en-AU" dirty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23928" y="1792123"/>
            <a:ext cx="1226371" cy="11067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1"/>
          </p:cNvCxnSpPr>
          <p:nvPr/>
        </p:nvCxnSpPr>
        <p:spPr>
          <a:xfrm flipH="1" flipV="1">
            <a:off x="3923928" y="2204864"/>
            <a:ext cx="1226371" cy="811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552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36399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19672" y="36375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80" y="2999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123" y="42803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694" y="49207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5896" y="526549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Only change the fraction parts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5508104" y="6474958"/>
            <a:ext cx="259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 or – the whole numbers</a:t>
            </a:r>
            <a:endParaRPr lang="en-AU" dirty="0"/>
          </a:p>
        </p:txBody>
      </p:sp>
      <p:cxnSp>
        <p:nvCxnSpPr>
          <p:cNvPr id="22" name="Straight Arrow Connector 21"/>
          <p:cNvCxnSpPr>
            <a:stCxn id="19" idx="1"/>
          </p:cNvCxnSpPr>
          <p:nvPr/>
        </p:nvCxnSpPr>
        <p:spPr>
          <a:xfrm flipH="1">
            <a:off x="3203848" y="5450164"/>
            <a:ext cx="432048" cy="28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5220072" y="6237312"/>
            <a:ext cx="28803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228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Let’s try these together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4000" dirty="0" smtClean="0"/>
              </a:p>
              <a:p>
                <a:r>
                  <a:rPr lang="en-AU" sz="4000" dirty="0" smtClean="0"/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+3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3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562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1268760"/>
            <a:ext cx="7416824" cy="33977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86" y="4666538"/>
            <a:ext cx="7720811" cy="99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006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Remember! 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844824"/>
            <a:ext cx="9155610" cy="267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05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8864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040" y="1196752"/>
            <a:ext cx="5904656" cy="28639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040" y="4653136"/>
            <a:ext cx="1342811" cy="54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1136</Words>
  <Application>Microsoft Office PowerPoint</Application>
  <PresentationFormat>On-screen Show (4:3)</PresentationFormat>
  <Paragraphs>395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Some examples</vt:lpstr>
      <vt:lpstr>Let’s try these together </vt:lpstr>
      <vt:lpstr>Task </vt:lpstr>
      <vt:lpstr>Remember! 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50</cp:revision>
  <dcterms:created xsi:type="dcterms:W3CDTF">2014-05-14T02:58:57Z</dcterms:created>
  <dcterms:modified xsi:type="dcterms:W3CDTF">2015-06-23T14:34:56Z</dcterms:modified>
</cp:coreProperties>
</file>