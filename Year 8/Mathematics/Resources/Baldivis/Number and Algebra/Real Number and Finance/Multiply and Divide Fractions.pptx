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0" r:id="rId2"/>
    <p:sldId id="259" r:id="rId3"/>
    <p:sldId id="258" r:id="rId4"/>
    <p:sldId id="325" r:id="rId5"/>
    <p:sldId id="335" r:id="rId6"/>
    <p:sldId id="334" r:id="rId7"/>
    <p:sldId id="333" r:id="rId8"/>
    <p:sldId id="332" r:id="rId9"/>
    <p:sldId id="331" r:id="rId10"/>
    <p:sldId id="330" r:id="rId11"/>
    <p:sldId id="329" r:id="rId12"/>
    <p:sldId id="328" r:id="rId13"/>
    <p:sldId id="327" r:id="rId14"/>
    <p:sldId id="326" r:id="rId15"/>
    <p:sldId id="309" r:id="rId16"/>
    <p:sldId id="321" r:id="rId17"/>
    <p:sldId id="324" r:id="rId18"/>
    <p:sldId id="323" r:id="rId19"/>
    <p:sldId id="322" r:id="rId20"/>
    <p:sldId id="308" r:id="rId21"/>
    <p:sldId id="292" r:id="rId22"/>
    <p:sldId id="291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803" autoAdjust="0"/>
  </p:normalViewPr>
  <p:slideViewPr>
    <p:cSldViewPr>
      <p:cViewPr varScale="1">
        <p:scale>
          <a:sx n="77" d="100"/>
          <a:sy n="77" d="100"/>
        </p:scale>
        <p:origin x="161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14/06/2015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14/06/2015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</a:t>
            </a:r>
            <a:r>
              <a:rPr lang="en-AU" dirty="0" smtClean="0"/>
              <a:t>Mrs Keen</a:t>
            </a:r>
            <a:endParaRPr lang="en-AU" dirty="0" smtClean="0"/>
          </a:p>
          <a:p>
            <a:pPr algn="l"/>
            <a:r>
              <a:rPr lang="en-AU" dirty="0" smtClean="0"/>
              <a:t>Term 2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you do when you multiply or divide fractions?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410620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you do when you multiply or divide 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3779" y="2038781"/>
            <a:ext cx="2750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multiply fractions?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26344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you do when you multiply or divide 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3779" y="2038781"/>
            <a:ext cx="2750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multiply fractions?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2060848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First you simplify, then you multiply the numerators together and then the denominators together.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2868434"/>
            <a:ext cx="3182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does simplify mean?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9726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you do when you multiply or divide 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3779" y="2038781"/>
            <a:ext cx="2750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multiply fractions?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2060848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First you simplify, then you multiply the numerators together and then the denominators together.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2868434"/>
            <a:ext cx="3182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does simplify mean?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55977" y="2881050"/>
            <a:ext cx="606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Don’t forget to simplify. If you can, do this first. It makes multiplying much easier.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7444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you do when you multiply or divide 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3779" y="2038781"/>
            <a:ext cx="2750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multiply fractions?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2060848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First you simplify, then you multiply the numerators together and then the denominators together.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2868434"/>
            <a:ext cx="3182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does simplify mean?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55977" y="2881050"/>
            <a:ext cx="606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Don’t forget to simplify. If you can, do this first. It makes multiplying much easier.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987824" y="3539794"/>
                <a:ext cx="2829775" cy="485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b="0" i="0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4" y="3539794"/>
                <a:ext cx="2829775" cy="485774"/>
              </a:xfrm>
              <a:prstGeom prst="rect">
                <a:avLst/>
              </a:prstGeom>
              <a:blipFill rotWithShape="0">
                <a:blip r:embed="rId2"/>
                <a:stretch>
                  <a:fillRect l="-1724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4158873" y="3395088"/>
            <a:ext cx="453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÷2</a:t>
            </a:r>
            <a:endParaRPr lang="en-AU" sz="1200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175955" y="3820199"/>
            <a:ext cx="453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÷2</a:t>
            </a:r>
            <a:endParaRPr lang="en-AU" sz="1200" dirty="0">
              <a:solidFill>
                <a:srgbClr val="FF0000"/>
              </a:solidFill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>
            <a:off x="4113090" y="3573004"/>
            <a:ext cx="165255" cy="173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4119599" y="3802774"/>
            <a:ext cx="165255" cy="173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987054" y="3417309"/>
            <a:ext cx="206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1</a:t>
            </a:r>
            <a:endParaRPr lang="en-AU" sz="1200" dirty="0">
              <a:solidFill>
                <a:srgbClr val="FF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000803" y="3879200"/>
            <a:ext cx="206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2</a:t>
            </a:r>
            <a:endParaRPr lang="en-AU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173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you do when you multiply or divide 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3779" y="2038781"/>
            <a:ext cx="2750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multiply fractions?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2060848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First you simplify, then you multiply the numerators together and then the denominators together.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2868434"/>
            <a:ext cx="3182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does simplify mean?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55977" y="2881050"/>
            <a:ext cx="606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Don’t forget to simplify. If you can, do this first. It makes multiplying much easier.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987824" y="3539794"/>
                <a:ext cx="2829775" cy="485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b="0" i="0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4" y="3539794"/>
                <a:ext cx="2829775" cy="485774"/>
              </a:xfrm>
              <a:prstGeom prst="rect">
                <a:avLst/>
              </a:prstGeom>
              <a:blipFill rotWithShape="0">
                <a:blip r:embed="rId2"/>
                <a:stretch>
                  <a:fillRect l="-1724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5755373" y="3497033"/>
            <a:ext cx="3718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chemeClr val="accent6">
                    <a:lumMod val="75000"/>
                  </a:schemeClr>
                </a:solidFill>
              </a:rPr>
              <a:t>Even if you don’t simplify first, you can still simplify the answer</a:t>
            </a:r>
            <a:endParaRPr lang="en-AU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158873" y="3395088"/>
            <a:ext cx="453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÷2</a:t>
            </a:r>
            <a:endParaRPr lang="en-AU" sz="1200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175955" y="3820199"/>
            <a:ext cx="453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÷2</a:t>
            </a:r>
            <a:endParaRPr lang="en-AU" sz="1200" dirty="0">
              <a:solidFill>
                <a:srgbClr val="FF0000"/>
              </a:solidFill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>
            <a:off x="4113090" y="3573004"/>
            <a:ext cx="165255" cy="173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4119599" y="3802774"/>
            <a:ext cx="165255" cy="173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987054" y="3417309"/>
            <a:ext cx="206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1</a:t>
            </a:r>
            <a:endParaRPr lang="en-AU" sz="1200" dirty="0">
              <a:solidFill>
                <a:srgbClr val="FF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000803" y="3879200"/>
            <a:ext cx="206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2</a:t>
            </a:r>
            <a:endParaRPr lang="en-AU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462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you do when you multiply or divide 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3779" y="2038781"/>
            <a:ext cx="2750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multiply fractions?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2060848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First you simplify, then you multiply the numerators together and then the denominators together.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2868434"/>
            <a:ext cx="3182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does simplify mean?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55977" y="2881050"/>
            <a:ext cx="606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Don’t forget to simplify. If you can, do this first. It makes multiplying much easier.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987824" y="3539794"/>
                <a:ext cx="2829775" cy="485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b="0" i="0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4" y="3539794"/>
                <a:ext cx="2829775" cy="485774"/>
              </a:xfrm>
              <a:prstGeom prst="rect">
                <a:avLst/>
              </a:prstGeom>
              <a:blipFill rotWithShape="0">
                <a:blip r:embed="rId2"/>
                <a:stretch>
                  <a:fillRect l="-1724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29614" y="4336425"/>
            <a:ext cx="3027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divide fractions?</a:t>
            </a:r>
            <a:endParaRPr lang="en-AU" dirty="0"/>
          </a:p>
        </p:txBody>
      </p:sp>
      <p:sp>
        <p:nvSpPr>
          <p:cNvPr id="34" name="TextBox 33"/>
          <p:cNvSpPr txBox="1"/>
          <p:nvPr/>
        </p:nvSpPr>
        <p:spPr>
          <a:xfrm>
            <a:off x="5755373" y="3497033"/>
            <a:ext cx="3718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chemeClr val="accent6">
                    <a:lumMod val="75000"/>
                  </a:schemeClr>
                </a:solidFill>
              </a:rPr>
              <a:t>Even if you don’t simplify first, you can still simplify the answer</a:t>
            </a:r>
            <a:endParaRPr lang="en-AU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158873" y="3395088"/>
            <a:ext cx="453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÷2</a:t>
            </a:r>
            <a:endParaRPr lang="en-AU" sz="1200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175955" y="3820199"/>
            <a:ext cx="453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÷2</a:t>
            </a:r>
            <a:endParaRPr lang="en-AU" sz="1200" dirty="0">
              <a:solidFill>
                <a:srgbClr val="FF0000"/>
              </a:solidFill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>
            <a:off x="4113090" y="3573004"/>
            <a:ext cx="165255" cy="173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4119599" y="3802774"/>
            <a:ext cx="165255" cy="173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987054" y="3417309"/>
            <a:ext cx="206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1</a:t>
            </a:r>
            <a:endParaRPr lang="en-AU" sz="1200" dirty="0">
              <a:solidFill>
                <a:srgbClr val="FF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000803" y="3879200"/>
            <a:ext cx="206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2</a:t>
            </a:r>
            <a:endParaRPr lang="en-AU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40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you do when you multiply or divide 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3779" y="2038781"/>
            <a:ext cx="2750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multiply fractions?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2060848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First you simplify, then you multiply the numerators together and then the denominators together.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2868434"/>
            <a:ext cx="3182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does simplify mean?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55977" y="2881050"/>
            <a:ext cx="606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Don’t forget to simplify. If you can, do this first. It makes multiplying much easier.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987824" y="3539794"/>
                <a:ext cx="2829775" cy="485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b="0" i="0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4" y="3539794"/>
                <a:ext cx="2829775" cy="485774"/>
              </a:xfrm>
              <a:prstGeom prst="rect">
                <a:avLst/>
              </a:prstGeom>
              <a:blipFill rotWithShape="0">
                <a:blip r:embed="rId2"/>
                <a:stretch>
                  <a:fillRect l="-1724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29614" y="4336425"/>
            <a:ext cx="3027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divide fractions?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2973161" y="4353136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First find the reciprocal and then multiply.</a:t>
            </a:r>
            <a:endParaRPr lang="en-AU" dirty="0"/>
          </a:p>
        </p:txBody>
      </p:sp>
      <p:sp>
        <p:nvSpPr>
          <p:cNvPr id="34" name="TextBox 33"/>
          <p:cNvSpPr txBox="1"/>
          <p:nvPr/>
        </p:nvSpPr>
        <p:spPr>
          <a:xfrm>
            <a:off x="5755373" y="3497033"/>
            <a:ext cx="3718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chemeClr val="accent6">
                    <a:lumMod val="75000"/>
                  </a:schemeClr>
                </a:solidFill>
              </a:rPr>
              <a:t>Even if you don’t simplify first, you can still simplify the answer</a:t>
            </a:r>
            <a:endParaRPr lang="en-AU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158873" y="3395088"/>
            <a:ext cx="453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÷2</a:t>
            </a:r>
            <a:endParaRPr lang="en-AU" sz="1200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175955" y="3820199"/>
            <a:ext cx="453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÷2</a:t>
            </a:r>
            <a:endParaRPr lang="en-AU" sz="1200" dirty="0">
              <a:solidFill>
                <a:srgbClr val="FF0000"/>
              </a:solidFill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>
            <a:off x="4113090" y="3573004"/>
            <a:ext cx="165255" cy="173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4119599" y="3802774"/>
            <a:ext cx="165255" cy="173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987054" y="3417309"/>
            <a:ext cx="206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1</a:t>
            </a:r>
            <a:endParaRPr lang="en-AU" sz="1200" dirty="0">
              <a:solidFill>
                <a:srgbClr val="FF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000803" y="3879200"/>
            <a:ext cx="206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2</a:t>
            </a:r>
            <a:endParaRPr lang="en-AU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279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you do when you multiply or divide 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3779" y="2038781"/>
            <a:ext cx="2750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multiply fractions?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2060848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First you simplify, then you multiply the numerators together and then the denominators together.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2868434"/>
            <a:ext cx="3182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does simplify mean?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55977" y="2881050"/>
            <a:ext cx="606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Don’t forget to simplify. If you can, do this first. It makes multiplying much easier.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987824" y="3539794"/>
                <a:ext cx="2829775" cy="485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b="0" i="0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4" y="3539794"/>
                <a:ext cx="2829775" cy="485774"/>
              </a:xfrm>
              <a:prstGeom prst="rect">
                <a:avLst/>
              </a:prstGeom>
              <a:blipFill rotWithShape="0">
                <a:blip r:embed="rId2"/>
                <a:stretch>
                  <a:fillRect l="-1724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29614" y="4336425"/>
            <a:ext cx="3027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divide fractions?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2973161" y="4353136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First find the reciprocal and then multiply.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27218" y="4730582"/>
            <a:ext cx="2714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reciprocal?</a:t>
            </a:r>
            <a:endParaRPr lang="en-AU" dirty="0"/>
          </a:p>
        </p:txBody>
      </p:sp>
      <p:sp>
        <p:nvSpPr>
          <p:cNvPr id="34" name="TextBox 33"/>
          <p:cNvSpPr txBox="1"/>
          <p:nvPr/>
        </p:nvSpPr>
        <p:spPr>
          <a:xfrm>
            <a:off x="5755373" y="3497033"/>
            <a:ext cx="3718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chemeClr val="accent6">
                    <a:lumMod val="75000"/>
                  </a:schemeClr>
                </a:solidFill>
              </a:rPr>
              <a:t>Even if you don’t simplify first, you can still simplify the answer</a:t>
            </a:r>
            <a:endParaRPr lang="en-AU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158873" y="3395088"/>
            <a:ext cx="453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÷2</a:t>
            </a:r>
            <a:endParaRPr lang="en-AU" sz="1200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175955" y="3820199"/>
            <a:ext cx="453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÷2</a:t>
            </a:r>
            <a:endParaRPr lang="en-AU" sz="1200" dirty="0">
              <a:solidFill>
                <a:srgbClr val="FF0000"/>
              </a:solidFill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>
            <a:off x="4113090" y="3573004"/>
            <a:ext cx="165255" cy="173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4119599" y="3802774"/>
            <a:ext cx="165255" cy="173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987054" y="3417309"/>
            <a:ext cx="206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1</a:t>
            </a:r>
            <a:endParaRPr lang="en-AU" sz="1200" dirty="0">
              <a:solidFill>
                <a:srgbClr val="FF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000803" y="3879200"/>
            <a:ext cx="206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2</a:t>
            </a:r>
            <a:endParaRPr lang="en-AU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909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you do when you multiply or divide 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3779" y="2038781"/>
            <a:ext cx="2750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multiply fractions?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2060848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First you simplify, then you multiply the numerators together and then the denominators together.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2868434"/>
            <a:ext cx="3182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does simplify mean?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55977" y="2881050"/>
            <a:ext cx="606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Don’t forget to simplify. If you can, do this first. It makes multiplying much easier.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987824" y="3539794"/>
                <a:ext cx="2829775" cy="485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b="0" i="0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4" y="3539794"/>
                <a:ext cx="2829775" cy="485774"/>
              </a:xfrm>
              <a:prstGeom prst="rect">
                <a:avLst/>
              </a:prstGeom>
              <a:blipFill rotWithShape="0">
                <a:blip r:embed="rId2"/>
                <a:stretch>
                  <a:fillRect l="-1724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29614" y="4336425"/>
            <a:ext cx="3027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divide fractions?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2973161" y="4353136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First find the reciprocal and then multiply.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27218" y="4730582"/>
            <a:ext cx="2714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reciprocal?</a:t>
            </a:r>
            <a:endParaRPr lang="en-AU" dirty="0"/>
          </a:p>
        </p:txBody>
      </p:sp>
      <p:sp>
        <p:nvSpPr>
          <p:cNvPr id="34" name="TextBox 33"/>
          <p:cNvSpPr txBox="1"/>
          <p:nvPr/>
        </p:nvSpPr>
        <p:spPr>
          <a:xfrm>
            <a:off x="5755373" y="3497033"/>
            <a:ext cx="3718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chemeClr val="accent6">
                    <a:lumMod val="75000"/>
                  </a:schemeClr>
                </a:solidFill>
              </a:rPr>
              <a:t>Even if you don’t simplify first, you can still simplify the answer</a:t>
            </a:r>
            <a:endParaRPr lang="en-AU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158873" y="3395088"/>
            <a:ext cx="453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÷2</a:t>
            </a:r>
            <a:endParaRPr lang="en-AU" sz="1200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175955" y="3820199"/>
            <a:ext cx="453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÷2</a:t>
            </a:r>
            <a:endParaRPr lang="en-AU" sz="1200" dirty="0">
              <a:solidFill>
                <a:srgbClr val="FF0000"/>
              </a:solidFill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>
            <a:off x="4113090" y="3573004"/>
            <a:ext cx="165255" cy="173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4119599" y="3802774"/>
            <a:ext cx="165255" cy="173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987054" y="3417309"/>
            <a:ext cx="206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1</a:t>
            </a:r>
            <a:endParaRPr lang="en-AU" sz="1200" dirty="0">
              <a:solidFill>
                <a:srgbClr val="FF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000803" y="3879200"/>
            <a:ext cx="206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2</a:t>
            </a:r>
            <a:endParaRPr lang="en-AU" sz="1200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955977" y="4817966"/>
            <a:ext cx="5676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fraction multiplied by its reciprocal always equals 1.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34664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you do when you multiply or divide 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3779" y="2038781"/>
            <a:ext cx="2750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multiply fractions?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2060848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First you simplify, then you multiply the numerators together and then the denominators together.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2868434"/>
            <a:ext cx="3182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does simplify mean?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55977" y="2881050"/>
            <a:ext cx="606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Don’t forget to simplify. If you can, do this first. It makes multiplying much easier.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987824" y="3539794"/>
                <a:ext cx="2829775" cy="485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b="0" i="0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4" y="3539794"/>
                <a:ext cx="2829775" cy="485774"/>
              </a:xfrm>
              <a:prstGeom prst="rect">
                <a:avLst/>
              </a:prstGeom>
              <a:blipFill rotWithShape="0">
                <a:blip r:embed="rId2"/>
                <a:stretch>
                  <a:fillRect l="-1724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29614" y="4336425"/>
            <a:ext cx="3027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divide fractions?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2973161" y="4353136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First find the reciprocal and then multiply.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27218" y="4730582"/>
            <a:ext cx="2714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reciprocal?</a:t>
            </a:r>
            <a:endParaRPr lang="en-AU" dirty="0"/>
          </a:p>
        </p:txBody>
      </p:sp>
      <p:sp>
        <p:nvSpPr>
          <p:cNvPr id="34" name="TextBox 33"/>
          <p:cNvSpPr txBox="1"/>
          <p:nvPr/>
        </p:nvSpPr>
        <p:spPr>
          <a:xfrm>
            <a:off x="5755373" y="3497033"/>
            <a:ext cx="3718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chemeClr val="accent6">
                    <a:lumMod val="75000"/>
                  </a:schemeClr>
                </a:solidFill>
              </a:rPr>
              <a:t>Even if you don’t simplify first, you can still simplify the answer</a:t>
            </a:r>
            <a:endParaRPr lang="en-AU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158873" y="3395088"/>
            <a:ext cx="453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÷2</a:t>
            </a:r>
            <a:endParaRPr lang="en-AU" sz="1200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175955" y="3820199"/>
            <a:ext cx="453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÷2</a:t>
            </a:r>
            <a:endParaRPr lang="en-AU" sz="1200" dirty="0">
              <a:solidFill>
                <a:srgbClr val="FF0000"/>
              </a:solidFill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>
            <a:off x="4113090" y="3573004"/>
            <a:ext cx="165255" cy="173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4119599" y="3802774"/>
            <a:ext cx="165255" cy="173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987054" y="3417309"/>
            <a:ext cx="206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1</a:t>
            </a:r>
            <a:endParaRPr lang="en-AU" sz="1200" dirty="0">
              <a:solidFill>
                <a:srgbClr val="FF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000803" y="3879200"/>
            <a:ext cx="206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2</a:t>
            </a:r>
            <a:endParaRPr lang="en-AU" sz="1200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955977" y="4817966"/>
            <a:ext cx="5676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fraction multiplied by its reciprocal always equals 1.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/>
              <p:cNvSpPr txBox="1"/>
              <p:nvPr/>
            </p:nvSpPr>
            <p:spPr>
              <a:xfrm>
                <a:off x="4193344" y="5361566"/>
                <a:ext cx="2744502" cy="485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2×3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3344" y="5361566"/>
                <a:ext cx="2744502" cy="485454"/>
              </a:xfrm>
              <a:prstGeom prst="rect">
                <a:avLst/>
              </a:prstGeom>
              <a:blipFill rotWithShape="0">
                <a:blip r:embed="rId3"/>
                <a:stretch>
                  <a:fillRect l="-2000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5474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you do when you multiply or divide 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3779" y="2038781"/>
            <a:ext cx="2750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multiply fractions?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2060848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First you simplify, then you multiply the numerators together and then the denominators together.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2868434"/>
            <a:ext cx="3182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does simplify mean?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55977" y="2881050"/>
            <a:ext cx="606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Don’t forget to simplify. If you can, do this first. It makes multiplying much easier.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987824" y="3539794"/>
                <a:ext cx="2829775" cy="485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b="0" i="0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4" y="3539794"/>
                <a:ext cx="2829775" cy="485774"/>
              </a:xfrm>
              <a:prstGeom prst="rect">
                <a:avLst/>
              </a:prstGeom>
              <a:blipFill rotWithShape="0">
                <a:blip r:embed="rId2"/>
                <a:stretch>
                  <a:fillRect l="-1724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29614" y="4336425"/>
            <a:ext cx="3027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divide fractions?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2973161" y="4353136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First find the reciprocal and then multiply.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27218" y="4730582"/>
            <a:ext cx="2714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reciprocal?</a:t>
            </a:r>
            <a:endParaRPr lang="en-AU" dirty="0"/>
          </a:p>
        </p:txBody>
      </p:sp>
      <p:sp>
        <p:nvSpPr>
          <p:cNvPr id="33" name="TextBox 32"/>
          <p:cNvSpPr txBox="1"/>
          <p:nvPr/>
        </p:nvSpPr>
        <p:spPr>
          <a:xfrm>
            <a:off x="3085104" y="6021288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So, the reciprocal of a fraction is the fraction flipped over.</a:t>
            </a:r>
            <a:endParaRPr lang="en-AU" dirty="0"/>
          </a:p>
        </p:txBody>
      </p:sp>
      <p:sp>
        <p:nvSpPr>
          <p:cNvPr id="34" name="TextBox 33"/>
          <p:cNvSpPr txBox="1"/>
          <p:nvPr/>
        </p:nvSpPr>
        <p:spPr>
          <a:xfrm>
            <a:off x="5755373" y="3497033"/>
            <a:ext cx="3718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chemeClr val="accent6">
                    <a:lumMod val="75000"/>
                  </a:schemeClr>
                </a:solidFill>
              </a:rPr>
              <a:t>Even if you don’t simplify first, you can still simplify the answer</a:t>
            </a:r>
            <a:endParaRPr lang="en-AU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158873" y="3395088"/>
            <a:ext cx="453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÷2</a:t>
            </a:r>
            <a:endParaRPr lang="en-AU" sz="1200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175955" y="3820199"/>
            <a:ext cx="453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÷2</a:t>
            </a:r>
            <a:endParaRPr lang="en-AU" sz="1200" dirty="0">
              <a:solidFill>
                <a:srgbClr val="FF0000"/>
              </a:solidFill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>
            <a:off x="4113090" y="3573004"/>
            <a:ext cx="165255" cy="173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4119599" y="3802774"/>
            <a:ext cx="165255" cy="173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987054" y="3417309"/>
            <a:ext cx="206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1</a:t>
            </a:r>
            <a:endParaRPr lang="en-AU" sz="1200" dirty="0">
              <a:solidFill>
                <a:srgbClr val="FF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000803" y="3879200"/>
            <a:ext cx="206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FF0000"/>
                </a:solidFill>
              </a:rPr>
              <a:t>2</a:t>
            </a:r>
            <a:endParaRPr lang="en-AU" sz="1200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955977" y="4817966"/>
            <a:ext cx="5676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fraction multiplied by its reciprocal always equals 1.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/>
              <p:cNvSpPr txBox="1"/>
              <p:nvPr/>
            </p:nvSpPr>
            <p:spPr>
              <a:xfrm>
                <a:off x="4193344" y="5361566"/>
                <a:ext cx="2744502" cy="485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2×3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3344" y="5361566"/>
                <a:ext cx="2744502" cy="485454"/>
              </a:xfrm>
              <a:prstGeom prst="rect">
                <a:avLst/>
              </a:prstGeom>
              <a:blipFill rotWithShape="0">
                <a:blip r:embed="rId3"/>
                <a:stretch>
                  <a:fillRect l="-2000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Some 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AU" sz="2800" dirty="0" smtClean="0"/>
                  <a:t>      </a:t>
                </a:r>
                <a:r>
                  <a:rPr lang="en-AU" sz="180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You can’t simplify either fraction so, multiply top and bottom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×8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×9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63</m:t>
                        </m:r>
                      </m:den>
                    </m:f>
                  </m:oMath>
                </a14:m>
                <a:endParaRPr lang="en-AU" dirty="0" smtClean="0"/>
              </a:p>
              <a:p>
                <a:endParaRPr lang="en-AU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AU" dirty="0" smtClean="0"/>
                  <a:t>     </a:t>
                </a:r>
                <a:r>
                  <a:rPr lang="en-AU" sz="180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Find the reciprocal of the second fraction and them multiply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AU" dirty="0" smtClean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×8</m:t>
                        </m:r>
                      </m:den>
                    </m:f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</m:oMath>
                </a14:m>
                <a:endParaRPr lang="en-AU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8189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Let’s try these together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4000" dirty="0" smtClean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AU" sz="4000" dirty="0" smtClean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f>
                      <m:fPr>
                        <m:ctrlPr>
                          <a:rPr lang="en-AU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4000" dirty="0" smtClean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f>
                      <m:fPr>
                        <m:ctrlPr>
                          <a:rPr lang="en-AU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4562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Task </a:t>
            </a:r>
            <a:endParaRPr lang="en-AU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544" y="1124743"/>
            <a:ext cx="8424936" cy="198274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107484"/>
            <a:ext cx="8064896" cy="1623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3528" y="328498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chemeClr val="accent2">
                    <a:lumMod val="75000"/>
                  </a:schemeClr>
                </a:solidFill>
              </a:rPr>
              <a:t>10</a:t>
            </a:r>
            <a:endParaRPr lang="en-A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2696" y="5589240"/>
            <a:ext cx="8085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Extension: Page 116 in your text books. Try all the worded questions.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57616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006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Remember! 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844824"/>
            <a:ext cx="9155610" cy="267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205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Fill in the 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04937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1087</Words>
  <Application>Microsoft Office PowerPoint</Application>
  <PresentationFormat>On-screen Show (4:3)</PresentationFormat>
  <Paragraphs>245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 Math</vt:lpstr>
      <vt:lpstr>Office Theme</vt:lpstr>
      <vt:lpstr>My Algebra  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 examples</vt:lpstr>
      <vt:lpstr>Let’s try these together </vt:lpstr>
      <vt:lpstr>Task </vt:lpstr>
      <vt:lpstr>Remember! </vt:lpstr>
      <vt:lpstr>Fill in the 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E4038674</cp:lastModifiedBy>
  <cp:revision>43</cp:revision>
  <dcterms:created xsi:type="dcterms:W3CDTF">2014-05-14T02:58:57Z</dcterms:created>
  <dcterms:modified xsi:type="dcterms:W3CDTF">2015-06-14T06:51:48Z</dcterms:modified>
</cp:coreProperties>
</file>