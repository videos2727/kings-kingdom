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59" r:id="rId3"/>
    <p:sldId id="258" r:id="rId4"/>
    <p:sldId id="308" r:id="rId5"/>
    <p:sldId id="307" r:id="rId6"/>
    <p:sldId id="309" r:id="rId7"/>
    <p:sldId id="310" r:id="rId8"/>
    <p:sldId id="311" r:id="rId9"/>
    <p:sldId id="292" r:id="rId10"/>
    <p:sldId id="293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19/10/2014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19/10/2014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19/10/2014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19/10/2014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19/10/2014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19/10/2014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19/10/2014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19/10/2014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19/10/2014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19/10/2014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19/10/2014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19/10/2014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mymathsonline.com.au/tasks/library/loadLesson.asp?title=ratio/ratio1&amp;taskID=1052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Measurement and Ratio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AU" dirty="0" smtClean="0"/>
              <a:t>Name </a:t>
            </a:r>
          </a:p>
          <a:p>
            <a:r>
              <a:rPr lang="en-AU" dirty="0" smtClean="0"/>
              <a:t>Class </a:t>
            </a:r>
          </a:p>
          <a:p>
            <a:r>
              <a:rPr lang="en-AU" dirty="0" smtClean="0"/>
              <a:t>Term 3 Semester 2</a:t>
            </a:r>
          </a:p>
        </p:txBody>
      </p:sp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6373978" y="66504"/>
            <a:ext cx="143838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403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10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8762301" y="6488668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>
                <a:hlinkClick r:id="rId2"/>
              </a:rPr>
              <a:t>Lesson - </a:t>
            </a:r>
            <a:r>
              <a:rPr lang="en-AU" dirty="0" err="1" smtClean="0">
                <a:hlinkClick r:id="rId2"/>
              </a:rPr>
              <a:t>Mymaths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393884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783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Introduction to Ratio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715445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how to simplify and find equivalent ratios</a:t>
            </a:r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25296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2882993" y="1959301"/>
            <a:ext cx="58423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Ratios show the relationship between two or more related quantities.</a:t>
            </a:r>
          </a:p>
          <a:p>
            <a:r>
              <a:rPr lang="en-AU" dirty="0" smtClean="0"/>
              <a:t>The quantities must be of the same type and in the same unit. </a:t>
            </a:r>
            <a:endParaRPr lang="en-AU" dirty="0"/>
          </a:p>
          <a:p>
            <a:r>
              <a:rPr lang="en-AU" dirty="0" smtClean="0"/>
              <a:t>The chairs to tables is written as </a:t>
            </a:r>
            <a:r>
              <a:rPr lang="en-AU" b="1" dirty="0" smtClean="0"/>
              <a:t>2</a:t>
            </a:r>
            <a:r>
              <a:rPr lang="en-AU" b="1" dirty="0" smtClean="0">
                <a:solidFill>
                  <a:srgbClr val="FF0000"/>
                </a:solidFill>
              </a:rPr>
              <a:t>:</a:t>
            </a:r>
            <a:r>
              <a:rPr lang="en-AU" b="1" dirty="0" smtClean="0"/>
              <a:t>1</a:t>
            </a:r>
            <a:endParaRPr lang="en-AU" b="1" dirty="0"/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6372200" y="3270911"/>
            <a:ext cx="885800" cy="2289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74121" y="3511698"/>
            <a:ext cx="306987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A colon is the symbol for ratios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2982570" y="3903470"/>
            <a:ext cx="5643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 order in which the quantities are written is important.</a:t>
            </a:r>
          </a:p>
          <a:p>
            <a:r>
              <a:rPr lang="en-AU" dirty="0" smtClean="0"/>
              <a:t>The ratio of tables to chairs is </a:t>
            </a:r>
            <a:r>
              <a:rPr lang="en-AU" b="1" dirty="0" smtClean="0"/>
              <a:t>1:2</a:t>
            </a:r>
            <a:endParaRPr lang="en-AU" b="1" dirty="0"/>
          </a:p>
        </p:txBody>
      </p:sp>
    </p:spTree>
    <p:extLst>
      <p:ext uri="{BB962C8B-B14F-4D97-AF65-F5344CB8AC3E}">
        <p14:creationId xmlns:p14="http://schemas.microsoft.com/office/powerpoint/2010/main" val="2168845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783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Introduction to Ratio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56397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how to find equivalent ratios</a:t>
            </a:r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25296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2882993" y="1959301"/>
            <a:ext cx="58423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Ratios show the relationship between two or more related quantities.</a:t>
            </a:r>
          </a:p>
          <a:p>
            <a:r>
              <a:rPr lang="en-AU" dirty="0" smtClean="0"/>
              <a:t>The quantities must be of the same type and in the same unit. </a:t>
            </a:r>
            <a:endParaRPr lang="en-AU" dirty="0"/>
          </a:p>
          <a:p>
            <a:r>
              <a:rPr lang="en-AU" dirty="0" smtClean="0"/>
              <a:t>The chairs to tables is written as </a:t>
            </a:r>
            <a:r>
              <a:rPr lang="en-AU" b="1" dirty="0" smtClean="0"/>
              <a:t>2</a:t>
            </a:r>
            <a:r>
              <a:rPr lang="en-AU" b="1" dirty="0" smtClean="0">
                <a:solidFill>
                  <a:srgbClr val="FF0000"/>
                </a:solidFill>
              </a:rPr>
              <a:t>:</a:t>
            </a:r>
            <a:r>
              <a:rPr lang="en-AU" b="1" dirty="0" smtClean="0"/>
              <a:t>1</a:t>
            </a:r>
            <a:endParaRPr lang="en-AU" b="1" dirty="0"/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6372200" y="3270911"/>
            <a:ext cx="885800" cy="2289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74121" y="3511698"/>
            <a:ext cx="306987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A colon is the symbol for ratios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2915816" y="3903470"/>
            <a:ext cx="5643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 order in which the quantities are written is important.</a:t>
            </a:r>
          </a:p>
          <a:p>
            <a:r>
              <a:rPr lang="en-AU" dirty="0" smtClean="0"/>
              <a:t>The ratio of tables to chairs is </a:t>
            </a:r>
            <a:r>
              <a:rPr lang="en-AU" b="1" dirty="0" smtClean="0"/>
              <a:t>1:2</a:t>
            </a:r>
            <a:endParaRPr lang="en-AU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2982569" y="4549801"/>
            <a:ext cx="60407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If each number in a ratio is multiplied or divided by the same amount an </a:t>
            </a:r>
            <a:r>
              <a:rPr lang="en-AU" b="1" dirty="0" smtClean="0"/>
              <a:t>equivalent</a:t>
            </a:r>
            <a:r>
              <a:rPr lang="en-AU" dirty="0" smtClean="0"/>
              <a:t> ratio is formed.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9919462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27838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Introduction to Ratio</a:t>
            </a:r>
            <a:endParaRPr lang="en-AU" sz="24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402929" y="1169092"/>
            <a:ext cx="56397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EQ – </a:t>
            </a:r>
            <a:r>
              <a:rPr lang="en-AU" sz="2400" dirty="0" smtClean="0"/>
              <a:t>Describe how to find equivalent ratios</a:t>
            </a:r>
          </a:p>
          <a:p>
            <a:r>
              <a:rPr lang="en-AU" sz="2400" dirty="0" smtClean="0"/>
              <a:t> 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725296" y="6474667"/>
            <a:ext cx="4187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11</a:t>
            </a:r>
            <a:endParaRPr lang="en-AU" dirty="0"/>
          </a:p>
        </p:txBody>
      </p:sp>
      <p:sp>
        <p:nvSpPr>
          <p:cNvPr id="2" name="TextBox 1"/>
          <p:cNvSpPr txBox="1"/>
          <p:nvPr/>
        </p:nvSpPr>
        <p:spPr>
          <a:xfrm>
            <a:off x="2882993" y="1959301"/>
            <a:ext cx="584230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Ratios show the relationship between two or more related quantities.</a:t>
            </a:r>
          </a:p>
          <a:p>
            <a:r>
              <a:rPr lang="en-AU" dirty="0" smtClean="0"/>
              <a:t>The quantities must be of the same type and in the same unit. </a:t>
            </a:r>
            <a:endParaRPr lang="en-AU" dirty="0"/>
          </a:p>
          <a:p>
            <a:r>
              <a:rPr lang="en-AU" dirty="0" smtClean="0"/>
              <a:t>The chairs to tables is written as </a:t>
            </a:r>
            <a:r>
              <a:rPr lang="en-AU" b="1" dirty="0" smtClean="0"/>
              <a:t>2</a:t>
            </a:r>
            <a:r>
              <a:rPr lang="en-AU" b="1" dirty="0" smtClean="0">
                <a:solidFill>
                  <a:srgbClr val="FF0000"/>
                </a:solidFill>
              </a:rPr>
              <a:t>:</a:t>
            </a:r>
            <a:r>
              <a:rPr lang="en-AU" b="1" dirty="0" smtClean="0"/>
              <a:t>1</a:t>
            </a:r>
            <a:endParaRPr lang="en-AU" b="1" dirty="0"/>
          </a:p>
        </p:txBody>
      </p:sp>
      <p:cxnSp>
        <p:nvCxnSpPr>
          <p:cNvPr id="5" name="Straight Arrow Connector 4"/>
          <p:cNvCxnSpPr/>
          <p:nvPr/>
        </p:nvCxnSpPr>
        <p:spPr>
          <a:xfrm flipH="1" flipV="1">
            <a:off x="6372200" y="3270911"/>
            <a:ext cx="885800" cy="228986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6074121" y="3511698"/>
            <a:ext cx="3069879" cy="36933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AU" dirty="0" smtClean="0"/>
              <a:t>A colon is the symbol for ratios</a:t>
            </a:r>
            <a:endParaRPr lang="en-AU" dirty="0"/>
          </a:p>
        </p:txBody>
      </p:sp>
      <p:sp>
        <p:nvSpPr>
          <p:cNvPr id="16" name="TextBox 15"/>
          <p:cNvSpPr txBox="1"/>
          <p:nvPr/>
        </p:nvSpPr>
        <p:spPr>
          <a:xfrm>
            <a:off x="2915816" y="3903470"/>
            <a:ext cx="56431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The order in which the quantities are written is important.</a:t>
            </a:r>
          </a:p>
          <a:p>
            <a:r>
              <a:rPr lang="en-AU" dirty="0" smtClean="0"/>
              <a:t>The ratio of tables to chairs is </a:t>
            </a:r>
            <a:r>
              <a:rPr lang="en-AU" b="1" dirty="0" smtClean="0"/>
              <a:t>1:2</a:t>
            </a:r>
            <a:endParaRPr lang="en-AU" b="1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/>
              <p:cNvSpPr txBox="1"/>
              <p:nvPr/>
            </p:nvSpPr>
            <p:spPr>
              <a:xfrm>
                <a:off x="2982569" y="4549801"/>
                <a:ext cx="6040781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AU" dirty="0" smtClean="0"/>
                  <a:t>If each number in a ratio is multiplied or divided by the same amount an </a:t>
                </a:r>
                <a:r>
                  <a:rPr lang="en-AU" b="1" dirty="0" smtClean="0"/>
                  <a:t>equivalent</a:t>
                </a:r>
                <a:r>
                  <a:rPr lang="en-AU" dirty="0" smtClean="0"/>
                  <a:t> ratio is formed.</a:t>
                </a:r>
              </a:p>
              <a:p>
                <a:r>
                  <a:rPr lang="en-AU" dirty="0" smtClean="0"/>
                  <a:t>e.g. 3  :  4			10 : 20</a:t>
                </a:r>
              </a:p>
              <a:p>
                <a:pPr/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        </m:t>
                    </m:r>
                    <m:r>
                      <a:rPr lang="en-AU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4 </m:t>
                    </m:r>
                  </m:oMath>
                </a14:m>
                <a:r>
                  <a:rPr lang="en-AU" b="0" dirty="0" smtClean="0">
                    <a:solidFill>
                      <a:srgbClr val="00B050"/>
                    </a:solidFill>
                    <a:ea typeface="Cambria Math"/>
                  </a:rPr>
                  <a:t>			</a:t>
                </a:r>
                <a14:m>
                  <m:oMath xmlns:m="http://schemas.openxmlformats.org/officeDocument/2006/math">
                    <m:r>
                      <a:rPr lang="en-AU" b="0" i="1" smtClean="0">
                        <a:solidFill>
                          <a:srgbClr val="00B050"/>
                        </a:solidFill>
                        <a:latin typeface="Cambria Math"/>
                        <a:ea typeface="Cambria Math"/>
                      </a:rPr>
                      <m:t>÷5</m:t>
                    </m:r>
                  </m:oMath>
                </a14:m>
                <a:endParaRPr lang="en-AU" b="0" dirty="0" smtClean="0">
                  <a:solidFill>
                    <a:srgbClr val="00B050"/>
                  </a:solidFill>
                  <a:ea typeface="Cambria Math"/>
                </a:endParaRPr>
              </a:p>
              <a:p>
                <a:pPr/>
                <a:r>
                  <a:rPr lang="en-AU" dirty="0"/>
                  <a:t> </a:t>
                </a:r>
                <a:r>
                  <a:rPr lang="en-AU" dirty="0" smtClean="0"/>
                  <a:t>      12:16			2 : 4</a:t>
                </a:r>
              </a:p>
              <a:p>
                <a:endParaRPr lang="en-AU" dirty="0"/>
              </a:p>
            </p:txBody>
          </p:sp>
        </mc:Choice>
        <mc:Fallback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569" y="4549801"/>
                <a:ext cx="6040781" cy="1754326"/>
              </a:xfrm>
              <a:prstGeom prst="rect">
                <a:avLst/>
              </a:prstGeom>
              <a:blipFill rotWithShape="1">
                <a:blip r:embed="rId2"/>
                <a:stretch>
                  <a:fillRect l="-807" t="-1736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8597218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dirty="0" smtClean="0"/>
              <a:t>Write down 5 </a:t>
            </a:r>
            <a:r>
              <a:rPr lang="en-AU" smtClean="0"/>
              <a:t>ratios equivalent to 1:3</a:t>
            </a:r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562692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Plenary 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Draw three shapes with a perimeter of 36cm.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14521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360</TotalTime>
  <Words>353</Words>
  <Application>Microsoft Office PowerPoint</Application>
  <PresentationFormat>On-screen Show (4:3)</PresentationFormat>
  <Paragraphs>82</Paragraphs>
  <Slides>10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My Measurement and Ratio Interactive Notebook</vt:lpstr>
      <vt:lpstr>PowerPoint Presentation</vt:lpstr>
      <vt:lpstr>PowerPoint Presentation</vt:lpstr>
      <vt:lpstr>Lesson - Mymaths</vt:lpstr>
      <vt:lpstr>PowerPoint Presentation</vt:lpstr>
      <vt:lpstr>PowerPoint Presentation</vt:lpstr>
      <vt:lpstr>PowerPoint Presentation</vt:lpstr>
      <vt:lpstr>Write down 5 ratios equivalent to 1:3</vt:lpstr>
      <vt:lpstr>Notes Review</vt:lpstr>
      <vt:lpstr>Plenary 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LocalAdmin</cp:lastModifiedBy>
  <cp:revision>33</cp:revision>
  <dcterms:created xsi:type="dcterms:W3CDTF">2014-05-14T02:58:57Z</dcterms:created>
  <dcterms:modified xsi:type="dcterms:W3CDTF">2014-10-19T13:03:48Z</dcterms:modified>
</cp:coreProperties>
</file>