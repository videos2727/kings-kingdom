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0" r:id="rId2"/>
    <p:sldId id="259" r:id="rId3"/>
    <p:sldId id="258" r:id="rId4"/>
    <p:sldId id="309" r:id="rId5"/>
    <p:sldId id="332" r:id="rId6"/>
    <p:sldId id="331" r:id="rId7"/>
    <p:sldId id="330" r:id="rId8"/>
    <p:sldId id="329" r:id="rId9"/>
    <p:sldId id="328" r:id="rId10"/>
    <p:sldId id="327" r:id="rId11"/>
    <p:sldId id="333" r:id="rId12"/>
    <p:sldId id="326" r:id="rId13"/>
    <p:sldId id="325" r:id="rId14"/>
    <p:sldId id="324" r:id="rId15"/>
    <p:sldId id="321" r:id="rId16"/>
    <p:sldId id="323" r:id="rId17"/>
    <p:sldId id="322" r:id="rId18"/>
    <p:sldId id="308" r:id="rId19"/>
    <p:sldId id="292" r:id="rId20"/>
    <p:sldId id="291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803" autoAdjust="0"/>
  </p:normalViewPr>
  <p:slideViewPr>
    <p:cSldViewPr>
      <p:cViewPr varScale="1">
        <p:scale>
          <a:sx n="77" d="100"/>
          <a:sy n="77" d="100"/>
        </p:scale>
        <p:origin x="161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14/06/2015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14/06/2015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 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: </a:t>
            </a:r>
          </a:p>
          <a:p>
            <a:pPr algn="l"/>
            <a:r>
              <a:rPr lang="en-AU" dirty="0" smtClean="0"/>
              <a:t>Class : Mrs Keen</a:t>
            </a:r>
          </a:p>
          <a:p>
            <a:pPr algn="l"/>
            <a:r>
              <a:rPr lang="en-AU" dirty="0" smtClean="0"/>
              <a:t>Term 2 Semester </a:t>
            </a:r>
            <a:r>
              <a:rPr lang="en-AU" dirty="0"/>
              <a:t>1</a:t>
            </a:r>
            <a:endParaRPr lang="en-AU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591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372200" y="153568"/>
            <a:ext cx="894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equivalent fractions?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equivalent 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60848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fraction?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87255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equivalent 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60848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fraction?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987824" y="2060848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fraction is part of a whole amount. </a:t>
            </a:r>
          </a:p>
          <a:p>
            <a:r>
              <a:rPr lang="en-AU" dirty="0" err="1" smtClean="0"/>
              <a:t>e.g</a:t>
            </a:r>
            <a:r>
              <a:rPr lang="en-AU" dirty="0" smtClean="0"/>
              <a:t> a slice of pizza is a fraction of the whole pizza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510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equivalent 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60848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fraction?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987824" y="2060848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fraction is part of a whole amount. </a:t>
            </a:r>
          </a:p>
          <a:p>
            <a:r>
              <a:rPr lang="en-AU" dirty="0" err="1" smtClean="0"/>
              <a:t>e.g</a:t>
            </a:r>
            <a:r>
              <a:rPr lang="en-AU" dirty="0" smtClean="0"/>
              <a:t> a slice of pizza is a fraction of the whole pizza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2868434"/>
            <a:ext cx="3182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equivalent fractions?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99727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equivalent 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60848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fraction?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987824" y="2060848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fraction is part of a whole amount. </a:t>
            </a:r>
          </a:p>
          <a:p>
            <a:r>
              <a:rPr lang="en-AU" dirty="0" err="1" smtClean="0"/>
              <a:t>e.g</a:t>
            </a:r>
            <a:r>
              <a:rPr lang="en-AU" dirty="0" smtClean="0"/>
              <a:t> a slice of pizza is a fraction of the whole pizza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2868434"/>
            <a:ext cx="3182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equivalent fractions?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55977" y="2881050"/>
            <a:ext cx="6067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Equivalent fractions are equal to each other. They have the same value but each have a different denominator.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9013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equivalent 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60848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fraction?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987824" y="2060848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fraction is part of a whole amount. </a:t>
            </a:r>
          </a:p>
          <a:p>
            <a:r>
              <a:rPr lang="en-AU" dirty="0" err="1" smtClean="0"/>
              <a:t>e.g</a:t>
            </a:r>
            <a:r>
              <a:rPr lang="en-AU" dirty="0" smtClean="0"/>
              <a:t> a slice of pizza is a fraction of the whole pizza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2868434"/>
            <a:ext cx="3182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equivalent fractions?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55977" y="2881050"/>
            <a:ext cx="6067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Equivalent fractions are equal to each other. They have the same value but each have a different denominator.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182385" y="3717032"/>
                <a:ext cx="5566079" cy="484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2385" y="3717032"/>
                <a:ext cx="5566079" cy="484043"/>
              </a:xfrm>
              <a:prstGeom prst="rect">
                <a:avLst/>
              </a:prstGeom>
              <a:blipFill rotWithShape="0">
                <a:blip r:embed="rId2"/>
                <a:stretch>
                  <a:fillRect l="-876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3286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equivalent 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60848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fraction?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987824" y="2060848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fraction is part of a whole amount. </a:t>
            </a:r>
          </a:p>
          <a:p>
            <a:r>
              <a:rPr lang="en-AU" dirty="0" err="1" smtClean="0"/>
              <a:t>e.g</a:t>
            </a:r>
            <a:r>
              <a:rPr lang="en-AU" dirty="0" smtClean="0"/>
              <a:t> a slice of pizza is a fraction of the whole pizza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2868434"/>
            <a:ext cx="3182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equivalent fractions?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55977" y="2881050"/>
            <a:ext cx="6067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Equivalent fractions are equal to each other. They have the same value but each have a different denominator.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182385" y="3717032"/>
                <a:ext cx="5566079" cy="484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2385" y="3717032"/>
                <a:ext cx="5566079" cy="484043"/>
              </a:xfrm>
              <a:prstGeom prst="rect">
                <a:avLst/>
              </a:prstGeom>
              <a:blipFill rotWithShape="0">
                <a:blip r:embed="rId2"/>
                <a:stretch>
                  <a:fillRect l="-876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/>
          <p:cNvSpPr/>
          <p:nvPr/>
        </p:nvSpPr>
        <p:spPr>
          <a:xfrm>
            <a:off x="4860032" y="3701252"/>
            <a:ext cx="1008112" cy="10238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6660232" y="3702366"/>
            <a:ext cx="1008112" cy="10238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9" name="Straight Connector 18"/>
          <p:cNvCxnSpPr>
            <a:stCxn id="15" idx="0"/>
            <a:endCxn id="15" idx="4"/>
          </p:cNvCxnSpPr>
          <p:nvPr/>
        </p:nvCxnSpPr>
        <p:spPr>
          <a:xfrm>
            <a:off x="5364088" y="3701252"/>
            <a:ext cx="0" cy="102389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174498" y="3717032"/>
            <a:ext cx="0" cy="102389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660232" y="4224229"/>
            <a:ext cx="1008112" cy="949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004048" y="3895803"/>
                <a:ext cx="3600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895803"/>
                <a:ext cx="360040" cy="63478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394988" y="3895803"/>
                <a:ext cx="3600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988" y="3895803"/>
                <a:ext cx="360040" cy="63478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886465" y="3763070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465" y="3763070"/>
                <a:ext cx="288032" cy="438005"/>
              </a:xfrm>
              <a:prstGeom prst="rect">
                <a:avLst/>
              </a:prstGeom>
              <a:blipFill rotWithShape="0">
                <a:blip r:embed="rId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886465" y="4233391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465" y="4233391"/>
                <a:ext cx="288032" cy="438005"/>
              </a:xfrm>
              <a:prstGeom prst="rect">
                <a:avLst/>
              </a:prstGeom>
              <a:blipFill rotWithShape="0">
                <a:blip r:embed="rId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7194985" y="3762902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985" y="3762902"/>
                <a:ext cx="288032" cy="438005"/>
              </a:xfrm>
              <a:prstGeom prst="rect">
                <a:avLst/>
              </a:prstGeom>
              <a:blipFill rotWithShape="0">
                <a:blip r:embed="rId6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203977" y="4233391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3977" y="4233391"/>
                <a:ext cx="288032" cy="438005"/>
              </a:xfrm>
              <a:prstGeom prst="rect">
                <a:avLst/>
              </a:prstGeom>
              <a:blipFill rotWithShape="0">
                <a:blip r:embed="rId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7262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equivalent 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60848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fraction?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987824" y="2060848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fraction is part of a whole amount. </a:t>
            </a:r>
          </a:p>
          <a:p>
            <a:r>
              <a:rPr lang="en-AU" dirty="0" err="1" smtClean="0"/>
              <a:t>e.g</a:t>
            </a:r>
            <a:r>
              <a:rPr lang="en-AU" dirty="0" smtClean="0"/>
              <a:t> a slice of pizza is a fraction of the whole pizza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2868434"/>
            <a:ext cx="3182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equivalent fractions?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55977" y="2881050"/>
            <a:ext cx="6067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Equivalent fractions are equal to each other. They have the same value but each have a different denominator.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182385" y="3717032"/>
                <a:ext cx="5566079" cy="484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2385" y="3717032"/>
                <a:ext cx="5566079" cy="484043"/>
              </a:xfrm>
              <a:prstGeom prst="rect">
                <a:avLst/>
              </a:prstGeom>
              <a:blipFill rotWithShape="0">
                <a:blip r:embed="rId2"/>
                <a:stretch>
                  <a:fillRect l="-876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/>
          <p:cNvSpPr/>
          <p:nvPr/>
        </p:nvSpPr>
        <p:spPr>
          <a:xfrm>
            <a:off x="4860032" y="3701252"/>
            <a:ext cx="1008112" cy="10238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6660232" y="3702366"/>
            <a:ext cx="1008112" cy="10238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9" name="Straight Connector 18"/>
          <p:cNvCxnSpPr>
            <a:stCxn id="15" idx="0"/>
            <a:endCxn id="15" idx="4"/>
          </p:cNvCxnSpPr>
          <p:nvPr/>
        </p:nvCxnSpPr>
        <p:spPr>
          <a:xfrm>
            <a:off x="5364088" y="3701252"/>
            <a:ext cx="0" cy="102389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174498" y="3717032"/>
            <a:ext cx="0" cy="102389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660232" y="4224229"/>
            <a:ext cx="1008112" cy="949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004048" y="3895803"/>
                <a:ext cx="3600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895803"/>
                <a:ext cx="360040" cy="63478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394988" y="3895803"/>
                <a:ext cx="3600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988" y="3895803"/>
                <a:ext cx="360040" cy="63478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886465" y="3763070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465" y="3763070"/>
                <a:ext cx="288032" cy="438005"/>
              </a:xfrm>
              <a:prstGeom prst="rect">
                <a:avLst/>
              </a:prstGeom>
              <a:blipFill rotWithShape="0">
                <a:blip r:embed="rId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886465" y="4233391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465" y="4233391"/>
                <a:ext cx="288032" cy="438005"/>
              </a:xfrm>
              <a:prstGeom prst="rect">
                <a:avLst/>
              </a:prstGeom>
              <a:blipFill rotWithShape="0">
                <a:blip r:embed="rId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7194985" y="3762902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985" y="3762902"/>
                <a:ext cx="288032" cy="438005"/>
              </a:xfrm>
              <a:prstGeom prst="rect">
                <a:avLst/>
              </a:prstGeom>
              <a:blipFill rotWithShape="0">
                <a:blip r:embed="rId6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203977" y="4233391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3977" y="4233391"/>
                <a:ext cx="288032" cy="438005"/>
              </a:xfrm>
              <a:prstGeom prst="rect">
                <a:avLst/>
              </a:prstGeom>
              <a:blipFill rotWithShape="0">
                <a:blip r:embed="rId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57201" y="5157192"/>
            <a:ext cx="2843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you make fractions equivalent?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9629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equivalent 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60848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fraction?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987824" y="2060848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fraction is part of a whole amount. </a:t>
            </a:r>
          </a:p>
          <a:p>
            <a:r>
              <a:rPr lang="en-AU" dirty="0" err="1" smtClean="0"/>
              <a:t>e.g</a:t>
            </a:r>
            <a:r>
              <a:rPr lang="en-AU" dirty="0" smtClean="0"/>
              <a:t> a slice of pizza is a fraction of the whole pizza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2868434"/>
            <a:ext cx="3182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equivalent fractions?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55977" y="2881050"/>
            <a:ext cx="6067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Equivalent fractions are equal to each other. They have the same value but each have a different denominator.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182385" y="3717032"/>
                <a:ext cx="5566079" cy="484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2385" y="3717032"/>
                <a:ext cx="5566079" cy="484043"/>
              </a:xfrm>
              <a:prstGeom prst="rect">
                <a:avLst/>
              </a:prstGeom>
              <a:blipFill rotWithShape="0">
                <a:blip r:embed="rId2"/>
                <a:stretch>
                  <a:fillRect l="-876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/>
          <p:cNvSpPr/>
          <p:nvPr/>
        </p:nvSpPr>
        <p:spPr>
          <a:xfrm>
            <a:off x="4860032" y="3701252"/>
            <a:ext cx="1008112" cy="10238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6660232" y="3702366"/>
            <a:ext cx="1008112" cy="10238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9" name="Straight Connector 18"/>
          <p:cNvCxnSpPr>
            <a:stCxn id="15" idx="0"/>
            <a:endCxn id="15" idx="4"/>
          </p:cNvCxnSpPr>
          <p:nvPr/>
        </p:nvCxnSpPr>
        <p:spPr>
          <a:xfrm>
            <a:off x="5364088" y="3701252"/>
            <a:ext cx="0" cy="102389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174498" y="3717032"/>
            <a:ext cx="0" cy="102389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660232" y="4224229"/>
            <a:ext cx="1008112" cy="949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004048" y="3895803"/>
                <a:ext cx="3600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895803"/>
                <a:ext cx="360040" cy="63478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394988" y="3895803"/>
                <a:ext cx="3600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988" y="3895803"/>
                <a:ext cx="360040" cy="63478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886465" y="3763070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465" y="3763070"/>
                <a:ext cx="288032" cy="438005"/>
              </a:xfrm>
              <a:prstGeom prst="rect">
                <a:avLst/>
              </a:prstGeom>
              <a:blipFill rotWithShape="0">
                <a:blip r:embed="rId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886465" y="4233391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465" y="4233391"/>
                <a:ext cx="288032" cy="438005"/>
              </a:xfrm>
              <a:prstGeom prst="rect">
                <a:avLst/>
              </a:prstGeom>
              <a:blipFill rotWithShape="0">
                <a:blip r:embed="rId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7194985" y="3762902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985" y="3762902"/>
                <a:ext cx="288032" cy="438005"/>
              </a:xfrm>
              <a:prstGeom prst="rect">
                <a:avLst/>
              </a:prstGeom>
              <a:blipFill rotWithShape="0">
                <a:blip r:embed="rId6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203977" y="4233391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3977" y="4233391"/>
                <a:ext cx="288032" cy="438005"/>
              </a:xfrm>
              <a:prstGeom prst="rect">
                <a:avLst/>
              </a:prstGeom>
              <a:blipFill rotWithShape="0">
                <a:blip r:embed="rId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57201" y="5157192"/>
            <a:ext cx="2843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you make fractions equivalent?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3085104" y="5168643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You multiply the numerator (top) and denominator (bottom) by the same number.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26382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equivalent 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60848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fraction?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987824" y="2060848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fraction is part of a whole amount. </a:t>
            </a:r>
          </a:p>
          <a:p>
            <a:r>
              <a:rPr lang="en-AU" dirty="0" err="1" smtClean="0"/>
              <a:t>e.g</a:t>
            </a:r>
            <a:r>
              <a:rPr lang="en-AU" dirty="0" smtClean="0"/>
              <a:t> a slice of pizza is a fraction of the whole pizza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2868434"/>
            <a:ext cx="3182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equivalent fractions?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55977" y="2881050"/>
            <a:ext cx="6067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Equivalent fractions are equal to each other. They have the same value but each have a different denominator.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182385" y="3717032"/>
                <a:ext cx="5566079" cy="484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2385" y="3717032"/>
                <a:ext cx="5566079" cy="484043"/>
              </a:xfrm>
              <a:prstGeom prst="rect">
                <a:avLst/>
              </a:prstGeom>
              <a:blipFill rotWithShape="0">
                <a:blip r:embed="rId2"/>
                <a:stretch>
                  <a:fillRect l="-876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/>
          <p:cNvSpPr/>
          <p:nvPr/>
        </p:nvSpPr>
        <p:spPr>
          <a:xfrm>
            <a:off x="4860032" y="3701252"/>
            <a:ext cx="1008112" cy="10238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6660232" y="3702366"/>
            <a:ext cx="1008112" cy="10238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9" name="Straight Connector 18"/>
          <p:cNvCxnSpPr>
            <a:stCxn id="15" idx="0"/>
            <a:endCxn id="15" idx="4"/>
          </p:cNvCxnSpPr>
          <p:nvPr/>
        </p:nvCxnSpPr>
        <p:spPr>
          <a:xfrm>
            <a:off x="5364088" y="3701252"/>
            <a:ext cx="0" cy="102389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174498" y="3717032"/>
            <a:ext cx="0" cy="102389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660232" y="4224229"/>
            <a:ext cx="1008112" cy="949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004048" y="3895803"/>
                <a:ext cx="3600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895803"/>
                <a:ext cx="360040" cy="63478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394988" y="3895803"/>
                <a:ext cx="3600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988" y="3895803"/>
                <a:ext cx="360040" cy="63478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886465" y="3763070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465" y="3763070"/>
                <a:ext cx="288032" cy="438005"/>
              </a:xfrm>
              <a:prstGeom prst="rect">
                <a:avLst/>
              </a:prstGeom>
              <a:blipFill rotWithShape="0">
                <a:blip r:embed="rId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886465" y="4233391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465" y="4233391"/>
                <a:ext cx="288032" cy="438005"/>
              </a:xfrm>
              <a:prstGeom prst="rect">
                <a:avLst/>
              </a:prstGeom>
              <a:blipFill rotWithShape="0">
                <a:blip r:embed="rId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7194985" y="3762902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985" y="3762902"/>
                <a:ext cx="288032" cy="438005"/>
              </a:xfrm>
              <a:prstGeom prst="rect">
                <a:avLst/>
              </a:prstGeom>
              <a:blipFill rotWithShape="0">
                <a:blip r:embed="rId6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203977" y="4233391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3977" y="4233391"/>
                <a:ext cx="288032" cy="438005"/>
              </a:xfrm>
              <a:prstGeom prst="rect">
                <a:avLst/>
              </a:prstGeom>
              <a:blipFill rotWithShape="0">
                <a:blip r:embed="rId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57201" y="5157192"/>
            <a:ext cx="2843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you make fractions equivalent?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3085104" y="5168643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You multiply the numerator (top) and denominator (bottom) by the same number.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57201" y="6021288"/>
            <a:ext cx="2714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Why do we need to make equivalent fractions?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19191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equivalent 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60848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fraction?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987824" y="2060848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fraction is part of a whole amount. </a:t>
            </a:r>
          </a:p>
          <a:p>
            <a:r>
              <a:rPr lang="en-AU" dirty="0" err="1" smtClean="0"/>
              <a:t>e.g</a:t>
            </a:r>
            <a:r>
              <a:rPr lang="en-AU" dirty="0" smtClean="0"/>
              <a:t> a slice of pizza is a fraction of the whole pizza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2868434"/>
            <a:ext cx="3182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equivalent fractions?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55977" y="2881050"/>
            <a:ext cx="6067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Equivalent fractions are equal to each other. They have the same value but each have a different denominator.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182385" y="3717032"/>
                <a:ext cx="5566079" cy="484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2385" y="3717032"/>
                <a:ext cx="5566079" cy="484043"/>
              </a:xfrm>
              <a:prstGeom prst="rect">
                <a:avLst/>
              </a:prstGeom>
              <a:blipFill rotWithShape="0">
                <a:blip r:embed="rId2"/>
                <a:stretch>
                  <a:fillRect l="-876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/>
          <p:cNvSpPr/>
          <p:nvPr/>
        </p:nvSpPr>
        <p:spPr>
          <a:xfrm>
            <a:off x="4860032" y="3701252"/>
            <a:ext cx="1008112" cy="10238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6660232" y="3702366"/>
            <a:ext cx="1008112" cy="10238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9" name="Straight Connector 18"/>
          <p:cNvCxnSpPr>
            <a:stCxn id="15" idx="0"/>
            <a:endCxn id="15" idx="4"/>
          </p:cNvCxnSpPr>
          <p:nvPr/>
        </p:nvCxnSpPr>
        <p:spPr>
          <a:xfrm>
            <a:off x="5364088" y="3701252"/>
            <a:ext cx="0" cy="102389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174498" y="3717032"/>
            <a:ext cx="0" cy="102389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660232" y="4224229"/>
            <a:ext cx="1008112" cy="949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004048" y="3895803"/>
                <a:ext cx="3600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895803"/>
                <a:ext cx="360040" cy="63478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394988" y="3895803"/>
                <a:ext cx="3600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988" y="3895803"/>
                <a:ext cx="360040" cy="63478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886465" y="3763070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465" y="3763070"/>
                <a:ext cx="288032" cy="438005"/>
              </a:xfrm>
              <a:prstGeom prst="rect">
                <a:avLst/>
              </a:prstGeom>
              <a:blipFill rotWithShape="0">
                <a:blip r:embed="rId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886465" y="4233391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465" y="4233391"/>
                <a:ext cx="288032" cy="438005"/>
              </a:xfrm>
              <a:prstGeom prst="rect">
                <a:avLst/>
              </a:prstGeom>
              <a:blipFill rotWithShape="0">
                <a:blip r:embed="rId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7194985" y="3762902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985" y="3762902"/>
                <a:ext cx="288032" cy="438005"/>
              </a:xfrm>
              <a:prstGeom prst="rect">
                <a:avLst/>
              </a:prstGeom>
              <a:blipFill rotWithShape="0">
                <a:blip r:embed="rId6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203977" y="4233391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3977" y="4233391"/>
                <a:ext cx="288032" cy="438005"/>
              </a:xfrm>
              <a:prstGeom prst="rect">
                <a:avLst/>
              </a:prstGeom>
              <a:blipFill rotWithShape="0">
                <a:blip r:embed="rId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57201" y="5157192"/>
            <a:ext cx="2843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you make fractions equivalent?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3085104" y="5168643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You multiply the numerator (top) and denominator (bottom) by the same number.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57201" y="6021288"/>
            <a:ext cx="2714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Why do we need to make equivalent fractions?</a:t>
            </a:r>
            <a:endParaRPr lang="en-AU" dirty="0"/>
          </a:p>
        </p:txBody>
      </p:sp>
      <p:sp>
        <p:nvSpPr>
          <p:cNvPr id="33" name="TextBox 32"/>
          <p:cNvSpPr txBox="1"/>
          <p:nvPr/>
        </p:nvSpPr>
        <p:spPr>
          <a:xfrm>
            <a:off x="3085104" y="6021288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So that we can add and subtract fractions to work out the total value of a whole amount.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53009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Let’s try these together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4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/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4000" dirty="0" smtClean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4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/>
                    </m:f>
                  </m:oMath>
                </a14:m>
                <a:endParaRPr lang="en-AU" sz="4000" dirty="0" smtClean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AU" sz="40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4000" i="1">
                            <a:latin typeface="Cambria Math" panose="02040503050406030204" pitchFamily="18" charset="0"/>
                          </a:rPr>
                        </m:ctrlPr>
                      </m:fPr>
                      <m:num/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endParaRPr lang="en-AU" sz="4000" dirty="0" smtClean="0"/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𝑤h𝑖𝑐h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𝑙𝑎𝑟𝑔𝑒𝑟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 smtClean="0"/>
                  <a:t> ?</a:t>
                </a:r>
                <a:endParaRPr lang="en-AU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8189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Task </a:t>
            </a:r>
            <a:endParaRPr lang="en-AU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856" y="1124745"/>
            <a:ext cx="8784976" cy="20162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36" y="2924944"/>
            <a:ext cx="8515808" cy="377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16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006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Remember! 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1844824"/>
            <a:ext cx="9155610" cy="267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205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Fill in the 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04937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786</Words>
  <Application>Microsoft Office PowerPoint</Application>
  <PresentationFormat>On-screen Show (4:3)</PresentationFormat>
  <Paragraphs>211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 Math</vt:lpstr>
      <vt:lpstr>Office Theme</vt:lpstr>
      <vt:lpstr>My Algebra  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try these together </vt:lpstr>
      <vt:lpstr>Task </vt:lpstr>
      <vt:lpstr>Remember! </vt:lpstr>
      <vt:lpstr>Fill in the 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E4038674</cp:lastModifiedBy>
  <cp:revision>39</cp:revision>
  <dcterms:created xsi:type="dcterms:W3CDTF">2014-05-14T02:58:57Z</dcterms:created>
  <dcterms:modified xsi:type="dcterms:W3CDTF">2015-06-14T06:55:37Z</dcterms:modified>
</cp:coreProperties>
</file>