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304" r:id="rId3"/>
    <p:sldId id="259" r:id="rId4"/>
    <p:sldId id="258" r:id="rId5"/>
    <p:sldId id="303" r:id="rId6"/>
    <p:sldId id="309" r:id="rId7"/>
    <p:sldId id="310" r:id="rId8"/>
    <p:sldId id="311" r:id="rId9"/>
    <p:sldId id="312" r:id="rId10"/>
    <p:sldId id="321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8401" autoAdjust="0"/>
  </p:normalViewPr>
  <p:slideViewPr>
    <p:cSldViewPr>
      <p:cViewPr varScale="1">
        <p:scale>
          <a:sx n="81" d="100"/>
          <a:sy n="81" d="100"/>
        </p:scale>
        <p:origin x="1493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6356064"/>
        <c:axId val="186351752"/>
      </c:barChart>
      <c:catAx>
        <c:axId val="1863560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86351752"/>
        <c:crosses val="autoZero"/>
        <c:auto val="1"/>
        <c:lblAlgn val="ctr"/>
        <c:lblOffset val="100"/>
        <c:noMultiLvlLbl val="0"/>
      </c:catAx>
      <c:valAx>
        <c:axId val="1863517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635606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6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e4047095\AppData\Local\Microsoft\Windows\Temporary Internet Files\Content.IE5\UN5YM58D\Line_Graph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" y="1556792"/>
            <a:ext cx="3793604" cy="2927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My Statistics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4940676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245832"/>
              </p:ext>
            </p:extLst>
          </p:nvPr>
        </p:nvGraphicFramePr>
        <p:xfrm>
          <a:off x="4283968" y="3212976"/>
          <a:ext cx="4248472" cy="2599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16247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353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I write probability?</a:t>
            </a:r>
            <a:endParaRPr lang="en-AU" dirty="0"/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813080"/>
            <a:ext cx="5813003" cy="13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probability scale?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621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I write probability?</a:t>
            </a:r>
            <a:endParaRPr lang="en-AU" dirty="0"/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813080"/>
            <a:ext cx="5813003" cy="13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probability scale?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all outcomes are equally likely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𝑓𝑎𝑣𝑜𝑢𝑟𝑎𝑏𝑙𝑒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blipFill rotWithShape="0">
                <a:blip r:embed="rId3"/>
                <a:stretch>
                  <a:fillRect l="-839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9217" y="436510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probability of an event?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042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I write probability?</a:t>
            </a:r>
            <a:endParaRPr lang="en-AU" dirty="0"/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813080"/>
            <a:ext cx="5813003" cy="13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probability scale?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all outcomes are equally likely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𝑓𝑎𝑣𝑜𝑢𝑟𝑎𝑏𝑙𝑒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blipFill rotWithShape="0">
                <a:blip r:embed="rId3"/>
                <a:stretch>
                  <a:fillRect l="-839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9217" y="436510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probability of an event?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23407" y="5650487"/>
            <a:ext cx="569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sample space is a list of all possible outcomes. It may contain numbers or qualities depending on the data set.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93379" y="5650487"/>
            <a:ext cx="263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sample space?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751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72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5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03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410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99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70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3430707" y="5818331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92146" y="6366523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04739" y="5604408"/>
            <a:ext cx="1463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ball is blue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32240" y="6488668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4</a:t>
            </a:r>
            <a:r>
              <a:rPr lang="en-AU" sz="1400" dirty="0" smtClean="0">
                <a:solidFill>
                  <a:srgbClr val="FF0000"/>
                </a:solidFill>
              </a:rPr>
              <a:t>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>
            <a:endCxn id="17" idx="1"/>
          </p:cNvCxnSpPr>
          <p:nvPr/>
        </p:nvCxnSpPr>
        <p:spPr>
          <a:xfrm>
            <a:off x="4355976" y="6021288"/>
            <a:ext cx="467875" cy="1249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796136" y="6309320"/>
            <a:ext cx="408603" cy="17934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439175" y="5818331"/>
            <a:ext cx="301177" cy="20295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092280" y="6366523"/>
            <a:ext cx="576064" cy="12214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26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Turn to page 482 in your text book.</a:t>
            </a:r>
          </a:p>
          <a:p>
            <a:r>
              <a:rPr lang="en-AU" dirty="0" smtClean="0"/>
              <a:t>Complete questions 2 – 8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Extension:</a:t>
            </a:r>
          </a:p>
          <a:p>
            <a:r>
              <a:rPr lang="en-AU" dirty="0" smtClean="0"/>
              <a:t>Page 484, Q13, 14 and 15.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55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822</Words>
  <Application>Microsoft Office PowerPoint</Application>
  <PresentationFormat>On-screen Show (4:3)</PresentationFormat>
  <Paragraphs>220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 Math</vt:lpstr>
      <vt:lpstr>Office Theme</vt:lpstr>
      <vt:lpstr>My Statistics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73</cp:revision>
  <dcterms:created xsi:type="dcterms:W3CDTF">2014-05-14T02:58:57Z</dcterms:created>
  <dcterms:modified xsi:type="dcterms:W3CDTF">2015-03-22T09:39:56Z</dcterms:modified>
</cp:coreProperties>
</file>