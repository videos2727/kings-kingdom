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/>
    <p:restoredTop sz="92197"/>
  </p:normalViewPr>
  <p:slideViewPr>
    <p:cSldViewPr snapToGrid="0" snapToObjects="1">
      <p:cViewPr varScale="1">
        <p:scale>
          <a:sx n="51" d="100"/>
          <a:sy n="51" d="100"/>
        </p:scale>
        <p:origin x="1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0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52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37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6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60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2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9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74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4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4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P R O B A B I L I T Y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sz="3200" dirty="0" smtClean="0"/>
              <a:t>Each letter of the above word is placed in a hat. </a:t>
            </a:r>
          </a:p>
          <a:p>
            <a:r>
              <a:rPr lang="en-US" sz="3200" dirty="0" smtClean="0"/>
              <a:t>What is the Probability of drawing the letter </a:t>
            </a:r>
            <a:r>
              <a:rPr lang="en-US" sz="3200" b="1" dirty="0" smtClean="0"/>
              <a:t>P</a:t>
            </a:r>
            <a:r>
              <a:rPr lang="en-US" sz="3200" dirty="0" smtClean="0"/>
              <a:t>? </a:t>
            </a:r>
          </a:p>
          <a:p>
            <a:r>
              <a:rPr lang="en-US" sz="3200" dirty="0" smtClean="0"/>
              <a:t>Or a </a:t>
            </a:r>
            <a:r>
              <a:rPr lang="en-US" sz="3200" b="1" dirty="0" smtClean="0"/>
              <a:t>vowe</a:t>
            </a:r>
            <a:r>
              <a:rPr lang="en-US" sz="3200" dirty="0" smtClean="0"/>
              <a:t>l from the hat if one letter is picked at random?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7364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Sample space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solve this </a:t>
            </a:r>
            <a:r>
              <a:rPr lang="en-US" dirty="0" err="1" smtClean="0"/>
              <a:t>qn</a:t>
            </a:r>
            <a:r>
              <a:rPr lang="en-US" dirty="0" smtClean="0"/>
              <a:t>, we need to list all the possible outcomes in our curly brackets, separated by a comma.</a:t>
            </a:r>
          </a:p>
          <a:p>
            <a:endParaRPr lang="en-US" dirty="0"/>
          </a:p>
          <a:p>
            <a:r>
              <a:rPr lang="en-US" dirty="0" smtClean="0"/>
              <a:t>{ P, r, o, b, a, b, </a:t>
            </a:r>
            <a:r>
              <a:rPr lang="en-US" dirty="0" err="1" smtClean="0"/>
              <a:t>i</a:t>
            </a:r>
            <a:r>
              <a:rPr lang="en-US" dirty="0" smtClean="0"/>
              <a:t>, I, </a:t>
            </a:r>
            <a:r>
              <a:rPr lang="en-US" dirty="0" err="1" smtClean="0"/>
              <a:t>i</a:t>
            </a:r>
            <a:r>
              <a:rPr lang="en-US" dirty="0" smtClean="0"/>
              <a:t>, t, y}</a:t>
            </a:r>
          </a:p>
          <a:p>
            <a:r>
              <a:rPr lang="en-US" dirty="0" smtClean="0"/>
              <a:t>There are 11 letters in all, so</a:t>
            </a:r>
            <a:r>
              <a:rPr lang="is-IS" dirty="0" smtClean="0"/>
              <a:t>…. </a:t>
            </a:r>
            <a:r>
              <a:rPr lang="en-US" dirty="0" smtClean="0"/>
              <a:t>T</a:t>
            </a:r>
            <a:r>
              <a:rPr lang="is-IS" dirty="0" smtClean="0"/>
              <a:t>he Probability of (P) is 1 (count the number of P’s)/11</a:t>
            </a:r>
          </a:p>
          <a:p>
            <a:r>
              <a:rPr lang="is-IS" dirty="0" smtClean="0"/>
              <a:t>The P (a vowel) is 4/11     the vowels are: (o, a, i &amp; i)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070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Choose your own 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Discombobulated</a:t>
            </a:r>
            <a:r>
              <a:rPr lang="en-US" dirty="0" smtClean="0"/>
              <a:t>?</a:t>
            </a:r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Supercalifragilisticexpialidocious</a:t>
            </a:r>
            <a:r>
              <a:rPr lang="en-US" dirty="0" smtClean="0"/>
              <a:t>?</a:t>
            </a:r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Antidisestablishmentarianism?</a:t>
            </a:r>
          </a:p>
          <a:p>
            <a:pPr algn="ctr"/>
            <a:r>
              <a:rPr lang="en-US" dirty="0" smtClean="0"/>
              <a:t>Dockers!</a:t>
            </a:r>
            <a:endParaRPr lang="en-US" dirty="0" smtClean="0"/>
          </a:p>
          <a:p>
            <a:r>
              <a:rPr lang="en-US" dirty="0" smtClean="0"/>
              <a:t>Write it down, then with a partner, </a:t>
            </a:r>
          </a:p>
          <a:p>
            <a:r>
              <a:rPr lang="en-US" dirty="0" smtClean="0"/>
              <a:t>Write a probability </a:t>
            </a:r>
            <a:r>
              <a:rPr lang="en-US" dirty="0" err="1" smtClean="0"/>
              <a:t>qn</a:t>
            </a:r>
            <a:r>
              <a:rPr lang="en-US" dirty="0" smtClean="0"/>
              <a:t> (as above) and answer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982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RHS 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EQ:   What is a probability Scale?</a:t>
            </a:r>
          </a:p>
          <a:p>
            <a:endParaRPr lang="en-US" dirty="0"/>
          </a:p>
          <a:p>
            <a:r>
              <a:rPr lang="en-US" dirty="0" err="1" smtClean="0"/>
              <a:t>Qns</a:t>
            </a:r>
            <a:r>
              <a:rPr lang="is-IS" dirty="0" smtClean="0"/>
              <a:t>…What does it help us work out?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502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Activity 2: Toss a die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With a partner, Toss a single die 60 times, keep a tally of how many times for each number!</a:t>
            </a:r>
          </a:p>
          <a:p>
            <a:r>
              <a:rPr lang="en-US" dirty="0" smtClean="0"/>
              <a:t>Your partner keeps a tally of the total number of tosses. </a:t>
            </a:r>
          </a:p>
          <a:p>
            <a:r>
              <a:rPr lang="en-US" dirty="0" smtClean="0"/>
              <a:t>Double check your final tally adds to 60.</a:t>
            </a:r>
          </a:p>
          <a:p>
            <a:endParaRPr lang="en-US" dirty="0"/>
          </a:p>
          <a:p>
            <a:r>
              <a:rPr lang="en-US" dirty="0" smtClean="0"/>
              <a:t>This is an example of </a:t>
            </a:r>
            <a:r>
              <a:rPr lang="en-US" b="1" dirty="0" smtClean="0"/>
              <a:t>experimental probability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Are the results as you would expect?  What happens if the class combines all of their results?</a:t>
            </a:r>
          </a:p>
          <a:p>
            <a:r>
              <a:rPr lang="en-US" dirty="0" smtClean="0"/>
              <a:t>12 x 60 = 720 tosses  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551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class results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01414"/>
              </p:ext>
            </p:extLst>
          </p:nvPr>
        </p:nvGraphicFramePr>
        <p:xfrm>
          <a:off x="838200" y="1825625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#</a:t>
                      </a:r>
                      <a:r>
                        <a:rPr lang="en-US" baseline="0" dirty="0" smtClean="0"/>
                        <a:t> on die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Tallys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Totalled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977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Left Hand Side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Dwyer: Ex 4.1 </a:t>
            </a:r>
          </a:p>
          <a:p>
            <a:r>
              <a:rPr lang="en-US" dirty="0" smtClean="0"/>
              <a:t>p. 52-53</a:t>
            </a:r>
          </a:p>
          <a:p>
            <a:r>
              <a:rPr lang="en-US" dirty="0" err="1" smtClean="0"/>
              <a:t>Qns</a:t>
            </a:r>
            <a:r>
              <a:rPr lang="en-US" dirty="0" smtClean="0"/>
              <a:t>. 1-6       In particular #1, #3 &amp; #5 (as a minimum</a:t>
            </a:r>
            <a:r>
              <a:rPr lang="en-US" dirty="0" smtClean="0"/>
              <a:t>) </a:t>
            </a:r>
          </a:p>
          <a:p>
            <a:r>
              <a:rPr lang="en-US" dirty="0" smtClean="0"/>
              <a:t>#5 is an example of THEORETICAL probability. How did your class experiment do? 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723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scale helps us see how likely something is to happen relative to other things such as impossible, or certain.  It helps us plot the probability on a scale from 0 to 1 as a fraction of 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044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376</Words>
  <Application>Microsoft Macintosh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Arial</vt:lpstr>
      <vt:lpstr>Office Theme</vt:lpstr>
      <vt:lpstr>P R O B A B I L I T Y </vt:lpstr>
      <vt:lpstr>Sample space</vt:lpstr>
      <vt:lpstr>Choose your own word</vt:lpstr>
      <vt:lpstr>RHS Notes</vt:lpstr>
      <vt:lpstr>Activity 2: Toss a die </vt:lpstr>
      <vt:lpstr>Our class results</vt:lpstr>
      <vt:lpstr>Left Hand Side</vt:lpstr>
      <vt:lpstr>Summary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PATERSON Anne</dc:creator>
  <cp:lastModifiedBy>PATERSON Anne</cp:lastModifiedBy>
  <cp:revision>6</cp:revision>
  <dcterms:created xsi:type="dcterms:W3CDTF">2017-03-14T08:05:21Z</dcterms:created>
  <dcterms:modified xsi:type="dcterms:W3CDTF">2017-03-16T23:10:38Z</dcterms:modified>
</cp:coreProperties>
</file>