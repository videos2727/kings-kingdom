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304" r:id="rId3"/>
    <p:sldId id="259" r:id="rId4"/>
    <p:sldId id="258" r:id="rId5"/>
    <p:sldId id="303" r:id="rId6"/>
    <p:sldId id="305" r:id="rId7"/>
    <p:sldId id="329" r:id="rId8"/>
    <p:sldId id="301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 varScale="1">
        <p:scale>
          <a:sx n="81" d="100"/>
          <a:sy n="81" d="100"/>
        </p:scale>
        <p:origin x="149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5232160"/>
        <c:axId val="195232552"/>
      </c:barChart>
      <c:catAx>
        <c:axId val="1952321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5232552"/>
        <c:crosses val="autoZero"/>
        <c:auto val="1"/>
        <c:lblAlgn val="ctr"/>
        <c:lblOffset val="100"/>
        <c:noMultiLvlLbl val="0"/>
      </c:catAx>
      <c:valAx>
        <c:axId val="1952325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523216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mtClean="0"/>
              <a:t>iler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35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00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Histograms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histograms and bar charts?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1979548"/>
            <a:ext cx="2154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histogram?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16586" y="1991628"/>
            <a:ext cx="519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histograms shows the </a:t>
            </a:r>
            <a:r>
              <a:rPr lang="en-AU" b="1" u="sng" dirty="0" smtClean="0"/>
              <a:t>frequency</a:t>
            </a:r>
            <a:r>
              <a:rPr lang="en-AU" dirty="0" smtClean="0"/>
              <a:t> for numerical data</a:t>
            </a:r>
            <a:endParaRPr lang="en-AU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505" y="2996952"/>
            <a:ext cx="5443846" cy="2362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69118" y="5359434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 smtClean="0"/>
              <a:t>Height(cm)</a:t>
            </a:r>
            <a:endParaRPr lang="en-AU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2915816" y="3157017"/>
            <a:ext cx="1267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 smtClean="0"/>
              <a:t>Frequency</a:t>
            </a:r>
            <a:endParaRPr lang="en-AU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4283968" y="2627620"/>
            <a:ext cx="258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Heights of students in 8-7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187216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00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Histograms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differences between histograms and bar charts?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1979548"/>
            <a:ext cx="2154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histogram?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16586" y="1991628"/>
            <a:ext cx="5250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histograms shows the </a:t>
            </a:r>
            <a:r>
              <a:rPr lang="en-AU" b="1" u="sng" dirty="0" smtClean="0"/>
              <a:t>frequency</a:t>
            </a:r>
            <a:r>
              <a:rPr lang="en-AU" dirty="0" smtClean="0"/>
              <a:t> for numerical data.</a:t>
            </a:r>
            <a:endParaRPr lang="en-AU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505" y="2996952"/>
            <a:ext cx="5443846" cy="2362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69118" y="5359434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 smtClean="0"/>
              <a:t>Height(cm)</a:t>
            </a:r>
            <a:endParaRPr lang="en-AU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2915816" y="3157017"/>
            <a:ext cx="1267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 smtClean="0"/>
              <a:t>Frequency</a:t>
            </a:r>
            <a:endParaRPr lang="en-AU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4283968" y="2627620"/>
            <a:ext cx="258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Heights of students in 8-7</a:t>
            </a:r>
            <a:endParaRPr lang="en-AU" u="sng" dirty="0"/>
          </a:p>
        </p:txBody>
      </p:sp>
      <p:sp>
        <p:nvSpPr>
          <p:cNvPr id="15" name="TextBox 14"/>
          <p:cNvSpPr txBox="1"/>
          <p:nvPr/>
        </p:nvSpPr>
        <p:spPr>
          <a:xfrm>
            <a:off x="6875724" y="262762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Title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93020" y="5621044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Labels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3193020" y="3573016"/>
            <a:ext cx="154844" cy="20480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  <a:endCxn id="8" idx="1"/>
          </p:cNvCxnSpPr>
          <p:nvPr/>
        </p:nvCxnSpPr>
        <p:spPr>
          <a:xfrm flipV="1">
            <a:off x="3965989" y="5490239"/>
            <a:ext cx="1603129" cy="31547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55336" y="583114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Scale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7439175" y="5222310"/>
            <a:ext cx="373186" cy="6088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85078" y="4108926"/>
            <a:ext cx="975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No Gaps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51505" y="6224844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Use pencil and ruler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5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</a:t>
            </a:r>
            <a:r>
              <a:rPr lang="en-AU" dirty="0" smtClean="0"/>
              <a:t>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200</Words>
  <Application>Microsoft Office PowerPoint</Application>
  <PresentationFormat>On-screen Show (4:3)</PresentationFormat>
  <Paragraphs>83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65</cp:revision>
  <dcterms:created xsi:type="dcterms:W3CDTF">2014-05-14T02:58:57Z</dcterms:created>
  <dcterms:modified xsi:type="dcterms:W3CDTF">2015-03-15T09:06:36Z</dcterms:modified>
</cp:coreProperties>
</file>