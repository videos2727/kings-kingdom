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0" r:id="rId2"/>
    <p:sldId id="304" r:id="rId3"/>
    <p:sldId id="259" r:id="rId4"/>
    <p:sldId id="258" r:id="rId5"/>
    <p:sldId id="303" r:id="rId6"/>
    <p:sldId id="305" r:id="rId7"/>
    <p:sldId id="307" r:id="rId8"/>
    <p:sldId id="306" r:id="rId9"/>
    <p:sldId id="308" r:id="rId10"/>
    <p:sldId id="309" r:id="rId11"/>
    <p:sldId id="310" r:id="rId12"/>
    <p:sldId id="311" r:id="rId13"/>
    <p:sldId id="313" r:id="rId14"/>
    <p:sldId id="312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01" r:id="rId27"/>
    <p:sldId id="292" r:id="rId28"/>
    <p:sldId id="29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55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497216"/>
        <c:axId val="33837056"/>
      </c:barChart>
      <c:catAx>
        <c:axId val="31497216"/>
        <c:scaling>
          <c:orientation val="minMax"/>
        </c:scaling>
        <c:delete val="0"/>
        <c:axPos val="b"/>
        <c:majorTickMark val="out"/>
        <c:minorTickMark val="none"/>
        <c:tickLblPos val="nextTo"/>
        <c:crossAx val="33837056"/>
        <c:crosses val="autoZero"/>
        <c:auto val="1"/>
        <c:lblAlgn val="ctr"/>
        <c:lblOffset val="100"/>
        <c:noMultiLvlLbl val="0"/>
      </c:catAx>
      <c:valAx>
        <c:axId val="338370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149721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Statistics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700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31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064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831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20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12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26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96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3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18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69347" y="2939328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67589" y="4103784"/>
            <a:ext cx="6170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7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220362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0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52520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23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4140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20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88015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39001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blipFill rotWithShape="1">
                <a:blip r:embed="rId3"/>
                <a:stretch>
                  <a:fillRect l="-255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89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17699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9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9535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154707" y="6304002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Mode is 3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466 Questions 5 – 8 </a:t>
            </a:r>
          </a:p>
          <a:p>
            <a:r>
              <a:rPr lang="en-AU" dirty="0" smtClean="0"/>
              <a:t>First Column only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845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1836</Words>
  <Application>Microsoft Office PowerPoint</Application>
  <PresentationFormat>On-screen Show (4:3)</PresentationFormat>
  <Paragraphs>380</Paragraphs>
  <Slides>28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59</cp:revision>
  <dcterms:created xsi:type="dcterms:W3CDTF">2014-05-14T02:58:57Z</dcterms:created>
  <dcterms:modified xsi:type="dcterms:W3CDTF">2015-03-02T04:10:58Z</dcterms:modified>
</cp:coreProperties>
</file>