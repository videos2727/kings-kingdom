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304" r:id="rId3"/>
    <p:sldId id="259" r:id="rId4"/>
    <p:sldId id="258" r:id="rId5"/>
    <p:sldId id="303" r:id="rId6"/>
    <p:sldId id="309" r:id="rId7"/>
    <p:sldId id="321" r:id="rId8"/>
    <p:sldId id="322" r:id="rId9"/>
    <p:sldId id="324" r:id="rId10"/>
    <p:sldId id="326" r:id="rId11"/>
    <p:sldId id="327" r:id="rId12"/>
    <p:sldId id="328" r:id="rId13"/>
    <p:sldId id="329" r:id="rId14"/>
    <p:sldId id="320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 varScale="1">
        <p:scale>
          <a:sx n="81" d="100"/>
          <a:sy n="81" d="100"/>
        </p:scale>
        <p:origin x="14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1057904"/>
        <c:axId val="181057120"/>
      </c:barChart>
      <c:catAx>
        <c:axId val="1810579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1057120"/>
        <c:crosses val="autoZero"/>
        <c:auto val="1"/>
        <c:lblAlgn val="ctr"/>
        <c:lblOffset val="100"/>
        <c:noMultiLvlLbl val="0"/>
      </c:catAx>
      <c:valAx>
        <c:axId val="1810571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0579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opolis.com/questions/q.php?id=3082&amp;site=1&amp;ref=/data/probability-complement.html&amp;qs=3082_3083_3084_3085_3086_3087_3821_3822_3823_184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11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99702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</a:p>
          <a:p>
            <a:endParaRPr lang="en-A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521" y="3268937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1" y="369779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dirty="0" smtClean="0"/>
              <a:t>The complement of rolling a 3 is:   </a:t>
            </a:r>
            <a:r>
              <a:rPr lang="en-AU" i="1" dirty="0" smtClean="0">
                <a:solidFill>
                  <a:srgbClr val="0070C0"/>
                </a:solidFill>
              </a:rPr>
              <a:t>not rolling 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5652" y="319149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err="1" smtClean="0">
                <a:solidFill>
                  <a:srgbClr val="FF0000"/>
                </a:solidFill>
              </a:rPr>
              <a:t>Pr</a:t>
            </a:r>
            <a:r>
              <a:rPr lang="en-AU" i="1" dirty="0" smtClean="0">
                <a:solidFill>
                  <a:srgbClr val="FF0000"/>
                </a:solidFill>
              </a:rPr>
              <a:t>(3</a:t>
            </a:r>
            <a:r>
              <a:rPr lang="en-AU" i="1" dirty="0">
                <a:solidFill>
                  <a:srgbClr val="FF0000"/>
                </a:solidFill>
              </a:rPr>
              <a:t>’) = </a:t>
            </a:r>
            <a:r>
              <a:rPr lang="en-AU" i="1" dirty="0" err="1">
                <a:solidFill>
                  <a:srgbClr val="FF0000"/>
                </a:solidFill>
              </a:rPr>
              <a:t>Pr</a:t>
            </a:r>
            <a:r>
              <a:rPr lang="en-AU" i="1" dirty="0">
                <a:solidFill>
                  <a:srgbClr val="FF0000"/>
                </a:solidFill>
              </a:rPr>
              <a:t>( not getting a 3)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8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</a:p>
          <a:p>
            <a:endParaRPr lang="en-A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4" y="327090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1" y="369779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dirty="0" smtClean="0"/>
              <a:t>The complement of rolling a 3 is:   </a:t>
            </a:r>
            <a:r>
              <a:rPr lang="en-AU" i="1" dirty="0" smtClean="0">
                <a:solidFill>
                  <a:srgbClr val="0070C0"/>
                </a:solidFill>
              </a:rPr>
              <a:t>not rolling 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5652" y="319149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err="1" smtClean="0">
                <a:solidFill>
                  <a:srgbClr val="FF0000"/>
                </a:solidFill>
              </a:rPr>
              <a:t>Pr</a:t>
            </a:r>
            <a:r>
              <a:rPr lang="en-AU" i="1" dirty="0" smtClean="0">
                <a:solidFill>
                  <a:srgbClr val="FF0000"/>
                </a:solidFill>
              </a:rPr>
              <a:t>(3</a:t>
            </a:r>
            <a:r>
              <a:rPr lang="en-AU" i="1" dirty="0">
                <a:solidFill>
                  <a:srgbClr val="FF0000"/>
                </a:solidFill>
              </a:rPr>
              <a:t>’) = </a:t>
            </a:r>
            <a:r>
              <a:rPr lang="en-AU" i="1" dirty="0" err="1">
                <a:solidFill>
                  <a:srgbClr val="FF0000"/>
                </a:solidFill>
              </a:rPr>
              <a:t>Pr</a:t>
            </a:r>
            <a:r>
              <a:rPr lang="en-AU" i="1" dirty="0">
                <a:solidFill>
                  <a:srgbClr val="FF0000"/>
                </a:solidFill>
              </a:rPr>
              <a:t>( not getting a 3)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475" y="3666354"/>
            <a:ext cx="2678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the probability of an event and its complement add up to?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34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</a:p>
          <a:p>
            <a:endParaRPr lang="en-A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23512" y="325702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1" y="369779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dirty="0" smtClean="0"/>
              <a:t>The complement of rolling a 3 is:   </a:t>
            </a:r>
            <a:r>
              <a:rPr lang="en-AU" i="1" dirty="0" smtClean="0">
                <a:solidFill>
                  <a:srgbClr val="0070C0"/>
                </a:solidFill>
              </a:rPr>
              <a:t>not rolling 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5652" y="319149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err="1" smtClean="0">
                <a:solidFill>
                  <a:srgbClr val="FF0000"/>
                </a:solidFill>
              </a:rPr>
              <a:t>Pr</a:t>
            </a:r>
            <a:r>
              <a:rPr lang="en-AU" i="1" dirty="0" smtClean="0">
                <a:solidFill>
                  <a:srgbClr val="FF0000"/>
                </a:solidFill>
              </a:rPr>
              <a:t>(3</a:t>
            </a:r>
            <a:r>
              <a:rPr lang="en-AU" i="1" dirty="0">
                <a:solidFill>
                  <a:srgbClr val="FF0000"/>
                </a:solidFill>
              </a:rPr>
              <a:t>’) = </a:t>
            </a:r>
            <a:r>
              <a:rPr lang="en-AU" i="1" dirty="0" err="1">
                <a:solidFill>
                  <a:srgbClr val="FF0000"/>
                </a:solidFill>
              </a:rPr>
              <a:t>Pr</a:t>
            </a:r>
            <a:r>
              <a:rPr lang="en-AU" i="1" dirty="0">
                <a:solidFill>
                  <a:srgbClr val="FF0000"/>
                </a:solidFill>
              </a:rPr>
              <a:t>( not getting a 3)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475" y="3697797"/>
            <a:ext cx="2678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the probability of an event and its complement add up to?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4475" y="455772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</m:e>
                      </m:func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AU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rolling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</m:e>
                      </m:d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⁡(</m:t>
                    </m:r>
                  </m:oMath>
                </a14:m>
                <a:r>
                  <a:rPr lang="en-AU" b="0" dirty="0" smtClean="0"/>
                  <a:t>rolling a 5) + </a:t>
                </a:r>
                <a:r>
                  <a:rPr lang="en-AU" b="0" dirty="0" err="1" smtClean="0"/>
                  <a:t>Pr</a:t>
                </a:r>
                <a:r>
                  <a:rPr lang="en-AU" b="0" dirty="0" smtClean="0"/>
                  <a:t>(not 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blipFill rotWithShape="0"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16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</a:p>
          <a:p>
            <a:endParaRPr lang="en-A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23512" y="325702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1" y="369779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dirty="0" smtClean="0"/>
              <a:t>The complement of rolling a 3 is:   </a:t>
            </a:r>
            <a:r>
              <a:rPr lang="en-AU" i="1" dirty="0" smtClean="0">
                <a:solidFill>
                  <a:srgbClr val="0070C0"/>
                </a:solidFill>
              </a:rPr>
              <a:t>not rolling 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5652" y="319149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err="1" smtClean="0">
                <a:solidFill>
                  <a:srgbClr val="FF0000"/>
                </a:solidFill>
              </a:rPr>
              <a:t>Pr</a:t>
            </a:r>
            <a:r>
              <a:rPr lang="en-AU" i="1" dirty="0" smtClean="0">
                <a:solidFill>
                  <a:srgbClr val="FF0000"/>
                </a:solidFill>
              </a:rPr>
              <a:t>(3</a:t>
            </a:r>
            <a:r>
              <a:rPr lang="en-AU" i="1" dirty="0">
                <a:solidFill>
                  <a:srgbClr val="FF0000"/>
                </a:solidFill>
              </a:rPr>
              <a:t>’) = </a:t>
            </a:r>
            <a:r>
              <a:rPr lang="en-AU" i="1" dirty="0" err="1">
                <a:solidFill>
                  <a:srgbClr val="FF0000"/>
                </a:solidFill>
              </a:rPr>
              <a:t>Pr</a:t>
            </a:r>
            <a:r>
              <a:rPr lang="en-AU" i="1" dirty="0">
                <a:solidFill>
                  <a:srgbClr val="FF0000"/>
                </a:solidFill>
              </a:rPr>
              <a:t>( not getting a 3)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475" y="3697797"/>
            <a:ext cx="2678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the probability of an event and its complement add up to?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4475" y="455772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</m:e>
                      </m:func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AU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rolling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</m:e>
                      </m:d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⁡(</m:t>
                    </m:r>
                  </m:oMath>
                </a14:m>
                <a:r>
                  <a:rPr lang="en-AU" b="0" dirty="0" smtClean="0"/>
                  <a:t>rolling a 5) + </a:t>
                </a:r>
                <a:r>
                  <a:rPr lang="en-AU" b="0" dirty="0" err="1" smtClean="0"/>
                  <a:t>Pr</a:t>
                </a:r>
                <a:r>
                  <a:rPr lang="en-AU" b="0" dirty="0" smtClean="0"/>
                  <a:t>(not 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blipFill rotWithShape="0"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44516" y="5626589"/>
            <a:ext cx="264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this?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059832" y="5567054"/>
                <a:ext cx="5904656" cy="488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</m:d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𝑟𝑒𝑑</m:t>
                                </m:r>
                              </m:e>
                            </m:d>
                          </m:e>
                        </m:func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func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567054"/>
                <a:ext cx="5904656" cy="488403"/>
              </a:xfrm>
              <a:prstGeom prst="rect">
                <a:avLst/>
              </a:prstGeom>
              <a:blipFill rotWithShape="0">
                <a:blip r:embed="rId4"/>
                <a:stretch>
                  <a:fillRect l="-929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16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Complementary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the probability of complementary events?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complement mean in probability?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 of an event is written as E’.  </a:t>
            </a:r>
          </a:p>
          <a:p>
            <a:pPr algn="ctr"/>
            <a:r>
              <a:rPr lang="en-AU" dirty="0" smtClean="0">
                <a:solidFill>
                  <a:srgbClr val="FF0000"/>
                </a:solidFill>
              </a:rPr>
              <a:t>E’ is the event that E does not occur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9832" y="2852936"/>
            <a:ext cx="596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(Write this explanation into your glossary on page 3)</a:t>
            </a:r>
          </a:p>
          <a:p>
            <a:endParaRPr lang="en-A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23512" y="325702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1" y="369779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dirty="0" smtClean="0"/>
              <a:t>The complement of rolling a 3 is:   </a:t>
            </a:r>
            <a:r>
              <a:rPr lang="en-AU" i="1" dirty="0" smtClean="0">
                <a:solidFill>
                  <a:srgbClr val="0070C0"/>
                </a:solidFill>
              </a:rPr>
              <a:t>not rolling 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5652" y="319149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err="1" smtClean="0">
                <a:solidFill>
                  <a:srgbClr val="FF0000"/>
                </a:solidFill>
              </a:rPr>
              <a:t>Pr</a:t>
            </a:r>
            <a:r>
              <a:rPr lang="en-AU" i="1" dirty="0" smtClean="0">
                <a:solidFill>
                  <a:srgbClr val="FF0000"/>
                </a:solidFill>
              </a:rPr>
              <a:t>(3</a:t>
            </a:r>
            <a:r>
              <a:rPr lang="en-AU" i="1" dirty="0">
                <a:solidFill>
                  <a:srgbClr val="FF0000"/>
                </a:solidFill>
              </a:rPr>
              <a:t>’) = </a:t>
            </a:r>
            <a:r>
              <a:rPr lang="en-AU" i="1" dirty="0" err="1">
                <a:solidFill>
                  <a:srgbClr val="FF0000"/>
                </a:solidFill>
              </a:rPr>
              <a:t>Pr</a:t>
            </a:r>
            <a:r>
              <a:rPr lang="en-AU" i="1" dirty="0">
                <a:solidFill>
                  <a:srgbClr val="FF0000"/>
                </a:solidFill>
              </a:rPr>
              <a:t>( not getting a 3)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475" y="3697797"/>
            <a:ext cx="2678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the probability of an event and its complement add up to?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770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4475" y="455772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</m:e>
                      </m:func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AU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rolling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</m:e>
                      </m:d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⁡(</m:t>
                    </m:r>
                  </m:oMath>
                </a14:m>
                <a:r>
                  <a:rPr lang="en-AU" b="0" dirty="0" smtClean="0"/>
                  <a:t>rolling a 5) + </a:t>
                </a:r>
                <a:r>
                  <a:rPr lang="en-AU" b="0" dirty="0" err="1" smtClean="0"/>
                  <a:t>Pr</a:t>
                </a:r>
                <a:r>
                  <a:rPr lang="en-AU" b="0" dirty="0" smtClean="0"/>
                  <a:t>(not 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32532"/>
                <a:ext cx="5760640" cy="1111458"/>
              </a:xfrm>
              <a:prstGeom prst="rect">
                <a:avLst/>
              </a:prstGeom>
              <a:blipFill rotWithShape="0"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44516" y="5626589"/>
            <a:ext cx="264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this?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059832" y="5567054"/>
                <a:ext cx="5904656" cy="488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</m:d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𝑟𝑒𝑑</m:t>
                                </m:r>
                              </m:e>
                            </m:d>
                          </m:e>
                        </m:func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func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567054"/>
                <a:ext cx="5904656" cy="488403"/>
              </a:xfrm>
              <a:prstGeom prst="rect">
                <a:avLst/>
              </a:prstGeom>
              <a:blipFill rotWithShape="0">
                <a:blip r:embed="rId4"/>
                <a:stretch>
                  <a:fillRect l="-929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31840" y="616530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</a:t>
            </a:r>
            <a:r>
              <a:rPr lang="en-AU" dirty="0" err="1" smtClean="0"/>
              <a:t>Pr</a:t>
            </a:r>
            <a:r>
              <a:rPr lang="en-AU" dirty="0" smtClean="0"/>
              <a:t>(red) = 0.3  then </a:t>
            </a:r>
            <a:r>
              <a:rPr lang="en-AU" dirty="0" err="1" smtClean="0"/>
              <a:t>Pr</a:t>
            </a:r>
            <a:r>
              <a:rPr lang="en-AU" dirty="0" smtClean="0"/>
              <a:t>(red’) = 0.7</a:t>
            </a:r>
          </a:p>
          <a:p>
            <a:r>
              <a:rPr lang="en-AU" dirty="0" smtClean="0"/>
              <a:t>If </a:t>
            </a:r>
            <a:r>
              <a:rPr lang="en-AU" dirty="0" err="1" smtClean="0"/>
              <a:t>Pr</a:t>
            </a:r>
            <a:r>
              <a:rPr lang="en-AU" dirty="0" smtClean="0"/>
              <a:t>(red) = 30% then </a:t>
            </a:r>
            <a:r>
              <a:rPr lang="en-AU" dirty="0" err="1" smtClean="0"/>
              <a:t>Pr</a:t>
            </a:r>
            <a:r>
              <a:rPr lang="en-AU" dirty="0" smtClean="0"/>
              <a:t>(red’) = 70%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121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Go on Connect on your iPad. Find the notes for today and click on the following link.</a:t>
            </a:r>
            <a:endParaRPr lang="en-AU" dirty="0" smtClean="0"/>
          </a:p>
          <a:p>
            <a:r>
              <a:rPr lang="en-AU" dirty="0" smtClean="0">
                <a:hlinkClick r:id="rId2"/>
              </a:rPr>
              <a:t>complement quiz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Extension</a:t>
            </a:r>
            <a:r>
              <a:rPr lang="en-AU" dirty="0" smtClean="0"/>
              <a:t>:</a:t>
            </a:r>
          </a:p>
          <a:p>
            <a:r>
              <a:rPr lang="en-AU" dirty="0" smtClean="0"/>
              <a:t>Ask your teacher for the extension questions.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766</Words>
  <Application>Microsoft Office PowerPoint</Application>
  <PresentationFormat>On-screen Show (4:3)</PresentationFormat>
  <Paragraphs>178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79</cp:revision>
  <dcterms:created xsi:type="dcterms:W3CDTF">2014-05-14T02:58:57Z</dcterms:created>
  <dcterms:modified xsi:type="dcterms:W3CDTF">2015-03-22T10:41:56Z</dcterms:modified>
</cp:coreProperties>
</file>