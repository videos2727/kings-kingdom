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304" r:id="rId3"/>
    <p:sldId id="259" r:id="rId4"/>
    <p:sldId id="258" r:id="rId5"/>
    <p:sldId id="303" r:id="rId6"/>
    <p:sldId id="305" r:id="rId7"/>
    <p:sldId id="324" r:id="rId8"/>
    <p:sldId id="301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 varScale="1">
        <p:scale>
          <a:sx n="81" d="100"/>
          <a:sy n="81" d="100"/>
        </p:scale>
        <p:origin x="149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7220376"/>
        <c:axId val="167218808"/>
      </c:barChart>
      <c:catAx>
        <c:axId val="1672203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67218808"/>
        <c:crosses val="autoZero"/>
        <c:auto val="1"/>
        <c:lblAlgn val="ctr"/>
        <c:lblOffset val="100"/>
        <c:noMultiLvlLbl val="0"/>
      </c:catAx>
      <c:valAx>
        <c:axId val="1672188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722037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11/03/2015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11/03/2015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913" y="1268760"/>
            <a:ext cx="8229600" cy="49294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 smtClean="0"/>
              <a:t> </a:t>
            </a:r>
            <a:endParaRPr lang="en-AU" dirty="0" smtClean="0"/>
          </a:p>
          <a:p>
            <a:pPr marL="0" indent="0">
              <a:buNone/>
            </a:pPr>
            <a:r>
              <a:rPr lang="en-AU" sz="2000" dirty="0" smtClean="0"/>
              <a:t>1. These scores were achieved by students from two classes on a test. </a:t>
            </a:r>
          </a:p>
          <a:p>
            <a:pPr marL="0" indent="0">
              <a:buNone/>
            </a:pPr>
            <a:r>
              <a:rPr lang="en-AU" sz="2000" dirty="0" smtClean="0"/>
              <a:t>Form 7X: </a:t>
            </a:r>
          </a:p>
          <a:p>
            <a:pPr marL="0" indent="0">
              <a:buNone/>
            </a:pPr>
            <a:r>
              <a:rPr lang="en-AU" sz="2000" dirty="0" smtClean="0"/>
              <a:t>13, 27, 32, 29, 7, 23, 25, 38, 19, 33, 18, 19, 19, 13, 14, 4, 39, 40, 12, 28, 7, 24</a:t>
            </a:r>
          </a:p>
          <a:p>
            <a:pPr marL="0" indent="0">
              <a:buNone/>
            </a:pPr>
            <a:r>
              <a:rPr lang="en-AU" sz="2000" dirty="0" smtClean="0"/>
              <a:t>Form 7Y: </a:t>
            </a:r>
          </a:p>
          <a:p>
            <a:pPr marL="0" indent="0">
              <a:buNone/>
            </a:pPr>
            <a:r>
              <a:rPr lang="en-AU" sz="2000" dirty="0" smtClean="0"/>
              <a:t>31, 7, 20, 13, 20, 39, 18, 15, 8, 15, 15, 19, 17, 25, 8, 17, 13, 23, 12, 22, 31, 8, 29</a:t>
            </a:r>
          </a:p>
          <a:p>
            <a:pPr marL="0" indent="0">
              <a:buNone/>
            </a:pPr>
            <a:r>
              <a:rPr lang="en-AU" sz="2000" dirty="0" smtClean="0"/>
              <a:t>Set up a back to back stem and leaf plot to compare the class performances.</a:t>
            </a:r>
          </a:p>
          <a:p>
            <a:pPr marL="0" indent="0">
              <a:buNone/>
            </a:pPr>
            <a:endParaRPr lang="en-AU" sz="2000" dirty="0" smtClean="0"/>
          </a:p>
          <a:p>
            <a:pPr marL="0" indent="0">
              <a:buNone/>
            </a:pPr>
            <a:r>
              <a:rPr lang="en-AU" sz="2000" dirty="0" smtClean="0"/>
              <a:t>2. A group of plants were measured and their heights recorded.</a:t>
            </a:r>
          </a:p>
          <a:p>
            <a:pPr marL="0" indent="0">
              <a:buNone/>
            </a:pPr>
            <a:r>
              <a:rPr lang="en-AU" sz="2000" dirty="0" smtClean="0"/>
              <a:t>	12.50	6.30	9.80	5.20	12.03	2.01	5.69	9.25	8.95	12.30	14.60	15.20	8.20	9.08	4.12	7.89	11.30	7.89	2.56	10.30	4.90	2.90	2.36	2.01	4.99	2.36	9.06	12.30	0.30	10.10</a:t>
            </a:r>
          </a:p>
          <a:p>
            <a:pPr marL="457200" indent="-457200">
              <a:buAutoNum type="alphaLcPeriod"/>
            </a:pPr>
            <a:r>
              <a:rPr lang="en-AU" sz="2000" dirty="0" smtClean="0"/>
              <a:t>Set up a tally table with intervals of 2 cm.	</a:t>
            </a:r>
          </a:p>
          <a:p>
            <a:pPr marL="457200" indent="-457200">
              <a:buAutoNum type="alphaLcPeriod"/>
            </a:pPr>
            <a:r>
              <a:rPr lang="en-AU" sz="2000" dirty="0" smtClean="0"/>
              <a:t>Construct a histogram of the information.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18845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</a:t>
            </a:r>
            <a:r>
              <a:rPr lang="en-AU" smtClean="0"/>
              <a:t>page </a:t>
            </a:r>
            <a:r>
              <a:rPr lang="en-AU" smtClean="0"/>
              <a:t>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272</Words>
  <Application>Microsoft Office PowerPoint</Application>
  <PresentationFormat>On-screen Show (4:3)</PresentationFormat>
  <Paragraphs>72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My Statistics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Task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61</cp:revision>
  <dcterms:created xsi:type="dcterms:W3CDTF">2014-05-14T02:58:57Z</dcterms:created>
  <dcterms:modified xsi:type="dcterms:W3CDTF">2015-03-11T00:20:07Z</dcterms:modified>
</cp:coreProperties>
</file>