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0" r:id="rId2"/>
    <p:sldId id="304" r:id="rId3"/>
    <p:sldId id="259" r:id="rId4"/>
    <p:sldId id="258" r:id="rId5"/>
    <p:sldId id="303" r:id="rId6"/>
    <p:sldId id="305" r:id="rId7"/>
    <p:sldId id="325" r:id="rId8"/>
    <p:sldId id="326" r:id="rId9"/>
    <p:sldId id="327" r:id="rId10"/>
    <p:sldId id="328" r:id="rId11"/>
    <p:sldId id="329" r:id="rId12"/>
    <p:sldId id="301" r:id="rId13"/>
    <p:sldId id="292" r:id="rId14"/>
    <p:sldId id="291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8401" autoAdjust="0"/>
  </p:normalViewPr>
  <p:slideViewPr>
    <p:cSldViewPr>
      <p:cViewPr>
        <p:scale>
          <a:sx n="75" d="100"/>
          <a:sy n="75" d="100"/>
        </p:scale>
        <p:origin x="-1230" y="-1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A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invertIfNegative val="0"/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6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84255488"/>
        <c:axId val="84257024"/>
      </c:barChart>
      <c:catAx>
        <c:axId val="84255488"/>
        <c:scaling>
          <c:orientation val="minMax"/>
        </c:scaling>
        <c:delete val="0"/>
        <c:axPos val="b"/>
        <c:majorTickMark val="out"/>
        <c:minorTickMark val="none"/>
        <c:tickLblPos val="nextTo"/>
        <c:crossAx val="84257024"/>
        <c:crosses val="autoZero"/>
        <c:auto val="1"/>
        <c:lblAlgn val="ctr"/>
        <c:lblOffset val="100"/>
        <c:noMultiLvlLbl val="0"/>
      </c:catAx>
      <c:valAx>
        <c:axId val="8425702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84255488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A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6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23/05/2016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8268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23/05/2016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23/05/2016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23/05/2016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23/05/2016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23/05/2016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23/05/2016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23/05/2016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23/05/2016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23/05/2016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23/05/2016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23/05/2016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23/05/2016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:\Users\e4047095\AppData\Local\Microsoft\Windows\Temporary Internet Files\Content.IE5\UN5YM58D\Line_Graph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0" y="1556792"/>
            <a:ext cx="3793604" cy="2927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260648"/>
            <a:ext cx="7772400" cy="1470025"/>
          </a:xfrm>
        </p:spPr>
        <p:txBody>
          <a:bodyPr/>
          <a:lstStyle/>
          <a:p>
            <a:r>
              <a:rPr lang="en-AU" dirty="0" smtClean="0"/>
              <a:t>My Statistics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0844" y="446767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graphicFrame>
        <p:nvGraphicFramePr>
          <p:cNvPr id="16" name="Chart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4940676"/>
              </p:ext>
            </p:extLst>
          </p:nvPr>
        </p:nvGraphicFramePr>
        <p:xfrm>
          <a:off x="5369199" y="1700808"/>
          <a:ext cx="3654152" cy="1803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7" name="Chart 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5245832"/>
              </p:ext>
            </p:extLst>
          </p:nvPr>
        </p:nvGraphicFramePr>
        <p:xfrm>
          <a:off x="4283968" y="3212976"/>
          <a:ext cx="4248472" cy="2599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number interactive notebook</a:t>
            </a:r>
          </a:p>
          <a:p>
            <a:pPr>
              <a:buFontTx/>
              <a:buChar char="-"/>
            </a:pPr>
            <a:r>
              <a:rPr lang="en-AU" dirty="0" smtClean="0"/>
              <a:t>Name </a:t>
            </a:r>
          </a:p>
          <a:p>
            <a:pPr>
              <a:buFontTx/>
              <a:buChar char="-"/>
            </a:pPr>
            <a:r>
              <a:rPr lang="en-AU" dirty="0" smtClean="0"/>
              <a:t>Class</a:t>
            </a:r>
          </a:p>
          <a:p>
            <a:pPr>
              <a:buFontTx/>
              <a:buChar char="-"/>
            </a:pPr>
            <a:r>
              <a:rPr lang="en-AU" dirty="0" smtClean="0"/>
              <a:t>Teachers Name</a:t>
            </a:r>
          </a:p>
          <a:p>
            <a:pPr>
              <a:buFontTx/>
              <a:buChar char="-"/>
            </a:pPr>
            <a:r>
              <a:rPr lang="en-AU" dirty="0" smtClean="0"/>
              <a:t>Semester 1 Term 1</a:t>
            </a:r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86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821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Title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438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Representing Data 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I calculate averages </a:t>
            </a:r>
            <a:r>
              <a:rPr lang="en-AU" sz="2400" dirty="0" smtClean="0"/>
              <a:t>from a stem </a:t>
            </a:r>
            <a:r>
              <a:rPr lang="en-AU" sz="2400" dirty="0" smtClean="0"/>
              <a:t>and leaf diagrams?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87216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438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Representing Data 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I calculate averages </a:t>
            </a:r>
            <a:r>
              <a:rPr lang="en-AU" sz="2400" dirty="0" smtClean="0"/>
              <a:t>from a stem </a:t>
            </a:r>
            <a:r>
              <a:rPr lang="en-AU" sz="2400" dirty="0" smtClean="0"/>
              <a:t>and leaf diagrams?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-10367" y="2060848"/>
            <a:ext cx="2926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stem and leaf diagram?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21713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438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Representing Data 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I calculate averages stem and leaf diagrams?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-10367" y="2060848"/>
            <a:ext cx="2926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stem and leaf diagram?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02142" y="2014681"/>
            <a:ext cx="5746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stem and leaf diagram a method for representing data lists all the values in a data set in order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15003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438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Representing Data 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I calculate averages stem and leaf diagrams?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-10367" y="2060848"/>
            <a:ext cx="2926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stem and leaf diagram?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02142" y="2014681"/>
            <a:ext cx="5746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stem and leaf diagram a method for representing data lists all the values in a data set in order 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5677" y="3068960"/>
            <a:ext cx="2362200" cy="165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061276" y="2733164"/>
            <a:ext cx="4673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shows the ages of the members of a cricket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5209762" y="3528303"/>
            <a:ext cx="1366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Key 2|3 = 23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27705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438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Representing Data 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I calculate </a:t>
            </a:r>
            <a:r>
              <a:rPr lang="en-AU" sz="2400" dirty="0" smtClean="0"/>
              <a:t>averages from a </a:t>
            </a:r>
            <a:r>
              <a:rPr lang="en-AU" sz="2400" dirty="0" smtClean="0"/>
              <a:t>stem and leaf diagrams?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-10367" y="2060848"/>
            <a:ext cx="2926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stem and leaf diagram?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02142" y="2014681"/>
            <a:ext cx="5746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stem and leaf diagram a method for representing data lists all the values in a data set in order 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5677" y="3068960"/>
            <a:ext cx="2362200" cy="165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061276" y="2733164"/>
            <a:ext cx="4673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shows the ages of the members of a cricket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5209762" y="3528303"/>
            <a:ext cx="1366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Key 2|3 = 23</a:t>
            </a:r>
            <a:endParaRPr lang="en-AU" dirty="0"/>
          </a:p>
        </p:txBody>
      </p:sp>
      <p:sp>
        <p:nvSpPr>
          <p:cNvPr id="14" name="Oval 13"/>
          <p:cNvSpPr/>
          <p:nvPr/>
        </p:nvSpPr>
        <p:spPr>
          <a:xfrm>
            <a:off x="5191878" y="3388933"/>
            <a:ext cx="1366849" cy="6480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5209763" y="4037005"/>
            <a:ext cx="36827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Don’t forget to write a key to show the values of the data set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2462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438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Representing Data 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I calculate </a:t>
            </a:r>
            <a:r>
              <a:rPr lang="en-AU" sz="2400" dirty="0" smtClean="0"/>
              <a:t>averages from a </a:t>
            </a:r>
            <a:r>
              <a:rPr lang="en-AU" sz="2400" dirty="0" smtClean="0"/>
              <a:t>stem and leaf diagrams?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-10367" y="2060848"/>
            <a:ext cx="2926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stem and leaf diagram?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02142" y="2014681"/>
            <a:ext cx="5746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stem and leaf diagram a method for representing data lists all the values in a data set in order 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5677" y="3068960"/>
            <a:ext cx="2362200" cy="165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061276" y="2733164"/>
            <a:ext cx="4673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shows the ages of the members of a cricket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5209762" y="3528303"/>
            <a:ext cx="1366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Key 2|3 = 23</a:t>
            </a:r>
            <a:endParaRPr lang="en-AU" dirty="0"/>
          </a:p>
        </p:txBody>
      </p:sp>
      <p:sp>
        <p:nvSpPr>
          <p:cNvPr id="14" name="Oval 13"/>
          <p:cNvSpPr/>
          <p:nvPr/>
        </p:nvSpPr>
        <p:spPr>
          <a:xfrm>
            <a:off x="5191878" y="3388933"/>
            <a:ext cx="1366849" cy="6480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5209763" y="4037005"/>
            <a:ext cx="36827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Don’t forget to write a key to show the values of the data set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112241" y="4744318"/>
            <a:ext cx="95731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Find – </a:t>
            </a:r>
          </a:p>
          <a:p>
            <a:r>
              <a:rPr lang="en-AU" dirty="0" smtClean="0"/>
              <a:t>Highest</a:t>
            </a:r>
          </a:p>
          <a:p>
            <a:r>
              <a:rPr lang="en-AU" dirty="0" smtClean="0"/>
              <a:t>Lowest</a:t>
            </a:r>
          </a:p>
          <a:p>
            <a:r>
              <a:rPr lang="en-AU" dirty="0" smtClean="0"/>
              <a:t>Range </a:t>
            </a:r>
          </a:p>
          <a:p>
            <a:r>
              <a:rPr lang="en-AU" dirty="0" smtClean="0"/>
              <a:t>Mode</a:t>
            </a:r>
          </a:p>
          <a:p>
            <a:r>
              <a:rPr lang="en-AU" dirty="0" smtClean="0"/>
              <a:t>Median </a:t>
            </a:r>
          </a:p>
          <a:p>
            <a:r>
              <a:rPr lang="en-AU" dirty="0" smtClean="0"/>
              <a:t>Mean </a:t>
            </a:r>
          </a:p>
          <a:p>
            <a:r>
              <a:rPr lang="en-AU" dirty="0" smtClean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32793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0931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788</TotalTime>
  <Words>438</Words>
  <Application>Microsoft Office PowerPoint</Application>
  <PresentationFormat>On-screen Show (4:3)</PresentationFormat>
  <Paragraphs>119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My Statistics Interactive Notebook</vt:lpstr>
      <vt:lpstr>Create your own front page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62</cp:revision>
  <dcterms:created xsi:type="dcterms:W3CDTF">2014-05-14T02:58:57Z</dcterms:created>
  <dcterms:modified xsi:type="dcterms:W3CDTF">2016-05-23T12:16:16Z</dcterms:modified>
</cp:coreProperties>
</file>