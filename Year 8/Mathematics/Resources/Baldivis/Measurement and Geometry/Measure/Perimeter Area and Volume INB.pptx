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06" r:id="rId6"/>
    <p:sldId id="298" r:id="rId7"/>
    <p:sldId id="305" r:id="rId8"/>
    <p:sldId id="304" r:id="rId9"/>
    <p:sldId id="303" r:id="rId10"/>
    <p:sldId id="302" r:id="rId11"/>
    <p:sldId id="301" r:id="rId12"/>
    <p:sldId id="300" r:id="rId13"/>
    <p:sldId id="299" r:id="rId14"/>
    <p:sldId id="294" r:id="rId15"/>
    <p:sldId id="297" r:id="rId16"/>
    <p:sldId id="296" r:id="rId17"/>
    <p:sldId id="295" r:id="rId18"/>
    <p:sldId id="307" r:id="rId19"/>
    <p:sldId id="308" r:id="rId20"/>
    <p:sldId id="312" r:id="rId21"/>
    <p:sldId id="311" r:id="rId22"/>
    <p:sldId id="310" r:id="rId23"/>
    <p:sldId id="309" r:id="rId24"/>
    <p:sldId id="29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>
      <p:cViewPr varScale="1">
        <p:scale>
          <a:sx n="69" d="100"/>
          <a:sy n="69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Perimeter, Area and Volume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</a:t>
            </a:r>
            <a:r>
              <a:rPr lang="en-AU" dirty="0" smtClean="0">
                <a:solidFill>
                  <a:srgbClr val="00B050"/>
                </a:solidFill>
              </a:rPr>
              <a:t>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20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</a:t>
            </a:r>
            <a:r>
              <a:rPr lang="en-AU" dirty="0" smtClean="0">
                <a:solidFill>
                  <a:srgbClr val="00B050"/>
                </a:solidFill>
              </a:rPr>
              <a:t>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6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</a:t>
            </a:r>
            <a:r>
              <a:rPr lang="en-AU" dirty="0" smtClean="0">
                <a:solidFill>
                  <a:srgbClr val="00B050"/>
                </a:solidFill>
              </a:rPr>
              <a:t>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0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</a:t>
            </a:r>
            <a:r>
              <a:rPr lang="en-AU" dirty="0" smtClean="0">
                <a:solidFill>
                  <a:srgbClr val="00B050"/>
                </a:solidFill>
              </a:rPr>
              <a:t>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35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</a:t>
            </a:r>
            <a:r>
              <a:rPr lang="en-AU" dirty="0" smtClean="0">
                <a:solidFill>
                  <a:srgbClr val="00B050"/>
                </a:solidFill>
              </a:rPr>
              <a:t>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64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07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21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01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45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6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8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35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</a:t>
            </a:r>
          </a:p>
          <a:p>
            <a:pPr marL="342900" indent="-342900">
              <a:buAutoNum type="arabicPeriod"/>
            </a:pPr>
            <a:r>
              <a:rPr lang="en-AU" dirty="0" smtClean="0"/>
              <a:t>780mm to cm</a:t>
            </a:r>
          </a:p>
          <a:p>
            <a:pPr marL="342900" indent="-342900">
              <a:buAutoNum type="arabicPeriod"/>
            </a:pPr>
            <a:r>
              <a:rPr lang="en-AU" dirty="0" smtClean="0"/>
              <a:t>2.4km to 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545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   </a:t>
            </a:r>
          </a:p>
          <a:p>
            <a:pPr marL="342900" indent="-342900">
              <a:buAutoNum type="arabicPeriod"/>
            </a:pPr>
            <a:r>
              <a:rPr lang="en-AU" dirty="0" smtClean="0"/>
              <a:t>780mm to cm  </a:t>
            </a:r>
          </a:p>
          <a:p>
            <a:pPr marL="342900" indent="-342900">
              <a:buAutoNum type="arabicPeriod"/>
            </a:pPr>
            <a:r>
              <a:rPr lang="en-AU" dirty="0" smtClean="0"/>
              <a:t>2.4km to cm   </a:t>
            </a:r>
          </a:p>
          <a:p>
            <a:r>
              <a:rPr lang="en-AU" dirty="0" smtClean="0"/>
              <a:t>	</a:t>
            </a:r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1705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   5  </a:t>
            </a:r>
            <a:r>
              <a:rPr lang="en-AU" dirty="0" smtClean="0">
                <a:solidFill>
                  <a:srgbClr val="00B050"/>
                </a:solidFill>
              </a:rPr>
              <a:t>x100  =  </a:t>
            </a:r>
            <a:r>
              <a:rPr lang="en-AU" dirty="0" smtClean="0"/>
              <a:t>500cm</a:t>
            </a:r>
            <a:endParaRPr lang="en-AU" dirty="0" smtClean="0">
              <a:solidFill>
                <a:srgbClr val="00B05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AU" dirty="0" smtClean="0"/>
              <a:t>780mm to cm  </a:t>
            </a:r>
          </a:p>
          <a:p>
            <a:pPr marL="342900" indent="-342900">
              <a:buFontTx/>
              <a:buAutoNum type="arabicPeriod"/>
            </a:pPr>
            <a:r>
              <a:rPr lang="en-AU" dirty="0" smtClean="0"/>
              <a:t>2.4km to cm   </a:t>
            </a:r>
          </a:p>
          <a:p>
            <a:r>
              <a:rPr lang="en-AU" dirty="0" smtClean="0"/>
              <a:t>	</a:t>
            </a:r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0435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</a:t>
                </a:r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736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89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2.4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x1000 </a:t>
                </a:r>
                <a:r>
                  <a:rPr lang="en-AU" dirty="0" smtClean="0"/>
                  <a:t>= 2400 m </a:t>
                </a:r>
              </a:p>
              <a:p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502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6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2.4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x1000 </a:t>
                </a:r>
                <a:r>
                  <a:rPr lang="en-AU" dirty="0" smtClean="0"/>
                  <a:t>= 2400 m </a:t>
                </a:r>
              </a:p>
              <a:p>
                <a:r>
                  <a:rPr lang="en-AU" dirty="0"/>
                  <a:t>	</a:t>
                </a:r>
                <a:r>
                  <a:rPr lang="en-AU" dirty="0" smtClean="0"/>
                  <a:t>2400 </a:t>
                </a:r>
                <a:r>
                  <a:rPr lang="en-AU" dirty="0">
                    <a:solidFill>
                      <a:srgbClr val="00B050"/>
                    </a:solidFill>
                  </a:rPr>
                  <a:t> x 100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= </a:t>
                </a:r>
                <a:r>
                  <a:rPr lang="en-AU" dirty="0" smtClean="0"/>
                  <a:t>240 000cm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502" r="-633" b="-39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63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850</Words>
  <Application>Microsoft Office PowerPoint</Application>
  <PresentationFormat>On-screen Show (4:3)</PresentationFormat>
  <Paragraphs>322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21</cp:revision>
  <dcterms:created xsi:type="dcterms:W3CDTF">2014-05-14T02:58:57Z</dcterms:created>
  <dcterms:modified xsi:type="dcterms:W3CDTF">2014-09-03T02:51:00Z</dcterms:modified>
</cp:coreProperties>
</file>