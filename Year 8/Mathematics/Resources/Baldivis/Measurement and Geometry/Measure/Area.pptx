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290" r:id="rId6"/>
    <p:sldId id="292" r:id="rId7"/>
    <p:sldId id="2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15/09/2014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Perimeter, Area and Volume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33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rapezoid 4"/>
          <p:cNvSpPr/>
          <p:nvPr/>
        </p:nvSpPr>
        <p:spPr>
          <a:xfrm>
            <a:off x="2699792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Hexagon 5"/>
          <p:cNvSpPr/>
          <p:nvPr/>
        </p:nvSpPr>
        <p:spPr>
          <a:xfrm>
            <a:off x="5076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ecagon 6"/>
          <p:cNvSpPr/>
          <p:nvPr/>
        </p:nvSpPr>
        <p:spPr>
          <a:xfrm>
            <a:off x="7596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Pie 8"/>
          <p:cNvSpPr/>
          <p:nvPr/>
        </p:nvSpPr>
        <p:spPr>
          <a:xfrm>
            <a:off x="683568" y="46531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53012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-Shape 10"/>
          <p:cNvSpPr/>
          <p:nvPr/>
        </p:nvSpPr>
        <p:spPr>
          <a:xfrm>
            <a:off x="323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7524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339752" y="37170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67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Area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5891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the formula for a rectangle and triangle are used to find the area of other quadrilaterals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4"/>
              <p:cNvSpPr txBox="1"/>
              <p:nvPr/>
            </p:nvSpPr>
            <p:spPr>
              <a:xfrm>
                <a:off x="6249352" y="2499795"/>
                <a:ext cx="2019092" cy="1003101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400" dirty="0">
                    <a:effectLst/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𝑙𝑤</m:t>
                      </m:r>
                    </m:oMath>
                  </m:oMathPara>
                </a14:m>
                <a:endParaRPr lang="en-AU" sz="2400" dirty="0">
                  <a:effectLst/>
                  <a:latin typeface="Calibri"/>
                  <a:ea typeface="Calibri"/>
                  <a:cs typeface="Times New Roman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400" dirty="0">
                    <a:effectLst/>
                    <a:latin typeface="Calibri"/>
                    <a:ea typeface="Times New Roman"/>
                    <a:cs typeface="Times New Roman"/>
                  </a:rPr>
                  <a:t> </a:t>
                </a:r>
                <a:endParaRPr lang="en-AU" sz="24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>
          <p:sp>
            <p:nvSpPr>
              <p:cNvPr id="13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352" y="2499795"/>
                <a:ext cx="2019092" cy="1003101"/>
              </a:xfrm>
              <a:prstGeom prst="rect">
                <a:avLst/>
              </a:prstGeom>
              <a:blipFill rotWithShape="1">
                <a:blip r:embed="rId2"/>
                <a:stretch>
                  <a:fillRect l="-4532" t="-1818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/>
          <p:nvPr/>
        </p:nvPicPr>
        <p:blipFill>
          <a:blip r:embed="rId3"/>
          <a:stretch>
            <a:fillRect/>
          </a:stretch>
        </p:blipFill>
        <p:spPr>
          <a:xfrm>
            <a:off x="3220186" y="2060848"/>
            <a:ext cx="2703627" cy="18809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15"/>
              <p:cNvSpPr txBox="1"/>
              <p:nvPr/>
            </p:nvSpPr>
            <p:spPr>
              <a:xfrm>
                <a:off x="6128879" y="4786100"/>
                <a:ext cx="2099432" cy="818515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AU" sz="2400">
                    <a:effectLst/>
                    <a:latin typeface="Calibri"/>
                    <a:ea typeface="Calibri"/>
                    <a:cs typeface="Times New Roman"/>
                  </a:rPr>
                  <a:t>Formula: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𝐴𝑟𝑒𝑎</m:t>
                      </m:r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E36C0A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AU" sz="2400" i="1">
                              <a:solidFill>
                                <a:srgbClr val="E36C0A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a:rPr lang="en-AU" sz="2400" i="1">
                              <a:solidFill>
                                <a:srgbClr val="E36C0A"/>
                              </a:solidFill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AU" sz="2400" i="1">
                          <a:solidFill>
                            <a:srgbClr val="E36C0A"/>
                          </a:solidFill>
                          <a:effectLst/>
                          <a:latin typeface="Cambria Math"/>
                          <a:ea typeface="Calibri"/>
                          <a:cs typeface="Times New Roman"/>
                        </a:rPr>
                        <m:t>𝑏h</m:t>
                      </m:r>
                    </m:oMath>
                  </m:oMathPara>
                </a14:m>
                <a:endParaRPr lang="en-AU" sz="24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>
          <p:sp>
            <p:nvSpPr>
              <p:cNvPr id="1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879" y="4786100"/>
                <a:ext cx="2099432" cy="818515"/>
              </a:xfrm>
              <a:prstGeom prst="rect">
                <a:avLst/>
              </a:prstGeom>
              <a:blipFill rotWithShape="1">
                <a:blip r:embed="rId4"/>
                <a:stretch>
                  <a:fillRect l="-4348" t="-2239" b="-69403"/>
                </a:stretch>
              </a:blipFill>
              <a:ln w="6350">
                <a:noFill/>
              </a:ln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/>
          <p:nvPr/>
        </p:nvPicPr>
        <p:blipFill rotWithShape="1">
          <a:blip r:embed="rId5"/>
          <a:srcRect l="2187" t="19366"/>
          <a:stretch/>
        </p:blipFill>
        <p:spPr bwMode="auto">
          <a:xfrm>
            <a:off x="3392802" y="4473116"/>
            <a:ext cx="2475342" cy="16521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Complete the formula sheet for the </a:t>
            </a:r>
            <a:r>
              <a:rPr lang="en-AU" dirty="0" err="1" smtClean="0"/>
              <a:t>quadrilaterials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01320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124</Words>
  <Application>Microsoft Office PowerPoint</Application>
  <PresentationFormat>On-screen Show (4:3)</PresentationFormat>
  <Paragraphs>47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My Perimeter, Area and Volume Interactive Notebook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23</cp:revision>
  <dcterms:created xsi:type="dcterms:W3CDTF">2014-05-14T02:58:57Z</dcterms:created>
  <dcterms:modified xsi:type="dcterms:W3CDTF">2014-09-15T00:19:32Z</dcterms:modified>
</cp:coreProperties>
</file>