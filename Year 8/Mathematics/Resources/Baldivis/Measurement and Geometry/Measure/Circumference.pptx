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16" r:id="rId5"/>
    <p:sldId id="317" r:id="rId6"/>
    <p:sldId id="318" r:id="rId7"/>
    <p:sldId id="319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9112" autoAdjust="0"/>
  </p:normalViewPr>
  <p:slideViewPr>
    <p:cSldViewPr>
      <p:cViewPr>
        <p:scale>
          <a:sx n="75" d="100"/>
          <a:sy n="75" d="100"/>
        </p:scale>
        <p:origin x="-1230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21/06/2016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024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Circle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48" y="386104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555776" y="196259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1962595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566532" y="186613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532" y="1866137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51520" y="1718608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AU" sz="66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18608"/>
                <a:ext cx="1368152" cy="11079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07504" y="66690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 smtClean="0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66690"/>
                <a:ext cx="1368152" cy="110799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843808" y="1926504"/>
            <a:ext cx="1800200" cy="180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Connector 15"/>
          <p:cNvCxnSpPr>
            <a:endCxn id="5" idx="0"/>
          </p:cNvCxnSpPr>
          <p:nvPr/>
        </p:nvCxnSpPr>
        <p:spPr>
          <a:xfrm flipV="1">
            <a:off x="3743908" y="1926504"/>
            <a:ext cx="0" cy="900100"/>
          </a:xfrm>
          <a:prstGeom prst="line">
            <a:avLst/>
          </a:prstGeom>
          <a:ln>
            <a:solidFill>
              <a:srgbClr val="00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868144" y="429158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FF00"/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AU" sz="8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429158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6012160" y="4293096"/>
            <a:ext cx="1800200" cy="18002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8" idx="4"/>
            <a:endCxn id="18" idx="0"/>
          </p:cNvCxnSpPr>
          <p:nvPr/>
        </p:nvCxnSpPr>
        <p:spPr>
          <a:xfrm flipV="1">
            <a:off x="6912260" y="4293096"/>
            <a:ext cx="0" cy="18002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36196" y="1689312"/>
            <a:ext cx="1800200" cy="1800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05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Circumference of 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the radius or diameter to find the circumference?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0354" y="2015262"/>
            <a:ext cx="2562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the circumference?</a:t>
            </a:r>
          </a:p>
          <a:p>
            <a:endParaRPr lang="en-AU" dirty="0"/>
          </a:p>
          <a:p>
            <a:r>
              <a:rPr lang="en-AU" dirty="0" smtClean="0"/>
              <a:t>What is pi?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030790"/>
            <a:ext cx="20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Perimeter of a circle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30354" y="322226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419872" y="2852936"/>
                <a:ext cx="2392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=3.14159264…….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2852936"/>
                <a:ext cx="239213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57116" y="3356992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300192" y="3356992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6" idx="0"/>
          </p:cNvCxnSpPr>
          <p:nvPr/>
        </p:nvCxnSpPr>
        <p:spPr>
          <a:xfrm>
            <a:off x="3818854" y="3356992"/>
            <a:ext cx="0" cy="6632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7" idx="4"/>
          </p:cNvCxnSpPr>
          <p:nvPr/>
        </p:nvCxnSpPr>
        <p:spPr>
          <a:xfrm>
            <a:off x="6961930" y="3356992"/>
            <a:ext cx="0" cy="1326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749525" y="3514100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525" y="3514100"/>
                <a:ext cx="35163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928541" y="3773498"/>
                <a:ext cx="37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541" y="3773498"/>
                <a:ext cx="377924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480840" y="3514100"/>
                <a:ext cx="16566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=2×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=2</m:t>
                      </m:r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840" y="3514100"/>
                <a:ext cx="1656672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623668" y="3496499"/>
                <a:ext cx="12361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dirty="0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 smtClean="0">
                  <a:solidFill>
                    <a:srgbClr val="00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</m:t>
                      </m:r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668" y="3496499"/>
                <a:ext cx="1236172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21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05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Circumference of 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the radius or diameter to find the circumference?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0354" y="2015262"/>
            <a:ext cx="2562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the circumference?</a:t>
            </a:r>
          </a:p>
          <a:p>
            <a:endParaRPr lang="en-AU" dirty="0"/>
          </a:p>
          <a:p>
            <a:r>
              <a:rPr lang="en-AU" dirty="0" smtClean="0"/>
              <a:t>What is pi?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030790"/>
            <a:ext cx="20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Perimeter of a circle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30354" y="322226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419872" y="2852936"/>
                <a:ext cx="2392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=3.14159264…….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2852936"/>
                <a:ext cx="239213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57116" y="3356992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300192" y="3356992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6" idx="0"/>
          </p:cNvCxnSpPr>
          <p:nvPr/>
        </p:nvCxnSpPr>
        <p:spPr>
          <a:xfrm>
            <a:off x="3818854" y="3356992"/>
            <a:ext cx="0" cy="6632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7" idx="4"/>
          </p:cNvCxnSpPr>
          <p:nvPr/>
        </p:nvCxnSpPr>
        <p:spPr>
          <a:xfrm>
            <a:off x="6961930" y="3356992"/>
            <a:ext cx="0" cy="1326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749525" y="3514100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525" y="3514100"/>
                <a:ext cx="35163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928541" y="3773498"/>
                <a:ext cx="37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541" y="3773498"/>
                <a:ext cx="377924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480840" y="3514100"/>
                <a:ext cx="16566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=2×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=2</m:t>
                      </m:r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840" y="3514100"/>
                <a:ext cx="1656672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623668" y="3496499"/>
                <a:ext cx="12361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dirty="0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 smtClean="0">
                  <a:solidFill>
                    <a:srgbClr val="00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</m:t>
                      </m:r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668" y="3496499"/>
                <a:ext cx="1236172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3248524" y="5013176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Connector 28"/>
          <p:cNvCxnSpPr>
            <a:stCxn id="23" idx="0"/>
          </p:cNvCxnSpPr>
          <p:nvPr/>
        </p:nvCxnSpPr>
        <p:spPr>
          <a:xfrm>
            <a:off x="3910262" y="5013176"/>
            <a:ext cx="0" cy="6632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3840933" y="5170284"/>
                <a:ext cx="6695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𝑐𝑚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33" y="5170284"/>
                <a:ext cx="66954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7019949" y="5429682"/>
                <a:ext cx="37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949" y="5429682"/>
                <a:ext cx="377924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4572248" y="5170284"/>
                <a:ext cx="161999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/>
                        </a:rPr>
                        <m:t>𝐶</m:t>
                      </m:r>
                      <m:r>
                        <a:rPr lang="en-AU" i="1" dirty="0" smtClean="0">
                          <a:latin typeface="Cambria Math"/>
                        </a:rPr>
                        <m:t>=2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 dirty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=2×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×3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=6×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u="sng" dirty="0">
                          <a:latin typeface="Cambria Math"/>
                        </a:rPr>
                        <m:t>𝐶</m:t>
                      </m:r>
                      <m:r>
                        <a:rPr lang="en-AU" i="1" u="sng" dirty="0">
                          <a:latin typeface="Cambria Math"/>
                        </a:rPr>
                        <m:t>=18.8</m:t>
                      </m:r>
                      <m:r>
                        <a:rPr lang="en-AU" b="0" i="1" u="sng" dirty="0" smtClean="0">
                          <a:latin typeface="Cambria Math"/>
                        </a:rPr>
                        <m:t>5</m:t>
                      </m:r>
                      <m:r>
                        <a:rPr lang="en-AU" b="0" i="1" u="sng" dirty="0" smtClean="0">
                          <a:latin typeface="Cambria Math"/>
                        </a:rPr>
                        <m:t>𝑐𝑚</m:t>
                      </m:r>
                    </m:oMath>
                  </m:oMathPara>
                </a14:m>
                <a:endParaRPr lang="en-AU" u="sng" dirty="0">
                  <a:ea typeface="Cambria Math"/>
                </a:endParaRPr>
              </a:p>
              <a:p>
                <a:pPr/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248" y="5170284"/>
                <a:ext cx="1619995" cy="175432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79519" y="5027260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078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05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Circumference of 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the radius or diameter to find the circumference?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0354" y="2015262"/>
            <a:ext cx="2562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the circumference?</a:t>
            </a:r>
          </a:p>
          <a:p>
            <a:endParaRPr lang="en-AU" dirty="0"/>
          </a:p>
          <a:p>
            <a:r>
              <a:rPr lang="en-AU" dirty="0" smtClean="0"/>
              <a:t>What is pi?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030790"/>
            <a:ext cx="20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Perimeter of a circle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30354" y="322226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419872" y="2852936"/>
                <a:ext cx="2392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=3.14159264…….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2852936"/>
                <a:ext cx="239213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157116" y="3356992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300192" y="3356992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/>
          <p:cNvCxnSpPr>
            <a:stCxn id="16" idx="0"/>
          </p:cNvCxnSpPr>
          <p:nvPr/>
        </p:nvCxnSpPr>
        <p:spPr>
          <a:xfrm>
            <a:off x="3818854" y="3356992"/>
            <a:ext cx="0" cy="6632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7" idx="4"/>
          </p:cNvCxnSpPr>
          <p:nvPr/>
        </p:nvCxnSpPr>
        <p:spPr>
          <a:xfrm>
            <a:off x="6961930" y="3356992"/>
            <a:ext cx="0" cy="1326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749525" y="3514100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525" y="3514100"/>
                <a:ext cx="35163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928541" y="3773498"/>
                <a:ext cx="37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541" y="3773498"/>
                <a:ext cx="377924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480840" y="3514100"/>
                <a:ext cx="16566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=2×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=2</m:t>
                      </m:r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840" y="3514100"/>
                <a:ext cx="1656672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623668" y="3496499"/>
                <a:ext cx="12361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dirty="0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 smtClean="0">
                  <a:solidFill>
                    <a:srgbClr val="00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</m:t>
                      </m:r>
                      <m:r>
                        <a:rPr lang="en-AU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668" y="3496499"/>
                <a:ext cx="1236172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3248524" y="5013176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/>
          <p:cNvSpPr/>
          <p:nvPr/>
        </p:nvSpPr>
        <p:spPr>
          <a:xfrm>
            <a:off x="6391600" y="5013176"/>
            <a:ext cx="1323476" cy="1326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Connector 28"/>
          <p:cNvCxnSpPr>
            <a:stCxn id="23" idx="0"/>
          </p:cNvCxnSpPr>
          <p:nvPr/>
        </p:nvCxnSpPr>
        <p:spPr>
          <a:xfrm>
            <a:off x="3910262" y="5013176"/>
            <a:ext cx="0" cy="6632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8" idx="4"/>
          </p:cNvCxnSpPr>
          <p:nvPr/>
        </p:nvCxnSpPr>
        <p:spPr>
          <a:xfrm>
            <a:off x="7053338" y="5013176"/>
            <a:ext cx="0" cy="13265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3840933" y="5170284"/>
                <a:ext cx="6695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𝑐𝑚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933" y="5170284"/>
                <a:ext cx="66954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7019949" y="5429682"/>
                <a:ext cx="6919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13</m:t>
                      </m:r>
                      <m:r>
                        <a:rPr lang="en-AU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949" y="5429682"/>
                <a:ext cx="691984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4572248" y="5170284"/>
                <a:ext cx="161999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/>
                        </a:rPr>
                        <m:t>𝐶</m:t>
                      </m:r>
                      <m:r>
                        <a:rPr lang="en-AU" i="1" dirty="0" smtClean="0">
                          <a:latin typeface="Cambria Math"/>
                        </a:rPr>
                        <m:t>=2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 dirty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=2×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×3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>
                          <a:latin typeface="Cambria Math"/>
                        </a:rPr>
                        <m:t>𝐶</m:t>
                      </m:r>
                      <m:r>
                        <a:rPr lang="en-AU" i="1" dirty="0">
                          <a:latin typeface="Cambria Math"/>
                        </a:rPr>
                        <m:t>=6×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u="sng" dirty="0">
                          <a:latin typeface="Cambria Math"/>
                        </a:rPr>
                        <m:t>𝐶</m:t>
                      </m:r>
                      <m:r>
                        <a:rPr lang="en-AU" i="1" u="sng" dirty="0">
                          <a:latin typeface="Cambria Math"/>
                        </a:rPr>
                        <m:t>=18.8</m:t>
                      </m:r>
                      <m:r>
                        <a:rPr lang="en-AU" b="0" i="1" u="sng" dirty="0" smtClean="0">
                          <a:latin typeface="Cambria Math"/>
                        </a:rPr>
                        <m:t>5</m:t>
                      </m:r>
                      <m:r>
                        <a:rPr lang="en-AU" b="0" i="1" u="sng" dirty="0" smtClean="0">
                          <a:latin typeface="Cambria Math"/>
                        </a:rPr>
                        <m:t>𝑐𝑚</m:t>
                      </m:r>
                    </m:oMath>
                  </m:oMathPara>
                </a14:m>
                <a:endParaRPr lang="en-AU" u="sng" dirty="0">
                  <a:ea typeface="Cambria Math"/>
                </a:endParaRPr>
              </a:p>
              <a:p>
                <a:pPr/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248" y="5170284"/>
                <a:ext cx="1619995" cy="175432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7715076" y="5152683"/>
                <a:ext cx="138178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/>
                        </a:rPr>
                        <m:t>𝐶</m:t>
                      </m:r>
                      <m:r>
                        <a:rPr lang="en-AU" i="1" dirty="0" smtClean="0">
                          <a:latin typeface="Cambria Math"/>
                        </a:rPr>
                        <m:t>=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 dirty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dirty="0">
                  <a:solidFill>
                    <a:srgbClr val="00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𝐶</m:t>
                      </m:r>
                      <m:r>
                        <a:rPr lang="en-AU" b="0" i="1" dirty="0" smtClean="0">
                          <a:latin typeface="Cambria Math"/>
                        </a:rPr>
                        <m:t>=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×13</m:t>
                      </m:r>
                    </m:oMath>
                  </m:oMathPara>
                </a14:m>
                <a:endParaRPr lang="en-AU" dirty="0" smtClean="0">
                  <a:solidFill>
                    <a:srgbClr val="00FF00"/>
                  </a:solidFill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AU" i="1" dirty="0">
                        <a:latin typeface="Cambria Math"/>
                      </a:rPr>
                      <m:t>𝐶</m:t>
                    </m:r>
                    <m:r>
                      <a:rPr lang="en-AU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AU" dirty="0" smtClean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40.84</m:t>
                    </m:r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076" y="5152683"/>
                <a:ext cx="1381789" cy="120032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32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Dwyer page 124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the diagram and show </a:t>
            </a:r>
            <a:r>
              <a:rPr lang="en-AU" smtClean="0"/>
              <a:t>the working out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267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350</Words>
  <Application>Microsoft Office PowerPoint</Application>
  <PresentationFormat>On-screen Show (4:3)</PresentationFormat>
  <Paragraphs>115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Circle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Dwyer page 124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67</cp:revision>
  <dcterms:created xsi:type="dcterms:W3CDTF">2014-05-14T02:58:57Z</dcterms:created>
  <dcterms:modified xsi:type="dcterms:W3CDTF">2016-06-21T11:55:22Z</dcterms:modified>
</cp:coreProperties>
</file>