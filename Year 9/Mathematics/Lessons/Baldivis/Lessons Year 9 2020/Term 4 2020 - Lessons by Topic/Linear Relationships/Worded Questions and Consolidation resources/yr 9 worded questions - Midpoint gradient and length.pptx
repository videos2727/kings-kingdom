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1" r:id="rId2"/>
    <p:sldId id="263" r:id="rId3"/>
    <p:sldId id="256" r:id="rId4"/>
    <p:sldId id="258" r:id="rId5"/>
    <p:sldId id="259" r:id="rId6"/>
    <p:sldId id="260" r:id="rId7"/>
    <p:sldId id="262" r:id="rId8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3" autoAdjust="0"/>
    <p:restoredTop sz="94660"/>
  </p:normalViewPr>
  <p:slideViewPr>
    <p:cSldViewPr snapToGrid="0">
      <p:cViewPr varScale="1">
        <p:scale>
          <a:sx n="135" d="100"/>
          <a:sy n="135" d="100"/>
        </p:scale>
        <p:origin x="100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5/10/relationships/revisionInfo" Target="revisionInfo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presProps" Target="presProps.xml"/><Relationship Id="rId1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15/10/17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506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15/10/17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2774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15/10/17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5749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15/10/17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4755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15/10/17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5669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15/10/17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0078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15/10/17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8027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15/10/17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6327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15/10/17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4476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15/10/17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6584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15/10/17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4825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BA98DB-85F7-4057-9FF8-584B97218105}" type="datetimeFigureOut">
              <a:rPr lang="en-AU" smtClean="0"/>
              <a:t>15/10/17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2521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30F04B5-E8B8-4048-9F9F-59E81A9A1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>
                <a:latin typeface="Century Gothic" charset="0"/>
                <a:ea typeface="Century Gothic" charset="0"/>
                <a:cs typeface="Century Gothic" charset="0"/>
              </a:rPr>
              <a:t>Real-World, Worded Problems </a:t>
            </a:r>
            <a:r>
              <a:rPr lang="en-AU" dirty="0" smtClean="0"/>
              <a:t/>
            </a:r>
            <a:br>
              <a:rPr lang="en-AU" dirty="0" smtClean="0"/>
            </a:br>
            <a:r>
              <a:rPr lang="en-AU" dirty="0">
                <a:latin typeface="Century Gothic" charset="0"/>
                <a:ea typeface="Century Gothic" charset="0"/>
                <a:cs typeface="Century Gothic" charset="0"/>
              </a:rPr>
              <a:t>-</a:t>
            </a:r>
            <a:r>
              <a:rPr lang="en-AU" dirty="0" smtClean="0">
                <a:latin typeface="Century Gothic" charset="0"/>
                <a:ea typeface="Century Gothic" charset="0"/>
                <a:cs typeface="Century Gothic" charset="0"/>
              </a:rPr>
              <a:t>for finding the length of a line-</a:t>
            </a:r>
            <a:endParaRPr lang="en-AU" dirty="0"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A7E128C-CF6B-4CAC-98E1-8C396DA3B5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dirty="0">
                <a:latin typeface="Century Gothic" charset="0"/>
                <a:ea typeface="Century Gothic" charset="0"/>
                <a:cs typeface="Century Gothic" charset="0"/>
              </a:rPr>
              <a:t>Without </a:t>
            </a:r>
            <a:r>
              <a:rPr lang="en-AU" dirty="0">
                <a:latin typeface="Century Gothic" charset="0"/>
                <a:ea typeface="Century Gothic" charset="0"/>
                <a:cs typeface="Century Gothic" charset="0"/>
              </a:rPr>
              <a:t>P</a:t>
            </a:r>
            <a:r>
              <a:rPr lang="en-AU" dirty="0" smtClean="0">
                <a:latin typeface="Century Gothic" charset="0"/>
                <a:ea typeface="Century Gothic" charset="0"/>
                <a:cs typeface="Century Gothic" charset="0"/>
              </a:rPr>
              <a:t>ythagoras theorem we </a:t>
            </a:r>
            <a:r>
              <a:rPr lang="en-AU" dirty="0">
                <a:latin typeface="Century Gothic" charset="0"/>
                <a:ea typeface="Century Gothic" charset="0"/>
                <a:cs typeface="Century Gothic" charset="0"/>
              </a:rPr>
              <a:t>wouldn’t </a:t>
            </a:r>
            <a:r>
              <a:rPr lang="en-AU" dirty="0" smtClean="0">
                <a:latin typeface="Century Gothic" charset="0"/>
                <a:ea typeface="Century Gothic" charset="0"/>
                <a:cs typeface="Century Gothic" charset="0"/>
              </a:rPr>
              <a:t>have: </a:t>
            </a:r>
          </a:p>
          <a:p>
            <a:r>
              <a:rPr lang="en-AU" dirty="0" smtClean="0">
                <a:latin typeface="Century Gothic" charset="0"/>
                <a:ea typeface="Century Gothic" charset="0"/>
                <a:cs typeface="Century Gothic" charset="0"/>
              </a:rPr>
              <a:t>maps</a:t>
            </a:r>
            <a:r>
              <a:rPr lang="en-AU" dirty="0">
                <a:latin typeface="Century Gothic" charset="0"/>
                <a:ea typeface="Century Gothic" charset="0"/>
                <a:cs typeface="Century Gothic" charset="0"/>
              </a:rPr>
              <a:t>, </a:t>
            </a:r>
            <a:endParaRPr lang="en-AU" dirty="0" smtClean="0">
              <a:latin typeface="Century Gothic" charset="0"/>
              <a:ea typeface="Century Gothic" charset="0"/>
              <a:cs typeface="Century Gothic" charset="0"/>
            </a:endParaRPr>
          </a:p>
          <a:p>
            <a:r>
              <a:rPr lang="en-AU" dirty="0" smtClean="0">
                <a:latin typeface="Century Gothic" charset="0"/>
                <a:ea typeface="Century Gothic" charset="0"/>
                <a:cs typeface="Century Gothic" charset="0"/>
              </a:rPr>
              <a:t>navigation</a:t>
            </a:r>
            <a:r>
              <a:rPr lang="en-AU" dirty="0">
                <a:latin typeface="Century Gothic" charset="0"/>
                <a:ea typeface="Century Gothic" charset="0"/>
                <a:cs typeface="Century Gothic" charset="0"/>
              </a:rPr>
              <a:t>, </a:t>
            </a:r>
            <a:endParaRPr lang="en-AU" dirty="0" smtClean="0">
              <a:latin typeface="Century Gothic" charset="0"/>
              <a:ea typeface="Century Gothic" charset="0"/>
              <a:cs typeface="Century Gothic" charset="0"/>
            </a:endParaRPr>
          </a:p>
          <a:p>
            <a:r>
              <a:rPr lang="en-AU" dirty="0" smtClean="0">
                <a:latin typeface="Century Gothic" charset="0"/>
                <a:ea typeface="Century Gothic" charset="0"/>
                <a:cs typeface="Century Gothic" charset="0"/>
              </a:rPr>
              <a:t>architecture</a:t>
            </a:r>
            <a:r>
              <a:rPr lang="en-AU" dirty="0">
                <a:latin typeface="Century Gothic" charset="0"/>
                <a:ea typeface="Century Gothic" charset="0"/>
                <a:cs typeface="Century Gothic" charset="0"/>
              </a:rPr>
              <a:t>, </a:t>
            </a:r>
            <a:endParaRPr lang="en-AU" dirty="0" smtClean="0">
              <a:latin typeface="Century Gothic" charset="0"/>
              <a:ea typeface="Century Gothic" charset="0"/>
              <a:cs typeface="Century Gothic" charset="0"/>
            </a:endParaRPr>
          </a:p>
          <a:p>
            <a:r>
              <a:rPr lang="en-AU" dirty="0" smtClean="0">
                <a:latin typeface="Century Gothic" charset="0"/>
                <a:ea typeface="Century Gothic" charset="0"/>
                <a:cs typeface="Century Gothic" charset="0"/>
              </a:rPr>
              <a:t>engineering </a:t>
            </a:r>
            <a:r>
              <a:rPr lang="en-AU" dirty="0">
                <a:latin typeface="Century Gothic" charset="0"/>
                <a:ea typeface="Century Gothic" charset="0"/>
                <a:cs typeface="Century Gothic" charset="0"/>
              </a:rPr>
              <a:t>or </a:t>
            </a:r>
            <a:endParaRPr lang="en-AU" dirty="0" smtClean="0">
              <a:latin typeface="Century Gothic" charset="0"/>
              <a:ea typeface="Century Gothic" charset="0"/>
              <a:cs typeface="Century Gothic" charset="0"/>
            </a:endParaRPr>
          </a:p>
          <a:p>
            <a:r>
              <a:rPr lang="en-AU" dirty="0" smtClean="0">
                <a:latin typeface="Century Gothic" charset="0"/>
                <a:ea typeface="Century Gothic" charset="0"/>
                <a:cs typeface="Century Gothic" charset="0"/>
              </a:rPr>
              <a:t>construction</a:t>
            </a:r>
            <a:r>
              <a:rPr lang="en-AU" dirty="0">
                <a:latin typeface="Century Gothic" charset="0"/>
                <a:ea typeface="Century Gothic" charset="0"/>
                <a:cs typeface="Century Gothic" charset="0"/>
              </a:rPr>
              <a:t>.  </a:t>
            </a:r>
            <a:endParaRPr lang="en-AU" dirty="0" smtClean="0">
              <a:latin typeface="Century Gothic" charset="0"/>
              <a:ea typeface="Century Gothic" charset="0"/>
              <a:cs typeface="Century Gothic" charset="0"/>
            </a:endParaRPr>
          </a:p>
          <a:p>
            <a:pPr marL="0" indent="0">
              <a:buNone/>
            </a:pPr>
            <a:r>
              <a:rPr lang="en-AU" dirty="0" smtClean="0">
                <a:latin typeface="Century Gothic" charset="0"/>
                <a:ea typeface="Century Gothic" charset="0"/>
                <a:cs typeface="Century Gothic" charset="0"/>
              </a:rPr>
              <a:t>Using </a:t>
            </a:r>
            <a:r>
              <a:rPr lang="en-AU" dirty="0">
                <a:latin typeface="Century Gothic" charset="0"/>
                <a:ea typeface="Century Gothic" charset="0"/>
                <a:cs typeface="Century Gothic" charset="0"/>
              </a:rPr>
              <a:t>Pythagoras to calculate the length of lines between coordinates lead to the discovery that the world is round.  </a:t>
            </a:r>
            <a:endParaRPr lang="en-AU" dirty="0" smtClean="0">
              <a:latin typeface="Century Gothic" charset="0"/>
              <a:ea typeface="Century Gothic" charset="0"/>
              <a:cs typeface="Century Gothic" charset="0"/>
            </a:endParaRPr>
          </a:p>
          <a:p>
            <a:pPr marL="0" indent="0">
              <a:buNone/>
            </a:pPr>
            <a:r>
              <a:rPr lang="en-AU" dirty="0" smtClean="0">
                <a:latin typeface="Century Gothic" charset="0"/>
                <a:ea typeface="Century Gothic" charset="0"/>
                <a:cs typeface="Century Gothic" charset="0"/>
              </a:rPr>
              <a:t>Early </a:t>
            </a:r>
            <a:r>
              <a:rPr lang="en-AU" dirty="0">
                <a:latin typeface="Century Gothic" charset="0"/>
                <a:ea typeface="Century Gothic" charset="0"/>
                <a:cs typeface="Century Gothic" charset="0"/>
              </a:rPr>
              <a:t>explorers used </a:t>
            </a:r>
            <a:r>
              <a:rPr lang="en-AU" dirty="0" smtClean="0">
                <a:latin typeface="Century Gothic" charset="0"/>
                <a:ea typeface="Century Gothic" charset="0"/>
                <a:cs typeface="Century Gothic" charset="0"/>
              </a:rPr>
              <a:t>Pythagoras’ theorem </a:t>
            </a:r>
            <a:r>
              <a:rPr lang="en-AU" dirty="0">
                <a:latin typeface="Century Gothic" charset="0"/>
                <a:ea typeface="Century Gothic" charset="0"/>
                <a:cs typeface="Century Gothic" charset="0"/>
              </a:rPr>
              <a:t>to navigate using the stars.</a:t>
            </a:r>
          </a:p>
        </p:txBody>
      </p:sp>
    </p:spTree>
    <p:extLst>
      <p:ext uri="{BB962C8B-B14F-4D97-AF65-F5344CB8AC3E}">
        <p14:creationId xmlns:p14="http://schemas.microsoft.com/office/powerpoint/2010/main" val="37205001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86522" y="100339"/>
            <a:ext cx="6858000" cy="524130"/>
          </a:xfrm>
        </p:spPr>
        <p:txBody>
          <a:bodyPr>
            <a:noAutofit/>
          </a:bodyPr>
          <a:lstStyle/>
          <a:p>
            <a:pPr algn="l"/>
            <a:r>
              <a:rPr lang="en-AU" sz="3200" dirty="0">
                <a:latin typeface="Century Gothic" charset="0"/>
                <a:ea typeface="Century Gothic" charset="0"/>
                <a:cs typeface="Century Gothic" charset="0"/>
              </a:rPr>
              <a:t>Topic : Worded Questions</a:t>
            </a:r>
            <a:r>
              <a:rPr lang="en-AU" sz="3200" dirty="0"/>
              <a:t>	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72525" y="1194206"/>
            <a:ext cx="6858000" cy="2408048"/>
          </a:xfrm>
        </p:spPr>
        <p:txBody>
          <a:bodyPr>
            <a:normAutofit/>
          </a:bodyPr>
          <a:lstStyle/>
          <a:p>
            <a:pPr algn="l"/>
            <a:r>
              <a:rPr lang="en-AU" sz="2400" dirty="0">
                <a:latin typeface="Century Gothic" charset="0"/>
                <a:ea typeface="Century Gothic" charset="0"/>
                <a:cs typeface="Century Gothic" charset="0"/>
              </a:rPr>
              <a:t>C - </a:t>
            </a:r>
            <a:r>
              <a:rPr lang="en-AU" sz="2400" u="sng" dirty="0">
                <a:latin typeface="Century Gothic" charset="0"/>
                <a:ea typeface="Century Gothic" charset="0"/>
                <a:cs typeface="Century Gothic" charset="0"/>
              </a:rPr>
              <a:t>C</a:t>
            </a:r>
            <a:r>
              <a:rPr lang="en-AU" sz="2400" dirty="0">
                <a:latin typeface="Century Gothic" charset="0"/>
                <a:ea typeface="Century Gothic" charset="0"/>
                <a:cs typeface="Century Gothic" charset="0"/>
              </a:rPr>
              <a:t>ircle the numbers in the question</a:t>
            </a:r>
          </a:p>
          <a:p>
            <a:pPr algn="l"/>
            <a:r>
              <a:rPr lang="en-AU" sz="2400" dirty="0">
                <a:latin typeface="Century Gothic" charset="0"/>
                <a:ea typeface="Century Gothic" charset="0"/>
                <a:cs typeface="Century Gothic" charset="0"/>
              </a:rPr>
              <a:t>U - </a:t>
            </a:r>
            <a:r>
              <a:rPr lang="en-AU" sz="2400" u="sng" dirty="0">
                <a:latin typeface="Century Gothic" charset="0"/>
                <a:ea typeface="Century Gothic" charset="0"/>
                <a:cs typeface="Century Gothic" charset="0"/>
              </a:rPr>
              <a:t>U</a:t>
            </a:r>
            <a:r>
              <a:rPr lang="en-AU" sz="2400" dirty="0">
                <a:latin typeface="Century Gothic" charset="0"/>
                <a:ea typeface="Century Gothic" charset="0"/>
                <a:cs typeface="Century Gothic" charset="0"/>
              </a:rPr>
              <a:t>nderline the question</a:t>
            </a:r>
          </a:p>
          <a:p>
            <a:pPr algn="l"/>
            <a:r>
              <a:rPr lang="en-AU" sz="2400" dirty="0">
                <a:latin typeface="Century Gothic" charset="0"/>
                <a:ea typeface="Century Gothic" charset="0"/>
                <a:cs typeface="Century Gothic" charset="0"/>
              </a:rPr>
              <a:t>B - </a:t>
            </a:r>
            <a:r>
              <a:rPr lang="en-AU" sz="2400" u="sng" dirty="0">
                <a:latin typeface="Century Gothic" charset="0"/>
                <a:ea typeface="Century Gothic" charset="0"/>
                <a:cs typeface="Century Gothic" charset="0"/>
              </a:rPr>
              <a:t>B</a:t>
            </a:r>
            <a:r>
              <a:rPr lang="en-AU" sz="2400" dirty="0">
                <a:latin typeface="Century Gothic" charset="0"/>
                <a:ea typeface="Century Gothic" charset="0"/>
                <a:cs typeface="Century Gothic" charset="0"/>
              </a:rPr>
              <a:t>ox the keywords</a:t>
            </a:r>
          </a:p>
          <a:p>
            <a:pPr algn="l"/>
            <a:r>
              <a:rPr lang="en-AU" sz="2400" dirty="0">
                <a:latin typeface="Century Gothic" charset="0"/>
                <a:ea typeface="Century Gothic" charset="0"/>
                <a:cs typeface="Century Gothic" charset="0"/>
              </a:rPr>
              <a:t>E - </a:t>
            </a:r>
            <a:r>
              <a:rPr lang="en-AU" sz="2400" u="sng" dirty="0">
                <a:latin typeface="Century Gothic" charset="0"/>
                <a:ea typeface="Century Gothic" charset="0"/>
                <a:cs typeface="Century Gothic" charset="0"/>
              </a:rPr>
              <a:t>E</a:t>
            </a:r>
            <a:r>
              <a:rPr lang="en-AU" sz="2400" dirty="0">
                <a:latin typeface="Century Gothic" charset="0"/>
                <a:ea typeface="Century Gothic" charset="0"/>
                <a:cs typeface="Century Gothic" charset="0"/>
              </a:rPr>
              <a:t>liminate the unnecessary information</a:t>
            </a:r>
          </a:p>
          <a:p>
            <a:pPr algn="l"/>
            <a:r>
              <a:rPr lang="en-AU" sz="2400" dirty="0">
                <a:latin typeface="Century Gothic" charset="0"/>
                <a:ea typeface="Century Gothic" charset="0"/>
                <a:cs typeface="Century Gothic" charset="0"/>
              </a:rPr>
              <a:t>S - </a:t>
            </a:r>
            <a:r>
              <a:rPr lang="en-AU" sz="2400" u="sng" dirty="0">
                <a:latin typeface="Century Gothic" charset="0"/>
                <a:ea typeface="Century Gothic" charset="0"/>
                <a:cs typeface="Century Gothic" charset="0"/>
              </a:rPr>
              <a:t>S</a:t>
            </a:r>
            <a:r>
              <a:rPr lang="en-AU" sz="2400" dirty="0">
                <a:latin typeface="Century Gothic" charset="0"/>
                <a:ea typeface="Century Gothic" charset="0"/>
                <a:cs typeface="Century Gothic" charset="0"/>
              </a:rPr>
              <a:t>olve the question with working out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613317"/>
            <a:ext cx="9144000" cy="1115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26295"/>
            <a:ext cx="9144000" cy="1115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>
            <a:cxnSpLocks/>
          </p:cNvCxnSpPr>
          <p:nvPr/>
        </p:nvCxnSpPr>
        <p:spPr>
          <a:xfrm>
            <a:off x="1884556" y="1178312"/>
            <a:ext cx="0" cy="454783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Title 1"/>
          <p:cNvSpPr txBox="1">
            <a:spLocks/>
          </p:cNvSpPr>
          <p:nvPr/>
        </p:nvSpPr>
        <p:spPr>
          <a:xfrm>
            <a:off x="436756" y="633749"/>
            <a:ext cx="8506521" cy="52413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AU" sz="3200" dirty="0">
                <a:latin typeface="Century Gothic" charset="0"/>
                <a:ea typeface="Century Gothic" charset="0"/>
                <a:cs typeface="Century Gothic" charset="0"/>
              </a:rPr>
              <a:t>EQ : How do we answer worded Questions?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734" y="-67294"/>
            <a:ext cx="435641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40" dirty="0"/>
              <a:t>24</a:t>
            </a:r>
          </a:p>
          <a:p>
            <a:r>
              <a:rPr lang="en-AU" sz="1440" dirty="0"/>
              <a:t>7</a:t>
            </a:r>
          </a:p>
          <a:p>
            <a:r>
              <a:rPr lang="en-AU" sz="1440" dirty="0"/>
              <a:t>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8790" y="77786"/>
            <a:ext cx="14257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E28243A-9660-464A-8C00-2B51FE6DCAA4}"/>
              </a:ext>
            </a:extLst>
          </p:cNvPr>
          <p:cNvSpPr txBox="1"/>
          <p:nvPr/>
        </p:nvSpPr>
        <p:spPr>
          <a:xfrm>
            <a:off x="267286" y="1362095"/>
            <a:ext cx="13012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latin typeface="Century Gothic" charset="0"/>
                <a:ea typeface="Century Gothic" charset="0"/>
                <a:cs typeface="Century Gothic" charset="0"/>
              </a:rPr>
              <a:t>What is C.U.B.E.S?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0B41CFC2-E0D1-4FB9-A5CE-01AE28D6F77F}"/>
              </a:ext>
            </a:extLst>
          </p:cNvPr>
          <p:cNvSpPr txBox="1"/>
          <p:nvPr/>
        </p:nvSpPr>
        <p:spPr>
          <a:xfrm>
            <a:off x="2072525" y="3891776"/>
            <a:ext cx="49861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latin typeface="Century Gothic" charset="0"/>
                <a:ea typeface="Century Gothic" charset="0"/>
                <a:cs typeface="Century Gothic" charset="0"/>
              </a:rPr>
              <a:t>When problems involve situations, draw a diagram to help you “see” the problem.</a:t>
            </a:r>
          </a:p>
        </p:txBody>
      </p:sp>
    </p:spTree>
    <p:extLst>
      <p:ext uri="{BB962C8B-B14F-4D97-AF65-F5344CB8AC3E}">
        <p14:creationId xmlns:p14="http://schemas.microsoft.com/office/powerpoint/2010/main" val="1576998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D594B117-B297-4409-A1D5-61D7B42325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254" y="334537"/>
            <a:ext cx="7771774" cy="288781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90BAE602-A24E-4F0D-93EF-802507E9E911}"/>
              </a:ext>
            </a:extLst>
          </p:cNvPr>
          <p:cNvSpPr/>
          <p:nvPr/>
        </p:nvSpPr>
        <p:spPr>
          <a:xfrm>
            <a:off x="5564459" y="334537"/>
            <a:ext cx="2760740" cy="2587083"/>
          </a:xfrm>
          <a:prstGeom prst="rect">
            <a:avLst/>
          </a:prstGeom>
          <a:blipFill dpi="0" rotWithShape="1">
            <a:blip r:embed="rId3">
              <a:alphaModFix amt="29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19595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6E9ADC9E-72C7-4B09-B2F8-8E54BA2789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023" y="200722"/>
            <a:ext cx="7829640" cy="2324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279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390C5BF8-A806-4972-9D93-8917320BE7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029" y="189571"/>
            <a:ext cx="8398493" cy="2679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95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C31013B4-2FE7-47FF-9490-70B0161437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244" y="341622"/>
            <a:ext cx="7620000" cy="246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269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D6C3694-AAD3-4905-A43B-09FA07F6F7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484291"/>
            <a:ext cx="7886700" cy="3626115"/>
          </a:xfrm>
        </p:spPr>
        <p:txBody>
          <a:bodyPr/>
          <a:lstStyle/>
          <a:p>
            <a:pPr marL="0" indent="0">
              <a:buNone/>
            </a:pPr>
            <a:r>
              <a:rPr lang="en-AU" dirty="0">
                <a:latin typeface="Century Gothic" charset="0"/>
                <a:ea typeface="Century Gothic" charset="0"/>
                <a:cs typeface="Century Gothic" charset="0"/>
              </a:rPr>
              <a:t>While digging the new Forrestfield train line </a:t>
            </a:r>
            <a:endParaRPr lang="en-AU" dirty="0" smtClean="0">
              <a:latin typeface="Century Gothic" charset="0"/>
              <a:ea typeface="Century Gothic" charset="0"/>
              <a:cs typeface="Century Gothic" charset="0"/>
            </a:endParaRPr>
          </a:p>
          <a:p>
            <a:pPr marL="0" indent="0">
              <a:buNone/>
            </a:pPr>
            <a:r>
              <a:rPr lang="en-AU" dirty="0" smtClean="0">
                <a:latin typeface="Century Gothic" charset="0"/>
                <a:ea typeface="Century Gothic" charset="0"/>
                <a:cs typeface="Century Gothic" charset="0"/>
              </a:rPr>
              <a:t>using </a:t>
            </a:r>
            <a:r>
              <a:rPr lang="en-AU" dirty="0">
                <a:latin typeface="Century Gothic" charset="0"/>
                <a:ea typeface="Century Gothic" charset="0"/>
                <a:cs typeface="Century Gothic" charset="0"/>
              </a:rPr>
              <a:t>a tunnelling machine, </a:t>
            </a:r>
            <a:endParaRPr lang="en-AU" dirty="0" smtClean="0">
              <a:latin typeface="Century Gothic" charset="0"/>
              <a:ea typeface="Century Gothic" charset="0"/>
              <a:cs typeface="Century Gothic" charset="0"/>
            </a:endParaRPr>
          </a:p>
          <a:p>
            <a:pPr marL="0" indent="0">
              <a:buNone/>
            </a:pPr>
            <a:r>
              <a:rPr lang="en-AU" dirty="0" smtClean="0">
                <a:latin typeface="Century Gothic" charset="0"/>
                <a:ea typeface="Century Gothic" charset="0"/>
                <a:cs typeface="Century Gothic" charset="0"/>
              </a:rPr>
              <a:t>the </a:t>
            </a:r>
            <a:r>
              <a:rPr lang="en-AU" dirty="0">
                <a:latin typeface="Century Gothic" charset="0"/>
                <a:ea typeface="Century Gothic" charset="0"/>
                <a:cs typeface="Century Gothic" charset="0"/>
              </a:rPr>
              <a:t>operators must travel 900m </a:t>
            </a:r>
            <a:endParaRPr lang="en-AU" dirty="0" smtClean="0">
              <a:latin typeface="Century Gothic" charset="0"/>
              <a:ea typeface="Century Gothic" charset="0"/>
              <a:cs typeface="Century Gothic" charset="0"/>
            </a:endParaRPr>
          </a:p>
          <a:p>
            <a:pPr marL="0" indent="0">
              <a:buNone/>
            </a:pPr>
            <a:r>
              <a:rPr lang="en-AU" dirty="0" smtClean="0">
                <a:latin typeface="Century Gothic" charset="0"/>
                <a:ea typeface="Century Gothic" charset="0"/>
                <a:cs typeface="Century Gothic" charset="0"/>
              </a:rPr>
              <a:t>starting </a:t>
            </a:r>
            <a:r>
              <a:rPr lang="en-AU" dirty="0">
                <a:latin typeface="Century Gothic" charset="0"/>
                <a:ea typeface="Century Gothic" charset="0"/>
                <a:cs typeface="Century Gothic" charset="0"/>
              </a:rPr>
              <a:t>at 9m above sea level, </a:t>
            </a:r>
            <a:endParaRPr lang="en-AU" dirty="0" smtClean="0">
              <a:latin typeface="Century Gothic" charset="0"/>
              <a:ea typeface="Century Gothic" charset="0"/>
              <a:cs typeface="Century Gothic" charset="0"/>
            </a:endParaRPr>
          </a:p>
          <a:p>
            <a:pPr marL="0" indent="0">
              <a:buNone/>
            </a:pPr>
            <a:r>
              <a:rPr lang="en-AU" dirty="0" smtClean="0">
                <a:latin typeface="Century Gothic" charset="0"/>
                <a:ea typeface="Century Gothic" charset="0"/>
                <a:cs typeface="Century Gothic" charset="0"/>
              </a:rPr>
              <a:t>and </a:t>
            </a:r>
            <a:r>
              <a:rPr lang="en-AU" dirty="0">
                <a:latin typeface="Century Gothic" charset="0"/>
                <a:ea typeface="Century Gothic" charset="0"/>
                <a:cs typeface="Century Gothic" charset="0"/>
              </a:rPr>
              <a:t>continuing up to 25m above sea level. </a:t>
            </a:r>
            <a:endParaRPr lang="en-AU" dirty="0" smtClean="0">
              <a:latin typeface="Century Gothic" charset="0"/>
              <a:ea typeface="Century Gothic" charset="0"/>
              <a:cs typeface="Century Gothic" charset="0"/>
            </a:endParaRPr>
          </a:p>
          <a:p>
            <a:pPr marL="0" indent="0">
              <a:buNone/>
            </a:pPr>
            <a:r>
              <a:rPr lang="en-AU" dirty="0" smtClean="0">
                <a:latin typeface="Century Gothic" charset="0"/>
                <a:ea typeface="Century Gothic" charset="0"/>
                <a:cs typeface="Century Gothic" charset="0"/>
              </a:rPr>
              <a:t> </a:t>
            </a:r>
          </a:p>
          <a:p>
            <a:pPr marL="0" indent="0">
              <a:buNone/>
            </a:pPr>
            <a:r>
              <a:rPr lang="en-AU" smtClean="0">
                <a:latin typeface="Century Gothic" charset="0"/>
                <a:ea typeface="Century Gothic" charset="0"/>
                <a:cs typeface="Century Gothic" charset="0"/>
              </a:rPr>
              <a:t>What </a:t>
            </a:r>
            <a:r>
              <a:rPr lang="en-AU" b="1" dirty="0">
                <a:latin typeface="Century Gothic" charset="0"/>
                <a:ea typeface="Century Gothic" charset="0"/>
                <a:cs typeface="Century Gothic" charset="0"/>
              </a:rPr>
              <a:t>gradient</a:t>
            </a:r>
            <a:r>
              <a:rPr lang="en-AU" dirty="0">
                <a:latin typeface="Century Gothic" charset="0"/>
                <a:ea typeface="Century Gothic" charset="0"/>
                <a:cs typeface="Century Gothic" charset="0"/>
              </a:rPr>
              <a:t> do they need to travel at?</a:t>
            </a:r>
          </a:p>
        </p:txBody>
      </p:sp>
    </p:spTree>
    <p:extLst>
      <p:ext uri="{BB962C8B-B14F-4D97-AF65-F5344CB8AC3E}">
        <p14:creationId xmlns:p14="http://schemas.microsoft.com/office/powerpoint/2010/main" val="24381209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07FEA2C9-6E64-4028-8A3E-19098D2F43C5}" vid="{975935DD-9AD2-443E-9D3A-1AF4DC2D5AD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AVID 2017</Template>
  <TotalTime>67</TotalTime>
  <Words>166</Words>
  <Application>Microsoft Macintosh PowerPoint</Application>
  <PresentationFormat>On-screen Show (16:10)</PresentationFormat>
  <Paragraphs>29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Calibri</vt:lpstr>
      <vt:lpstr>Calibri Light</vt:lpstr>
      <vt:lpstr>Century Gothic</vt:lpstr>
      <vt:lpstr>Arial</vt:lpstr>
      <vt:lpstr>Office Theme</vt:lpstr>
      <vt:lpstr>Real-World, Worded Problems  -for finding the length of a line-</vt:lpstr>
      <vt:lpstr>Topic : Worded Questions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15.0035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WILSON James [Baldivis Secondary College]</dc:creator>
  <cp:lastModifiedBy>PATERSON Anne [Baldivis Secondary College]</cp:lastModifiedBy>
  <cp:revision>11</cp:revision>
  <dcterms:created xsi:type="dcterms:W3CDTF">2017-10-09T14:40:44Z</dcterms:created>
  <dcterms:modified xsi:type="dcterms:W3CDTF">2017-10-15T08:18:49Z</dcterms:modified>
</cp:coreProperties>
</file>