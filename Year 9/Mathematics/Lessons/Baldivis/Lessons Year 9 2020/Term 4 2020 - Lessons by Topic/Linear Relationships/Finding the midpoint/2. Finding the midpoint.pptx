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257" r:id="rId2"/>
    <p:sldId id="258" r:id="rId3"/>
    <p:sldId id="264" r:id="rId4"/>
    <p:sldId id="259" r:id="rId5"/>
    <p:sldId id="266" r:id="rId6"/>
    <p:sldId id="260" r:id="rId7"/>
    <p:sldId id="265" r:id="rId8"/>
    <p:sldId id="267" r:id="rId9"/>
    <p:sldId id="268" r:id="rId10"/>
    <p:sldId id="261" r:id="rId11"/>
    <p:sldId id="269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ED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32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27E6EF-59F5-412E-BF0D-634F63DAF4CA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29FE65-515B-43BE-B7BD-B6FFA20947C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2509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794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42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080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3897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7806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149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454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78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9674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398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874131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7461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278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32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8426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6058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67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2227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7472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4075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68324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87035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7578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72710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02323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92998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2753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0F365-9E82-47DE-B3C3-583DF7711FD0}" type="datetimeFigureOut">
              <a:rPr lang="en-AU" smtClean="0"/>
              <a:t>10/10/2017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1C68A7-CE13-48E4-AA8D-4BBC9AAF7F3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82401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Finding the midpoint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7875" y="3628501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Miss L</a:t>
            </a:r>
          </a:p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Learning Intentions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>
                <a:latin typeface="Kiwi School Handwriting" panose="00000500000000000000" pitchFamily="2" charset="0"/>
              </a:rPr>
              <a:t>Students will be able to</a:t>
            </a:r>
          </a:p>
          <a:p>
            <a:r>
              <a:rPr lang="en-AU" sz="3600" dirty="0">
                <a:latin typeface="Kiwi School Handwriting" panose="00000500000000000000" pitchFamily="2" charset="0"/>
              </a:rPr>
              <a:t>Find the midpoint of a line</a:t>
            </a:r>
          </a:p>
        </p:txBody>
      </p:sp>
    </p:spTree>
    <p:extLst>
      <p:ext uri="{BB962C8B-B14F-4D97-AF65-F5344CB8AC3E}">
        <p14:creationId xmlns:p14="http://schemas.microsoft.com/office/powerpoint/2010/main" val="1720426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Think about it…..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685800" y="2645134"/>
            <a:ext cx="10820400" cy="27882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400" dirty="0"/>
              <a:t>When I mention the </a:t>
            </a:r>
            <a:r>
              <a:rPr lang="en-AU" sz="4400" b="1" dirty="0">
                <a:solidFill>
                  <a:schemeClr val="accent3">
                    <a:lumMod val="50000"/>
                  </a:schemeClr>
                </a:solidFill>
              </a:rPr>
              <a:t>midpoint</a:t>
            </a:r>
            <a:r>
              <a:rPr lang="en-AU" sz="4400" dirty="0"/>
              <a:t>, what do you think I mean?</a:t>
            </a:r>
          </a:p>
          <a:p>
            <a:pPr marL="0" indent="0">
              <a:buNone/>
            </a:pPr>
            <a:endParaRPr lang="en-AU" sz="4400" dirty="0"/>
          </a:p>
          <a:p>
            <a:pPr marL="0" indent="0" algn="ctr">
              <a:buNone/>
            </a:pPr>
            <a:r>
              <a:rPr lang="en-AU" sz="3600" i="1" dirty="0">
                <a:solidFill>
                  <a:schemeClr val="accent4">
                    <a:lumMod val="75000"/>
                  </a:schemeClr>
                </a:solidFill>
              </a:rPr>
              <a:t>Midpoint means halfway</a:t>
            </a:r>
          </a:p>
        </p:txBody>
      </p:sp>
    </p:spTree>
    <p:extLst>
      <p:ext uri="{BB962C8B-B14F-4D97-AF65-F5344CB8AC3E}">
        <p14:creationId xmlns:p14="http://schemas.microsoft.com/office/powerpoint/2010/main" val="1325395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4881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Midpoint of a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74750"/>
            <a:ext cx="1720003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What is the midpoint?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find the midpoint?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5054" y="1451629"/>
            <a:ext cx="954492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dirty="0">
                <a:solidFill>
                  <a:prstClr val="black"/>
                </a:solidFill>
              </a:rPr>
              <a:t>It is the halfway mark on a line</a:t>
            </a: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r>
              <a:rPr lang="en-AU" sz="2800" dirty="0">
                <a:solidFill>
                  <a:prstClr val="black"/>
                </a:solidFill>
              </a:rPr>
              <a:t>Which number is the midpoint between</a:t>
            </a:r>
          </a:p>
          <a:p>
            <a:pPr defTabSz="914126"/>
            <a:r>
              <a:rPr lang="en-AU" sz="2800" dirty="0">
                <a:solidFill>
                  <a:prstClr val="black"/>
                </a:solidFill>
              </a:rPr>
              <a:t>the two dots?</a:t>
            </a:r>
          </a:p>
          <a:p>
            <a:pPr defTabSz="914126"/>
            <a:endParaRPr lang="en-AU" sz="2800" dirty="0">
              <a:solidFill>
                <a:prstClr val="black"/>
              </a:solidFill>
            </a:endParaRPr>
          </a:p>
          <a:p>
            <a:pPr defTabSz="914126"/>
            <a:r>
              <a:rPr lang="en-AU" sz="2800" dirty="0">
                <a:solidFill>
                  <a:prstClr val="black"/>
                </a:solidFill>
              </a:rPr>
              <a:t>What about if it’s a bit harder?</a:t>
            </a:r>
            <a:endParaRPr lang="en-US" sz="2800" dirty="0">
              <a:solidFill>
                <a:prstClr val="black"/>
              </a:solidFill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79C36F6-0145-4F36-8636-38E9D2B556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4981" r="9958"/>
          <a:stretch/>
        </p:blipFill>
        <p:spPr>
          <a:xfrm>
            <a:off x="9236764" y="1417076"/>
            <a:ext cx="2743201" cy="2715236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614AAE5E-23D6-4270-836C-60CFF20B8D9D}"/>
              </a:ext>
            </a:extLst>
          </p:cNvPr>
          <p:cNvSpPr/>
          <p:nvPr/>
        </p:nvSpPr>
        <p:spPr>
          <a:xfrm>
            <a:off x="11701670" y="2423512"/>
            <a:ext cx="278295" cy="3578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A4CC57F-4021-4C99-B807-F5D19CD00624}"/>
              </a:ext>
            </a:extLst>
          </p:cNvPr>
          <p:cNvSpPr/>
          <p:nvPr/>
        </p:nvSpPr>
        <p:spPr>
          <a:xfrm>
            <a:off x="9250016" y="2416886"/>
            <a:ext cx="278295" cy="35780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ED02E71-82F3-404F-B92D-9A527403ECD8}"/>
              </a:ext>
            </a:extLst>
          </p:cNvPr>
          <p:cNvSpPr/>
          <p:nvPr/>
        </p:nvSpPr>
        <p:spPr>
          <a:xfrm>
            <a:off x="10469216" y="2432327"/>
            <a:ext cx="278295" cy="35780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1CE3238-7E37-4F29-BB5A-6FACCDE74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1116" y="4691316"/>
            <a:ext cx="7936395" cy="20235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CA36279-0458-471F-B74E-90FF77299175}"/>
              </a:ext>
            </a:extLst>
          </p:cNvPr>
          <p:cNvSpPr/>
          <p:nvPr/>
        </p:nvSpPr>
        <p:spPr>
          <a:xfrm>
            <a:off x="2811116" y="5194852"/>
            <a:ext cx="2663170" cy="1520047"/>
          </a:xfrm>
          <a:prstGeom prst="rect">
            <a:avLst/>
          </a:prstGeom>
          <a:solidFill>
            <a:srgbClr val="D4EDF9"/>
          </a:solidFill>
          <a:ln>
            <a:solidFill>
              <a:srgbClr val="D4ED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BC2D72-79C2-4CB1-A92E-31D5BD2CABA1}"/>
              </a:ext>
            </a:extLst>
          </p:cNvPr>
          <p:cNvSpPr/>
          <p:nvPr/>
        </p:nvSpPr>
        <p:spPr>
          <a:xfrm>
            <a:off x="5905499" y="4817165"/>
            <a:ext cx="4656484" cy="1520047"/>
          </a:xfrm>
          <a:prstGeom prst="rect">
            <a:avLst/>
          </a:prstGeom>
          <a:solidFill>
            <a:srgbClr val="D4EDF9"/>
          </a:solidFill>
          <a:ln>
            <a:solidFill>
              <a:srgbClr val="D4EDF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3" grpId="0" animBg="1"/>
      <p:bldP spid="14" grpId="0" animBg="1"/>
      <p:bldP spid="15" grpId="0" animBg="1"/>
      <p:bldP spid="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C45CA-C2B2-4CF5-93E2-455C087CB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847" y="1697692"/>
            <a:ext cx="11917412" cy="806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286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881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Midpoint of a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find the midpoint?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11525" y="1424512"/>
            <a:ext cx="6567264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Finding the midpoint of coordinates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50B339C-1DB3-435B-A87C-BB4DED9F6205}"/>
              </a:ext>
            </a:extLst>
          </p:cNvPr>
          <p:cNvSpPr txBox="1"/>
          <p:nvPr/>
        </p:nvSpPr>
        <p:spPr>
          <a:xfrm>
            <a:off x="191343" y="2212195"/>
            <a:ext cx="8175185" cy="26776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Find the midpoint between A(1,5) and B(4,2)</a:t>
            </a: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Step 1: </a:t>
            </a:r>
            <a:r>
              <a:rPr lang="en-AU" sz="2800" dirty="0"/>
              <a:t>Find the midpoint for the x – coordinates</a:t>
            </a: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EA39BA-7A6A-4B7D-BBC3-28916F4E0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528" y="3117722"/>
            <a:ext cx="3823886" cy="37247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4D4160-56CB-4316-9E2E-A17A45E33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6747" y="4315429"/>
            <a:ext cx="5064377" cy="167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681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881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Midpoint of a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find the midpoint?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11525" y="1424512"/>
            <a:ext cx="6567264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Finding the midpoint of coordinates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50B339C-1DB3-435B-A87C-BB4DED9F6205}"/>
              </a:ext>
            </a:extLst>
          </p:cNvPr>
          <p:cNvSpPr txBox="1"/>
          <p:nvPr/>
        </p:nvSpPr>
        <p:spPr>
          <a:xfrm>
            <a:off x="191343" y="2212195"/>
            <a:ext cx="8175185" cy="267765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Find the midpoint between A(1,5) and B(4,2)</a:t>
            </a: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Step 2: </a:t>
            </a:r>
            <a:r>
              <a:rPr lang="en-AU" sz="2800" dirty="0"/>
              <a:t>Find the midpoint for the y – coordinates</a:t>
            </a: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EA39BA-7A6A-4B7D-BBC3-28916F4E0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528" y="3117722"/>
            <a:ext cx="3823886" cy="372477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04B633C-77D4-4652-8B13-51E1FD7277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1078" y="4261244"/>
            <a:ext cx="5088245" cy="1786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76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821" y="123165"/>
            <a:ext cx="48814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Midpoint of a 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you find the midpoint?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11525" y="1424512"/>
            <a:ext cx="6567264" cy="52322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Finding the midpoint of coordinates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50B339C-1DB3-435B-A87C-BB4DED9F6205}"/>
              </a:ext>
            </a:extLst>
          </p:cNvPr>
          <p:cNvSpPr txBox="1"/>
          <p:nvPr/>
        </p:nvSpPr>
        <p:spPr>
          <a:xfrm>
            <a:off x="191343" y="2212195"/>
            <a:ext cx="8175185" cy="224676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Find the midpoint between A(1,5) and B(4,2)</a:t>
            </a: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defTabSz="914126"/>
            <a:r>
              <a:rPr lang="en-AU" sz="2800" b="1" dirty="0">
                <a:solidFill>
                  <a:schemeClr val="accent4">
                    <a:lumMod val="75000"/>
                  </a:schemeClr>
                </a:solidFill>
              </a:rPr>
              <a:t>Step 3: </a:t>
            </a:r>
            <a:r>
              <a:rPr lang="en-AU" sz="2800" dirty="0"/>
              <a:t>Put the answers in coordinate form</a:t>
            </a: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defTabSz="914126"/>
            <a:endParaRPr lang="en-AU" sz="2800" b="1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EA39BA-7A6A-4B7D-BBC3-28916F4E0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528" y="3117722"/>
            <a:ext cx="3823886" cy="372477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CB7EEF8-D921-4866-BDEF-083BEC0A49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43" y="3830433"/>
            <a:ext cx="3794466" cy="12570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3C29390-E31E-45CE-B023-67BA3876DC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8695" y="3830433"/>
            <a:ext cx="3581043" cy="125706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62BAD19-0B12-4F41-8BEF-5ECA98E9AF4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26" y="5601645"/>
            <a:ext cx="6528094" cy="951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940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190" y="1341297"/>
            <a:ext cx="5822899" cy="2740373"/>
          </a:xfrm>
        </p:spPr>
        <p:txBody>
          <a:bodyPr>
            <a:normAutofit/>
          </a:bodyPr>
          <a:lstStyle/>
          <a:p>
            <a:pPr defTabSz="914126"/>
            <a:r>
              <a:rPr lang="en-AU" sz="2400" b="1" dirty="0">
                <a:solidFill>
                  <a:schemeClr val="accent4">
                    <a:lumMod val="75000"/>
                  </a:schemeClr>
                </a:solidFill>
              </a:rPr>
              <a:t>Step 1: </a:t>
            </a:r>
            <a:r>
              <a:rPr lang="en-AU" sz="2400" dirty="0"/>
              <a:t>Find the midpoint for the x – coordinates</a:t>
            </a:r>
          </a:p>
          <a:p>
            <a:pPr defTabSz="914126"/>
            <a:r>
              <a:rPr lang="en-AU" sz="2400" b="1" dirty="0">
                <a:solidFill>
                  <a:schemeClr val="accent4">
                    <a:lumMod val="75000"/>
                  </a:schemeClr>
                </a:solidFill>
              </a:rPr>
              <a:t>Step 2: </a:t>
            </a:r>
            <a:r>
              <a:rPr lang="en-AU" sz="2400" dirty="0"/>
              <a:t>Find the midpoint for the y – coordinates</a:t>
            </a:r>
          </a:p>
          <a:p>
            <a:pPr defTabSz="914126"/>
            <a:r>
              <a:rPr lang="en-AU" sz="2400" b="1" dirty="0">
                <a:solidFill>
                  <a:schemeClr val="accent4">
                    <a:lumMod val="75000"/>
                  </a:schemeClr>
                </a:solidFill>
              </a:rPr>
              <a:t>Step 3: </a:t>
            </a:r>
            <a:r>
              <a:rPr lang="en-AU" sz="2400" dirty="0"/>
              <a:t>Put the answers in coordinate form</a:t>
            </a:r>
          </a:p>
          <a:p>
            <a:pPr marL="0" indent="0" defTabSz="914126">
              <a:buNone/>
            </a:pPr>
            <a:endParaRPr lang="en-AU" sz="2400" dirty="0"/>
          </a:p>
          <a:p>
            <a:pPr defTabSz="914126"/>
            <a:endParaRPr lang="en-AU" sz="2400" dirty="0"/>
          </a:p>
          <a:p>
            <a:pPr defTabSz="914126"/>
            <a:endParaRPr lang="en-AU" sz="2400" dirty="0"/>
          </a:p>
          <a:p>
            <a:pPr marL="0" indent="0">
              <a:buNone/>
            </a:pPr>
            <a:endParaRPr lang="en-AU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D68FAB-F9D6-44D8-AA0A-96F043AB30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4664"/>
            <a:ext cx="6159984" cy="552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>
                <a:solidFill>
                  <a:schemeClr val="accent1">
                    <a:lumMod val="50000"/>
                  </a:schemeClr>
                </a:solidFill>
                <a:latin typeface="Kiwi School Handwriting" panose="00000500000000000000" pitchFamily="2" charset="0"/>
              </a:rPr>
              <a:t>Practice</a:t>
            </a:r>
            <a:endParaRPr lang="en-US" sz="5400" b="1" dirty="0">
              <a:solidFill>
                <a:schemeClr val="accent1">
                  <a:lumMod val="50000"/>
                </a:schemeClr>
              </a:solidFill>
              <a:latin typeface="Kiwi School Handwriting" panose="00000500000000000000" pitchFamily="2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AFF9EF6-86A2-42A5-AE9A-3FB82E18F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190" y="1341297"/>
            <a:ext cx="5822899" cy="2740373"/>
          </a:xfrm>
        </p:spPr>
        <p:txBody>
          <a:bodyPr>
            <a:normAutofit/>
          </a:bodyPr>
          <a:lstStyle/>
          <a:p>
            <a:pPr defTabSz="914126"/>
            <a:r>
              <a:rPr lang="en-AU" sz="2400" b="1" dirty="0">
                <a:solidFill>
                  <a:schemeClr val="accent4">
                    <a:lumMod val="75000"/>
                  </a:schemeClr>
                </a:solidFill>
              </a:rPr>
              <a:t>Step 1: </a:t>
            </a:r>
            <a:r>
              <a:rPr lang="en-AU" sz="2400" dirty="0"/>
              <a:t>Find the midpoint for the x – coordinates</a:t>
            </a:r>
          </a:p>
          <a:p>
            <a:pPr defTabSz="914126"/>
            <a:r>
              <a:rPr lang="en-AU" sz="2400" b="1" dirty="0">
                <a:solidFill>
                  <a:schemeClr val="accent4">
                    <a:lumMod val="75000"/>
                  </a:schemeClr>
                </a:solidFill>
              </a:rPr>
              <a:t>Step 2: </a:t>
            </a:r>
            <a:r>
              <a:rPr lang="en-AU" sz="2400" dirty="0"/>
              <a:t>Find the midpoint for the y – coordinates</a:t>
            </a:r>
          </a:p>
          <a:p>
            <a:pPr defTabSz="914126"/>
            <a:r>
              <a:rPr lang="en-AU" sz="2400" b="1" dirty="0">
                <a:solidFill>
                  <a:schemeClr val="accent4">
                    <a:lumMod val="75000"/>
                  </a:schemeClr>
                </a:solidFill>
              </a:rPr>
              <a:t>Step 3: </a:t>
            </a:r>
            <a:r>
              <a:rPr lang="en-AU" sz="2400" dirty="0"/>
              <a:t>Put the answers in coordinate form</a:t>
            </a:r>
          </a:p>
          <a:p>
            <a:pPr marL="0" indent="0" defTabSz="914126">
              <a:buNone/>
            </a:pPr>
            <a:endParaRPr lang="en-AU" sz="2400" dirty="0"/>
          </a:p>
          <a:p>
            <a:pPr defTabSz="914126"/>
            <a:endParaRPr lang="en-AU" sz="2400" dirty="0"/>
          </a:p>
          <a:p>
            <a:pPr defTabSz="914126"/>
            <a:endParaRPr lang="en-AU" sz="2400" dirty="0"/>
          </a:p>
          <a:p>
            <a:pPr marL="0" indent="0">
              <a:buNone/>
            </a:pPr>
            <a:endParaRPr lang="en-AU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4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F1088D-9E21-40E9-97F0-B178CC3FA2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04664"/>
            <a:ext cx="5785115" cy="5577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819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43</TotalTime>
  <Words>377</Words>
  <Application>Microsoft Office PowerPoint</Application>
  <PresentationFormat>Widescreen</PresentationFormat>
  <Paragraphs>85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Century Gothic</vt:lpstr>
      <vt:lpstr>DJB Fancy Nancy</vt:lpstr>
      <vt:lpstr>Kiwi School Handwriting</vt:lpstr>
      <vt:lpstr>Vapor Trail</vt:lpstr>
      <vt:lpstr>Finding the midpoint</vt:lpstr>
      <vt:lpstr>Learning Intentions</vt:lpstr>
      <vt:lpstr>Think about it…..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Practice</vt:lpstr>
      <vt:lpstr>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Finding the midpoint</dc:title>
  <dc:creator>Nine Labuschagne</dc:creator>
  <cp:lastModifiedBy>Nine Labuschagne</cp:lastModifiedBy>
  <cp:revision>6</cp:revision>
  <dcterms:created xsi:type="dcterms:W3CDTF">2017-10-10T01:58:38Z</dcterms:created>
  <dcterms:modified xsi:type="dcterms:W3CDTF">2017-10-10T02:42:34Z</dcterms:modified>
</cp:coreProperties>
</file>