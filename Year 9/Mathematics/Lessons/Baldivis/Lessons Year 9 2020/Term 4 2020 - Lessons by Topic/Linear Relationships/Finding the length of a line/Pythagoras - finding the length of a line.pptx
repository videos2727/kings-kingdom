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7" r:id="rId2"/>
    <p:sldId id="310" r:id="rId3"/>
    <p:sldId id="325" r:id="rId4"/>
    <p:sldId id="328" r:id="rId5"/>
    <p:sldId id="327" r:id="rId6"/>
    <p:sldId id="329" r:id="rId7"/>
    <p:sldId id="330" r:id="rId8"/>
    <p:sldId id="292" r:id="rId9"/>
    <p:sldId id="291" r:id="rId10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2" d="100"/>
          <a:sy n="102" d="100"/>
        </p:scale>
        <p:origin x="55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75AD73A-AE13-444E-A6A8-7967ABAB8119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Pythagoras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 9-9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BDE01-6189-4EA3-9A45-6A041243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1772816"/>
            <a:ext cx="3384376" cy="370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Warm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2060848"/>
            <a:ext cx="7992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/>
              <a:t>Evaluate 7</a:t>
            </a:r>
            <a:r>
              <a:rPr lang="en-US" sz="2400" baseline="30000" dirty="0"/>
              <a:t>2</a:t>
            </a:r>
          </a:p>
          <a:p>
            <a:pPr marL="457200" indent="-457200">
              <a:buAutoNum type="arabicParenR"/>
            </a:pPr>
            <a:r>
              <a:rPr lang="en-US" sz="2400" dirty="0"/>
              <a:t>What is the square root of 36?</a:t>
            </a:r>
          </a:p>
          <a:p>
            <a:pPr marL="457200" indent="-457200">
              <a:buAutoNum type="arabicParenR"/>
            </a:pPr>
            <a:r>
              <a:rPr lang="en-US" sz="2400" dirty="0"/>
              <a:t>What angle is the hypotenuse opposite?</a:t>
            </a:r>
          </a:p>
          <a:p>
            <a:pPr marL="457200" indent="-457200">
              <a:buFontTx/>
              <a:buAutoNum type="arabicParenR"/>
            </a:pPr>
            <a:r>
              <a:rPr lang="en-US" sz="2400" dirty="0"/>
              <a:t> 3</a:t>
            </a:r>
            <a:r>
              <a:rPr lang="en-US" sz="2400" baseline="30000" dirty="0"/>
              <a:t>2 </a:t>
            </a:r>
            <a:r>
              <a:rPr lang="en-US" sz="2400" dirty="0"/>
              <a:t>+ 4</a:t>
            </a:r>
            <a:r>
              <a:rPr lang="en-US" sz="2400" baseline="30000" dirty="0"/>
              <a:t>2 </a:t>
            </a:r>
            <a:r>
              <a:rPr lang="en-US" sz="2400" dirty="0"/>
              <a:t>= ?</a:t>
            </a:r>
            <a:r>
              <a:rPr lang="en-US" sz="2400" baseline="30000" dirty="0"/>
              <a:t>2</a:t>
            </a:r>
            <a:endParaRPr lang="en-US" sz="2400" dirty="0"/>
          </a:p>
          <a:p>
            <a:pPr marL="457200" indent="-457200">
              <a:buFontTx/>
              <a:buAutoNum type="arabicParenR"/>
            </a:pPr>
            <a:endParaRPr lang="en-US" sz="2400" dirty="0"/>
          </a:p>
          <a:p>
            <a:pPr marL="457200" indent="-457200">
              <a:buFontTx/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228220-3ED3-4A0C-9756-967404DCA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151668"/>
            <a:ext cx="4516556" cy="34218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6A89AF-CDDF-4755-872D-04222B2D9230}"/>
              </a:ext>
            </a:extLst>
          </p:cNvPr>
          <p:cNvSpPr txBox="1"/>
          <p:nvPr/>
        </p:nvSpPr>
        <p:spPr>
          <a:xfrm>
            <a:off x="2771800" y="5808398"/>
            <a:ext cx="570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length of AB I can break this down into the horizontal and vertical components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294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228220-3ED3-4A0C-9756-967404DCA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151668"/>
            <a:ext cx="4516556" cy="34218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6A89AF-CDDF-4755-872D-04222B2D9230}"/>
              </a:ext>
            </a:extLst>
          </p:cNvPr>
          <p:cNvSpPr txBox="1"/>
          <p:nvPr/>
        </p:nvSpPr>
        <p:spPr>
          <a:xfrm>
            <a:off x="2771800" y="5808398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Put in a new point C and draw a right angle triangle</a:t>
            </a:r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0349A-635F-4B85-8AEC-A57478CE4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2119209"/>
            <a:ext cx="4966918" cy="337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7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A89AF-CDDF-4755-872D-04222B2D9230}"/>
              </a:ext>
            </a:extLst>
          </p:cNvPr>
          <p:cNvSpPr txBox="1"/>
          <p:nvPr/>
        </p:nvSpPr>
        <p:spPr>
          <a:xfrm>
            <a:off x="2771800" y="5808398"/>
            <a:ext cx="570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to find the length from A to B (line AB) I can use Pythagoras</a:t>
            </a:r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3ED96-358E-4C65-BE49-210B2D3A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420" y="2121572"/>
            <a:ext cx="44481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02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3ED96-358E-4C65-BE49-210B2D3A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01" y="2007272"/>
            <a:ext cx="3294780" cy="25539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3AC4ED-E917-4546-8669-1411F3287C0C}"/>
              </a:ext>
            </a:extLst>
          </p:cNvPr>
          <p:cNvSpPr txBox="1"/>
          <p:nvPr/>
        </p:nvSpPr>
        <p:spPr>
          <a:xfrm>
            <a:off x="2417780" y="2245244"/>
            <a:ext cx="287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to find the length from A to B (line AB) I can use Pythagoras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28CAC1-2E29-4FB1-BB73-EC2569485735}"/>
                  </a:ext>
                </a:extLst>
              </p:cNvPr>
              <p:cNvSpPr txBox="1"/>
              <p:nvPr/>
            </p:nvSpPr>
            <p:spPr>
              <a:xfrm>
                <a:off x="2898781" y="3696116"/>
                <a:ext cx="1839606" cy="1973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61</m:t>
                      </m:r>
                    </m:oMath>
                  </m:oMathPara>
                </a14:m>
                <a:endParaRPr lang="en-AU" b="0" dirty="0"/>
              </a:p>
              <a:p>
                <a:pPr/>
                <a:endParaRPr lang="en-AU" dirty="0"/>
              </a:p>
              <a:p>
                <a:r>
                  <a:rPr lang="en-AU" dirty="0"/>
                  <a:t>             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28CAC1-2E29-4FB1-BB73-EC2569485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781" y="3696116"/>
                <a:ext cx="1839606" cy="1973938"/>
              </a:xfrm>
              <a:prstGeom prst="rect">
                <a:avLst/>
              </a:prstGeom>
              <a:blipFill>
                <a:blip r:embed="rId3"/>
                <a:stretch>
                  <a:fillRect l="-4651" t="-3704" r="-9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79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3ED96-358E-4C65-BE49-210B2D3A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01" y="2007272"/>
            <a:ext cx="3294780" cy="25539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3AC4ED-E917-4546-8669-1411F3287C0C}"/>
              </a:ext>
            </a:extLst>
          </p:cNvPr>
          <p:cNvSpPr txBox="1"/>
          <p:nvPr/>
        </p:nvSpPr>
        <p:spPr>
          <a:xfrm>
            <a:off x="2415772" y="1980007"/>
            <a:ext cx="287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to find the length from A to B (line AB) I can use Pythagoras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28CAC1-2E29-4FB1-BB73-EC2569485735}"/>
                  </a:ext>
                </a:extLst>
              </p:cNvPr>
              <p:cNvSpPr txBox="1"/>
              <p:nvPr/>
            </p:nvSpPr>
            <p:spPr>
              <a:xfrm>
                <a:off x="2855560" y="3045230"/>
                <a:ext cx="1839606" cy="1973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=9+4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3.61</m:t>
                      </m:r>
                    </m:oMath>
                  </m:oMathPara>
                </a14:m>
                <a:endParaRPr lang="en-AU" b="0" dirty="0"/>
              </a:p>
              <a:p>
                <a:pPr/>
                <a:endParaRPr lang="en-AU" dirty="0"/>
              </a:p>
              <a:p>
                <a:r>
                  <a:rPr lang="en-AU" dirty="0"/>
                  <a:t>             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28CAC1-2E29-4FB1-BB73-EC2569485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560" y="3045230"/>
                <a:ext cx="1839606" cy="1973938"/>
              </a:xfrm>
              <a:prstGeom prst="rect">
                <a:avLst/>
              </a:prstGeom>
              <a:blipFill>
                <a:blip r:embed="rId3"/>
                <a:stretch>
                  <a:fillRect l="-7616" t="-3715" r="-993" b="-6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BCC65CA-70E6-4C8B-B3D4-DB36AE4C87AF}"/>
              </a:ext>
            </a:extLst>
          </p:cNvPr>
          <p:cNvSpPr txBox="1"/>
          <p:nvPr/>
        </p:nvSpPr>
        <p:spPr>
          <a:xfrm>
            <a:off x="2748600" y="5499485"/>
            <a:ext cx="5495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Ex 7.5 </a:t>
            </a:r>
            <a:r>
              <a:rPr lang="en-AU" dirty="0" err="1"/>
              <a:t>pg</a:t>
            </a:r>
            <a:r>
              <a:rPr lang="en-AU" dirty="0"/>
              <a:t> 94. Hint: plot each point first!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685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  <a:p>
            <a:r>
              <a:rPr lang="en-AU" dirty="0"/>
              <a:t>Ex 7.5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370</Words>
  <Application>Microsoft Office PowerPoint</Application>
  <PresentationFormat>On-screen Show (4:3)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Hamilton Stott</cp:lastModifiedBy>
  <cp:revision>97</cp:revision>
  <cp:lastPrinted>2017-05-14T23:47:27Z</cp:lastPrinted>
  <dcterms:created xsi:type="dcterms:W3CDTF">2014-05-14T02:58:57Z</dcterms:created>
  <dcterms:modified xsi:type="dcterms:W3CDTF">2017-06-05T15:16:20Z</dcterms:modified>
</cp:coreProperties>
</file>