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4" r:id="rId2"/>
    <p:sldId id="257" r:id="rId3"/>
    <p:sldId id="258" r:id="rId4"/>
    <p:sldId id="269" r:id="rId5"/>
    <p:sldId id="270" r:id="rId6"/>
    <p:sldId id="268" r:id="rId7"/>
    <p:sldId id="262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6540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Sketching a linear graph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we take a rule and use it to create a linear graph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 smtClean="0"/>
              <a:t>Use a rule to create a linear graph.</a:t>
            </a:r>
          </a:p>
          <a:p>
            <a:pPr>
              <a:buFontTx/>
              <a:buChar char="-"/>
            </a:pPr>
            <a:r>
              <a:rPr lang="en-AU" dirty="0" smtClean="0"/>
              <a:t>Interpret a linear graph to and use it to establish what is </a:t>
            </a:r>
            <a:r>
              <a:rPr lang="en-AU" dirty="0" smtClean="0"/>
              <a:t>happening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Success Criteria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You will know you are successful in achieving the objective by:</a:t>
            </a:r>
          </a:p>
          <a:p>
            <a:r>
              <a:rPr lang="en-AU" dirty="0" smtClean="0"/>
              <a:t>Being able to create a linear graph</a:t>
            </a:r>
          </a:p>
          <a:p>
            <a:r>
              <a:rPr lang="en-AU" dirty="0" smtClean="0"/>
              <a:t>Being able to use a linear graph to determine what it means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6540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Sketching a linear graph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we take a rule and use it to create a linear graph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244520" y="2348880"/>
            <a:ext cx="5747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 </a:t>
            </a:r>
            <a:r>
              <a:rPr lang="en-AU" sz="2400" dirty="0" smtClean="0"/>
              <a:t>= </a:t>
            </a:r>
            <a:r>
              <a:rPr lang="en-AU" sz="2400" dirty="0" smtClean="0"/>
              <a:t>2x </a:t>
            </a:r>
            <a:r>
              <a:rPr lang="en-AU" sz="2400" dirty="0" smtClean="0"/>
              <a:t>+ </a:t>
            </a:r>
            <a:r>
              <a:rPr lang="en-AU" sz="2400" dirty="0" smtClean="0"/>
              <a:t>1</a:t>
            </a:r>
            <a:endParaRPr lang="en-AU" sz="2400" dirty="0" smtClean="0"/>
          </a:p>
          <a:p>
            <a:endParaRPr lang="en-AU" sz="2400" dirty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940927"/>
              </p:ext>
            </p:extLst>
          </p:nvPr>
        </p:nvGraphicFramePr>
        <p:xfrm>
          <a:off x="3252191" y="2949044"/>
          <a:ext cx="507814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357"/>
                <a:gridCol w="846357"/>
                <a:gridCol w="846357"/>
                <a:gridCol w="846357"/>
                <a:gridCol w="846357"/>
                <a:gridCol w="846357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4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17163" y="4365104"/>
            <a:ext cx="57474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fill out the table in your sheet and </a:t>
            </a:r>
            <a:r>
              <a:rPr lang="en-AU" sz="2400" dirty="0"/>
              <a:t>p</a:t>
            </a:r>
            <a:r>
              <a:rPr lang="en-AU" sz="2400" dirty="0" smtClean="0"/>
              <a:t>lot these points</a:t>
            </a:r>
          </a:p>
          <a:p>
            <a:endParaRPr lang="en-AU" sz="2400" dirty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92186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6540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Sketching a linear graph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we take a rule and use it to create a linear graph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244520" y="2348880"/>
            <a:ext cx="5747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 </a:t>
            </a:r>
            <a:r>
              <a:rPr lang="en-AU" sz="2400" dirty="0" smtClean="0"/>
              <a:t>= x + 2</a:t>
            </a:r>
          </a:p>
          <a:p>
            <a:endParaRPr lang="en-AU" sz="2400" dirty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934102"/>
              </p:ext>
            </p:extLst>
          </p:nvPr>
        </p:nvGraphicFramePr>
        <p:xfrm>
          <a:off x="3252191" y="2949044"/>
          <a:ext cx="507814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357"/>
                <a:gridCol w="846357"/>
                <a:gridCol w="846357"/>
                <a:gridCol w="846357"/>
                <a:gridCol w="846357"/>
                <a:gridCol w="846357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4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17163" y="4365104"/>
            <a:ext cx="57474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fill out the table in your sheet and </a:t>
            </a:r>
            <a:r>
              <a:rPr lang="en-AU" sz="2400" dirty="0"/>
              <a:t>p</a:t>
            </a:r>
            <a:r>
              <a:rPr lang="en-AU" sz="2400" dirty="0" smtClean="0"/>
              <a:t>lot these points</a:t>
            </a:r>
          </a:p>
          <a:p>
            <a:endParaRPr lang="en-AU" sz="2400" dirty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284735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6540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Sketching a linear graph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we take a rule and use it to create a linear graph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244520" y="2348880"/>
            <a:ext cx="574749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general form of this equation is </a:t>
            </a:r>
          </a:p>
          <a:p>
            <a:r>
              <a:rPr lang="en-AU" sz="2400" dirty="0"/>
              <a:t>y</a:t>
            </a:r>
            <a:r>
              <a:rPr lang="en-AU" sz="2400" dirty="0" smtClean="0"/>
              <a:t> = mx + c</a:t>
            </a:r>
          </a:p>
          <a:p>
            <a:endParaRPr lang="en-AU" sz="2400" dirty="0" smtClean="0"/>
          </a:p>
          <a:p>
            <a:r>
              <a:rPr lang="en-AU" sz="2400" dirty="0" smtClean="0"/>
              <a:t>What do you notice when we change the m in the equation, does it get steeper?</a:t>
            </a:r>
          </a:p>
          <a:p>
            <a:endParaRPr lang="en-AU" sz="2400" dirty="0"/>
          </a:p>
          <a:p>
            <a:r>
              <a:rPr lang="en-AU" sz="2400" dirty="0" smtClean="0"/>
              <a:t>What do you notice when we change the c in the equation? (Hint: compare what happens when x = 0)</a:t>
            </a:r>
            <a:endParaRPr lang="en-AU" sz="2400" dirty="0"/>
          </a:p>
          <a:p>
            <a:endParaRPr lang="en-AU" sz="2400" dirty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915411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More Practice:</a:t>
            </a:r>
          </a:p>
          <a:p>
            <a:r>
              <a:rPr lang="en-AU" dirty="0" smtClean="0"/>
              <a:t>Exercise 4.4 Q 1-8</a:t>
            </a:r>
          </a:p>
          <a:p>
            <a:endParaRPr lang="en-AU" dirty="0"/>
          </a:p>
          <a:p>
            <a:r>
              <a:rPr lang="en-AU" dirty="0" smtClean="0"/>
              <a:t>If you are feeling confident with these:</a:t>
            </a:r>
          </a:p>
          <a:p>
            <a:r>
              <a:rPr lang="en-AU" dirty="0" smtClean="0"/>
              <a:t>Exercise 4.5 Q 1-18</a:t>
            </a:r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Closure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Success Criteria</a:t>
            </a:r>
          </a:p>
          <a:p>
            <a:pPr marL="0" indent="0">
              <a:buNone/>
            </a:pPr>
            <a:r>
              <a:rPr lang="en-AU" dirty="0" smtClean="0"/>
              <a:t>Thumbs up </a:t>
            </a:r>
            <a:r>
              <a:rPr lang="en-AU" dirty="0" err="1" smtClean="0"/>
              <a:t>etc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338</Words>
  <Application>Microsoft Office PowerPoint</Application>
  <PresentationFormat>On-screen Show (4:3)</PresentationFormat>
  <Paragraphs>93</Paragraphs>
  <Slides>8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Activity</vt:lpstr>
      <vt:lpstr>Closure activity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STOTT Hamilton</cp:lastModifiedBy>
  <cp:revision>6</cp:revision>
  <dcterms:created xsi:type="dcterms:W3CDTF">2016-10-20T03:14:06Z</dcterms:created>
  <dcterms:modified xsi:type="dcterms:W3CDTF">2017-03-13T07:01:28Z</dcterms:modified>
</cp:coreProperties>
</file>