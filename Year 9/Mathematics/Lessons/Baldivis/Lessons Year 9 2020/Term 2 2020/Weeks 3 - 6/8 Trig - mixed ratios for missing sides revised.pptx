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9" r:id="rId3"/>
    <p:sldId id="260" r:id="rId4"/>
    <p:sldId id="273" r:id="rId5"/>
    <p:sldId id="274" r:id="rId6"/>
    <p:sldId id="275" r:id="rId7"/>
    <p:sldId id="276" r:id="rId8"/>
    <p:sldId id="277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6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957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17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49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51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12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600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26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99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71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51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85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00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6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134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6236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120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65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83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10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Mixed Ratio Problems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Where could I use this in a real world situation?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B5A80-42F4-4BE9-8225-A59E9EF3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7" y="52069"/>
            <a:ext cx="3289510" cy="383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3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056489" y="5742658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15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74968" y="497321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49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549351" y="3441341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133979" y="1914144"/>
                <a:ext cx="4584192" cy="357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1- </a:t>
                </a:r>
                <a:r>
                  <a:rPr lang="en-AU" dirty="0">
                    <a:solidFill>
                      <a:srgbClr val="FF0000"/>
                    </a:solidFill>
                  </a:rPr>
                  <a:t>Label</a:t>
                </a:r>
                <a:r>
                  <a:rPr lang="en-AU" dirty="0"/>
                  <a:t> the sides and identify the triangle</a:t>
                </a:r>
              </a:p>
              <a:p>
                <a:endParaRPr lang="en-AU" dirty="0"/>
              </a:p>
              <a:p>
                <a:r>
                  <a:rPr lang="en-AU" dirty="0"/>
                  <a:t>2- Write the equation as Tan(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 </a:t>
                </a:r>
                <a:r>
                  <a:rPr lang="en-AU" b="1" dirty="0"/>
                  <a:t>Tan(49) = Y/15</a:t>
                </a:r>
              </a:p>
              <a:p>
                <a:endParaRPr lang="en-AU" i="1" dirty="0"/>
              </a:p>
              <a:p>
                <a:endParaRPr lang="en-AU" i="1" dirty="0"/>
              </a:p>
              <a:p>
                <a:r>
                  <a:rPr lang="en-AU" dirty="0"/>
                  <a:t>3- Because the 15 is below the y, we multiply. </a:t>
                </a:r>
              </a:p>
              <a:p>
                <a:r>
                  <a:rPr lang="en-AU" b="1" dirty="0"/>
                  <a:t>15 x Tan(49) =</a:t>
                </a:r>
              </a:p>
              <a:p>
                <a:endParaRPr lang="en-AU" b="1" dirty="0"/>
              </a:p>
              <a:p>
                <a:r>
                  <a:rPr lang="en-AU" dirty="0"/>
                  <a:t>4- Use your calculator to solve 15xTan(49)</a:t>
                </a:r>
              </a:p>
              <a:p>
                <a:r>
                  <a:rPr lang="en-AU" dirty="0"/>
                  <a:t> y = 14.5360</a:t>
                </a:r>
                <a:r>
                  <a:rPr lang="is-IS" dirty="0"/>
                  <a:t>…*round to 2 dp* -&gt; 14.54m</a:t>
                </a: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979" y="1914144"/>
                <a:ext cx="4584192" cy="3573607"/>
              </a:xfrm>
              <a:prstGeom prst="rect">
                <a:avLst/>
              </a:prstGeom>
              <a:blipFill>
                <a:blip r:embed="rId2"/>
                <a:stretch>
                  <a:fillRect l="-1064" t="-8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4757" y="239495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Opposite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1853" y="6301363"/>
            <a:ext cx="101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Adjacent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</p:spTree>
    <p:extLst>
      <p:ext uri="{BB962C8B-B14F-4D97-AF65-F5344CB8AC3E}">
        <p14:creationId xmlns:p14="http://schemas.microsoft.com/office/powerpoint/2010/main" val="64012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551907" y="3471815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29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4148750" y="2686447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15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3848" y="622179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315201" y="2508959"/>
                <a:ext cx="3066756" cy="2385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r>
                  <a:rPr lang="en-AU" dirty="0"/>
                  <a:t> (sin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𝐻𝑦𝑝𝑜𝑡𝑒𝑛𝑢𝑠𝑒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29=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29=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=7.27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 </a:t>
                </a:r>
                <a:endParaRPr lang="en-AU" i="1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1" y="2508959"/>
                <a:ext cx="3066756" cy="23855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16CB6D4-91A9-4BC2-ABBC-9255ADD809DD}"/>
              </a:ext>
            </a:extLst>
          </p:cNvPr>
          <p:cNvSpPr txBox="1"/>
          <p:nvPr/>
        </p:nvSpPr>
        <p:spPr>
          <a:xfrm>
            <a:off x="2132416" y="4152462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1- </a:t>
            </a:r>
            <a:r>
              <a:rPr lang="en-AU" dirty="0">
                <a:solidFill>
                  <a:srgbClr val="FF0000"/>
                </a:solidFill>
              </a:rPr>
              <a:t>Label</a:t>
            </a:r>
            <a:r>
              <a:rPr lang="en-AU" dirty="0"/>
              <a:t> the sides</a:t>
            </a:r>
          </a:p>
        </p:txBody>
      </p:sp>
    </p:spTree>
    <p:extLst>
      <p:ext uri="{BB962C8B-B14F-4D97-AF65-F5344CB8AC3E}">
        <p14:creationId xmlns:p14="http://schemas.microsoft.com/office/powerpoint/2010/main" val="191019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056489" y="5742658"/>
            <a:ext cx="950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1340438" y="2315031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32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549351" y="3441341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1995" y="6265878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EFFCD-21CF-407C-934C-42F26B394459}"/>
              </a:ext>
            </a:extLst>
          </p:cNvPr>
          <p:cNvSpPr txBox="1"/>
          <p:nvPr/>
        </p:nvSpPr>
        <p:spPr>
          <a:xfrm>
            <a:off x="2132416" y="4152462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1- </a:t>
            </a:r>
            <a:r>
              <a:rPr lang="en-AU" dirty="0">
                <a:solidFill>
                  <a:srgbClr val="FF0000"/>
                </a:solidFill>
              </a:rPr>
              <a:t>Label</a:t>
            </a:r>
            <a:r>
              <a:rPr lang="en-AU" dirty="0"/>
              <a:t> the sides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1F8092-8CFB-4BA7-B973-F51625F0FECC}"/>
                  </a:ext>
                </a:extLst>
              </p:cNvPr>
              <p:cNvSpPr txBox="1"/>
              <p:nvPr/>
            </p:nvSpPr>
            <p:spPr>
              <a:xfrm>
                <a:off x="7315201" y="2508959"/>
                <a:ext cx="3066756" cy="2744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r>
                  <a:rPr lang="en-AU" dirty="0"/>
                  <a:t> (tan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32=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=12.80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 </a:t>
                </a:r>
                <a:endParaRPr lang="en-AU" i="1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1F8092-8CFB-4BA7-B973-F51625F0F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1" y="2508959"/>
                <a:ext cx="3066756" cy="27447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78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418347" y="5844201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29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4027809" y="2588128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13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7686" y="511536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i="1" dirty="0"/>
          </a:p>
          <a:p>
            <a:endParaRPr lang="en-AU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924AA0-7FA5-4D7A-B5E1-B748177320AE}"/>
              </a:ext>
            </a:extLst>
          </p:cNvPr>
          <p:cNvSpPr txBox="1"/>
          <p:nvPr/>
        </p:nvSpPr>
        <p:spPr>
          <a:xfrm>
            <a:off x="2132416" y="4152462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1- </a:t>
            </a:r>
            <a:r>
              <a:rPr lang="en-AU" dirty="0">
                <a:solidFill>
                  <a:srgbClr val="FF0000"/>
                </a:solidFill>
              </a:rPr>
              <a:t>Label</a:t>
            </a:r>
            <a:r>
              <a:rPr lang="en-AU" dirty="0"/>
              <a:t> the sides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FC339E-2430-47A8-925D-8A3779D12832}"/>
                  </a:ext>
                </a:extLst>
              </p:cNvPr>
              <p:cNvSpPr txBox="1"/>
              <p:nvPr/>
            </p:nvSpPr>
            <p:spPr>
              <a:xfrm>
                <a:off x="7315201" y="2508959"/>
                <a:ext cx="3066756" cy="2385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r>
                  <a:rPr lang="en-AU" dirty="0"/>
                  <a:t> (cos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𝐻𝑦𝑝𝑜𝑡𝑒𝑛𝑢𝑠𝑒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29=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=13×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=11.37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 </a:t>
                </a:r>
                <a:endParaRPr lang="en-AU" i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FC339E-2430-47A8-925D-8A3779D12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1" y="2508959"/>
                <a:ext cx="3066756" cy="23855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12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4179117" y="2703659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59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87991" y="2777514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10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5012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situation??</a:t>
            </a:r>
          </a:p>
          <a:p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4483848" y="622179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 </a:t>
            </a:r>
            <a:endParaRPr lang="en-AU" i="1" dirty="0"/>
          </a:p>
          <a:p>
            <a:endParaRPr lang="en-AU" i="1" dirty="0"/>
          </a:p>
          <a:p>
            <a:endParaRPr lang="en-AU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029B90-FF9D-46CA-957E-B7432D91733A}"/>
              </a:ext>
            </a:extLst>
          </p:cNvPr>
          <p:cNvSpPr txBox="1"/>
          <p:nvPr/>
        </p:nvSpPr>
        <p:spPr>
          <a:xfrm>
            <a:off x="2132416" y="4152462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1- </a:t>
            </a:r>
            <a:r>
              <a:rPr lang="en-AU" dirty="0">
                <a:solidFill>
                  <a:srgbClr val="FF0000"/>
                </a:solidFill>
              </a:rPr>
              <a:t>Label</a:t>
            </a:r>
            <a:r>
              <a:rPr lang="en-AU" dirty="0"/>
              <a:t> the sides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357290-D6C3-4661-B035-C01FD0E76B2C}"/>
                  </a:ext>
                </a:extLst>
              </p:cNvPr>
              <p:cNvSpPr txBox="1"/>
              <p:nvPr/>
            </p:nvSpPr>
            <p:spPr>
              <a:xfrm>
                <a:off x="7315201" y="2508959"/>
                <a:ext cx="3066756" cy="2744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r>
                  <a:rPr lang="en-AU" dirty="0"/>
                  <a:t> (sin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𝐻𝑦𝑝𝑜𝑡𝑒𝑛𝑢𝑠𝑒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59=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59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=11.67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 </a:t>
                </a:r>
                <a:endParaRPr lang="en-AU" i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357290-D6C3-4661-B035-C01FD0E76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1" y="2508959"/>
                <a:ext cx="3066756" cy="27444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16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72837" y="3347811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39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4027809" y="5645970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13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7686" y="511536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i="1" dirty="0"/>
          </a:p>
          <a:p>
            <a:endParaRPr lang="en-AU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8CB8BF-DCC8-4AAE-8822-829E0793A3EA}"/>
              </a:ext>
            </a:extLst>
          </p:cNvPr>
          <p:cNvSpPr txBox="1"/>
          <p:nvPr/>
        </p:nvSpPr>
        <p:spPr>
          <a:xfrm>
            <a:off x="2132416" y="4152462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1- </a:t>
            </a:r>
            <a:r>
              <a:rPr lang="en-AU" dirty="0">
                <a:solidFill>
                  <a:srgbClr val="FF0000"/>
                </a:solidFill>
              </a:rPr>
              <a:t>Label</a:t>
            </a:r>
            <a:r>
              <a:rPr lang="en-AU" dirty="0"/>
              <a:t> the sides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5F65C4-5949-4B2C-B61F-D15C7B176173}"/>
                  </a:ext>
                </a:extLst>
              </p:cNvPr>
              <p:cNvSpPr txBox="1"/>
              <p:nvPr/>
            </p:nvSpPr>
            <p:spPr>
              <a:xfrm>
                <a:off x="7315201" y="2508959"/>
                <a:ext cx="3066756" cy="2385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r>
                  <a:rPr lang="en-AU" dirty="0"/>
                  <a:t> (tan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39=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=13×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=10.53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 </a:t>
                </a:r>
                <a:endParaRPr lang="en-AU" i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5F65C4-5949-4B2C-B61F-D15C7B176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1" y="2508959"/>
                <a:ext cx="3066756" cy="23859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82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4148750" y="2560475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29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4027809" y="5698488"/>
            <a:ext cx="950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7686" y="511536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i="1" dirty="0"/>
          </a:p>
          <a:p>
            <a:endParaRPr lang="en-AU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19CA5F-CD11-47DD-ACDD-0A16FECC2885}"/>
              </a:ext>
            </a:extLst>
          </p:cNvPr>
          <p:cNvSpPr txBox="1"/>
          <p:nvPr/>
        </p:nvSpPr>
        <p:spPr>
          <a:xfrm>
            <a:off x="2132416" y="4152462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1- </a:t>
            </a:r>
            <a:r>
              <a:rPr lang="en-AU" dirty="0">
                <a:solidFill>
                  <a:srgbClr val="FF0000"/>
                </a:solidFill>
              </a:rPr>
              <a:t>Label</a:t>
            </a:r>
            <a:r>
              <a:rPr lang="en-AU" dirty="0"/>
              <a:t> the sides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720BCC-9536-44CF-B32D-E121DC21689C}"/>
                  </a:ext>
                </a:extLst>
              </p:cNvPr>
              <p:cNvSpPr txBox="1"/>
              <p:nvPr/>
            </p:nvSpPr>
            <p:spPr>
              <a:xfrm>
                <a:off x="7315201" y="2508959"/>
                <a:ext cx="3066756" cy="2744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r>
                  <a:rPr lang="en-AU" dirty="0"/>
                  <a:t> (cos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𝐻𝑦𝑝𝑜𝑡𝑒𝑛𝑢𝑠𝑒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29=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29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=10.29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 </a:t>
                </a:r>
                <a:endParaRPr lang="en-AU" i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720BCC-9536-44CF-B32D-E121DC216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1" y="2508959"/>
                <a:ext cx="3066756" cy="27444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50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1F94-3013-4076-9378-61FA1AD0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the mixed question worksheet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ABD34E-7C58-4495-B0D7-CC5BEECEA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206" t="21258" r="24900" b="8491"/>
          <a:stretch/>
        </p:blipFill>
        <p:spPr>
          <a:xfrm>
            <a:off x="2535395" y="1755113"/>
            <a:ext cx="6833688" cy="510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6414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197</TotalTime>
  <Words>418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 Math</vt:lpstr>
      <vt:lpstr>Tw Cen MT</vt:lpstr>
      <vt:lpstr>Droplet</vt:lpstr>
      <vt:lpstr>Mixed Ratio Problems </vt:lpstr>
      <vt:lpstr>Mixed Ratio Problems </vt:lpstr>
      <vt:lpstr>Mixed Ratio Problems </vt:lpstr>
      <vt:lpstr>Mixed Ratio Problems </vt:lpstr>
      <vt:lpstr>Mixed Ratio Problems </vt:lpstr>
      <vt:lpstr>Mixed Ratio Problems </vt:lpstr>
      <vt:lpstr>Mixed Ratio Problems </vt:lpstr>
      <vt:lpstr>Mixed Ratio Problems </vt:lpstr>
      <vt:lpstr>Complete the mixed question worksheet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Cosine Ratio</dc:title>
  <dc:creator>POWER Travis [Baldivis Secondary College]</dc:creator>
  <cp:lastModifiedBy>MCALLISTER Robert [Baldivis Secondary College]</cp:lastModifiedBy>
  <cp:revision>22</cp:revision>
  <dcterms:created xsi:type="dcterms:W3CDTF">2018-10-07T11:57:23Z</dcterms:created>
  <dcterms:modified xsi:type="dcterms:W3CDTF">2020-05-07T01:25:09Z</dcterms:modified>
</cp:coreProperties>
</file>