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85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39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65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26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82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36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33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458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706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74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65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B271C-E168-4543-916F-FC6C0C0AE78F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5518A-6A21-4501-B8A6-E1419BE7A2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006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776" y="283463"/>
            <a:ext cx="9144000" cy="874217"/>
          </a:xfrm>
        </p:spPr>
        <p:txBody>
          <a:bodyPr>
            <a:normAutofit fontScale="90000"/>
          </a:bodyPr>
          <a:lstStyle/>
          <a:p>
            <a:r>
              <a:rPr lang="en-AU" dirty="0"/>
              <a:t>Investigation tomorrow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776" y="1051785"/>
            <a:ext cx="9144000" cy="437589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You are allowed;</a:t>
            </a:r>
          </a:p>
          <a:p>
            <a:pPr marL="457200" indent="-457200" algn="l">
              <a:buAutoNum type="arabicPeriod"/>
            </a:pPr>
            <a:r>
              <a:rPr lang="en-AU" dirty="0"/>
              <a:t>Calculator</a:t>
            </a:r>
          </a:p>
          <a:p>
            <a:pPr marL="457200" indent="-457200" algn="l">
              <a:buAutoNum type="arabicPeriod"/>
            </a:pPr>
            <a:r>
              <a:rPr lang="en-AU" dirty="0"/>
              <a:t>A double sided page of handwritten notes.  (no you may not share your notes or use notes photographed onto a device).</a:t>
            </a:r>
          </a:p>
          <a:p>
            <a:pPr marL="457200" indent="-457200" algn="l">
              <a:buAutoNum type="arabicPeriod"/>
            </a:pPr>
            <a:endParaRPr lang="en-AU" dirty="0"/>
          </a:p>
          <a:p>
            <a:pPr algn="l"/>
            <a:r>
              <a:rPr lang="en-AU" dirty="0"/>
              <a:t>It will cover</a:t>
            </a:r>
          </a:p>
          <a:p>
            <a:pPr algn="l"/>
            <a:r>
              <a:rPr lang="en-AU" dirty="0"/>
              <a:t>	1. Perimeter and circumference</a:t>
            </a:r>
          </a:p>
          <a:p>
            <a:pPr algn="l"/>
            <a:r>
              <a:rPr lang="en-AU" dirty="0"/>
              <a:t>	2. Area of triangles, rectangles, circles and compound shapes</a:t>
            </a:r>
          </a:p>
          <a:p>
            <a:pPr algn="l"/>
            <a:r>
              <a:rPr lang="en-AU" dirty="0"/>
              <a:t>	3. Surface area of prisms, and cylinders.</a:t>
            </a:r>
          </a:p>
        </p:txBody>
      </p:sp>
    </p:spTree>
    <p:extLst>
      <p:ext uri="{BB962C8B-B14F-4D97-AF65-F5344CB8AC3E}">
        <p14:creationId xmlns:p14="http://schemas.microsoft.com/office/powerpoint/2010/main" val="310375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Investigation tomorrow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Investigation tomorrow</dc:title>
  <dc:creator>E4007446</dc:creator>
  <cp:lastModifiedBy>E4007446</cp:lastModifiedBy>
  <cp:revision>1</cp:revision>
  <dcterms:created xsi:type="dcterms:W3CDTF">2017-03-12T13:26:09Z</dcterms:created>
  <dcterms:modified xsi:type="dcterms:W3CDTF">2017-03-12T13:26:40Z</dcterms:modified>
</cp:coreProperties>
</file>