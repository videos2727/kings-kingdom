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0" r:id="rId2"/>
    <p:sldId id="259" r:id="rId3"/>
    <p:sldId id="258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334" r:id="rId12"/>
    <p:sldId id="292" r:id="rId13"/>
    <p:sldId id="29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1936" y="-4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interSettings" Target="printerSettings/printerSettings1.bin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17/02/2017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17/02/2017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17/02/2017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486916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9-9</a:t>
            </a:r>
          </a:p>
          <a:p>
            <a:pPr algn="l"/>
            <a:r>
              <a:rPr lang="en-AU" dirty="0" smtClean="0"/>
              <a:t>Teacher  </a:t>
            </a:r>
            <a:r>
              <a:rPr lang="en-AU" dirty="0" smtClean="0">
                <a:solidFill>
                  <a:schemeClr val="tx1"/>
                </a:solidFill>
              </a:rPr>
              <a:t>Mr Evans</a:t>
            </a:r>
            <a:endParaRPr lang="en-AU" dirty="0" smtClean="0"/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2290" name="Picture 2" descr="voca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72816"/>
            <a:ext cx="3810000" cy="1800225"/>
          </a:xfrm>
          <a:prstGeom prst="rect">
            <a:avLst/>
          </a:prstGeom>
          <a:noFill/>
        </p:spPr>
      </p:pic>
      <p:pic>
        <p:nvPicPr>
          <p:cNvPr id="12292" name="Picture 4" descr="http://gremathninja.com/wp-content/uploads/3a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3573016"/>
            <a:ext cx="3810000" cy="26860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4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we factorise an algebraic expression using HCF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pic>
        <p:nvPicPr>
          <p:cNvPr id="3" name="Picture 2" descr="CommonFactorFive550x400JPG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2060848"/>
            <a:ext cx="6156176" cy="447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4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we factorise an algebraic expression using HCF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pic>
        <p:nvPicPr>
          <p:cNvPr id="5" name="Picture 4" descr="CommonFactorSix550x387JPG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1943100"/>
            <a:ext cx="6084168" cy="428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8340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4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we factorise an algebraic expression using HCF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pic>
        <p:nvPicPr>
          <p:cNvPr id="5" name="Picture 4" descr="CommonFactorSeven550x416JPG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1916832"/>
            <a:ext cx="5997782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8340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4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we factorise an algebraic expression using HCF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pic>
        <p:nvPicPr>
          <p:cNvPr id="5" name="Picture 4" descr="CommonFactorEight550x412JPG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1988840"/>
            <a:ext cx="6152140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8340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4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we factorise an algebraic expression using HCF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pic>
        <p:nvPicPr>
          <p:cNvPr id="5" name="Picture 4" descr="CommonFactorNine550x405JPG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1988840"/>
            <a:ext cx="6062896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8340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4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we factorise an algebraic expression using HCF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pic>
        <p:nvPicPr>
          <p:cNvPr id="5" name="Picture 4" descr="CommonFactorTen550x411JPG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1988840"/>
            <a:ext cx="6167109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8340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4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Factorising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we factorise an algebraic expression using HCF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pic>
        <p:nvPicPr>
          <p:cNvPr id="3" name="Picture 2" descr="CommonFactorElevenB550x414JPG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1988840"/>
            <a:ext cx="6122419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343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539552" y="1484784"/>
            <a:ext cx="799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Complete Exercise 2.4 on Page 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44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1916</TotalTime>
  <Words>209</Words>
  <Application>Microsoft Macintosh PowerPoint</Application>
  <PresentationFormat>On-screen Show (4:3)</PresentationFormat>
  <Paragraphs>84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My Algebra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Department of Education</cp:lastModifiedBy>
  <cp:revision>128</cp:revision>
  <dcterms:created xsi:type="dcterms:W3CDTF">2014-05-14T02:58:57Z</dcterms:created>
  <dcterms:modified xsi:type="dcterms:W3CDTF">2017-02-16T23:47:48Z</dcterms:modified>
</cp:coreProperties>
</file>