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483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90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6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56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8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85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23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4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4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97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BBB67-BF27-4A1C-A679-DF3B07E61F6D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CF92C-6365-41F5-9EED-0A3408BF6D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22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43400" y="713916"/>
                <a:ext cx="10748850" cy="526366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AU" dirty="0"/>
                  <a:t>1. </a:t>
                </a:r>
                <a:r>
                  <a:rPr lang="en-AU" dirty="0"/>
                  <a:t>Use Index laws to simplify  </a:t>
                </a:r>
                <a:r>
                  <a:rPr lang="en-AU" dirty="0"/>
                  <a:t>4y</a:t>
                </a:r>
                <a:r>
                  <a:rPr lang="en-AU" baseline="30000" dirty="0"/>
                  <a:t>3</a:t>
                </a:r>
                <a:r>
                  <a:rPr lang="en-AU" dirty="0"/>
                  <a:t> x 6y</a:t>
                </a:r>
                <a:r>
                  <a:rPr lang="en-AU" baseline="30000" dirty="0"/>
                  <a:t>2</a:t>
                </a:r>
                <a:r>
                  <a:rPr lang="en-AU" dirty="0"/>
                  <a:t>	2.</a:t>
                </a:r>
                <a:r>
                  <a:rPr lang="en-AU" dirty="0"/>
                  <a:t>Use Index laws to simplify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AU" dirty="0" smtClean="0"/>
                          <m:t>15</m:t>
                        </m:r>
                        <m:r>
                          <m:rPr>
                            <m:nor/>
                          </m:rPr>
                          <a:rPr lang="en-AU" dirty="0" smtClean="0"/>
                          <m:t>d</m:t>
                        </m:r>
                        <m:r>
                          <m:rPr>
                            <m:nor/>
                          </m:rPr>
                          <a:rPr lang="en-AU" baseline="30000" dirty="0" smtClean="0"/>
                          <m:t>4</m:t>
                        </m:r>
                        <m:r>
                          <m:rPr>
                            <m:nor/>
                          </m:rPr>
                          <a:rPr lang="en-AU" dirty="0" smtClean="0"/>
                          <m:t>g</m:t>
                        </m:r>
                        <m:r>
                          <m:rPr>
                            <m:nor/>
                          </m:rPr>
                          <a:rPr lang="en-AU" baseline="30000" dirty="0" smtClean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dirty="0" smtClean="0"/>
                          <m:t>5</m:t>
                        </m:r>
                        <m:r>
                          <m:rPr>
                            <m:nor/>
                          </m:rPr>
                          <a:rPr lang="en-AU" dirty="0" smtClean="0"/>
                          <m:t>d</m:t>
                        </m:r>
                        <m:r>
                          <m:rPr>
                            <m:nor/>
                          </m:rPr>
                          <a:rPr lang="en-AU" baseline="30000" dirty="0" smtClean="0"/>
                          <m:t>6</m:t>
                        </m:r>
                        <m:r>
                          <m:rPr>
                            <m:nor/>
                          </m:rPr>
                          <a:rPr lang="en-AU" dirty="0" smtClean="0"/>
                          <m:t>g</m:t>
                        </m:r>
                        <m:r>
                          <m:rPr>
                            <m:nor/>
                          </m:rPr>
                          <a:rPr lang="en-AU" baseline="30000" dirty="0" smtClean="0"/>
                          <m:t>3</m:t>
                        </m:r>
                      </m:den>
                    </m:f>
                  </m:oMath>
                </a14:m>
                <a:r>
                  <a:rPr lang="en-AU" dirty="0"/>
                  <a:t>  </a:t>
                </a:r>
              </a:p>
              <a:p>
                <a:pPr algn="l"/>
                <a:endParaRPr lang="en-AU" dirty="0"/>
              </a:p>
              <a:p>
                <a:pPr algn="l"/>
                <a:endParaRPr lang="en-AU" dirty="0"/>
              </a:p>
              <a:p>
                <a:pPr algn="l"/>
                <a:r>
                  <a:rPr lang="en-AU" dirty="0"/>
                  <a:t>3. Use Distribution to expand -2x(3 + x)	4. Factorise 10x</a:t>
                </a:r>
                <a:r>
                  <a:rPr lang="en-AU" baseline="30000" dirty="0"/>
                  <a:t>2</a:t>
                </a:r>
                <a:r>
                  <a:rPr lang="en-AU" dirty="0"/>
                  <a:t>y + 15x</a:t>
                </a:r>
              </a:p>
              <a:p>
                <a:pPr algn="l"/>
                <a:endParaRPr lang="en-AU" dirty="0"/>
              </a:p>
              <a:p>
                <a:pPr algn="l"/>
                <a:endParaRPr lang="en-AU" dirty="0"/>
              </a:p>
              <a:p>
                <a:pPr algn="l"/>
                <a:endParaRPr lang="en-AU" dirty="0"/>
              </a:p>
              <a:p>
                <a:pPr algn="l"/>
                <a:r>
                  <a:rPr lang="en-AU" dirty="0"/>
                  <a:t>5. Simplify </a:t>
                </a:r>
                <a:r>
                  <a:rPr lang="nn-NO" dirty="0"/>
                  <a:t>4g</a:t>
                </a:r>
                <a:r>
                  <a:rPr lang="nn-NO" baseline="30000" dirty="0"/>
                  <a:t>2</a:t>
                </a:r>
                <a:r>
                  <a:rPr lang="nn-NO" dirty="0"/>
                  <a:t> + 6g - 9g</a:t>
                </a:r>
                <a:r>
                  <a:rPr lang="nn-NO" baseline="30000" dirty="0"/>
                  <a:t>2</a:t>
                </a:r>
                <a:r>
                  <a:rPr lang="nn-NO" dirty="0"/>
                  <a:t> + 2g -5		6. Evaluate </a:t>
                </a:r>
                <a:r>
                  <a:rPr lang="en-AU" dirty="0"/>
                  <a:t>4t</a:t>
                </a:r>
                <a:r>
                  <a:rPr lang="en-AU" baseline="30000" dirty="0"/>
                  <a:t>0</a:t>
                </a:r>
                <a:r>
                  <a:rPr lang="en-AU" dirty="0"/>
                  <a:t> + 3t</a:t>
                </a:r>
                <a:r>
                  <a:rPr lang="en-AU" baseline="30000" dirty="0"/>
                  <a:t>0</a:t>
                </a:r>
                <a:endParaRPr lang="en-AU" dirty="0"/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43400" y="713916"/>
                <a:ext cx="10748850" cy="5263666"/>
              </a:xfr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2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title 2"/>
              <p:cNvSpPr txBox="1">
                <a:spLocks/>
              </p:cNvSpPr>
              <p:nvPr/>
            </p:nvSpPr>
            <p:spPr>
              <a:xfrm>
                <a:off x="802791" y="554525"/>
                <a:ext cx="10186788" cy="52636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2400" dirty="0"/>
                  <a:t>7.  Expand 4a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b(-3ac + 6b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)	 		8. Simplify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AU" sz="2400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r>
                  <a:rPr lang="en-AU" sz="2400" dirty="0"/>
                  <a:t>9. Use index laws to simplify (6y</a:t>
                </a:r>
                <a:r>
                  <a:rPr lang="en-AU" sz="2400" baseline="30000" dirty="0"/>
                  <a:t>3</a:t>
                </a:r>
                <a:r>
                  <a:rPr lang="en-AU" sz="2400" dirty="0"/>
                  <a:t>)</a:t>
                </a:r>
                <a:r>
                  <a:rPr lang="en-AU" sz="2400" baseline="30000" dirty="0"/>
                  <a:t>2		</a:t>
                </a:r>
                <a:r>
                  <a:rPr lang="en-AU" sz="2400" dirty="0"/>
                  <a:t>10. evaluate 2</a:t>
                </a:r>
                <a:r>
                  <a:rPr lang="en-AU" sz="2400" baseline="30000" dirty="0"/>
                  <a:t>-4</a:t>
                </a:r>
                <a:endParaRPr lang="en-AU" sz="24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Subtit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91" y="554525"/>
                <a:ext cx="10186788" cy="5263666"/>
              </a:xfrm>
              <a:prstGeom prst="rect">
                <a:avLst/>
              </a:prstGeom>
              <a:blipFill>
                <a:blip r:embed="rId2"/>
                <a:stretch>
                  <a:fillRect l="-958" t="-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46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938" y="2214694"/>
            <a:ext cx="10797209" cy="2224784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Time to make a notes page.</a:t>
            </a:r>
            <a:br>
              <a:rPr lang="en-AU" dirty="0"/>
            </a:br>
            <a:r>
              <a:rPr lang="en-AU" dirty="0"/>
              <a:t>In groups of 3 or 4, use the page provided to create a page of notes for the test on Monday.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In each group, 1 person creates notes for  factorisation, 1 person creates notes for distribution, 1 or 2 people create notes for the index laws.  Once you have created the notes, explain them to the rest of the members of the group.</a:t>
            </a:r>
          </a:p>
        </p:txBody>
      </p:sp>
    </p:spTree>
    <p:extLst>
      <p:ext uri="{BB962C8B-B14F-4D97-AF65-F5344CB8AC3E}">
        <p14:creationId xmlns:p14="http://schemas.microsoft.com/office/powerpoint/2010/main" val="236146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</TotalTime>
  <Words>26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Time to make a notes page. In groups of 3 or 4, use the page provided to create a page of notes for the test on Monday.  In each group, 1 person creates notes for  factorisation, 1 person creates notes for distribution, 1 or 2 people create notes for the index laws.  Once you have created the notes, explain them to the rest of the members of the group.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6</cp:revision>
  <cp:lastPrinted>2017-02-17T03:20:35Z</cp:lastPrinted>
  <dcterms:created xsi:type="dcterms:W3CDTF">2017-02-16T14:25:08Z</dcterms:created>
  <dcterms:modified xsi:type="dcterms:W3CDTF">2017-02-19T07:35:59Z</dcterms:modified>
</cp:coreProperties>
</file>