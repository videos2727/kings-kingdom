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68" r:id="rId3"/>
    <p:sldId id="269" r:id="rId4"/>
    <p:sldId id="270" r:id="rId5"/>
    <p:sldId id="271" r:id="rId6"/>
    <p:sldId id="260" r:id="rId7"/>
    <p:sldId id="272" r:id="rId8"/>
    <p:sldId id="27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20/03/2017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35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Topic: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203847" y="2204864"/>
            <a:ext cx="502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Up to now we have been looking at equations like: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236848" y="2574196"/>
                <a:ext cx="1836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𝑏𝑥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848" y="2574196"/>
                <a:ext cx="1836144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236848" y="3356992"/>
            <a:ext cx="502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if we also have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156176" y="3356992"/>
                <a:ext cx="486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3356992"/>
                <a:ext cx="486030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236848" y="3861048"/>
            <a:ext cx="502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Let’s try it out and discover what happens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269849" y="4230380"/>
                <a:ext cx="14347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849" y="4230380"/>
                <a:ext cx="1434752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309969" y="4798419"/>
            <a:ext cx="502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x=2, what does y = 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422249" y="5332566"/>
                <a:ext cx="14347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249" y="5332566"/>
                <a:ext cx="1434752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437544" y="5708144"/>
                <a:ext cx="1319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4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544" y="5708144"/>
                <a:ext cx="1319592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495124" y="6119407"/>
                <a:ext cx="915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124" y="6119407"/>
                <a:ext cx="915635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615174" y="6119407"/>
                <a:ext cx="10799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174" y="6119407"/>
                <a:ext cx="1079911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4520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35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Topic: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</a:t>
            </a:r>
            <a:endParaRPr lang="en-AU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487673"/>
              </p:ext>
            </p:extLst>
          </p:nvPr>
        </p:nvGraphicFramePr>
        <p:xfrm>
          <a:off x="3131840" y="2204864"/>
          <a:ext cx="572458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836"/>
                <a:gridCol w="987358"/>
                <a:gridCol w="954097"/>
                <a:gridCol w="954097"/>
                <a:gridCol w="954097"/>
                <a:gridCol w="954097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221225" y="3815151"/>
                <a:ext cx="16962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(−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2)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225" y="3815151"/>
                <a:ext cx="1696234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236520" y="4190729"/>
                <a:ext cx="1319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4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520" y="4190729"/>
                <a:ext cx="1319592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294100" y="4601992"/>
                <a:ext cx="915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100" y="4601992"/>
                <a:ext cx="91563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414150" y="4601992"/>
                <a:ext cx="10799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150" y="4601992"/>
                <a:ext cx="107991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4520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144700" y="3212976"/>
            <a:ext cx="502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x = -2, what does y = ?</a:t>
            </a:r>
            <a:endParaRPr lang="en-AU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409425"/>
              </p:ext>
            </p:extLst>
          </p:nvPr>
        </p:nvGraphicFramePr>
        <p:xfrm>
          <a:off x="3144700" y="5085184"/>
          <a:ext cx="572458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836"/>
                <a:gridCol w="987358"/>
                <a:gridCol w="954097"/>
                <a:gridCol w="954097"/>
                <a:gridCol w="954097"/>
                <a:gridCol w="954097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11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35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Topic: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77615" y="2664129"/>
                <a:ext cx="14269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615" y="2664129"/>
                <a:ext cx="1426929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192910" y="3039707"/>
                <a:ext cx="1319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910" y="3039707"/>
                <a:ext cx="1319592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250490" y="3450970"/>
                <a:ext cx="915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490" y="3450970"/>
                <a:ext cx="91563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370540" y="3450970"/>
                <a:ext cx="2156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=2 </m:t>
                    </m:r>
                    <m:r>
                      <a:rPr lang="en-AU" b="0" i="1" smtClean="0">
                        <a:latin typeface="Cambria Math"/>
                      </a:rPr>
                      <m:t>𝑜𝑟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=−2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540" y="3450970"/>
                <a:ext cx="215655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54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120180" y="2060848"/>
            <a:ext cx="502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x = 0, what does y = ?</a:t>
            </a:r>
            <a:endParaRPr lang="en-AU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796585"/>
              </p:ext>
            </p:extLst>
          </p:nvPr>
        </p:nvGraphicFramePr>
        <p:xfrm>
          <a:off x="3127851" y="4005064"/>
          <a:ext cx="572458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836"/>
                <a:gridCol w="987358"/>
                <a:gridCol w="954097"/>
                <a:gridCol w="954097"/>
                <a:gridCol w="954097"/>
                <a:gridCol w="954097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 or 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16890" y="5157192"/>
            <a:ext cx="502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Now lets plot these points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053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35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Topic: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</a:t>
            </a:r>
            <a:endParaRPr lang="en-A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042" y="2389530"/>
            <a:ext cx="3419475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96336" y="384316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x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5508104" y="202019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y</a:t>
            </a:r>
            <a:endParaRPr lang="en-AU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87254"/>
              </p:ext>
            </p:extLst>
          </p:nvPr>
        </p:nvGraphicFramePr>
        <p:xfrm>
          <a:off x="3131840" y="5812418"/>
          <a:ext cx="572458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836"/>
                <a:gridCol w="987358"/>
                <a:gridCol w="954097"/>
                <a:gridCol w="954097"/>
                <a:gridCol w="954097"/>
                <a:gridCol w="954097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 or 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35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035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Topic: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77615" y="2664129"/>
                <a:ext cx="14269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615" y="2664129"/>
                <a:ext cx="1426929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192910" y="3039707"/>
                <a:ext cx="1319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mtClean="0"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910" y="3039707"/>
                <a:ext cx="1319592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250490" y="3450970"/>
                <a:ext cx="915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490" y="3450970"/>
                <a:ext cx="91563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370540" y="3450970"/>
                <a:ext cx="2543068" cy="408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i="1" dirty="0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dirty="0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𝑜𝑟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=−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540" y="3450970"/>
                <a:ext cx="2543068" cy="408253"/>
              </a:xfrm>
              <a:prstGeom prst="rect">
                <a:avLst/>
              </a:prstGeom>
              <a:blipFill rotWithShape="1">
                <a:blip r:embed="rId6"/>
                <a:stretch>
                  <a:fillRect l="-2158" b="-208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120180" y="2060848"/>
            <a:ext cx="502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x = 1, what does y = 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4252204"/>
                  </p:ext>
                </p:extLst>
              </p:nvPr>
            </p:nvGraphicFramePr>
            <p:xfrm>
              <a:off x="3136413" y="5853735"/>
              <a:ext cx="5764630" cy="7689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0055"/>
                    <a:gridCol w="720080"/>
                    <a:gridCol w="1368152"/>
                    <a:gridCol w="1080120"/>
                    <a:gridCol w="1368152"/>
                    <a:gridCol w="648071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x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-2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-1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y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AU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𝑜𝑟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 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 or -2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AU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𝑜𝑟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 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4252204"/>
                  </p:ext>
                </p:extLst>
              </p:nvPr>
            </p:nvGraphicFramePr>
            <p:xfrm>
              <a:off x="3136413" y="5853735"/>
              <a:ext cx="5764630" cy="7689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0055"/>
                    <a:gridCol w="720080"/>
                    <a:gridCol w="1368152"/>
                    <a:gridCol w="1080120"/>
                    <a:gridCol w="1368152"/>
                    <a:gridCol w="648071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x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-2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-1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98082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y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95536" t="-101538" r="-227232" b="-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 or -2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273333" t="-101538" r="-47556" b="-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321214" y="4502148"/>
                <a:ext cx="16898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214" y="4502148"/>
                <a:ext cx="1689822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3336509" y="4877726"/>
                <a:ext cx="1319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mtClean="0"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509" y="4877726"/>
                <a:ext cx="1319592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394089" y="5288989"/>
                <a:ext cx="915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089" y="5288989"/>
                <a:ext cx="915635" cy="369332"/>
              </a:xfrm>
              <a:prstGeom prst="rect">
                <a:avLst/>
              </a:prstGeom>
              <a:blipFill rotWithShape="1"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4514139" y="5288989"/>
                <a:ext cx="2543068" cy="408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So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i="1" dirty="0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dirty="0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𝑜𝑟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=−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139" y="5288989"/>
                <a:ext cx="2543068" cy="408253"/>
              </a:xfrm>
              <a:prstGeom prst="rect">
                <a:avLst/>
              </a:prstGeom>
              <a:blipFill rotWithShape="1">
                <a:blip r:embed="rId11"/>
                <a:stretch>
                  <a:fillRect l="-2158" b="-208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3203848" y="4103784"/>
            <a:ext cx="502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x = -1, what does y = 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870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294268"/>
            <a:ext cx="5328592" cy="4955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606326"/>
            <a:ext cx="5497266" cy="4996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390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3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Topic: 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is the format for the equation of a circle?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182438" y="2204864"/>
                <a:ext cx="16136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438" y="2204864"/>
                <a:ext cx="1613698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995936" y="3068960"/>
            <a:ext cx="21511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Practice questions</a:t>
            </a:r>
          </a:p>
          <a:p>
            <a:endParaRPr lang="en-AU" dirty="0" smtClean="0"/>
          </a:p>
          <a:p>
            <a:r>
              <a:rPr lang="en-AU" dirty="0" smtClean="0"/>
              <a:t>Page 56 Ex 4.7, Q 1-3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496449" y="4869160"/>
            <a:ext cx="4806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Homework: Write your summaries for Algebra!!!!</a:t>
            </a:r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96798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486</Words>
  <Application>Microsoft Office PowerPoint</Application>
  <PresentationFormat>On-screen Show (4:3)</PresentationFormat>
  <Paragraphs>152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STOTT Hamilton</cp:lastModifiedBy>
  <cp:revision>7</cp:revision>
  <dcterms:created xsi:type="dcterms:W3CDTF">2016-10-20T03:14:06Z</dcterms:created>
  <dcterms:modified xsi:type="dcterms:W3CDTF">2017-03-20T07:51:27Z</dcterms:modified>
</cp:coreProperties>
</file>