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7" r:id="rId2"/>
    <p:sldId id="258" r:id="rId3"/>
    <p:sldId id="264" r:id="rId4"/>
    <p:sldId id="259" r:id="rId5"/>
    <p:sldId id="266" r:id="rId6"/>
    <p:sldId id="260" r:id="rId7"/>
    <p:sldId id="270" r:id="rId8"/>
    <p:sldId id="265" r:id="rId9"/>
    <p:sldId id="27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D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8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94E4167C-6D70-49AC-9A98-9089A8F190B6}"/>
    <pc:docChg chg="undo custSel addSld delSld modSld">
      <pc:chgData name="Hamilton Stott" userId="e28223afab1f786a" providerId="LiveId" clId="{94E4167C-6D70-49AC-9A98-9089A8F190B6}" dt="2017-10-10T14:50:50.021" v="562" actId="1076"/>
      <pc:docMkLst>
        <pc:docMk/>
      </pc:docMkLst>
      <pc:sldChg chg="modSp">
        <pc:chgData name="Hamilton Stott" userId="e28223afab1f786a" providerId="LiveId" clId="{94E4167C-6D70-49AC-9A98-9089A8F190B6}" dt="2017-10-10T12:11:30.431" v="15" actId="20577"/>
        <pc:sldMkLst>
          <pc:docMk/>
          <pc:sldMk cId="506761459" sldId="257"/>
        </pc:sldMkLst>
        <pc:spChg chg="mod">
          <ac:chgData name="Hamilton Stott" userId="e28223afab1f786a" providerId="LiveId" clId="{94E4167C-6D70-49AC-9A98-9089A8F190B6}" dt="2017-10-10T12:11:30.431" v="15" actId="20577"/>
          <ac:spMkLst>
            <pc:docMk/>
            <pc:sldMk cId="506761459" sldId="257"/>
            <ac:spMk id="2" creationId="{00000000-0000-0000-0000-000000000000}"/>
          </ac:spMkLst>
        </pc:spChg>
        <pc:spChg chg="mod">
          <ac:chgData name="Hamilton Stott" userId="e28223afab1f786a" providerId="LiveId" clId="{94E4167C-6D70-49AC-9A98-9089A8F190B6}" dt="2017-10-10T12:11:22.899" v="0" actId="20577"/>
          <ac:spMkLst>
            <pc:docMk/>
            <pc:sldMk cId="506761459" sldId="257"/>
            <ac:spMk id="3" creationId="{00000000-0000-0000-0000-000000000000}"/>
          </ac:spMkLst>
        </pc:spChg>
      </pc:sldChg>
      <pc:sldChg chg="modSp">
        <pc:chgData name="Hamilton Stott" userId="e28223afab1f786a" providerId="LiveId" clId="{94E4167C-6D70-49AC-9A98-9089A8F190B6}" dt="2017-10-10T13:53:51.254" v="76" actId="20577"/>
        <pc:sldMkLst>
          <pc:docMk/>
          <pc:sldMk cId="1720426387" sldId="258"/>
        </pc:sldMkLst>
        <pc:spChg chg="mod">
          <ac:chgData name="Hamilton Stott" userId="e28223afab1f786a" providerId="LiveId" clId="{94E4167C-6D70-49AC-9A98-9089A8F190B6}" dt="2017-10-10T13:53:51.254" v="76" actId="20577"/>
          <ac:spMkLst>
            <pc:docMk/>
            <pc:sldMk cId="1720426387" sldId="258"/>
            <ac:spMk id="14" creationId="{00000000-0000-0000-0000-000000000000}"/>
          </ac:spMkLst>
        </pc:spChg>
      </pc:sldChg>
      <pc:sldChg chg="addSp delSp modSp delAnim modAnim">
        <pc:chgData name="Hamilton Stott" userId="e28223afab1f786a" providerId="LiveId" clId="{94E4167C-6D70-49AC-9A98-9089A8F190B6}" dt="2017-10-10T14:22:46.540" v="378"/>
        <pc:sldMkLst>
          <pc:docMk/>
          <pc:sldMk cId="1013366416" sldId="259"/>
        </pc:sldMkLst>
        <pc:spChg chg="del">
          <ac:chgData name="Hamilton Stott" userId="e28223afab1f786a" providerId="LiveId" clId="{94E4167C-6D70-49AC-9A98-9089A8F190B6}" dt="2017-10-10T14:01:15.766" v="355" actId="478"/>
          <ac:spMkLst>
            <pc:docMk/>
            <pc:sldMk cId="1013366416" sldId="259"/>
            <ac:spMk id="3" creationId="{614AAE5E-23D6-4270-836C-60CFF20B8D9D}"/>
          </ac:spMkLst>
        </pc:spChg>
        <pc:spChg chg="del">
          <ac:chgData name="Hamilton Stott" userId="e28223afab1f786a" providerId="LiveId" clId="{94E4167C-6D70-49AC-9A98-9089A8F190B6}" dt="2017-10-10T14:01:33.934" v="357" actId="478"/>
          <ac:spMkLst>
            <pc:docMk/>
            <pc:sldMk cId="1013366416" sldId="259"/>
            <ac:spMk id="6" creationId="{7CA36279-0458-471F-B74E-90FF77299175}"/>
          </ac:spMkLst>
        </pc:spChg>
        <pc:spChg chg="mod">
          <ac:chgData name="Hamilton Stott" userId="e28223afab1f786a" providerId="LiveId" clId="{94E4167C-6D70-49AC-9A98-9089A8F190B6}" dt="2017-10-10T13:56:54.858" v="183" actId="20577"/>
          <ac:spMkLst>
            <pc:docMk/>
            <pc:sldMk cId="1013366416" sldId="259"/>
            <ac:spMk id="10" creationId="{00000000-0000-0000-0000-000000000000}"/>
          </ac:spMkLst>
        </pc:spChg>
        <pc:spChg chg="mod">
          <ac:chgData name="Hamilton Stott" userId="e28223afab1f786a" providerId="LiveId" clId="{94E4167C-6D70-49AC-9A98-9089A8F190B6}" dt="2017-10-10T14:00:43.784" v="280" actId="20577"/>
          <ac:spMkLst>
            <pc:docMk/>
            <pc:sldMk cId="1013366416" sldId="259"/>
            <ac:spMk id="13" creationId="{00000000-0000-0000-0000-000000000000}"/>
          </ac:spMkLst>
        </pc:spChg>
        <pc:spChg chg="del">
          <ac:chgData name="Hamilton Stott" userId="e28223afab1f786a" providerId="LiveId" clId="{94E4167C-6D70-49AC-9A98-9089A8F190B6}" dt="2017-10-10T14:01:14.408" v="353" actId="478"/>
          <ac:spMkLst>
            <pc:docMk/>
            <pc:sldMk cId="1013366416" sldId="259"/>
            <ac:spMk id="14" creationId="{EA4CC57F-4021-4C99-B807-F5D19CD00624}"/>
          </ac:spMkLst>
        </pc:spChg>
        <pc:spChg chg="del">
          <ac:chgData name="Hamilton Stott" userId="e28223afab1f786a" providerId="LiveId" clId="{94E4167C-6D70-49AC-9A98-9089A8F190B6}" dt="2017-10-10T14:01:15.055" v="354" actId="478"/>
          <ac:spMkLst>
            <pc:docMk/>
            <pc:sldMk cId="1013366416" sldId="259"/>
            <ac:spMk id="15" creationId="{3ED02E71-82F3-404F-B92D-9A527403ECD8}"/>
          </ac:spMkLst>
        </pc:spChg>
        <pc:spChg chg="del">
          <ac:chgData name="Hamilton Stott" userId="e28223afab1f786a" providerId="LiveId" clId="{94E4167C-6D70-49AC-9A98-9089A8F190B6}" dt="2017-10-10T14:01:35.494" v="358" actId="478"/>
          <ac:spMkLst>
            <pc:docMk/>
            <pc:sldMk cId="1013366416" sldId="259"/>
            <ac:spMk id="17" creationId="{45BC2D72-79C2-4CB1-A92E-31D5BD2CABA1}"/>
          </ac:spMkLst>
        </pc:spChg>
        <pc:spChg chg="mod">
          <ac:chgData name="Hamilton Stott" userId="e28223afab1f786a" providerId="LiveId" clId="{94E4167C-6D70-49AC-9A98-9089A8F190B6}" dt="2017-10-10T13:57:20.025" v="256" actId="20577"/>
          <ac:spMkLst>
            <pc:docMk/>
            <pc:sldMk cId="1013366416" sldId="259"/>
            <ac:spMk id="33" creationId="{00000000-0000-0000-0000-000000000000}"/>
          </ac:spMkLst>
        </pc:spChg>
        <pc:spChg chg="mod">
          <ac:chgData name="Hamilton Stott" userId="e28223afab1f786a" providerId="LiveId" clId="{94E4167C-6D70-49AC-9A98-9089A8F190B6}" dt="2017-10-10T14:01:50.776" v="363" actId="20577"/>
          <ac:spMkLst>
            <pc:docMk/>
            <pc:sldMk cId="1013366416" sldId="259"/>
            <ac:spMk id="35" creationId="{00000000-0000-0000-0000-000000000000}"/>
          </ac:spMkLst>
        </pc:spChg>
        <pc:picChg chg="del">
          <ac:chgData name="Hamilton Stott" userId="e28223afab1f786a" providerId="LiveId" clId="{94E4167C-6D70-49AC-9A98-9089A8F190B6}" dt="2017-10-10T14:01:13.112" v="352" actId="478"/>
          <ac:picMkLst>
            <pc:docMk/>
            <pc:sldMk cId="1013366416" sldId="259"/>
            <ac:picMk id="2" creationId="{379C36F6-0145-4F36-8636-38E9D2B5567E}"/>
          </ac:picMkLst>
        </pc:picChg>
        <pc:picChg chg="del">
          <ac:chgData name="Hamilton Stott" userId="e28223afab1f786a" providerId="LiveId" clId="{94E4167C-6D70-49AC-9A98-9089A8F190B6}" dt="2017-10-10T14:01:39.559" v="359" actId="478"/>
          <ac:picMkLst>
            <pc:docMk/>
            <pc:sldMk cId="1013366416" sldId="259"/>
            <ac:picMk id="5" creationId="{A1CE3238-7E37-4F29-BB5A-6FACCDE749A8}"/>
          </ac:picMkLst>
        </pc:picChg>
        <pc:picChg chg="add mod">
          <ac:chgData name="Hamilton Stott" userId="e28223afab1f786a" providerId="LiveId" clId="{94E4167C-6D70-49AC-9A98-9089A8F190B6}" dt="2017-10-10T14:21:48.471" v="373" actId="1076"/>
          <ac:picMkLst>
            <pc:docMk/>
            <pc:sldMk cId="1013366416" sldId="259"/>
            <ac:picMk id="8" creationId="{8E0C9291-8595-4191-A7B4-15762892478C}"/>
          </ac:picMkLst>
        </pc:picChg>
        <pc:picChg chg="add mod">
          <ac:chgData name="Hamilton Stott" userId="e28223afab1f786a" providerId="LiveId" clId="{94E4167C-6D70-49AC-9A98-9089A8F190B6}" dt="2017-10-10T14:21:52.561" v="375" actId="14100"/>
          <ac:picMkLst>
            <pc:docMk/>
            <pc:sldMk cId="1013366416" sldId="259"/>
            <ac:picMk id="12" creationId="{C1A34722-D902-44CA-B13E-01C3774420A3}"/>
          </ac:picMkLst>
        </pc:picChg>
      </pc:sldChg>
      <pc:sldChg chg="del">
        <pc:chgData name="Hamilton Stott" userId="e28223afab1f786a" providerId="LiveId" clId="{94E4167C-6D70-49AC-9A98-9089A8F190B6}" dt="2017-10-10T14:47:19.959" v="504" actId="2696"/>
        <pc:sldMkLst>
          <pc:docMk/>
          <pc:sldMk cId="4288304097" sldId="261"/>
        </pc:sldMkLst>
      </pc:sldChg>
      <pc:sldChg chg="modSp">
        <pc:chgData name="Hamilton Stott" userId="e28223afab1f786a" providerId="LiveId" clId="{94E4167C-6D70-49AC-9A98-9089A8F190B6}" dt="2017-10-10T13:56:25.656" v="149" actId="27636"/>
        <pc:sldMkLst>
          <pc:docMk/>
          <pc:sldMk cId="1325395876" sldId="264"/>
        </pc:sldMkLst>
        <pc:spChg chg="mod">
          <ac:chgData name="Hamilton Stott" userId="e28223afab1f786a" providerId="LiveId" clId="{94E4167C-6D70-49AC-9A98-9089A8F190B6}" dt="2017-10-10T13:56:25.656" v="149" actId="27636"/>
          <ac:spMkLst>
            <pc:docMk/>
            <pc:sldMk cId="1325395876" sldId="264"/>
            <ac:spMk id="14" creationId="{00000000-0000-0000-0000-000000000000}"/>
          </ac:spMkLst>
        </pc:spChg>
      </pc:sldChg>
      <pc:sldChg chg="addSp delSp modSp delAnim modAnim">
        <pc:chgData name="Hamilton Stott" userId="e28223afab1f786a" providerId="LiveId" clId="{94E4167C-6D70-49AC-9A98-9089A8F190B6}" dt="2017-10-10T14:42:01.961" v="455" actId="1076"/>
        <pc:sldMkLst>
          <pc:docMk/>
          <pc:sldMk cId="470681514" sldId="265"/>
        </pc:sldMkLst>
        <pc:spChg chg="mod">
          <ac:chgData name="Hamilton Stott" userId="e28223afab1f786a" providerId="LiveId" clId="{94E4167C-6D70-49AC-9A98-9089A8F190B6}" dt="2017-10-10T14:24:43.496" v="394"/>
          <ac:spMkLst>
            <pc:docMk/>
            <pc:sldMk cId="470681514" sldId="265"/>
            <ac:spMk id="10" creationId="{00000000-0000-0000-0000-000000000000}"/>
          </ac:spMkLst>
        </pc:spChg>
        <pc:spChg chg="mod">
          <ac:chgData name="Hamilton Stott" userId="e28223afab1f786a" providerId="LiveId" clId="{94E4167C-6D70-49AC-9A98-9089A8F190B6}" dt="2017-10-10T14:37:58.492" v="442" actId="20577"/>
          <ac:spMkLst>
            <pc:docMk/>
            <pc:sldMk cId="470681514" sldId="265"/>
            <ac:spMk id="23" creationId="{A50B339C-1DB3-435B-A87C-BB4DED9F6205}"/>
          </ac:spMkLst>
        </pc:spChg>
        <pc:spChg chg="mod">
          <ac:chgData name="Hamilton Stott" userId="e28223afab1f786a" providerId="LiveId" clId="{94E4167C-6D70-49AC-9A98-9089A8F190B6}" dt="2017-10-10T14:24:54.730" v="395"/>
          <ac:spMkLst>
            <pc:docMk/>
            <pc:sldMk cId="470681514" sldId="265"/>
            <ac:spMk id="33" creationId="{00000000-0000-0000-0000-000000000000}"/>
          </ac:spMkLst>
        </pc:spChg>
        <pc:spChg chg="mod">
          <ac:chgData name="Hamilton Stott" userId="e28223afab1f786a" providerId="LiveId" clId="{94E4167C-6D70-49AC-9A98-9089A8F190B6}" dt="2017-10-10T14:25:21.917" v="427" actId="14100"/>
          <ac:spMkLst>
            <pc:docMk/>
            <pc:sldMk cId="470681514" sldId="265"/>
            <ac:spMk id="35" creationId="{00000000-0000-0000-0000-000000000000}"/>
          </ac:spMkLst>
        </pc:spChg>
        <pc:picChg chg="add mod">
          <ac:chgData name="Hamilton Stott" userId="e28223afab1f786a" providerId="LiveId" clId="{94E4167C-6D70-49AC-9A98-9089A8F190B6}" dt="2017-10-10T14:38:06.416" v="445" actId="14100"/>
          <ac:picMkLst>
            <pc:docMk/>
            <pc:sldMk cId="470681514" sldId="265"/>
            <ac:picMk id="2" creationId="{78FECFE9-2662-44F4-88FD-294A9C86D6E4}"/>
          </ac:picMkLst>
        </pc:picChg>
        <pc:picChg chg="add mod">
          <ac:chgData name="Hamilton Stott" userId="e28223afab1f786a" providerId="LiveId" clId="{94E4167C-6D70-49AC-9A98-9089A8F190B6}" dt="2017-10-10T14:42:01.961" v="455" actId="1076"/>
          <ac:picMkLst>
            <pc:docMk/>
            <pc:sldMk cId="470681514" sldId="265"/>
            <ac:picMk id="3" creationId="{88E4972E-C54F-475B-A761-8A4DF3F61B2D}"/>
          </ac:picMkLst>
        </pc:picChg>
        <pc:picChg chg="del">
          <ac:chgData name="Hamilton Stott" userId="e28223afab1f786a" providerId="LiveId" clId="{94E4167C-6D70-49AC-9A98-9089A8F190B6}" dt="2017-10-10T14:41:42.573" v="451" actId="478"/>
          <ac:picMkLst>
            <pc:docMk/>
            <pc:sldMk cId="470681514" sldId="265"/>
            <ac:picMk id="12" creationId="{34EA39BA-7A6A-4B7D-BBC3-28916F4E078C}"/>
          </ac:picMkLst>
        </pc:picChg>
        <pc:picChg chg="del">
          <ac:chgData name="Hamilton Stott" userId="e28223afab1f786a" providerId="LiveId" clId="{94E4167C-6D70-49AC-9A98-9089A8F190B6}" dt="2017-10-10T14:37:49.563" v="428" actId="478"/>
          <ac:picMkLst>
            <pc:docMk/>
            <pc:sldMk cId="470681514" sldId="265"/>
            <ac:picMk id="16" creationId="{DA4D4160-56CB-4316-9E2E-A17A45E3351C}"/>
          </ac:picMkLst>
        </pc:picChg>
      </pc:sldChg>
      <pc:sldChg chg="addSp delSp modSp">
        <pc:chgData name="Hamilton Stott" userId="e28223afab1f786a" providerId="LiveId" clId="{94E4167C-6D70-49AC-9A98-9089A8F190B6}" dt="2017-10-10T14:24:28.330" v="393" actId="1076"/>
        <pc:sldMkLst>
          <pc:docMk/>
          <pc:sldMk cId="2384286717" sldId="266"/>
        </pc:sldMkLst>
        <pc:picChg chg="add mod">
          <ac:chgData name="Hamilton Stott" userId="e28223afab1f786a" providerId="LiveId" clId="{94E4167C-6D70-49AC-9A98-9089A8F190B6}" dt="2017-10-10T14:24:25.562" v="392" actId="1076"/>
          <ac:picMkLst>
            <pc:docMk/>
            <pc:sldMk cId="2384286717" sldId="266"/>
            <ac:picMk id="3" creationId="{967A1731-9FE9-4578-9C79-40FFAC1A415C}"/>
          </ac:picMkLst>
        </pc:picChg>
        <pc:picChg chg="del">
          <ac:chgData name="Hamilton Stott" userId="e28223afab1f786a" providerId="LiveId" clId="{94E4167C-6D70-49AC-9A98-9089A8F190B6}" dt="2017-10-10T14:23:17.614" v="379" actId="478"/>
          <ac:picMkLst>
            <pc:docMk/>
            <pc:sldMk cId="2384286717" sldId="266"/>
            <ac:picMk id="4" creationId="{774C45CA-C2B2-4CF5-93E2-455C087CB7C5}"/>
          </ac:picMkLst>
        </pc:picChg>
        <pc:picChg chg="add mod">
          <ac:chgData name="Hamilton Stott" userId="e28223afab1f786a" providerId="LiveId" clId="{94E4167C-6D70-49AC-9A98-9089A8F190B6}" dt="2017-10-10T14:24:19.437" v="391" actId="1076"/>
          <ac:picMkLst>
            <pc:docMk/>
            <pc:sldMk cId="2384286717" sldId="266"/>
            <ac:picMk id="5" creationId="{C17C9FEB-B146-47B0-86D3-E47B7565A6D9}"/>
          </ac:picMkLst>
        </pc:picChg>
        <pc:picChg chg="add mod">
          <ac:chgData name="Hamilton Stott" userId="e28223afab1f786a" providerId="LiveId" clId="{94E4167C-6D70-49AC-9A98-9089A8F190B6}" dt="2017-10-10T14:24:28.330" v="393" actId="1076"/>
          <ac:picMkLst>
            <pc:docMk/>
            <pc:sldMk cId="2384286717" sldId="266"/>
            <ac:picMk id="6" creationId="{6CE99460-77AA-4525-95AA-BCD65212F198}"/>
          </ac:picMkLst>
        </pc:picChg>
      </pc:sldChg>
      <pc:sldChg chg="del">
        <pc:chgData name="Hamilton Stott" userId="e28223afab1f786a" providerId="LiveId" clId="{94E4167C-6D70-49AC-9A98-9089A8F190B6}" dt="2017-10-10T14:43:45.199" v="457" actId="2696"/>
        <pc:sldMkLst>
          <pc:docMk/>
          <pc:sldMk cId="1183476198" sldId="267"/>
        </pc:sldMkLst>
      </pc:sldChg>
      <pc:sldChg chg="del">
        <pc:chgData name="Hamilton Stott" userId="e28223afab1f786a" providerId="LiveId" clId="{94E4167C-6D70-49AC-9A98-9089A8F190B6}" dt="2017-10-10T14:43:48.989" v="458" actId="2696"/>
        <pc:sldMkLst>
          <pc:docMk/>
          <pc:sldMk cId="1413940521" sldId="268"/>
        </pc:sldMkLst>
      </pc:sldChg>
      <pc:sldChg chg="del">
        <pc:chgData name="Hamilton Stott" userId="e28223afab1f786a" providerId="LiveId" clId="{94E4167C-6D70-49AC-9A98-9089A8F190B6}" dt="2017-10-10T14:47:17.971" v="503" actId="2696"/>
        <pc:sldMkLst>
          <pc:docMk/>
          <pc:sldMk cId="2742819893" sldId="269"/>
        </pc:sldMkLst>
      </pc:sldChg>
      <pc:sldChg chg="addSp delSp modSp add">
        <pc:chgData name="Hamilton Stott" userId="e28223afab1f786a" providerId="LiveId" clId="{94E4167C-6D70-49AC-9A98-9089A8F190B6}" dt="2017-10-10T14:38:43.338" v="450" actId="14100"/>
        <pc:sldMkLst>
          <pc:docMk/>
          <pc:sldMk cId="1314660219" sldId="270"/>
        </pc:sldMkLst>
        <pc:picChg chg="add mod">
          <ac:chgData name="Hamilton Stott" userId="e28223afab1f786a" providerId="LiveId" clId="{94E4167C-6D70-49AC-9A98-9089A8F190B6}" dt="2017-10-10T14:38:43.338" v="450" actId="14100"/>
          <ac:picMkLst>
            <pc:docMk/>
            <pc:sldMk cId="1314660219" sldId="270"/>
            <ac:picMk id="2" creationId="{DC2600B2-B27E-4C9F-9C78-4AC4AED73049}"/>
          </ac:picMkLst>
        </pc:picChg>
        <pc:picChg chg="del">
          <ac:chgData name="Hamilton Stott" userId="e28223afab1f786a" providerId="LiveId" clId="{94E4167C-6D70-49AC-9A98-9089A8F190B6}" dt="2017-10-10T14:38:15.661" v="447" actId="478"/>
          <ac:picMkLst>
            <pc:docMk/>
            <pc:sldMk cId="1314660219" sldId="270"/>
            <ac:picMk id="4" creationId="{469074D7-7189-401B-B22C-96E7385E1649}"/>
          </ac:picMkLst>
        </pc:picChg>
      </pc:sldChg>
      <pc:sldChg chg="add del">
        <pc:chgData name="Hamilton Stott" userId="e28223afab1f786a" providerId="LiveId" clId="{94E4167C-6D70-49AC-9A98-9089A8F190B6}" dt="2017-10-10T13:54:04.818" v="77" actId="2696"/>
        <pc:sldMkLst>
          <pc:docMk/>
          <pc:sldMk cId="1469405291" sldId="270"/>
        </pc:sldMkLst>
      </pc:sldChg>
      <pc:sldChg chg="addSp delSp modSp add modAnim">
        <pc:chgData name="Hamilton Stott" userId="e28223afab1f786a" providerId="LiveId" clId="{94E4167C-6D70-49AC-9A98-9089A8F190B6}" dt="2017-10-10T14:48:29.339" v="534"/>
        <pc:sldMkLst>
          <pc:docMk/>
          <pc:sldMk cId="1332881195" sldId="271"/>
        </pc:sldMkLst>
        <pc:spChg chg="add mod">
          <ac:chgData name="Hamilton Stott" userId="e28223afab1f786a" providerId="LiveId" clId="{94E4167C-6D70-49AC-9A98-9089A8F190B6}" dt="2017-10-10T14:48:20.739" v="533" actId="1076"/>
          <ac:spMkLst>
            <pc:docMk/>
            <pc:sldMk cId="1332881195" sldId="271"/>
            <ac:spMk id="13" creationId="{1B36E6E5-A6FA-4296-9FB1-E8DEB22C09F7}"/>
          </ac:spMkLst>
        </pc:spChg>
        <pc:spChg chg="mod">
          <ac:chgData name="Hamilton Stott" userId="e28223afab1f786a" providerId="LiveId" clId="{94E4167C-6D70-49AC-9A98-9089A8F190B6}" dt="2017-10-10T14:45:54.310" v="501" actId="404"/>
          <ac:spMkLst>
            <pc:docMk/>
            <pc:sldMk cId="1332881195" sldId="271"/>
            <ac:spMk id="23" creationId="{A50B339C-1DB3-435B-A87C-BB4DED9F6205}"/>
          </ac:spMkLst>
        </pc:spChg>
        <pc:spChg chg="del">
          <ac:chgData name="Hamilton Stott" userId="e28223afab1f786a" providerId="LiveId" clId="{94E4167C-6D70-49AC-9A98-9089A8F190B6}" dt="2017-10-10T14:44:23.637" v="459" actId="478"/>
          <ac:spMkLst>
            <pc:docMk/>
            <pc:sldMk cId="1332881195" sldId="271"/>
            <ac:spMk id="35" creationId="{00000000-0000-0000-0000-000000000000}"/>
          </ac:spMkLst>
        </pc:spChg>
        <pc:picChg chg="mod modCrop">
          <ac:chgData name="Hamilton Stott" userId="e28223afab1f786a" providerId="LiveId" clId="{94E4167C-6D70-49AC-9A98-9089A8F190B6}" dt="2017-10-10T14:45:56.777" v="502" actId="1076"/>
          <ac:picMkLst>
            <pc:docMk/>
            <pc:sldMk cId="1332881195" sldId="271"/>
            <ac:picMk id="2" creationId="{78FECFE9-2662-44F4-88FD-294A9C86D6E4}"/>
          </ac:picMkLst>
        </pc:picChg>
        <pc:picChg chg="del">
          <ac:chgData name="Hamilton Stott" userId="e28223afab1f786a" providerId="LiveId" clId="{94E4167C-6D70-49AC-9A98-9089A8F190B6}" dt="2017-10-10T14:44:29.661" v="461" actId="478"/>
          <ac:picMkLst>
            <pc:docMk/>
            <pc:sldMk cId="1332881195" sldId="271"/>
            <ac:picMk id="3" creationId="{88E4972E-C54F-475B-A761-8A4DF3F61B2D}"/>
          </ac:picMkLst>
        </pc:picChg>
        <pc:picChg chg="add mod">
          <ac:chgData name="Hamilton Stott" userId="e28223afab1f786a" providerId="LiveId" clId="{94E4167C-6D70-49AC-9A98-9089A8F190B6}" dt="2017-10-10T14:45:20.650" v="475" actId="1076"/>
          <ac:picMkLst>
            <pc:docMk/>
            <pc:sldMk cId="1332881195" sldId="271"/>
            <ac:picMk id="5" creationId="{F423336A-977E-4B8E-9CA6-EDB0BE797490}"/>
          </ac:picMkLst>
        </pc:picChg>
      </pc:sldChg>
      <pc:sldChg chg="addSp delSp modSp add delAnim">
        <pc:chgData name="Hamilton Stott" userId="e28223afab1f786a" providerId="LiveId" clId="{94E4167C-6D70-49AC-9A98-9089A8F190B6}" dt="2017-10-10T14:50:50.021" v="562" actId="1076"/>
        <pc:sldMkLst>
          <pc:docMk/>
          <pc:sldMk cId="3688828001" sldId="272"/>
        </pc:sldMkLst>
        <pc:spChg chg="del">
          <ac:chgData name="Hamilton Stott" userId="e28223afab1f786a" providerId="LiveId" clId="{94E4167C-6D70-49AC-9A98-9089A8F190B6}" dt="2017-10-10T14:50:19.235" v="557" actId="478"/>
          <ac:spMkLst>
            <pc:docMk/>
            <pc:sldMk cId="3688828001" sldId="272"/>
            <ac:spMk id="13" creationId="{1B36E6E5-A6FA-4296-9FB1-E8DEB22C09F7}"/>
          </ac:spMkLst>
        </pc:spChg>
        <pc:spChg chg="mod">
          <ac:chgData name="Hamilton Stott" userId="e28223afab1f786a" providerId="LiveId" clId="{94E4167C-6D70-49AC-9A98-9089A8F190B6}" dt="2017-10-10T14:50:42.207" v="560" actId="20577"/>
          <ac:spMkLst>
            <pc:docMk/>
            <pc:sldMk cId="3688828001" sldId="272"/>
            <ac:spMk id="23" creationId="{A50B339C-1DB3-435B-A87C-BB4DED9F6205}"/>
          </ac:spMkLst>
        </pc:spChg>
        <pc:picChg chg="del">
          <ac:chgData name="Hamilton Stott" userId="e28223afab1f786a" providerId="LiveId" clId="{94E4167C-6D70-49AC-9A98-9089A8F190B6}" dt="2017-10-10T14:49:54.300" v="554" actId="478"/>
          <ac:picMkLst>
            <pc:docMk/>
            <pc:sldMk cId="3688828001" sldId="272"/>
            <ac:picMk id="2" creationId="{78FECFE9-2662-44F4-88FD-294A9C86D6E4}"/>
          </ac:picMkLst>
        </pc:picChg>
        <pc:picChg chg="add mod">
          <ac:chgData name="Hamilton Stott" userId="e28223afab1f786a" providerId="LiveId" clId="{94E4167C-6D70-49AC-9A98-9089A8F190B6}" dt="2017-10-10T14:49:53.012" v="553" actId="1076"/>
          <ac:picMkLst>
            <pc:docMk/>
            <pc:sldMk cId="3688828001" sldId="272"/>
            <ac:picMk id="3" creationId="{90167E8A-C28C-4BE9-A205-76B88EE69462}"/>
          </ac:picMkLst>
        </pc:picChg>
        <pc:picChg chg="del">
          <ac:chgData name="Hamilton Stott" userId="e28223afab1f786a" providerId="LiveId" clId="{94E4167C-6D70-49AC-9A98-9089A8F190B6}" dt="2017-10-10T14:49:48.108" v="551" actId="478"/>
          <ac:picMkLst>
            <pc:docMk/>
            <pc:sldMk cId="3688828001" sldId="272"/>
            <ac:picMk id="5" creationId="{F423336A-977E-4B8E-9CA6-EDB0BE797490}"/>
          </ac:picMkLst>
        </pc:picChg>
        <pc:picChg chg="add mod">
          <ac:chgData name="Hamilton Stott" userId="e28223afab1f786a" providerId="LiveId" clId="{94E4167C-6D70-49AC-9A98-9089A8F190B6}" dt="2017-10-10T14:50:11.857" v="556" actId="1076"/>
          <ac:picMkLst>
            <pc:docMk/>
            <pc:sldMk cId="3688828001" sldId="272"/>
            <ac:picMk id="6" creationId="{9CD75413-7F6C-45F6-AC5E-6C5B12E03C69}"/>
          </ac:picMkLst>
        </pc:picChg>
        <pc:picChg chg="add mod">
          <ac:chgData name="Hamilton Stott" userId="e28223afab1f786a" providerId="LiveId" clId="{94E4167C-6D70-49AC-9A98-9089A8F190B6}" dt="2017-10-10T14:50:50.021" v="562" actId="1076"/>
          <ac:picMkLst>
            <pc:docMk/>
            <pc:sldMk cId="3688828001" sldId="272"/>
            <ac:picMk id="8" creationId="{25B389B2-33CD-41C5-A6A7-95A6A07EAF5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7E6EF-59F5-412E-BF0D-634F63DAF4CA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29FE65-515B-43BE-B7BD-B6FFA20947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2509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79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42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08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89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80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49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76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11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741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7461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278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3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8426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6058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67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227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7472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4075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832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8703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757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7271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0232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9299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2753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824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Finding the Gradient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Calculate the gradient of a line between two coordinates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Think about it…..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685800" y="2645134"/>
            <a:ext cx="10820400" cy="278825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4400" dirty="0"/>
              <a:t>When I mention the </a:t>
            </a:r>
            <a:r>
              <a:rPr lang="en-AU" sz="4400" b="1" dirty="0">
                <a:solidFill>
                  <a:schemeClr val="accent3">
                    <a:lumMod val="50000"/>
                  </a:schemeClr>
                </a:solidFill>
              </a:rPr>
              <a:t>gradient</a:t>
            </a:r>
            <a:r>
              <a:rPr lang="en-AU" sz="4400" dirty="0"/>
              <a:t>, what do you think I mean?</a:t>
            </a:r>
          </a:p>
          <a:p>
            <a:pPr marL="0" indent="0">
              <a:buNone/>
            </a:pPr>
            <a:endParaRPr lang="en-AU" sz="4400" dirty="0"/>
          </a:p>
          <a:p>
            <a:pPr marL="0" indent="0" algn="ctr">
              <a:buNone/>
            </a:pPr>
            <a:r>
              <a:rPr lang="en-AU" sz="3600" i="1" dirty="0">
                <a:solidFill>
                  <a:schemeClr val="accent4">
                    <a:lumMod val="75000"/>
                  </a:schemeClr>
                </a:solidFill>
              </a:rPr>
              <a:t>The slope, m, used to describe the steepness of a line</a:t>
            </a:r>
          </a:p>
        </p:txBody>
      </p:sp>
    </p:spTree>
    <p:extLst>
      <p:ext uri="{BB962C8B-B14F-4D97-AF65-F5344CB8AC3E}">
        <p14:creationId xmlns:p14="http://schemas.microsoft.com/office/powerpoint/2010/main" val="132539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738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Gradient of a Line between two coordinates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74750"/>
            <a:ext cx="172000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the gradient?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difference to just doing rise / run 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5054" y="1451629"/>
            <a:ext cx="95449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>
                <a:solidFill>
                  <a:prstClr val="black"/>
                </a:solidFill>
              </a:rPr>
              <a:t>It is the slope of a line. It measures the steepness of the line.</a:t>
            </a: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E0C9291-8595-4191-A7B4-157628924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152" y="2405490"/>
            <a:ext cx="3100493" cy="9031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A34722-D902-44CA-B13E-01C377442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516" y="2405489"/>
            <a:ext cx="3310883" cy="404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7A1731-9FE9-4578-9C79-40FFAC1A4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96" y="1708350"/>
            <a:ext cx="2591846" cy="2073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7C9FEB-B146-47B0-86D3-E47B7565A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583" y="1671385"/>
            <a:ext cx="2959837" cy="20784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E99460-77AA-4525-95AA-BCD65212F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347" y="1671385"/>
            <a:ext cx="2992965" cy="212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8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2600B2-B27E-4C9F-9C78-4AC4AED73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633" y="1405054"/>
            <a:ext cx="7221941" cy="425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660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8738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Gradient of a Line between two coordinates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difference to just doing rise / run 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644" y="1424512"/>
            <a:ext cx="9940326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Finding the gradient when given a pair of coordinates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50B339C-1DB3-435B-A87C-BB4DED9F6205}"/>
              </a:ext>
            </a:extLst>
          </p:cNvPr>
          <p:cNvSpPr txBox="1"/>
          <p:nvPr/>
        </p:nvSpPr>
        <p:spPr>
          <a:xfrm>
            <a:off x="191343" y="2212195"/>
            <a:ext cx="8175185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Find the gradient between A(1,5) and B(4,2)</a:t>
            </a: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FECFE9-2662-44F4-88FD-294A9C86D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45" y="2904127"/>
            <a:ext cx="6053494" cy="31398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E4972E-C54F-475B-A761-8A4DF3F61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8118" y="2861264"/>
            <a:ext cx="4108842" cy="375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8738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Gradient of a Line between two coordinates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difference to just doing rise / run 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50B339C-1DB3-435B-A87C-BB4DED9F6205}"/>
              </a:ext>
            </a:extLst>
          </p:cNvPr>
          <p:cNvSpPr txBox="1"/>
          <p:nvPr/>
        </p:nvSpPr>
        <p:spPr>
          <a:xfrm>
            <a:off x="246746" y="1387627"/>
            <a:ext cx="5551533" cy="29238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Practice:</a:t>
            </a:r>
          </a:p>
          <a:p>
            <a:pPr defTabSz="914126"/>
            <a:endParaRPr lang="en-AU" sz="1200" b="1" dirty="0">
              <a:solidFill>
                <a:schemeClr val="accent4">
                  <a:lumMod val="75000"/>
                </a:schemeClr>
              </a:solidFill>
            </a:endParaRPr>
          </a:p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Find the gradient between A(1,4) and B(5,2)</a:t>
            </a: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FECFE9-2662-44F4-88FD-294A9C86D6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3162"/>
          <a:stretch/>
        </p:blipFill>
        <p:spPr>
          <a:xfrm>
            <a:off x="289545" y="3042915"/>
            <a:ext cx="6053494" cy="842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23336A-977E-4B8E-9CA6-EDB0BE79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410" y="2260212"/>
            <a:ext cx="4635190" cy="41874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36E6E5-A6FA-4296-9FB1-E8DEB22C09F7}"/>
              </a:ext>
            </a:extLst>
          </p:cNvPr>
          <p:cNvSpPr txBox="1"/>
          <p:nvPr/>
        </p:nvSpPr>
        <p:spPr>
          <a:xfrm>
            <a:off x="289545" y="5924465"/>
            <a:ext cx="555153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Ex 16.7 </a:t>
            </a:r>
            <a:r>
              <a:rPr lang="en-AU" sz="2800" b="1" dirty="0" err="1">
                <a:solidFill>
                  <a:schemeClr val="accent4">
                    <a:lumMod val="75000"/>
                  </a:schemeClr>
                </a:solidFill>
              </a:rPr>
              <a:t>pg</a:t>
            </a:r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 219 Q 2-13</a:t>
            </a:r>
          </a:p>
        </p:txBody>
      </p:sp>
    </p:spTree>
    <p:extLst>
      <p:ext uri="{BB962C8B-B14F-4D97-AF65-F5344CB8AC3E}">
        <p14:creationId xmlns:p14="http://schemas.microsoft.com/office/powerpoint/2010/main" val="133288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8738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Gradient of a Line between two coordinates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difference to just doing rise / run 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50B339C-1DB3-435B-A87C-BB4DED9F6205}"/>
              </a:ext>
            </a:extLst>
          </p:cNvPr>
          <p:cNvSpPr txBox="1"/>
          <p:nvPr/>
        </p:nvSpPr>
        <p:spPr>
          <a:xfrm>
            <a:off x="246746" y="1387627"/>
            <a:ext cx="555153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Using a formula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167E8A-C28C-4BE9-A205-76B88EE69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791" y="1666552"/>
            <a:ext cx="3952875" cy="2752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D75413-7F6C-45F6-AC5E-6C5B12E03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716" y="1635962"/>
            <a:ext cx="1743075" cy="1152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B389B2-33CD-41C5-A6A7-95A6A07EA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727" y="1977989"/>
            <a:ext cx="417195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82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203</TotalTime>
  <Words>257</Words>
  <Application>Microsoft Office PowerPoint</Application>
  <PresentationFormat>Widescreen</PresentationFormat>
  <Paragraphs>55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DJB Fancy Nancy</vt:lpstr>
      <vt:lpstr>Kiwi School Handwriting</vt:lpstr>
      <vt:lpstr>Vapor Trail</vt:lpstr>
      <vt:lpstr>Finding the Gradient</vt:lpstr>
      <vt:lpstr>Learning Intentions</vt:lpstr>
      <vt:lpstr>Think about it…..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the midpoint</dc:title>
  <dc:creator>Nine Labuschagne</dc:creator>
  <cp:lastModifiedBy>Hamilton Stott</cp:lastModifiedBy>
  <cp:revision>6</cp:revision>
  <dcterms:created xsi:type="dcterms:W3CDTF">2017-10-10T01:58:38Z</dcterms:created>
  <dcterms:modified xsi:type="dcterms:W3CDTF">2017-10-10T14:50:50Z</dcterms:modified>
</cp:coreProperties>
</file>