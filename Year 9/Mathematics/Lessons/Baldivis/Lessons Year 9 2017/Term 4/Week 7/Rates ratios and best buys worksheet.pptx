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D1B59-46E3-419E-B844-2D23E68E5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E6317C-9A41-4844-9E07-61AB2EA8C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B680F-F232-4F1C-93F8-56487564A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D11B-E9D0-4534-95AC-63D130330EA4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F4A2D-6DF9-49A9-9483-D4CFF4E4E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38870-D68F-40D7-96B5-CFD7FDF9F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ED3F-8364-47F2-8A8A-01D0DC27D5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0614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EEB7-9643-4650-9F6D-CAEF17B65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73065-14D3-4B5D-B0F1-BBA35CCB1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5171A-A38B-4289-885F-56513AD01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D11B-E9D0-4534-95AC-63D130330EA4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44A4F-02D8-47AD-BF0F-F46D0B8F9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3EF7B-F003-4A9F-BB20-1BA8CE53D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ED3F-8364-47F2-8A8A-01D0DC27D5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1336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7BB8D-C96D-4FC9-ACCB-0BDD74ECA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A5961-6B3E-436B-970B-D175CD020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F690B-2C73-497D-BA00-14740E96A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D11B-E9D0-4534-95AC-63D130330EA4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43A21-B9E4-4A84-9C34-5E2E3CC14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11594-16C7-4DE3-987F-E7DB115A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ED3F-8364-47F2-8A8A-01D0DC27D5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8972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3ECC-AA22-4A8A-B9D8-24B3F6AAC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E993A-0785-44FE-8988-5BE396D97E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A87A4-E1B4-425C-AD11-851564B32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46FD1-A3E0-4258-968D-7475FAB23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D11B-E9D0-4534-95AC-63D130330EA4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71683-FC0A-4B2B-9DAB-C376CDEBA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F72F2-D53B-462D-ADE3-B51C842E1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ED3F-8364-47F2-8A8A-01D0DC27D5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2831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66540-127F-4C8A-A9FA-7DD05E174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DCFB3-ED11-44FC-B002-ACCFA17EE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2122CD-337E-4657-8A30-3263DDA05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6B3B0-AF73-4F5C-91EC-C5479ACF30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BFCAD0-BFAE-494E-8218-2B7586023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67BE8D-999B-4272-8AB0-71E369E74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D11B-E9D0-4534-95AC-63D130330EA4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1B43AB-6BA1-4CF3-AF54-A74304EEB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DB690D-9D2D-4F89-9A94-41D712036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ED3F-8364-47F2-8A8A-01D0DC27D5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3737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8E589-5B42-4024-AC5D-019BF4C8C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521E32-96E4-4C59-B4F3-E4A6BA4C2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D11B-E9D0-4534-95AC-63D130330EA4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0B92B0-C77F-404C-A6C1-47BCFCF89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62A3B-5E21-43F9-9227-50DAB8804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ED3F-8364-47F2-8A8A-01D0DC27D5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4709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BAD4D5-0B09-4E99-AA56-AA22B4DD2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D11B-E9D0-4534-95AC-63D130330EA4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227560-4FD7-4A55-9578-DFEBFA748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65B47-BD20-472F-B07B-6B40B0A4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ED3F-8364-47F2-8A8A-01D0DC27D5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952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5A830-3099-48B2-8227-4FE0C10D0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34BF5-D274-4F3F-B03A-F8FCDD9DA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872518-4F82-467F-A10A-47ABFB4B4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264D7-F632-4EAC-B385-5306F0671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D11B-E9D0-4534-95AC-63D130330EA4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0A04F-AE03-4360-8A88-07A3F9516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AB8DD-6943-40BB-A776-7DA39CE0F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ED3F-8364-47F2-8A8A-01D0DC27D5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6018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2E33-E224-463A-A793-65AF38750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6CDB74-30F6-4AD5-A5A5-92B557F243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F3D64-E521-4F95-8F29-1C545C343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E1DBD-8ACC-42C5-AC81-353EBA3A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D11B-E9D0-4534-95AC-63D130330EA4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015381-F158-44B8-9827-C690BB616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4EE8D-60EF-4D26-9B8E-3FF92B22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ED3F-8364-47F2-8A8A-01D0DC27D5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7571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7FDC3-ACA9-4451-AB8C-2B5288DB9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68C834-8FB7-4E6C-A400-4BDA3B6B1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72282-DBA4-4C2C-B5E4-0FE0697B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D11B-E9D0-4534-95AC-63D130330EA4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33FA2-AE58-4F3C-ADA1-8D73DEC1B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70728-B572-4C85-95C5-9C08E904B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ED3F-8364-47F2-8A8A-01D0DC27D5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8809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DAB8B6-AF65-451A-80E1-AB0A2801E9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5F842-0016-4EB0-B797-309F08246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5BB83-B6D5-4E60-B1D4-F71316F4E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D11B-E9D0-4534-95AC-63D130330EA4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B2C73-5F75-4F20-95DE-B82E4D401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DEA70-BF0F-45E2-B030-FBE264DB3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ED3F-8364-47F2-8A8A-01D0DC27D5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8391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080A70-6C59-48DC-B63A-1BA49C946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44133-1B55-42A9-8F3B-E4837BD7B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07981-26E8-411A-B836-CD9A06ACE7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56D11B-E9D0-4534-95AC-63D130330EA4}" type="datetimeFigureOut">
              <a:rPr lang="en-AU" smtClean="0"/>
              <a:t>17/11/2017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D4729-FE8E-4EA5-9B12-ED13266A61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7DBF2-30FD-456E-B1C0-61A37A839D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9ED3F-8364-47F2-8A8A-01D0DC27D5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2564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A9475-82C5-4324-B104-FF7C942D0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1DFF1-E003-4C56-9D95-C367D751B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9D21C0-B991-40DA-B517-547C509F8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117" y="0"/>
            <a:ext cx="543674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D2B735-A6E8-46F9-8EBD-5DD0A0EEC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83" y="0"/>
            <a:ext cx="56349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057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AB4663-8749-48B6-86FB-D6FBAB050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86" y="150702"/>
            <a:ext cx="5801643" cy="65565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BBCD39-7C17-41AE-BB19-B5913B99F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929" y="0"/>
            <a:ext cx="603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417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1</cp:revision>
  <dcterms:created xsi:type="dcterms:W3CDTF">2017-11-17T03:26:53Z</dcterms:created>
  <dcterms:modified xsi:type="dcterms:W3CDTF">2017-11-17T03:53:22Z</dcterms:modified>
</cp:coreProperties>
</file>