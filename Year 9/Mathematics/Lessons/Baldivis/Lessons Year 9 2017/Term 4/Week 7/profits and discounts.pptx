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7" r:id="rId3"/>
    <p:sldId id="258" r:id="rId4"/>
    <p:sldId id="259" r:id="rId5"/>
    <p:sldId id="260" r:id="rId6"/>
    <p:sldId id="261" r:id="rId7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99" d="100"/>
          <a:sy n="99" d="100"/>
        </p:scale>
        <p:origin x="7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24/11/2017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24/11/2017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24/11/2017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24/11/2017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24/11/2017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24/11/2017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24/11/2017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24/11/2017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24/11/2017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24/11/2017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24/11/2017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24/11/2017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47" y="258078"/>
            <a:ext cx="7886700" cy="484146"/>
          </a:xfrm>
        </p:spPr>
        <p:txBody>
          <a:bodyPr>
            <a:normAutofit fontScale="90000"/>
          </a:bodyPr>
          <a:lstStyle/>
          <a:p>
            <a:r>
              <a:rPr lang="en-AU" dirty="0"/>
              <a:t>Discount fails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905" y="486133"/>
            <a:ext cx="1852300" cy="201712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623" y="581995"/>
            <a:ext cx="2201753" cy="16326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333" y="2337773"/>
            <a:ext cx="2093043" cy="27848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67"/>
          <a:stretch/>
        </p:blipFill>
        <p:spPr>
          <a:xfrm>
            <a:off x="284734" y="1713055"/>
            <a:ext cx="2093042" cy="20171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D30D0A-20D5-47A7-9380-B5181C669B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145" y="1405980"/>
            <a:ext cx="2178140" cy="29030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F3837B-CF29-4CC1-BAE0-BC30D378DA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1267" y="2585100"/>
            <a:ext cx="1929574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612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Profits and discounts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6" y="633749"/>
            <a:ext cx="8357787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How do I calculate a percentage profit?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BEA9F2-B211-46FC-AA72-51C686748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965" y="1293927"/>
            <a:ext cx="6909067" cy="327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3F08E4-EA7F-4C5C-B6D8-0D21BA66C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93" y="557561"/>
            <a:ext cx="6348313" cy="11102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8BD5A6-F887-464E-9494-F447316B1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93" y="2114724"/>
            <a:ext cx="6500873" cy="14855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8F6B64-63B2-4685-91B8-9FA92CF314EE}"/>
              </a:ext>
            </a:extLst>
          </p:cNvPr>
          <p:cNvSpPr/>
          <p:nvPr/>
        </p:nvSpPr>
        <p:spPr>
          <a:xfrm>
            <a:off x="345688" y="1862254"/>
            <a:ext cx="3735659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1EF253-96AE-4B84-9316-0607044CA5D5}"/>
              </a:ext>
            </a:extLst>
          </p:cNvPr>
          <p:cNvSpPr/>
          <p:nvPr/>
        </p:nvSpPr>
        <p:spPr>
          <a:xfrm>
            <a:off x="4081347" y="1816865"/>
            <a:ext cx="3735659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FBDC9D-AD90-4EE0-B5FF-270FEC64291B}"/>
              </a:ext>
            </a:extLst>
          </p:cNvPr>
          <p:cNvSpPr/>
          <p:nvPr/>
        </p:nvSpPr>
        <p:spPr>
          <a:xfrm>
            <a:off x="345687" y="2685875"/>
            <a:ext cx="3735659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99AF06-D189-4435-A31F-4921C5177C4E}"/>
              </a:ext>
            </a:extLst>
          </p:cNvPr>
          <p:cNvSpPr/>
          <p:nvPr/>
        </p:nvSpPr>
        <p:spPr>
          <a:xfrm>
            <a:off x="3812743" y="2698596"/>
            <a:ext cx="3735659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648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4A5141-6542-45F6-98B3-B75172B47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19" y="348875"/>
            <a:ext cx="8744418" cy="10450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9365E5-D6E7-44B5-BE5C-99FD0ECE4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83" y="1893849"/>
            <a:ext cx="8202033" cy="27955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8EA2AD3-AD61-448D-9326-4819C730CE6B}"/>
              </a:ext>
            </a:extLst>
          </p:cNvPr>
          <p:cNvSpPr/>
          <p:nvPr/>
        </p:nvSpPr>
        <p:spPr>
          <a:xfrm>
            <a:off x="345689" y="1709505"/>
            <a:ext cx="8202032" cy="821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51179C-9A5E-4BCE-AC69-B12D2112C043}"/>
              </a:ext>
            </a:extLst>
          </p:cNvPr>
          <p:cNvSpPr/>
          <p:nvPr/>
        </p:nvSpPr>
        <p:spPr>
          <a:xfrm>
            <a:off x="291478" y="2531327"/>
            <a:ext cx="8202032" cy="821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4CB103-CD2A-47A0-9B6C-67724CF51D63}"/>
              </a:ext>
            </a:extLst>
          </p:cNvPr>
          <p:cNvSpPr/>
          <p:nvPr/>
        </p:nvSpPr>
        <p:spPr>
          <a:xfrm>
            <a:off x="318583" y="3376962"/>
            <a:ext cx="8506833" cy="1312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977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AC122D-ADC6-481D-8172-848106DC5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09" y="267978"/>
            <a:ext cx="8071198" cy="5349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EF0AD2-7313-42B1-996A-87FBB037C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45" y="1572322"/>
            <a:ext cx="8044262" cy="257035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DFD442-1EFA-47B1-9221-6B4952CBD563}"/>
              </a:ext>
            </a:extLst>
          </p:cNvPr>
          <p:cNvSpPr/>
          <p:nvPr/>
        </p:nvSpPr>
        <p:spPr>
          <a:xfrm>
            <a:off x="234177" y="1460810"/>
            <a:ext cx="3066586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8C8F5C-F926-4C39-964C-65274DFCF141}"/>
              </a:ext>
            </a:extLst>
          </p:cNvPr>
          <p:cNvSpPr/>
          <p:nvPr/>
        </p:nvSpPr>
        <p:spPr>
          <a:xfrm>
            <a:off x="3300763" y="1572322"/>
            <a:ext cx="51608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581169-9CB9-4C5D-A00E-B8A6E2314974}"/>
              </a:ext>
            </a:extLst>
          </p:cNvPr>
          <p:cNvSpPr/>
          <p:nvPr/>
        </p:nvSpPr>
        <p:spPr>
          <a:xfrm>
            <a:off x="325761" y="2118732"/>
            <a:ext cx="3066586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DC5B96-F4C5-4F53-AF09-B051F70F72AB}"/>
              </a:ext>
            </a:extLst>
          </p:cNvPr>
          <p:cNvSpPr/>
          <p:nvPr/>
        </p:nvSpPr>
        <p:spPr>
          <a:xfrm>
            <a:off x="3380009" y="2375210"/>
            <a:ext cx="51608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A4BEBC-6F7B-4DB8-8311-163E9CFD3336}"/>
              </a:ext>
            </a:extLst>
          </p:cNvPr>
          <p:cNvSpPr/>
          <p:nvPr/>
        </p:nvSpPr>
        <p:spPr>
          <a:xfrm>
            <a:off x="405007" y="2943922"/>
            <a:ext cx="3170508" cy="11987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2FBD9F-3703-4833-A272-8705BB9C4090}"/>
              </a:ext>
            </a:extLst>
          </p:cNvPr>
          <p:cNvSpPr/>
          <p:nvPr/>
        </p:nvSpPr>
        <p:spPr>
          <a:xfrm>
            <a:off x="3565811" y="3289610"/>
            <a:ext cx="5160844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7263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25EB41-9E42-48D3-95EC-84C591684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54" y="267630"/>
            <a:ext cx="8153457" cy="13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869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957</TotalTime>
  <Words>21</Words>
  <Application>Microsoft Office PowerPoint</Application>
  <PresentationFormat>On-screen Show (16:10)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Discount fails</vt:lpstr>
      <vt:lpstr>Topic : Profits and discounts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: Ratios, rates and best buys</dc:title>
  <dc:creator>WILSON James [Baldivis Secondary College]</dc:creator>
  <cp:lastModifiedBy>WILSON James [Baldivis Secondary College]</cp:lastModifiedBy>
  <cp:revision>6</cp:revision>
  <dcterms:created xsi:type="dcterms:W3CDTF">2017-11-17T03:27:05Z</dcterms:created>
  <dcterms:modified xsi:type="dcterms:W3CDTF">2017-11-24T03:23:19Z</dcterms:modified>
</cp:coreProperties>
</file>