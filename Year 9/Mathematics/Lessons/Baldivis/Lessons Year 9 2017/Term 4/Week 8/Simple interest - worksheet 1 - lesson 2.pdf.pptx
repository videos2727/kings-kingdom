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48" d="100"/>
          <a:sy n="48" d="100"/>
        </p:scale>
        <p:origin x="230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47012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3276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35061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47870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69907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91591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55865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473641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36656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8785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32101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F4B7DE-2D28-4639-A6A4-6087303EEB00}" type="datetimeFigureOut">
              <a:rPr lang="en-AU" smtClean="0"/>
              <a:t>29/11/2017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AEE263-D579-4950-8D91-5EAC086BF42A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7255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D0A2787-758E-4A71-B1AE-57BC40B4DA56}"/>
              </a:ext>
            </a:extLst>
          </p:cNvPr>
          <p:cNvSpPr txBox="1"/>
          <p:nvPr/>
        </p:nvSpPr>
        <p:spPr>
          <a:xfrm>
            <a:off x="4727266" y="713596"/>
            <a:ext cx="14946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I = </a:t>
            </a:r>
            <a:r>
              <a:rPr lang="en-AU" u="sng" dirty="0"/>
              <a:t>PRT</a:t>
            </a:r>
          </a:p>
          <a:p>
            <a:pPr algn="ctr"/>
            <a:r>
              <a:rPr lang="en-AU" dirty="0"/>
              <a:t>      100</a:t>
            </a:r>
          </a:p>
          <a:p>
            <a:pPr algn="ctr"/>
            <a:endParaRPr lang="en-AU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9A4260F-FE60-436D-AE79-B3009DE7027C}"/>
              </a:ext>
            </a:extLst>
          </p:cNvPr>
          <p:cNvSpPr txBox="1"/>
          <p:nvPr/>
        </p:nvSpPr>
        <p:spPr>
          <a:xfrm>
            <a:off x="2766640" y="718293"/>
            <a:ext cx="2461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P = </a:t>
            </a:r>
            <a:r>
              <a:rPr lang="en-AU" u="sng" dirty="0"/>
              <a:t>I x 100</a:t>
            </a:r>
            <a:endParaRPr lang="en-AU" dirty="0"/>
          </a:p>
          <a:p>
            <a:r>
              <a:rPr lang="en-AU" dirty="0"/>
              <a:t>                      RT   </a:t>
            </a:r>
          </a:p>
          <a:p>
            <a:pPr algn="ctr"/>
            <a:r>
              <a:rPr lang="en-AU" dirty="0"/>
              <a:t>     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EA32C7-2E7B-450A-B1DB-C3027E142C41}"/>
              </a:ext>
            </a:extLst>
          </p:cNvPr>
          <p:cNvSpPr txBox="1"/>
          <p:nvPr/>
        </p:nvSpPr>
        <p:spPr>
          <a:xfrm>
            <a:off x="-331353" y="734601"/>
            <a:ext cx="246188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R = </a:t>
            </a:r>
            <a:r>
              <a:rPr lang="en-AU" u="sng" dirty="0"/>
              <a:t>I x 100</a:t>
            </a:r>
            <a:endParaRPr lang="en-AU" dirty="0"/>
          </a:p>
          <a:p>
            <a:r>
              <a:rPr lang="en-AU" dirty="0"/>
              <a:t>                      PT   </a:t>
            </a:r>
          </a:p>
          <a:p>
            <a:pPr algn="ctr"/>
            <a:r>
              <a:rPr lang="en-AU" dirty="0"/>
              <a:t>     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E7EBA1-02B2-4D4E-9A44-A1F8707FACE5}"/>
              </a:ext>
            </a:extLst>
          </p:cNvPr>
          <p:cNvSpPr txBox="1"/>
          <p:nvPr/>
        </p:nvSpPr>
        <p:spPr>
          <a:xfrm>
            <a:off x="1276097" y="734601"/>
            <a:ext cx="2286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dirty="0"/>
              <a:t>T = </a:t>
            </a:r>
            <a:r>
              <a:rPr lang="en-AU" u="sng" dirty="0"/>
              <a:t>I x 100</a:t>
            </a:r>
            <a:endParaRPr lang="en-AU" dirty="0"/>
          </a:p>
          <a:p>
            <a:r>
              <a:rPr lang="en-AU" dirty="0"/>
              <a:t>                      PR   </a:t>
            </a:r>
          </a:p>
          <a:p>
            <a:pPr algn="ctr"/>
            <a:r>
              <a:rPr lang="en-AU" dirty="0"/>
              <a:t>     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64DE283-2026-495F-B421-2D17642107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561" y="1565598"/>
            <a:ext cx="6280878" cy="43755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ADEE10-C640-43F1-9B55-36BCEE608A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996" y="5945833"/>
            <a:ext cx="6283626" cy="299938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F946D40-F7F1-4F17-8918-6F56D5D10BE5}"/>
              </a:ext>
            </a:extLst>
          </p:cNvPr>
          <p:cNvSpPr txBox="1"/>
          <p:nvPr/>
        </p:nvSpPr>
        <p:spPr>
          <a:xfrm>
            <a:off x="516835" y="257670"/>
            <a:ext cx="570506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Use the appropriate formula to complete the table.</a:t>
            </a:r>
          </a:p>
        </p:txBody>
      </p:sp>
    </p:spTree>
    <p:extLst>
      <p:ext uri="{BB962C8B-B14F-4D97-AF65-F5344CB8AC3E}">
        <p14:creationId xmlns:p14="http://schemas.microsoft.com/office/powerpoint/2010/main" val="35223528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DD920-51CB-41D2-B033-C959703D7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Answers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004403-6B3B-4672-A7EE-3FC0035650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487" y="1655103"/>
            <a:ext cx="5724939" cy="6215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29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</TotalTime>
  <Words>39</Words>
  <Application>Microsoft Office PowerPoint</Application>
  <PresentationFormat>A4 Paper (210x297 mm)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Answers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1</cp:revision>
  <dcterms:created xsi:type="dcterms:W3CDTF">2017-11-28T16:03:27Z</dcterms:created>
  <dcterms:modified xsi:type="dcterms:W3CDTF">2017-11-28T16:10:21Z</dcterms:modified>
</cp:coreProperties>
</file>