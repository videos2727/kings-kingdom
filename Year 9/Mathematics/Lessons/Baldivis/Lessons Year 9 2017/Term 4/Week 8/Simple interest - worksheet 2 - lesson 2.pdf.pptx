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1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27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06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478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99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5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58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36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65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78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0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25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A2787-758E-4A71-B1AE-57BC40B4DA56}"/>
              </a:ext>
            </a:extLst>
          </p:cNvPr>
          <p:cNvSpPr txBox="1"/>
          <p:nvPr/>
        </p:nvSpPr>
        <p:spPr>
          <a:xfrm>
            <a:off x="2282240" y="627002"/>
            <a:ext cx="1494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I = </a:t>
            </a:r>
            <a:r>
              <a:rPr lang="en-AU" u="sng" dirty="0"/>
              <a:t>PRT</a:t>
            </a:r>
          </a:p>
          <a:p>
            <a:pPr algn="ctr"/>
            <a:r>
              <a:rPr lang="en-AU" dirty="0"/>
              <a:t>      100</a:t>
            </a:r>
          </a:p>
          <a:p>
            <a:pPr algn="ctr"/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46D40-F7F1-4F17-8918-6F56D5D10BE5}"/>
              </a:ext>
            </a:extLst>
          </p:cNvPr>
          <p:cNvSpPr txBox="1"/>
          <p:nvPr/>
        </p:nvSpPr>
        <p:spPr>
          <a:xfrm>
            <a:off x="516835" y="257670"/>
            <a:ext cx="570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simple interest formula to complete the following.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72380-6458-4385-8B07-28FE0020C936}"/>
              </a:ext>
            </a:extLst>
          </p:cNvPr>
          <p:cNvSpPr txBox="1"/>
          <p:nvPr/>
        </p:nvSpPr>
        <p:spPr>
          <a:xfrm>
            <a:off x="298175" y="1273866"/>
            <a:ext cx="60429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Marko has $10,000 to invest.  The local bank offers him 5% per annum so Marko invests it for 1 year.</a:t>
            </a:r>
          </a:p>
          <a:p>
            <a:endParaRPr lang="en-AU" sz="1400" dirty="0"/>
          </a:p>
          <a:p>
            <a:r>
              <a:rPr lang="en-AU" sz="1400" dirty="0"/>
              <a:t>How much interest has Marko earned after 1 year?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Marko, does not need this money yet and decides to reinvest the $10,000 plus the interest he has just earned for another year (same 5% pa rate).</a:t>
            </a:r>
          </a:p>
          <a:p>
            <a:endParaRPr lang="en-AU" sz="1400" dirty="0"/>
          </a:p>
          <a:p>
            <a:r>
              <a:rPr lang="en-AU" sz="1400" dirty="0"/>
              <a:t>How much does Marko make this second year?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Marko follows this pattern of reinvesting the principle for another 3 years (5years in total).  Fill in the table below to find how much Marko has earned in total over the 5 years</a:t>
            </a:r>
          </a:p>
          <a:p>
            <a:endParaRPr lang="en-AU" sz="1400" dirty="0"/>
          </a:p>
          <a:p>
            <a:endParaRPr lang="en-AU" sz="1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C06805-42A3-4536-8CA4-425672C46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124760"/>
              </p:ext>
            </p:extLst>
          </p:nvPr>
        </p:nvGraphicFramePr>
        <p:xfrm>
          <a:off x="516834" y="5277833"/>
          <a:ext cx="542676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3549">
                  <a:extLst>
                    <a:ext uri="{9D8B030D-6E8A-4147-A177-3AD203B41FA5}">
                      <a16:colId xmlns:a16="http://schemas.microsoft.com/office/drawing/2014/main" val="4273419992"/>
                    </a:ext>
                  </a:extLst>
                </a:gridCol>
                <a:gridCol w="1252330">
                  <a:extLst>
                    <a:ext uri="{9D8B030D-6E8A-4147-A177-3AD203B41FA5}">
                      <a16:colId xmlns:a16="http://schemas.microsoft.com/office/drawing/2014/main" val="2677067411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653004661"/>
                    </a:ext>
                  </a:extLst>
                </a:gridCol>
                <a:gridCol w="1649894">
                  <a:extLst>
                    <a:ext uri="{9D8B030D-6E8A-4147-A177-3AD203B41FA5}">
                      <a16:colId xmlns:a16="http://schemas.microsoft.com/office/drawing/2014/main" val="1396551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Interest 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 Amount at EOY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4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45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088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25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4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8899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34632BA-EE39-434F-90D9-15E074376A38}"/>
              </a:ext>
            </a:extLst>
          </p:cNvPr>
          <p:cNvSpPr txBox="1"/>
          <p:nvPr/>
        </p:nvSpPr>
        <p:spPr>
          <a:xfrm>
            <a:off x="236660" y="7575327"/>
            <a:ext cx="6104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Marko’s Friend Rudolph also invested $10,000 at 5% for 5 years, but he only used Simple inte3rest and did not reinvest his interest at the end of each year.  How is his result different?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FE91D-E018-423F-BACA-D3D95EB3C0FC}"/>
              </a:ext>
            </a:extLst>
          </p:cNvPr>
          <p:cNvSpPr txBox="1"/>
          <p:nvPr/>
        </p:nvSpPr>
        <p:spPr>
          <a:xfrm>
            <a:off x="138678" y="9033240"/>
            <a:ext cx="63619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This process of reinvesting your earnings is known as compounding and is an important part of finance. Most banks compound your interest daily (on investments and on loans).</a:t>
            </a:r>
          </a:p>
        </p:txBody>
      </p:sp>
    </p:spTree>
    <p:extLst>
      <p:ext uri="{BB962C8B-B14F-4D97-AF65-F5344CB8AC3E}">
        <p14:creationId xmlns:p14="http://schemas.microsoft.com/office/powerpoint/2010/main" val="352235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203</Words>
  <Application>Microsoft Office PowerPoint</Application>
  <PresentationFormat>A4 Paper (210x297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3</cp:revision>
  <dcterms:created xsi:type="dcterms:W3CDTF">2017-11-28T16:03:27Z</dcterms:created>
  <dcterms:modified xsi:type="dcterms:W3CDTF">2017-11-28T16:24:37Z</dcterms:modified>
</cp:coreProperties>
</file>