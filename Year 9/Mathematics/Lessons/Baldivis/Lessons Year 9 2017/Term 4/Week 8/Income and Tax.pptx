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0" r:id="rId2"/>
    <p:sldId id="259" r:id="rId3"/>
    <p:sldId id="314" r:id="rId4"/>
    <p:sldId id="326" r:id="rId5"/>
    <p:sldId id="325" r:id="rId6"/>
    <p:sldId id="322" r:id="rId7"/>
    <p:sldId id="292" r:id="rId8"/>
    <p:sldId id="291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 autoAdjust="0"/>
    <p:restoredTop sz="95673" autoAdjust="0"/>
  </p:normalViewPr>
  <p:slideViewPr>
    <p:cSldViewPr>
      <p:cViewPr>
        <p:scale>
          <a:sx n="84" d="100"/>
          <a:sy n="84" d="100"/>
        </p:scale>
        <p:origin x="1904" y="5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28/11/17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28/11/17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28/11/17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28/11/17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28/11/17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28/11/17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28/11/17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28/11/17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28/11/17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28/11/17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28/11/17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28/11/17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28/11/17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tiff"/><Relationship Id="rId3" Type="http://schemas.openxmlformats.org/officeDocument/2006/relationships/image" Target="../media/image2.tif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tif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tif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tif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Number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</a:t>
            </a:r>
            <a:r>
              <a:rPr lang="en-AU" dirty="0" smtClean="0"/>
              <a:t>4 </a:t>
            </a:r>
            <a:r>
              <a:rPr lang="en-AU" dirty="0" smtClean="0"/>
              <a:t>Semester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 charset="0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1115616" y="404664"/>
            <a:ext cx="31929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Income and Taxation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</a:t>
            </a:r>
            <a:r>
              <a:rPr lang="en-AU" sz="2400" dirty="0" smtClean="0"/>
              <a:t>does Taxation effect our income</a:t>
            </a:r>
            <a:r>
              <a:rPr lang="en-AU" sz="2400" dirty="0" smtClean="0"/>
              <a:t>?  </a:t>
            </a:r>
            <a:endParaRPr lang="en-AU" sz="24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71" y="2060848"/>
            <a:ext cx="8902700" cy="27051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2114550"/>
            <a:ext cx="8991600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261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1115616" y="404664"/>
            <a:ext cx="31929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Income and Taxation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</a:t>
            </a:r>
            <a:r>
              <a:rPr lang="en-AU" sz="2400" dirty="0" smtClean="0"/>
              <a:t>does Taxation effect our income</a:t>
            </a:r>
            <a:r>
              <a:rPr lang="en-AU" sz="2400" dirty="0" smtClean="0"/>
              <a:t>?  </a:t>
            </a:r>
            <a:endParaRPr lang="en-AU" sz="2400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71" y="1957875"/>
            <a:ext cx="8991600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061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Let’s try these together</a:t>
            </a:r>
            <a:endParaRPr lang="en-AU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728" y="1268760"/>
            <a:ext cx="7490544" cy="5119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003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Now You Try</a:t>
            </a:r>
            <a:endParaRPr lang="en-AU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1087375"/>
            <a:ext cx="6920714" cy="577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913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1640</TotalTime>
  <Words>128</Words>
  <Application>Microsoft Macintosh PowerPoint</Application>
  <PresentationFormat>On-screen Show (4:3)</PresentationFormat>
  <Paragraphs>50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Calibri</vt:lpstr>
      <vt:lpstr>Cambria Math</vt:lpstr>
      <vt:lpstr>Arial</vt:lpstr>
      <vt:lpstr>Office Theme</vt:lpstr>
      <vt:lpstr>My Number Interactive Notebook</vt:lpstr>
      <vt:lpstr>PowerPoint Presentation</vt:lpstr>
      <vt:lpstr>PowerPoint Presentation</vt:lpstr>
      <vt:lpstr>PowerPoint Presentation</vt:lpstr>
      <vt:lpstr>Let’s try these together</vt:lpstr>
      <vt:lpstr>Now You Try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15.0040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EVANS Clem [Baldivis Secondary College]</cp:lastModifiedBy>
  <cp:revision>84</cp:revision>
  <dcterms:created xsi:type="dcterms:W3CDTF">2014-05-14T02:58:57Z</dcterms:created>
  <dcterms:modified xsi:type="dcterms:W3CDTF">2017-11-28T05:06:34Z</dcterms:modified>
</cp:coreProperties>
</file>