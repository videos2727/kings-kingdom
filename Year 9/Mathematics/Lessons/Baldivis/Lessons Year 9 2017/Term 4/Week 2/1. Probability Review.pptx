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1"/>
  </p:notesMasterIdLst>
  <p:sldIdLst>
    <p:sldId id="257" r:id="rId2"/>
    <p:sldId id="259" r:id="rId3"/>
    <p:sldId id="263" r:id="rId4"/>
    <p:sldId id="260" r:id="rId5"/>
    <p:sldId id="261" r:id="rId6"/>
    <p:sldId id="264" r:id="rId7"/>
    <p:sldId id="265" r:id="rId8"/>
    <p:sldId id="266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16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2282E-A42A-413E-AE2C-48286DBF7EC2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25140-7458-4828-80E5-6CAE1A8C66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25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925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110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66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077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13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5427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82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3E78394-75B3-4DDA-93C4-891EE6443567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533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8490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3527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030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41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3842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428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5221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1264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6670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9034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7612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0725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182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13393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44865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9386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78394-75B3-4DDA-93C4-891EE6443567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4749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Probability review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Miss L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9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4323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738377"/>
            <a:ext cx="1845939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probability?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have we learnt about probability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3200" b="1" dirty="0"/>
              <a:t>Probability</a:t>
            </a:r>
            <a:r>
              <a:rPr lang="en-US" sz="3200" dirty="0"/>
              <a:t>: is the likelihood that an event will occur.</a:t>
            </a:r>
          </a:p>
          <a:p>
            <a:pPr lvl="1">
              <a:defRPr/>
            </a:pPr>
            <a:r>
              <a:rPr lang="en-US" sz="3200" dirty="0"/>
              <a:t>Probability can be written as a fraction or decimal.</a:t>
            </a:r>
          </a:p>
          <a:p>
            <a:pPr>
              <a:defRPr/>
            </a:pPr>
            <a:endParaRPr lang="en-US" dirty="0"/>
          </a:p>
        </p:txBody>
      </p:sp>
      <p:pic>
        <p:nvPicPr>
          <p:cNvPr id="14" name="Picture 1" descr="prob[1]">
            <a:extLst>
              <a:ext uri="{FF2B5EF4-FFF2-40B4-BE49-F238E27FC236}">
                <a16:creationId xmlns:a16="http://schemas.microsoft.com/office/drawing/2014/main" id="{04A2866A-E7E8-4002-BB5B-BCC773430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500718"/>
            <a:ext cx="87645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 Box 6">
            <a:extLst>
              <a:ext uri="{FF2B5EF4-FFF2-40B4-BE49-F238E27FC236}">
                <a16:creationId xmlns:a16="http://schemas.microsoft.com/office/drawing/2014/main" id="{A743B007-EE6F-4CD5-BDCF-4E46B90B5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262718"/>
            <a:ext cx="1905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>
                <a:cs typeface="Times New Roman" panose="02020603050405020304" pitchFamily="18" charset="0"/>
              </a:rPr>
              <a:t>_______________</a:t>
            </a:r>
            <a:br>
              <a:rPr lang="en-US" altLang="en-US" sz="1400" b="0">
                <a:cs typeface="Times New Roman" panose="02020603050405020304" pitchFamily="18" charset="0"/>
              </a:rPr>
            </a:br>
            <a:br>
              <a:rPr lang="en-US" altLang="en-US" sz="1400" b="0">
                <a:cs typeface="Times New Roman" panose="02020603050405020304" pitchFamily="18" charset="0"/>
              </a:rPr>
            </a:br>
            <a:endParaRPr lang="en-US" altLang="en-US" sz="1800" b="0"/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B06CDCE4-1D90-48C5-8CFA-1C5A35D8C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729318"/>
            <a:ext cx="2209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 b="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br>
              <a:rPr lang="en-US" altLang="en-US" sz="1400" b="0">
                <a:cs typeface="Times New Roman" panose="02020603050405020304" pitchFamily="18" charset="0"/>
              </a:rPr>
            </a:br>
            <a:br>
              <a:rPr lang="en-US" altLang="en-US" sz="1400" b="0">
                <a:cs typeface="Times New Roman" panose="02020603050405020304" pitchFamily="18" charset="0"/>
              </a:rPr>
            </a:br>
            <a:endParaRPr lang="en-US" altLang="en-US" sz="1800" b="0"/>
          </a:p>
        </p:txBody>
      </p:sp>
      <p:sp>
        <p:nvSpPr>
          <p:cNvPr id="17" name="Text Box 2">
            <a:extLst>
              <a:ext uri="{FF2B5EF4-FFF2-40B4-BE49-F238E27FC236}">
                <a16:creationId xmlns:a16="http://schemas.microsoft.com/office/drawing/2014/main" id="{994ED137-78AB-4C70-8B82-F0FA42183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4262718"/>
            <a:ext cx="1371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 b="0" dirty="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 dirty="0">
                <a:cs typeface="Times New Roman" panose="02020603050405020304" pitchFamily="18" charset="0"/>
              </a:rPr>
              <a:t>_______________</a:t>
            </a:r>
            <a:br>
              <a:rPr lang="en-US" altLang="en-US" sz="1400" b="0" dirty="0">
                <a:cs typeface="Times New Roman" panose="02020603050405020304" pitchFamily="18" charset="0"/>
              </a:rPr>
            </a:br>
            <a:br>
              <a:rPr lang="en-US" altLang="en-US" sz="1400" b="0" dirty="0">
                <a:cs typeface="Times New Roman" panose="02020603050405020304" pitchFamily="18" charset="0"/>
              </a:rPr>
            </a:br>
            <a:endParaRPr lang="en-US" altLang="en-US" sz="1800" b="0" dirty="0"/>
          </a:p>
        </p:txBody>
      </p:sp>
      <p:sp>
        <p:nvSpPr>
          <p:cNvPr id="18" name="Text Box 5">
            <a:extLst>
              <a:ext uri="{FF2B5EF4-FFF2-40B4-BE49-F238E27FC236}">
                <a16:creationId xmlns:a16="http://schemas.microsoft.com/office/drawing/2014/main" id="{A28B8D8C-58DF-48FA-A157-01F4D4833F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1200" y="3729318"/>
            <a:ext cx="1524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br>
              <a:rPr lang="en-US" altLang="en-US" sz="1400" b="0">
                <a:cs typeface="Times New Roman" panose="02020603050405020304" pitchFamily="18" charset="0"/>
              </a:rPr>
            </a:br>
            <a:br>
              <a:rPr lang="en-US" altLang="en-US" sz="1400" b="0">
                <a:cs typeface="Times New Roman" panose="02020603050405020304" pitchFamily="18" charset="0"/>
              </a:rPr>
            </a:br>
            <a:endParaRPr lang="en-US" altLang="en-US" sz="1800" b="0"/>
          </a:p>
        </p:txBody>
      </p:sp>
      <p:sp>
        <p:nvSpPr>
          <p:cNvPr id="19" name="Text Box 4">
            <a:extLst>
              <a:ext uri="{FF2B5EF4-FFF2-40B4-BE49-F238E27FC236}">
                <a16:creationId xmlns:a16="http://schemas.microsoft.com/office/drawing/2014/main" id="{60DC615B-0966-463B-AFB6-249E88A28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729318"/>
            <a:ext cx="3124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 b="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>
                <a:cs typeface="Times New Roman" panose="02020603050405020304" pitchFamily="18" charset="0"/>
              </a:rPr>
              <a:t>_______________</a:t>
            </a:r>
            <a:br>
              <a:rPr lang="en-US" altLang="en-US" sz="1400" b="0">
                <a:cs typeface="Times New Roman" panose="02020603050405020304" pitchFamily="18" charset="0"/>
              </a:rPr>
            </a:br>
            <a:br>
              <a:rPr lang="en-US" altLang="en-US" sz="1400" b="0">
                <a:cs typeface="Times New Roman" panose="02020603050405020304" pitchFamily="18" charset="0"/>
              </a:rPr>
            </a:br>
            <a:endParaRPr lang="en-US" altLang="en-US" sz="1800" b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4323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738377"/>
            <a:ext cx="1845939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probability?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have we learnt about probability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Rectangle 3">
            <a:extLst>
              <a:ext uri="{FF2B5EF4-FFF2-40B4-BE49-F238E27FC236}">
                <a16:creationId xmlns:a16="http://schemas.microsoft.com/office/drawing/2014/main" id="{38CA0ADA-FEE1-4F90-8A53-66EF28B0864F}"/>
              </a:ext>
            </a:extLst>
          </p:cNvPr>
          <p:cNvSpPr txBox="1">
            <a:spLocks noChangeArrowheads="1"/>
          </p:cNvSpPr>
          <p:nvPr/>
        </p:nvSpPr>
        <p:spPr>
          <a:xfrm>
            <a:off x="1847528" y="1414601"/>
            <a:ext cx="9144000" cy="53492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2800" b="1" dirty="0"/>
              <a:t>Probability is always between 0 and 1.</a:t>
            </a:r>
          </a:p>
          <a:p>
            <a:pPr marL="0" indent="0">
              <a:buNone/>
              <a:defRPr/>
            </a:pPr>
            <a:endParaRPr lang="en-US" sz="2800" dirty="0"/>
          </a:p>
          <a:p>
            <a:pPr marL="0" indent="0">
              <a:buNone/>
              <a:defRPr/>
            </a:pPr>
            <a:r>
              <a:rPr lang="en-US" sz="2800" b="1" dirty="0"/>
              <a:t>Probability = 0 means that the event will NEVER happen. </a:t>
            </a:r>
          </a:p>
          <a:p>
            <a:pPr lvl="1">
              <a:defRPr/>
            </a:pPr>
            <a:r>
              <a:rPr lang="en-US" sz="2800" dirty="0"/>
              <a:t>Example: The probability that the Perth Wildcats will win the AFL Grand Final this year.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US" sz="2800" dirty="0"/>
          </a:p>
          <a:p>
            <a:pPr marL="0" indent="0">
              <a:buNone/>
              <a:defRPr/>
            </a:pPr>
            <a:r>
              <a:rPr lang="en-US" sz="2800" b="1" dirty="0"/>
              <a:t>Probability = 1 means the event will ALWAYS happen.</a:t>
            </a:r>
          </a:p>
          <a:p>
            <a:pPr lvl="1">
              <a:defRPr/>
            </a:pPr>
            <a:r>
              <a:rPr lang="en-US" sz="2800" dirty="0"/>
              <a:t> Example: The probability that Christmas will be on December 25</a:t>
            </a:r>
            <a:r>
              <a:rPr lang="en-US" sz="2800" baseline="30000" dirty="0"/>
              <a:t>th</a:t>
            </a:r>
            <a:r>
              <a:rPr lang="en-US" sz="2800" dirty="0"/>
              <a:t> next year.</a:t>
            </a:r>
          </a:p>
          <a:p>
            <a:pPr lvl="1">
              <a:defRPr/>
            </a:pPr>
            <a:endParaRPr lang="en-US" sz="2800" dirty="0">
              <a:solidFill>
                <a:srgbClr val="FF0000"/>
              </a:solidFill>
            </a:endParaRPr>
          </a:p>
          <a:p>
            <a:pPr>
              <a:defRPr/>
            </a:pPr>
            <a:endParaRPr lang="en-US" sz="2800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40004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868064-A396-456A-A56D-2B0AB9EF8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90" y="1283352"/>
            <a:ext cx="11093824" cy="538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4323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738377"/>
            <a:ext cx="1845939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calculate probability?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have we learnt about probability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5B15BDD-A090-4F9B-A148-7E5FEE2C0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541" y="1934503"/>
            <a:ext cx="7851223" cy="240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068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4323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738377"/>
            <a:ext cx="1845939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calculate probability?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have we learnt about probability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965F1D7-7C28-4A0B-8C2F-5DFBF2B7F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160" y="1463490"/>
            <a:ext cx="5692004" cy="53177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62213EF-427D-443C-A326-099F1D1E0FE8}"/>
              </a:ext>
            </a:extLst>
          </p:cNvPr>
          <p:cNvSpPr/>
          <p:nvPr/>
        </p:nvSpPr>
        <p:spPr>
          <a:xfrm>
            <a:off x="8453264" y="1387627"/>
            <a:ext cx="352743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2800" b="1" dirty="0"/>
              <a:t>Sample space: </a:t>
            </a:r>
            <a:r>
              <a:rPr lang="en-US" altLang="en-US" sz="2800" dirty="0"/>
              <a:t>A list of all the possible outcomes.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B21444-CE47-4915-91A1-4C5197277009}"/>
              </a:ext>
            </a:extLst>
          </p:cNvPr>
          <p:cNvSpPr/>
          <p:nvPr/>
        </p:nvSpPr>
        <p:spPr>
          <a:xfrm>
            <a:off x="2474257" y="3939988"/>
            <a:ext cx="5123329" cy="1008530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08E116-2E75-4494-AB56-8713DC2FAC0B}"/>
              </a:ext>
            </a:extLst>
          </p:cNvPr>
          <p:cNvSpPr/>
          <p:nvPr/>
        </p:nvSpPr>
        <p:spPr>
          <a:xfrm>
            <a:off x="2474256" y="5836024"/>
            <a:ext cx="5123329" cy="945166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DC31F0-3ADA-423A-82C4-FA19B9B7B5F6}"/>
              </a:ext>
            </a:extLst>
          </p:cNvPr>
          <p:cNvSpPr/>
          <p:nvPr/>
        </p:nvSpPr>
        <p:spPr>
          <a:xfrm>
            <a:off x="2411521" y="4948518"/>
            <a:ext cx="5123329" cy="945166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BB6295D-B772-44AF-95AD-71D6CF66E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7899" y="3992244"/>
            <a:ext cx="4431567" cy="135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335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4323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738377"/>
            <a:ext cx="1845939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calculate probability?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have we learnt about probability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62213EF-427D-443C-A326-099F1D1E0FE8}"/>
              </a:ext>
            </a:extLst>
          </p:cNvPr>
          <p:cNvSpPr/>
          <p:nvPr/>
        </p:nvSpPr>
        <p:spPr>
          <a:xfrm>
            <a:off x="8453264" y="1387627"/>
            <a:ext cx="352743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2800" b="1" dirty="0"/>
              <a:t>Sample space: </a:t>
            </a:r>
            <a:r>
              <a:rPr lang="en-US" altLang="en-US" sz="2800" dirty="0"/>
              <a:t>A list of all the possible outcomes.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BB6295D-B772-44AF-95AD-71D6CF66E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6974" y="3939988"/>
            <a:ext cx="4315026" cy="132392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1A79693-DA24-4D70-BE36-812459923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009" y="1394582"/>
            <a:ext cx="5964352" cy="52283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CB21444-CE47-4915-91A1-4C5197277009}"/>
              </a:ext>
            </a:extLst>
          </p:cNvPr>
          <p:cNvSpPr/>
          <p:nvPr/>
        </p:nvSpPr>
        <p:spPr>
          <a:xfrm>
            <a:off x="2474256" y="3939988"/>
            <a:ext cx="5123329" cy="900558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08E116-2E75-4494-AB56-8713DC2FAC0B}"/>
              </a:ext>
            </a:extLst>
          </p:cNvPr>
          <p:cNvSpPr/>
          <p:nvPr/>
        </p:nvSpPr>
        <p:spPr>
          <a:xfrm>
            <a:off x="2411520" y="5718883"/>
            <a:ext cx="5123329" cy="796054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DC31F0-3ADA-423A-82C4-FA19B9B7B5F6}"/>
              </a:ext>
            </a:extLst>
          </p:cNvPr>
          <p:cNvSpPr/>
          <p:nvPr/>
        </p:nvSpPr>
        <p:spPr>
          <a:xfrm>
            <a:off x="2378476" y="4818324"/>
            <a:ext cx="5543840" cy="792588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3751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E96CB1-9426-44F2-936C-E6D5A1822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7692"/>
            <a:ext cx="12226037" cy="4044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17</TotalTime>
  <Words>285</Words>
  <Application>Microsoft Office PowerPoint</Application>
  <PresentationFormat>Widescreen</PresentationFormat>
  <Paragraphs>72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Calibri</vt:lpstr>
      <vt:lpstr>Century Gothic</vt:lpstr>
      <vt:lpstr>DJB Fancy Nancy</vt:lpstr>
      <vt:lpstr>Kiwi School Handwriting</vt:lpstr>
      <vt:lpstr>Tahoma</vt:lpstr>
      <vt:lpstr>Times New Roman</vt:lpstr>
      <vt:lpstr>Wingdings</vt:lpstr>
      <vt:lpstr>Vapor Trail</vt:lpstr>
      <vt:lpstr>Probability review</vt:lpstr>
      <vt:lpstr>PowerPoint Presentation</vt:lpstr>
      <vt:lpstr>PowerPoint Presentation</vt:lpstr>
      <vt:lpstr>PowerPoint Presentation</vt:lpstr>
      <vt:lpstr>Practice</vt:lpstr>
      <vt:lpstr>PowerPoint Presentation</vt:lpstr>
      <vt:lpstr>PowerPoint Presentation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review</dc:title>
  <dc:creator>Nine Labuschagne</dc:creator>
  <cp:lastModifiedBy>Nine Labuschagne</cp:lastModifiedBy>
  <cp:revision>4</cp:revision>
  <dcterms:created xsi:type="dcterms:W3CDTF">2017-10-15T23:31:24Z</dcterms:created>
  <dcterms:modified xsi:type="dcterms:W3CDTF">2017-10-15T23:49:01Z</dcterms:modified>
</cp:coreProperties>
</file>