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3" r:id="rId2"/>
    <p:sldId id="285" r:id="rId3"/>
    <p:sldId id="286" r:id="rId4"/>
    <p:sldId id="283" r:id="rId5"/>
    <p:sldId id="287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5" r:id="rId14"/>
    <p:sldId id="307" r:id="rId15"/>
    <p:sldId id="308" r:id="rId16"/>
    <p:sldId id="309" r:id="rId17"/>
    <p:sldId id="310" r:id="rId18"/>
    <p:sldId id="292" r:id="rId19"/>
    <p:sldId id="306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3689" autoAdjust="0"/>
  </p:normalViewPr>
  <p:slideViewPr>
    <p:cSldViewPr>
      <p:cViewPr varScale="1">
        <p:scale>
          <a:sx n="89" d="100"/>
          <a:sy n="89" d="100"/>
        </p:scale>
        <p:origin x="10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963FB634-9951-4B3C-86B9-E60DAC042A75}"/>
    <pc:docChg chg="undo custSel addSld delSld modSld sldOrd">
      <pc:chgData name="Hamilton Stott" userId="e28223afab1f786a" providerId="LiveId" clId="{963FB634-9951-4B3C-86B9-E60DAC042A75}" dt="2017-10-17T13:09:31" v="1591" actId="14100"/>
      <pc:docMkLst>
        <pc:docMk/>
      </pc:docMkLst>
      <pc:sldChg chg="del">
        <pc:chgData name="Hamilton Stott" userId="e28223afab1f786a" providerId="LiveId" clId="{963FB634-9951-4B3C-86B9-E60DAC042A75}" dt="2017-10-17T12:43:27.166" v="492" actId="2696"/>
        <pc:sldMkLst>
          <pc:docMk/>
          <pc:sldMk cId="0" sldId="263"/>
        </pc:sldMkLst>
      </pc:sldChg>
      <pc:sldChg chg="del">
        <pc:chgData name="Hamilton Stott" userId="e28223afab1f786a" providerId="LiveId" clId="{963FB634-9951-4B3C-86B9-E60DAC042A75}" dt="2017-10-17T12:43:27.913" v="493" actId="2696"/>
        <pc:sldMkLst>
          <pc:docMk/>
          <pc:sldMk cId="0" sldId="267"/>
        </pc:sldMkLst>
      </pc:sldChg>
      <pc:sldChg chg="addSp delSp modSp">
        <pc:chgData name="Hamilton Stott" userId="e28223afab1f786a" providerId="LiveId" clId="{963FB634-9951-4B3C-86B9-E60DAC042A75}" dt="2017-10-17T12:41:32.179" v="302" actId="27636"/>
        <pc:sldMkLst>
          <pc:docMk/>
          <pc:sldMk cId="0" sldId="283"/>
        </pc:sldMkLst>
        <pc:spChg chg="del mod">
          <ac:chgData name="Hamilton Stott" userId="e28223afab1f786a" providerId="LiveId" clId="{963FB634-9951-4B3C-86B9-E60DAC042A75}" dt="2017-10-17T12:40:10.353" v="73" actId="478"/>
          <ac:spMkLst>
            <pc:docMk/>
            <pc:sldMk cId="0" sldId="283"/>
            <ac:spMk id="3" creationId="{00000000-0000-0000-0000-000000000000}"/>
          </ac:spMkLst>
        </pc:spChg>
        <pc:spChg chg="del">
          <ac:chgData name="Hamilton Stott" userId="e28223afab1f786a" providerId="LiveId" clId="{963FB634-9951-4B3C-86B9-E60DAC042A75}" dt="2017-10-17T12:37:59.435" v="0" actId="478"/>
          <ac:spMkLst>
            <pc:docMk/>
            <pc:sldMk cId="0" sldId="283"/>
            <ac:spMk id="4" creationId="{00000000-0000-0000-0000-000000000000}"/>
          </ac:spMkLst>
        </pc:spChg>
        <pc:spChg chg="del mod">
          <ac:chgData name="Hamilton Stott" userId="e28223afab1f786a" providerId="LiveId" clId="{963FB634-9951-4B3C-86B9-E60DAC042A75}" dt="2017-10-17T12:39:02.122" v="56" actId="478"/>
          <ac:spMkLst>
            <pc:docMk/>
            <pc:sldMk cId="0" sldId="283"/>
            <ac:spMk id="5" creationId="{00000000-0000-0000-0000-000000000000}"/>
          </ac:spMkLst>
        </pc:spChg>
        <pc:spChg chg="del">
          <ac:chgData name="Hamilton Stott" userId="e28223afab1f786a" providerId="LiveId" clId="{963FB634-9951-4B3C-86B9-E60DAC042A75}" dt="2017-10-17T12:38:26.923" v="32" actId="478"/>
          <ac:spMkLst>
            <pc:docMk/>
            <pc:sldMk cId="0" sldId="283"/>
            <ac:spMk id="6" creationId="{00000000-0000-0000-0000-000000000000}"/>
          </ac:spMkLst>
        </pc:spChg>
        <pc:spChg chg="del">
          <ac:chgData name="Hamilton Stott" userId="e28223afab1f786a" providerId="LiveId" clId="{963FB634-9951-4B3C-86B9-E60DAC042A75}" dt="2017-10-17T12:38:26.251" v="31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Hamilton Stott" userId="e28223afab1f786a" providerId="LiveId" clId="{963FB634-9951-4B3C-86B9-E60DAC042A75}" dt="2017-10-17T12:38:29.185" v="34" actId="478"/>
          <ac:spMkLst>
            <pc:docMk/>
            <pc:sldMk cId="0" sldId="283"/>
            <ac:spMk id="8" creationId="{00000000-0000-0000-0000-000000000000}"/>
          </ac:spMkLst>
        </pc:spChg>
        <pc:spChg chg="add mod">
          <ac:chgData name="Hamilton Stott" userId="e28223afab1f786a" providerId="LiveId" clId="{963FB634-9951-4B3C-86B9-E60DAC042A75}" dt="2017-10-17T12:41:32.179" v="302" actId="27636"/>
          <ac:spMkLst>
            <pc:docMk/>
            <pc:sldMk cId="0" sldId="283"/>
            <ac:spMk id="11" creationId="{D03A28EF-051A-4B74-972B-4B06A5C1B22A}"/>
          </ac:spMkLst>
        </pc:spChg>
      </pc:sldChg>
      <pc:sldChg chg="addSp delSp modSp">
        <pc:chgData name="Hamilton Stott" userId="e28223afab1f786a" providerId="LiveId" clId="{963FB634-9951-4B3C-86B9-E60DAC042A75}" dt="2017-10-17T12:49:30.505" v="608" actId="478"/>
        <pc:sldMkLst>
          <pc:docMk/>
          <pc:sldMk cId="1303082058" sldId="287"/>
        </pc:sldMkLst>
        <pc:spChg chg="mod">
          <ac:chgData name="Hamilton Stott" userId="e28223afab1f786a" providerId="LiveId" clId="{963FB634-9951-4B3C-86B9-E60DAC042A75}" dt="2017-10-17T12:42:16.792" v="398" actId="313"/>
          <ac:spMkLst>
            <pc:docMk/>
            <pc:sldMk cId="1303082058" sldId="287"/>
            <ac:spMk id="10" creationId="{00000000-0000-0000-0000-000000000000}"/>
          </ac:spMkLst>
        </pc:spChg>
        <pc:spChg chg="mod">
          <ac:chgData name="Hamilton Stott" userId="e28223afab1f786a" providerId="LiveId" clId="{963FB634-9951-4B3C-86B9-E60DAC042A75}" dt="2017-10-17T12:43:21.364" v="491" actId="20577"/>
          <ac:spMkLst>
            <pc:docMk/>
            <pc:sldMk cId="1303082058" sldId="287"/>
            <ac:spMk id="12" creationId="{00000000-0000-0000-0000-000000000000}"/>
          </ac:spMkLst>
        </pc:spChg>
        <pc:spChg chg="del">
          <ac:chgData name="Hamilton Stott" userId="e28223afab1f786a" providerId="LiveId" clId="{963FB634-9951-4B3C-86B9-E60DAC042A75}" dt="2017-10-17T12:42:22.859" v="400" actId="478"/>
          <ac:spMkLst>
            <pc:docMk/>
            <pc:sldMk cId="1303082058" sldId="287"/>
            <ac:spMk id="13" creationId="{E015462C-A929-4BEC-AFFD-866815A6FAE9}"/>
          </ac:spMkLst>
        </pc:spChg>
        <pc:spChg chg="del">
          <ac:chgData name="Hamilton Stott" userId="e28223afab1f786a" providerId="LiveId" clId="{963FB634-9951-4B3C-86B9-E60DAC042A75}" dt="2017-10-17T12:42:21.690" v="399" actId="478"/>
          <ac:spMkLst>
            <pc:docMk/>
            <pc:sldMk cId="1303082058" sldId="287"/>
            <ac:spMk id="15" creationId="{00000000-0000-0000-0000-000000000000}"/>
          </ac:spMkLst>
        </pc:spChg>
        <pc:spChg chg="del mod">
          <ac:chgData name="Hamilton Stott" userId="e28223afab1f786a" providerId="LiveId" clId="{963FB634-9951-4B3C-86B9-E60DAC042A75}" dt="2017-10-17T12:42:27.402" v="404" actId="478"/>
          <ac:spMkLst>
            <pc:docMk/>
            <pc:sldMk cId="1303082058" sldId="287"/>
            <ac:spMk id="17" creationId="{CE943D35-A3B1-4C58-8B65-681FF2C85D1F}"/>
          </ac:spMkLst>
        </pc:spChg>
        <pc:spChg chg="del mod">
          <ac:chgData name="Hamilton Stott" userId="e28223afab1f786a" providerId="LiveId" clId="{963FB634-9951-4B3C-86B9-E60DAC042A75}" dt="2017-10-17T12:42:29.290" v="406" actId="478"/>
          <ac:spMkLst>
            <pc:docMk/>
            <pc:sldMk cId="1303082058" sldId="287"/>
            <ac:spMk id="18" creationId="{15BE50A2-5E7C-481C-8841-60BFD4F847AD}"/>
          </ac:spMkLst>
        </pc:spChg>
        <pc:spChg chg="del">
          <ac:chgData name="Hamilton Stott" userId="e28223afab1f786a" providerId="LiveId" clId="{963FB634-9951-4B3C-86B9-E60DAC042A75}" dt="2017-10-17T12:42:30.986" v="407" actId="478"/>
          <ac:spMkLst>
            <pc:docMk/>
            <pc:sldMk cId="1303082058" sldId="287"/>
            <ac:spMk id="19" creationId="{AA1A526B-20AF-41A0-81E1-9AFAD53FF774}"/>
          </ac:spMkLst>
        </pc:spChg>
        <pc:spChg chg="del mod">
          <ac:chgData name="Hamilton Stott" userId="e28223afab1f786a" providerId="LiveId" clId="{963FB634-9951-4B3C-86B9-E60DAC042A75}" dt="2017-10-17T12:42:25.728" v="402" actId="478"/>
          <ac:spMkLst>
            <pc:docMk/>
            <pc:sldMk cId="1303082058" sldId="287"/>
            <ac:spMk id="20" creationId="{4BDEAE66-F198-414B-A0FA-B68D17F67FC5}"/>
          </ac:spMkLst>
        </pc:spChg>
        <pc:spChg chg="add mod">
          <ac:chgData name="Hamilton Stott" userId="e28223afab1f786a" providerId="LiveId" clId="{963FB634-9951-4B3C-86B9-E60DAC042A75}" dt="2017-10-17T12:47:45.378" v="590" actId="20577"/>
          <ac:spMkLst>
            <pc:docMk/>
            <pc:sldMk cId="1303082058" sldId="287"/>
            <ac:spMk id="21" creationId="{460B9D65-EE41-464D-9DE8-8F90F4F46357}"/>
          </ac:spMkLst>
        </pc:spChg>
        <pc:picChg chg="add del">
          <ac:chgData name="Hamilton Stott" userId="e28223afab1f786a" providerId="LiveId" clId="{963FB634-9951-4B3C-86B9-E60DAC042A75}" dt="2017-10-17T12:47:55.466" v="592" actId="478"/>
          <ac:picMkLst>
            <pc:docMk/>
            <pc:sldMk cId="1303082058" sldId="287"/>
            <ac:picMk id="5" creationId="{9B7208F9-481F-40E8-9AC8-07D3C4BF7425}"/>
          </ac:picMkLst>
        </pc:picChg>
        <pc:picChg chg="add del mod">
          <ac:chgData name="Hamilton Stott" userId="e28223afab1f786a" providerId="LiveId" clId="{963FB634-9951-4B3C-86B9-E60DAC042A75}" dt="2017-10-17T12:48:13.002" v="595" actId="478"/>
          <ac:picMkLst>
            <pc:docMk/>
            <pc:sldMk cId="1303082058" sldId="287"/>
            <ac:picMk id="8" creationId="{02A7FBF4-5249-46B6-A316-82111BBB0A8F}"/>
          </ac:picMkLst>
        </pc:picChg>
        <pc:picChg chg="add del mod">
          <ac:chgData name="Hamilton Stott" userId="e28223afab1f786a" providerId="LiveId" clId="{963FB634-9951-4B3C-86B9-E60DAC042A75}" dt="2017-10-17T12:49:29.874" v="607" actId="478"/>
          <ac:picMkLst>
            <pc:docMk/>
            <pc:sldMk cId="1303082058" sldId="287"/>
            <ac:picMk id="14" creationId="{8E019BB8-C8BE-4441-AAC5-23D5129BF80F}"/>
          </ac:picMkLst>
        </pc:picChg>
        <pc:picChg chg="add del mod">
          <ac:chgData name="Hamilton Stott" userId="e28223afab1f786a" providerId="LiveId" clId="{963FB634-9951-4B3C-86B9-E60DAC042A75}" dt="2017-10-17T12:49:30.505" v="608" actId="478"/>
          <ac:picMkLst>
            <pc:docMk/>
            <pc:sldMk cId="1303082058" sldId="287"/>
            <ac:picMk id="16" creationId="{CCCF6B35-856F-448D-B0AC-03A5C874CFCF}"/>
          </ac:picMkLst>
        </pc:picChg>
        <pc:cxnChg chg="mod">
          <ac:chgData name="Hamilton Stott" userId="e28223afab1f786a" providerId="LiveId" clId="{963FB634-9951-4B3C-86B9-E60DAC042A75}" dt="2017-10-17T12:42:13.659" v="397" actId="14100"/>
          <ac:cxnSpMkLst>
            <pc:docMk/>
            <pc:sldMk cId="1303082058" sldId="287"/>
            <ac:cxnSpMk id="9" creationId="{00000000-0000-0000-0000-000000000000}"/>
          </ac:cxnSpMkLst>
        </pc:cxnChg>
      </pc:sldChg>
      <pc:sldChg chg="del">
        <pc:chgData name="Hamilton Stott" userId="e28223afab1f786a" providerId="LiveId" clId="{963FB634-9951-4B3C-86B9-E60DAC042A75}" dt="2017-10-17T12:43:28.544" v="494" actId="2696"/>
        <pc:sldMkLst>
          <pc:docMk/>
          <pc:sldMk cId="1346068330" sldId="288"/>
        </pc:sldMkLst>
      </pc:sldChg>
      <pc:sldChg chg="del">
        <pc:chgData name="Hamilton Stott" userId="e28223afab1f786a" providerId="LiveId" clId="{963FB634-9951-4B3C-86B9-E60DAC042A75}" dt="2017-10-17T12:43:30.784" v="496" actId="2696"/>
        <pc:sldMkLst>
          <pc:docMk/>
          <pc:sldMk cId="2399889429" sldId="289"/>
        </pc:sldMkLst>
      </pc:sldChg>
      <pc:sldChg chg="del">
        <pc:chgData name="Hamilton Stott" userId="e28223afab1f786a" providerId="LiveId" clId="{963FB634-9951-4B3C-86B9-E60DAC042A75}" dt="2017-10-17T12:43:30.160" v="495" actId="2696"/>
        <pc:sldMkLst>
          <pc:docMk/>
          <pc:sldMk cId="788949280" sldId="290"/>
        </pc:sldMkLst>
      </pc:sldChg>
      <pc:sldChg chg="add del">
        <pc:chgData name="Hamilton Stott" userId="e28223afab1f786a" providerId="LiveId" clId="{963FB634-9951-4B3C-86B9-E60DAC042A75}" dt="2017-10-17T13:06:54.141" v="1426" actId="2696"/>
        <pc:sldMkLst>
          <pc:docMk/>
          <pc:sldMk cId="2195367810" sldId="294"/>
        </pc:sldMkLst>
      </pc:sldChg>
      <pc:sldChg chg="add del">
        <pc:chgData name="Hamilton Stott" userId="e28223afab1f786a" providerId="LiveId" clId="{963FB634-9951-4B3C-86B9-E60DAC042A75}" dt="2017-10-17T13:06:54.153" v="1427" actId="2696"/>
        <pc:sldMkLst>
          <pc:docMk/>
          <pc:sldMk cId="908159769" sldId="295"/>
        </pc:sldMkLst>
      </pc:sldChg>
      <pc:sldChg chg="add del">
        <pc:chgData name="Hamilton Stott" userId="e28223afab1f786a" providerId="LiveId" clId="{963FB634-9951-4B3C-86B9-E60DAC042A75}" dt="2017-10-17T13:06:54.164" v="1428" actId="2696"/>
        <pc:sldMkLst>
          <pc:docMk/>
          <pc:sldMk cId="4148405549" sldId="296"/>
        </pc:sldMkLst>
      </pc:sldChg>
      <pc:sldChg chg="add">
        <pc:chgData name="Hamilton Stott" userId="e28223afab1f786a" providerId="LiveId" clId="{963FB634-9951-4B3C-86B9-E60DAC042A75}" dt="2017-10-17T12:49:25.197" v="606"/>
        <pc:sldMkLst>
          <pc:docMk/>
          <pc:sldMk cId="331671411" sldId="297"/>
        </pc:sldMkLst>
      </pc:sldChg>
      <pc:sldChg chg="modSp add">
        <pc:chgData name="Hamilton Stott" userId="e28223afab1f786a" providerId="LiveId" clId="{963FB634-9951-4B3C-86B9-E60DAC042A75}" dt="2017-10-17T12:49:56.526" v="611" actId="14100"/>
        <pc:sldMkLst>
          <pc:docMk/>
          <pc:sldMk cId="1519045406" sldId="298"/>
        </pc:sldMkLst>
        <pc:picChg chg="mod">
          <ac:chgData name="Hamilton Stott" userId="e28223afab1f786a" providerId="LiveId" clId="{963FB634-9951-4B3C-86B9-E60DAC042A75}" dt="2017-10-17T12:49:56.526" v="611" actId="14100"/>
          <ac:picMkLst>
            <pc:docMk/>
            <pc:sldMk cId="1519045406" sldId="298"/>
            <ac:picMk id="16" creationId="{CCCF6B35-856F-448D-B0AC-03A5C874CFCF}"/>
          </ac:picMkLst>
        </pc:picChg>
      </pc:sldChg>
      <pc:sldChg chg="addSp delSp modSp add">
        <pc:chgData name="Hamilton Stott" userId="e28223afab1f786a" providerId="LiveId" clId="{963FB634-9951-4B3C-86B9-E60DAC042A75}" dt="2017-10-17T12:54:13.794" v="728" actId="255"/>
        <pc:sldMkLst>
          <pc:docMk/>
          <pc:sldMk cId="1264649274" sldId="299"/>
        </pc:sldMkLst>
        <pc:spChg chg="add mod">
          <ac:chgData name="Hamilton Stott" userId="e28223afab1f786a" providerId="LiveId" clId="{963FB634-9951-4B3C-86B9-E60DAC042A75}" dt="2017-10-17T12:54:13.794" v="728" actId="255"/>
          <ac:spMkLst>
            <pc:docMk/>
            <pc:sldMk cId="1264649274" sldId="299"/>
            <ac:spMk id="13" creationId="{A8A6DF0D-61DA-4974-B858-AD57822CA324}"/>
          </ac:spMkLst>
        </pc:spChg>
        <pc:picChg chg="del">
          <ac:chgData name="Hamilton Stott" userId="e28223afab1f786a" providerId="LiveId" clId="{963FB634-9951-4B3C-86B9-E60DAC042A75}" dt="2017-10-17T12:51:47.818" v="613" actId="478"/>
          <ac:picMkLst>
            <pc:docMk/>
            <pc:sldMk cId="1264649274" sldId="299"/>
            <ac:picMk id="16" creationId="{CCCF6B35-856F-448D-B0AC-03A5C874CFCF}"/>
          </ac:picMkLst>
        </pc:picChg>
      </pc:sldChg>
      <pc:sldChg chg="addSp delSp modSp add">
        <pc:chgData name="Hamilton Stott" userId="e28223afab1f786a" providerId="LiveId" clId="{963FB634-9951-4B3C-86B9-E60DAC042A75}" dt="2017-10-17T12:55:18.450" v="791" actId="20577"/>
        <pc:sldMkLst>
          <pc:docMk/>
          <pc:sldMk cId="259092306" sldId="300"/>
        </pc:sldMkLst>
        <pc:spChg chg="mod">
          <ac:chgData name="Hamilton Stott" userId="e28223afab1f786a" providerId="LiveId" clId="{963FB634-9951-4B3C-86B9-E60DAC042A75}" dt="2017-10-17T12:55:18.450" v="791" actId="20577"/>
          <ac:spMkLst>
            <pc:docMk/>
            <pc:sldMk cId="259092306" sldId="300"/>
            <ac:spMk id="13" creationId="{A8A6DF0D-61DA-4974-B858-AD57822CA324}"/>
          </ac:spMkLst>
        </pc:spChg>
        <pc:spChg chg="add del mod">
          <ac:chgData name="Hamilton Stott" userId="e28223afab1f786a" providerId="LiveId" clId="{963FB634-9951-4B3C-86B9-E60DAC042A75}" dt="2017-10-17T12:54:57.962" v="750" actId="478"/>
          <ac:spMkLst>
            <pc:docMk/>
            <pc:sldMk cId="259092306" sldId="300"/>
            <ac:spMk id="15" creationId="{28F1146F-50CA-41E9-A2C1-1A63E08C11A0}"/>
          </ac:spMkLst>
        </pc:spChg>
        <pc:spChg chg="del mod">
          <ac:chgData name="Hamilton Stott" userId="e28223afab1f786a" providerId="LiveId" clId="{963FB634-9951-4B3C-86B9-E60DAC042A75}" dt="2017-10-17T12:53:52.609" v="725" actId="478"/>
          <ac:spMkLst>
            <pc:docMk/>
            <pc:sldMk cId="259092306" sldId="300"/>
            <ac:spMk id="21" creationId="{460B9D65-EE41-464D-9DE8-8F90F4F46357}"/>
          </ac:spMkLst>
        </pc:spChg>
        <pc:picChg chg="mod">
          <ac:chgData name="Hamilton Stott" userId="e28223afab1f786a" providerId="LiveId" clId="{963FB634-9951-4B3C-86B9-E60DAC042A75}" dt="2017-10-17T12:53:54.823" v="726" actId="1076"/>
          <ac:picMkLst>
            <pc:docMk/>
            <pc:sldMk cId="259092306" sldId="300"/>
            <ac:picMk id="14" creationId="{8E019BB8-C8BE-4441-AAC5-23D5129BF80F}"/>
          </ac:picMkLst>
        </pc:picChg>
      </pc:sldChg>
      <pc:sldChg chg="addSp modSp add">
        <pc:chgData name="Hamilton Stott" userId="e28223afab1f786a" providerId="LiveId" clId="{963FB634-9951-4B3C-86B9-E60DAC042A75}" dt="2017-10-17T12:56:13.236" v="911" actId="20577"/>
        <pc:sldMkLst>
          <pc:docMk/>
          <pc:sldMk cId="295371039" sldId="301"/>
        </pc:sldMkLst>
        <pc:spChg chg="add mod">
          <ac:chgData name="Hamilton Stott" userId="e28223afab1f786a" providerId="LiveId" clId="{963FB634-9951-4B3C-86B9-E60DAC042A75}" dt="2017-10-17T12:56:13.236" v="911" actId="20577"/>
          <ac:spMkLst>
            <pc:docMk/>
            <pc:sldMk cId="295371039" sldId="301"/>
            <ac:spMk id="15" creationId="{B27A4E1E-341F-4E2C-A505-7197149202EC}"/>
          </ac:spMkLst>
        </pc:spChg>
      </pc:sldChg>
      <pc:sldChg chg="modSp add">
        <pc:chgData name="Hamilton Stott" userId="e28223afab1f786a" providerId="LiveId" clId="{963FB634-9951-4B3C-86B9-E60DAC042A75}" dt="2017-10-17T12:56:45.115" v="996" actId="20577"/>
        <pc:sldMkLst>
          <pc:docMk/>
          <pc:sldMk cId="1942424255" sldId="302"/>
        </pc:sldMkLst>
        <pc:spChg chg="mod">
          <ac:chgData name="Hamilton Stott" userId="e28223afab1f786a" providerId="LiveId" clId="{963FB634-9951-4B3C-86B9-E60DAC042A75}" dt="2017-10-17T12:56:45.115" v="996" actId="20577"/>
          <ac:spMkLst>
            <pc:docMk/>
            <pc:sldMk cId="1942424255" sldId="302"/>
            <ac:spMk id="15" creationId="{B27A4E1E-341F-4E2C-A505-7197149202EC}"/>
          </ac:spMkLst>
        </pc:spChg>
      </pc:sldChg>
      <pc:sldChg chg="modSp add">
        <pc:chgData name="Hamilton Stott" userId="e28223afab1f786a" providerId="LiveId" clId="{963FB634-9951-4B3C-86B9-E60DAC042A75}" dt="2017-10-17T12:58:23.678" v="1149" actId="115"/>
        <pc:sldMkLst>
          <pc:docMk/>
          <pc:sldMk cId="3852142258" sldId="303"/>
        </pc:sldMkLst>
        <pc:spChg chg="mod">
          <ac:chgData name="Hamilton Stott" userId="e28223afab1f786a" providerId="LiveId" clId="{963FB634-9951-4B3C-86B9-E60DAC042A75}" dt="2017-10-17T12:58:23.678" v="1149" actId="115"/>
          <ac:spMkLst>
            <pc:docMk/>
            <pc:sldMk cId="3852142258" sldId="303"/>
            <ac:spMk id="15" creationId="{B27A4E1E-341F-4E2C-A505-7197149202EC}"/>
          </ac:spMkLst>
        </pc:spChg>
      </pc:sldChg>
      <pc:sldChg chg="add del">
        <pc:chgData name="Hamilton Stott" userId="e28223afab1f786a" providerId="LiveId" clId="{963FB634-9951-4B3C-86B9-E60DAC042A75}" dt="2017-10-17T13:08:27.053" v="1533" actId="2696"/>
        <pc:sldMkLst>
          <pc:docMk/>
          <pc:sldMk cId="3721699598" sldId="304"/>
        </pc:sldMkLst>
      </pc:sldChg>
      <pc:sldChg chg="add ord modNotesTx">
        <pc:chgData name="Hamilton Stott" userId="e28223afab1f786a" providerId="LiveId" clId="{963FB634-9951-4B3C-86B9-E60DAC042A75}" dt="2017-10-17T13:00:16.081" v="1266" actId="20577"/>
        <pc:sldMkLst>
          <pc:docMk/>
          <pc:sldMk cId="1900796813" sldId="305"/>
        </pc:sldMkLst>
      </pc:sldChg>
      <pc:sldChg chg="add ord modNotesTx">
        <pc:chgData name="Hamilton Stott" userId="e28223afab1f786a" providerId="LiveId" clId="{963FB634-9951-4B3C-86B9-E60DAC042A75}" dt="2017-10-17T13:08:23.280" v="1532" actId="20577"/>
        <pc:sldMkLst>
          <pc:docMk/>
          <pc:sldMk cId="3200671243" sldId="306"/>
        </pc:sldMkLst>
      </pc:sldChg>
      <pc:sldChg chg="addSp delSp modSp add ord">
        <pc:chgData name="Hamilton Stott" userId="e28223afab1f786a" providerId="LiveId" clId="{963FB634-9951-4B3C-86B9-E60DAC042A75}" dt="2017-10-17T13:03:21.920" v="1322" actId="20577"/>
        <pc:sldMkLst>
          <pc:docMk/>
          <pc:sldMk cId="1901288841" sldId="307"/>
        </pc:sldMkLst>
        <pc:spChg chg="del">
          <ac:chgData name="Hamilton Stott" userId="e28223afab1f786a" providerId="LiveId" clId="{963FB634-9951-4B3C-86B9-E60DAC042A75}" dt="2017-10-17T13:01:14.842" v="1271" actId="478"/>
          <ac:spMkLst>
            <pc:docMk/>
            <pc:sldMk cId="1901288841" sldId="307"/>
            <ac:spMk id="13" creationId="{A8A6DF0D-61DA-4974-B858-AD57822CA324}"/>
          </ac:spMkLst>
        </pc:spChg>
        <pc:spChg chg="del">
          <ac:chgData name="Hamilton Stott" userId="e28223afab1f786a" providerId="LiveId" clId="{963FB634-9951-4B3C-86B9-E60DAC042A75}" dt="2017-10-17T13:01:18.818" v="1272" actId="478"/>
          <ac:spMkLst>
            <pc:docMk/>
            <pc:sldMk cId="1901288841" sldId="307"/>
            <ac:spMk id="15" creationId="{B27A4E1E-341F-4E2C-A505-7197149202EC}"/>
          </ac:spMkLst>
        </pc:spChg>
        <pc:spChg chg="add mod">
          <ac:chgData name="Hamilton Stott" userId="e28223afab1f786a" providerId="LiveId" clId="{963FB634-9951-4B3C-86B9-E60DAC042A75}" dt="2017-10-17T13:03:07.180" v="1304" actId="1076"/>
          <ac:spMkLst>
            <pc:docMk/>
            <pc:sldMk cId="1901288841" sldId="307"/>
            <ac:spMk id="22" creationId="{8548205E-E940-4C02-835B-D3DF3ACC481D}"/>
          </ac:spMkLst>
        </pc:spChg>
        <pc:spChg chg="add mod">
          <ac:chgData name="Hamilton Stott" userId="e28223afab1f786a" providerId="LiveId" clId="{963FB634-9951-4B3C-86B9-E60DAC042A75}" dt="2017-10-17T13:03:21.920" v="1322" actId="20577"/>
          <ac:spMkLst>
            <pc:docMk/>
            <pc:sldMk cId="1901288841" sldId="307"/>
            <ac:spMk id="23" creationId="{88F0F404-C55D-4E0A-9DAC-4715CD290255}"/>
          </ac:spMkLst>
        </pc:spChg>
        <pc:picChg chg="del">
          <ac:chgData name="Hamilton Stott" userId="e28223afab1f786a" providerId="LiveId" clId="{963FB634-9951-4B3C-86B9-E60DAC042A75}" dt="2017-10-17T13:01:25.225" v="1273" actId="478"/>
          <ac:picMkLst>
            <pc:docMk/>
            <pc:sldMk cId="1901288841" sldId="307"/>
            <ac:picMk id="14" creationId="{8E019BB8-C8BE-4441-AAC5-23D5129BF80F}"/>
          </ac:picMkLst>
        </pc:picChg>
        <pc:cxnChg chg="add mod">
          <ac:chgData name="Hamilton Stott" userId="e28223afab1f786a" providerId="LiveId" clId="{963FB634-9951-4B3C-86B9-E60DAC042A75}" dt="2017-10-17T13:01:59.908" v="1279" actId="1076"/>
          <ac:cxnSpMkLst>
            <pc:docMk/>
            <pc:sldMk cId="1901288841" sldId="307"/>
            <ac:cxnSpMk id="5" creationId="{D69BB40B-3ADD-42E8-8600-1685941709C5}"/>
          </ac:cxnSpMkLst>
        </pc:cxnChg>
        <pc:cxnChg chg="add mod">
          <ac:chgData name="Hamilton Stott" userId="e28223afab1f786a" providerId="LiveId" clId="{963FB634-9951-4B3C-86B9-E60DAC042A75}" dt="2017-10-17T13:02:06.908" v="1280" actId="14100"/>
          <ac:cxnSpMkLst>
            <pc:docMk/>
            <pc:sldMk cId="1901288841" sldId="307"/>
            <ac:cxnSpMk id="16" creationId="{382F2E8C-C5EB-49F2-82BD-A6B089C50D0B}"/>
          </ac:cxnSpMkLst>
        </pc:cxnChg>
        <pc:cxnChg chg="add del mod">
          <ac:chgData name="Hamilton Stott" userId="e28223afab1f786a" providerId="LiveId" clId="{963FB634-9951-4B3C-86B9-E60DAC042A75}" dt="2017-10-17T13:02:40.618" v="1288" actId="478"/>
          <ac:cxnSpMkLst>
            <pc:docMk/>
            <pc:sldMk cId="1901288841" sldId="307"/>
            <ac:cxnSpMk id="18" creationId="{9EBD136B-5D3E-4F19-933C-F63778DD352B}"/>
          </ac:cxnSpMkLst>
        </pc:cxnChg>
        <pc:cxnChg chg="add del mod">
          <ac:chgData name="Hamilton Stott" userId="e28223afab1f786a" providerId="LiveId" clId="{963FB634-9951-4B3C-86B9-E60DAC042A75}" dt="2017-10-17T13:02:40.618" v="1288" actId="478"/>
          <ac:cxnSpMkLst>
            <pc:docMk/>
            <pc:sldMk cId="1901288841" sldId="307"/>
            <ac:cxnSpMk id="19" creationId="{8BBC7C12-2882-4089-8C9E-CB9D9D470C8B}"/>
          </ac:cxnSpMkLst>
        </pc:cxnChg>
        <pc:cxnChg chg="add del mod">
          <ac:chgData name="Hamilton Stott" userId="e28223afab1f786a" providerId="LiveId" clId="{963FB634-9951-4B3C-86B9-E60DAC042A75}" dt="2017-10-17T13:02:40.618" v="1288" actId="478"/>
          <ac:cxnSpMkLst>
            <pc:docMk/>
            <pc:sldMk cId="1901288841" sldId="307"/>
            <ac:cxnSpMk id="20" creationId="{8FA58F2F-FF3E-41AC-8135-6E8318A82EF4}"/>
          </ac:cxnSpMkLst>
        </pc:cxnChg>
        <pc:cxnChg chg="add del mod">
          <ac:chgData name="Hamilton Stott" userId="e28223afab1f786a" providerId="LiveId" clId="{963FB634-9951-4B3C-86B9-E60DAC042A75}" dt="2017-10-17T13:02:40.618" v="1288" actId="478"/>
          <ac:cxnSpMkLst>
            <pc:docMk/>
            <pc:sldMk cId="1901288841" sldId="307"/>
            <ac:cxnSpMk id="21" creationId="{F21057EC-0E5D-49B7-BF80-D5A1DE7D6DC3}"/>
          </ac:cxnSpMkLst>
        </pc:cxnChg>
      </pc:sldChg>
      <pc:sldChg chg="addSp delSp modSp add">
        <pc:chgData name="Hamilton Stott" userId="e28223afab1f786a" providerId="LiveId" clId="{963FB634-9951-4B3C-86B9-E60DAC042A75}" dt="2017-10-17T13:05:44.545" v="1400" actId="20577"/>
        <pc:sldMkLst>
          <pc:docMk/>
          <pc:sldMk cId="944473140" sldId="308"/>
        </pc:sldMkLst>
        <pc:spChg chg="add mod">
          <ac:chgData name="Hamilton Stott" userId="e28223afab1f786a" providerId="LiveId" clId="{963FB634-9951-4B3C-86B9-E60DAC042A75}" dt="2017-10-17T13:03:37.611" v="1324" actId="14100"/>
          <ac:spMkLst>
            <pc:docMk/>
            <pc:sldMk cId="944473140" sldId="308"/>
            <ac:spMk id="17" creationId="{E3F4FB54-FBDF-4ECB-A4A8-40728561F1C0}"/>
          </ac:spMkLst>
        </pc:spChg>
        <pc:spChg chg="add mod">
          <ac:chgData name="Hamilton Stott" userId="e28223afab1f786a" providerId="LiveId" clId="{963FB634-9951-4B3C-86B9-E60DAC042A75}" dt="2017-10-17T13:03:40.636" v="1325" actId="14100"/>
          <ac:spMkLst>
            <pc:docMk/>
            <pc:sldMk cId="944473140" sldId="308"/>
            <ac:spMk id="22" creationId="{1B7BDD9C-F37A-49CB-AA50-00D82A8596F3}"/>
          </ac:spMkLst>
        </pc:spChg>
        <pc:spChg chg="add mod">
          <ac:chgData name="Hamilton Stott" userId="e28223afab1f786a" providerId="LiveId" clId="{963FB634-9951-4B3C-86B9-E60DAC042A75}" dt="2017-10-17T13:04:21.315" v="1339" actId="1076"/>
          <ac:spMkLst>
            <pc:docMk/>
            <pc:sldMk cId="944473140" sldId="308"/>
            <ac:spMk id="23" creationId="{2F77E55F-F814-4C99-8E01-58DD63C4AAD2}"/>
          </ac:spMkLst>
        </pc:spChg>
        <pc:spChg chg="add del mod">
          <ac:chgData name="Hamilton Stott" userId="e28223afab1f786a" providerId="LiveId" clId="{963FB634-9951-4B3C-86B9-E60DAC042A75}" dt="2017-10-17T13:04:10" v="1335" actId="478"/>
          <ac:spMkLst>
            <pc:docMk/>
            <pc:sldMk cId="944473140" sldId="308"/>
            <ac:spMk id="24" creationId="{72763DB5-9EF0-49BB-BC60-63F6D3E9FCE7}"/>
          </ac:spMkLst>
        </pc:spChg>
        <pc:spChg chg="add mod">
          <ac:chgData name="Hamilton Stott" userId="e28223afab1f786a" providerId="LiveId" clId="{963FB634-9951-4B3C-86B9-E60DAC042A75}" dt="2017-10-17T13:04:35.322" v="1345" actId="20577"/>
          <ac:spMkLst>
            <pc:docMk/>
            <pc:sldMk cId="944473140" sldId="308"/>
            <ac:spMk id="25" creationId="{FFB94552-97E1-4770-AB5D-BEFC26EBDCDE}"/>
          </ac:spMkLst>
        </pc:spChg>
        <pc:spChg chg="add mod">
          <ac:chgData name="Hamilton Stott" userId="e28223afab1f786a" providerId="LiveId" clId="{963FB634-9951-4B3C-86B9-E60DAC042A75}" dt="2017-10-17T13:04:41.797" v="1347" actId="1076"/>
          <ac:spMkLst>
            <pc:docMk/>
            <pc:sldMk cId="944473140" sldId="308"/>
            <ac:spMk id="26" creationId="{1A2D9A98-3CA6-4211-91C6-CCAE49A189F2}"/>
          </ac:spMkLst>
        </pc:spChg>
        <pc:spChg chg="add mod">
          <ac:chgData name="Hamilton Stott" userId="e28223afab1f786a" providerId="LiveId" clId="{963FB634-9951-4B3C-86B9-E60DAC042A75}" dt="2017-10-17T13:04:51.346" v="1355" actId="20577"/>
          <ac:spMkLst>
            <pc:docMk/>
            <pc:sldMk cId="944473140" sldId="308"/>
            <ac:spMk id="27" creationId="{F6014100-9E59-463F-BDC1-6B09FC612A5A}"/>
          </ac:spMkLst>
        </pc:spChg>
        <pc:spChg chg="add mod">
          <ac:chgData name="Hamilton Stott" userId="e28223afab1f786a" providerId="LiveId" clId="{963FB634-9951-4B3C-86B9-E60DAC042A75}" dt="2017-10-17T13:05:05.468" v="1368" actId="14100"/>
          <ac:spMkLst>
            <pc:docMk/>
            <pc:sldMk cId="944473140" sldId="308"/>
            <ac:spMk id="28" creationId="{0A4EBEEC-A8C5-4EC8-810A-D497164E0B93}"/>
          </ac:spMkLst>
        </pc:spChg>
        <pc:spChg chg="add mod">
          <ac:chgData name="Hamilton Stott" userId="e28223afab1f786a" providerId="LiveId" clId="{963FB634-9951-4B3C-86B9-E60DAC042A75}" dt="2017-10-17T13:05:14.545" v="1374" actId="20577"/>
          <ac:spMkLst>
            <pc:docMk/>
            <pc:sldMk cId="944473140" sldId="308"/>
            <ac:spMk id="29" creationId="{822F79D7-6BA9-4B26-9A79-D57884A5F1EB}"/>
          </ac:spMkLst>
        </pc:spChg>
        <pc:spChg chg="add mod">
          <ac:chgData name="Hamilton Stott" userId="e28223afab1f786a" providerId="LiveId" clId="{963FB634-9951-4B3C-86B9-E60DAC042A75}" dt="2017-10-17T13:05:39.690" v="1398" actId="20577"/>
          <ac:spMkLst>
            <pc:docMk/>
            <pc:sldMk cId="944473140" sldId="308"/>
            <ac:spMk id="30" creationId="{2CE79263-AB92-4C56-9500-4D51B445D923}"/>
          </ac:spMkLst>
        </pc:spChg>
        <pc:spChg chg="add mod">
          <ac:chgData name="Hamilton Stott" userId="e28223afab1f786a" providerId="LiveId" clId="{963FB634-9951-4B3C-86B9-E60DAC042A75}" dt="2017-10-17T13:05:44.545" v="1400" actId="20577"/>
          <ac:spMkLst>
            <pc:docMk/>
            <pc:sldMk cId="944473140" sldId="308"/>
            <ac:spMk id="31" creationId="{C9AF8D0A-9A4F-447C-8D18-8EDF7AF7AA54}"/>
          </ac:spMkLst>
        </pc:spChg>
      </pc:sldChg>
      <pc:sldChg chg="addSp modSp add">
        <pc:chgData name="Hamilton Stott" userId="e28223afab1f786a" providerId="LiveId" clId="{963FB634-9951-4B3C-86B9-E60DAC042A75}" dt="2017-10-17T13:06:43.216" v="1425" actId="14100"/>
        <pc:sldMkLst>
          <pc:docMk/>
          <pc:sldMk cId="1182762076" sldId="309"/>
        </pc:sldMkLst>
        <pc:spChg chg="mod">
          <ac:chgData name="Hamilton Stott" userId="e28223afab1f786a" providerId="LiveId" clId="{963FB634-9951-4B3C-86B9-E60DAC042A75}" dt="2017-10-17T13:05:59.654" v="1403" actId="1076"/>
          <ac:spMkLst>
            <pc:docMk/>
            <pc:sldMk cId="1182762076" sldId="309"/>
            <ac:spMk id="12" creationId="{00000000-0000-0000-0000-000000000000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17" creationId="{E3F4FB54-FBDF-4ECB-A4A8-40728561F1C0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22" creationId="{1B7BDD9C-F37A-49CB-AA50-00D82A8596F3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23" creationId="{2F77E55F-F814-4C99-8E01-58DD63C4AAD2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25" creationId="{FFB94552-97E1-4770-AB5D-BEFC26EBDCDE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26" creationId="{1A2D9A98-3CA6-4211-91C6-CCAE49A189F2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27" creationId="{F6014100-9E59-463F-BDC1-6B09FC612A5A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28" creationId="{0A4EBEEC-A8C5-4EC8-810A-D497164E0B93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29" creationId="{822F79D7-6BA9-4B26-9A79-D57884A5F1EB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30" creationId="{2CE79263-AB92-4C56-9500-4D51B445D923}"/>
          </ac:spMkLst>
        </pc:spChg>
        <pc:spChg chg="mod">
          <ac:chgData name="Hamilton Stott" userId="e28223afab1f786a" providerId="LiveId" clId="{963FB634-9951-4B3C-86B9-E60DAC042A75}" dt="2017-10-17T13:06:18.824" v="1409" actId="404"/>
          <ac:spMkLst>
            <pc:docMk/>
            <pc:sldMk cId="1182762076" sldId="309"/>
            <ac:spMk id="31" creationId="{C9AF8D0A-9A4F-447C-8D18-8EDF7AF7AA54}"/>
          </ac:spMkLst>
        </pc:spChg>
        <pc:spChg chg="add mod">
          <ac:chgData name="Hamilton Stott" userId="e28223afab1f786a" providerId="LiveId" clId="{963FB634-9951-4B3C-86B9-E60DAC042A75}" dt="2017-10-17T13:06:43.216" v="1425" actId="14100"/>
          <ac:spMkLst>
            <pc:docMk/>
            <pc:sldMk cId="1182762076" sldId="309"/>
            <ac:spMk id="32" creationId="{016F7C5C-E1EA-4713-80E4-182198DF72B8}"/>
          </ac:spMkLst>
        </pc:spChg>
        <pc:cxnChg chg="mod">
          <ac:chgData name="Hamilton Stott" userId="e28223afab1f786a" providerId="LiveId" clId="{963FB634-9951-4B3C-86B9-E60DAC042A75}" dt="2017-10-17T13:06:12.809" v="1405" actId="14100"/>
          <ac:cxnSpMkLst>
            <pc:docMk/>
            <pc:sldMk cId="1182762076" sldId="309"/>
            <ac:cxnSpMk id="5" creationId="{D69BB40B-3ADD-42E8-8600-1685941709C5}"/>
          </ac:cxnSpMkLst>
        </pc:cxnChg>
        <pc:cxnChg chg="mod">
          <ac:chgData name="Hamilton Stott" userId="e28223afab1f786a" providerId="LiveId" clId="{963FB634-9951-4B3C-86B9-E60DAC042A75}" dt="2017-10-17T13:06:12.809" v="1405" actId="14100"/>
          <ac:cxnSpMkLst>
            <pc:docMk/>
            <pc:sldMk cId="1182762076" sldId="309"/>
            <ac:cxnSpMk id="16" creationId="{382F2E8C-C5EB-49F2-82BD-A6B089C50D0B}"/>
          </ac:cxnSpMkLst>
        </pc:cxnChg>
        <pc:cxnChg chg="mod">
          <ac:chgData name="Hamilton Stott" userId="e28223afab1f786a" providerId="LiveId" clId="{963FB634-9951-4B3C-86B9-E60DAC042A75}" dt="2017-10-17T13:06:12.809" v="1405" actId="14100"/>
          <ac:cxnSpMkLst>
            <pc:docMk/>
            <pc:sldMk cId="1182762076" sldId="309"/>
            <ac:cxnSpMk id="18" creationId="{9EBD136B-5D3E-4F19-933C-F63778DD352B}"/>
          </ac:cxnSpMkLst>
        </pc:cxnChg>
        <pc:cxnChg chg="mod">
          <ac:chgData name="Hamilton Stott" userId="e28223afab1f786a" providerId="LiveId" clId="{963FB634-9951-4B3C-86B9-E60DAC042A75}" dt="2017-10-17T13:06:12.809" v="1405" actId="14100"/>
          <ac:cxnSpMkLst>
            <pc:docMk/>
            <pc:sldMk cId="1182762076" sldId="309"/>
            <ac:cxnSpMk id="19" creationId="{8BBC7C12-2882-4089-8C9E-CB9D9D470C8B}"/>
          </ac:cxnSpMkLst>
        </pc:cxnChg>
        <pc:cxnChg chg="mod">
          <ac:chgData name="Hamilton Stott" userId="e28223afab1f786a" providerId="LiveId" clId="{963FB634-9951-4B3C-86B9-E60DAC042A75}" dt="2017-10-17T13:06:12.809" v="1405" actId="14100"/>
          <ac:cxnSpMkLst>
            <pc:docMk/>
            <pc:sldMk cId="1182762076" sldId="309"/>
            <ac:cxnSpMk id="20" creationId="{8FA58F2F-FF3E-41AC-8135-6E8318A82EF4}"/>
          </ac:cxnSpMkLst>
        </pc:cxnChg>
        <pc:cxnChg chg="mod">
          <ac:chgData name="Hamilton Stott" userId="e28223afab1f786a" providerId="LiveId" clId="{963FB634-9951-4B3C-86B9-E60DAC042A75}" dt="2017-10-17T13:06:12.809" v="1405" actId="14100"/>
          <ac:cxnSpMkLst>
            <pc:docMk/>
            <pc:sldMk cId="1182762076" sldId="309"/>
            <ac:cxnSpMk id="21" creationId="{F21057EC-0E5D-49B7-BF80-D5A1DE7D6DC3}"/>
          </ac:cxnSpMkLst>
        </pc:cxnChg>
      </pc:sldChg>
      <pc:sldChg chg="addSp modSp add">
        <pc:chgData name="Hamilton Stott" userId="e28223afab1f786a" providerId="LiveId" clId="{963FB634-9951-4B3C-86B9-E60DAC042A75}" dt="2017-10-17T13:09:31" v="1591" actId="14100"/>
        <pc:sldMkLst>
          <pc:docMk/>
          <pc:sldMk cId="2362028054" sldId="310"/>
        </pc:sldMkLst>
        <pc:spChg chg="add mod">
          <ac:chgData name="Hamilton Stott" userId="e28223afab1f786a" providerId="LiveId" clId="{963FB634-9951-4B3C-86B9-E60DAC042A75}" dt="2017-10-17T13:09:31" v="1591" actId="14100"/>
          <ac:spMkLst>
            <pc:docMk/>
            <pc:sldMk cId="2362028054" sldId="310"/>
            <ac:spMk id="33" creationId="{A4E55C70-3C19-4007-95FF-1E5FA01B50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17/10/2017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Dark hair, not dark hair</a:t>
            </a:r>
          </a:p>
          <a:p>
            <a:r>
              <a:rPr lang="en-AU" dirty="0"/>
              <a:t>Short hair, long hair</a:t>
            </a:r>
          </a:p>
          <a:p>
            <a:endParaRPr lang="en-AU" dirty="0"/>
          </a:p>
          <a:p>
            <a:r>
              <a:rPr lang="en-AU" dirty="0"/>
              <a:t>Alternatives: boy / girl, shorts/pants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134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Only if required to move on to the next topic inside the same session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563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17/10/2017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BB5D57-6178-4F62-B472-0312F6D95A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E47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smiling for the camera&#10;&#10;Description generated with very high confidence">
            <a:extLst>
              <a:ext uri="{FF2B5EF4-FFF2-40B4-BE49-F238E27FC236}">
                <a16:creationId xmlns:a16="http://schemas.microsoft.com/office/drawing/2014/main" id="{EE8C3C00-63C7-44D8-AFE0-8EBB775DF0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81"/>
          <a:stretch/>
        </p:blipFill>
        <p:spPr>
          <a:xfrm>
            <a:off x="482600" y="643467"/>
            <a:ext cx="8178799" cy="557106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C61BD32-7542-4D52-BA5A-3ADE869BF8A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33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03A28EF-051A-4B74-972B-4B06A5C1B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dirty="0"/>
              <a:t>Probability today is a Wednesday?</a:t>
            </a:r>
          </a:p>
          <a:p>
            <a:endParaRPr lang="en-AU" dirty="0"/>
          </a:p>
          <a:p>
            <a:r>
              <a:rPr lang="en-AU" dirty="0"/>
              <a:t>Probability today is not a Wednesday?</a:t>
            </a:r>
          </a:p>
          <a:p>
            <a:endParaRPr lang="en-AU" dirty="0"/>
          </a:p>
          <a:p>
            <a:r>
              <a:rPr lang="en-AU" dirty="0"/>
              <a:t>Probability today is either a Wednesday or not a Wednesday?</a:t>
            </a:r>
          </a:p>
          <a:p>
            <a:endParaRPr lang="en-AU" dirty="0"/>
          </a:p>
          <a:p>
            <a:r>
              <a:rPr lang="en-AU" dirty="0"/>
              <a:t>Probability today is a Wednesday, and also not a Wednesday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B9D65-EE41-464D-9DE8-8F90F4F46357}"/>
              </a:ext>
            </a:extLst>
          </p:cNvPr>
          <p:cNvSpPr txBox="1"/>
          <p:nvPr/>
        </p:nvSpPr>
        <p:spPr>
          <a:xfrm>
            <a:off x="1547664" y="2020151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</p:spTree>
    <p:extLst>
      <p:ext uri="{BB962C8B-B14F-4D97-AF65-F5344CB8AC3E}">
        <p14:creationId xmlns:p14="http://schemas.microsoft.com/office/powerpoint/2010/main" val="1303082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B9D65-EE41-464D-9DE8-8F90F4F46357}"/>
              </a:ext>
            </a:extLst>
          </p:cNvPr>
          <p:cNvSpPr txBox="1"/>
          <p:nvPr/>
        </p:nvSpPr>
        <p:spPr>
          <a:xfrm>
            <a:off x="1547664" y="2020151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19BB8-C8BE-4441-AAC5-23D5129B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045463"/>
            <a:ext cx="2809875" cy="2314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CF6B35-856F-448D-B0AC-03A5C874C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3376422"/>
            <a:ext cx="2088232" cy="192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1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B9D65-EE41-464D-9DE8-8F90F4F46357}"/>
              </a:ext>
            </a:extLst>
          </p:cNvPr>
          <p:cNvSpPr txBox="1"/>
          <p:nvPr/>
        </p:nvSpPr>
        <p:spPr>
          <a:xfrm>
            <a:off x="1547664" y="2020151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19BB8-C8BE-4441-AAC5-23D5129B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045463"/>
            <a:ext cx="2809875" cy="23145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CCF6B35-856F-448D-B0AC-03A5C874C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3376422"/>
            <a:ext cx="936104" cy="192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4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B9D65-EE41-464D-9DE8-8F90F4F46357}"/>
              </a:ext>
            </a:extLst>
          </p:cNvPr>
          <p:cNvSpPr txBox="1"/>
          <p:nvPr/>
        </p:nvSpPr>
        <p:spPr>
          <a:xfrm>
            <a:off x="1547664" y="2020151"/>
            <a:ext cx="6984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For a coin toss we can have a heads or a tails. What happens if we toss two coins?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19BB8-C8BE-4441-AAC5-23D5129B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3045463"/>
            <a:ext cx="2809875" cy="2314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A6DF0D-61DA-4974-B858-AD57822CA324}"/>
              </a:ext>
            </a:extLst>
          </p:cNvPr>
          <p:cNvSpPr txBox="1"/>
          <p:nvPr/>
        </p:nvSpPr>
        <p:spPr>
          <a:xfrm>
            <a:off x="5148064" y="2851148"/>
            <a:ext cx="338437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300" dirty="0"/>
              <a:t>Heads then Heads</a:t>
            </a:r>
          </a:p>
          <a:p>
            <a:r>
              <a:rPr lang="en-AU" sz="3300" dirty="0"/>
              <a:t>Heads then Tails</a:t>
            </a:r>
          </a:p>
          <a:p>
            <a:r>
              <a:rPr lang="en-AU" sz="3300" dirty="0"/>
              <a:t>Tails then Heads</a:t>
            </a:r>
          </a:p>
          <a:p>
            <a:r>
              <a:rPr lang="en-AU" sz="3300" dirty="0"/>
              <a:t>Tails then Tails</a:t>
            </a:r>
          </a:p>
        </p:txBody>
      </p:sp>
    </p:spTree>
    <p:extLst>
      <p:ext uri="{BB962C8B-B14F-4D97-AF65-F5344CB8AC3E}">
        <p14:creationId xmlns:p14="http://schemas.microsoft.com/office/powerpoint/2010/main" val="1264649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19BB8-C8BE-4441-AAC5-23D5129B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43" y="2084283"/>
            <a:ext cx="2809875" cy="2314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A6DF0D-61DA-4974-B858-AD57822CA324}"/>
              </a:ext>
            </a:extLst>
          </p:cNvPr>
          <p:cNvSpPr txBox="1"/>
          <p:nvPr/>
        </p:nvSpPr>
        <p:spPr>
          <a:xfrm>
            <a:off x="4679268" y="1880070"/>
            <a:ext cx="43391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300" dirty="0"/>
              <a:t>Heads then Heads  0.25</a:t>
            </a:r>
          </a:p>
          <a:p>
            <a:r>
              <a:rPr lang="en-AU" sz="3300" dirty="0"/>
              <a:t>Heads then Tails      0.25</a:t>
            </a:r>
          </a:p>
          <a:p>
            <a:r>
              <a:rPr lang="en-AU" sz="3300" dirty="0"/>
              <a:t>Tails then Heads      0.25</a:t>
            </a:r>
          </a:p>
          <a:p>
            <a:r>
              <a:rPr lang="en-AU" sz="3300" dirty="0"/>
              <a:t>Tails then Tails          0.25</a:t>
            </a:r>
          </a:p>
        </p:txBody>
      </p:sp>
    </p:spTree>
    <p:extLst>
      <p:ext uri="{BB962C8B-B14F-4D97-AF65-F5344CB8AC3E}">
        <p14:creationId xmlns:p14="http://schemas.microsoft.com/office/powerpoint/2010/main" val="259092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19BB8-C8BE-4441-AAC5-23D5129B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43" y="2084283"/>
            <a:ext cx="2809875" cy="2314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A6DF0D-61DA-4974-B858-AD57822CA324}"/>
              </a:ext>
            </a:extLst>
          </p:cNvPr>
          <p:cNvSpPr txBox="1"/>
          <p:nvPr/>
        </p:nvSpPr>
        <p:spPr>
          <a:xfrm>
            <a:off x="4679268" y="1880070"/>
            <a:ext cx="43391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300" dirty="0"/>
              <a:t>Heads then Heads  0.25</a:t>
            </a:r>
          </a:p>
          <a:p>
            <a:r>
              <a:rPr lang="en-AU" sz="3300" dirty="0"/>
              <a:t>Heads then Tails      0.25</a:t>
            </a:r>
          </a:p>
          <a:p>
            <a:r>
              <a:rPr lang="en-AU" sz="3300" dirty="0"/>
              <a:t>Tails then Heads      0.25</a:t>
            </a:r>
          </a:p>
          <a:p>
            <a:r>
              <a:rPr lang="en-AU" sz="3300" dirty="0"/>
              <a:t>Tails then Tails          0.25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A4E1E-341F-4E2C-A505-7197149202EC}"/>
              </a:ext>
            </a:extLst>
          </p:cNvPr>
          <p:cNvSpPr txBox="1"/>
          <p:nvPr/>
        </p:nvSpPr>
        <p:spPr>
          <a:xfrm>
            <a:off x="1673643" y="4602065"/>
            <a:ext cx="7182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probability of getting two heads is 0.25</a:t>
            </a:r>
          </a:p>
          <a:p>
            <a:r>
              <a:rPr lang="en-AU" sz="2400" dirty="0"/>
              <a:t>The probability of getting two tails is 0.25</a:t>
            </a:r>
          </a:p>
        </p:txBody>
      </p:sp>
    </p:spTree>
    <p:extLst>
      <p:ext uri="{BB962C8B-B14F-4D97-AF65-F5344CB8AC3E}">
        <p14:creationId xmlns:p14="http://schemas.microsoft.com/office/powerpoint/2010/main" val="295371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19BB8-C8BE-4441-AAC5-23D5129B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43" y="2084283"/>
            <a:ext cx="2809875" cy="2314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A6DF0D-61DA-4974-B858-AD57822CA324}"/>
              </a:ext>
            </a:extLst>
          </p:cNvPr>
          <p:cNvSpPr txBox="1"/>
          <p:nvPr/>
        </p:nvSpPr>
        <p:spPr>
          <a:xfrm>
            <a:off x="4679268" y="1880070"/>
            <a:ext cx="43391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300" dirty="0"/>
              <a:t>Heads then Heads  0.25</a:t>
            </a:r>
          </a:p>
          <a:p>
            <a:r>
              <a:rPr lang="en-AU" sz="3300" dirty="0"/>
              <a:t>Heads then Tails      0.25</a:t>
            </a:r>
          </a:p>
          <a:p>
            <a:r>
              <a:rPr lang="en-AU" sz="3300" dirty="0"/>
              <a:t>Tails then Heads      0.25</a:t>
            </a:r>
          </a:p>
          <a:p>
            <a:r>
              <a:rPr lang="en-AU" sz="3300" dirty="0"/>
              <a:t>Tails then Tails          0.25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A4E1E-341F-4E2C-A505-7197149202EC}"/>
              </a:ext>
            </a:extLst>
          </p:cNvPr>
          <p:cNvSpPr txBox="1"/>
          <p:nvPr/>
        </p:nvSpPr>
        <p:spPr>
          <a:xfrm>
            <a:off x="1673643" y="4602065"/>
            <a:ext cx="71827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probability of getting two heads is 0.25</a:t>
            </a:r>
          </a:p>
          <a:p>
            <a:r>
              <a:rPr lang="en-AU" sz="2400" dirty="0"/>
              <a:t>The probability of getting two tails is 0.25</a:t>
            </a:r>
          </a:p>
          <a:p>
            <a:r>
              <a:rPr lang="en-AU" sz="2400" dirty="0"/>
              <a:t>The probability of getting a heads and a tails (in any order) = ???</a:t>
            </a:r>
          </a:p>
        </p:txBody>
      </p:sp>
    </p:spTree>
    <p:extLst>
      <p:ext uri="{BB962C8B-B14F-4D97-AF65-F5344CB8AC3E}">
        <p14:creationId xmlns:p14="http://schemas.microsoft.com/office/powerpoint/2010/main" val="1942424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019BB8-C8BE-4441-AAC5-23D5129BF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643" y="2084283"/>
            <a:ext cx="2809875" cy="23145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A6DF0D-61DA-4974-B858-AD57822CA324}"/>
              </a:ext>
            </a:extLst>
          </p:cNvPr>
          <p:cNvSpPr txBox="1"/>
          <p:nvPr/>
        </p:nvSpPr>
        <p:spPr>
          <a:xfrm>
            <a:off x="4679268" y="1880070"/>
            <a:ext cx="43391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u="sng" dirty="0"/>
              <a:t>4 outcomes</a:t>
            </a:r>
          </a:p>
          <a:p>
            <a:r>
              <a:rPr lang="en-AU" sz="3300" dirty="0"/>
              <a:t>Heads then Heads  0.25</a:t>
            </a:r>
          </a:p>
          <a:p>
            <a:r>
              <a:rPr lang="en-AU" sz="3300" dirty="0"/>
              <a:t>Heads then Tails      0.25</a:t>
            </a:r>
          </a:p>
          <a:p>
            <a:r>
              <a:rPr lang="en-AU" sz="3300" dirty="0"/>
              <a:t>Tails then Heads      0.25</a:t>
            </a:r>
          </a:p>
          <a:p>
            <a:r>
              <a:rPr lang="en-AU" sz="3300" dirty="0"/>
              <a:t>Tails then Tails          0.25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A4E1E-341F-4E2C-A505-7197149202EC}"/>
              </a:ext>
            </a:extLst>
          </p:cNvPr>
          <p:cNvSpPr txBox="1"/>
          <p:nvPr/>
        </p:nvSpPr>
        <p:spPr>
          <a:xfrm>
            <a:off x="1673643" y="4602065"/>
            <a:ext cx="71827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The probability of getting two heads is	  0.25</a:t>
            </a:r>
          </a:p>
          <a:p>
            <a:r>
              <a:rPr lang="en-AU" sz="2000" dirty="0"/>
              <a:t>The probability of getting two tails is 	  0.25</a:t>
            </a:r>
          </a:p>
          <a:p>
            <a:r>
              <a:rPr lang="en-AU" sz="2000" dirty="0"/>
              <a:t>The probability of getting a heads and a tails  </a:t>
            </a:r>
            <a:r>
              <a:rPr lang="en-AU" sz="2000" u="sng" dirty="0"/>
              <a:t>0.50</a:t>
            </a:r>
          </a:p>
          <a:p>
            <a:r>
              <a:rPr lang="en-AU" sz="2000" dirty="0"/>
              <a:t>Sum of all outcomes                                              1.00</a:t>
            </a:r>
          </a:p>
        </p:txBody>
      </p:sp>
    </p:spTree>
    <p:extLst>
      <p:ext uri="{BB962C8B-B14F-4D97-AF65-F5344CB8AC3E}">
        <p14:creationId xmlns:p14="http://schemas.microsoft.com/office/powerpoint/2010/main" val="3852142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You will be given a spot to stand in the room</a:t>
            </a:r>
          </a:p>
          <a:p>
            <a:r>
              <a:rPr lang="en-AU" dirty="0"/>
              <a:t>You need to work out why you are standing there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0796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2201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2195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48205E-E940-4C02-835B-D3DF3ACC481D}"/>
              </a:ext>
            </a:extLst>
          </p:cNvPr>
          <p:cNvSpPr txBox="1"/>
          <p:nvPr/>
        </p:nvSpPr>
        <p:spPr>
          <a:xfrm>
            <a:off x="1979712" y="2886496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F0F404-C55D-4E0A-9DAC-4715CD290255}"/>
              </a:ext>
            </a:extLst>
          </p:cNvPr>
          <p:cNvSpPr txBox="1"/>
          <p:nvPr/>
        </p:nvSpPr>
        <p:spPr>
          <a:xfrm>
            <a:off x="1979712" y="4854351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</p:spTree>
    <p:extLst>
      <p:ext uri="{BB962C8B-B14F-4D97-AF65-F5344CB8AC3E}">
        <p14:creationId xmlns:p14="http://schemas.microsoft.com/office/powerpoint/2010/main" val="1901288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/>
          <p:nvPr/>
        </p:nvCxnSpPr>
        <p:spPr>
          <a:xfrm flipV="1">
            <a:off x="2201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2195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/>
          <p:nvPr/>
        </p:nvCxnSpPr>
        <p:spPr>
          <a:xfrm flipV="1">
            <a:off x="4154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4148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/>
          <p:nvPr/>
        </p:nvCxnSpPr>
        <p:spPr>
          <a:xfrm flipV="1">
            <a:off x="4154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4148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1979712" y="2886496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1979712" y="485435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3952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3952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3952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4015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5565662" y="2117322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5565662" y="3496507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5617392" y="4206754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5565662" y="5614356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</p:spTree>
    <p:extLst>
      <p:ext uri="{BB962C8B-B14F-4D97-AF65-F5344CB8AC3E}">
        <p14:creationId xmlns:p14="http://schemas.microsoft.com/office/powerpoint/2010/main" val="944473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>
            <a:cxnSpLocks/>
          </p:cNvCxnSpPr>
          <p:nvPr/>
        </p:nvCxnSpPr>
        <p:spPr>
          <a:xfrm flipV="1">
            <a:off x="2201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2195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>
            <a:cxnSpLocks/>
          </p:cNvCxnSpPr>
          <p:nvPr/>
        </p:nvCxnSpPr>
        <p:spPr>
          <a:xfrm flipV="1">
            <a:off x="4154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4148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>
            <a:cxnSpLocks/>
          </p:cNvCxnSpPr>
          <p:nvPr/>
        </p:nvCxnSpPr>
        <p:spPr>
          <a:xfrm flipV="1">
            <a:off x="4154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4148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1979712" y="2886496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1979712" y="485435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3952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3952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3952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4015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5565662" y="2117322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5565662" y="3496507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5617392" y="4206754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5565662" y="5614356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6F7C5C-E1EA-4713-80E4-182198DF72B8}"/>
              </a:ext>
            </a:extLst>
          </p:cNvPr>
          <p:cNvSpPr txBox="1"/>
          <p:nvPr/>
        </p:nvSpPr>
        <p:spPr>
          <a:xfrm>
            <a:off x="7740351" y="1839597"/>
            <a:ext cx="114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Number</a:t>
            </a:r>
          </a:p>
        </p:txBody>
      </p:sp>
    </p:spTree>
    <p:extLst>
      <p:ext uri="{BB962C8B-B14F-4D97-AF65-F5344CB8AC3E}">
        <p14:creationId xmlns:p14="http://schemas.microsoft.com/office/powerpoint/2010/main" val="1182762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47565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7812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Constructing probability tree diagrams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49" y="1057672"/>
            <a:ext cx="86204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does a tree diagram help us calculate the probability of events?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69BB40B-3ADD-42E8-8600-1685941709C5}"/>
              </a:ext>
            </a:extLst>
          </p:cNvPr>
          <p:cNvCxnSpPr>
            <a:cxnSpLocks/>
          </p:cNvCxnSpPr>
          <p:nvPr/>
        </p:nvCxnSpPr>
        <p:spPr>
          <a:xfrm flipV="1">
            <a:off x="2201950" y="335699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82F2E8C-C5EB-49F2-82BD-A6B089C50D0B}"/>
              </a:ext>
            </a:extLst>
          </p:cNvPr>
          <p:cNvCxnSpPr>
            <a:cxnSpLocks/>
          </p:cNvCxnSpPr>
          <p:nvPr/>
        </p:nvCxnSpPr>
        <p:spPr>
          <a:xfrm>
            <a:off x="2195736" y="422108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BD136B-5D3E-4F19-933C-F63778DD352B}"/>
              </a:ext>
            </a:extLst>
          </p:cNvPr>
          <p:cNvCxnSpPr>
            <a:cxnSpLocks/>
          </p:cNvCxnSpPr>
          <p:nvPr/>
        </p:nvCxnSpPr>
        <p:spPr>
          <a:xfrm flipV="1">
            <a:off x="4154593" y="2248708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BC7C12-2882-4089-8C9E-CB9D9D470C8B}"/>
              </a:ext>
            </a:extLst>
          </p:cNvPr>
          <p:cNvCxnSpPr>
            <a:cxnSpLocks/>
          </p:cNvCxnSpPr>
          <p:nvPr/>
        </p:nvCxnSpPr>
        <p:spPr>
          <a:xfrm>
            <a:off x="4148379" y="3112804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FA58F2F-FF3E-41AC-8135-6E8318A82EF4}"/>
              </a:ext>
            </a:extLst>
          </p:cNvPr>
          <p:cNvCxnSpPr>
            <a:cxnSpLocks/>
          </p:cNvCxnSpPr>
          <p:nvPr/>
        </p:nvCxnSpPr>
        <p:spPr>
          <a:xfrm flipV="1">
            <a:off x="4154593" y="4264932"/>
            <a:ext cx="1152128" cy="8640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21057EC-0E5D-49B7-BF80-D5A1DE7D6DC3}"/>
              </a:ext>
            </a:extLst>
          </p:cNvPr>
          <p:cNvCxnSpPr>
            <a:cxnSpLocks/>
          </p:cNvCxnSpPr>
          <p:nvPr/>
        </p:nvCxnSpPr>
        <p:spPr>
          <a:xfrm>
            <a:off x="4148379" y="5129028"/>
            <a:ext cx="1158342" cy="7200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3F4FB54-FBDF-4ECB-A4A8-40728561F1C0}"/>
              </a:ext>
            </a:extLst>
          </p:cNvPr>
          <p:cNvSpPr txBox="1"/>
          <p:nvPr/>
        </p:nvSpPr>
        <p:spPr>
          <a:xfrm>
            <a:off x="1979712" y="2886496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Short hair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7BDD9C-F37A-49CB-AA50-00D82A8596F3}"/>
              </a:ext>
            </a:extLst>
          </p:cNvPr>
          <p:cNvSpPr txBox="1"/>
          <p:nvPr/>
        </p:nvSpPr>
        <p:spPr>
          <a:xfrm>
            <a:off x="1979712" y="4854351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Long hair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77E55F-F814-4C99-8E01-58DD63C4AAD2}"/>
              </a:ext>
            </a:extLst>
          </p:cNvPr>
          <p:cNvSpPr txBox="1"/>
          <p:nvPr/>
        </p:nvSpPr>
        <p:spPr>
          <a:xfrm>
            <a:off x="3952444" y="2117322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94552-97E1-4770-AB5D-BEFC26EBDCDE}"/>
              </a:ext>
            </a:extLst>
          </p:cNvPr>
          <p:cNvSpPr txBox="1"/>
          <p:nvPr/>
        </p:nvSpPr>
        <p:spPr>
          <a:xfrm>
            <a:off x="3952444" y="3544704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2D9A98-3CA6-4211-91C6-CCAE49A189F2}"/>
              </a:ext>
            </a:extLst>
          </p:cNvPr>
          <p:cNvSpPr txBox="1"/>
          <p:nvPr/>
        </p:nvSpPr>
        <p:spPr>
          <a:xfrm>
            <a:off x="3952459" y="4274368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Light hair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014100-9E59-463F-BDC1-6B09FC612A5A}"/>
              </a:ext>
            </a:extLst>
          </p:cNvPr>
          <p:cNvSpPr txBox="1"/>
          <p:nvPr/>
        </p:nvSpPr>
        <p:spPr>
          <a:xfrm>
            <a:off x="4015451" y="5614356"/>
            <a:ext cx="1550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Dark hair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EBEEC-A8C5-4EC8-810A-D497164E0B93}"/>
              </a:ext>
            </a:extLst>
          </p:cNvPr>
          <p:cNvSpPr txBox="1"/>
          <p:nvPr/>
        </p:nvSpPr>
        <p:spPr>
          <a:xfrm>
            <a:off x="5565662" y="2117322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Light hair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2F79D7-6BA9-4B26-9A79-D57884A5F1EB}"/>
              </a:ext>
            </a:extLst>
          </p:cNvPr>
          <p:cNvSpPr txBox="1"/>
          <p:nvPr/>
        </p:nvSpPr>
        <p:spPr>
          <a:xfrm>
            <a:off x="5565662" y="3496507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Short and Dark hair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E79263-AB92-4C56-9500-4D51B445D923}"/>
              </a:ext>
            </a:extLst>
          </p:cNvPr>
          <p:cNvSpPr txBox="1"/>
          <p:nvPr/>
        </p:nvSpPr>
        <p:spPr>
          <a:xfrm>
            <a:off x="5617392" y="4206754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Light hair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AF8D0A-9A4F-447C-8D18-8EDF7AF7AA54}"/>
              </a:ext>
            </a:extLst>
          </p:cNvPr>
          <p:cNvSpPr txBox="1"/>
          <p:nvPr/>
        </p:nvSpPr>
        <p:spPr>
          <a:xfrm>
            <a:off x="5565662" y="5614356"/>
            <a:ext cx="2174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Long and Dark hair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6F7C5C-E1EA-4713-80E4-182198DF72B8}"/>
              </a:ext>
            </a:extLst>
          </p:cNvPr>
          <p:cNvSpPr txBox="1"/>
          <p:nvPr/>
        </p:nvSpPr>
        <p:spPr>
          <a:xfrm>
            <a:off x="7740351" y="1839597"/>
            <a:ext cx="1143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Number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E55C70-3C19-4007-95FF-1E5FA01B50CC}"/>
              </a:ext>
            </a:extLst>
          </p:cNvPr>
          <p:cNvSpPr txBox="1"/>
          <p:nvPr/>
        </p:nvSpPr>
        <p:spPr>
          <a:xfrm>
            <a:off x="6444208" y="6204579"/>
            <a:ext cx="230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C00000"/>
                </a:solidFill>
              </a:rPr>
              <a:t>Ex 14.2 </a:t>
            </a:r>
            <a:r>
              <a:rPr lang="en-AU" dirty="0" err="1">
                <a:solidFill>
                  <a:srgbClr val="C00000"/>
                </a:solidFill>
              </a:rPr>
              <a:t>p.g</a:t>
            </a:r>
            <a:r>
              <a:rPr lang="en-AU" dirty="0">
                <a:solidFill>
                  <a:srgbClr val="C00000"/>
                </a:solidFill>
              </a:rPr>
              <a:t>. 191, Q1-4</a:t>
            </a:r>
          </a:p>
        </p:txBody>
      </p:sp>
    </p:spTree>
    <p:extLst>
      <p:ext uri="{BB962C8B-B14F-4D97-AF65-F5344CB8AC3E}">
        <p14:creationId xmlns:p14="http://schemas.microsoft.com/office/powerpoint/2010/main" val="2362028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2-way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611560" y="1268760"/>
          <a:ext cx="7848872" cy="4824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2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3518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aseline="0" dirty="0">
                          <a:solidFill>
                            <a:sysClr val="windowText" lastClr="000000"/>
                          </a:solidFill>
                        </a:rPr>
                        <a:t>Dark hair</a:t>
                      </a:r>
                      <a:endParaRPr lang="en-AU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ysClr val="windowText" lastClr="000000"/>
                          </a:solidFill>
                        </a:rPr>
                        <a:t>Not dark hair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ysClr val="windowText" lastClr="000000"/>
                          </a:solidFill>
                        </a:rPr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784">
                <a:tc>
                  <a:txBody>
                    <a:bodyPr/>
                    <a:lstStyle/>
                    <a:p>
                      <a:r>
                        <a:rPr lang="en-AU" b="1" dirty="0"/>
                        <a:t>Long hair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784">
                <a:tc>
                  <a:txBody>
                    <a:bodyPr/>
                    <a:lstStyle/>
                    <a:p>
                      <a:r>
                        <a:rPr lang="en-AU" b="1" dirty="0"/>
                        <a:t>Not long hair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784">
                <a:tc>
                  <a:txBody>
                    <a:bodyPr/>
                    <a:lstStyle/>
                    <a:p>
                      <a:r>
                        <a:rPr lang="en-AU" b="1" dirty="0"/>
                        <a:t>Total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783</Words>
  <Application>Microsoft Office PowerPoint</Application>
  <PresentationFormat>On-screen Show (4:3)</PresentationFormat>
  <Paragraphs>209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Martina</vt:lpstr>
      <vt:lpstr>Office Theme</vt:lpstr>
      <vt:lpstr>PowerPoint Presentation</vt:lpstr>
      <vt:lpstr>PowerPoint Presentation</vt:lpstr>
      <vt:lpstr>PowerPoint Presentation</vt:lpstr>
      <vt:lpstr>Warm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Notes Review</vt:lpstr>
      <vt:lpstr>2-way 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Hamilton Stott</cp:lastModifiedBy>
  <cp:revision>20</cp:revision>
  <dcterms:created xsi:type="dcterms:W3CDTF">2013-03-25T14:33:20Z</dcterms:created>
  <dcterms:modified xsi:type="dcterms:W3CDTF">2017-10-17T13:09:37Z</dcterms:modified>
</cp:coreProperties>
</file>