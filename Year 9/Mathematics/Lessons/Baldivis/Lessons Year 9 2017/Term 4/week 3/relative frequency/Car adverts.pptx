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46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17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12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70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94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285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911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39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46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47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543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1E3E5-D1D4-4FFF-979C-20A0F8163ADC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198CB-D406-475A-B122-DFAEBCCD9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0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7" y="0"/>
            <a:ext cx="4574256" cy="1665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" y="1750604"/>
            <a:ext cx="4574256" cy="1610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8" y="3445187"/>
            <a:ext cx="4574256" cy="16152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7" y="5146349"/>
            <a:ext cx="4574256" cy="16086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880" y="58059"/>
            <a:ext cx="4592804" cy="16078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2880" y="1750113"/>
            <a:ext cx="4567564" cy="16108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2880" y="3403075"/>
            <a:ext cx="4617472" cy="16021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7418" y="5098149"/>
            <a:ext cx="4588396" cy="16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4" y="88482"/>
            <a:ext cx="4427620" cy="15527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611" y="88481"/>
            <a:ext cx="4600073" cy="16403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5" y="5189644"/>
            <a:ext cx="4427620" cy="15527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4" y="1776067"/>
            <a:ext cx="4427620" cy="1550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4" y="3456305"/>
            <a:ext cx="4447669" cy="15812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611" y="1776067"/>
            <a:ext cx="4600073" cy="16358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5611" y="3456306"/>
            <a:ext cx="4600073" cy="16509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5611" y="5203000"/>
            <a:ext cx="4600073" cy="163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6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0</Words>
  <Application>Microsoft Office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5</cp:revision>
  <cp:lastPrinted>2017-10-24T02:38:28Z</cp:lastPrinted>
  <dcterms:created xsi:type="dcterms:W3CDTF">2017-10-24T02:13:55Z</dcterms:created>
  <dcterms:modified xsi:type="dcterms:W3CDTF">2017-10-24T07:16:10Z</dcterms:modified>
</cp:coreProperties>
</file>