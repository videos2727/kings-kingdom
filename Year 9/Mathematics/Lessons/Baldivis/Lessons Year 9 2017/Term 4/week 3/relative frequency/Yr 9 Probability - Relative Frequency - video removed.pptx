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280" r:id="rId3"/>
    <p:sldId id="281" r:id="rId4"/>
    <p:sldId id="282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60" r:id="rId18"/>
    <p:sldId id="279" r:id="rId19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181" autoAdjust="0"/>
  </p:normalViewPr>
  <p:slideViewPr>
    <p:cSldViewPr snapToGrid="0">
      <p:cViewPr varScale="1">
        <p:scale>
          <a:sx n="108" d="100"/>
          <a:sy n="108" d="100"/>
        </p:scale>
        <p:origin x="10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5FCDA-A895-4CC2-B93B-034283F0357D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0FC27-C414-48A6-8678-84749B205E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2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car listings ppt for a list of cars to use for this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  <a:p>
            <a:endParaRPr lang="en-AU" sz="2400" dirty="0"/>
          </a:p>
          <a:p>
            <a:r>
              <a:rPr lang="en-AU" sz="24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AD1669-4619-4F95-BC5F-BB028CFD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80" y="398351"/>
            <a:ext cx="8524551" cy="266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2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58DF8-7147-4D8E-8BD0-7BCB32DE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54" y="400049"/>
            <a:ext cx="68865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79C8B-347A-4038-85C9-6F336341B40A}"/>
              </a:ext>
            </a:extLst>
          </p:cNvPr>
          <p:cNvSpPr txBox="1"/>
          <p:nvPr/>
        </p:nvSpPr>
        <p:spPr>
          <a:xfrm>
            <a:off x="920133" y="740098"/>
            <a:ext cx="7623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a lot of media attention on homelessness in Australia in today’s media. What is the relative frequency that an Australian is homeless </a:t>
            </a:r>
            <a:r>
              <a:rPr lang="en-AU" dirty="0" err="1"/>
              <a:t>complared</a:t>
            </a:r>
            <a:r>
              <a:rPr lang="en-AU" dirty="0"/>
              <a:t> to other nations. </a:t>
            </a:r>
            <a:r>
              <a:rPr lang="en-AU" sz="1200" dirty="0"/>
              <a:t>(Figures are from https://homelessworldcup.org/homelessness-statistics/)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87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47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7766"/>
              </p:ext>
            </p:extLst>
          </p:nvPr>
        </p:nvGraphicFramePr>
        <p:xfrm>
          <a:off x="2502562" y="2280955"/>
          <a:ext cx="1919236" cy="24062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610,042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74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31760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18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47718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2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42684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93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29006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64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958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380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0494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598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1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1119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02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867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84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75" y="209550"/>
            <a:ext cx="68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Activity</a:t>
            </a:r>
          </a:p>
          <a:p>
            <a:r>
              <a:rPr lang="en-AU" dirty="0"/>
              <a:t>Create a table showing the relative frequency of cars for each category.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395628"/>
              </p:ext>
            </p:extLst>
          </p:nvPr>
        </p:nvGraphicFramePr>
        <p:xfrm>
          <a:off x="685800" y="914400"/>
          <a:ext cx="786765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r>
                        <a:rPr lang="en-AU" dirty="0"/>
                        <a:t>Car</a:t>
                      </a:r>
                      <a:r>
                        <a:rPr lang="en-AU" baseline="0" dirty="0"/>
                        <a:t> cost</a:t>
                      </a:r>
                      <a:endParaRPr lang="en-A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Tally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Relative 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71">
                <a:tc>
                  <a:txBody>
                    <a:bodyPr/>
                    <a:lstStyle/>
                    <a:p>
                      <a:r>
                        <a:rPr lang="en-AU" dirty="0"/>
                        <a:t>Less that 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r>
                        <a:rPr lang="en-AU" dirty="0"/>
                        <a:t>$10,000</a:t>
                      </a:r>
                      <a:r>
                        <a:rPr lang="en-AU" baseline="0" dirty="0"/>
                        <a:t> to $19,999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43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$20,000</a:t>
                      </a:r>
                      <a:r>
                        <a:rPr lang="en-AU" baseline="0" dirty="0"/>
                        <a:t> to $29,999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3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$30,000</a:t>
                      </a:r>
                      <a:r>
                        <a:rPr lang="en-AU" baseline="0" dirty="0"/>
                        <a:t> to $39,999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2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$40,000</a:t>
                      </a:r>
                      <a:r>
                        <a:rPr lang="en-AU" baseline="0" dirty="0"/>
                        <a:t> to $49,999</a:t>
                      </a:r>
                      <a:endParaRPr lang="en-A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7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Over</a:t>
                      </a:r>
                      <a:r>
                        <a:rPr lang="en-AU" baseline="0" dirty="0"/>
                        <a:t> $50,000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/>
                        <a:t>Total =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799" y="3396525"/>
            <a:ext cx="7134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Use the relative frequencies above to answer the following.</a:t>
            </a:r>
          </a:p>
          <a:p>
            <a:pPr marL="342900" indent="-342900">
              <a:buAutoNum type="arabicPeriod"/>
            </a:pPr>
            <a:r>
              <a:rPr lang="en-AU" dirty="0"/>
              <a:t>What is the probability that a car costs less than $10,000?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chance that a car costs less than $30,000?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likelihood that a car costs between $20,000 and $40,000</a:t>
            </a:r>
          </a:p>
          <a:p>
            <a:pPr marL="342900" indent="-342900">
              <a:buAutoNum type="arabicPeriod"/>
            </a:pPr>
            <a:r>
              <a:rPr lang="en-AU" dirty="0"/>
              <a:t>If a internet site has 4,000 cars for sale, use the relative frequencies above to predict the number of cars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404108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975" y="742950"/>
            <a:ext cx="620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So,</a:t>
            </a:r>
          </a:p>
          <a:p>
            <a:r>
              <a:rPr lang="en-AU" dirty="0"/>
              <a:t>How do relative frequencies allow us to predict results?</a:t>
            </a:r>
          </a:p>
        </p:txBody>
      </p:sp>
    </p:spTree>
    <p:extLst>
      <p:ext uri="{BB962C8B-B14F-4D97-AF65-F5344CB8AC3E}">
        <p14:creationId xmlns:p14="http://schemas.microsoft.com/office/powerpoint/2010/main" val="127322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809</TotalTime>
  <Words>865</Words>
  <Application>Microsoft Office PowerPoint</Application>
  <PresentationFormat>On-screen Show (16:10)</PresentationFormat>
  <Paragraphs>458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14</cp:revision>
  <dcterms:created xsi:type="dcterms:W3CDTF">2016-11-03T13:11:16Z</dcterms:created>
  <dcterms:modified xsi:type="dcterms:W3CDTF">2017-10-24T07:14:13Z</dcterms:modified>
</cp:coreProperties>
</file>