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3" r:id="rId2"/>
    <p:sldId id="285" r:id="rId3"/>
    <p:sldId id="286" r:id="rId4"/>
    <p:sldId id="283" r:id="rId5"/>
    <p:sldId id="305" r:id="rId6"/>
    <p:sldId id="311" r:id="rId7"/>
    <p:sldId id="312" r:id="rId8"/>
    <p:sldId id="313" r:id="rId9"/>
    <p:sldId id="314" r:id="rId10"/>
    <p:sldId id="315" r:id="rId11"/>
    <p:sldId id="287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29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689" autoAdjust="0"/>
  </p:normalViewPr>
  <p:slideViewPr>
    <p:cSldViewPr>
      <p:cViewPr varScale="1">
        <p:scale>
          <a:sx n="89" d="100"/>
          <a:sy n="89" d="100"/>
        </p:scale>
        <p:origin x="13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C6746868-0146-4701-A5C0-A794BCDDBBB7}"/>
    <pc:docChg chg="undo custSel addSld delSld modSld sldOrd">
      <pc:chgData name="Hamilton Stott" userId="e28223afab1f786a" providerId="LiveId" clId="{C6746868-0146-4701-A5C0-A794BCDDBBB7}" dt="2017-10-23T13:49:21.096" v="2237" actId="1076"/>
      <pc:docMkLst>
        <pc:docMk/>
      </pc:docMkLst>
      <pc:sldChg chg="addSp delSp modSp">
        <pc:chgData name="Hamilton Stott" userId="e28223afab1f786a" providerId="LiveId" clId="{C6746868-0146-4701-A5C0-A794BCDDBBB7}" dt="2017-10-23T13:12:18.944" v="11" actId="1076"/>
        <pc:sldMkLst>
          <pc:docMk/>
          <pc:sldMk cId="0" sldId="283"/>
        </pc:sldMkLst>
        <pc:spChg chg="add del mod">
          <ac:chgData name="Hamilton Stott" userId="e28223afab1f786a" providerId="LiveId" clId="{C6746868-0146-4701-A5C0-A794BCDDBBB7}" dt="2017-10-23T13:12:16.805" v="10"/>
          <ac:spMkLst>
            <pc:docMk/>
            <pc:sldMk cId="0" sldId="283"/>
            <ac:spMk id="5" creationId="{FA4A85B9-EB87-4447-838F-C9DEECF5B3AB}"/>
          </ac:spMkLst>
        </pc:spChg>
        <pc:spChg chg="del mod">
          <ac:chgData name="Hamilton Stott" userId="e28223afab1f786a" providerId="LiveId" clId="{C6746868-0146-4701-A5C0-A794BCDDBBB7}" dt="2017-10-23T13:11:13.695" v="8"/>
          <ac:spMkLst>
            <pc:docMk/>
            <pc:sldMk cId="0" sldId="283"/>
            <ac:spMk id="11" creationId="{D03A28EF-051A-4B74-972B-4B06A5C1B22A}"/>
          </ac:spMkLst>
        </pc:spChg>
        <pc:picChg chg="add del mod">
          <ac:chgData name="Hamilton Stott" userId="e28223afab1f786a" providerId="LiveId" clId="{C6746868-0146-4701-A5C0-A794BCDDBBB7}" dt="2017-10-23T13:12:15.119" v="9" actId="478"/>
          <ac:picMkLst>
            <pc:docMk/>
            <pc:sldMk cId="0" sldId="283"/>
            <ac:picMk id="3" creationId="{5A11B311-1A49-4B2A-8D14-18478BD87939}"/>
          </ac:picMkLst>
        </pc:picChg>
        <pc:picChg chg="add mod">
          <ac:chgData name="Hamilton Stott" userId="e28223afab1f786a" providerId="LiveId" clId="{C6746868-0146-4701-A5C0-A794BCDDBBB7}" dt="2017-10-23T13:12:18.944" v="11" actId="1076"/>
          <ac:picMkLst>
            <pc:docMk/>
            <pc:sldMk cId="0" sldId="283"/>
            <ac:picMk id="6" creationId="{C5DC30A5-B820-48FD-9AB1-DC4B0E521413}"/>
          </ac:picMkLst>
        </pc:picChg>
      </pc:sldChg>
      <pc:sldChg chg="addSp modSp">
        <pc:chgData name="Hamilton Stott" userId="e28223afab1f786a" providerId="LiveId" clId="{C6746868-0146-4701-A5C0-A794BCDDBBB7}" dt="2017-10-23T13:36:27.498" v="1798" actId="115"/>
        <pc:sldMkLst>
          <pc:docMk/>
          <pc:sldMk cId="1303082058" sldId="287"/>
        </pc:sldMkLst>
        <pc:spChg chg="add mod">
          <ac:chgData name="Hamilton Stott" userId="e28223afab1f786a" providerId="LiveId" clId="{C6746868-0146-4701-A5C0-A794BCDDBBB7}" dt="2017-10-23T13:36:20.103" v="1797" actId="1076"/>
          <ac:spMkLst>
            <pc:docMk/>
            <pc:sldMk cId="1303082058" sldId="287"/>
            <ac:spMk id="3" creationId="{DE526CD1-FF86-42FC-89A6-6E47899208DA}"/>
          </ac:spMkLst>
        </pc:spChg>
        <pc:spChg chg="mod">
          <ac:chgData name="Hamilton Stott" userId="e28223afab1f786a" providerId="LiveId" clId="{C6746868-0146-4701-A5C0-A794BCDDBBB7}" dt="2017-10-23T13:12:38.349" v="45" actId="20577"/>
          <ac:spMkLst>
            <pc:docMk/>
            <pc:sldMk cId="1303082058" sldId="287"/>
            <ac:spMk id="10" creationId="{00000000-0000-0000-0000-000000000000}"/>
          </ac:spMkLst>
        </pc:spChg>
        <pc:spChg chg="mod">
          <ac:chgData name="Hamilton Stott" userId="e28223afab1f786a" providerId="LiveId" clId="{C6746868-0146-4701-A5C0-A794BCDDBBB7}" dt="2017-10-23T13:13:11.180" v="147" actId="20577"/>
          <ac:spMkLst>
            <pc:docMk/>
            <pc:sldMk cId="1303082058" sldId="287"/>
            <ac:spMk id="12" creationId="{00000000-0000-0000-0000-000000000000}"/>
          </ac:spMkLst>
        </pc:spChg>
        <pc:spChg chg="mod">
          <ac:chgData name="Hamilton Stott" userId="e28223afab1f786a" providerId="LiveId" clId="{C6746868-0146-4701-A5C0-A794BCDDBBB7}" dt="2017-10-23T13:36:27.498" v="1798" actId="115"/>
          <ac:spMkLst>
            <pc:docMk/>
            <pc:sldMk cId="1303082058" sldId="287"/>
            <ac:spMk id="21" creationId="{460B9D65-EE41-464D-9DE8-8F90F4F46357}"/>
          </ac:spMkLst>
        </pc:spChg>
      </pc:sldChg>
      <pc:sldChg chg="addSp delSp modSp mod setBg">
        <pc:chgData name="Hamilton Stott" userId="e28223afab1f786a" providerId="LiveId" clId="{C6746868-0146-4701-A5C0-A794BCDDBBB7}" dt="2017-10-23T13:10:19.915" v="5" actId="27614"/>
        <pc:sldMkLst>
          <pc:docMk/>
          <pc:sldMk cId="2883933298" sldId="293"/>
        </pc:sldMkLst>
        <pc:spChg chg="add del">
          <ac:chgData name="Hamilton Stott" userId="e28223afab1f786a" providerId="LiveId" clId="{C6746868-0146-4701-A5C0-A794BCDDBBB7}" dt="2017-10-23T13:10:15.598" v="4" actId="26606"/>
          <ac:spMkLst>
            <pc:docMk/>
            <pc:sldMk cId="2883933298" sldId="293"/>
            <ac:spMk id="9" creationId="{00000000-0000-0000-0000-000000000000}"/>
          </ac:spMkLst>
        </pc:spChg>
        <pc:spChg chg="add del">
          <ac:chgData name="Hamilton Stott" userId="e28223afab1f786a" providerId="LiveId" clId="{C6746868-0146-4701-A5C0-A794BCDDBBB7}" dt="2017-10-23T13:10:15.598" v="4" actId="26606"/>
          <ac:spMkLst>
            <pc:docMk/>
            <pc:sldMk cId="2883933298" sldId="293"/>
            <ac:spMk id="11" creationId="{53BB5D57-6178-4F62-B472-0312F6D95A85}"/>
          </ac:spMkLst>
        </pc:spChg>
        <pc:spChg chg="add del">
          <ac:chgData name="Hamilton Stott" userId="e28223afab1f786a" providerId="LiveId" clId="{C6746868-0146-4701-A5C0-A794BCDDBBB7}" dt="2017-10-23T13:10:15.598" v="4" actId="26606"/>
          <ac:spMkLst>
            <pc:docMk/>
            <pc:sldMk cId="2883933298" sldId="293"/>
            <ac:spMk id="13" creationId="{4C61BD32-7542-4D52-BA5A-3ADE869BF8AC}"/>
          </ac:spMkLst>
        </pc:spChg>
        <pc:spChg chg="add del">
          <ac:chgData name="Hamilton Stott" userId="e28223afab1f786a" providerId="LiveId" clId="{C6746868-0146-4701-A5C0-A794BCDDBBB7}" dt="2017-10-23T13:10:15.597" v="3" actId="26606"/>
          <ac:spMkLst>
            <pc:docMk/>
            <pc:sldMk cId="2883933298" sldId="293"/>
            <ac:spMk id="18" creationId="{53BB5D57-6178-4F62-B472-0312F6D95A85}"/>
          </ac:spMkLst>
        </pc:spChg>
        <pc:spChg chg="add del">
          <ac:chgData name="Hamilton Stott" userId="e28223afab1f786a" providerId="LiveId" clId="{C6746868-0146-4701-A5C0-A794BCDDBBB7}" dt="2017-10-23T13:10:15.597" v="3" actId="26606"/>
          <ac:spMkLst>
            <pc:docMk/>
            <pc:sldMk cId="2883933298" sldId="293"/>
            <ac:spMk id="20" creationId="{4C61BD32-7542-4D52-BA5A-3ADE869BF8AC}"/>
          </ac:spMkLst>
        </pc:spChg>
        <pc:picChg chg="add mod">
          <ac:chgData name="Hamilton Stott" userId="e28223afab1f786a" providerId="LiveId" clId="{C6746868-0146-4701-A5C0-A794BCDDBBB7}" dt="2017-10-23T13:10:19.915" v="5" actId="27614"/>
          <ac:picMkLst>
            <pc:docMk/>
            <pc:sldMk cId="2883933298" sldId="293"/>
            <ac:picMk id="2" creationId="{58152069-057A-414D-B7E6-CBD1A6B34C4A}"/>
          </ac:picMkLst>
        </pc:picChg>
        <pc:picChg chg="del">
          <ac:chgData name="Hamilton Stott" userId="e28223afab1f786a" providerId="LiveId" clId="{C6746868-0146-4701-A5C0-A794BCDDBBB7}" dt="2017-10-23T13:10:08.338" v="0" actId="478"/>
          <ac:picMkLst>
            <pc:docMk/>
            <pc:sldMk cId="2883933298" sldId="293"/>
            <ac:picMk id="4" creationId="{EE8C3C00-63C7-44D8-AFE0-8EBB775DF0E0}"/>
          </ac:picMkLst>
        </pc:picChg>
      </pc:sldChg>
      <pc:sldChg chg="del">
        <pc:chgData name="Hamilton Stott" userId="e28223afab1f786a" providerId="LiveId" clId="{C6746868-0146-4701-A5C0-A794BCDDBBB7}" dt="2017-10-23T13:13:16.986" v="148" actId="2696"/>
        <pc:sldMkLst>
          <pc:docMk/>
          <pc:sldMk cId="331671411" sldId="297"/>
        </pc:sldMkLst>
      </pc:sldChg>
      <pc:sldChg chg="del">
        <pc:chgData name="Hamilton Stott" userId="e28223afab1f786a" providerId="LiveId" clId="{C6746868-0146-4701-A5C0-A794BCDDBBB7}" dt="2017-10-23T13:13:16.993" v="149" actId="2696"/>
        <pc:sldMkLst>
          <pc:docMk/>
          <pc:sldMk cId="1519045406" sldId="298"/>
        </pc:sldMkLst>
      </pc:sldChg>
      <pc:sldChg chg="del">
        <pc:chgData name="Hamilton Stott" userId="e28223afab1f786a" providerId="LiveId" clId="{C6746868-0146-4701-A5C0-A794BCDDBBB7}" dt="2017-10-23T13:13:16.998" v="150" actId="2696"/>
        <pc:sldMkLst>
          <pc:docMk/>
          <pc:sldMk cId="1264649274" sldId="299"/>
        </pc:sldMkLst>
      </pc:sldChg>
      <pc:sldChg chg="del">
        <pc:chgData name="Hamilton Stott" userId="e28223afab1f786a" providerId="LiveId" clId="{C6746868-0146-4701-A5C0-A794BCDDBBB7}" dt="2017-10-23T13:13:17.005" v="151" actId="2696"/>
        <pc:sldMkLst>
          <pc:docMk/>
          <pc:sldMk cId="259092306" sldId="300"/>
        </pc:sldMkLst>
      </pc:sldChg>
      <pc:sldChg chg="del">
        <pc:chgData name="Hamilton Stott" userId="e28223afab1f786a" providerId="LiveId" clId="{C6746868-0146-4701-A5C0-A794BCDDBBB7}" dt="2017-10-23T13:13:17.011" v="152" actId="2696"/>
        <pc:sldMkLst>
          <pc:docMk/>
          <pc:sldMk cId="295371039" sldId="301"/>
        </pc:sldMkLst>
      </pc:sldChg>
      <pc:sldChg chg="del">
        <pc:chgData name="Hamilton Stott" userId="e28223afab1f786a" providerId="LiveId" clId="{C6746868-0146-4701-A5C0-A794BCDDBBB7}" dt="2017-10-23T13:13:17.018" v="153" actId="2696"/>
        <pc:sldMkLst>
          <pc:docMk/>
          <pc:sldMk cId="1942424255" sldId="302"/>
        </pc:sldMkLst>
      </pc:sldChg>
      <pc:sldChg chg="del">
        <pc:chgData name="Hamilton Stott" userId="e28223afab1f786a" providerId="LiveId" clId="{C6746868-0146-4701-A5C0-A794BCDDBBB7}" dt="2017-10-23T13:13:17.024" v="154" actId="2696"/>
        <pc:sldMkLst>
          <pc:docMk/>
          <pc:sldMk cId="3852142258" sldId="303"/>
        </pc:sldMkLst>
      </pc:sldChg>
      <pc:sldChg chg="modSp ord modNotesTx">
        <pc:chgData name="Hamilton Stott" userId="e28223afab1f786a" providerId="LiveId" clId="{C6746868-0146-4701-A5C0-A794BCDDBBB7}" dt="2017-10-23T13:20:27.812" v="515" actId="20577"/>
        <pc:sldMkLst>
          <pc:docMk/>
          <pc:sldMk cId="1900796813" sldId="305"/>
        </pc:sldMkLst>
        <pc:spChg chg="mod">
          <ac:chgData name="Hamilton Stott" userId="e28223afab1f786a" providerId="LiveId" clId="{C6746868-0146-4701-A5C0-A794BCDDBBB7}" dt="2017-10-23T13:20:27.812" v="515" actId="20577"/>
          <ac:spMkLst>
            <pc:docMk/>
            <pc:sldMk cId="1900796813" sldId="305"/>
            <ac:spMk id="2" creationId="{00000000-0000-0000-0000-000000000000}"/>
          </ac:spMkLst>
        </pc:spChg>
        <pc:spChg chg="mod">
          <ac:chgData name="Hamilton Stott" userId="e28223afab1f786a" providerId="LiveId" clId="{C6746868-0146-4701-A5C0-A794BCDDBBB7}" dt="2017-10-23T13:18:39.119" v="466" actId="313"/>
          <ac:spMkLst>
            <pc:docMk/>
            <pc:sldMk cId="1900796813" sldId="305"/>
            <ac:spMk id="3" creationId="{00000000-0000-0000-0000-000000000000}"/>
          </ac:spMkLst>
        </pc:spChg>
      </pc:sldChg>
      <pc:sldChg chg="del">
        <pc:chgData name="Hamilton Stott" userId="e28223afab1f786a" providerId="LiveId" clId="{C6746868-0146-4701-A5C0-A794BCDDBBB7}" dt="2017-10-23T13:41:23.455" v="1848" actId="2696"/>
        <pc:sldMkLst>
          <pc:docMk/>
          <pc:sldMk cId="3200671243" sldId="306"/>
        </pc:sldMkLst>
      </pc:sldChg>
      <pc:sldChg chg="del">
        <pc:chgData name="Hamilton Stott" userId="e28223afab1f786a" providerId="LiveId" clId="{C6746868-0146-4701-A5C0-A794BCDDBBB7}" dt="2017-10-23T13:41:19.921" v="1844" actId="2696"/>
        <pc:sldMkLst>
          <pc:docMk/>
          <pc:sldMk cId="1901288841" sldId="307"/>
        </pc:sldMkLst>
      </pc:sldChg>
      <pc:sldChg chg="del">
        <pc:chgData name="Hamilton Stott" userId="e28223afab1f786a" providerId="LiveId" clId="{C6746868-0146-4701-A5C0-A794BCDDBBB7}" dt="2017-10-23T13:41:20.481" v="1845" actId="2696"/>
        <pc:sldMkLst>
          <pc:docMk/>
          <pc:sldMk cId="944473140" sldId="308"/>
        </pc:sldMkLst>
      </pc:sldChg>
      <pc:sldChg chg="del">
        <pc:chgData name="Hamilton Stott" userId="e28223afab1f786a" providerId="LiveId" clId="{C6746868-0146-4701-A5C0-A794BCDDBBB7}" dt="2017-10-23T13:41:20.989" v="1846" actId="2696"/>
        <pc:sldMkLst>
          <pc:docMk/>
          <pc:sldMk cId="1182762076" sldId="309"/>
        </pc:sldMkLst>
      </pc:sldChg>
      <pc:sldChg chg="del">
        <pc:chgData name="Hamilton Stott" userId="e28223afab1f786a" providerId="LiveId" clId="{C6746868-0146-4701-A5C0-A794BCDDBBB7}" dt="2017-10-23T13:41:21.801" v="1847" actId="2696"/>
        <pc:sldMkLst>
          <pc:docMk/>
          <pc:sldMk cId="2362028054" sldId="310"/>
        </pc:sldMkLst>
      </pc:sldChg>
      <pc:sldChg chg="addSp delSp modSp add">
        <pc:chgData name="Hamilton Stott" userId="e28223afab1f786a" providerId="LiveId" clId="{C6746868-0146-4701-A5C0-A794BCDDBBB7}" dt="2017-10-23T13:25:54.214" v="939" actId="20577"/>
        <pc:sldMkLst>
          <pc:docMk/>
          <pc:sldMk cId="1761370587" sldId="311"/>
        </pc:sldMkLst>
        <pc:spChg chg="mod">
          <ac:chgData name="Hamilton Stott" userId="e28223afab1f786a" providerId="LiveId" clId="{C6746868-0146-4701-A5C0-A794BCDDBBB7}" dt="2017-10-23T13:20:47.788" v="517" actId="20577"/>
          <ac:spMkLst>
            <pc:docMk/>
            <pc:sldMk cId="1761370587" sldId="311"/>
            <ac:spMk id="2" creationId="{00000000-0000-0000-0000-000000000000}"/>
          </ac:spMkLst>
        </pc:spChg>
        <pc:spChg chg="mod">
          <ac:chgData name="Hamilton Stott" userId="e28223afab1f786a" providerId="LiveId" clId="{C6746868-0146-4701-A5C0-A794BCDDBBB7}" dt="2017-10-23T13:25:54.214" v="939" actId="20577"/>
          <ac:spMkLst>
            <pc:docMk/>
            <pc:sldMk cId="1761370587" sldId="311"/>
            <ac:spMk id="3" creationId="{00000000-0000-0000-0000-000000000000}"/>
          </ac:spMkLst>
        </pc:spChg>
        <pc:picChg chg="add del mod">
          <ac:chgData name="Hamilton Stott" userId="e28223afab1f786a" providerId="LiveId" clId="{C6746868-0146-4701-A5C0-A794BCDDBBB7}" dt="2017-10-23T13:22:54.067" v="737" actId="478"/>
          <ac:picMkLst>
            <pc:docMk/>
            <pc:sldMk cId="1761370587" sldId="311"/>
            <ac:picMk id="4" creationId="{5BE44612-3C9B-428A-97E9-A74CC2F6AB3D}"/>
          </ac:picMkLst>
        </pc:picChg>
        <pc:picChg chg="add del">
          <ac:chgData name="Hamilton Stott" userId="e28223afab1f786a" providerId="LiveId" clId="{C6746868-0146-4701-A5C0-A794BCDDBBB7}" dt="2017-10-23T13:25:19.447" v="885"/>
          <ac:picMkLst>
            <pc:docMk/>
            <pc:sldMk cId="1761370587" sldId="311"/>
            <ac:picMk id="5" creationId="{274E5703-9DFE-478D-8411-A79BBEE8FFCE}"/>
          </ac:picMkLst>
        </pc:picChg>
      </pc:sldChg>
      <pc:sldChg chg="modSp add">
        <pc:chgData name="Hamilton Stott" userId="e28223afab1f786a" providerId="LiveId" clId="{C6746868-0146-4701-A5C0-A794BCDDBBB7}" dt="2017-10-23T13:28:29.220" v="1323" actId="20577"/>
        <pc:sldMkLst>
          <pc:docMk/>
          <pc:sldMk cId="4224841532" sldId="312"/>
        </pc:sldMkLst>
        <pc:spChg chg="mod">
          <ac:chgData name="Hamilton Stott" userId="e28223afab1f786a" providerId="LiveId" clId="{C6746868-0146-4701-A5C0-A794BCDDBBB7}" dt="2017-10-23T13:28:29.220" v="1323" actId="20577"/>
          <ac:spMkLst>
            <pc:docMk/>
            <pc:sldMk cId="4224841532" sldId="312"/>
            <ac:spMk id="3" creationId="{00000000-0000-0000-0000-000000000000}"/>
          </ac:spMkLst>
        </pc:spChg>
      </pc:sldChg>
      <pc:sldChg chg="modSp add">
        <pc:chgData name="Hamilton Stott" userId="e28223afab1f786a" providerId="LiveId" clId="{C6746868-0146-4701-A5C0-A794BCDDBBB7}" dt="2017-10-23T13:28:55.639" v="1346" actId="20577"/>
        <pc:sldMkLst>
          <pc:docMk/>
          <pc:sldMk cId="2401310670" sldId="313"/>
        </pc:sldMkLst>
        <pc:spChg chg="mod">
          <ac:chgData name="Hamilton Stott" userId="e28223afab1f786a" providerId="LiveId" clId="{C6746868-0146-4701-A5C0-A794BCDDBBB7}" dt="2017-10-23T13:28:55.639" v="1346" actId="20577"/>
          <ac:spMkLst>
            <pc:docMk/>
            <pc:sldMk cId="2401310670" sldId="313"/>
            <ac:spMk id="3" creationId="{00000000-0000-0000-0000-000000000000}"/>
          </ac:spMkLst>
        </pc:spChg>
      </pc:sldChg>
      <pc:sldChg chg="modSp add">
        <pc:chgData name="Hamilton Stott" userId="e28223afab1f786a" providerId="LiveId" clId="{C6746868-0146-4701-A5C0-A794BCDDBBB7}" dt="2017-10-23T13:31:04.773" v="1541" actId="20577"/>
        <pc:sldMkLst>
          <pc:docMk/>
          <pc:sldMk cId="3881145676" sldId="314"/>
        </pc:sldMkLst>
        <pc:spChg chg="mod">
          <ac:chgData name="Hamilton Stott" userId="e28223afab1f786a" providerId="LiveId" clId="{C6746868-0146-4701-A5C0-A794BCDDBBB7}" dt="2017-10-23T13:31:04.773" v="1541" actId="20577"/>
          <ac:spMkLst>
            <pc:docMk/>
            <pc:sldMk cId="3881145676" sldId="314"/>
            <ac:spMk id="3" creationId="{00000000-0000-0000-0000-000000000000}"/>
          </ac:spMkLst>
        </pc:spChg>
      </pc:sldChg>
      <pc:sldChg chg="modSp add">
        <pc:chgData name="Hamilton Stott" userId="e28223afab1f786a" providerId="LiveId" clId="{C6746868-0146-4701-A5C0-A794BCDDBBB7}" dt="2017-10-23T13:32:27.912" v="1786" actId="27636"/>
        <pc:sldMkLst>
          <pc:docMk/>
          <pc:sldMk cId="1233391767" sldId="315"/>
        </pc:sldMkLst>
        <pc:spChg chg="mod">
          <ac:chgData name="Hamilton Stott" userId="e28223afab1f786a" providerId="LiveId" clId="{C6746868-0146-4701-A5C0-A794BCDDBBB7}" dt="2017-10-23T13:32:27.912" v="1786" actId="27636"/>
          <ac:spMkLst>
            <pc:docMk/>
            <pc:sldMk cId="1233391767" sldId="315"/>
            <ac:spMk id="3" creationId="{00000000-0000-0000-0000-000000000000}"/>
          </ac:spMkLst>
        </pc:spChg>
      </pc:sldChg>
      <pc:sldChg chg="addSp modSp add">
        <pc:chgData name="Hamilton Stott" userId="e28223afab1f786a" providerId="LiveId" clId="{C6746868-0146-4701-A5C0-A794BCDDBBB7}" dt="2017-10-23T13:38:05.347" v="1816" actId="20577"/>
        <pc:sldMkLst>
          <pc:docMk/>
          <pc:sldMk cId="744223115" sldId="316"/>
        </pc:sldMkLst>
        <pc:spChg chg="add mod">
          <ac:chgData name="Hamilton Stott" userId="e28223afab1f786a" providerId="LiveId" clId="{C6746868-0146-4701-A5C0-A794BCDDBBB7}" dt="2017-10-23T13:38:05.347" v="1816" actId="20577"/>
          <ac:spMkLst>
            <pc:docMk/>
            <pc:sldMk cId="744223115" sldId="316"/>
            <ac:spMk id="5" creationId="{EBD5EA4C-7FB4-4C7F-A537-E41ED88E7D9C}"/>
          </ac:spMkLst>
        </pc:spChg>
        <pc:spChg chg="add mod">
          <ac:chgData name="Hamilton Stott" userId="e28223afab1f786a" providerId="LiveId" clId="{C6746868-0146-4701-A5C0-A794BCDDBBB7}" dt="2017-10-23T13:37:59.684" v="1813" actId="14100"/>
          <ac:spMkLst>
            <pc:docMk/>
            <pc:sldMk cId="744223115" sldId="316"/>
            <ac:spMk id="8" creationId="{4590D10B-5D19-492D-8922-7355A6B89A59}"/>
          </ac:spMkLst>
        </pc:spChg>
        <pc:spChg chg="mod">
          <ac:chgData name="Hamilton Stott" userId="e28223afab1f786a" providerId="LiveId" clId="{C6746868-0146-4701-A5C0-A794BCDDBBB7}" dt="2017-10-23T13:37:10.358" v="1804" actId="20577"/>
          <ac:spMkLst>
            <pc:docMk/>
            <pc:sldMk cId="744223115" sldId="316"/>
            <ac:spMk id="21" creationId="{460B9D65-EE41-464D-9DE8-8F90F4F46357}"/>
          </ac:spMkLst>
        </pc:spChg>
      </pc:sldChg>
      <pc:sldChg chg="addSp delSp modSp add">
        <pc:chgData name="Hamilton Stott" userId="e28223afab1f786a" providerId="LiveId" clId="{C6746868-0146-4701-A5C0-A794BCDDBBB7}" dt="2017-10-23T13:40:31.871" v="1835"/>
        <pc:sldMkLst>
          <pc:docMk/>
          <pc:sldMk cId="1120621925" sldId="317"/>
        </pc:sldMkLst>
        <pc:spChg chg="del">
          <ac:chgData name="Hamilton Stott" userId="e28223afab1f786a" providerId="LiveId" clId="{C6746868-0146-4701-A5C0-A794BCDDBBB7}" dt="2017-10-23T13:38:24.443" v="1821" actId="478"/>
          <ac:spMkLst>
            <pc:docMk/>
            <pc:sldMk cId="1120621925" sldId="317"/>
            <ac:spMk id="3" creationId="{DE526CD1-FF86-42FC-89A6-6E47899208DA}"/>
          </ac:spMkLst>
        </pc:spChg>
        <pc:spChg chg="mod">
          <ac:chgData name="Hamilton Stott" userId="e28223afab1f786a" providerId="LiveId" clId="{C6746868-0146-4701-A5C0-A794BCDDBBB7}" dt="2017-10-23T13:40:02.697" v="1830" actId="1076"/>
          <ac:spMkLst>
            <pc:docMk/>
            <pc:sldMk cId="1120621925" sldId="317"/>
            <ac:spMk id="5" creationId="{EBD5EA4C-7FB4-4C7F-A537-E41ED88E7D9C}"/>
          </ac:spMkLst>
        </pc:spChg>
        <pc:spChg chg="mod">
          <ac:chgData name="Hamilton Stott" userId="e28223afab1f786a" providerId="LiveId" clId="{C6746868-0146-4701-A5C0-A794BCDDBBB7}" dt="2017-10-23T13:40:00.318" v="1829" actId="404"/>
          <ac:spMkLst>
            <pc:docMk/>
            <pc:sldMk cId="1120621925" sldId="317"/>
            <ac:spMk id="8" creationId="{4590D10B-5D19-492D-8922-7355A6B89A59}"/>
          </ac:spMkLst>
        </pc:spChg>
        <pc:spChg chg="add mod">
          <ac:chgData name="Hamilton Stott" userId="e28223afab1f786a" providerId="LiveId" clId="{C6746868-0146-4701-A5C0-A794BCDDBBB7}" dt="2017-10-23T13:40:31.871" v="1835"/>
          <ac:spMkLst>
            <pc:docMk/>
            <pc:sldMk cId="1120621925" sldId="317"/>
            <ac:spMk id="14" creationId="{35D46D28-5201-403E-AC20-81118E1928ED}"/>
          </ac:spMkLst>
        </pc:spChg>
        <pc:spChg chg="del mod">
          <ac:chgData name="Hamilton Stott" userId="e28223afab1f786a" providerId="LiveId" clId="{C6746868-0146-4701-A5C0-A794BCDDBBB7}" dt="2017-10-23T13:38:21.129" v="1820"/>
          <ac:spMkLst>
            <pc:docMk/>
            <pc:sldMk cId="1120621925" sldId="317"/>
            <ac:spMk id="21" creationId="{460B9D65-EE41-464D-9DE8-8F90F4F46357}"/>
          </ac:spMkLst>
        </pc:spChg>
        <pc:picChg chg="add mod">
          <ac:chgData name="Hamilton Stott" userId="e28223afab1f786a" providerId="LiveId" clId="{C6746868-0146-4701-A5C0-A794BCDDBBB7}" dt="2017-10-23T13:40:05.714" v="1831" actId="14100"/>
          <ac:picMkLst>
            <pc:docMk/>
            <pc:sldMk cId="1120621925" sldId="317"/>
            <ac:picMk id="13" creationId="{87F8ECDC-148F-4C05-9849-9DF0D1A3D920}"/>
          </ac:picMkLst>
        </pc:picChg>
      </pc:sldChg>
      <pc:sldChg chg="modSp add">
        <pc:chgData name="Hamilton Stott" userId="e28223afab1f786a" providerId="LiveId" clId="{C6746868-0146-4701-A5C0-A794BCDDBBB7}" dt="2017-10-23T13:40:56.892" v="1839" actId="14100"/>
        <pc:sldMkLst>
          <pc:docMk/>
          <pc:sldMk cId="2362697441" sldId="318"/>
        </pc:sldMkLst>
        <pc:spChg chg="mod">
          <ac:chgData name="Hamilton Stott" userId="e28223afab1f786a" providerId="LiveId" clId="{C6746868-0146-4701-A5C0-A794BCDDBBB7}" dt="2017-10-23T13:40:56.892" v="1839" actId="14100"/>
          <ac:spMkLst>
            <pc:docMk/>
            <pc:sldMk cId="2362697441" sldId="318"/>
            <ac:spMk id="14" creationId="{35D46D28-5201-403E-AC20-81118E1928ED}"/>
          </ac:spMkLst>
        </pc:spChg>
      </pc:sldChg>
      <pc:sldChg chg="modSp add">
        <pc:chgData name="Hamilton Stott" userId="e28223afab1f786a" providerId="LiveId" clId="{C6746868-0146-4701-A5C0-A794BCDDBBB7}" dt="2017-10-23T13:41:07.027" v="1841" actId="14100"/>
        <pc:sldMkLst>
          <pc:docMk/>
          <pc:sldMk cId="3129482690" sldId="319"/>
        </pc:sldMkLst>
        <pc:spChg chg="mod">
          <ac:chgData name="Hamilton Stott" userId="e28223afab1f786a" providerId="LiveId" clId="{C6746868-0146-4701-A5C0-A794BCDDBBB7}" dt="2017-10-23T13:41:07.027" v="1841" actId="14100"/>
          <ac:spMkLst>
            <pc:docMk/>
            <pc:sldMk cId="3129482690" sldId="319"/>
            <ac:spMk id="14" creationId="{35D46D28-5201-403E-AC20-81118E1928ED}"/>
          </ac:spMkLst>
        </pc:spChg>
      </pc:sldChg>
      <pc:sldChg chg="modSp add">
        <pc:chgData name="Hamilton Stott" userId="e28223afab1f786a" providerId="LiveId" clId="{C6746868-0146-4701-A5C0-A794BCDDBBB7}" dt="2017-10-23T13:41:13.621" v="1843" actId="1076"/>
        <pc:sldMkLst>
          <pc:docMk/>
          <pc:sldMk cId="4180203942" sldId="320"/>
        </pc:sldMkLst>
        <pc:spChg chg="mod">
          <ac:chgData name="Hamilton Stott" userId="e28223afab1f786a" providerId="LiveId" clId="{C6746868-0146-4701-A5C0-A794BCDDBBB7}" dt="2017-10-23T13:41:13.621" v="1843" actId="1076"/>
          <ac:spMkLst>
            <pc:docMk/>
            <pc:sldMk cId="4180203942" sldId="320"/>
            <ac:spMk id="14" creationId="{35D46D28-5201-403E-AC20-81118E1928ED}"/>
          </ac:spMkLst>
        </pc:spChg>
      </pc:sldChg>
      <pc:sldChg chg="addSp delSp modSp add">
        <pc:chgData name="Hamilton Stott" userId="e28223afab1f786a" providerId="LiveId" clId="{C6746868-0146-4701-A5C0-A794BCDDBBB7}" dt="2017-10-23T13:43:13.249" v="1952" actId="1582"/>
        <pc:sldMkLst>
          <pc:docMk/>
          <pc:sldMk cId="2033373841" sldId="321"/>
        </pc:sldMkLst>
        <pc:spChg chg="add mod">
          <ac:chgData name="Hamilton Stott" userId="e28223afab1f786a" providerId="LiveId" clId="{C6746868-0146-4701-A5C0-A794BCDDBBB7}" dt="2017-10-23T13:42:34.655" v="1946" actId="1076"/>
          <ac:spMkLst>
            <pc:docMk/>
            <pc:sldMk cId="2033373841" sldId="321"/>
            <ac:spMk id="3" creationId="{A69123CB-728E-4A84-90BB-1A6BC0556B25}"/>
          </ac:spMkLst>
        </pc:spChg>
        <pc:spChg chg="del mod">
          <ac:chgData name="Hamilton Stott" userId="e28223afab1f786a" providerId="LiveId" clId="{C6746868-0146-4701-A5C0-A794BCDDBBB7}" dt="2017-10-23T13:41:45.194" v="1854"/>
          <ac:spMkLst>
            <pc:docMk/>
            <pc:sldMk cId="2033373841" sldId="321"/>
            <ac:spMk id="5" creationId="{EBD5EA4C-7FB4-4C7F-A537-E41ED88E7D9C}"/>
          </ac:spMkLst>
        </pc:spChg>
        <pc:spChg chg="del mod">
          <ac:chgData name="Hamilton Stott" userId="e28223afab1f786a" providerId="LiveId" clId="{C6746868-0146-4701-A5C0-A794BCDDBBB7}" dt="2017-10-23T13:41:45.194" v="1856"/>
          <ac:spMkLst>
            <pc:docMk/>
            <pc:sldMk cId="2033373841" sldId="321"/>
            <ac:spMk id="8" creationId="{4590D10B-5D19-492D-8922-7355A6B89A59}"/>
          </ac:spMkLst>
        </pc:spChg>
        <pc:spChg chg="add mod">
          <ac:chgData name="Hamilton Stott" userId="e28223afab1f786a" providerId="LiveId" clId="{C6746868-0146-4701-A5C0-A794BCDDBBB7}" dt="2017-10-23T13:42:48.311" v="1950" actId="1076"/>
          <ac:spMkLst>
            <pc:docMk/>
            <pc:sldMk cId="2033373841" sldId="321"/>
            <ac:spMk id="15" creationId="{D80EEF6F-E88A-485E-8B34-E6722EB2C68D}"/>
          </ac:spMkLst>
        </pc:spChg>
        <pc:picChg chg="mod">
          <ac:chgData name="Hamilton Stott" userId="e28223afab1f786a" providerId="LiveId" clId="{C6746868-0146-4701-A5C0-A794BCDDBBB7}" dt="2017-10-23T13:41:44.653" v="1852" actId="1076"/>
          <ac:picMkLst>
            <pc:docMk/>
            <pc:sldMk cId="2033373841" sldId="321"/>
            <ac:picMk id="13" creationId="{87F8ECDC-148F-4C05-9849-9DF0D1A3D920}"/>
          </ac:picMkLst>
        </pc:picChg>
        <pc:cxnChg chg="add mod">
          <ac:chgData name="Hamilton Stott" userId="e28223afab1f786a" providerId="LiveId" clId="{C6746868-0146-4701-A5C0-A794BCDDBBB7}" dt="2017-10-23T13:43:13.249" v="1952" actId="1582"/>
          <ac:cxnSpMkLst>
            <pc:docMk/>
            <pc:sldMk cId="2033373841" sldId="321"/>
            <ac:cxnSpMk id="17" creationId="{627B2181-3EA0-49AF-924F-E0C17CC577B5}"/>
          </ac:cxnSpMkLst>
        </pc:cxnChg>
      </pc:sldChg>
      <pc:sldChg chg="addSp modSp add">
        <pc:chgData name="Hamilton Stott" userId="e28223afab1f786a" providerId="LiveId" clId="{C6746868-0146-4701-A5C0-A794BCDDBBB7}" dt="2017-10-23T13:44:22.207" v="2008" actId="14100"/>
        <pc:sldMkLst>
          <pc:docMk/>
          <pc:sldMk cId="1325193255" sldId="322"/>
        </pc:sldMkLst>
        <pc:spChg chg="add mod">
          <ac:chgData name="Hamilton Stott" userId="e28223afab1f786a" providerId="LiveId" clId="{C6746868-0146-4701-A5C0-A794BCDDBBB7}" dt="2017-10-23T13:44:22.207" v="2008" actId="14100"/>
          <ac:spMkLst>
            <pc:docMk/>
            <pc:sldMk cId="1325193255" sldId="322"/>
            <ac:spMk id="16" creationId="{681BBB76-659C-4F78-913D-C503AAF40B40}"/>
          </ac:spMkLst>
        </pc:spChg>
      </pc:sldChg>
      <pc:sldChg chg="addSp delSp modSp add">
        <pc:chgData name="Hamilton Stott" userId="e28223afab1f786a" providerId="LiveId" clId="{C6746868-0146-4701-A5C0-A794BCDDBBB7}" dt="2017-10-23T13:44:57.555" v="2013" actId="478"/>
        <pc:sldMkLst>
          <pc:docMk/>
          <pc:sldMk cId="3529440324" sldId="323"/>
        </pc:sldMkLst>
        <pc:spChg chg="del">
          <ac:chgData name="Hamilton Stott" userId="e28223afab1f786a" providerId="LiveId" clId="{C6746868-0146-4701-A5C0-A794BCDDBBB7}" dt="2017-10-23T13:44:57.555" v="2013" actId="478"/>
          <ac:spMkLst>
            <pc:docMk/>
            <pc:sldMk cId="3529440324" sldId="323"/>
            <ac:spMk id="14" creationId="{35D46D28-5201-403E-AC20-81118E1928ED}"/>
          </ac:spMkLst>
        </pc:spChg>
        <pc:picChg chg="add mod">
          <ac:chgData name="Hamilton Stott" userId="e28223afab1f786a" providerId="LiveId" clId="{C6746868-0146-4701-A5C0-A794BCDDBBB7}" dt="2017-10-23T13:44:54.287" v="2012" actId="14100"/>
          <ac:picMkLst>
            <pc:docMk/>
            <pc:sldMk cId="3529440324" sldId="323"/>
            <ac:picMk id="5" creationId="{A82A3463-2A50-4C69-9661-FB1BBC0FB7FC}"/>
          </ac:picMkLst>
        </pc:picChg>
      </pc:sldChg>
      <pc:sldChg chg="addSp delSp modSp add">
        <pc:chgData name="Hamilton Stott" userId="e28223afab1f786a" providerId="LiveId" clId="{C6746868-0146-4701-A5C0-A794BCDDBBB7}" dt="2017-10-23T13:45:42.897" v="2048" actId="14100"/>
        <pc:sldMkLst>
          <pc:docMk/>
          <pc:sldMk cId="2145332837" sldId="324"/>
        </pc:sldMkLst>
        <pc:spChg chg="mod">
          <ac:chgData name="Hamilton Stott" userId="e28223afab1f786a" providerId="LiveId" clId="{C6746868-0146-4701-A5C0-A794BCDDBBB7}" dt="2017-10-23T13:45:15.717" v="2044" actId="1076"/>
          <ac:spMkLst>
            <pc:docMk/>
            <pc:sldMk cId="2145332837" sldId="324"/>
            <ac:spMk id="3" creationId="{A69123CB-728E-4A84-90BB-1A6BC0556B25}"/>
          </ac:spMkLst>
        </pc:spChg>
        <pc:spChg chg="mod">
          <ac:chgData name="Hamilton Stott" userId="e28223afab1f786a" providerId="LiveId" clId="{C6746868-0146-4701-A5C0-A794BCDDBBB7}" dt="2017-10-23T13:45:13.446" v="2043" actId="14100"/>
          <ac:spMkLst>
            <pc:docMk/>
            <pc:sldMk cId="2145332837" sldId="324"/>
            <ac:spMk id="16" creationId="{681BBB76-659C-4F78-913D-C503AAF40B40}"/>
          </ac:spMkLst>
        </pc:spChg>
        <pc:picChg chg="del">
          <ac:chgData name="Hamilton Stott" userId="e28223afab1f786a" providerId="LiveId" clId="{C6746868-0146-4701-A5C0-A794BCDDBBB7}" dt="2017-10-23T13:45:34.539" v="2045" actId="478"/>
          <ac:picMkLst>
            <pc:docMk/>
            <pc:sldMk cId="2145332837" sldId="324"/>
            <ac:picMk id="5" creationId="{A82A3463-2A50-4C69-9661-FB1BBC0FB7FC}"/>
          </ac:picMkLst>
        </pc:picChg>
        <pc:picChg chg="add mod">
          <ac:chgData name="Hamilton Stott" userId="e28223afab1f786a" providerId="LiveId" clId="{C6746868-0146-4701-A5C0-A794BCDDBBB7}" dt="2017-10-23T13:45:42.897" v="2048" actId="14100"/>
          <ac:picMkLst>
            <pc:docMk/>
            <pc:sldMk cId="2145332837" sldId="324"/>
            <ac:picMk id="14" creationId="{F378E9D7-31B8-4E4C-A4E4-BC5F9AF918FB}"/>
          </ac:picMkLst>
        </pc:picChg>
        <pc:cxnChg chg="mod">
          <ac:chgData name="Hamilton Stott" userId="e28223afab1f786a" providerId="LiveId" clId="{C6746868-0146-4701-A5C0-A794BCDDBBB7}" dt="2017-10-23T13:45:15.717" v="2044" actId="1076"/>
          <ac:cxnSpMkLst>
            <pc:docMk/>
            <pc:sldMk cId="2145332837" sldId="324"/>
            <ac:cxnSpMk id="17" creationId="{627B2181-3EA0-49AF-924F-E0C17CC577B5}"/>
          </ac:cxnSpMkLst>
        </pc:cxnChg>
      </pc:sldChg>
      <pc:sldChg chg="add">
        <pc:chgData name="Hamilton Stott" userId="e28223afab1f786a" providerId="LiveId" clId="{C6746868-0146-4701-A5C0-A794BCDDBBB7}" dt="2017-10-23T13:45:48.090" v="2049"/>
        <pc:sldMkLst>
          <pc:docMk/>
          <pc:sldMk cId="3829936245" sldId="325"/>
        </pc:sldMkLst>
      </pc:sldChg>
      <pc:sldChg chg="delSp modSp add">
        <pc:chgData name="Hamilton Stott" userId="e28223afab1f786a" providerId="LiveId" clId="{C6746868-0146-4701-A5C0-A794BCDDBBB7}" dt="2017-10-23T13:48:10.587" v="2230" actId="313"/>
        <pc:sldMkLst>
          <pc:docMk/>
          <pc:sldMk cId="2510648645" sldId="326"/>
        </pc:sldMkLst>
        <pc:spChg chg="mod">
          <ac:chgData name="Hamilton Stott" userId="e28223afab1f786a" providerId="LiveId" clId="{C6746868-0146-4701-A5C0-A794BCDDBBB7}" dt="2017-10-23T13:48:10.587" v="2230" actId="313"/>
          <ac:spMkLst>
            <pc:docMk/>
            <pc:sldMk cId="2510648645" sldId="326"/>
            <ac:spMk id="16" creationId="{681BBB76-659C-4F78-913D-C503AAF40B40}"/>
          </ac:spMkLst>
        </pc:spChg>
        <pc:picChg chg="del">
          <ac:chgData name="Hamilton Stott" userId="e28223afab1f786a" providerId="LiveId" clId="{C6746868-0146-4701-A5C0-A794BCDDBBB7}" dt="2017-10-23T13:46:43.202" v="2051" actId="478"/>
          <ac:picMkLst>
            <pc:docMk/>
            <pc:sldMk cId="2510648645" sldId="326"/>
            <ac:picMk id="14" creationId="{F378E9D7-31B8-4E4C-A4E4-BC5F9AF918FB}"/>
          </ac:picMkLst>
        </pc:picChg>
      </pc:sldChg>
      <pc:sldChg chg="addSp modSp add">
        <pc:chgData name="Hamilton Stott" userId="e28223afab1f786a" providerId="LiveId" clId="{C6746868-0146-4701-A5C0-A794BCDDBBB7}" dt="2017-10-23T13:49:21.096" v="2237" actId="1076"/>
        <pc:sldMkLst>
          <pc:docMk/>
          <pc:sldMk cId="353112974" sldId="327"/>
        </pc:sldMkLst>
        <pc:picChg chg="add mod">
          <ac:chgData name="Hamilton Stott" userId="e28223afab1f786a" providerId="LiveId" clId="{C6746868-0146-4701-A5C0-A794BCDDBBB7}" dt="2017-10-23T13:48:47.562" v="2233" actId="1076"/>
          <ac:picMkLst>
            <pc:docMk/>
            <pc:sldMk cId="353112974" sldId="327"/>
            <ac:picMk id="5" creationId="{2DFC8104-BA97-4236-BA1D-36358EA9A2F6}"/>
          </ac:picMkLst>
        </pc:picChg>
        <pc:picChg chg="add mod">
          <ac:chgData name="Hamilton Stott" userId="e28223afab1f786a" providerId="LiveId" clId="{C6746868-0146-4701-A5C0-A794BCDDBBB7}" dt="2017-10-23T13:49:04.405" v="2235" actId="1076"/>
          <ac:picMkLst>
            <pc:docMk/>
            <pc:sldMk cId="353112974" sldId="327"/>
            <ac:picMk id="8" creationId="{2FC6CB41-9A36-4A2D-8927-87549FB4A04D}"/>
          </ac:picMkLst>
        </pc:picChg>
        <pc:picChg chg="add mod">
          <ac:chgData name="Hamilton Stott" userId="e28223afab1f786a" providerId="LiveId" clId="{C6746868-0146-4701-A5C0-A794BCDDBBB7}" dt="2017-10-23T13:49:21.096" v="2237" actId="1076"/>
          <ac:picMkLst>
            <pc:docMk/>
            <pc:sldMk cId="353112974" sldId="327"/>
            <ac:picMk id="14" creationId="{05D06C73-647F-49F4-9E23-C93594530A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23/10/2017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134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74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329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18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743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598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5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16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23/10/2017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152069-057A-414D-B7E6-CBD1A6B34C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3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DC30A5-B820-48FD-9AB1-DC4B0E521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6750" y="1700808"/>
            <a:ext cx="7810500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On a task page write down what you think the probability of two people in the room having the same birthday is</a:t>
            </a:r>
          </a:p>
          <a:p>
            <a:endParaRPr lang="en-AU" dirty="0"/>
          </a:p>
          <a:p>
            <a:r>
              <a:rPr lang="en-AU" dirty="0"/>
              <a:t>When directed by your teacher you will call out your birthday to the class</a:t>
            </a:r>
          </a:p>
          <a:p>
            <a:endParaRPr lang="en-AU" dirty="0"/>
          </a:p>
          <a:p>
            <a:r>
              <a:rPr lang="en-AU" dirty="0"/>
              <a:t>If you have the same birthday as someone else yell out “BAZINGA!”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All students are to get out their calculators</a:t>
                </a:r>
              </a:p>
              <a:p>
                <a:r>
                  <a:rPr lang="en-AU" dirty="0"/>
                  <a:t>The first student to call out their birthday will stand back up and repeat their birthday</a:t>
                </a:r>
              </a:p>
              <a:p>
                <a:r>
                  <a:rPr lang="en-AU" dirty="0"/>
                  <a:t>The second student to call out their birthday will then stand up. There is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chance they don’t have the same birthday.</a:t>
                </a:r>
              </a:p>
              <a:p>
                <a:r>
                  <a:rPr lang="en-AU" dirty="0"/>
                  <a:t>Type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364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into your calculator and press equals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37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The first two students are to remain standing</a:t>
                </a:r>
              </a:p>
              <a:p>
                <a:r>
                  <a:rPr lang="en-AU" dirty="0"/>
                  <a:t>A third student is now to stand up. To keep going they can’t have the same birthday as the two students already standing, so it is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chance</a:t>
                </a:r>
              </a:p>
              <a:p>
                <a:r>
                  <a:rPr lang="en-AU" dirty="0"/>
                  <a:t>Multiple the answer in your calculator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(you should still have a number very close to 1 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2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84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The first three students are to remain standing</a:t>
                </a:r>
              </a:p>
              <a:p>
                <a:r>
                  <a:rPr lang="en-AU" dirty="0"/>
                  <a:t>A fourth student is now to stand up. To keep going they can’t have the same birthday as the three students already standing, so it is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chance</a:t>
                </a:r>
              </a:p>
              <a:p>
                <a:r>
                  <a:rPr lang="en-AU" dirty="0"/>
                  <a:t>Multiple the answer in your calculator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dirty="0"/>
                  <a:t> (you should still have a number very close to 1 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2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310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This pattern keeps going, do it for a total of 23 times, getting you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You should now have a  probability in your calculator of 0.493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18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14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Birthday </a:t>
            </a:r>
            <a:r>
              <a:rPr lang="en-AU" dirty="0" err="1"/>
              <a:t>Bazinga</a:t>
            </a:r>
            <a:r>
              <a:rPr lang="en-AU" dirty="0"/>
              <a:t> 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AU" dirty="0"/>
                  <a:t>This pattern keeps going, do it for a total of 23 times, getting you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You should now have a  probability in your calculator of 0.493</a:t>
                </a:r>
              </a:p>
              <a:p>
                <a:r>
                  <a:rPr lang="en-AU" dirty="0"/>
                  <a:t>This is the probability of </a:t>
                </a:r>
                <a:r>
                  <a:rPr lang="en-AU" u="sng" dirty="0"/>
                  <a:t>not</a:t>
                </a:r>
                <a:r>
                  <a:rPr lang="en-AU" dirty="0"/>
                  <a:t> having two people with the same birthday, so the probability of having two people with the same birthday is 1 - 0.493 = 0.507 (just over 50%)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>
                <a:blip r:embed="rId3"/>
                <a:stretch>
                  <a:fillRect l="-1481" t="-15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391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In some experiments, the sample space may change for the different events.</a:t>
            </a:r>
          </a:p>
          <a:p>
            <a:endParaRPr lang="en-GB" sz="2400" dirty="0"/>
          </a:p>
          <a:p>
            <a:r>
              <a:rPr lang="en-GB" sz="2400" dirty="0"/>
              <a:t>For example, a marble may be taken from a bag with 20 marbles and then a second marble is taken without replacing the first marble. The sample space for the second event is then 19 marbles instead of 20 marbles. </a:t>
            </a:r>
            <a:endParaRPr lang="en-A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26CD1-FF86-42FC-89A6-6E47899208DA}"/>
              </a:ext>
            </a:extLst>
          </p:cNvPr>
          <p:cNvSpPr/>
          <p:nvPr/>
        </p:nvSpPr>
        <p:spPr>
          <a:xfrm>
            <a:off x="63239" y="1987424"/>
            <a:ext cx="1448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is Probability without Replacement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In some experiments, the sample space may change for the different events.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26CD1-FF86-42FC-89A6-6E47899208DA}"/>
              </a:ext>
            </a:extLst>
          </p:cNvPr>
          <p:cNvSpPr/>
          <p:nvPr/>
        </p:nvSpPr>
        <p:spPr>
          <a:xfrm>
            <a:off x="63239" y="1987424"/>
            <a:ext cx="1448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is Probability without Replacement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5EA4C-7FB4-4C7F-A537-E41ED88E7D9C}"/>
              </a:ext>
            </a:extLst>
          </p:cNvPr>
          <p:cNvSpPr/>
          <p:nvPr/>
        </p:nvSpPr>
        <p:spPr>
          <a:xfrm>
            <a:off x="1547664" y="4221088"/>
            <a:ext cx="69847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Step 1: Draw the Probability Tree Diagram and write the probability of each branch. (Remember that the objects are not replaced) </a:t>
            </a:r>
          </a:p>
          <a:p>
            <a:endParaRPr lang="en-GB" dirty="0"/>
          </a:p>
          <a:p>
            <a:r>
              <a:rPr lang="en-GB" dirty="0"/>
              <a:t>Step 2: Look for all the available paths (or branches) of a particular outcome. </a:t>
            </a:r>
          </a:p>
          <a:p>
            <a:endParaRPr lang="en-GB" dirty="0"/>
          </a:p>
          <a:p>
            <a:r>
              <a:rPr lang="en-GB" dirty="0"/>
              <a:t>Step 3: Multiply along the branches and add vertically to find the probability of the outcome.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D10B-5D19-492D-8922-7355A6B89A59}"/>
              </a:ext>
            </a:extLst>
          </p:cNvPr>
          <p:cNvSpPr/>
          <p:nvPr/>
        </p:nvSpPr>
        <p:spPr>
          <a:xfrm>
            <a:off x="1543744" y="3074453"/>
            <a:ext cx="69886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jar consists of 21 sweets. 12 are green and 9 are blue. William picked two sweets at random.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22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5EA4C-7FB4-4C7F-A537-E41ED88E7D9C}"/>
              </a:ext>
            </a:extLst>
          </p:cNvPr>
          <p:cNvSpPr/>
          <p:nvPr/>
        </p:nvSpPr>
        <p:spPr>
          <a:xfrm>
            <a:off x="1475655" y="2550386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Step 1: Draw the Probability Tree Diagram and write the probability of each branch. (Remember that the objects are not replaced) </a:t>
            </a:r>
          </a:p>
          <a:p>
            <a:r>
              <a:rPr lang="en-GB" sz="1600" dirty="0"/>
              <a:t>Step 2: Look for all the available paths (or branches) of a particular outcome. </a:t>
            </a:r>
          </a:p>
          <a:p>
            <a:r>
              <a:rPr lang="en-GB" sz="1600" dirty="0"/>
              <a:t>Step 3: Multiply along the branches and add vertically to find the probability of the outcome.</a:t>
            </a:r>
            <a:endParaRPr lang="en-AU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D10B-5D19-492D-8922-7355A6B89A59}"/>
              </a:ext>
            </a:extLst>
          </p:cNvPr>
          <p:cNvSpPr/>
          <p:nvPr/>
        </p:nvSpPr>
        <p:spPr>
          <a:xfrm>
            <a:off x="1475656" y="1965611"/>
            <a:ext cx="6988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A jar consists of 21 sweets. 12 are green and 9 are blue. William picked two sweets at random.</a:t>
            </a:r>
            <a:endParaRPr lang="en-AU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873825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2843808" y="4293096"/>
            <a:ext cx="3326634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621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5EA4C-7FB4-4C7F-A537-E41ED88E7D9C}"/>
              </a:ext>
            </a:extLst>
          </p:cNvPr>
          <p:cNvSpPr/>
          <p:nvPr/>
        </p:nvSpPr>
        <p:spPr>
          <a:xfrm>
            <a:off x="1475655" y="2550386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Step 1: Draw the Probability Tree Diagram and write the probability of each branch. (Remember that the objects are not replaced) </a:t>
            </a:r>
          </a:p>
          <a:p>
            <a:r>
              <a:rPr lang="en-GB" sz="1600" dirty="0"/>
              <a:t>Step 2: Look for all the available paths (or branches) of a particular outcome. </a:t>
            </a:r>
          </a:p>
          <a:p>
            <a:r>
              <a:rPr lang="en-GB" sz="1600" dirty="0"/>
              <a:t>Step 3: Multiply along the branches and add vertically to find the probability of the outcome.</a:t>
            </a:r>
            <a:endParaRPr lang="en-AU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D10B-5D19-492D-8922-7355A6B89A59}"/>
              </a:ext>
            </a:extLst>
          </p:cNvPr>
          <p:cNvSpPr/>
          <p:nvPr/>
        </p:nvSpPr>
        <p:spPr>
          <a:xfrm>
            <a:off x="1475656" y="1965611"/>
            <a:ext cx="6988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A jar consists of 21 sweets. 12 are green and 9 are blue. William picked two sweets at random.</a:t>
            </a:r>
            <a:endParaRPr lang="en-AU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873825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4053682" y="4293096"/>
            <a:ext cx="2116760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269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5EA4C-7FB4-4C7F-A537-E41ED88E7D9C}"/>
              </a:ext>
            </a:extLst>
          </p:cNvPr>
          <p:cNvSpPr/>
          <p:nvPr/>
        </p:nvSpPr>
        <p:spPr>
          <a:xfrm>
            <a:off x="1475655" y="2550386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Step 1: Draw the Probability Tree Diagram and write the probability of each branch. (Remember that the objects are not replaced) </a:t>
            </a:r>
          </a:p>
          <a:p>
            <a:r>
              <a:rPr lang="en-GB" sz="1600" dirty="0"/>
              <a:t>Step 2: Look for all the available paths (or branches) of a particular outcome. </a:t>
            </a:r>
          </a:p>
          <a:p>
            <a:r>
              <a:rPr lang="en-GB" sz="1600" dirty="0"/>
              <a:t>Step 3: Multiply along the branches and add vertically to find the probability of the outcome.</a:t>
            </a:r>
            <a:endParaRPr lang="en-AU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D10B-5D19-492D-8922-7355A6B89A59}"/>
              </a:ext>
            </a:extLst>
          </p:cNvPr>
          <p:cNvSpPr/>
          <p:nvPr/>
        </p:nvSpPr>
        <p:spPr>
          <a:xfrm>
            <a:off x="1475656" y="1965611"/>
            <a:ext cx="6988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A jar consists of 21 sweets. 12 are green and 9 are blue. William picked two sweets at random.</a:t>
            </a:r>
            <a:endParaRPr lang="en-AU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873825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5292080" y="4293096"/>
            <a:ext cx="878362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48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5EA4C-7FB4-4C7F-A537-E41ED88E7D9C}"/>
              </a:ext>
            </a:extLst>
          </p:cNvPr>
          <p:cNvSpPr/>
          <p:nvPr/>
        </p:nvSpPr>
        <p:spPr>
          <a:xfrm>
            <a:off x="1475655" y="2550386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Step 1: Draw the Probability Tree Diagram and write the probability of each branch. (Remember that the objects are not replaced) </a:t>
            </a:r>
          </a:p>
          <a:p>
            <a:r>
              <a:rPr lang="en-GB" sz="1600" dirty="0"/>
              <a:t>Step 2: Look for all the available paths (or branches) of a particular outcome. </a:t>
            </a:r>
          </a:p>
          <a:p>
            <a:r>
              <a:rPr lang="en-GB" sz="1600" dirty="0"/>
              <a:t>Step 3: Multiply along the branches and add vertically to find the probability of the outcome.</a:t>
            </a:r>
            <a:endParaRPr lang="en-AU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D10B-5D19-492D-8922-7355A6B89A59}"/>
              </a:ext>
            </a:extLst>
          </p:cNvPr>
          <p:cNvSpPr/>
          <p:nvPr/>
        </p:nvSpPr>
        <p:spPr>
          <a:xfrm>
            <a:off x="1475656" y="1965611"/>
            <a:ext cx="6988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A jar consists of 21 sweets. 12 are green and 9 are blue. William picked two sweets at random.</a:t>
            </a:r>
            <a:endParaRPr lang="en-AU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873825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6437074" y="4225062"/>
            <a:ext cx="878362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203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6437074" y="4225062"/>
            <a:ext cx="878362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37624" y="4688222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 flipV="1">
            <a:off x="6026426" y="5011387"/>
            <a:ext cx="51119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37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D46D28-5201-403E-AC20-81118E1928ED}"/>
              </a:ext>
            </a:extLst>
          </p:cNvPr>
          <p:cNvSpPr/>
          <p:nvPr/>
        </p:nvSpPr>
        <p:spPr>
          <a:xfrm>
            <a:off x="6437074" y="4225062"/>
            <a:ext cx="878362" cy="24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37624" y="4688222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 flipV="1">
            <a:off x="6026426" y="5011387"/>
            <a:ext cx="51119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710801" y="5197386"/>
            <a:ext cx="451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probability that both sweets are blue</a:t>
            </a:r>
          </a:p>
        </p:txBody>
      </p:sp>
    </p:spTree>
    <p:extLst>
      <p:ext uri="{BB962C8B-B14F-4D97-AF65-F5344CB8AC3E}">
        <p14:creationId xmlns:p14="http://schemas.microsoft.com/office/powerpoint/2010/main" val="1325193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37624" y="4688222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 flipV="1">
            <a:off x="6026426" y="5011387"/>
            <a:ext cx="51119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710801" y="5197386"/>
            <a:ext cx="451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probability that both sweets are blue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A3463-2A50-4C69-9661-FB1BBC0FB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801" y="5566718"/>
            <a:ext cx="3216103" cy="11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4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02215" y="4263106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>
            <a:off x="6026426" y="4586272"/>
            <a:ext cx="475789" cy="425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710801" y="5197386"/>
            <a:ext cx="516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probability that one is blue and one is green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78E9D7-31B8-4E4C-A4E4-BC5F9AF9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5521381"/>
            <a:ext cx="5806768" cy="114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32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02215" y="4263106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>
            <a:off x="6026426" y="4586272"/>
            <a:ext cx="475789" cy="425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710801" y="5197386"/>
            <a:ext cx="516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probability that one is blue and one is green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78E9D7-31B8-4E4C-A4E4-BC5F9AF9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5521381"/>
            <a:ext cx="5806768" cy="114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36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02215" y="4263106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>
            <a:off x="6026426" y="4586272"/>
            <a:ext cx="475789" cy="425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691680" y="5160597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Extension: Add a third sweet to be drawn and find: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Probability that all three are green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Probability that at least one is blue</a:t>
            </a:r>
          </a:p>
        </p:txBody>
      </p:sp>
    </p:spTree>
    <p:extLst>
      <p:ext uri="{BB962C8B-B14F-4D97-AF65-F5344CB8AC3E}">
        <p14:creationId xmlns:p14="http://schemas.microsoft.com/office/powerpoint/2010/main" val="251064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6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Experimental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not replacing something once drawn affect probability calculations?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F8ECDC-148F-4C05-9849-9DF0D1A3D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943558"/>
            <a:ext cx="4334746" cy="2965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123CB-728E-4A84-90BB-1A6BC0556B25}"/>
              </a:ext>
            </a:extLst>
          </p:cNvPr>
          <p:cNvSpPr txBox="1"/>
          <p:nvPr/>
        </p:nvSpPr>
        <p:spPr>
          <a:xfrm>
            <a:off x="6502215" y="4263106"/>
            <a:ext cx="231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sum of probabilities equals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EF6F-E88A-485E-8B34-E6722EB2C68D}"/>
              </a:ext>
            </a:extLst>
          </p:cNvPr>
          <p:cNvSpPr/>
          <p:nvPr/>
        </p:nvSpPr>
        <p:spPr>
          <a:xfrm>
            <a:off x="5724740" y="48267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B2181-3EA0-49AF-924F-E0C17CC577B5}"/>
              </a:ext>
            </a:extLst>
          </p:cNvPr>
          <p:cNvCxnSpPr>
            <a:stCxn id="3" idx="1"/>
            <a:endCxn id="15" idx="3"/>
          </p:cNvCxnSpPr>
          <p:nvPr/>
        </p:nvCxnSpPr>
        <p:spPr>
          <a:xfrm flipH="1">
            <a:off x="6026426" y="4586272"/>
            <a:ext cx="475789" cy="425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1BBB76-659C-4F78-913D-C503AAF40B40}"/>
              </a:ext>
            </a:extLst>
          </p:cNvPr>
          <p:cNvSpPr txBox="1"/>
          <p:nvPr/>
        </p:nvSpPr>
        <p:spPr>
          <a:xfrm>
            <a:off x="1691680" y="5160597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Extension: Add a third sweet to be drawn and find: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Probability that all three are green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Probability that at least one is blue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C8104-BA97-4236-BA1D-36358EA9A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97" y="5196053"/>
            <a:ext cx="1438275" cy="65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C6CB41-9A36-4A2D-8927-87549FB4A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97" y="6083927"/>
            <a:ext cx="4533900" cy="285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D06C73-647F-49F4-9E23-C93594530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897" y="5844549"/>
            <a:ext cx="7905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2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1317</Words>
  <Application>Microsoft Office PowerPoint</Application>
  <PresentationFormat>On-screen Show (4:3)</PresentationFormat>
  <Paragraphs>207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Martina</vt:lpstr>
      <vt:lpstr>Office Theme</vt:lpstr>
      <vt:lpstr>PowerPoint Presentation</vt:lpstr>
      <vt:lpstr>PowerPoint Presentation</vt:lpstr>
      <vt:lpstr>PowerPoint Presentation</vt:lpstr>
      <vt:lpstr>Warm up</vt:lpstr>
      <vt:lpstr>Birthday Bazinga Activity</vt:lpstr>
      <vt:lpstr>Birthday Bazinga Activity</vt:lpstr>
      <vt:lpstr>Birthday Bazinga Activity</vt:lpstr>
      <vt:lpstr>Birthday Bazinga Activity</vt:lpstr>
      <vt:lpstr>Birthday Bazinga Activity</vt:lpstr>
      <vt:lpstr>Birthday Bazinga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21</cp:revision>
  <dcterms:created xsi:type="dcterms:W3CDTF">2013-03-25T14:33:20Z</dcterms:created>
  <dcterms:modified xsi:type="dcterms:W3CDTF">2017-10-23T13:49:29Z</dcterms:modified>
</cp:coreProperties>
</file>