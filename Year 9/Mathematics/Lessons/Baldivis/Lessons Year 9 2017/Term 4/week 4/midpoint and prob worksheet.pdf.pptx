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58" r:id="rId5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30/10/2017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550" y="211844"/>
            <a:ext cx="5143500" cy="2391656"/>
          </a:xfrm>
        </p:spPr>
        <p:txBody>
          <a:bodyPr/>
          <a:lstStyle/>
          <a:p>
            <a:pPr algn="l"/>
            <a:r>
              <a:rPr lang="en-AU" dirty="0"/>
              <a:t>Find the Midpoint of the 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5F0DB-E37E-44A4-9605-1CA62671D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0745"/>
            <a:ext cx="6858000" cy="3846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435385-0208-4311-B23A-8542C059BA09}"/>
              </a:ext>
            </a:extLst>
          </p:cNvPr>
          <p:cNvSpPr txBox="1"/>
          <p:nvPr/>
        </p:nvSpPr>
        <p:spPr>
          <a:xfrm>
            <a:off x="209550" y="4453275"/>
            <a:ext cx="68008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</a:t>
            </a:r>
          </a:p>
          <a:p>
            <a:pPr marL="342900" indent="-342900">
              <a:buAutoNum type="arabicPeriod"/>
            </a:pPr>
            <a:r>
              <a:rPr lang="en-AU" dirty="0"/>
              <a:t>What is the sample space for year groups at a high school?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A bag of mixed chocolates contains pieces of dark chocolate, milk chocolate, white chocolate and “marbled chocolate”.  Write the sample space?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C0DE4-17B1-42E2-A358-6E9D9937D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1" y="6507060"/>
            <a:ext cx="5934075" cy="2864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968F44-C866-4353-9684-5160E3CEAA8B}"/>
              </a:ext>
            </a:extLst>
          </p:cNvPr>
          <p:cNvSpPr txBox="1"/>
          <p:nvPr/>
        </p:nvSpPr>
        <p:spPr>
          <a:xfrm>
            <a:off x="209550" y="650706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926903-F0FA-4659-ADAE-6477D1D80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44" y="477693"/>
            <a:ext cx="6530628" cy="2554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3A7F62-DC8E-4AC3-A753-CDE775711D14}"/>
              </a:ext>
            </a:extLst>
          </p:cNvPr>
          <p:cNvSpPr txBox="1"/>
          <p:nvPr/>
        </p:nvSpPr>
        <p:spPr>
          <a:xfrm>
            <a:off x="125545" y="459159"/>
            <a:ext cx="16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6E122-175C-48D1-82FE-82E3337EF322}"/>
              </a:ext>
            </a:extLst>
          </p:cNvPr>
          <p:cNvSpPr txBox="1"/>
          <p:nvPr/>
        </p:nvSpPr>
        <p:spPr>
          <a:xfrm>
            <a:off x="82873" y="1754722"/>
            <a:ext cx="16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A4228D-E90E-41BA-B7D7-475F96955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954"/>
          <a:stretch/>
        </p:blipFill>
        <p:spPr>
          <a:xfrm>
            <a:off x="68689" y="3247651"/>
            <a:ext cx="6750483" cy="232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220089-2E4E-43A5-9D5C-CE4CA3227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76275"/>
            <a:ext cx="2266950" cy="2724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F6423A-4AEE-4F93-A0AA-DA2CA5C2F11A}"/>
              </a:ext>
            </a:extLst>
          </p:cNvPr>
          <p:cNvSpPr txBox="1"/>
          <p:nvPr/>
        </p:nvSpPr>
        <p:spPr>
          <a:xfrm>
            <a:off x="3352800" y="1009650"/>
            <a:ext cx="2933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determine the probability that anyone may have a particular type of car, Robbo did an experiment and measured the cars that went down a local street.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B08FF-A135-41B5-85D6-2911C4FA6D66}"/>
              </a:ext>
            </a:extLst>
          </p:cNvPr>
          <p:cNvSpPr txBox="1"/>
          <p:nvPr/>
        </p:nvSpPr>
        <p:spPr>
          <a:xfrm>
            <a:off x="685800" y="3905250"/>
            <a:ext cx="5600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Calculate the relative frequency for each car type and complete the table above.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 startAt="2"/>
            </a:pPr>
            <a:r>
              <a:rPr lang="en-AU" dirty="0"/>
              <a:t>What is the relative frequency that a vehicle is a car or a ute?</a:t>
            </a:r>
          </a:p>
          <a:p>
            <a:pPr marL="342900" indent="-342900">
              <a:buAutoNum type="arabicPeriod" startAt="2"/>
            </a:pPr>
            <a:endParaRPr lang="en-AU" dirty="0"/>
          </a:p>
          <a:p>
            <a:pPr marL="342900" indent="-342900">
              <a:buAutoNum type="arabicPeriod" startAt="2"/>
            </a:pPr>
            <a:r>
              <a:rPr lang="en-AU" dirty="0"/>
              <a:t>What is the relative frequency that a car is a truck or a bus?</a:t>
            </a:r>
          </a:p>
          <a:p>
            <a:pPr marL="342900" indent="-342900">
              <a:buAutoNum type="arabicPeriod" startAt="2"/>
            </a:pPr>
            <a:endParaRPr lang="en-AU" dirty="0"/>
          </a:p>
          <a:p>
            <a:pPr marL="342900" indent="-342900">
              <a:buAutoNum type="arabicPeriod" startAt="2"/>
            </a:pPr>
            <a:endParaRPr lang="en-AU" dirty="0"/>
          </a:p>
          <a:p>
            <a:pPr marL="342900" indent="-342900">
              <a:buAutoNum type="arabicPeriod" startAt="2"/>
            </a:pPr>
            <a:r>
              <a:rPr lang="en-AU" dirty="0"/>
              <a:t>Using this data, can you work out how many of each car type you would have, if there were 10,000 vehicles?</a:t>
            </a:r>
          </a:p>
          <a:p>
            <a:pPr marL="342900" indent="-342900">
              <a:buAutoNum type="arabicPeriod" startAt="2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391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BAA2F8-CD26-4146-89F2-C6BA1E643662}"/>
              </a:ext>
            </a:extLst>
          </p:cNvPr>
          <p:cNvSpPr txBox="1"/>
          <p:nvPr/>
        </p:nvSpPr>
        <p:spPr>
          <a:xfrm>
            <a:off x="495300" y="355600"/>
            <a:ext cx="5715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 bag has 10 balls in it.  3 Yellow, 3 green, 3 blue and 1 red.  If 4 people take a ball out of a hat, and replace it, calculate the chance that for each of them to get the red ball.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Now assume the person keeps the ball they removed from the bag. </a:t>
            </a:r>
          </a:p>
          <a:p>
            <a:r>
              <a:rPr lang="en-AU" sz="1400" dirty="0"/>
              <a:t>What is the chance the second person gets the red ball if the first person didn’t.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What is the chance the third person gets the red ball if the first and second person didn’t</a:t>
            </a:r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What is the chance the third person gets the red ball if the first three people didn’t</a:t>
            </a:r>
          </a:p>
          <a:p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21052-D0FC-4583-9BFF-E96093116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4825065"/>
            <a:ext cx="6210300" cy="411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2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2552</TotalTime>
  <Words>260</Words>
  <Application>Microsoft Office PowerPoint</Application>
  <PresentationFormat>A4 Paper (210x297 mm)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10</cp:revision>
  <dcterms:created xsi:type="dcterms:W3CDTF">2017-10-30T13:56:26Z</dcterms:created>
  <dcterms:modified xsi:type="dcterms:W3CDTF">2017-11-01T08:28:46Z</dcterms:modified>
</cp:coreProperties>
</file>