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Ratios, rates and best buys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I find the best 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34B423-C8DC-4CF1-98B0-76DA0B1B452F}"/>
              </a:ext>
            </a:extLst>
          </p:cNvPr>
          <p:cNvSpPr txBox="1">
            <a:spLocks/>
          </p:cNvSpPr>
          <p:nvPr/>
        </p:nvSpPr>
        <p:spPr>
          <a:xfrm>
            <a:off x="2291500" y="1220648"/>
            <a:ext cx="7712723" cy="4464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1200" i="1" u="sng" dirty="0">
                <a:latin typeface="Arial" panose="020B0604020202020204" pitchFamily="34" charset="0"/>
              </a:rPr>
              <a:t>ratio</a:t>
            </a:r>
            <a:r>
              <a:rPr lang="en-US" altLang="en-US" sz="1200" dirty="0">
                <a:latin typeface="Arial" panose="020B0604020202020204" pitchFamily="34" charset="0"/>
              </a:rPr>
              <a:t> – a comparison of two numbers of the same type.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        </a:t>
            </a:r>
            <a:r>
              <a:rPr lang="en-US" altLang="en-US" sz="1200" dirty="0" err="1">
                <a:latin typeface="Arial" panose="020B0604020202020204" pitchFamily="34" charset="0"/>
              </a:rPr>
              <a:t>eg</a:t>
            </a:r>
            <a:r>
              <a:rPr lang="en-US" altLang="en-US" sz="1200" dirty="0">
                <a:latin typeface="Arial" panose="020B0604020202020204" pitchFamily="34" charset="0"/>
              </a:rPr>
              <a:t> length : length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           volume : volume</a:t>
            </a:r>
            <a:br>
              <a:rPr lang="en-US" altLang="en-US" sz="1200" dirty="0">
                <a:latin typeface="Arial" panose="020B0604020202020204" pitchFamily="34" charset="0"/>
              </a:rPr>
            </a:b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i="1" u="sng" dirty="0">
                <a:latin typeface="Arial" panose="020B0604020202020204" pitchFamily="34" charset="0"/>
              </a:rPr>
              <a:t>rate</a:t>
            </a:r>
            <a:r>
              <a:rPr lang="en-US" altLang="en-US" sz="1200" dirty="0">
                <a:latin typeface="Arial" panose="020B0604020202020204" pitchFamily="34" charset="0"/>
              </a:rPr>
              <a:t> – a ratio that compares different kinds of units</a:t>
            </a:r>
            <a:br>
              <a:rPr lang="en-US" altLang="en-US" sz="1200" dirty="0">
                <a:latin typeface="Arial" panose="020B0604020202020204" pitchFamily="34" charset="0"/>
              </a:rPr>
            </a:b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         </a:t>
            </a:r>
            <a:r>
              <a:rPr lang="en-US" altLang="en-US" sz="1200" dirty="0" err="1">
                <a:latin typeface="Arial" panose="020B0604020202020204" pitchFamily="34" charset="0"/>
              </a:rPr>
              <a:t>eg</a:t>
            </a:r>
            <a:r>
              <a:rPr lang="en-US" altLang="en-US" sz="1200" dirty="0">
                <a:latin typeface="Arial" panose="020B0604020202020204" pitchFamily="34" charset="0"/>
              </a:rPr>
              <a:t> km per hour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               $ per </a:t>
            </a:r>
            <a:r>
              <a:rPr lang="en-US" altLang="en-US" sz="1200" dirty="0" err="1">
                <a:latin typeface="Arial" panose="020B0604020202020204" pitchFamily="34" charset="0"/>
              </a:rPr>
              <a:t>litre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i="1" u="sng" dirty="0">
                <a:latin typeface="Arial" panose="020B0604020202020204" pitchFamily="34" charset="0"/>
              </a:rPr>
              <a:t>Unit rate </a:t>
            </a:r>
            <a:r>
              <a:rPr lang="en-US" altLang="en-US" sz="1200" dirty="0">
                <a:latin typeface="Arial" panose="020B0604020202020204" pitchFamily="34" charset="0"/>
              </a:rPr>
              <a:t>– when we find the rate for a single unit.</a:t>
            </a:r>
            <a:br>
              <a:rPr lang="en-US" altLang="en-US" sz="1200" dirty="0">
                <a:latin typeface="Arial" panose="020B0604020202020204" pitchFamily="34" charset="0"/>
              </a:rPr>
            </a:b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        so 360 km for 6 hours is a rate 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             360 ÷ 60 = 60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	therefore  </a:t>
            </a:r>
            <a:r>
              <a:rPr lang="en-US" altLang="en-US" sz="1200" b="1" dirty="0">
                <a:latin typeface="Arial" panose="020B0604020202020204" pitchFamily="34" charset="0"/>
              </a:rPr>
              <a:t>60 km for 1 hour </a:t>
            </a:r>
            <a:r>
              <a:rPr lang="en-US" altLang="en-US" sz="1200" dirty="0">
                <a:latin typeface="Arial" panose="020B0604020202020204" pitchFamily="34" charset="0"/>
              </a:rPr>
              <a:t>is the unit rate</a:t>
            </a:r>
            <a:br>
              <a:rPr lang="en-US" altLang="en-US" sz="1200" dirty="0">
                <a:latin typeface="Arial" panose="020B0604020202020204" pitchFamily="34" charset="0"/>
              </a:rPr>
            </a:b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To find the </a:t>
            </a:r>
            <a:r>
              <a:rPr lang="en-US" altLang="en-US" sz="1200" i="1" u="sng" dirty="0">
                <a:latin typeface="Arial" panose="020B0604020202020204" pitchFamily="34" charset="0"/>
              </a:rPr>
              <a:t>best buy</a:t>
            </a:r>
            <a:r>
              <a:rPr lang="en-US" altLang="en-US" sz="1200" dirty="0">
                <a:latin typeface="Arial" panose="020B0604020202020204" pitchFamily="34" charset="0"/>
              </a:rPr>
              <a:t>, find the unit rate and identify which is the cheapest.</a:t>
            </a:r>
            <a:br>
              <a:rPr lang="en-US" altLang="en-US" sz="1200" dirty="0">
                <a:latin typeface="Arial" panose="020B0604020202020204" pitchFamily="34" charset="0"/>
              </a:rPr>
            </a:b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           </a:t>
            </a:r>
            <a:r>
              <a:rPr lang="en-US" altLang="en-US" sz="1200" dirty="0" err="1">
                <a:latin typeface="Arial" panose="020B0604020202020204" pitchFamily="34" charset="0"/>
              </a:rPr>
              <a:t>Eg</a:t>
            </a:r>
            <a:r>
              <a:rPr lang="en-US" altLang="en-US" sz="1200" dirty="0">
                <a:latin typeface="Arial" panose="020B0604020202020204" pitchFamily="34" charset="0"/>
              </a:rPr>
              <a:t>  10 cans of coke costs $9.20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	13.20 ÷ 10 = $0.92 per 1 can</a:t>
            </a:r>
            <a:br>
              <a:rPr lang="en-US" altLang="en-US" sz="1200" dirty="0">
                <a:latin typeface="Arial" panose="020B0604020202020204" pitchFamily="34" charset="0"/>
              </a:rPr>
            </a:b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	    24 cans of coke costs $18.60</a:t>
            </a: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	          18.6 ÷ 24 = $0.775</a:t>
            </a:r>
            <a:br>
              <a:rPr lang="en-US" altLang="en-US" sz="1200" dirty="0">
                <a:latin typeface="Arial" panose="020B0604020202020204" pitchFamily="34" charset="0"/>
              </a:rPr>
            </a:br>
            <a:br>
              <a:rPr lang="en-US" altLang="en-US" sz="1200" dirty="0">
                <a:latin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</a:rPr>
              <a:t>so the 24 can pack costs less per can so it is the best buy.</a:t>
            </a:r>
            <a:br>
              <a:rPr lang="en-US" altLang="en-US" sz="1200" dirty="0">
                <a:latin typeface="Arial" panose="020B0604020202020204" pitchFamily="34" charset="0"/>
              </a:rPr>
            </a:b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26</TotalTime>
  <Words>33</Words>
  <Application>Microsoft Office PowerPoint</Application>
  <PresentationFormat>On-screen Show (16:10)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Topic : Ratios, rates and best buys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: Ratios, rates and best buys</dc:title>
  <dc:creator>WILSON James [Baldivis Secondary College]</dc:creator>
  <cp:lastModifiedBy>WILSON James [Baldivis Secondary College]</cp:lastModifiedBy>
  <cp:revision>2</cp:revision>
  <dcterms:created xsi:type="dcterms:W3CDTF">2017-11-17T03:27:05Z</dcterms:created>
  <dcterms:modified xsi:type="dcterms:W3CDTF">2017-11-17T03:53:57Z</dcterms:modified>
</cp:coreProperties>
</file>