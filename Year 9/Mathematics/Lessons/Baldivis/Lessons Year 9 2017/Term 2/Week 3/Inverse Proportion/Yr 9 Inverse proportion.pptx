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16/05/2017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804" y="370009"/>
            <a:ext cx="8240751" cy="4915669"/>
          </a:xfrm>
        </p:spPr>
        <p:txBody>
          <a:bodyPr>
            <a:normAutofit/>
          </a:bodyPr>
          <a:lstStyle/>
          <a:p>
            <a:r>
              <a:rPr lang="en-AU" dirty="0"/>
              <a:t>The more Ferrari’s I buy, the more they cost.</a:t>
            </a:r>
          </a:p>
          <a:p>
            <a:r>
              <a:rPr lang="en-AU" dirty="0"/>
              <a:t>1 Ferrari = $400,00</a:t>
            </a:r>
          </a:p>
          <a:p>
            <a:r>
              <a:rPr lang="en-AU" dirty="0"/>
              <a:t>2 Ferrari = $800,000</a:t>
            </a:r>
          </a:p>
          <a:p>
            <a:r>
              <a:rPr lang="en-AU" dirty="0"/>
              <a:t>3 Ferrari = $1,200,000</a:t>
            </a:r>
          </a:p>
          <a:p>
            <a:r>
              <a:rPr lang="en-AU" dirty="0"/>
              <a:t>That is direct proportion</a:t>
            </a:r>
          </a:p>
          <a:p>
            <a:endParaRPr lang="en-AU" dirty="0"/>
          </a:p>
          <a:p>
            <a:r>
              <a:rPr lang="en-AU" dirty="0"/>
              <a:t>Now when I Drive the Ferrari to the beach, </a:t>
            </a:r>
          </a:p>
          <a:p>
            <a:r>
              <a:rPr lang="en-AU" dirty="0"/>
              <a:t>Driving at 20km/hr it takes 30 minutes </a:t>
            </a:r>
          </a:p>
          <a:p>
            <a:r>
              <a:rPr lang="en-AU" dirty="0"/>
              <a:t>Driving at 40km/hr it takes 15 mins </a:t>
            </a:r>
          </a:p>
          <a:p>
            <a:r>
              <a:rPr lang="en-AU" dirty="0"/>
              <a:t>Driving at 80km/hr it takes  7.5mins </a:t>
            </a:r>
          </a:p>
          <a:p>
            <a:r>
              <a:rPr lang="en-AU" dirty="0"/>
              <a:t>This is an example of inverse proportion.  As one value increases, the other decreases.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Inverse Proportion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278" y="1305079"/>
            <a:ext cx="6858000" cy="1379802"/>
          </a:xfrm>
        </p:spPr>
        <p:txBody>
          <a:bodyPr>
            <a:normAutofit/>
          </a:bodyPr>
          <a:lstStyle/>
          <a:p>
            <a:r>
              <a:rPr lang="en-AU" sz="2400" dirty="0"/>
              <a:t>Inverse proportion is when 1 value increases, the other decreases.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800" dirty="0"/>
              <a:t>EQ : How do we solve problems with inverse proportion.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2429" y="2084716"/>
            <a:ext cx="6210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it takes 10 people 24 days to build a house, how long would it take 5 people?</a:t>
            </a:r>
          </a:p>
          <a:p>
            <a:endParaRPr lang="en-AU" dirty="0"/>
          </a:p>
          <a:p>
            <a:r>
              <a:rPr lang="en-AU" dirty="0"/>
              <a:t>	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4501685"/>
                  </p:ext>
                </p:extLst>
              </p:nvPr>
            </p:nvGraphicFramePr>
            <p:xfrm>
              <a:off x="3423424" y="2684880"/>
              <a:ext cx="3646449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5483">
                      <a:extLst>
                        <a:ext uri="{9D8B030D-6E8A-4147-A177-3AD203B41FA5}">
                          <a16:colId xmlns:a16="http://schemas.microsoft.com/office/drawing/2014/main" val="125745911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val="2673622113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val="3588451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People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Days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621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1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smtClean="0"/>
                                  <m:t>𝑥</m:t>
                                </m:r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5645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4501685"/>
                  </p:ext>
                </p:extLst>
              </p:nvPr>
            </p:nvGraphicFramePr>
            <p:xfrm>
              <a:off x="3423424" y="2684880"/>
              <a:ext cx="3646449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15483">
                      <a:extLst>
                        <a:ext uri="{9D8B030D-6E8A-4147-A177-3AD203B41FA5}">
                          <a16:colId xmlns:a16="http://schemas.microsoft.com/office/drawing/2014/main" val="125745911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val="2673622113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val="35884516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People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u="sng" dirty="0"/>
                            <a:t>Days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0621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616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9500" t="-20819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156458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4404732" y="3285045"/>
            <a:ext cx="1683834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404732" y="3582412"/>
            <a:ext cx="1683834" cy="0"/>
          </a:xfrm>
          <a:prstGeom prst="straightConnector1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243967" y="3926182"/>
                <a:ext cx="2363789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×24=5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           240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 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240 ÷ 5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      48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It takes 5 people 48 days.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967" y="3926182"/>
                <a:ext cx="2363789" cy="1384995"/>
              </a:xfrm>
              <a:prstGeom prst="rect">
                <a:avLst/>
              </a:prstGeom>
              <a:blipFill>
                <a:blip r:embed="rId3"/>
                <a:stretch>
                  <a:fillRect l="-5928" r="-5412" b="-9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try a these together.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53002"/>
            <a:ext cx="7886700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A cruise ship has enough food to feed 200 passengers for 10 days.</a:t>
            </a:r>
          </a:p>
          <a:p>
            <a:pPr marL="685800" lvl="1" indent="-342900">
              <a:buAutoNum type="arabicPeriod"/>
            </a:pPr>
            <a:r>
              <a:rPr lang="en-AU" dirty="0"/>
              <a:t>how many days could it feed 100 passengers?</a:t>
            </a:r>
          </a:p>
          <a:p>
            <a:pPr marL="685800" lvl="1" indent="-342900">
              <a:buAutoNum type="arabicPeriod"/>
            </a:pPr>
            <a:endParaRPr lang="en-AU" dirty="0"/>
          </a:p>
          <a:p>
            <a:pPr marL="685800" lvl="1" indent="-342900">
              <a:buAutoNum type="arabicPeriod"/>
            </a:pPr>
            <a:endParaRPr lang="en-AU" dirty="0"/>
          </a:p>
          <a:p>
            <a:pPr marL="685800" lvl="1" indent="-342900">
              <a:buAutoNum type="arabicPeriod"/>
            </a:pPr>
            <a:r>
              <a:rPr lang="en-AU" dirty="0"/>
              <a:t>How many passengers could you feed for 5 days?</a:t>
            </a:r>
          </a:p>
          <a:p>
            <a:pPr marL="685800" lvl="1" indent="-342900">
              <a:buAutoNum type="arabicPeriod"/>
            </a:pPr>
            <a:endParaRPr lang="en-AU" dirty="0"/>
          </a:p>
          <a:p>
            <a:pPr marL="685800" lvl="1" indent="-342900">
              <a:buAutoNum type="arabicPeriod"/>
            </a:pPr>
            <a:endParaRPr lang="en-AU" dirty="0"/>
          </a:p>
          <a:p>
            <a:pPr marL="685800" lvl="1" indent="-342900">
              <a:buAutoNum type="arabicPeriod"/>
            </a:pPr>
            <a:endParaRPr lang="en-AU" dirty="0"/>
          </a:p>
          <a:p>
            <a:pPr marL="685800" lvl="1" indent="-342900">
              <a:buAutoNum type="arabicPeriod"/>
            </a:pPr>
            <a:r>
              <a:rPr lang="en-AU" dirty="0"/>
              <a:t>How many days could it last with 175 passengers?</a:t>
            </a:r>
          </a:p>
          <a:p>
            <a:pPr marL="685800" lvl="1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200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137" y="270818"/>
            <a:ext cx="7886700" cy="520919"/>
          </a:xfrm>
        </p:spPr>
        <p:txBody>
          <a:bodyPr>
            <a:normAutofit fontScale="90000"/>
          </a:bodyPr>
          <a:lstStyle/>
          <a:p>
            <a:r>
              <a:rPr lang="en-AU" dirty="0"/>
              <a:t>Now lets try page Ex 6.8 on Page 80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95" y="701481"/>
            <a:ext cx="6962423" cy="46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8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54</TotalTime>
  <Words>226</Words>
  <Application>Microsoft Office PowerPoint</Application>
  <PresentationFormat>On-screen Show (16:10)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Topic : Inverse Proportion</vt:lpstr>
      <vt:lpstr>Lets try a these together. </vt:lpstr>
      <vt:lpstr>Now lets try page Ex 6.8 on Page 80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6</cp:revision>
  <dcterms:created xsi:type="dcterms:W3CDTF">2017-05-16T13:11:38Z</dcterms:created>
  <dcterms:modified xsi:type="dcterms:W3CDTF">2017-05-16T14:06:10Z</dcterms:modified>
</cp:coreProperties>
</file>