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07" r:id="rId2"/>
    <p:sldId id="312" r:id="rId3"/>
    <p:sldId id="310" r:id="rId4"/>
    <p:sldId id="308" r:id="rId5"/>
    <p:sldId id="306" r:id="rId6"/>
    <p:sldId id="313" r:id="rId7"/>
    <p:sldId id="314" r:id="rId8"/>
    <p:sldId id="309" r:id="rId9"/>
    <p:sldId id="311" r:id="rId10"/>
    <p:sldId id="292" r:id="rId11"/>
    <p:sldId id="29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2895" autoAdjust="0"/>
  </p:normalViewPr>
  <p:slideViewPr>
    <p:cSldViewPr>
      <p:cViewPr varScale="1">
        <p:scale>
          <a:sx n="96" d="100"/>
          <a:sy n="96" d="100"/>
        </p:scale>
        <p:origin x="-1464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interSettings" Target="printerSettings/printerSettings1.bin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24/04/2017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92" y="3284984"/>
            <a:ext cx="4455275" cy="25060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3608" y="692696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My Proportion Interactive 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584" y="3068960"/>
            <a:ext cx="34563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Name:</a:t>
            </a:r>
          </a:p>
          <a:p>
            <a:endParaRPr lang="en-US" dirty="0"/>
          </a:p>
          <a:p>
            <a:r>
              <a:rPr lang="en-US" dirty="0" smtClean="0"/>
              <a:t>Class: 9-9</a:t>
            </a:r>
          </a:p>
          <a:p>
            <a:endParaRPr lang="en-US" dirty="0"/>
          </a:p>
          <a:p>
            <a:r>
              <a:rPr lang="en-US" dirty="0" smtClean="0"/>
              <a:t>Teacher: </a:t>
            </a:r>
            <a:r>
              <a:rPr lang="en-US" dirty="0" err="1" smtClean="0"/>
              <a:t>Mr</a:t>
            </a:r>
            <a:r>
              <a:rPr lang="en-US" dirty="0" smtClean="0"/>
              <a:t> Evans</a:t>
            </a:r>
          </a:p>
          <a:p>
            <a:endParaRPr lang="en-US" dirty="0"/>
          </a:p>
          <a:p>
            <a:r>
              <a:rPr lang="en-US" dirty="0" smtClean="0"/>
              <a:t>Term 2 Semester 1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412776"/>
            <a:ext cx="20955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318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616" y="980728"/>
            <a:ext cx="6696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Ratios Song</a:t>
            </a:r>
          </a:p>
          <a:p>
            <a:r>
              <a:rPr lang="en-US" dirty="0"/>
              <a:t>https://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=-hcRMJcgpb4</a:t>
            </a:r>
          </a:p>
        </p:txBody>
      </p:sp>
    </p:spTree>
    <p:extLst>
      <p:ext uri="{BB962C8B-B14F-4D97-AF65-F5344CB8AC3E}">
        <p14:creationId xmlns:p14="http://schemas.microsoft.com/office/powerpoint/2010/main" val="12358991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5576" y="836712"/>
            <a:ext cx="80648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Warm Up</a:t>
            </a:r>
            <a:endParaRPr lang="en-US"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683568" y="2060848"/>
            <a:ext cx="79928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Find the Greatest Common Factor of the following:</a:t>
            </a:r>
          </a:p>
          <a:p>
            <a:endParaRPr lang="en-US" sz="2400" dirty="0"/>
          </a:p>
          <a:p>
            <a:pPr marL="342900" indent="-342900">
              <a:buAutoNum type="alphaLcParenR"/>
            </a:pPr>
            <a:r>
              <a:rPr lang="en-US" sz="2400" dirty="0" smtClean="0"/>
              <a:t>6 and 18</a:t>
            </a:r>
          </a:p>
          <a:p>
            <a:pPr marL="342900" indent="-342900">
              <a:buAutoNum type="alphaLcParenR"/>
            </a:pPr>
            <a:r>
              <a:rPr lang="en-US" sz="2400" dirty="0" smtClean="0"/>
              <a:t>12 and 16</a:t>
            </a:r>
          </a:p>
          <a:p>
            <a:pPr marL="342900" indent="-342900">
              <a:buAutoNum type="alphaLcParenR"/>
            </a:pPr>
            <a:r>
              <a:rPr lang="en-US" sz="2400" dirty="0" smtClean="0"/>
              <a:t>6 and 27</a:t>
            </a:r>
          </a:p>
          <a:p>
            <a:pPr marL="342900" indent="-342900">
              <a:buAutoNum type="alphaLcParenR"/>
            </a:pPr>
            <a:r>
              <a:rPr lang="en-US" sz="2400" dirty="0" smtClean="0"/>
              <a:t>9 and 30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494875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9395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Ratio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a ratio and how is it used?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81315" y="1961950"/>
            <a:ext cx="1652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ratio?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24799" y="1970277"/>
            <a:ext cx="570220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Ratios are used to compare quantities with the same units.</a:t>
            </a:r>
          </a:p>
          <a:p>
            <a:r>
              <a:rPr lang="en-AU" dirty="0" smtClean="0"/>
              <a:t>The ratio of 2 to 5 is written as </a:t>
            </a:r>
            <a:r>
              <a:rPr lang="en-AU" dirty="0" smtClean="0">
                <a:solidFill>
                  <a:srgbClr val="0070C0"/>
                </a:solidFill>
              </a:rPr>
              <a:t>2 : 5</a:t>
            </a:r>
            <a:endParaRPr lang="en-AU" dirty="0">
              <a:solidFill>
                <a:srgbClr val="0070C0"/>
              </a:solidFill>
            </a:endParaRPr>
          </a:p>
          <a:p>
            <a:endParaRPr lang="en-AU" dirty="0" smtClean="0"/>
          </a:p>
          <a:p>
            <a:endParaRPr lang="en-AU" dirty="0" smtClean="0"/>
          </a:p>
          <a:p>
            <a:endParaRPr lang="en-AU" dirty="0"/>
          </a:p>
        </p:txBody>
      </p:sp>
      <p:sp>
        <p:nvSpPr>
          <p:cNvPr id="8" name="Rectangle 7"/>
          <p:cNvSpPr/>
          <p:nvPr/>
        </p:nvSpPr>
        <p:spPr>
          <a:xfrm>
            <a:off x="3131840" y="2996952"/>
            <a:ext cx="547260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If you are making orange </a:t>
            </a:r>
            <a:r>
              <a:rPr lang="en-US" dirty="0" smtClean="0"/>
              <a:t>cordial </a:t>
            </a:r>
            <a:r>
              <a:rPr lang="en-US" dirty="0"/>
              <a:t>and you mix one part </a:t>
            </a:r>
            <a:r>
              <a:rPr lang="en-US" dirty="0" smtClean="0"/>
              <a:t>cordial </a:t>
            </a:r>
            <a:r>
              <a:rPr lang="en-US" dirty="0"/>
              <a:t>to four parts water, then the ratio of </a:t>
            </a:r>
            <a:r>
              <a:rPr lang="en-US" dirty="0" smtClean="0"/>
              <a:t>cordial </a:t>
            </a:r>
            <a:r>
              <a:rPr lang="en-US" dirty="0"/>
              <a:t>to water will be 1:4 (1 to 4).</a:t>
            </a:r>
          </a:p>
          <a:p>
            <a:endParaRPr lang="en-US" dirty="0"/>
          </a:p>
          <a:p>
            <a:r>
              <a:rPr lang="en-US" dirty="0"/>
              <a:t>If you use 1 </a:t>
            </a:r>
            <a:r>
              <a:rPr lang="en-US" dirty="0" err="1"/>
              <a:t>litre</a:t>
            </a:r>
            <a:r>
              <a:rPr lang="en-US" dirty="0"/>
              <a:t> of </a:t>
            </a:r>
            <a:r>
              <a:rPr lang="en-US" dirty="0" smtClean="0"/>
              <a:t>cordial, </a:t>
            </a:r>
            <a:r>
              <a:rPr lang="en-US" dirty="0"/>
              <a:t>you will use 4 </a:t>
            </a:r>
            <a:r>
              <a:rPr lang="en-US" dirty="0" err="1"/>
              <a:t>litres</a:t>
            </a:r>
            <a:r>
              <a:rPr lang="en-US" dirty="0"/>
              <a:t> of water (1:4).</a:t>
            </a:r>
          </a:p>
          <a:p>
            <a:endParaRPr lang="en-US" dirty="0"/>
          </a:p>
          <a:p>
            <a:r>
              <a:rPr lang="en-US" dirty="0"/>
              <a:t>If you use 2 </a:t>
            </a:r>
            <a:r>
              <a:rPr lang="en-US" dirty="0" err="1"/>
              <a:t>litres</a:t>
            </a:r>
            <a:r>
              <a:rPr lang="en-US" dirty="0"/>
              <a:t> of </a:t>
            </a:r>
            <a:r>
              <a:rPr lang="en-US" dirty="0" smtClean="0"/>
              <a:t>cordial, </a:t>
            </a:r>
            <a:r>
              <a:rPr lang="en-US" dirty="0"/>
              <a:t>you will use 8 </a:t>
            </a:r>
            <a:r>
              <a:rPr lang="en-US" dirty="0" err="1"/>
              <a:t>litres</a:t>
            </a:r>
            <a:r>
              <a:rPr lang="en-US" dirty="0"/>
              <a:t> of water (2:8).</a:t>
            </a:r>
          </a:p>
          <a:p>
            <a:endParaRPr lang="en-US" dirty="0"/>
          </a:p>
          <a:p>
            <a:r>
              <a:rPr lang="en-US" dirty="0"/>
              <a:t>If you use 10 </a:t>
            </a:r>
            <a:r>
              <a:rPr lang="en-US" dirty="0" err="1"/>
              <a:t>litres</a:t>
            </a:r>
            <a:r>
              <a:rPr lang="en-US" dirty="0"/>
              <a:t> of </a:t>
            </a:r>
            <a:r>
              <a:rPr lang="en-US" dirty="0" smtClean="0"/>
              <a:t>cordial, </a:t>
            </a:r>
            <a:r>
              <a:rPr lang="en-US" dirty="0"/>
              <a:t>you will use 40 </a:t>
            </a:r>
            <a:r>
              <a:rPr lang="en-US" dirty="0" err="1"/>
              <a:t>litres</a:t>
            </a:r>
            <a:r>
              <a:rPr lang="en-US" dirty="0"/>
              <a:t> of water (10:40)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79512" y="3068960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How is a ratio used?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1137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9395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Ratio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a ratio and how is it used?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81315" y="1961950"/>
            <a:ext cx="2073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is a ratio used?</a:t>
            </a:r>
            <a:endParaRPr lang="en-AU" dirty="0"/>
          </a:p>
        </p:txBody>
      </p:sp>
      <p:sp>
        <p:nvSpPr>
          <p:cNvPr id="8" name="Rectangle 7"/>
          <p:cNvSpPr/>
          <p:nvPr/>
        </p:nvSpPr>
        <p:spPr>
          <a:xfrm>
            <a:off x="2987824" y="2060848"/>
            <a:ext cx="6048672" cy="4524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These ratios are all equivalent</a:t>
            </a:r>
          </a:p>
          <a:p>
            <a:r>
              <a:rPr lang="en-US" dirty="0"/>
              <a:t>1:4 = 2:8 = 10:40</a:t>
            </a:r>
          </a:p>
          <a:p>
            <a:endParaRPr lang="en-US" dirty="0"/>
          </a:p>
          <a:p>
            <a:r>
              <a:rPr lang="en-US" dirty="0"/>
              <a:t>Both sides of the ratio can be multiplied or divided by the same number to give an equivalent ratio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To simplify a ratio, you divide both sides of the ratio by the greatest common factor. Note: Make sure both sides of the ratio are using the same units of measurement.</a:t>
            </a:r>
          </a:p>
          <a:p>
            <a:endParaRPr lang="en-US" dirty="0"/>
          </a:p>
          <a:p>
            <a:r>
              <a:rPr lang="en-US" dirty="0" smtClean="0"/>
              <a:t>Example:</a:t>
            </a:r>
          </a:p>
          <a:p>
            <a:r>
              <a:rPr lang="en-US" dirty="0" smtClean="0"/>
              <a:t>200g : 1kg                    Change both sides to the same units</a:t>
            </a:r>
          </a:p>
          <a:p>
            <a:r>
              <a:rPr lang="en-US" dirty="0" smtClean="0"/>
              <a:t>200g : 1000g                Divide both sides by 200</a:t>
            </a:r>
          </a:p>
          <a:p>
            <a:r>
              <a:rPr lang="en-US" dirty="0" smtClean="0"/>
              <a:t>1 : 5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7606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5576" y="692696"/>
            <a:ext cx="6912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Let’s try some together.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196752"/>
            <a:ext cx="3251200" cy="11557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2492896"/>
            <a:ext cx="3247628" cy="131873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84" y="4293096"/>
            <a:ext cx="558800" cy="1079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552" y="3933056"/>
            <a:ext cx="6156684" cy="28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188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620688"/>
            <a:ext cx="2578100" cy="2921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1052736"/>
            <a:ext cx="914400" cy="17653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3068960"/>
            <a:ext cx="4559300" cy="241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544" y="3501008"/>
            <a:ext cx="2044700" cy="322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303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3568" y="332656"/>
            <a:ext cx="7776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Complete the </a:t>
            </a:r>
            <a:r>
              <a:rPr lang="en-US" dirty="0" smtClean="0"/>
              <a:t>following on your own (use your notes if needed):</a:t>
            </a:r>
            <a:endParaRPr lang="en-US" dirty="0"/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764704"/>
            <a:ext cx="5812538" cy="14401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2276872"/>
            <a:ext cx="6553200" cy="850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68" y="3284984"/>
            <a:ext cx="2616200" cy="266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7624" y="3789040"/>
            <a:ext cx="863600" cy="1778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7944" y="3284984"/>
            <a:ext cx="4597400" cy="2413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6136" y="3644900"/>
            <a:ext cx="1816100" cy="3213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3528" y="2348880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79512" y="3212976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3.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635896" y="314096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179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99592" y="836712"/>
            <a:ext cx="72728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Complete your Summary ensuring you explain the process you use to simplify ratios.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30279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1132</TotalTime>
  <Words>405</Words>
  <Application>Microsoft Macintosh PowerPoint</Application>
  <PresentationFormat>On-screen Show (4:3)</PresentationFormat>
  <Paragraphs>74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Department of Education</cp:lastModifiedBy>
  <cp:revision>91</cp:revision>
  <dcterms:created xsi:type="dcterms:W3CDTF">2014-05-14T02:58:57Z</dcterms:created>
  <dcterms:modified xsi:type="dcterms:W3CDTF">2017-04-24T06:56:41Z</dcterms:modified>
</cp:coreProperties>
</file>