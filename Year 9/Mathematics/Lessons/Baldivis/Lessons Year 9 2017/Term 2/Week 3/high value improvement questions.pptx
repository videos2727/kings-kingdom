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5" r:id="rId3"/>
    <p:sldId id="263" r:id="rId4"/>
    <p:sldId id="257" r:id="rId5"/>
    <p:sldId id="260" r:id="rId6"/>
    <p:sldId id="258" r:id="rId7"/>
    <p:sldId id="259" r:id="rId8"/>
    <p:sldId id="264" r:id="rId9"/>
    <p:sldId id="267" r:id="rId10"/>
    <p:sldId id="262" r:id="rId11"/>
    <p:sldId id="261" r:id="rId12"/>
    <p:sldId id="266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4" d="100"/>
          <a:sy n="104" d="100"/>
        </p:scale>
        <p:origin x="228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79941D-B461-4170-B351-6B5C0F2C0151}" type="datetimeFigureOut">
              <a:rPr lang="en-AU" smtClean="0"/>
              <a:t>7/05/2017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8A6F88-2B5A-421D-A12E-A7996FE136D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011945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79941D-B461-4170-B351-6B5C0F2C0151}" type="datetimeFigureOut">
              <a:rPr lang="en-AU" smtClean="0"/>
              <a:t>7/05/2017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8A6F88-2B5A-421D-A12E-A7996FE136D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7245164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79941D-B461-4170-B351-6B5C0F2C0151}" type="datetimeFigureOut">
              <a:rPr lang="en-AU" smtClean="0"/>
              <a:t>7/05/2017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8A6F88-2B5A-421D-A12E-A7996FE136D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2827657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79941D-B461-4170-B351-6B5C0F2C0151}" type="datetimeFigureOut">
              <a:rPr lang="en-AU" smtClean="0"/>
              <a:t>7/05/2017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8A6F88-2B5A-421D-A12E-A7996FE136D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011885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79941D-B461-4170-B351-6B5C0F2C0151}" type="datetimeFigureOut">
              <a:rPr lang="en-AU" smtClean="0"/>
              <a:t>7/05/2017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8A6F88-2B5A-421D-A12E-A7996FE136D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1862367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79941D-B461-4170-B351-6B5C0F2C0151}" type="datetimeFigureOut">
              <a:rPr lang="en-AU" smtClean="0"/>
              <a:t>7/05/2017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8A6F88-2B5A-421D-A12E-A7996FE136D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8141887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79941D-B461-4170-B351-6B5C0F2C0151}" type="datetimeFigureOut">
              <a:rPr lang="en-AU" smtClean="0"/>
              <a:t>7/05/2017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8A6F88-2B5A-421D-A12E-A7996FE136D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8880979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79941D-B461-4170-B351-6B5C0F2C0151}" type="datetimeFigureOut">
              <a:rPr lang="en-AU" smtClean="0"/>
              <a:t>7/05/2017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8A6F88-2B5A-421D-A12E-A7996FE136D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2936379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79941D-B461-4170-B351-6B5C0F2C0151}" type="datetimeFigureOut">
              <a:rPr lang="en-AU" smtClean="0"/>
              <a:t>7/05/2017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8A6F88-2B5A-421D-A12E-A7996FE136D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6282562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79941D-B461-4170-B351-6B5C0F2C0151}" type="datetimeFigureOut">
              <a:rPr lang="en-AU" smtClean="0"/>
              <a:t>7/05/2017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8A6F88-2B5A-421D-A12E-A7996FE136D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0899125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79941D-B461-4170-B351-6B5C0F2C0151}" type="datetimeFigureOut">
              <a:rPr lang="en-AU" smtClean="0"/>
              <a:t>7/05/2017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8A6F88-2B5A-421D-A12E-A7996FE136D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734713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E79941D-B461-4170-B351-6B5C0F2C0151}" type="datetimeFigureOut">
              <a:rPr lang="en-AU" smtClean="0"/>
              <a:t>7/05/2017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38A6F88-2B5A-421D-A12E-A7996FE136D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2476770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06747" y="461253"/>
            <a:ext cx="7935685" cy="5575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875075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8905" y="1228438"/>
            <a:ext cx="8125772" cy="18292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408576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0081" y="517237"/>
            <a:ext cx="9693088" cy="46274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583862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78182" y="500123"/>
            <a:ext cx="8054109" cy="58712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871435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46658" y="543069"/>
            <a:ext cx="9841930" cy="44907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103989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9024" y="600362"/>
            <a:ext cx="10621714" cy="43780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573385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8423" y="869228"/>
            <a:ext cx="10444596" cy="27529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982702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6605" y="1828800"/>
            <a:ext cx="8126266" cy="18205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287598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53749" y="1071417"/>
            <a:ext cx="8473465" cy="21601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124778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72591" y="997528"/>
            <a:ext cx="8514516" cy="23421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715972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37590" y="457344"/>
            <a:ext cx="8736445" cy="53223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646360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76995" y="766618"/>
            <a:ext cx="8566132" cy="51609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917500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</TotalTime>
  <Words>0</Words>
  <Application>Microsoft Office PowerPoint</Application>
  <PresentationFormat>Widescreen</PresentationFormat>
  <Paragraphs>0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Hamilton Stott</dc:creator>
  <cp:lastModifiedBy>Hamilton Stott</cp:lastModifiedBy>
  <cp:revision>3</cp:revision>
  <dcterms:created xsi:type="dcterms:W3CDTF">2017-05-07T13:40:50Z</dcterms:created>
  <dcterms:modified xsi:type="dcterms:W3CDTF">2017-05-07T14:00:52Z</dcterms:modified>
</cp:coreProperties>
</file>