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7" r:id="rId2"/>
    <p:sldId id="310" r:id="rId3"/>
    <p:sldId id="308" r:id="rId4"/>
    <p:sldId id="325" r:id="rId5"/>
    <p:sldId id="326" r:id="rId6"/>
    <p:sldId id="318" r:id="rId7"/>
    <p:sldId id="327" r:id="rId8"/>
    <p:sldId id="328" r:id="rId9"/>
    <p:sldId id="329" r:id="rId10"/>
    <p:sldId id="331" r:id="rId11"/>
    <p:sldId id="332" r:id="rId12"/>
    <p:sldId id="292" r:id="rId13"/>
    <p:sldId id="291" r:id="rId14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2" d="100"/>
          <a:sy n="102" d="100"/>
        </p:scale>
        <p:origin x="127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75AD73A-AE13-444E-A6A8-7967ABAB8119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3140968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 9-9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380438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Warm Up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5926206" cy="18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356992"/>
            <a:ext cx="6762415" cy="1512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991" y="1464166"/>
            <a:ext cx="14111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  <a:p>
            <a:pPr algn="ctr"/>
            <a:r>
              <a:rPr lang="en-US" sz="2400" b="1" dirty="0"/>
              <a:t>2</a:t>
            </a:r>
          </a:p>
          <a:p>
            <a:pPr algn="ctr"/>
            <a:r>
              <a:rPr lang="en-US" sz="2400" b="1" dirty="0"/>
              <a:t>3</a:t>
            </a:r>
          </a:p>
          <a:p>
            <a:pPr algn="ctr"/>
            <a:r>
              <a:rPr lang="en-US" sz="2400" b="1" dirty="0"/>
              <a:t>4</a:t>
            </a:r>
          </a:p>
          <a:p>
            <a:pPr algn="ctr"/>
            <a:r>
              <a:rPr lang="en-US" sz="2400" b="1" dirty="0"/>
              <a:t>5</a:t>
            </a:r>
          </a:p>
          <a:p>
            <a:pPr algn="ctr"/>
            <a:r>
              <a:rPr lang="en-US" sz="2400" b="1" dirty="0"/>
              <a:t>6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7</a:t>
            </a:r>
          </a:p>
          <a:p>
            <a:pPr algn="ctr"/>
            <a:r>
              <a:rPr lang="en-US" sz="2400" b="1" dirty="0"/>
              <a:t>8</a:t>
            </a:r>
          </a:p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91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Inverse Proportion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is Inverse Proportion different from Direct Proportion?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873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inverse proportion?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Inverse proportion</a:t>
            </a:r>
            <a:r>
              <a:rPr lang="en-GB" dirty="0"/>
              <a:t> means an increase in one quantity</a:t>
            </a:r>
          </a:p>
          <a:p>
            <a:r>
              <a:rPr lang="en-GB" dirty="0"/>
              <a:t>will cause a similar decrease in another quantity.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91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Inverse Proportion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is Inverse Proportion different from Direct Proportion?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873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inverse proportion?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Inverse proportion</a:t>
            </a:r>
            <a:r>
              <a:rPr lang="en-GB" dirty="0"/>
              <a:t> means an increase in one quantity</a:t>
            </a:r>
          </a:p>
          <a:p>
            <a:r>
              <a:rPr lang="en-GB" dirty="0"/>
              <a:t>will cause a similar decrease in another quantity.</a:t>
            </a:r>
            <a:endParaRPr lang="en-AU" dirty="0"/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2989433"/>
            <a:ext cx="357187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8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91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Inverse Proportion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is Inverse Proportion different from Direct Proportion?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873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inverse proportion?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Inverse proportion</a:t>
            </a:r>
            <a:r>
              <a:rPr lang="en-GB" dirty="0"/>
              <a:t> means an increase in one quantity</a:t>
            </a:r>
          </a:p>
          <a:p>
            <a:r>
              <a:rPr lang="en-GB" dirty="0"/>
              <a:t>will cause a similar decrease in another quantity.</a:t>
            </a:r>
            <a:endParaRPr lang="en-AU" dirty="0"/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2989433"/>
            <a:ext cx="3571875" cy="1457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6037" y="5176553"/>
            <a:ext cx="5152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Increasing</a:t>
            </a:r>
            <a:r>
              <a:rPr lang="en-GB" dirty="0"/>
              <a:t> the number of people gives a </a:t>
            </a:r>
            <a:r>
              <a:rPr lang="en-GB" u="sng" dirty="0"/>
              <a:t>decrease</a:t>
            </a:r>
            <a:r>
              <a:rPr lang="en-GB" dirty="0"/>
              <a:t> in the number of days taken, so it is Inverse proportion</a:t>
            </a:r>
            <a:endParaRPr lang="en-AU" dirty="0"/>
          </a:p>
        </p:txBody>
      </p:sp>
      <p:sp>
        <p:nvSpPr>
          <p:cNvPr id="14" name="Arrow: Right 13"/>
          <p:cNvSpPr/>
          <p:nvPr/>
        </p:nvSpPr>
        <p:spPr>
          <a:xfrm rot="14787926">
            <a:off x="4965680" y="4677579"/>
            <a:ext cx="727525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5015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59" y="1124744"/>
            <a:ext cx="4328345" cy="35010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1600" y="2060848"/>
            <a:ext cx="5112568" cy="2736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783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59" y="1124744"/>
            <a:ext cx="4328345" cy="35010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1600" y="2780928"/>
            <a:ext cx="5112568" cy="2016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954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59" y="1124744"/>
            <a:ext cx="4328345" cy="35010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1600" y="3212976"/>
            <a:ext cx="5112568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99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59" y="1124744"/>
            <a:ext cx="4328345" cy="350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1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3649967" cy="295232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660" y="1196752"/>
            <a:ext cx="3592700" cy="2997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26701" y="1988840"/>
            <a:ext cx="4549755" cy="252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9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3649967" cy="295232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660" y="1196752"/>
            <a:ext cx="3592700" cy="2997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1560" y="4941168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do Ex 6.8 p.80 Q1-7</a:t>
            </a:r>
          </a:p>
        </p:txBody>
      </p:sp>
    </p:spTree>
    <p:extLst>
      <p:ext uri="{BB962C8B-B14F-4D97-AF65-F5344CB8AC3E}">
        <p14:creationId xmlns:p14="http://schemas.microsoft.com/office/powerpoint/2010/main" val="4114574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  <a:p>
            <a:r>
              <a:rPr lang="en-AU" dirty="0"/>
              <a:t>Ex 6.8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1953</TotalTime>
  <Words>239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Hamilton Stott</cp:lastModifiedBy>
  <cp:revision>97</cp:revision>
  <cp:lastPrinted>2017-05-14T23:47:27Z</cp:lastPrinted>
  <dcterms:created xsi:type="dcterms:W3CDTF">2014-05-14T02:58:57Z</dcterms:created>
  <dcterms:modified xsi:type="dcterms:W3CDTF">2017-05-21T14:02:30Z</dcterms:modified>
</cp:coreProperties>
</file>