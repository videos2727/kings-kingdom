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4" r:id="rId4"/>
    <p:sldId id="275" r:id="rId5"/>
    <p:sldId id="265" r:id="rId6"/>
    <p:sldId id="267" r:id="rId7"/>
    <p:sldId id="269" r:id="rId8"/>
    <p:sldId id="270" r:id="rId9"/>
    <p:sldId id="271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D2B-21A1-4D07-999C-C46A85C7DF2D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6D4-D262-4434-AEE5-62A0279CF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09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D2B-21A1-4D07-999C-C46A85C7DF2D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6D4-D262-4434-AEE5-62A0279CF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318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D2B-21A1-4D07-999C-C46A85C7DF2D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6D4-D262-4434-AEE5-62A0279CF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3422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D2B-21A1-4D07-999C-C46A85C7DF2D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6D4-D262-4434-AEE5-62A0279CF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084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D2B-21A1-4D07-999C-C46A85C7DF2D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6D4-D262-4434-AEE5-62A0279CF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8323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D2B-21A1-4D07-999C-C46A85C7DF2D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6D4-D262-4434-AEE5-62A0279CF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3001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D2B-21A1-4D07-999C-C46A85C7DF2D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6D4-D262-4434-AEE5-62A0279CF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774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D2B-21A1-4D07-999C-C46A85C7DF2D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6D4-D262-4434-AEE5-62A0279CF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411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D2B-21A1-4D07-999C-C46A85C7DF2D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6D4-D262-4434-AEE5-62A0279CF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6036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D2B-21A1-4D07-999C-C46A85C7DF2D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6D4-D262-4434-AEE5-62A0279CF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9878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AD2B-21A1-4D07-999C-C46A85C7DF2D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E6D4-D262-4434-AEE5-62A0279CF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9646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BAD2B-21A1-4D07-999C-C46A85C7DF2D}" type="datetimeFigureOut">
              <a:rPr lang="en-AU" smtClean="0"/>
              <a:t>19/06/2017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5E6D4-D262-4434-AEE5-62A0279CF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300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86447" y="408490"/>
            <a:ext cx="730843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0070C0"/>
                </a:solidFill>
                <a:latin typeface="Chiller" panose="04020404031007020602" pitchFamily="82" charset="0"/>
              </a:rPr>
              <a:t>My Geometry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378" y="4147134"/>
            <a:ext cx="34563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Name:</a:t>
            </a:r>
          </a:p>
          <a:p>
            <a:endParaRPr lang="en-US" sz="2000" b="1" dirty="0"/>
          </a:p>
          <a:p>
            <a:r>
              <a:rPr lang="en-US" sz="2000" b="1" dirty="0"/>
              <a:t>Class: 9-5</a:t>
            </a:r>
          </a:p>
          <a:p>
            <a:endParaRPr lang="en-US" sz="2000" b="1" dirty="0"/>
          </a:p>
          <a:p>
            <a:r>
              <a:rPr lang="en-US" sz="2000" b="1" dirty="0"/>
              <a:t>Teacher: Miss L</a:t>
            </a:r>
          </a:p>
          <a:p>
            <a:endParaRPr lang="en-US" sz="2000" b="1" dirty="0"/>
          </a:p>
          <a:p>
            <a:r>
              <a:rPr lang="en-US" sz="2000" b="1" dirty="0"/>
              <a:t>Term 2 Semester 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68" y="3420757"/>
            <a:ext cx="6943219" cy="324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do we know if two triangles are congruent?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544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Congruent Triangles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8303" y="2137492"/>
            <a:ext cx="21116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is Congruent Shapes?</a:t>
            </a:r>
          </a:p>
        </p:txBody>
      </p:sp>
      <p:sp>
        <p:nvSpPr>
          <p:cNvPr id="15" name="Rectangle 14">
            <a:extLst/>
          </p:cNvPr>
          <p:cNvSpPr/>
          <p:nvPr/>
        </p:nvSpPr>
        <p:spPr>
          <a:xfrm>
            <a:off x="2752402" y="2520547"/>
            <a:ext cx="87988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Congruent shapes have the </a:t>
            </a:r>
            <a:r>
              <a:rPr lang="en-US" sz="2800" b="1" dirty="0"/>
              <a:t>same shape and size</a:t>
            </a:r>
            <a:r>
              <a:rPr lang="en-US" sz="2800" dirty="0"/>
              <a:t>. They can fit </a:t>
            </a:r>
            <a:r>
              <a:rPr lang="en-US" sz="2800" b="1" i="1" dirty="0"/>
              <a:t>exactly</a:t>
            </a:r>
            <a:r>
              <a:rPr lang="en-US" sz="2800" dirty="0"/>
              <a:t> on top of each other.</a:t>
            </a:r>
          </a:p>
        </p:txBody>
      </p:sp>
      <p:sp>
        <p:nvSpPr>
          <p:cNvPr id="16" name="Rectangle 15">
            <a:extLst/>
          </p:cNvPr>
          <p:cNvSpPr/>
          <p:nvPr/>
        </p:nvSpPr>
        <p:spPr>
          <a:xfrm>
            <a:off x="2752402" y="1203288"/>
            <a:ext cx="8798862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Last Lesson Recap</a:t>
            </a:r>
          </a:p>
        </p:txBody>
      </p:sp>
    </p:spTree>
    <p:extLst>
      <p:ext uri="{BB962C8B-B14F-4D97-AF65-F5344CB8AC3E}">
        <p14:creationId xmlns:p14="http://schemas.microsoft.com/office/powerpoint/2010/main" val="323535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do we test for congruency?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4681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Tests for Congruent Triangles</a:t>
            </a:r>
            <a:endParaRPr lang="en-AU" sz="2400" dirty="0">
              <a:latin typeface="Chalkboard"/>
              <a:cs typeface="Chalkboard"/>
            </a:endParaRPr>
          </a:p>
        </p:txBody>
      </p:sp>
      <p:pic>
        <p:nvPicPr>
          <p:cNvPr id="15" name="Picture 14">
            <a:extLst/>
          </p:cNvPr>
          <p:cNvPicPr>
            <a:picLocks noChangeAspect="1"/>
          </p:cNvPicPr>
          <p:nvPr/>
        </p:nvPicPr>
        <p:blipFill rotWithShape="1">
          <a:blip r:embed="rId2"/>
          <a:srcRect b="62906"/>
          <a:stretch/>
        </p:blipFill>
        <p:spPr>
          <a:xfrm>
            <a:off x="0" y="1201787"/>
            <a:ext cx="5892209" cy="1613392"/>
          </a:xfrm>
          <a:prstGeom prst="rect">
            <a:avLst/>
          </a:prstGeom>
        </p:spPr>
      </p:pic>
      <p:pic>
        <p:nvPicPr>
          <p:cNvPr id="17" name="Picture 16">
            <a:extLst/>
          </p:cNvPr>
          <p:cNvPicPr>
            <a:picLocks noChangeAspect="1"/>
          </p:cNvPicPr>
          <p:nvPr/>
        </p:nvPicPr>
        <p:blipFill rotWithShape="1">
          <a:blip r:embed="rId3"/>
          <a:srcRect b="59320"/>
          <a:stretch/>
        </p:blipFill>
        <p:spPr>
          <a:xfrm>
            <a:off x="0" y="3349630"/>
            <a:ext cx="5872009" cy="1754633"/>
          </a:xfrm>
          <a:prstGeom prst="rect">
            <a:avLst/>
          </a:prstGeom>
        </p:spPr>
      </p:pic>
      <p:pic>
        <p:nvPicPr>
          <p:cNvPr id="18" name="Picture 17">
            <a:extLst/>
          </p:cNvPr>
          <p:cNvPicPr>
            <a:picLocks noChangeAspect="1"/>
          </p:cNvPicPr>
          <p:nvPr/>
        </p:nvPicPr>
        <p:blipFill rotWithShape="1">
          <a:blip r:embed="rId4"/>
          <a:srcRect b="59920"/>
          <a:stretch/>
        </p:blipFill>
        <p:spPr>
          <a:xfrm>
            <a:off x="5987815" y="3322334"/>
            <a:ext cx="6067707" cy="1781929"/>
          </a:xfrm>
          <a:prstGeom prst="rect">
            <a:avLst/>
          </a:prstGeom>
        </p:spPr>
      </p:pic>
      <p:pic>
        <p:nvPicPr>
          <p:cNvPr id="19" name="Picture 18">
            <a:extLst/>
          </p:cNvPr>
          <p:cNvPicPr>
            <a:picLocks noChangeAspect="1"/>
          </p:cNvPicPr>
          <p:nvPr/>
        </p:nvPicPr>
        <p:blipFill rotWithShape="1">
          <a:blip r:embed="rId5"/>
          <a:srcRect b="59987"/>
          <a:stretch/>
        </p:blipFill>
        <p:spPr>
          <a:xfrm>
            <a:off x="5990952" y="1106048"/>
            <a:ext cx="6064570" cy="177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26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292A59-54B0-45DA-B298-069995AC3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586" y="365125"/>
            <a:ext cx="8478829" cy="6274334"/>
          </a:xfrm>
        </p:spPr>
      </p:pic>
    </p:spTree>
    <p:extLst>
      <p:ext uri="{BB962C8B-B14F-4D97-AF65-F5344CB8AC3E}">
        <p14:creationId xmlns:p14="http://schemas.microsoft.com/office/powerpoint/2010/main" val="2348494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do we test for congruency?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4681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Tests for Congruent Triangles</a:t>
            </a:r>
            <a:endParaRPr lang="en-AU" sz="2400" dirty="0">
              <a:latin typeface="Chalkboard"/>
              <a:cs typeface="Chalkboar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02" y="1567713"/>
            <a:ext cx="6257089" cy="41916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350" y="1106048"/>
            <a:ext cx="329565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0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do we test for congruency?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4681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Tests for Congruent Triangles</a:t>
            </a:r>
            <a:endParaRPr lang="en-AU" sz="2400" dirty="0">
              <a:latin typeface="Chalkboard"/>
              <a:cs typeface="Chalkboar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03" y="1567713"/>
            <a:ext cx="5937782" cy="313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33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do we test for congruency?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4681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Tests for Congruent Triangles</a:t>
            </a:r>
            <a:endParaRPr lang="en-AU" sz="2400" dirty="0">
              <a:latin typeface="Chalkboard"/>
              <a:cs typeface="Chalkboard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03" y="1925187"/>
            <a:ext cx="6249258" cy="304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225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do we test for congruency?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4681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Tests for Congruent Triangles</a:t>
            </a:r>
            <a:endParaRPr lang="en-AU" sz="2400" dirty="0">
              <a:latin typeface="Chalkboard"/>
              <a:cs typeface="Chalkboar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02" y="1704191"/>
            <a:ext cx="6177447" cy="350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034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do we test for congruency?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4681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Tests for Congruent Triangles</a:t>
            </a:r>
            <a:endParaRPr lang="en-AU" sz="2400" dirty="0">
              <a:latin typeface="Chalkboard"/>
              <a:cs typeface="Chalkboar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23" y="2282233"/>
            <a:ext cx="6332180" cy="354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63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do we test for congruency?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4681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Tests for Congruent Triangles</a:t>
            </a:r>
            <a:endParaRPr lang="en-AU" sz="2400" dirty="0">
              <a:latin typeface="Chalkboard"/>
              <a:cs typeface="Chalkboar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59" y="1961368"/>
            <a:ext cx="6726249" cy="325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46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do we test for congruency?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4681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Tests for Congruent Triangles</a:t>
            </a:r>
            <a:endParaRPr lang="en-AU" sz="2400" dirty="0">
              <a:latin typeface="Chalkboard"/>
              <a:cs typeface="Chalkboar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73" y="1522224"/>
            <a:ext cx="6571692" cy="408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56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216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Chalkboard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Nine Labuschagne</cp:lastModifiedBy>
  <cp:revision>7</cp:revision>
  <dcterms:created xsi:type="dcterms:W3CDTF">2017-06-18T23:24:06Z</dcterms:created>
  <dcterms:modified xsi:type="dcterms:W3CDTF">2017-06-18T23:50:38Z</dcterms:modified>
</cp:coreProperties>
</file>