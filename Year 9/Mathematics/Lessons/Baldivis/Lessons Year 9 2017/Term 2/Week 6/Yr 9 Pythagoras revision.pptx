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12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21C5-4584-4814-9608-86AAF070B884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081C-7B67-4672-A961-ED022949D7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4477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21C5-4584-4814-9608-86AAF070B884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081C-7B67-4672-A961-ED022949D7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625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21C5-4584-4814-9608-86AAF070B884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081C-7B67-4672-A961-ED022949D7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8110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21C5-4584-4814-9608-86AAF070B884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081C-7B67-4672-A961-ED022949D7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7495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21C5-4584-4814-9608-86AAF070B884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081C-7B67-4672-A961-ED022949D7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378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21C5-4584-4814-9608-86AAF070B884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081C-7B67-4672-A961-ED022949D7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1239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21C5-4584-4814-9608-86AAF070B884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081C-7B67-4672-A961-ED022949D7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5292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21C5-4584-4814-9608-86AAF070B884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081C-7B67-4672-A961-ED022949D7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209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21C5-4584-4814-9608-86AAF070B884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081C-7B67-4672-A961-ED022949D7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1796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21C5-4584-4814-9608-86AAF070B884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081C-7B67-4672-A961-ED022949D7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9310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21C5-4584-4814-9608-86AAF070B884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E081C-7B67-4672-A961-ED022949D7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031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E21C5-4584-4814-9608-86AAF070B884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E081C-7B67-4672-A961-ED022949D7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9559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hyperlink" Target="https://www.youtube.com/watch?v=L5-YeFUTxj0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74158" y="404037"/>
            <a:ext cx="7506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Where will I ever use this?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051" y="6103088"/>
            <a:ext cx="5039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linkClick r:id="rId4"/>
              </a:rPr>
              <a:t>https://www.youtube.com/watch?v=L5-YeFUTxj0</a:t>
            </a:r>
            <a:endParaRPr lang="en-AU" dirty="0"/>
          </a:p>
        </p:txBody>
      </p:sp>
      <p:pic>
        <p:nvPicPr>
          <p:cNvPr id="15" name="Carpentry Apprentice set out 34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7051" y="1020726"/>
            <a:ext cx="7329376" cy="412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4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317" y="2168985"/>
            <a:ext cx="1660034" cy="1706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1"/>
          <p:cNvSpPr txBox="1"/>
          <p:nvPr/>
        </p:nvSpPr>
        <p:spPr>
          <a:xfrm>
            <a:off x="8624609" y="643549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 7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-123855" y="92755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14719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6"/>
          <p:cNvSpPr txBox="1"/>
          <p:nvPr/>
        </p:nvSpPr>
        <p:spPr>
          <a:xfrm>
            <a:off x="-30384" y="96554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840019" y="1489304"/>
            <a:ext cx="634" cy="531593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91761" y="351487"/>
            <a:ext cx="3094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Pythagoras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320" y="5317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4341" y="1010259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EQ – How do I use Pythagoras theorem to find any side of a triangle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2"/>
              <p:cNvSpPr txBox="1"/>
              <p:nvPr/>
            </p:nvSpPr>
            <p:spPr>
              <a:xfrm>
                <a:off x="4995608" y="2569770"/>
                <a:ext cx="1519968" cy="12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AU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lang="en-AU" dirty="0"/>
                  <a:t> = c</a:t>
                </a:r>
              </a:p>
            </p:txBody>
          </p:sp>
        </mc:Choice>
        <mc:Fallback>
          <p:sp>
            <p:nvSpPr>
              <p:cNvPr id="1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608" y="2569770"/>
                <a:ext cx="1519968" cy="1232966"/>
              </a:xfrm>
              <a:prstGeom prst="rect">
                <a:avLst/>
              </a:prstGeom>
              <a:blipFill>
                <a:blip r:embed="rId3"/>
                <a:stretch>
                  <a:fillRect b="-69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7"/>
          <p:cNvSpPr txBox="1"/>
          <p:nvPr/>
        </p:nvSpPr>
        <p:spPr>
          <a:xfrm>
            <a:off x="3739311" y="1621164"/>
            <a:ext cx="47288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Pythagoras’  Theorem states the longest side squared is equal to the short sides squared and added together 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9" t="11661" r="28029" b="33001"/>
          <a:stretch/>
        </p:blipFill>
        <p:spPr bwMode="auto">
          <a:xfrm>
            <a:off x="2320996" y="4681798"/>
            <a:ext cx="2935074" cy="1291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4"/>
          <p:cNvSpPr txBox="1"/>
          <p:nvPr/>
        </p:nvSpPr>
        <p:spPr>
          <a:xfrm>
            <a:off x="3397053" y="4366266"/>
            <a:ext cx="2067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Find the length of 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2"/>
              <p:cNvSpPr txBox="1"/>
              <p:nvPr/>
            </p:nvSpPr>
            <p:spPr>
              <a:xfrm>
                <a:off x="5826873" y="4393483"/>
                <a:ext cx="3326139" cy="2063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AU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i="1" dirty="0">
                    <a:latin typeface="Cambria Math" panose="02040503050406030204" pitchFamily="18" charset="0"/>
                  </a:rPr>
                  <a:t>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13</m:t>
                          </m:r>
                        </m:e>
                        <m:sup>
                          <m:r>
                            <a:rPr lang="en-AU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/>
                        </a:rPr>
                        <m:t>=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69</m:t>
                      </m:r>
                      <m:r>
                        <a:rPr lang="en-AU" i="1"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           </m:t>
                      </m:r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144</m:t>
                          </m:r>
                        </m:e>
                      </m:rad>
                    </m:oMath>
                  </m:oMathPara>
                </a14:m>
                <a:endParaRPr lang="en-AU" b="0" i="1" dirty="0">
                  <a:latin typeface="Cambria Math"/>
                </a:endParaRPr>
              </a:p>
              <a:p>
                <a:r>
                  <a:rPr lang="en-AU" b="0" dirty="0"/>
                  <a:t>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=12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7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873" y="4393483"/>
                <a:ext cx="3326139" cy="2063963"/>
              </a:xfrm>
              <a:prstGeom prst="rect">
                <a:avLst/>
              </a:prstGeom>
              <a:blipFill>
                <a:blip r:embed="rId5"/>
                <a:stretch>
                  <a:fillRect t="-20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7"/>
          <p:cNvSpPr txBox="1"/>
          <p:nvPr/>
        </p:nvSpPr>
        <p:spPr>
          <a:xfrm>
            <a:off x="-8256" y="1621164"/>
            <a:ext cx="1815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To find the length of the hypotenuse.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73126" y="2616741"/>
            <a:ext cx="24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50003" y="3457243"/>
            <a:ext cx="24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46256" y="2815693"/>
            <a:ext cx="24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47" name="TextBox 7"/>
          <p:cNvSpPr txBox="1"/>
          <p:nvPr/>
        </p:nvSpPr>
        <p:spPr>
          <a:xfrm>
            <a:off x="60430" y="3297079"/>
            <a:ext cx="1815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To find the length of any of the shorter sides.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69630" y="4801850"/>
            <a:ext cx="51035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87577" y="5074709"/>
            <a:ext cx="22409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42560" y="5876139"/>
            <a:ext cx="51035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998874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051" y="152475"/>
            <a:ext cx="7281974" cy="528009"/>
          </a:xfrm>
        </p:spPr>
        <p:txBody>
          <a:bodyPr>
            <a:normAutofit/>
          </a:bodyPr>
          <a:lstStyle/>
          <a:p>
            <a:r>
              <a:rPr lang="en-AU" sz="2800" dirty="0"/>
              <a:t>Complete Chapter Review ex 7.12 Page 101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9349" y="680484"/>
            <a:ext cx="6697377" cy="611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06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325" y="152475"/>
            <a:ext cx="7886700" cy="1325563"/>
          </a:xfrm>
        </p:spPr>
        <p:txBody>
          <a:bodyPr>
            <a:normAutofit/>
          </a:bodyPr>
          <a:lstStyle/>
          <a:p>
            <a:r>
              <a:rPr lang="en-AU" sz="2800" dirty="0"/>
              <a:t>Complete Chapter Review ex 7.12 Page 101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715" y="1195141"/>
            <a:ext cx="6953127" cy="501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2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2159</TotalTime>
  <Words>145</Words>
  <Application>Microsoft Office PowerPoint</Application>
  <PresentationFormat>On-screen Show (4:3)</PresentationFormat>
  <Paragraphs>30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Complete Chapter Review ex 7.12 Page 101</vt:lpstr>
      <vt:lpstr>Complete Chapter Review ex 7.12 Page 101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7</cp:revision>
  <cp:lastPrinted>2016-05-23T08:30:04Z</cp:lastPrinted>
  <dcterms:created xsi:type="dcterms:W3CDTF">2016-05-23T08:16:09Z</dcterms:created>
  <dcterms:modified xsi:type="dcterms:W3CDTF">2017-05-30T14:47:13Z</dcterms:modified>
</cp:coreProperties>
</file>