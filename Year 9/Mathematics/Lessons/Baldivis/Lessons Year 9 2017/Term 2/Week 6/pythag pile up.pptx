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</p:sldIdLst>
  <p:sldSz cx="6858000" cy="9906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23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44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9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30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94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9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64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06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728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32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801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29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A8134-ACE9-4C82-9AEE-A3130B4BE79C}" type="datetimeFigureOut">
              <a:rPr lang="en-AU" smtClean="0"/>
              <a:t>31/05/2017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17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429" t="6405" r="5051" b="6611"/>
          <a:stretch/>
        </p:blipFill>
        <p:spPr>
          <a:xfrm>
            <a:off x="0" y="304801"/>
            <a:ext cx="6858000" cy="896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3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27405"/>
            <a:ext cx="7072876" cy="91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0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405"/>
            <a:ext cx="6877050" cy="889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39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70BBAA3C-9D81-4AE0-B0EC-849C77416BF0}" vid="{E8D99B90-D19E-41B6-80DB-BB3144E336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 page</Template>
  <TotalTime>8</TotalTime>
  <Words>0</Words>
  <Application>Microsoft Office PowerPoint</Application>
  <PresentationFormat>A4 Paper (210x297 mm)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2</cp:revision>
  <dcterms:created xsi:type="dcterms:W3CDTF">2017-05-31T14:34:29Z</dcterms:created>
  <dcterms:modified xsi:type="dcterms:W3CDTF">2017-05-31T14:43:27Z</dcterms:modified>
</cp:coreProperties>
</file>