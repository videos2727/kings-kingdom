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690" y="166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6E46-5758-42C3-98A3-C85A7C4757D4}" type="datetimeFigureOut">
              <a:rPr lang="en-GB" smtClean="0"/>
              <a:t>18/05/2012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FA53-92E2-46F1-B563-8D03F19BE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41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6E46-5758-42C3-98A3-C85A7C4757D4}" type="datetimeFigureOut">
              <a:rPr lang="en-GB" smtClean="0"/>
              <a:t>18/05/2012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FA53-92E2-46F1-B563-8D03F19BE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81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6E46-5758-42C3-98A3-C85A7C4757D4}" type="datetimeFigureOut">
              <a:rPr lang="en-GB" smtClean="0"/>
              <a:t>18/05/2012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FA53-92E2-46F1-B563-8D03F19BE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43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6E46-5758-42C3-98A3-C85A7C4757D4}" type="datetimeFigureOut">
              <a:rPr lang="en-GB" smtClean="0"/>
              <a:t>18/05/2012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FA53-92E2-46F1-B563-8D03F19BE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231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6E46-5758-42C3-98A3-C85A7C4757D4}" type="datetimeFigureOut">
              <a:rPr lang="en-GB" smtClean="0"/>
              <a:t>18/05/2012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FA53-92E2-46F1-B563-8D03F19BE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175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6E46-5758-42C3-98A3-C85A7C4757D4}" type="datetimeFigureOut">
              <a:rPr lang="en-GB" smtClean="0"/>
              <a:t>18/05/2012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FA53-92E2-46F1-B563-8D03F19BE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85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6E46-5758-42C3-98A3-C85A7C4757D4}" type="datetimeFigureOut">
              <a:rPr lang="en-GB" smtClean="0"/>
              <a:t>18/05/2012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FA53-92E2-46F1-B563-8D03F19BE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84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6E46-5758-42C3-98A3-C85A7C4757D4}" type="datetimeFigureOut">
              <a:rPr lang="en-GB" smtClean="0"/>
              <a:t>18/05/2012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FA53-92E2-46F1-B563-8D03F19BE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32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6E46-5758-42C3-98A3-C85A7C4757D4}" type="datetimeFigureOut">
              <a:rPr lang="en-GB" smtClean="0"/>
              <a:t>18/05/2012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FA53-92E2-46F1-B563-8D03F19BE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054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6E46-5758-42C3-98A3-C85A7C4757D4}" type="datetimeFigureOut">
              <a:rPr lang="en-GB" smtClean="0"/>
              <a:t>18/05/2012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FA53-92E2-46F1-B563-8D03F19BE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627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6E46-5758-42C3-98A3-C85A7C4757D4}" type="datetimeFigureOut">
              <a:rPr lang="en-GB" smtClean="0"/>
              <a:t>18/05/2012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FA53-92E2-46F1-B563-8D03F19BE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11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16E46-5758-42C3-98A3-C85A7C4757D4}" type="datetimeFigureOut">
              <a:rPr lang="en-GB" smtClean="0"/>
              <a:t>18/05/2012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2FA53-92E2-46F1-B563-8D03F19BEC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876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84784" y="0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 smtClean="0"/>
              <a:t>Pythagoras’ Theorem</a:t>
            </a:r>
            <a:endParaRPr lang="en-GB" u="sng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789045" y="611505"/>
            <a:ext cx="0" cy="1080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2348865" y="1691640"/>
            <a:ext cx="1440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2348865" y="611505"/>
            <a:ext cx="1440180" cy="1080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89045" y="971550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3cm</a:t>
            </a:r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2858198" y="1691640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  <a:r>
              <a:rPr lang="en-GB" dirty="0" smtClean="0"/>
              <a:t>cm</a:t>
            </a:r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 rot="19362020">
            <a:off x="2257764" y="779571"/>
            <a:ext cx="1620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hypotenuse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2248555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Measure the lengths of the sides in the four triangles below and use this information to complete the table underneath.</a:t>
            </a:r>
            <a:endParaRPr lang="en-GB" sz="1400" dirty="0"/>
          </a:p>
        </p:txBody>
      </p:sp>
      <p:sp>
        <p:nvSpPr>
          <p:cNvPr id="17" name="Right Triangle 16"/>
          <p:cNvSpPr/>
          <p:nvPr/>
        </p:nvSpPr>
        <p:spPr>
          <a:xfrm>
            <a:off x="319222" y="2951797"/>
            <a:ext cx="3600450" cy="1080135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Triangle 17"/>
          <p:cNvSpPr/>
          <p:nvPr/>
        </p:nvSpPr>
        <p:spPr>
          <a:xfrm>
            <a:off x="4509135" y="2698238"/>
            <a:ext cx="2160270" cy="1620203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Triangle 18"/>
          <p:cNvSpPr/>
          <p:nvPr/>
        </p:nvSpPr>
        <p:spPr>
          <a:xfrm>
            <a:off x="330005" y="4318441"/>
            <a:ext cx="2309558" cy="1080135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ight Triangle 19"/>
          <p:cNvSpPr/>
          <p:nvPr/>
        </p:nvSpPr>
        <p:spPr>
          <a:xfrm>
            <a:off x="3067865" y="4858508"/>
            <a:ext cx="3601539" cy="692467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001964"/>
              </p:ext>
            </p:extLst>
          </p:nvPr>
        </p:nvGraphicFramePr>
        <p:xfrm>
          <a:off x="63121" y="6012180"/>
          <a:ext cx="6697000" cy="2494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85520"/>
                <a:gridCol w="1003300"/>
                <a:gridCol w="1080135"/>
                <a:gridCol w="1440180"/>
                <a:gridCol w="720090"/>
                <a:gridCol w="720090"/>
                <a:gridCol w="74768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Triangle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Short</a:t>
                      </a:r>
                      <a:r>
                        <a:rPr lang="en-GB" baseline="0" dirty="0" smtClean="0">
                          <a:solidFill>
                            <a:schemeClr val="tx1"/>
                          </a:solidFill>
                        </a:rPr>
                        <a:t> side a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Short side b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Hypotenuse </a:t>
                      </a:r>
                    </a:p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GB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9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16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b)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2.1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7.1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7.4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4.41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50.41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54.76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c)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3.2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4.3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5.2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10.24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18.49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27.04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d)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2.1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4.6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4.41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21.16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e)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1.4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7.2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7.3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1.96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51.84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53.29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067865" y="1156216"/>
            <a:ext cx="69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a)</a:t>
            </a:r>
            <a:endParaRPr lang="en-GB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441733" y="5043233"/>
            <a:ext cx="69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e</a:t>
            </a:r>
            <a:r>
              <a:rPr lang="en-GB" sz="2400" b="1" dirty="0" smtClean="0"/>
              <a:t>)</a:t>
            </a:r>
            <a:endParaRPr lang="en-GB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790160" y="4835409"/>
            <a:ext cx="69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d)</a:t>
            </a:r>
            <a:endParaRPr lang="en-GB" sz="2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4895462" y="3645414"/>
            <a:ext cx="69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c</a:t>
            </a:r>
            <a:r>
              <a:rPr lang="en-GB" sz="2400" b="1" dirty="0" smtClean="0"/>
              <a:t>)</a:t>
            </a:r>
            <a:endParaRPr lang="en-GB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90161" y="3477861"/>
            <a:ext cx="69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b</a:t>
            </a:r>
            <a:r>
              <a:rPr lang="en-GB" sz="2400" b="1" dirty="0" smtClean="0"/>
              <a:t>)</a:t>
            </a:r>
            <a:endParaRPr lang="en-GB" sz="2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3293195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28" name="TextBox 27"/>
          <p:cNvSpPr txBox="1"/>
          <p:nvPr/>
        </p:nvSpPr>
        <p:spPr>
          <a:xfrm>
            <a:off x="2806387" y="5020075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681938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>
            <a:off x="4174011" y="3357998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31" name="TextBox 30"/>
          <p:cNvSpPr txBox="1"/>
          <p:nvPr/>
        </p:nvSpPr>
        <p:spPr>
          <a:xfrm>
            <a:off x="1616920" y="4014746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617" y="5498848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2167" y="5400761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6737" y="4282078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6871" y="3131800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6" name="TextBox 35"/>
          <p:cNvSpPr txBox="1"/>
          <p:nvPr/>
        </p:nvSpPr>
        <p:spPr>
          <a:xfrm>
            <a:off x="4462616" y="4825727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7" name="TextBox 36"/>
          <p:cNvSpPr txBox="1"/>
          <p:nvPr/>
        </p:nvSpPr>
        <p:spPr>
          <a:xfrm>
            <a:off x="1377048" y="4572000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8" name="TextBox 37"/>
          <p:cNvSpPr txBox="1"/>
          <p:nvPr/>
        </p:nvSpPr>
        <p:spPr>
          <a:xfrm>
            <a:off x="5589270" y="3220656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1632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84784" y="0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 smtClean="0"/>
              <a:t>Pythagoras’ Theorem</a:t>
            </a:r>
            <a:endParaRPr lang="en-GB" u="sng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789045" y="611505"/>
            <a:ext cx="0" cy="1080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2348865" y="1691640"/>
            <a:ext cx="1440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2348865" y="611505"/>
            <a:ext cx="1440180" cy="1080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89045" y="971550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3cm</a:t>
            </a:r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2858198" y="1691640"/>
            <a:ext cx="1080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  <a:r>
              <a:rPr lang="en-GB" dirty="0" smtClean="0"/>
              <a:t>cm</a:t>
            </a:r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 rot="19362020">
            <a:off x="2257764" y="779571"/>
            <a:ext cx="1620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hypotenuse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2248555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Measure the lengths of the sides in the four triangles below and use this information to complete the table underneath.</a:t>
            </a:r>
            <a:endParaRPr lang="en-GB" sz="1400" dirty="0"/>
          </a:p>
        </p:txBody>
      </p:sp>
      <p:sp>
        <p:nvSpPr>
          <p:cNvPr id="17" name="Right Triangle 16"/>
          <p:cNvSpPr/>
          <p:nvPr/>
        </p:nvSpPr>
        <p:spPr>
          <a:xfrm>
            <a:off x="319222" y="2951797"/>
            <a:ext cx="3600450" cy="1080135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Triangle 17"/>
          <p:cNvSpPr/>
          <p:nvPr/>
        </p:nvSpPr>
        <p:spPr>
          <a:xfrm>
            <a:off x="4509135" y="2698238"/>
            <a:ext cx="2160270" cy="1620203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Triangle 18"/>
          <p:cNvSpPr/>
          <p:nvPr/>
        </p:nvSpPr>
        <p:spPr>
          <a:xfrm>
            <a:off x="330005" y="4318441"/>
            <a:ext cx="2309558" cy="1080135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ight Triangle 19"/>
          <p:cNvSpPr/>
          <p:nvPr/>
        </p:nvSpPr>
        <p:spPr>
          <a:xfrm>
            <a:off x="3067865" y="4858508"/>
            <a:ext cx="3601539" cy="692467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269030"/>
              </p:ext>
            </p:extLst>
          </p:nvPr>
        </p:nvGraphicFramePr>
        <p:xfrm>
          <a:off x="63121" y="6012180"/>
          <a:ext cx="6697000" cy="2494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85520"/>
                <a:gridCol w="1003300"/>
                <a:gridCol w="1080135"/>
                <a:gridCol w="1440180"/>
                <a:gridCol w="720090"/>
                <a:gridCol w="720090"/>
                <a:gridCol w="74768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Triangle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Short</a:t>
                      </a:r>
                      <a:r>
                        <a:rPr lang="en-GB" baseline="0" dirty="0" smtClean="0">
                          <a:solidFill>
                            <a:schemeClr val="tx1"/>
                          </a:solidFill>
                        </a:rPr>
                        <a:t> side a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Short side b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Hypotenuse </a:t>
                      </a:r>
                    </a:p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GB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GB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GB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9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16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b)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c)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d)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e)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067865" y="1156216"/>
            <a:ext cx="69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a)</a:t>
            </a:r>
            <a:endParaRPr lang="en-GB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441733" y="5043233"/>
            <a:ext cx="69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e</a:t>
            </a:r>
            <a:r>
              <a:rPr lang="en-GB" sz="2400" b="1" dirty="0" smtClean="0"/>
              <a:t>)</a:t>
            </a:r>
            <a:endParaRPr lang="en-GB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790160" y="4835409"/>
            <a:ext cx="69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/>
              <a:t>d)</a:t>
            </a:r>
            <a:endParaRPr lang="en-GB" sz="2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4895462" y="3645414"/>
            <a:ext cx="69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c</a:t>
            </a:r>
            <a:r>
              <a:rPr lang="en-GB" sz="2400" b="1" dirty="0" smtClean="0"/>
              <a:t>)</a:t>
            </a:r>
            <a:endParaRPr lang="en-GB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90161" y="3477861"/>
            <a:ext cx="69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b</a:t>
            </a:r>
            <a:r>
              <a:rPr lang="en-GB" sz="2400" b="1" dirty="0" smtClean="0"/>
              <a:t>)</a:t>
            </a:r>
            <a:endParaRPr lang="en-GB" sz="2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3293195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28" name="TextBox 27"/>
          <p:cNvSpPr txBox="1"/>
          <p:nvPr/>
        </p:nvSpPr>
        <p:spPr>
          <a:xfrm>
            <a:off x="2806387" y="5020075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681938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>
            <a:off x="4174011" y="3357998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31" name="TextBox 30"/>
          <p:cNvSpPr txBox="1"/>
          <p:nvPr/>
        </p:nvSpPr>
        <p:spPr>
          <a:xfrm>
            <a:off x="1616920" y="4014746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617" y="5498848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2167" y="5400761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6737" y="4282078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6871" y="3131800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6" name="TextBox 35"/>
          <p:cNvSpPr txBox="1"/>
          <p:nvPr/>
        </p:nvSpPr>
        <p:spPr>
          <a:xfrm>
            <a:off x="4462616" y="4825727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7" name="TextBox 36"/>
          <p:cNvSpPr txBox="1"/>
          <p:nvPr/>
        </p:nvSpPr>
        <p:spPr>
          <a:xfrm>
            <a:off x="1377048" y="4572000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8" name="TextBox 37"/>
          <p:cNvSpPr txBox="1"/>
          <p:nvPr/>
        </p:nvSpPr>
        <p:spPr>
          <a:xfrm>
            <a:off x="5589270" y="3220656"/>
            <a:ext cx="69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2253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178</Words>
  <Application>Microsoft Office PowerPoint</Application>
  <PresentationFormat>On-screen Show (4:3)</PresentationFormat>
  <Paragraphs>106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Burke</dc:creator>
  <cp:lastModifiedBy>Ringwood School</cp:lastModifiedBy>
  <cp:revision>5</cp:revision>
  <cp:lastPrinted>2012-05-18T07:15:36Z</cp:lastPrinted>
  <dcterms:created xsi:type="dcterms:W3CDTF">2012-04-23T00:20:02Z</dcterms:created>
  <dcterms:modified xsi:type="dcterms:W3CDTF">2012-05-18T09:05:36Z</dcterms:modified>
</cp:coreProperties>
</file>