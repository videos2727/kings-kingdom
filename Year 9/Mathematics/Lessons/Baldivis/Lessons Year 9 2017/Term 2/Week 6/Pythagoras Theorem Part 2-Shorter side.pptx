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3" r:id="rId5"/>
    <p:sldId id="270" r:id="rId6"/>
    <p:sldId id="271" r:id="rId7"/>
    <p:sldId id="272" r:id="rId8"/>
    <p:sldId id="27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94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72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19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57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13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10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32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04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2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6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26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C4BF8-E49D-4B8E-8C15-1982E244F448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E9B41-E516-40CC-94EE-DD2BC780A9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5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34487"/>
          </a:xfrm>
        </p:spPr>
        <p:txBody>
          <a:bodyPr>
            <a:noAutofit/>
          </a:bodyPr>
          <a:lstStyle/>
          <a:p>
            <a:r>
              <a:rPr lang="en-US" sz="3600" b="1" dirty="0"/>
              <a:t>Year 9</a:t>
            </a:r>
          </a:p>
          <a:p>
            <a:r>
              <a:rPr lang="en-US" sz="3600" dirty="0"/>
              <a:t>Week 6</a:t>
            </a:r>
          </a:p>
          <a:p>
            <a:r>
              <a:rPr lang="en-US" sz="3600" dirty="0"/>
              <a:t>Lesson 4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619535" y="521862"/>
            <a:ext cx="9144000" cy="2387600"/>
          </a:xfrm>
        </p:spPr>
        <p:txBody>
          <a:bodyPr>
            <a:noAutofit/>
          </a:bodyPr>
          <a:lstStyle/>
          <a:p>
            <a:r>
              <a:rPr lang="en-AU" sz="8800" b="1" dirty="0">
                <a:solidFill>
                  <a:srgbClr val="00FFCC"/>
                </a:solidFill>
                <a:latin typeface="Footlight MT Light" panose="0204060206030A020304" pitchFamily="18" charset="0"/>
              </a:rPr>
              <a:t>Pythagoras Theorem Part 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78" y="3169620"/>
            <a:ext cx="2038350" cy="2238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966" y="3169619"/>
            <a:ext cx="20383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3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807" y="1064736"/>
            <a:ext cx="8225748" cy="5976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365" y="206725"/>
            <a:ext cx="11737074" cy="707886"/>
          </a:xfrm>
          <a:prstGeom prst="rect">
            <a:avLst/>
          </a:prstGeom>
          <a:solidFill>
            <a:srgbClr val="FFCCCC"/>
          </a:solidFill>
          <a:ln w="38100" cmpd="sng"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5" name="Content Placeholder 2"/>
          <p:cNvSpPr>
            <a:spLocks noGrp="1"/>
          </p:cNvSpPr>
          <p:nvPr/>
        </p:nvSpPr>
        <p:spPr bwMode="auto">
          <a:xfrm>
            <a:off x="2185917" y="1234258"/>
            <a:ext cx="7599528" cy="442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GB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GB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label a right angle triangle</a:t>
            </a:r>
          </a:p>
          <a:p>
            <a:pPr eaLnBrk="1" hangingPunct="1"/>
            <a:r>
              <a:rPr lang="en-GB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use Pythagoras to find the hypotenuse</a:t>
            </a:r>
          </a:p>
          <a:p>
            <a:pPr eaLnBrk="1" hangingPunct="1"/>
            <a:r>
              <a:rPr lang="en-GB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find the shorter side      using Pythagoras Theorem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2205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6412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712474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</a:t>
            </a:r>
            <a:r>
              <a:rPr lang="en-AU" sz="2400" b="1" dirty="0"/>
              <a:t>What is Pythagoras Theorem and how do we use it?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Pythagoras Theorem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44" y="1522224"/>
            <a:ext cx="25449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What is the hypotenuse?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67419" y="1213242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right-angled triangle has one angle measuring 90° and two smaller angles. The side opposite the right angle is the longest side. </a:t>
            </a:r>
          </a:p>
          <a:p>
            <a:endParaRPr lang="en-US" sz="2800" dirty="0"/>
          </a:p>
          <a:p>
            <a:r>
              <a:rPr lang="en-US" sz="2800" dirty="0"/>
              <a:t>That is called the </a:t>
            </a:r>
            <a:r>
              <a:rPr lang="en-US" sz="2800" b="1" dirty="0"/>
              <a:t>hypotenuse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20" y="3668613"/>
            <a:ext cx="3920835" cy="30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6412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712474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</a:t>
            </a:r>
            <a:r>
              <a:rPr lang="en-AU" sz="2400" b="1" dirty="0"/>
              <a:t>What is Pythagoras Theorem and how do we use it?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Pythagoras Theorem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744" y="1221026"/>
            <a:ext cx="25449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What is Pythagoras Theorem?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67419" y="1380100"/>
            <a:ext cx="91696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For any </a:t>
            </a:r>
            <a:r>
              <a:rPr lang="en-US" sz="2800" b="1" dirty="0"/>
              <a:t>right-angled</a:t>
            </a:r>
            <a:r>
              <a:rPr lang="en-US" sz="2800" dirty="0"/>
              <a:t> triangle, the square of the hypotenuse is equal to the sum of the squares of the other two sides.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499" y="2233331"/>
            <a:ext cx="3747620" cy="4115378"/>
          </a:xfrm>
          <a:prstGeom prst="rect">
            <a:avLst/>
          </a:prstGeom>
        </p:spPr>
      </p:pic>
      <p:sp>
        <p:nvSpPr>
          <p:cNvPr id="8" name="AutoShape 2" descr="Image result for pythagoras theorem"/>
          <p:cNvSpPr>
            <a:spLocks noChangeAspect="1" noChangeArrowheads="1"/>
          </p:cNvSpPr>
          <p:nvPr/>
        </p:nvSpPr>
        <p:spPr bwMode="auto">
          <a:xfrm>
            <a:off x="4310063" y="2909888"/>
            <a:ext cx="357187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094" y="4523794"/>
            <a:ext cx="5210862" cy="16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1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368675" y="423884"/>
            <a:ext cx="8229600" cy="4784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2909391" y="5733257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251201" y="6021389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41688" y="3429001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79651" y="4508501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68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675" y="3429001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89389" y="2997201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2904812" y="2992620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68565" y="165852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  <p:pic>
        <p:nvPicPr>
          <p:cNvPr id="8" name="Picture 2" descr="Image result for thinking cap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64" y="296247"/>
            <a:ext cx="2128651" cy="31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6412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712474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6" y="583752"/>
            <a:ext cx="10579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</a:t>
            </a:r>
            <a:r>
              <a:rPr lang="en-AU" sz="2400" b="1" dirty="0"/>
              <a:t>How do we use Pythagoras to find the length of the shorter sides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Pythagoras Theorem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4233" y="1522224"/>
            <a:ext cx="23040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do you find the length of the Shorter Side?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2885" y="1297333"/>
            <a:ext cx="803994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8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r>
              <a:rPr lang="en-GB" altLang="en-US" sz="2800" b="1" dirty="0"/>
              <a:t>a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= c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– b</a:t>
            </a:r>
            <a:r>
              <a:rPr lang="en-GB" altLang="en-US" sz="2800" b="1" baseline="30000" dirty="0"/>
              <a:t>2</a:t>
            </a:r>
          </a:p>
          <a:p>
            <a:pPr algn="ctr" eaLnBrk="1" hangingPunct="1"/>
            <a:endParaRPr lang="en-GB" altLang="en-US" sz="28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the longer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Subtract the square of the other known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root your answer to get the unknown shorter side</a:t>
            </a:r>
          </a:p>
          <a:p>
            <a:pPr eaLnBrk="1" hangingPunct="1"/>
            <a:endParaRPr lang="en-GB" altLang="en-US" sz="2800" dirty="0"/>
          </a:p>
          <a:p>
            <a:pPr marL="0" indent="0" eaLnBrk="1" hangingPunct="1">
              <a:buNone/>
            </a:pPr>
            <a:r>
              <a:rPr lang="en-GB" altLang="en-US" sz="2800" dirty="0"/>
              <a:t>		</a:t>
            </a:r>
            <a:endParaRPr lang="en-GB" altLang="en-US" sz="2800" baseline="30000" dirty="0"/>
          </a:p>
        </p:txBody>
      </p:sp>
      <p:sp>
        <p:nvSpPr>
          <p:cNvPr id="3" name="Rectangle 2"/>
          <p:cNvSpPr/>
          <p:nvPr/>
        </p:nvSpPr>
        <p:spPr>
          <a:xfrm>
            <a:off x="6441743" y="2430165"/>
            <a:ext cx="2142699" cy="79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680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/>
        </p:nvSpPr>
        <p:spPr>
          <a:xfrm>
            <a:off x="2927351" y="1844675"/>
            <a:ext cx="4824413" cy="3168650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5604" name="TextBox 6"/>
          <p:cNvSpPr txBox="1">
            <a:spLocks noChangeArrowheads="1"/>
          </p:cNvSpPr>
          <p:nvPr/>
        </p:nvSpPr>
        <p:spPr bwMode="auto">
          <a:xfrm>
            <a:off x="1703388" y="3136900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12cm</a:t>
            </a:r>
          </a:p>
        </p:txBody>
      </p:sp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4849292" y="5016282"/>
            <a:ext cx="12239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a</a:t>
            </a:r>
          </a:p>
        </p:txBody>
      </p: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5213350" y="2772570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13cm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002588" y="1447581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c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b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13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- 12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169 - 144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 = √25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00B050"/>
                </a:solidFill>
              </a:rPr>
              <a:t>a = 5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717" y="111191"/>
            <a:ext cx="11737074" cy="707886"/>
          </a:xfrm>
          <a:prstGeom prst="rect">
            <a:avLst/>
          </a:prstGeom>
          <a:solidFill>
            <a:srgbClr val="FF99FF"/>
          </a:solidFill>
          <a:ln w="38100" cmpd="sng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7350" y="4599296"/>
            <a:ext cx="402703" cy="41402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7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3287713" y="1700214"/>
            <a:ext cx="1008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6cm</a:t>
            </a:r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4295775" y="3443833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14cm</a:t>
            </a:r>
          </a:p>
        </p:txBody>
      </p:sp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1931442" y="3443833"/>
            <a:ext cx="1008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17" y="111191"/>
            <a:ext cx="11737074" cy="707886"/>
          </a:xfrm>
          <a:prstGeom prst="rect">
            <a:avLst/>
          </a:prstGeom>
          <a:solidFill>
            <a:srgbClr val="FF99FF"/>
          </a:solidFill>
          <a:ln w="38100" cmpd="sng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</a:t>
            </a:r>
          </a:p>
        </p:txBody>
      </p:sp>
      <p:grpSp>
        <p:nvGrpSpPr>
          <p:cNvPr id="5" name="Group 4"/>
          <p:cNvGrpSpPr/>
          <p:nvPr/>
        </p:nvGrpSpPr>
        <p:grpSpPr>
          <a:xfrm rot="5400000">
            <a:off x="1793478" y="3440410"/>
            <a:ext cx="3996532" cy="1960668"/>
            <a:chOff x="2927350" y="1844675"/>
            <a:chExt cx="4824414" cy="3168650"/>
          </a:xfrm>
        </p:grpSpPr>
        <p:sp>
          <p:nvSpPr>
            <p:cNvPr id="11" name="Right Triangle 10"/>
            <p:cNvSpPr/>
            <p:nvPr/>
          </p:nvSpPr>
          <p:spPr>
            <a:xfrm>
              <a:off x="2927351" y="1844675"/>
              <a:ext cx="4824413" cy="3168650"/>
            </a:xfrm>
            <a:prstGeom prst="rtTriangl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27350" y="4599296"/>
              <a:ext cx="402703" cy="41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893406" y="1319887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c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14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- 6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196 - 36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 = √160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7030A0"/>
                </a:solidFill>
              </a:rPr>
              <a:t>b = 12.65 cm</a:t>
            </a:r>
          </a:p>
        </p:txBody>
      </p:sp>
    </p:spTree>
    <p:extLst>
      <p:ext uri="{BB962C8B-B14F-4D97-AF65-F5344CB8AC3E}">
        <p14:creationId xmlns:p14="http://schemas.microsoft.com/office/powerpoint/2010/main" val="397443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717" y="111191"/>
            <a:ext cx="11737074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mpd="sng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42132" y="2225389"/>
            <a:ext cx="4315014" cy="27014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Complete worksheet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0948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319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MS PGothic</vt:lpstr>
      <vt:lpstr>Arial</vt:lpstr>
      <vt:lpstr>Calibri</vt:lpstr>
      <vt:lpstr>Calibri Light</vt:lpstr>
      <vt:lpstr>Chalkboard</vt:lpstr>
      <vt:lpstr>Footlight MT Light</vt:lpstr>
      <vt:lpstr>Office Theme</vt:lpstr>
      <vt:lpstr>Pythagoras Theorem Part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 Theorem Part 2</dc:title>
  <dc:creator>Nine Labuschagne</dc:creator>
  <cp:lastModifiedBy>Nine Labuschagne</cp:lastModifiedBy>
  <cp:revision>8</cp:revision>
  <dcterms:created xsi:type="dcterms:W3CDTF">2017-05-31T23:31:13Z</dcterms:created>
  <dcterms:modified xsi:type="dcterms:W3CDTF">2017-05-31T23:47:26Z</dcterms:modified>
</cp:coreProperties>
</file>