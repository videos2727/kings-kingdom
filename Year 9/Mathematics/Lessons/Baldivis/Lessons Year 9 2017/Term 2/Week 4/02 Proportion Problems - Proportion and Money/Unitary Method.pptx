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307" r:id="rId2"/>
    <p:sldId id="312" r:id="rId3"/>
    <p:sldId id="310" r:id="rId4"/>
    <p:sldId id="308" r:id="rId5"/>
    <p:sldId id="315" r:id="rId6"/>
    <p:sldId id="313" r:id="rId7"/>
    <p:sldId id="309" r:id="rId8"/>
    <p:sldId id="311" r:id="rId9"/>
    <p:sldId id="316" r:id="rId10"/>
    <p:sldId id="292" r:id="rId11"/>
    <p:sldId id="291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2" autoAdjust="0"/>
    <p:restoredTop sz="92895" autoAdjust="0"/>
  </p:normalViewPr>
  <p:slideViewPr>
    <p:cSldViewPr>
      <p:cViewPr varScale="1">
        <p:scale>
          <a:sx n="85" d="100"/>
          <a:sy n="85" d="100"/>
        </p:scale>
        <p:origin x="-174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interSettings" Target="printerSettings/printerSettings1.bin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5/05/2017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5/05/2017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5/05/2017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5/05/2017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5/05/2017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5/05/2017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5/05/2017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5/05/2017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5/05/2017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5/05/2017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5/05/2017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5/05/2017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5/05/2017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9992" y="3284984"/>
            <a:ext cx="4455275" cy="250609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43608" y="692696"/>
            <a:ext cx="6984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/>
              <a:t>My Proportion Interactive Notebook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7584" y="3068960"/>
            <a:ext cx="345638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Name:</a:t>
            </a:r>
          </a:p>
          <a:p>
            <a:endParaRPr lang="en-US" dirty="0"/>
          </a:p>
          <a:p>
            <a:r>
              <a:rPr lang="en-US" dirty="0" smtClean="0"/>
              <a:t>Class: 9-9</a:t>
            </a:r>
          </a:p>
          <a:p>
            <a:endParaRPr lang="en-US" dirty="0"/>
          </a:p>
          <a:p>
            <a:r>
              <a:rPr lang="en-US" dirty="0" smtClean="0"/>
              <a:t>Teacher: </a:t>
            </a:r>
            <a:r>
              <a:rPr lang="en-US" dirty="0" err="1" smtClean="0"/>
              <a:t>Mr</a:t>
            </a:r>
            <a:r>
              <a:rPr lang="en-US" dirty="0" smtClean="0"/>
              <a:t> Evans</a:t>
            </a:r>
          </a:p>
          <a:p>
            <a:endParaRPr lang="en-US" dirty="0"/>
          </a:p>
          <a:p>
            <a:r>
              <a:rPr lang="en-US" dirty="0" smtClean="0"/>
              <a:t>Term 2 Semester 1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1412776"/>
            <a:ext cx="20955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3189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39552" y="2276872"/>
            <a:ext cx="8208912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/>
              <a:t>A car travels 228 km in 3 hours.</a:t>
            </a:r>
          </a:p>
          <a:p>
            <a:endParaRPr lang="en-US" sz="3200" dirty="0"/>
          </a:p>
          <a:p>
            <a:r>
              <a:rPr lang="en-US" sz="3200" dirty="0"/>
              <a:t>(a) How long will it take to travel 912 km?</a:t>
            </a:r>
          </a:p>
          <a:p>
            <a:endParaRPr lang="en-US" sz="3200" dirty="0"/>
          </a:p>
          <a:p>
            <a:r>
              <a:rPr lang="en-US" sz="3200" dirty="0"/>
              <a:t>(b) How far will it travel in 7 hours?</a:t>
            </a:r>
          </a:p>
        </p:txBody>
      </p:sp>
    </p:spTree>
    <p:extLst>
      <p:ext uri="{BB962C8B-B14F-4D97-AF65-F5344CB8AC3E}">
        <p14:creationId xmlns:p14="http://schemas.microsoft.com/office/powerpoint/2010/main" val="123589912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5576" y="836712"/>
            <a:ext cx="80648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/>
              <a:t>Warm Up</a:t>
            </a:r>
            <a:endParaRPr lang="en-US" sz="28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683568" y="2060848"/>
            <a:ext cx="799288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Answer the following:</a:t>
            </a:r>
          </a:p>
          <a:p>
            <a:endParaRPr lang="en-US" sz="2400" dirty="0"/>
          </a:p>
          <a:p>
            <a:pPr marL="342900" indent="-342900">
              <a:buAutoNum type="alphaLcParenR"/>
            </a:pPr>
            <a:r>
              <a:rPr lang="en-US" sz="2400" dirty="0" smtClean="0"/>
              <a:t>32 ÷ 8 =</a:t>
            </a:r>
          </a:p>
          <a:p>
            <a:pPr marL="342900" indent="-342900">
              <a:buAutoNum type="alphaLcParenR"/>
            </a:pPr>
            <a:r>
              <a:rPr lang="en-US" sz="2400" dirty="0"/>
              <a:t>56 </a:t>
            </a:r>
            <a:r>
              <a:rPr lang="en-US" sz="2400" dirty="0" smtClean="0"/>
              <a:t>÷ 7 =</a:t>
            </a:r>
          </a:p>
          <a:p>
            <a:pPr marL="342900" indent="-342900">
              <a:buAutoNum type="alphaLcParenR"/>
            </a:pPr>
            <a:r>
              <a:rPr lang="en-US" sz="2400" dirty="0"/>
              <a:t>108 </a:t>
            </a:r>
            <a:r>
              <a:rPr lang="en-US" sz="2400" dirty="0" smtClean="0"/>
              <a:t>÷ 12 =</a:t>
            </a:r>
          </a:p>
          <a:p>
            <a:pPr marL="342900" indent="-342900">
              <a:buAutoNum type="alphaLcParenR"/>
            </a:pPr>
            <a:r>
              <a:rPr lang="en-US" sz="2400" dirty="0"/>
              <a:t>99 </a:t>
            </a:r>
            <a:r>
              <a:rPr lang="en-US" sz="2400" dirty="0" smtClean="0"/>
              <a:t>÷ 11 =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4948750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5198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Unitary Method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is unitary method and when do we use it?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81315" y="1961950"/>
            <a:ext cx="25151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unitary method?</a:t>
            </a:r>
            <a:endParaRPr lang="en-AU" dirty="0"/>
          </a:p>
        </p:txBody>
      </p:sp>
      <p:sp>
        <p:nvSpPr>
          <p:cNvPr id="14" name="Rectangle 13"/>
          <p:cNvSpPr/>
          <p:nvPr/>
        </p:nvSpPr>
        <p:spPr>
          <a:xfrm>
            <a:off x="3059832" y="2060848"/>
            <a:ext cx="597666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The unitary method is a technique which is used for solving a problem by finding the value of a single unit, i.e., 1, (by dividing) and then finding the necessary value by multiplication the single unit value. </a:t>
            </a:r>
            <a:endParaRPr lang="en-US" dirty="0"/>
          </a:p>
        </p:txBody>
      </p:sp>
      <p:pic>
        <p:nvPicPr>
          <p:cNvPr id="15" name="Picture 14" descr="Screen Shot 2017-05-05 at 11.18.39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848" y="3403600"/>
            <a:ext cx="5156200" cy="345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11371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5198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Unitary Method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is unitary method and when do we use it?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81315" y="1961950"/>
            <a:ext cx="25151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unitary method?</a:t>
            </a:r>
            <a:endParaRPr lang="en-AU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9832" y="2060848"/>
            <a:ext cx="6084168" cy="3423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41886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5576" y="692696"/>
            <a:ext cx="6912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Let’s try some together.</a:t>
            </a:r>
          </a:p>
        </p:txBody>
      </p:sp>
      <p:pic>
        <p:nvPicPr>
          <p:cNvPr id="7" name="Picture 6" descr="Screen Shot 2017-05-05 at 11.20.12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1412776"/>
            <a:ext cx="6756400" cy="876300"/>
          </a:xfrm>
          <a:prstGeom prst="rect">
            <a:avLst/>
          </a:prstGeom>
        </p:spPr>
      </p:pic>
      <p:pic>
        <p:nvPicPr>
          <p:cNvPr id="8" name="Picture 7" descr="Screen Shot 2017-05-05 at 11.27.43 am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030"/>
          <a:stretch/>
        </p:blipFill>
        <p:spPr>
          <a:xfrm>
            <a:off x="467544" y="2708920"/>
            <a:ext cx="8001000" cy="821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1884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3568" y="332656"/>
            <a:ext cx="77768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Complete the following on your own (use your notes if needed):</a:t>
            </a:r>
            <a:endParaRPr lang="en-US" dirty="0"/>
          </a:p>
          <a:p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692696"/>
            <a:ext cx="2298700" cy="29210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9832" y="764704"/>
            <a:ext cx="5016500" cy="37592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68" y="3717032"/>
            <a:ext cx="4173158" cy="314096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427984" y="4941168"/>
            <a:ext cx="43204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Now complete the Practice Exercise that has been handed out. Ensure it is glued into the Task Page of your interactive notebook.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31797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43608" y="1196752"/>
            <a:ext cx="69847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Now, try this one again!!</a:t>
            </a:r>
            <a:endParaRPr lang="en-US" sz="2400" dirty="0"/>
          </a:p>
        </p:txBody>
      </p:sp>
      <p:sp>
        <p:nvSpPr>
          <p:cNvPr id="6" name="Rectangle 5"/>
          <p:cNvSpPr/>
          <p:nvPr/>
        </p:nvSpPr>
        <p:spPr>
          <a:xfrm>
            <a:off x="539552" y="2276872"/>
            <a:ext cx="8208912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/>
              <a:t>A car travels 228 km in 3 hours.</a:t>
            </a:r>
          </a:p>
          <a:p>
            <a:endParaRPr lang="en-US" sz="3200" dirty="0"/>
          </a:p>
          <a:p>
            <a:r>
              <a:rPr lang="en-US" sz="3200" dirty="0"/>
              <a:t>(a) How long will it take to travel 912 km?</a:t>
            </a:r>
          </a:p>
          <a:p>
            <a:endParaRPr lang="en-US" sz="3200" dirty="0"/>
          </a:p>
          <a:p>
            <a:r>
              <a:rPr lang="en-US" sz="3200" dirty="0"/>
              <a:t>(b) How far will it travel in 7 hours?</a:t>
            </a:r>
          </a:p>
        </p:txBody>
      </p:sp>
    </p:spTree>
    <p:extLst>
      <p:ext uri="{BB962C8B-B14F-4D97-AF65-F5344CB8AC3E}">
        <p14:creationId xmlns:p14="http://schemas.microsoft.com/office/powerpoint/2010/main" val="31302798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99592" y="836712"/>
            <a:ext cx="72728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Complete a 2 minute </a:t>
            </a:r>
            <a:r>
              <a:rPr lang="en-US" sz="2400" dirty="0" err="1" smtClean="0"/>
              <a:t>Quickwrite</a:t>
            </a:r>
            <a:r>
              <a:rPr lang="en-US" sz="2400" dirty="0" smtClean="0"/>
              <a:t> on what the Unitary Method is and how we use it.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484983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1191</TotalTime>
  <Words>313</Words>
  <Application>Microsoft Macintosh PowerPoint</Application>
  <PresentationFormat>On-screen Show (4:3)</PresentationFormat>
  <Paragraphs>59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Department of Education</cp:lastModifiedBy>
  <cp:revision>99</cp:revision>
  <dcterms:created xsi:type="dcterms:W3CDTF">2014-05-14T02:58:57Z</dcterms:created>
  <dcterms:modified xsi:type="dcterms:W3CDTF">2017-05-05T07:20:07Z</dcterms:modified>
</cp:coreProperties>
</file>