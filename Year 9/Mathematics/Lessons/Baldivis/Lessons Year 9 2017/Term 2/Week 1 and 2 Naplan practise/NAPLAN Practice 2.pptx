
<file path=[Content_Types].xml><?xml version="1.0" encoding="utf-8"?>
<Types xmlns="http://schemas.openxmlformats.org/package/2006/content-types">
  <Default Extension="xml" ContentType="application/xml"/>
  <Default Extension="jpeg" ContentType="image/jpeg"/>
  <Default Extension="bin" ContentType="application/vnd.openxmlformats-officedocument.presentationml.printerSettings"/>
  <Default Extension="png" ContentType="image/png"/>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7" r:id="rId2"/>
    <p:sldId id="265" r:id="rId3"/>
    <p:sldId id="256" r:id="rId4"/>
    <p:sldId id="258" r:id="rId5"/>
    <p:sldId id="259" r:id="rId6"/>
    <p:sldId id="260" r:id="rId7"/>
    <p:sldId id="261" r:id="rId8"/>
    <p:sldId id="262" r:id="rId9"/>
    <p:sldId id="263" r:id="rId10"/>
    <p:sldId id="264" r:id="rId11"/>
    <p:sldId id="266" r:id="rId1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91" d="100"/>
          <a:sy n="91" d="100"/>
        </p:scale>
        <p:origin x="-1576" y="-10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interSettings" Target="printerSettings/printerSettings1.bin"/><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F5C605E-28ED-EF40-A7DF-5945B60EF398}" type="datetimeFigureOut">
              <a:rPr lang="en-US" smtClean="0"/>
              <a:t>24/04/2017</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340B321-2B52-DD4F-AD6B-E2FBCFDFBF7D}" type="slidenum">
              <a:rPr lang="en-US" smtClean="0"/>
              <a:t>‹#›</a:t>
            </a:fld>
            <a:endParaRPr lang="en-US"/>
          </a:p>
        </p:txBody>
      </p:sp>
    </p:spTree>
    <p:extLst>
      <p:ext uri="{BB962C8B-B14F-4D97-AF65-F5344CB8AC3E}">
        <p14:creationId xmlns:p14="http://schemas.microsoft.com/office/powerpoint/2010/main" val="3467897381"/>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Use the questions as prompts to get students to discuss what information is needed to answer</a:t>
            </a:r>
            <a:r>
              <a:rPr lang="en-US" baseline="0" dirty="0" smtClean="0"/>
              <a:t> the question. Then discuss strategies that may be used (if wrong strategies are suggested, follow them through to show how they will turn out and give students opportunities to change their minds) and model how to complete the problem.</a:t>
            </a:r>
          </a:p>
          <a:p>
            <a:r>
              <a:rPr lang="en-US" baseline="0" smtClean="0"/>
              <a:t>Students should take notes on how to perform each function and use them when completing their practice tests.</a:t>
            </a:r>
            <a:endParaRPr lang="en-US" smtClean="0"/>
          </a:p>
          <a:p>
            <a:endParaRPr lang="en-US"/>
          </a:p>
        </p:txBody>
      </p:sp>
      <p:sp>
        <p:nvSpPr>
          <p:cNvPr id="4" name="Slide Number Placeholder 3"/>
          <p:cNvSpPr>
            <a:spLocks noGrp="1"/>
          </p:cNvSpPr>
          <p:nvPr>
            <p:ph type="sldNum" sz="quarter" idx="10"/>
          </p:nvPr>
        </p:nvSpPr>
        <p:spPr/>
        <p:txBody>
          <a:bodyPr/>
          <a:lstStyle/>
          <a:p>
            <a:fld id="{1340B321-2B52-DD4F-AD6B-E2FBCFDFBF7D}" type="slidenum">
              <a:rPr lang="en-US" smtClean="0"/>
              <a:t>3</a:t>
            </a:fld>
            <a:endParaRPr lang="en-US"/>
          </a:p>
        </p:txBody>
      </p:sp>
    </p:spTree>
    <p:extLst>
      <p:ext uri="{BB962C8B-B14F-4D97-AF65-F5344CB8AC3E}">
        <p14:creationId xmlns:p14="http://schemas.microsoft.com/office/powerpoint/2010/main" val="3955469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Independent Practice will be in the form of the NAPLAN Practice Test.</a:t>
            </a:r>
            <a:endParaRPr lang="en-US" dirty="0"/>
          </a:p>
        </p:txBody>
      </p:sp>
      <p:sp>
        <p:nvSpPr>
          <p:cNvPr id="4" name="Slide Number Placeholder 3"/>
          <p:cNvSpPr>
            <a:spLocks noGrp="1"/>
          </p:cNvSpPr>
          <p:nvPr>
            <p:ph type="sldNum" sz="quarter" idx="10"/>
          </p:nvPr>
        </p:nvSpPr>
        <p:spPr/>
        <p:txBody>
          <a:bodyPr/>
          <a:lstStyle/>
          <a:p>
            <a:fld id="{1340B321-2B52-DD4F-AD6B-E2FBCFDFBF7D}" type="slidenum">
              <a:rPr lang="en-US" smtClean="0"/>
              <a:t>11</a:t>
            </a:fld>
            <a:endParaRPr lang="en-US"/>
          </a:p>
        </p:txBody>
      </p:sp>
    </p:spTree>
    <p:extLst>
      <p:ext uri="{BB962C8B-B14F-4D97-AF65-F5344CB8AC3E}">
        <p14:creationId xmlns:p14="http://schemas.microsoft.com/office/powerpoint/2010/main" val="19599773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AU"/>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AU"/>
          </a:p>
        </p:txBody>
      </p:sp>
      <p:sp>
        <p:nvSpPr>
          <p:cNvPr id="4" name="Date Placeholder 3"/>
          <p:cNvSpPr>
            <a:spLocks noGrp="1"/>
          </p:cNvSpPr>
          <p:nvPr>
            <p:ph type="dt" sz="half" idx="10"/>
          </p:nvPr>
        </p:nvSpPr>
        <p:spPr/>
        <p:txBody>
          <a:bodyPr/>
          <a:lstStyle/>
          <a:p>
            <a:fld id="{1CC324A4-4380-4D2D-9555-16F8695BECF3}" type="datetimeFigureOut">
              <a:rPr lang="en-AU" smtClean="0"/>
              <a:t>24/04/2017</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AB64F0F8-6EBF-46D7-9859-25A244A8B9E3}" type="slidenum">
              <a:rPr lang="en-AU" smtClean="0"/>
              <a:t>‹#›</a:t>
            </a:fld>
            <a:endParaRPr lang="en-AU"/>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1CC324A4-4380-4D2D-9555-16F8695BECF3}" type="datetimeFigureOut">
              <a:rPr lang="en-AU" smtClean="0"/>
              <a:t>24/04/2017</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AB64F0F8-6EBF-46D7-9859-25A244A8B9E3}" type="slidenum">
              <a:rPr lang="en-AU" smtClean="0"/>
              <a:t>‹#›</a:t>
            </a:fld>
            <a:endParaRPr lang="en-AU"/>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AU"/>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CC324A4-4380-4D2D-9555-16F8695BECF3}" type="datetimeFigureOut">
              <a:rPr lang="en-AU" smtClean="0"/>
              <a:t>24/04/2017</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AB64F0F8-6EBF-46D7-9859-25A244A8B9E3}" type="slidenum">
              <a:rPr lang="en-AU" smtClean="0"/>
              <a:t>‹#›</a:t>
            </a:fld>
            <a:endParaRPr lang="en-AU"/>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Date Placeholder 4"/>
          <p:cNvSpPr>
            <a:spLocks noGrp="1"/>
          </p:cNvSpPr>
          <p:nvPr>
            <p:ph type="dt" sz="half" idx="10"/>
          </p:nvPr>
        </p:nvSpPr>
        <p:spPr/>
        <p:txBody>
          <a:bodyPr/>
          <a:lstStyle/>
          <a:p>
            <a:fld id="{1CC324A4-4380-4D2D-9555-16F8695BECF3}" type="datetimeFigureOut">
              <a:rPr lang="en-AU" smtClean="0"/>
              <a:t>24/04/2017</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AB64F0F8-6EBF-46D7-9859-25A244A8B9E3}" type="slidenum">
              <a:rPr lang="en-AU" smtClean="0"/>
              <a:t>‹#›</a:t>
            </a:fld>
            <a:endParaRPr lang="en-AU"/>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AU"/>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7" name="Date Placeholder 6"/>
          <p:cNvSpPr>
            <a:spLocks noGrp="1"/>
          </p:cNvSpPr>
          <p:nvPr>
            <p:ph type="dt" sz="half" idx="10"/>
          </p:nvPr>
        </p:nvSpPr>
        <p:spPr/>
        <p:txBody>
          <a:bodyPr/>
          <a:lstStyle/>
          <a:p>
            <a:fld id="{1CC324A4-4380-4D2D-9555-16F8695BECF3}" type="datetimeFigureOut">
              <a:rPr lang="en-AU" smtClean="0"/>
              <a:t>24/04/2017</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AB64F0F8-6EBF-46D7-9859-25A244A8B9E3}" type="slidenum">
              <a:rPr lang="en-AU" smtClean="0"/>
              <a:t>‹#›</a:t>
            </a:fld>
            <a:endParaRPr lang="en-A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Date Placeholder 2"/>
          <p:cNvSpPr>
            <a:spLocks noGrp="1"/>
          </p:cNvSpPr>
          <p:nvPr>
            <p:ph type="dt" sz="half" idx="10"/>
          </p:nvPr>
        </p:nvSpPr>
        <p:spPr/>
        <p:txBody>
          <a:bodyPr/>
          <a:lstStyle/>
          <a:p>
            <a:fld id="{1CC324A4-4380-4D2D-9555-16F8695BECF3}" type="datetimeFigureOut">
              <a:rPr lang="en-AU" smtClean="0"/>
              <a:t>24/04/2017</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AB64F0F8-6EBF-46D7-9859-25A244A8B9E3}" type="slidenum">
              <a:rPr lang="en-AU" smtClean="0"/>
              <a:t>‹#›</a:t>
            </a:fld>
            <a:endParaRPr lang="en-A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CC324A4-4380-4D2D-9555-16F8695BECF3}" type="datetimeFigureOut">
              <a:rPr lang="en-AU" smtClean="0"/>
              <a:t>24/04/2017</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AB64F0F8-6EBF-46D7-9859-25A244A8B9E3}" type="slidenum">
              <a:rPr lang="en-AU" smtClean="0"/>
              <a:t>‹#›</a:t>
            </a:fld>
            <a:endParaRPr lang="en-A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AU"/>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CC324A4-4380-4D2D-9555-16F8695BECF3}" type="datetimeFigureOut">
              <a:rPr lang="en-AU" smtClean="0"/>
              <a:t>24/04/2017</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AB64F0F8-6EBF-46D7-9859-25A244A8B9E3}" type="slidenum">
              <a:rPr lang="en-AU" smtClean="0"/>
              <a:t>‹#›</a:t>
            </a:fld>
            <a:endParaRPr lang="en-AU"/>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AU"/>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CC324A4-4380-4D2D-9555-16F8695BECF3}" type="datetimeFigureOut">
              <a:rPr lang="en-AU" smtClean="0"/>
              <a:t>24/04/2017</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AB64F0F8-6EBF-46D7-9859-25A244A8B9E3}" type="slidenum">
              <a:rPr lang="en-AU" smtClean="0"/>
              <a:t>‹#›</a:t>
            </a:fld>
            <a:endParaRPr lang="en-AU"/>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1CC324A4-4380-4D2D-9555-16F8695BECF3}" type="datetimeFigureOut">
              <a:rPr lang="en-AU" smtClean="0"/>
              <a:t>24/04/2017</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AB64F0F8-6EBF-46D7-9859-25A244A8B9E3}" type="slidenum">
              <a:rPr lang="en-AU" smtClean="0"/>
              <a:t>‹#›</a:t>
            </a:fld>
            <a:endParaRPr lang="en-A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AU"/>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1CC324A4-4380-4D2D-9555-16F8695BECF3}" type="datetimeFigureOut">
              <a:rPr lang="en-AU" smtClean="0"/>
              <a:t>24/04/2017</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AB64F0F8-6EBF-46D7-9859-25A244A8B9E3}" type="slidenum">
              <a:rPr lang="en-AU" smtClean="0"/>
              <a:t>‹#›</a:t>
            </a:fld>
            <a:endParaRPr lang="en-AU"/>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AU"/>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CC324A4-4380-4D2D-9555-16F8695BECF3}" type="datetimeFigureOut">
              <a:rPr lang="en-AU" smtClean="0"/>
              <a:t>24/04/2017</a:t>
            </a:fld>
            <a:endParaRPr lang="en-AU"/>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B64F0F8-6EBF-46D7-9859-25A244A8B9E3}" type="slidenum">
              <a:rPr lang="en-AU" smtClean="0"/>
              <a:t>‹#›</a:t>
            </a:fld>
            <a:endParaRPr lang="en-AU"/>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331640" y="980728"/>
            <a:ext cx="6336704" cy="369332"/>
          </a:xfrm>
          <a:prstGeom prst="rect">
            <a:avLst/>
          </a:prstGeom>
          <a:noFill/>
        </p:spPr>
        <p:txBody>
          <a:bodyPr wrap="square" rtlCol="0">
            <a:spAutoFit/>
          </a:bodyPr>
          <a:lstStyle/>
          <a:p>
            <a:pPr algn="ctr"/>
            <a:r>
              <a:rPr lang="en-AU" b="1" dirty="0" smtClean="0"/>
              <a:t>NAPLAN Practice Time</a:t>
            </a:r>
            <a:endParaRPr lang="en-AU" b="1" dirty="0"/>
          </a:p>
        </p:txBody>
      </p:sp>
      <p:sp>
        <p:nvSpPr>
          <p:cNvPr id="2" name="TextBox 1"/>
          <p:cNvSpPr txBox="1"/>
          <p:nvPr/>
        </p:nvSpPr>
        <p:spPr>
          <a:xfrm>
            <a:off x="2483768" y="1916832"/>
            <a:ext cx="3816424" cy="923330"/>
          </a:xfrm>
          <a:prstGeom prst="rect">
            <a:avLst/>
          </a:prstGeom>
          <a:noFill/>
        </p:spPr>
        <p:txBody>
          <a:bodyPr wrap="square" rtlCol="0">
            <a:spAutoFit/>
          </a:bodyPr>
          <a:lstStyle/>
          <a:p>
            <a:pPr algn="ctr"/>
            <a:r>
              <a:rPr lang="en-US" dirty="0" smtClean="0"/>
              <a:t>Clem Evans</a:t>
            </a:r>
          </a:p>
          <a:p>
            <a:pPr algn="ctr"/>
            <a:r>
              <a:rPr lang="en-US" dirty="0" smtClean="0"/>
              <a:t>Week 2 Term 2</a:t>
            </a:r>
          </a:p>
          <a:p>
            <a:pPr algn="ct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115616" y="980728"/>
            <a:ext cx="6912768" cy="2862323"/>
          </a:xfrm>
          <a:prstGeom prst="rect">
            <a:avLst/>
          </a:prstGeom>
          <a:noFill/>
        </p:spPr>
        <p:txBody>
          <a:bodyPr wrap="square" rtlCol="0">
            <a:spAutoFit/>
          </a:bodyPr>
          <a:lstStyle/>
          <a:p>
            <a:r>
              <a:rPr lang="en-US" dirty="0" smtClean="0"/>
              <a:t>Now you have completed your first NAPLAN Practice test, how did you go?</a:t>
            </a:r>
          </a:p>
          <a:p>
            <a:r>
              <a:rPr lang="en-US" dirty="0" smtClean="0"/>
              <a:t>Can you improve?</a:t>
            </a:r>
          </a:p>
          <a:p>
            <a:r>
              <a:rPr lang="en-US" dirty="0" smtClean="0"/>
              <a:t>What can you do to improve?</a:t>
            </a:r>
          </a:p>
          <a:p>
            <a:r>
              <a:rPr lang="en-US" dirty="0" smtClean="0"/>
              <a:t>This lesson is designed to help you break your questions down, pull out the relevant information, identify the steps you need to take to successfully complete the questions.</a:t>
            </a:r>
          </a:p>
          <a:p>
            <a:r>
              <a:rPr lang="en-US" b="1" i="1" u="sng" dirty="0" smtClean="0"/>
              <a:t>Remember</a:t>
            </a:r>
            <a:r>
              <a:rPr lang="en-US" dirty="0" smtClean="0"/>
              <a:t> if you do well in your NAPLAN this year, you may not need to complete OLNA in years 10-12.</a:t>
            </a:r>
            <a:endParaRPr lang="en-US" b="1" i="1" u="sng" dirty="0" smtClean="0"/>
          </a:p>
          <a:p>
            <a:endParaRPr lang="en-US" dirty="0"/>
          </a:p>
        </p:txBody>
      </p:sp>
    </p:spTree>
    <p:extLst>
      <p:ext uri="{BB962C8B-B14F-4D97-AF65-F5344CB8AC3E}">
        <p14:creationId xmlns:p14="http://schemas.microsoft.com/office/powerpoint/2010/main" val="41922698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755576" y="2564904"/>
            <a:ext cx="7200800" cy="1477328"/>
          </a:xfrm>
          <a:prstGeom prst="rect">
            <a:avLst/>
          </a:prstGeom>
          <a:noFill/>
        </p:spPr>
        <p:txBody>
          <a:bodyPr wrap="square" rtlCol="0">
            <a:spAutoFit/>
          </a:bodyPr>
          <a:lstStyle/>
          <a:p>
            <a:r>
              <a:rPr lang="en-AU" dirty="0" smtClean="0"/>
              <a:t>How could we solve this problem?</a:t>
            </a:r>
          </a:p>
          <a:p>
            <a:endParaRPr lang="en-AU" dirty="0"/>
          </a:p>
          <a:p>
            <a:r>
              <a:rPr lang="en-AU" dirty="0" smtClean="0"/>
              <a:t>Talk to your partner and come up with a strategy.</a:t>
            </a:r>
          </a:p>
          <a:p>
            <a:endParaRPr lang="en-AU" dirty="0"/>
          </a:p>
          <a:p>
            <a:r>
              <a:rPr lang="en-AU" dirty="0" smtClean="0"/>
              <a:t>Suggestions:</a:t>
            </a:r>
            <a:endParaRPr lang="en-AU" dirty="0"/>
          </a:p>
        </p:txBody>
      </p:sp>
      <p:pic>
        <p:nvPicPr>
          <p:cNvPr id="2" name="Picture 1"/>
          <p:cNvPicPr>
            <a:picLocks noChangeAspect="1"/>
          </p:cNvPicPr>
          <p:nvPr/>
        </p:nvPicPr>
        <p:blipFill>
          <a:blip r:embed="rId3"/>
          <a:stretch>
            <a:fillRect/>
          </a:stretch>
        </p:blipFill>
        <p:spPr>
          <a:xfrm>
            <a:off x="611560" y="404664"/>
            <a:ext cx="4968552" cy="1967346"/>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683568" y="3429000"/>
            <a:ext cx="7200800" cy="923330"/>
          </a:xfrm>
          <a:prstGeom prst="rect">
            <a:avLst/>
          </a:prstGeom>
          <a:noFill/>
        </p:spPr>
        <p:txBody>
          <a:bodyPr wrap="square" rtlCol="0">
            <a:spAutoFit/>
          </a:bodyPr>
          <a:lstStyle/>
          <a:p>
            <a:r>
              <a:rPr lang="en-AU" dirty="0" smtClean="0"/>
              <a:t>How could we solve this problem?</a:t>
            </a:r>
          </a:p>
          <a:p>
            <a:endParaRPr lang="en-AU" dirty="0"/>
          </a:p>
          <a:p>
            <a:r>
              <a:rPr lang="en-AU" dirty="0" smtClean="0"/>
              <a:t>Suggestions:</a:t>
            </a:r>
            <a:endParaRPr lang="en-AU" dirty="0"/>
          </a:p>
        </p:txBody>
      </p:sp>
      <p:pic>
        <p:nvPicPr>
          <p:cNvPr id="2" name="Picture 1"/>
          <p:cNvPicPr>
            <a:picLocks noChangeAspect="1"/>
          </p:cNvPicPr>
          <p:nvPr/>
        </p:nvPicPr>
        <p:blipFill>
          <a:blip r:embed="rId2"/>
          <a:stretch>
            <a:fillRect/>
          </a:stretch>
        </p:blipFill>
        <p:spPr>
          <a:xfrm>
            <a:off x="539552" y="332656"/>
            <a:ext cx="3488184" cy="1954849"/>
          </a:xfrm>
          <a:prstGeom prst="rect">
            <a:avLst/>
          </a:prstGeom>
        </p:spPr>
      </p:pic>
      <p:pic>
        <p:nvPicPr>
          <p:cNvPr id="3" name="Picture 2"/>
          <p:cNvPicPr>
            <a:picLocks noChangeAspect="1"/>
          </p:cNvPicPr>
          <p:nvPr/>
        </p:nvPicPr>
        <p:blipFill>
          <a:blip r:embed="rId3"/>
          <a:stretch>
            <a:fillRect/>
          </a:stretch>
        </p:blipFill>
        <p:spPr>
          <a:xfrm>
            <a:off x="467544" y="2348880"/>
            <a:ext cx="5436096" cy="747206"/>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83568" y="2636912"/>
            <a:ext cx="7200800" cy="1477328"/>
          </a:xfrm>
          <a:prstGeom prst="rect">
            <a:avLst/>
          </a:prstGeom>
          <a:noFill/>
        </p:spPr>
        <p:txBody>
          <a:bodyPr wrap="square" rtlCol="0">
            <a:spAutoFit/>
          </a:bodyPr>
          <a:lstStyle/>
          <a:p>
            <a:r>
              <a:rPr lang="en-AU" dirty="0" smtClean="0"/>
              <a:t>How could we solve this problem?</a:t>
            </a:r>
          </a:p>
          <a:p>
            <a:endParaRPr lang="en-AU" dirty="0"/>
          </a:p>
          <a:p>
            <a:r>
              <a:rPr lang="en-AU" dirty="0" smtClean="0"/>
              <a:t>What information do we need from the question?</a:t>
            </a:r>
          </a:p>
          <a:p>
            <a:endParaRPr lang="en-AU" dirty="0"/>
          </a:p>
          <a:p>
            <a:r>
              <a:rPr lang="en-AU" dirty="0" smtClean="0"/>
              <a:t>Suggestions:</a:t>
            </a:r>
            <a:endParaRPr lang="en-AU" dirty="0"/>
          </a:p>
        </p:txBody>
      </p:sp>
      <p:pic>
        <p:nvPicPr>
          <p:cNvPr id="2" name="Picture 1"/>
          <p:cNvPicPr>
            <a:picLocks noChangeAspect="1"/>
          </p:cNvPicPr>
          <p:nvPr/>
        </p:nvPicPr>
        <p:blipFill>
          <a:blip r:embed="rId2"/>
          <a:stretch>
            <a:fillRect/>
          </a:stretch>
        </p:blipFill>
        <p:spPr>
          <a:xfrm>
            <a:off x="323528" y="332656"/>
            <a:ext cx="5364088" cy="221917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95536" y="3140968"/>
            <a:ext cx="7200800" cy="923330"/>
          </a:xfrm>
          <a:prstGeom prst="rect">
            <a:avLst/>
          </a:prstGeom>
          <a:noFill/>
        </p:spPr>
        <p:txBody>
          <a:bodyPr wrap="square" rtlCol="0">
            <a:spAutoFit/>
          </a:bodyPr>
          <a:lstStyle/>
          <a:p>
            <a:r>
              <a:rPr lang="en-AU" dirty="0" smtClean="0"/>
              <a:t>How could we solve this problem?</a:t>
            </a:r>
          </a:p>
          <a:p>
            <a:endParaRPr lang="en-AU" dirty="0"/>
          </a:p>
          <a:p>
            <a:r>
              <a:rPr lang="en-AU" dirty="0" smtClean="0"/>
              <a:t>Suggestions:</a:t>
            </a:r>
            <a:endParaRPr lang="en-AU" dirty="0"/>
          </a:p>
        </p:txBody>
      </p:sp>
      <p:pic>
        <p:nvPicPr>
          <p:cNvPr id="2" name="Picture 1"/>
          <p:cNvPicPr>
            <a:picLocks noChangeAspect="1"/>
          </p:cNvPicPr>
          <p:nvPr/>
        </p:nvPicPr>
        <p:blipFill>
          <a:blip r:embed="rId2"/>
          <a:stretch>
            <a:fillRect/>
          </a:stretch>
        </p:blipFill>
        <p:spPr>
          <a:xfrm>
            <a:off x="395536" y="404664"/>
            <a:ext cx="3744416" cy="251373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39552" y="2276872"/>
            <a:ext cx="7200800" cy="1477328"/>
          </a:xfrm>
          <a:prstGeom prst="rect">
            <a:avLst/>
          </a:prstGeom>
          <a:noFill/>
        </p:spPr>
        <p:txBody>
          <a:bodyPr wrap="square" rtlCol="0">
            <a:spAutoFit/>
          </a:bodyPr>
          <a:lstStyle/>
          <a:p>
            <a:r>
              <a:rPr lang="en-AU" dirty="0" smtClean="0"/>
              <a:t>How could we solve this problem?</a:t>
            </a:r>
          </a:p>
          <a:p>
            <a:endParaRPr lang="en-AU" dirty="0"/>
          </a:p>
          <a:p>
            <a:r>
              <a:rPr lang="en-AU" dirty="0" smtClean="0"/>
              <a:t>Try it yourself and be prepared to share your strategies.</a:t>
            </a:r>
          </a:p>
          <a:p>
            <a:endParaRPr lang="en-AU" dirty="0"/>
          </a:p>
          <a:p>
            <a:r>
              <a:rPr lang="en-AU" dirty="0" smtClean="0"/>
              <a:t>Suggestions:</a:t>
            </a:r>
            <a:endParaRPr lang="en-AU" dirty="0"/>
          </a:p>
        </p:txBody>
      </p:sp>
      <p:pic>
        <p:nvPicPr>
          <p:cNvPr id="2" name="Picture 1"/>
          <p:cNvPicPr>
            <a:picLocks noChangeAspect="1"/>
          </p:cNvPicPr>
          <p:nvPr/>
        </p:nvPicPr>
        <p:blipFill>
          <a:blip r:embed="rId2"/>
          <a:stretch>
            <a:fillRect/>
          </a:stretch>
        </p:blipFill>
        <p:spPr>
          <a:xfrm>
            <a:off x="539552" y="404664"/>
            <a:ext cx="6084168" cy="153987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39552" y="1772816"/>
            <a:ext cx="7200800" cy="923330"/>
          </a:xfrm>
          <a:prstGeom prst="rect">
            <a:avLst/>
          </a:prstGeom>
          <a:noFill/>
        </p:spPr>
        <p:txBody>
          <a:bodyPr wrap="square" rtlCol="0">
            <a:spAutoFit/>
          </a:bodyPr>
          <a:lstStyle/>
          <a:p>
            <a:r>
              <a:rPr lang="en-AU" dirty="0" smtClean="0"/>
              <a:t>How could we solve this problem?</a:t>
            </a:r>
          </a:p>
          <a:p>
            <a:endParaRPr lang="en-AU" dirty="0"/>
          </a:p>
          <a:p>
            <a:r>
              <a:rPr lang="en-AU" dirty="0" smtClean="0"/>
              <a:t>Suggestions:</a:t>
            </a:r>
            <a:endParaRPr lang="en-AU" dirty="0"/>
          </a:p>
        </p:txBody>
      </p:sp>
      <p:pic>
        <p:nvPicPr>
          <p:cNvPr id="2" name="Picture 1"/>
          <p:cNvPicPr>
            <a:picLocks noChangeAspect="1"/>
          </p:cNvPicPr>
          <p:nvPr/>
        </p:nvPicPr>
        <p:blipFill>
          <a:blip r:embed="rId2"/>
          <a:stretch>
            <a:fillRect/>
          </a:stretch>
        </p:blipFill>
        <p:spPr>
          <a:xfrm>
            <a:off x="467544" y="476672"/>
            <a:ext cx="5262860" cy="107530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11560" y="3933056"/>
            <a:ext cx="7200800" cy="923330"/>
          </a:xfrm>
          <a:prstGeom prst="rect">
            <a:avLst/>
          </a:prstGeom>
          <a:noFill/>
        </p:spPr>
        <p:txBody>
          <a:bodyPr wrap="square" rtlCol="0">
            <a:spAutoFit/>
          </a:bodyPr>
          <a:lstStyle/>
          <a:p>
            <a:r>
              <a:rPr lang="en-AU" dirty="0" smtClean="0"/>
              <a:t>How could we solve this </a:t>
            </a:r>
            <a:r>
              <a:rPr lang="en-AU" smtClean="0"/>
              <a:t>problem?</a:t>
            </a:r>
            <a:endParaRPr lang="en-AU" dirty="0" smtClean="0"/>
          </a:p>
          <a:p>
            <a:endParaRPr lang="en-AU" dirty="0"/>
          </a:p>
          <a:p>
            <a:r>
              <a:rPr lang="en-AU" dirty="0" smtClean="0"/>
              <a:t>Suggestions:</a:t>
            </a:r>
            <a:endParaRPr lang="en-AU" dirty="0"/>
          </a:p>
        </p:txBody>
      </p:sp>
      <p:pic>
        <p:nvPicPr>
          <p:cNvPr id="2" name="Picture 1"/>
          <p:cNvPicPr>
            <a:picLocks noChangeAspect="1"/>
          </p:cNvPicPr>
          <p:nvPr/>
        </p:nvPicPr>
        <p:blipFill>
          <a:blip r:embed="rId2"/>
          <a:stretch>
            <a:fillRect/>
          </a:stretch>
        </p:blipFill>
        <p:spPr>
          <a:xfrm>
            <a:off x="467544" y="188640"/>
            <a:ext cx="3346485" cy="357301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67544" y="2060848"/>
            <a:ext cx="7200800" cy="923330"/>
          </a:xfrm>
          <a:prstGeom prst="rect">
            <a:avLst/>
          </a:prstGeom>
          <a:noFill/>
        </p:spPr>
        <p:txBody>
          <a:bodyPr wrap="square" rtlCol="0">
            <a:spAutoFit/>
          </a:bodyPr>
          <a:lstStyle/>
          <a:p>
            <a:r>
              <a:rPr lang="en-AU" dirty="0" smtClean="0"/>
              <a:t>How could we solve this problem?</a:t>
            </a:r>
          </a:p>
          <a:p>
            <a:endParaRPr lang="en-AU" dirty="0"/>
          </a:p>
          <a:p>
            <a:r>
              <a:rPr lang="en-AU" dirty="0" smtClean="0"/>
              <a:t>Suggestions:</a:t>
            </a:r>
            <a:endParaRPr lang="en-AU" dirty="0"/>
          </a:p>
        </p:txBody>
      </p:sp>
      <p:pic>
        <p:nvPicPr>
          <p:cNvPr id="2" name="Picture 1"/>
          <p:cNvPicPr>
            <a:picLocks noChangeAspect="1"/>
          </p:cNvPicPr>
          <p:nvPr/>
        </p:nvPicPr>
        <p:blipFill>
          <a:blip r:embed="rId2"/>
          <a:stretch>
            <a:fillRect/>
          </a:stretch>
        </p:blipFill>
        <p:spPr>
          <a:xfrm>
            <a:off x="395536" y="404664"/>
            <a:ext cx="6804756" cy="1296144"/>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endParaRPr lang="en-US" dirty="0" smtClean="0"/>
          </a:p>
          <a:p>
            <a:r>
              <a:rPr lang="en-US" dirty="0" smtClean="0"/>
              <a:t>Now take all your notes and use them to create study notes for your NAPLAN Practice Test.</a:t>
            </a:r>
            <a:endParaRPr lang="en-US" dirty="0"/>
          </a:p>
        </p:txBody>
      </p:sp>
    </p:spTree>
    <p:extLst>
      <p:ext uri="{BB962C8B-B14F-4D97-AF65-F5344CB8AC3E}">
        <p14:creationId xmlns:p14="http://schemas.microsoft.com/office/powerpoint/2010/main" val="414184853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57</TotalTime>
  <Words>305</Words>
  <Application>Microsoft Macintosh PowerPoint</Application>
  <PresentationFormat>On-screen Show (4:3)</PresentationFormat>
  <Paragraphs>45</Paragraphs>
  <Slides>11</Slides>
  <Notes>2</Notes>
  <HiddenSlides>0</HiddenSlides>
  <MMClips>0</MMClip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Clem</dc:creator>
  <cp:lastModifiedBy>Department of Education</cp:lastModifiedBy>
  <cp:revision>14</cp:revision>
  <dcterms:created xsi:type="dcterms:W3CDTF">2017-04-22T07:25:48Z</dcterms:created>
  <dcterms:modified xsi:type="dcterms:W3CDTF">2017-04-24T06:31:16Z</dcterms:modified>
</cp:coreProperties>
</file>