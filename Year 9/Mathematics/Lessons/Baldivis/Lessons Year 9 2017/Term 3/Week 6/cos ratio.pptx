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4" r:id="rId2"/>
    <p:sldId id="285" r:id="rId3"/>
    <p:sldId id="286" r:id="rId4"/>
    <p:sldId id="283" r:id="rId5"/>
    <p:sldId id="287" r:id="rId6"/>
    <p:sldId id="263" r:id="rId7"/>
    <p:sldId id="267" r:id="rId8"/>
    <p:sldId id="288" r:id="rId9"/>
    <p:sldId id="290" r:id="rId10"/>
    <p:sldId id="289" r:id="rId11"/>
    <p:sldId id="292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3689" autoAdjust="0"/>
  </p:normalViewPr>
  <p:slideViewPr>
    <p:cSldViewPr>
      <p:cViewPr varScale="1">
        <p:scale>
          <a:sx n="103" d="100"/>
          <a:sy n="103" d="100"/>
        </p:scale>
        <p:origin x="124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ilton Stott" userId="e28223afab1f786a" providerId="LiveId" clId="{963FB634-9951-4B3C-86B9-E60DAC042A75}"/>
    <pc:docChg chg="undo custSel addSld delSld modSld sldOrd">
      <pc:chgData name="Hamilton Stott" userId="e28223afab1f786a" providerId="LiveId" clId="{963FB634-9951-4B3C-86B9-E60DAC042A75}" dt="2017-08-22T14:06:22.152" v="758" actId="2696"/>
      <pc:docMkLst>
        <pc:docMk/>
      </pc:docMkLst>
      <pc:sldChg chg="del">
        <pc:chgData name="Hamilton Stott" userId="e28223afab1f786a" providerId="LiveId" clId="{963FB634-9951-4B3C-86B9-E60DAC042A75}" dt="2017-08-22T13:34:30.450" v="29" actId="2696"/>
        <pc:sldMkLst>
          <pc:docMk/>
          <pc:sldMk cId="0" sldId="257"/>
        </pc:sldMkLst>
      </pc:sldChg>
      <pc:sldChg chg="del">
        <pc:chgData name="Hamilton Stott" userId="e28223afab1f786a" providerId="LiveId" clId="{963FB634-9951-4B3C-86B9-E60DAC042A75}" dt="2017-08-22T13:36:12.367" v="51" actId="2696"/>
        <pc:sldMkLst>
          <pc:docMk/>
          <pc:sldMk cId="0" sldId="258"/>
        </pc:sldMkLst>
      </pc:sldChg>
      <pc:sldChg chg="del">
        <pc:chgData name="Hamilton Stott" userId="e28223afab1f786a" providerId="LiveId" clId="{963FB634-9951-4B3C-86B9-E60DAC042A75}" dt="2017-08-22T13:34:30.476" v="30" actId="2696"/>
        <pc:sldMkLst>
          <pc:docMk/>
          <pc:sldMk cId="0" sldId="259"/>
        </pc:sldMkLst>
      </pc:sldChg>
      <pc:sldChg chg="addSp delSp modSp modAnim">
        <pc:chgData name="Hamilton Stott" userId="e28223afab1f786a" providerId="LiveId" clId="{963FB634-9951-4B3C-86B9-E60DAC042A75}" dt="2017-08-22T14:03:13.925" v="692" actId="20577"/>
        <pc:sldMkLst>
          <pc:docMk/>
          <pc:sldMk cId="0" sldId="263"/>
        </pc:sldMkLst>
        <pc:spChg chg="mod">
          <ac:chgData name="Hamilton Stott" userId="e28223afab1f786a" providerId="LiveId" clId="{963FB634-9951-4B3C-86B9-E60DAC042A75}" dt="2017-08-22T13:40:03.816" v="113" actId="1076"/>
          <ac:spMkLst>
            <pc:docMk/>
            <pc:sldMk cId="0" sldId="263"/>
            <ac:spMk id="2" creationId="{00000000-0000-0000-0000-000000000000}"/>
          </ac:spMkLst>
        </pc:spChg>
        <pc:spChg chg="del mod">
          <ac:chgData name="Hamilton Stott" userId="e28223afab1f786a" providerId="LiveId" clId="{963FB634-9951-4B3C-86B9-E60DAC042A75}" dt="2017-08-22T13:40:35.372" v="122" actId="478"/>
          <ac:spMkLst>
            <pc:docMk/>
            <pc:sldMk cId="0" sldId="263"/>
            <ac:spMk id="6" creationId="{00000000-0000-0000-0000-000000000000}"/>
          </ac:spMkLst>
        </pc:spChg>
        <pc:spChg chg="mod">
          <ac:chgData name="Hamilton Stott" userId="e28223afab1f786a" providerId="LiveId" clId="{963FB634-9951-4B3C-86B9-E60DAC042A75}" dt="2017-08-22T13:40:17.131" v="120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Hamilton Stott" userId="e28223afab1f786a" providerId="LiveId" clId="{963FB634-9951-4B3C-86B9-E60DAC042A75}" dt="2017-08-22T13:41:04.528" v="131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Hamilton Stott" userId="e28223afab1f786a" providerId="LiveId" clId="{963FB634-9951-4B3C-86B9-E60DAC042A75}" dt="2017-08-22T14:03:13.925" v="692" actId="20577"/>
          <ac:spMkLst>
            <pc:docMk/>
            <pc:sldMk cId="0" sldId="263"/>
            <ac:spMk id="10" creationId="{00000000-0000-0000-0000-000000000000}"/>
          </ac:spMkLst>
        </pc:spChg>
        <pc:spChg chg="add mod">
          <ac:chgData name="Hamilton Stott" userId="e28223afab1f786a" providerId="LiveId" clId="{963FB634-9951-4B3C-86B9-E60DAC042A75}" dt="2017-08-22T13:40:55.290" v="129" actId="1076"/>
          <ac:spMkLst>
            <pc:docMk/>
            <pc:sldMk cId="0" sldId="263"/>
            <ac:spMk id="13" creationId="{8EB1225D-70CD-43E7-B449-D13C2018EEFD}"/>
          </ac:spMkLst>
        </pc:spChg>
        <pc:spChg chg="mod">
          <ac:chgData name="Hamilton Stott" userId="e28223afab1f786a" providerId="LiveId" clId="{963FB634-9951-4B3C-86B9-E60DAC042A75}" dt="2017-08-22T13:43:42.270" v="166" actId="404"/>
          <ac:spMkLst>
            <pc:docMk/>
            <pc:sldMk cId="0" sldId="263"/>
            <ac:spMk id="17" creationId="{00000000-0000-0000-0000-000000000000}"/>
          </ac:spMkLst>
        </pc:spChg>
        <pc:spChg chg="mod">
          <ac:chgData name="Hamilton Stott" userId="e28223afab1f786a" providerId="LiveId" clId="{963FB634-9951-4B3C-86B9-E60DAC042A75}" dt="2017-08-22T13:43:32.007" v="160" actId="20577"/>
          <ac:spMkLst>
            <pc:docMk/>
            <pc:sldMk cId="0" sldId="263"/>
            <ac:spMk id="18" creationId="{00000000-0000-0000-0000-000000000000}"/>
          </ac:spMkLst>
        </pc:spChg>
      </pc:sldChg>
      <pc:sldChg chg="addSp delSp modSp ord modAnim">
        <pc:chgData name="Hamilton Stott" userId="e28223afab1f786a" providerId="LiveId" clId="{963FB634-9951-4B3C-86B9-E60DAC042A75}" dt="2017-08-22T14:05:23.061" v="753"/>
        <pc:sldMkLst>
          <pc:docMk/>
          <pc:sldMk cId="0" sldId="267"/>
        </pc:sldMkLst>
        <pc:spChg chg="del">
          <ac:chgData name="Hamilton Stott" userId="e28223afab1f786a" providerId="LiveId" clId="{963FB634-9951-4B3C-86B9-E60DAC042A75}" dt="2017-08-22T13:59:10.885" v="559" actId="478"/>
          <ac:spMkLst>
            <pc:docMk/>
            <pc:sldMk cId="0" sldId="267"/>
            <ac:spMk id="2" creationId="{00000000-0000-0000-0000-000000000000}"/>
          </ac:spMkLst>
        </pc:spChg>
        <pc:spChg chg="del">
          <ac:chgData name="Hamilton Stott" userId="e28223afab1f786a" providerId="LiveId" clId="{963FB634-9951-4B3C-86B9-E60DAC042A75}" dt="2017-08-22T13:59:10.885" v="559" actId="478"/>
          <ac:spMkLst>
            <pc:docMk/>
            <pc:sldMk cId="0" sldId="267"/>
            <ac:spMk id="8" creationId="{00000000-0000-0000-0000-000000000000}"/>
          </ac:spMkLst>
        </pc:spChg>
        <pc:spChg chg="del">
          <ac:chgData name="Hamilton Stott" userId="e28223afab1f786a" providerId="LiveId" clId="{963FB634-9951-4B3C-86B9-E60DAC042A75}" dt="2017-08-22T13:59:19.555" v="563" actId="478"/>
          <ac:spMkLst>
            <pc:docMk/>
            <pc:sldMk cId="0" sldId="267"/>
            <ac:spMk id="9" creationId="{00000000-0000-0000-0000-000000000000}"/>
          </ac:spMkLst>
        </pc:spChg>
        <pc:spChg chg="del">
          <ac:chgData name="Hamilton Stott" userId="e28223afab1f786a" providerId="LiveId" clId="{963FB634-9951-4B3C-86B9-E60DAC042A75}" dt="2017-08-22T13:59:15.137" v="560" actId="478"/>
          <ac:spMkLst>
            <pc:docMk/>
            <pc:sldMk cId="0" sldId="267"/>
            <ac:spMk id="10" creationId="{00000000-0000-0000-0000-000000000000}"/>
          </ac:spMkLst>
        </pc:spChg>
        <pc:spChg chg="add del mod">
          <ac:chgData name="Hamilton Stott" userId="e28223afab1f786a" providerId="LiveId" clId="{963FB634-9951-4B3C-86B9-E60DAC042A75}" dt="2017-08-22T13:59:21.347" v="564" actId="478"/>
          <ac:spMkLst>
            <pc:docMk/>
            <pc:sldMk cId="0" sldId="267"/>
            <ac:spMk id="11" creationId="{5221C396-44BD-4C0E-BE40-321FAB319DE2}"/>
          </ac:spMkLst>
        </pc:spChg>
        <pc:spChg chg="del">
          <ac:chgData name="Hamilton Stott" userId="e28223afab1f786a" providerId="LiveId" clId="{963FB634-9951-4B3C-86B9-E60DAC042A75}" dt="2017-08-22T13:59:10.885" v="559" actId="478"/>
          <ac:spMkLst>
            <pc:docMk/>
            <pc:sldMk cId="0" sldId="267"/>
            <ac:spMk id="14" creationId="{00000000-0000-0000-0000-000000000000}"/>
          </ac:spMkLst>
        </pc:spChg>
        <pc:spChg chg="del">
          <ac:chgData name="Hamilton Stott" userId="e28223afab1f786a" providerId="LiveId" clId="{963FB634-9951-4B3C-86B9-E60DAC042A75}" dt="2017-08-22T13:59:10.885" v="559" actId="478"/>
          <ac:spMkLst>
            <pc:docMk/>
            <pc:sldMk cId="0" sldId="267"/>
            <ac:spMk id="15" creationId="{00000000-0000-0000-0000-000000000000}"/>
          </ac:spMkLst>
        </pc:spChg>
        <pc:spChg chg="del mod">
          <ac:chgData name="Hamilton Stott" userId="e28223afab1f786a" providerId="LiveId" clId="{963FB634-9951-4B3C-86B9-E60DAC042A75}" dt="2017-08-22T13:59:17.515" v="562" actId="478"/>
          <ac:spMkLst>
            <pc:docMk/>
            <pc:sldMk cId="0" sldId="267"/>
            <ac:spMk id="16" creationId="{00000000-0000-0000-0000-000000000000}"/>
          </ac:spMkLst>
        </pc:spChg>
        <pc:spChg chg="del">
          <ac:chgData name="Hamilton Stott" userId="e28223afab1f786a" providerId="LiveId" clId="{963FB634-9951-4B3C-86B9-E60DAC042A75}" dt="2017-08-22T13:59:10.885" v="559" actId="478"/>
          <ac:spMkLst>
            <pc:docMk/>
            <pc:sldMk cId="0" sldId="267"/>
            <ac:spMk id="17" creationId="{00000000-0000-0000-0000-000000000000}"/>
          </ac:spMkLst>
        </pc:spChg>
        <pc:spChg chg="del">
          <ac:chgData name="Hamilton Stott" userId="e28223afab1f786a" providerId="LiveId" clId="{963FB634-9951-4B3C-86B9-E60DAC042A75}" dt="2017-08-22T13:59:10.885" v="559" actId="478"/>
          <ac:spMkLst>
            <pc:docMk/>
            <pc:sldMk cId="0" sldId="267"/>
            <ac:spMk id="18" creationId="{00000000-0000-0000-0000-000000000000}"/>
          </ac:spMkLst>
        </pc:spChg>
        <pc:spChg chg="del">
          <ac:chgData name="Hamilton Stott" userId="e28223afab1f786a" providerId="LiveId" clId="{963FB634-9951-4B3C-86B9-E60DAC042A75}" dt="2017-08-22T13:59:10.885" v="559" actId="478"/>
          <ac:spMkLst>
            <pc:docMk/>
            <pc:sldMk cId="0" sldId="267"/>
            <ac:spMk id="19" creationId="{00000000-0000-0000-0000-000000000000}"/>
          </ac:spMkLst>
        </pc:spChg>
        <pc:spChg chg="del">
          <ac:chgData name="Hamilton Stott" userId="e28223afab1f786a" providerId="LiveId" clId="{963FB634-9951-4B3C-86B9-E60DAC042A75}" dt="2017-08-22T13:59:10.885" v="559" actId="478"/>
          <ac:spMkLst>
            <pc:docMk/>
            <pc:sldMk cId="0" sldId="267"/>
            <ac:spMk id="20" creationId="{00000000-0000-0000-0000-000000000000}"/>
          </ac:spMkLst>
        </pc:spChg>
        <pc:spChg chg="add mod">
          <ac:chgData name="Hamilton Stott" userId="e28223afab1f786a" providerId="LiveId" clId="{963FB634-9951-4B3C-86B9-E60DAC042A75}" dt="2017-08-22T14:00:19.602" v="596" actId="20577"/>
          <ac:spMkLst>
            <pc:docMk/>
            <pc:sldMk cId="0" sldId="267"/>
            <ac:spMk id="23" creationId="{2965CABD-C2A9-4201-ACCE-0EB465F4F554}"/>
          </ac:spMkLst>
        </pc:spChg>
        <pc:grpChg chg="del">
          <ac:chgData name="Hamilton Stott" userId="e28223afab1f786a" providerId="LiveId" clId="{963FB634-9951-4B3C-86B9-E60DAC042A75}" dt="2017-08-22T13:59:10.885" v="559" actId="478"/>
          <ac:grpSpMkLst>
            <pc:docMk/>
            <pc:sldMk cId="0" sldId="267"/>
            <ac:grpSpMk id="3" creationId="{00000000-0000-0000-0000-000000000000}"/>
          </ac:grpSpMkLst>
        </pc:grpChg>
        <pc:picChg chg="add">
          <ac:chgData name="Hamilton Stott" userId="e28223afab1f786a" providerId="LiveId" clId="{963FB634-9951-4B3C-86B9-E60DAC042A75}" dt="2017-08-22T13:59:28.874" v="565"/>
          <ac:picMkLst>
            <pc:docMk/>
            <pc:sldMk cId="0" sldId="267"/>
            <ac:picMk id="21" creationId="{18177554-E72F-4F07-AF5B-2C9210B0B23F}"/>
          </ac:picMkLst>
        </pc:picChg>
        <pc:cxnChg chg="add mod">
          <ac:chgData name="Hamilton Stott" userId="e28223afab1f786a" providerId="LiveId" clId="{963FB634-9951-4B3C-86B9-E60DAC042A75}" dt="2017-08-22T13:59:53.301" v="568" actId="14100"/>
          <ac:cxnSpMkLst>
            <pc:docMk/>
            <pc:sldMk cId="0" sldId="267"/>
            <ac:cxnSpMk id="22" creationId="{8D9B5132-CD88-4E48-8432-C3663FBE2950}"/>
          </ac:cxnSpMkLst>
        </pc:cxnChg>
      </pc:sldChg>
      <pc:sldChg chg="del modAnim">
        <pc:chgData name="Hamilton Stott" userId="e28223afab1f786a" providerId="LiveId" clId="{963FB634-9951-4B3C-86B9-E60DAC042A75}" dt="2017-08-22T14:00:37.257" v="599" actId="2696"/>
        <pc:sldMkLst>
          <pc:docMk/>
          <pc:sldMk cId="0" sldId="268"/>
        </pc:sldMkLst>
      </pc:sldChg>
      <pc:sldChg chg="del">
        <pc:chgData name="Hamilton Stott" userId="e28223afab1f786a" providerId="LiveId" clId="{963FB634-9951-4B3C-86B9-E60DAC042A75}" dt="2017-08-22T14:00:37.266" v="600" actId="2696"/>
        <pc:sldMkLst>
          <pc:docMk/>
          <pc:sldMk cId="0" sldId="269"/>
        </pc:sldMkLst>
      </pc:sldChg>
      <pc:sldChg chg="del">
        <pc:chgData name="Hamilton Stott" userId="e28223afab1f786a" providerId="LiveId" clId="{963FB634-9951-4B3C-86B9-E60DAC042A75}" dt="2017-08-22T14:00:37.286" v="601" actId="2696"/>
        <pc:sldMkLst>
          <pc:docMk/>
          <pc:sldMk cId="0" sldId="270"/>
        </pc:sldMkLst>
      </pc:sldChg>
      <pc:sldChg chg="del">
        <pc:chgData name="Hamilton Stott" userId="e28223afab1f786a" providerId="LiveId" clId="{963FB634-9951-4B3C-86B9-E60DAC042A75}" dt="2017-08-22T14:05:53.440" v="755" actId="2696"/>
        <pc:sldMkLst>
          <pc:docMk/>
          <pc:sldMk cId="0" sldId="271"/>
        </pc:sldMkLst>
      </pc:sldChg>
      <pc:sldChg chg="del">
        <pc:chgData name="Hamilton Stott" userId="e28223afab1f786a" providerId="LiveId" clId="{963FB634-9951-4B3C-86B9-E60DAC042A75}" dt="2017-08-22T13:36:21.651" v="52" actId="2696"/>
        <pc:sldMkLst>
          <pc:docMk/>
          <pc:sldMk cId="0" sldId="272"/>
        </pc:sldMkLst>
      </pc:sldChg>
      <pc:sldChg chg="del">
        <pc:chgData name="Hamilton Stott" userId="e28223afab1f786a" providerId="LiveId" clId="{963FB634-9951-4B3C-86B9-E60DAC042A75}" dt="2017-08-22T13:36:21.658" v="53" actId="2696"/>
        <pc:sldMkLst>
          <pc:docMk/>
          <pc:sldMk cId="0" sldId="273"/>
        </pc:sldMkLst>
      </pc:sldChg>
      <pc:sldChg chg="del">
        <pc:chgData name="Hamilton Stott" userId="e28223afab1f786a" providerId="LiveId" clId="{963FB634-9951-4B3C-86B9-E60DAC042A75}" dt="2017-08-22T13:36:21.664" v="54" actId="2696"/>
        <pc:sldMkLst>
          <pc:docMk/>
          <pc:sldMk cId="0" sldId="274"/>
        </pc:sldMkLst>
      </pc:sldChg>
      <pc:sldChg chg="del">
        <pc:chgData name="Hamilton Stott" userId="e28223afab1f786a" providerId="LiveId" clId="{963FB634-9951-4B3C-86B9-E60DAC042A75}" dt="2017-08-22T13:36:21.671" v="55" actId="2696"/>
        <pc:sldMkLst>
          <pc:docMk/>
          <pc:sldMk cId="0" sldId="275"/>
        </pc:sldMkLst>
      </pc:sldChg>
      <pc:sldChg chg="del">
        <pc:chgData name="Hamilton Stott" userId="e28223afab1f786a" providerId="LiveId" clId="{963FB634-9951-4B3C-86B9-E60DAC042A75}" dt="2017-08-22T13:36:21.678" v="56" actId="2696"/>
        <pc:sldMkLst>
          <pc:docMk/>
          <pc:sldMk cId="0" sldId="276"/>
        </pc:sldMkLst>
      </pc:sldChg>
      <pc:sldChg chg="del">
        <pc:chgData name="Hamilton Stott" userId="e28223afab1f786a" providerId="LiveId" clId="{963FB634-9951-4B3C-86B9-E60DAC042A75}" dt="2017-08-22T13:36:21.685" v="57" actId="2696"/>
        <pc:sldMkLst>
          <pc:docMk/>
          <pc:sldMk cId="0" sldId="277"/>
        </pc:sldMkLst>
      </pc:sldChg>
      <pc:sldChg chg="del">
        <pc:chgData name="Hamilton Stott" userId="e28223afab1f786a" providerId="LiveId" clId="{963FB634-9951-4B3C-86B9-E60DAC042A75}" dt="2017-08-22T13:36:21.691" v="58" actId="2696"/>
        <pc:sldMkLst>
          <pc:docMk/>
          <pc:sldMk cId="0" sldId="278"/>
        </pc:sldMkLst>
      </pc:sldChg>
      <pc:sldChg chg="del">
        <pc:chgData name="Hamilton Stott" userId="e28223afab1f786a" providerId="LiveId" clId="{963FB634-9951-4B3C-86B9-E60DAC042A75}" dt="2017-08-22T13:36:21.698" v="59" actId="2696"/>
        <pc:sldMkLst>
          <pc:docMk/>
          <pc:sldMk cId="0" sldId="279"/>
        </pc:sldMkLst>
      </pc:sldChg>
      <pc:sldChg chg="del">
        <pc:chgData name="Hamilton Stott" userId="e28223afab1f786a" providerId="LiveId" clId="{963FB634-9951-4B3C-86B9-E60DAC042A75}" dt="2017-08-22T13:36:21.704" v="60" actId="2696"/>
        <pc:sldMkLst>
          <pc:docMk/>
          <pc:sldMk cId="0" sldId="280"/>
        </pc:sldMkLst>
      </pc:sldChg>
      <pc:sldChg chg="del">
        <pc:chgData name="Hamilton Stott" userId="e28223afab1f786a" providerId="LiveId" clId="{963FB634-9951-4B3C-86B9-E60DAC042A75}" dt="2017-08-22T13:36:21.710" v="61" actId="2696"/>
        <pc:sldMkLst>
          <pc:docMk/>
          <pc:sldMk cId="0" sldId="281"/>
        </pc:sldMkLst>
      </pc:sldChg>
      <pc:sldChg chg="del">
        <pc:chgData name="Hamilton Stott" userId="e28223afab1f786a" providerId="LiveId" clId="{963FB634-9951-4B3C-86B9-E60DAC042A75}" dt="2017-08-22T13:36:21.717" v="62" actId="2696"/>
        <pc:sldMkLst>
          <pc:docMk/>
          <pc:sldMk cId="0" sldId="282"/>
        </pc:sldMkLst>
      </pc:sldChg>
      <pc:sldChg chg="modSp">
        <pc:chgData name="Hamilton Stott" userId="e28223afab1f786a" providerId="LiveId" clId="{963FB634-9951-4B3C-86B9-E60DAC042A75}" dt="2017-08-22T13:31:14.686" v="28" actId="20577"/>
        <pc:sldMkLst>
          <pc:docMk/>
          <pc:sldMk cId="0" sldId="283"/>
        </pc:sldMkLst>
        <pc:spChg chg="mod">
          <ac:chgData name="Hamilton Stott" userId="e28223afab1f786a" providerId="LiveId" clId="{963FB634-9951-4B3C-86B9-E60DAC042A75}" dt="2017-08-22T13:31:14.686" v="28" actId="20577"/>
          <ac:spMkLst>
            <pc:docMk/>
            <pc:sldMk cId="0" sldId="283"/>
            <ac:spMk id="3" creationId="{00000000-0000-0000-0000-000000000000}"/>
          </ac:spMkLst>
        </pc:spChg>
        <pc:spChg chg="mod">
          <ac:chgData name="Hamilton Stott" userId="e28223afab1f786a" providerId="LiveId" clId="{963FB634-9951-4B3C-86B9-E60DAC042A75}" dt="2017-08-22T13:30:17.180" v="8" actId="20577"/>
          <ac:spMkLst>
            <pc:docMk/>
            <pc:sldMk cId="0" sldId="283"/>
            <ac:spMk id="4" creationId="{00000000-0000-0000-0000-000000000000}"/>
          </ac:spMkLst>
        </pc:spChg>
        <pc:spChg chg="mod">
          <ac:chgData name="Hamilton Stott" userId="e28223afab1f786a" providerId="LiveId" clId="{963FB634-9951-4B3C-86B9-E60DAC042A75}" dt="2017-08-22T13:30:25.140" v="12" actId="20577"/>
          <ac:spMkLst>
            <pc:docMk/>
            <pc:sldMk cId="0" sldId="283"/>
            <ac:spMk id="5" creationId="{00000000-0000-0000-0000-000000000000}"/>
          </ac:spMkLst>
        </pc:spChg>
        <pc:spChg chg="mod">
          <ac:chgData name="Hamilton Stott" userId="e28223afab1f786a" providerId="LiveId" clId="{963FB634-9951-4B3C-86B9-E60DAC042A75}" dt="2017-08-22T13:30:36.012" v="15" actId="20577"/>
          <ac:spMkLst>
            <pc:docMk/>
            <pc:sldMk cId="0" sldId="283"/>
            <ac:spMk id="6" creationId="{00000000-0000-0000-0000-000000000000}"/>
          </ac:spMkLst>
        </pc:spChg>
        <pc:spChg chg="mod">
          <ac:chgData name="Hamilton Stott" userId="e28223afab1f786a" providerId="LiveId" clId="{963FB634-9951-4B3C-86B9-E60DAC042A75}" dt="2017-08-22T13:30:50.975" v="19" actId="20577"/>
          <ac:spMkLst>
            <pc:docMk/>
            <pc:sldMk cId="0" sldId="283"/>
            <ac:spMk id="7" creationId="{00000000-0000-0000-0000-000000000000}"/>
          </ac:spMkLst>
        </pc:spChg>
        <pc:spChg chg="mod">
          <ac:chgData name="Hamilton Stott" userId="e28223afab1f786a" providerId="LiveId" clId="{963FB634-9951-4B3C-86B9-E60DAC042A75}" dt="2017-08-22T13:31:06.268" v="23" actId="20577"/>
          <ac:spMkLst>
            <pc:docMk/>
            <pc:sldMk cId="0" sldId="283"/>
            <ac:spMk id="8" creationId="{00000000-0000-0000-0000-000000000000}"/>
          </ac:spMkLst>
        </pc:spChg>
      </pc:sldChg>
      <pc:sldChg chg="modSp">
        <pc:chgData name="Hamilton Stott" userId="e28223afab1f786a" providerId="LiveId" clId="{963FB634-9951-4B3C-86B9-E60DAC042A75}" dt="2017-08-22T13:29:53.830" v="0" actId="20577"/>
        <pc:sldMkLst>
          <pc:docMk/>
          <pc:sldMk cId="2126243763" sldId="284"/>
        </pc:sldMkLst>
        <pc:spChg chg="mod">
          <ac:chgData name="Hamilton Stott" userId="e28223afab1f786a" providerId="LiveId" clId="{963FB634-9951-4B3C-86B9-E60DAC042A75}" dt="2017-08-22T13:29:53.830" v="0" actId="20577"/>
          <ac:spMkLst>
            <pc:docMk/>
            <pc:sldMk cId="2126243763" sldId="284"/>
            <ac:spMk id="3" creationId="{00000000-0000-0000-0000-000000000000}"/>
          </ac:spMkLst>
        </pc:spChg>
      </pc:sldChg>
      <pc:sldChg chg="addSp delSp modSp delAnim modAnim">
        <pc:chgData name="Hamilton Stott" userId="e28223afab1f786a" providerId="LiveId" clId="{963FB634-9951-4B3C-86B9-E60DAC042A75}" dt="2017-08-22T14:03:52.703" v="715" actId="1076"/>
        <pc:sldMkLst>
          <pc:docMk/>
          <pc:sldMk cId="1303082058" sldId="287"/>
        </pc:sldMkLst>
        <pc:spChg chg="add mod">
          <ac:chgData name="Hamilton Stott" userId="e28223afab1f786a" providerId="LiveId" clId="{963FB634-9951-4B3C-86B9-E60DAC042A75}" dt="2017-08-22T13:34:45.940" v="33" actId="1076"/>
          <ac:spMkLst>
            <pc:docMk/>
            <pc:sldMk cId="1303082058" sldId="287"/>
            <ac:spMk id="13" creationId="{E015462C-A929-4BEC-AFFD-866815A6FAE9}"/>
          </ac:spMkLst>
        </pc:spChg>
        <pc:spChg chg="add del">
          <ac:chgData name="Hamilton Stott" userId="e28223afab1f786a" providerId="LiveId" clId="{963FB634-9951-4B3C-86B9-E60DAC042A75}" dt="2017-08-22T13:34:54.500" v="35" actId="478"/>
          <ac:spMkLst>
            <pc:docMk/>
            <pc:sldMk cId="1303082058" sldId="287"/>
            <ac:spMk id="14" creationId="{2507EEDC-7DA5-4A9F-90D0-3D7A3B698C1D}"/>
          </ac:spMkLst>
        </pc:spChg>
        <pc:spChg chg="add del mod">
          <ac:chgData name="Hamilton Stott" userId="e28223afab1f786a" providerId="LiveId" clId="{963FB634-9951-4B3C-86B9-E60DAC042A75}" dt="2017-08-22T13:35:32.308" v="43"/>
          <ac:spMkLst>
            <pc:docMk/>
            <pc:sldMk cId="1303082058" sldId="287"/>
            <ac:spMk id="16" creationId="{957BC051-A169-4ACA-AABD-DD69D6BFF1B5}"/>
          </ac:spMkLst>
        </pc:spChg>
        <pc:spChg chg="add mod">
          <ac:chgData name="Hamilton Stott" userId="e28223afab1f786a" providerId="LiveId" clId="{963FB634-9951-4B3C-86B9-E60DAC042A75}" dt="2017-08-22T13:35:31.780" v="41" actId="1076"/>
          <ac:spMkLst>
            <pc:docMk/>
            <pc:sldMk cId="1303082058" sldId="287"/>
            <ac:spMk id="17" creationId="{CE943D35-A3B1-4C58-8B65-681FF2C85D1F}"/>
          </ac:spMkLst>
        </pc:spChg>
        <pc:spChg chg="add mod">
          <ac:chgData name="Hamilton Stott" userId="e28223afab1f786a" providerId="LiveId" clId="{963FB634-9951-4B3C-86B9-E60DAC042A75}" dt="2017-08-22T13:35:48.998" v="47" actId="1076"/>
          <ac:spMkLst>
            <pc:docMk/>
            <pc:sldMk cId="1303082058" sldId="287"/>
            <ac:spMk id="18" creationId="{15BE50A2-5E7C-481C-8841-60BFD4F847AD}"/>
          </ac:spMkLst>
        </pc:spChg>
        <pc:spChg chg="add mod">
          <ac:chgData name="Hamilton Stott" userId="e28223afab1f786a" providerId="LiveId" clId="{963FB634-9951-4B3C-86B9-E60DAC042A75}" dt="2017-08-22T14:03:39.101" v="697" actId="1076"/>
          <ac:spMkLst>
            <pc:docMk/>
            <pc:sldMk cId="1303082058" sldId="287"/>
            <ac:spMk id="19" creationId="{AA1A526B-20AF-41A0-81E1-9AFAD53FF774}"/>
          </ac:spMkLst>
        </pc:spChg>
        <pc:spChg chg="add mod">
          <ac:chgData name="Hamilton Stott" userId="e28223afab1f786a" providerId="LiveId" clId="{963FB634-9951-4B3C-86B9-E60DAC042A75}" dt="2017-08-22T14:03:52.703" v="715" actId="1076"/>
          <ac:spMkLst>
            <pc:docMk/>
            <pc:sldMk cId="1303082058" sldId="287"/>
            <ac:spMk id="20" creationId="{4BDEAE66-F198-414B-A0FA-B68D17F67FC5}"/>
          </ac:spMkLst>
        </pc:spChg>
      </pc:sldChg>
      <pc:sldChg chg="addSp modSp add modAnim">
        <pc:chgData name="Hamilton Stott" userId="e28223afab1f786a" providerId="LiveId" clId="{963FB634-9951-4B3C-86B9-E60DAC042A75}" dt="2017-08-22T14:04:10.908" v="727" actId="20577"/>
        <pc:sldMkLst>
          <pc:docMk/>
          <pc:sldMk cId="1346068330" sldId="288"/>
        </pc:sldMkLst>
        <pc:spChg chg="add mod">
          <ac:chgData name="Hamilton Stott" userId="e28223afab1f786a" providerId="LiveId" clId="{963FB634-9951-4B3C-86B9-E60DAC042A75}" dt="2017-08-22T13:48:06.581" v="331" actId="20577"/>
          <ac:spMkLst>
            <pc:docMk/>
            <pc:sldMk cId="1346068330" sldId="288"/>
            <ac:spMk id="6" creationId="{9D0136A3-674B-45BE-B373-7D44405B7029}"/>
          </ac:spMkLst>
        </pc:spChg>
        <pc:spChg chg="mod">
          <ac:chgData name="Hamilton Stott" userId="e28223afab1f786a" providerId="LiveId" clId="{963FB634-9951-4B3C-86B9-E60DAC042A75}" dt="2017-08-22T14:04:10.908" v="727" actId="20577"/>
          <ac:spMkLst>
            <pc:docMk/>
            <pc:sldMk cId="1346068330" sldId="288"/>
            <ac:spMk id="10" creationId="{00000000-0000-0000-0000-000000000000}"/>
          </ac:spMkLst>
        </pc:spChg>
        <pc:spChg chg="mod">
          <ac:chgData name="Hamilton Stott" userId="e28223afab1f786a" providerId="LiveId" clId="{963FB634-9951-4B3C-86B9-E60DAC042A75}" dt="2017-08-22T13:45:25.864" v="217" actId="6549"/>
          <ac:spMkLst>
            <pc:docMk/>
            <pc:sldMk cId="1346068330" sldId="288"/>
            <ac:spMk id="17" creationId="{00000000-0000-0000-0000-000000000000}"/>
          </ac:spMkLst>
        </pc:spChg>
        <pc:spChg chg="mod">
          <ac:chgData name="Hamilton Stott" userId="e28223afab1f786a" providerId="LiveId" clId="{963FB634-9951-4B3C-86B9-E60DAC042A75}" dt="2017-08-22T13:45:11.878" v="207" actId="1076"/>
          <ac:spMkLst>
            <pc:docMk/>
            <pc:sldMk cId="1346068330" sldId="288"/>
            <ac:spMk id="18" creationId="{00000000-0000-0000-0000-000000000000}"/>
          </ac:spMkLst>
        </pc:spChg>
      </pc:sldChg>
      <pc:sldChg chg="delSp modSp add modAnim">
        <pc:chgData name="Hamilton Stott" userId="e28223afab1f786a" providerId="LiveId" clId="{963FB634-9951-4B3C-86B9-E60DAC042A75}" dt="2017-08-22T14:05:13.324" v="751" actId="20577"/>
        <pc:sldMkLst>
          <pc:docMk/>
          <pc:sldMk cId="2399889429" sldId="289"/>
        </pc:sldMkLst>
        <pc:spChg chg="del mod">
          <ac:chgData name="Hamilton Stott" userId="e28223afab1f786a" providerId="LiveId" clId="{963FB634-9951-4B3C-86B9-E60DAC042A75}" dt="2017-08-22T14:02:56.915" v="676" actId="478"/>
          <ac:spMkLst>
            <pc:docMk/>
            <pc:sldMk cId="2399889429" sldId="289"/>
            <ac:spMk id="6" creationId="{9D0136A3-674B-45BE-B373-7D44405B7029}"/>
          </ac:spMkLst>
        </pc:spChg>
        <pc:spChg chg="mod">
          <ac:chgData name="Hamilton Stott" userId="e28223afab1f786a" providerId="LiveId" clId="{963FB634-9951-4B3C-86B9-E60DAC042A75}" dt="2017-08-22T14:01:14.012" v="603" actId="20577"/>
          <ac:spMkLst>
            <pc:docMk/>
            <pc:sldMk cId="2399889429" sldId="289"/>
            <ac:spMk id="8" creationId="{00000000-0000-0000-0000-000000000000}"/>
          </ac:spMkLst>
        </pc:spChg>
        <pc:spChg chg="mod">
          <ac:chgData name="Hamilton Stott" userId="e28223afab1f786a" providerId="LiveId" clId="{963FB634-9951-4B3C-86B9-E60DAC042A75}" dt="2017-08-22T14:01:37.420" v="610" actId="20577"/>
          <ac:spMkLst>
            <pc:docMk/>
            <pc:sldMk cId="2399889429" sldId="289"/>
            <ac:spMk id="9" creationId="{00000000-0000-0000-0000-000000000000}"/>
          </ac:spMkLst>
        </pc:spChg>
        <pc:spChg chg="mod">
          <ac:chgData name="Hamilton Stott" userId="e28223afab1f786a" providerId="LiveId" clId="{963FB634-9951-4B3C-86B9-E60DAC042A75}" dt="2017-08-22T14:04:21.756" v="741" actId="20577"/>
          <ac:spMkLst>
            <pc:docMk/>
            <pc:sldMk cId="2399889429" sldId="289"/>
            <ac:spMk id="10" creationId="{00000000-0000-0000-0000-000000000000}"/>
          </ac:spMkLst>
        </pc:spChg>
        <pc:spChg chg="mod">
          <ac:chgData name="Hamilton Stott" userId="e28223afab1f786a" providerId="LiveId" clId="{963FB634-9951-4B3C-86B9-E60DAC042A75}" dt="2017-08-22T14:01:18.885" v="604" actId="1076"/>
          <ac:spMkLst>
            <pc:docMk/>
            <pc:sldMk cId="2399889429" sldId="289"/>
            <ac:spMk id="13" creationId="{8EB1225D-70CD-43E7-B449-D13C2018EEFD}"/>
          </ac:spMkLst>
        </pc:spChg>
        <pc:spChg chg="mod">
          <ac:chgData name="Hamilton Stott" userId="e28223afab1f786a" providerId="LiveId" clId="{963FB634-9951-4B3C-86B9-E60DAC042A75}" dt="2017-08-22T14:05:13.324" v="751" actId="20577"/>
          <ac:spMkLst>
            <pc:docMk/>
            <pc:sldMk cId="2399889429" sldId="289"/>
            <ac:spMk id="17" creationId="{00000000-0000-0000-0000-000000000000}"/>
          </ac:spMkLst>
        </pc:spChg>
        <pc:spChg chg="del mod">
          <ac:chgData name="Hamilton Stott" userId="e28223afab1f786a" providerId="LiveId" clId="{963FB634-9951-4B3C-86B9-E60DAC042A75}" dt="2017-08-22T13:53:14.915" v="379" actId="478"/>
          <ac:spMkLst>
            <pc:docMk/>
            <pc:sldMk cId="2399889429" sldId="289"/>
            <ac:spMk id="18" creationId="{00000000-0000-0000-0000-000000000000}"/>
          </ac:spMkLst>
        </pc:spChg>
      </pc:sldChg>
      <pc:sldChg chg="add ord">
        <pc:chgData name="Hamilton Stott" userId="e28223afab1f786a" providerId="LiveId" clId="{963FB634-9951-4B3C-86B9-E60DAC042A75}" dt="2017-08-22T14:05:42.059" v="754"/>
        <pc:sldMkLst>
          <pc:docMk/>
          <pc:sldMk cId="788949280" sldId="290"/>
        </pc:sldMkLst>
      </pc:sldChg>
      <pc:sldChg chg="add del">
        <pc:chgData name="Hamilton Stott" userId="e28223afab1f786a" providerId="LiveId" clId="{963FB634-9951-4B3C-86B9-E60DAC042A75}" dt="2017-08-22T14:06:22.152" v="758" actId="2696"/>
        <pc:sldMkLst>
          <pc:docMk/>
          <pc:sldMk cId="3138839503" sldId="291"/>
        </pc:sldMkLst>
      </pc:sldChg>
      <pc:sldChg chg="add">
        <pc:chgData name="Hamilton Stott" userId="e28223afab1f786a" providerId="LiveId" clId="{963FB634-9951-4B3C-86B9-E60DAC042A75}" dt="2017-08-22T14:06:20.024" v="757"/>
        <pc:sldMkLst>
          <pc:docMk/>
          <pc:sldMk cId="3069921818" sldId="29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22/08/2017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22/08/2017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22/08/2017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22/08/2017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22/08/2017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22/08/2017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22/08/2017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22/08/2017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22/08/2017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22/08/2017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22/08/2017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22/08/2017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A05D-E6B5-46FE-9D2D-1DC465FF46A5}" type="datetimeFigureOut">
              <a:rPr lang="en-GB" smtClean="0"/>
              <a:pPr/>
              <a:t>22/08/2017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8"/>
            <a:ext cx="7772400" cy="1470025"/>
          </a:xfrm>
        </p:spPr>
        <p:txBody>
          <a:bodyPr/>
          <a:lstStyle/>
          <a:p>
            <a:r>
              <a:rPr lang="en-AU" dirty="0"/>
              <a:t>Measurement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5576" y="3140968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</a:t>
            </a:r>
          </a:p>
          <a:p>
            <a:pPr algn="l"/>
            <a:r>
              <a:rPr lang="en-AU" dirty="0"/>
              <a:t>Term 3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3183629"/>
            <a:ext cx="4038600" cy="26955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438126"/>
            <a:ext cx="1590675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43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07504" y="620688"/>
            <a:ext cx="439257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6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1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7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9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6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651038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2" cy="6843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91" y="5373216"/>
            <a:ext cx="47261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3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90" y="601550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3" y="11967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1" y="1196754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9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1370572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GB" sz="11500" dirty="0">
                <a:latin typeface="Martina" pitchFamily="2" charset="0"/>
              </a:rPr>
              <a:t>Warm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 numCol="2">
            <a:normAutofit fontScale="92500" lnSpcReduction="10000"/>
          </a:bodyPr>
          <a:lstStyle/>
          <a:p>
            <a:pPr>
              <a:buNone/>
            </a:pPr>
            <a:r>
              <a:rPr lang="en-GB" dirty="0">
                <a:latin typeface="Comic Sans MS" pitchFamily="66" charset="0"/>
              </a:rPr>
              <a:t>Solve the following equations:</a:t>
            </a:r>
          </a:p>
          <a:p>
            <a:pPr>
              <a:buNone/>
            </a:pPr>
            <a:endParaRPr lang="en-GB" dirty="0"/>
          </a:p>
          <a:p>
            <a:pPr marL="514350" indent="-514350">
              <a:buAutoNum type="arabicParenR"/>
            </a:pPr>
            <a:r>
              <a:rPr lang="en-GB" dirty="0"/>
              <a:t>12=</a:t>
            </a:r>
          </a:p>
          <a:p>
            <a:pPr marL="514350" indent="-514350">
              <a:buAutoNum type="arabicParenR"/>
            </a:pPr>
            <a:endParaRPr lang="en-GB" dirty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16=</a:t>
            </a:r>
          </a:p>
          <a:p>
            <a:pPr marL="514350" indent="-514350">
              <a:buAutoNum type="arabicParenR"/>
            </a:pPr>
            <a:endParaRPr lang="en-GB" dirty="0"/>
          </a:p>
          <a:p>
            <a:pPr marL="514350" indent="-514350">
              <a:buFont typeface="Arial" pitchFamily="34" charset="0"/>
              <a:buAutoNum type="arabicParenR"/>
            </a:pPr>
            <a:endParaRPr lang="en-GB" dirty="0"/>
          </a:p>
          <a:p>
            <a:pPr marL="514350" indent="-514350">
              <a:buFont typeface="Arial" pitchFamily="34" charset="0"/>
              <a:buAutoNum type="arabicParenR"/>
            </a:pPr>
            <a:endParaRPr lang="en-GB" dirty="0"/>
          </a:p>
          <a:p>
            <a:pPr marL="514350" indent="-514350">
              <a:buFont typeface="Arial" pitchFamily="34" charset="0"/>
              <a:buAutoNum type="arabicParenR"/>
            </a:pPr>
            <a:endParaRPr lang="en-GB" dirty="0"/>
          </a:p>
          <a:p>
            <a:pPr marL="514350" indent="-514350">
              <a:buFont typeface="Arial" pitchFamily="34" charset="0"/>
              <a:buAutoNum type="arabicParenR"/>
            </a:pPr>
            <a:endParaRPr lang="en-GB" dirty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6=</a:t>
            </a:r>
          </a:p>
          <a:p>
            <a:pPr marL="514350" indent="-514350">
              <a:buAutoNum type="arabicParenR"/>
            </a:pPr>
            <a:endParaRPr lang="en-GB" dirty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4=</a:t>
            </a:r>
          </a:p>
          <a:p>
            <a:pPr marL="514350" indent="-514350">
              <a:buAutoNum type="arabicParenR"/>
            </a:pPr>
            <a:endParaRPr lang="en-GB" dirty="0"/>
          </a:p>
          <a:p>
            <a:pPr marL="514350" indent="-514350">
              <a:buAutoNum type="arabicParenR"/>
            </a:pPr>
            <a:endParaRPr lang="en-GB" dirty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9=</a:t>
            </a:r>
          </a:p>
          <a:p>
            <a:pPr marL="514350" indent="-514350">
              <a:buAutoNum type="arabicParenR"/>
            </a:pP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691680" y="2780928"/>
            <a:ext cx="4320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u="sng" dirty="0"/>
              <a:t>X</a:t>
            </a:r>
          </a:p>
          <a:p>
            <a:r>
              <a:rPr lang="en-GB" sz="2400" dirty="0"/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80" y="3789040"/>
            <a:ext cx="4320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u="sng" dirty="0"/>
              <a:t>X</a:t>
            </a:r>
          </a:p>
          <a:p>
            <a:r>
              <a:rPr lang="en-GB" sz="2400" dirty="0"/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36096" y="2492896"/>
            <a:ext cx="720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u="sng" dirty="0"/>
              <a:t>30</a:t>
            </a:r>
          </a:p>
          <a:p>
            <a:r>
              <a:rPr lang="en-GB" sz="2400" dirty="0"/>
              <a:t> 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36096" y="3534107"/>
            <a:ext cx="720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u="sng" dirty="0"/>
              <a:t>28</a:t>
            </a:r>
          </a:p>
          <a:p>
            <a:r>
              <a:rPr lang="en-GB" sz="2400" dirty="0"/>
              <a:t>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3217" y="4984775"/>
            <a:ext cx="648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u="sng" dirty="0"/>
              <a:t>27</a:t>
            </a:r>
          </a:p>
          <a:p>
            <a:r>
              <a:rPr lang="en-GB" sz="2400" dirty="0"/>
              <a:t> X</a:t>
            </a:r>
          </a:p>
        </p:txBody>
      </p:sp>
      <p:pic>
        <p:nvPicPr>
          <p:cNvPr id="1026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52320" y="197663"/>
            <a:ext cx="864096" cy="1176641"/>
          </a:xfrm>
          <a:prstGeom prst="rect">
            <a:avLst/>
          </a:prstGeom>
          <a:noFill/>
        </p:spPr>
      </p:pic>
      <p:pic>
        <p:nvPicPr>
          <p:cNvPr id="10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60648"/>
            <a:ext cx="864096" cy="117664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434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length of the sides of a right angled triangle if you have a given angle size?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7784" y="3573016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E015462C-A929-4BEC-AFFD-866815A6FAE9}"/>
              </a:ext>
            </a:extLst>
          </p:cNvPr>
          <p:cNvSpPr/>
          <p:nvPr/>
        </p:nvSpPr>
        <p:spPr>
          <a:xfrm>
            <a:off x="4601948" y="2821431"/>
            <a:ext cx="3456384" cy="2376264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943D35-A3B1-4C58-8B65-681FF2C85D1F}"/>
              </a:ext>
            </a:extLst>
          </p:cNvPr>
          <p:cNvSpPr txBox="1"/>
          <p:nvPr/>
        </p:nvSpPr>
        <p:spPr>
          <a:xfrm>
            <a:off x="6869533" y="4504691"/>
            <a:ext cx="4387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400" dirty="0"/>
              <a:t>ϴ</a:t>
            </a:r>
            <a:endParaRPr lang="en-GB" sz="4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BE50A2-5E7C-481C-8841-60BFD4F847AD}"/>
              </a:ext>
            </a:extLst>
          </p:cNvPr>
          <p:cNvSpPr txBox="1"/>
          <p:nvPr/>
        </p:nvSpPr>
        <p:spPr>
          <a:xfrm>
            <a:off x="5652120" y="5197695"/>
            <a:ext cx="20265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Adjacent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1A526B-20AF-41A0-81E1-9AFAD53FF774}"/>
              </a:ext>
            </a:extLst>
          </p:cNvPr>
          <p:cNvSpPr txBox="1"/>
          <p:nvPr/>
        </p:nvSpPr>
        <p:spPr>
          <a:xfrm rot="16200000">
            <a:off x="3193257" y="3588404"/>
            <a:ext cx="20722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Opposite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DEAE66-F198-414B-A0FA-B68D17F67FC5}"/>
              </a:ext>
            </a:extLst>
          </p:cNvPr>
          <p:cNvSpPr txBox="1"/>
          <p:nvPr/>
        </p:nvSpPr>
        <p:spPr>
          <a:xfrm rot="2131123">
            <a:off x="5175335" y="3292569"/>
            <a:ext cx="26910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Hypotenuse</a:t>
            </a:r>
          </a:p>
        </p:txBody>
      </p:sp>
    </p:spTree>
    <p:extLst>
      <p:ext uri="{BB962C8B-B14F-4D97-AF65-F5344CB8AC3E}">
        <p14:creationId xmlns:p14="http://schemas.microsoft.com/office/powerpoint/2010/main" val="1303082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5639" y="192531"/>
            <a:ext cx="5853336" cy="11430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sz="6600" dirty="0">
                <a:latin typeface="Arial Black" pitchFamily="34" charset="0"/>
              </a:rPr>
              <a:t>Cosine (cos)</a:t>
            </a:r>
          </a:p>
        </p:txBody>
      </p:sp>
      <p:grpSp>
        <p:nvGrpSpPr>
          <p:cNvPr id="3" name="Group 6"/>
          <p:cNvGrpSpPr/>
          <p:nvPr/>
        </p:nvGrpSpPr>
        <p:grpSpPr>
          <a:xfrm>
            <a:off x="971600" y="1052736"/>
            <a:ext cx="3183941" cy="2204267"/>
            <a:chOff x="971599" y="1700808"/>
            <a:chExt cx="5616625" cy="3888432"/>
          </a:xfrm>
        </p:grpSpPr>
        <p:sp>
          <p:nvSpPr>
            <p:cNvPr id="4" name="Right Triangle 3"/>
            <p:cNvSpPr/>
            <p:nvPr/>
          </p:nvSpPr>
          <p:spPr>
            <a:xfrm>
              <a:off x="971600" y="1700808"/>
              <a:ext cx="5616624" cy="3888432"/>
            </a:xfrm>
            <a:prstGeom prst="rtTriangl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>
              <a:off x="971599" y="5013176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TextBox 7"/>
          <p:cNvSpPr txBox="1"/>
          <p:nvPr/>
        </p:nvSpPr>
        <p:spPr>
          <a:xfrm rot="2322900">
            <a:off x="1718167" y="1713848"/>
            <a:ext cx="2448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14cm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31639" y="3357866"/>
            <a:ext cx="9893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10cm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5976" y="1556792"/>
            <a:ext cx="4392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We use cosine when we have the </a:t>
            </a:r>
            <a:r>
              <a:rPr lang="en-GB" sz="2000" b="1" u="sng" dirty="0">
                <a:solidFill>
                  <a:srgbClr val="FF0000"/>
                </a:solidFill>
              </a:rPr>
              <a:t>Hypotenuse </a:t>
            </a:r>
            <a:r>
              <a:rPr lang="en-GB" sz="2000" dirty="0"/>
              <a:t>and </a:t>
            </a:r>
            <a:r>
              <a:rPr lang="en-GB" sz="2000" b="1" u="sng" dirty="0">
                <a:solidFill>
                  <a:srgbClr val="FF0000"/>
                </a:solidFill>
              </a:rPr>
              <a:t>Adjacent</a:t>
            </a:r>
            <a:r>
              <a:rPr lang="en-GB" sz="2000" dirty="0"/>
              <a:t> lengths.</a:t>
            </a:r>
            <a:endParaRPr lang="en-GB" sz="2000" b="1" u="sng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0" y="227687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The rule we use is: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9992" y="2973145"/>
            <a:ext cx="14401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7030A0"/>
                </a:solidFill>
              </a:rPr>
              <a:t>Cos</a:t>
            </a:r>
            <a:r>
              <a:rPr lang="el-GR" sz="3600" b="1" dirty="0">
                <a:solidFill>
                  <a:srgbClr val="7030A0"/>
                </a:solidFill>
              </a:rPr>
              <a:t>ϴ</a:t>
            </a:r>
            <a:r>
              <a:rPr lang="en-GB" sz="3600" b="1" dirty="0">
                <a:solidFill>
                  <a:srgbClr val="7030A0"/>
                </a:solidFill>
              </a:rPr>
              <a:t>=</a:t>
            </a:r>
          </a:p>
          <a:p>
            <a:endParaRPr lang="en-GB" sz="3600" b="1" dirty="0">
              <a:solidFill>
                <a:srgbClr val="7030A0"/>
              </a:solidFill>
            </a:endParaRPr>
          </a:p>
          <a:p>
            <a:r>
              <a:rPr lang="en-GB" sz="3600" b="1" dirty="0">
                <a:solidFill>
                  <a:srgbClr val="7030A0"/>
                </a:solidFill>
              </a:rPr>
              <a:t>	 =</a:t>
            </a:r>
          </a:p>
          <a:p>
            <a:endParaRPr lang="en-GB" sz="2000" b="1" dirty="0">
              <a:solidFill>
                <a:srgbClr val="7030A0"/>
              </a:solidFill>
            </a:endParaRPr>
          </a:p>
          <a:p>
            <a:r>
              <a:rPr lang="en-GB" sz="3600" b="1" dirty="0">
                <a:solidFill>
                  <a:srgbClr val="7030A0"/>
                </a:solidFill>
              </a:rPr>
              <a:t>	 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24128" y="2780928"/>
            <a:ext cx="25202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u="sng" dirty="0">
                <a:solidFill>
                  <a:srgbClr val="7030A0"/>
                </a:solidFill>
              </a:rPr>
              <a:t>Adjacent</a:t>
            </a:r>
          </a:p>
          <a:p>
            <a:pPr algn="ctr"/>
            <a:r>
              <a:rPr lang="en-GB" sz="3600" b="1" dirty="0">
                <a:solidFill>
                  <a:srgbClr val="7030A0"/>
                </a:solidFill>
              </a:rPr>
              <a:t>Hypotenuse</a:t>
            </a:r>
          </a:p>
          <a:p>
            <a:pPr algn="ctr"/>
            <a:r>
              <a:rPr lang="en-GB" sz="3600" b="1" u="sng" dirty="0">
                <a:solidFill>
                  <a:srgbClr val="7030A0"/>
                </a:solidFill>
              </a:rPr>
              <a:t>10</a:t>
            </a:r>
          </a:p>
          <a:p>
            <a:pPr algn="ctr"/>
            <a:r>
              <a:rPr lang="en-GB" sz="3600" b="1" dirty="0">
                <a:solidFill>
                  <a:srgbClr val="7030A0"/>
                </a:solidFill>
              </a:rPr>
              <a:t>14</a:t>
            </a:r>
          </a:p>
          <a:p>
            <a:pPr algn="ctr"/>
            <a:r>
              <a:rPr lang="en-GB" sz="3600" b="1" dirty="0">
                <a:solidFill>
                  <a:srgbClr val="7030A0"/>
                </a:solidFill>
              </a:rPr>
              <a:t>0.714</a:t>
            </a:r>
          </a:p>
          <a:p>
            <a:pPr algn="ctr"/>
            <a:endParaRPr lang="en-GB" sz="3600" b="1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B1225D-70CD-43E7-B449-D13C2018EEFD}"/>
              </a:ext>
            </a:extLst>
          </p:cNvPr>
          <p:cNvSpPr txBox="1"/>
          <p:nvPr/>
        </p:nvSpPr>
        <p:spPr>
          <a:xfrm>
            <a:off x="3244124" y="2778452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/>
              <a:t>ϴ</a:t>
            </a:r>
            <a:endParaRPr lang="en-GB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>
            <a:extLst>
              <a:ext uri="{FF2B5EF4-FFF2-40B4-BE49-F238E27FC236}">
                <a16:creationId xmlns:a16="http://schemas.microsoft.com/office/drawing/2014/main" id="{18177554-E72F-4F07-AF5B-2C9210B0B2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04" t="4891" r="41045" b="6424"/>
          <a:stretch/>
        </p:blipFill>
        <p:spPr bwMode="auto">
          <a:xfrm>
            <a:off x="395536" y="116632"/>
            <a:ext cx="3441700" cy="6487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D9B5132-CD88-4E48-8432-C3663FBE2950}"/>
              </a:ext>
            </a:extLst>
          </p:cNvPr>
          <p:cNvCxnSpPr>
            <a:cxnSpLocks/>
          </p:cNvCxnSpPr>
          <p:nvPr/>
        </p:nvCxnSpPr>
        <p:spPr>
          <a:xfrm flipH="1" flipV="1">
            <a:off x="2987824" y="3779748"/>
            <a:ext cx="2088232" cy="36933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965CABD-C2A9-4201-ACCE-0EB465F4F554}"/>
              </a:ext>
            </a:extLst>
          </p:cNvPr>
          <p:cNvSpPr txBox="1"/>
          <p:nvPr/>
        </p:nvSpPr>
        <p:spPr>
          <a:xfrm>
            <a:off x="5067316" y="3779748"/>
            <a:ext cx="2590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Here are cos and cos </a:t>
            </a:r>
            <a:r>
              <a:rPr lang="en-AU" baseline="30000" dirty="0"/>
              <a:t>-1</a:t>
            </a:r>
            <a:endParaRPr lang="en-A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5639" y="192531"/>
            <a:ext cx="5853336" cy="11430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sz="6600" dirty="0">
                <a:latin typeface="Arial Black" pitchFamily="34" charset="0"/>
              </a:rPr>
              <a:t>Cosine (cos)</a:t>
            </a:r>
          </a:p>
        </p:txBody>
      </p:sp>
      <p:grpSp>
        <p:nvGrpSpPr>
          <p:cNvPr id="3" name="Group 6"/>
          <p:cNvGrpSpPr/>
          <p:nvPr/>
        </p:nvGrpSpPr>
        <p:grpSpPr>
          <a:xfrm>
            <a:off x="971600" y="1052736"/>
            <a:ext cx="3183941" cy="2204267"/>
            <a:chOff x="971599" y="1700808"/>
            <a:chExt cx="5616625" cy="3888432"/>
          </a:xfrm>
        </p:grpSpPr>
        <p:sp>
          <p:nvSpPr>
            <p:cNvPr id="4" name="Right Triangle 3"/>
            <p:cNvSpPr/>
            <p:nvPr/>
          </p:nvSpPr>
          <p:spPr>
            <a:xfrm>
              <a:off x="971600" y="1700808"/>
              <a:ext cx="5616624" cy="3888432"/>
            </a:xfrm>
            <a:prstGeom prst="rtTriangl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>
              <a:off x="971599" y="5013176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TextBox 7"/>
          <p:cNvSpPr txBox="1"/>
          <p:nvPr/>
        </p:nvSpPr>
        <p:spPr>
          <a:xfrm rot="2322900">
            <a:off x="1718167" y="1713848"/>
            <a:ext cx="2448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14cm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31639" y="3357866"/>
            <a:ext cx="9893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10cm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5976" y="1556792"/>
            <a:ext cx="4392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We use cosine when we have the </a:t>
            </a:r>
            <a:r>
              <a:rPr lang="en-GB" sz="2000" b="1" u="sng" dirty="0">
                <a:solidFill>
                  <a:srgbClr val="FF0000"/>
                </a:solidFill>
              </a:rPr>
              <a:t>Hypotenuse </a:t>
            </a:r>
            <a:r>
              <a:rPr lang="en-GB" sz="2000" dirty="0"/>
              <a:t>and </a:t>
            </a:r>
            <a:r>
              <a:rPr lang="en-GB" sz="2000" b="1" u="sng" dirty="0">
                <a:solidFill>
                  <a:srgbClr val="FF0000"/>
                </a:solidFill>
              </a:rPr>
              <a:t>Adjacent</a:t>
            </a:r>
            <a:r>
              <a:rPr lang="en-GB" sz="2000" dirty="0"/>
              <a:t> lengths.</a:t>
            </a:r>
            <a:endParaRPr lang="en-GB" sz="2000" b="1" u="sng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0" y="227687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The rule we use is: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9992" y="2973145"/>
            <a:ext cx="1440160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Cos</a:t>
            </a:r>
            <a:r>
              <a:rPr lang="el-GR" b="1" dirty="0">
                <a:solidFill>
                  <a:srgbClr val="7030A0"/>
                </a:solidFill>
              </a:rPr>
              <a:t>ϴ</a:t>
            </a:r>
            <a:r>
              <a:rPr lang="en-GB" b="1" dirty="0">
                <a:solidFill>
                  <a:srgbClr val="7030A0"/>
                </a:solidFill>
              </a:rPr>
              <a:t>=</a:t>
            </a:r>
          </a:p>
          <a:p>
            <a:endParaRPr lang="en-GB" b="1" dirty="0">
              <a:solidFill>
                <a:srgbClr val="7030A0"/>
              </a:solidFill>
            </a:endParaRPr>
          </a:p>
          <a:p>
            <a:r>
              <a:rPr lang="en-GB" b="1" dirty="0">
                <a:solidFill>
                  <a:srgbClr val="7030A0"/>
                </a:solidFill>
              </a:rPr>
              <a:t>          =</a:t>
            </a:r>
          </a:p>
          <a:p>
            <a:endParaRPr lang="en-GB" sz="1100" b="1" dirty="0">
              <a:solidFill>
                <a:srgbClr val="7030A0"/>
              </a:solidFill>
            </a:endParaRPr>
          </a:p>
          <a:p>
            <a:r>
              <a:rPr lang="en-GB" b="1" dirty="0">
                <a:solidFill>
                  <a:srgbClr val="7030A0"/>
                </a:solidFill>
              </a:rPr>
              <a:t>Cos</a:t>
            </a:r>
            <a:r>
              <a:rPr lang="el-GR" b="1" dirty="0">
                <a:solidFill>
                  <a:srgbClr val="7030A0"/>
                </a:solidFill>
              </a:rPr>
              <a:t>ϴ</a:t>
            </a:r>
            <a:r>
              <a:rPr lang="en-GB" b="1" dirty="0">
                <a:solidFill>
                  <a:srgbClr val="7030A0"/>
                </a:solidFill>
              </a:rPr>
              <a:t> =</a:t>
            </a:r>
            <a:endParaRPr lang="en-GB" sz="3600" b="1" dirty="0">
              <a:solidFill>
                <a:srgbClr val="7030A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12538" y="2865423"/>
            <a:ext cx="14897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>
                <a:solidFill>
                  <a:srgbClr val="7030A0"/>
                </a:solidFill>
              </a:rPr>
              <a:t>Adjacent</a:t>
            </a:r>
          </a:p>
          <a:p>
            <a:pPr algn="ctr"/>
            <a:r>
              <a:rPr lang="en-GB" b="1" dirty="0">
                <a:solidFill>
                  <a:srgbClr val="7030A0"/>
                </a:solidFill>
              </a:rPr>
              <a:t>Hypotenuse</a:t>
            </a:r>
          </a:p>
          <a:p>
            <a:pPr algn="ctr"/>
            <a:r>
              <a:rPr lang="en-GB" b="1" u="sng" dirty="0">
                <a:solidFill>
                  <a:srgbClr val="7030A0"/>
                </a:solidFill>
              </a:rPr>
              <a:t>10</a:t>
            </a:r>
          </a:p>
          <a:p>
            <a:pPr algn="ctr"/>
            <a:r>
              <a:rPr lang="en-GB" b="1" dirty="0">
                <a:solidFill>
                  <a:srgbClr val="7030A0"/>
                </a:solidFill>
              </a:rPr>
              <a:t>14</a:t>
            </a:r>
          </a:p>
          <a:p>
            <a:pPr algn="ctr"/>
            <a:r>
              <a:rPr lang="en-GB" b="1" dirty="0">
                <a:solidFill>
                  <a:srgbClr val="7030A0"/>
                </a:solidFill>
              </a:rPr>
              <a:t>0.714</a:t>
            </a:r>
          </a:p>
          <a:p>
            <a:pPr algn="ctr"/>
            <a:endParaRPr lang="en-GB" sz="3600" b="1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B1225D-70CD-43E7-B449-D13C2018EEFD}"/>
              </a:ext>
            </a:extLst>
          </p:cNvPr>
          <p:cNvSpPr txBox="1"/>
          <p:nvPr/>
        </p:nvSpPr>
        <p:spPr>
          <a:xfrm>
            <a:off x="3244124" y="2778452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/>
              <a:t>ϴ</a:t>
            </a:r>
            <a:endParaRPr lang="en-GB" sz="2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0136A3-674B-45BE-B373-7D44405B7029}"/>
              </a:ext>
            </a:extLst>
          </p:cNvPr>
          <p:cNvSpPr/>
          <p:nvPr/>
        </p:nvSpPr>
        <p:spPr>
          <a:xfrm>
            <a:off x="1114247" y="4657658"/>
            <a:ext cx="7801175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Cos</a:t>
            </a:r>
            <a:r>
              <a:rPr lang="en-GB" sz="2800" b="1" baseline="30000" dirty="0">
                <a:solidFill>
                  <a:srgbClr val="7030A0"/>
                </a:solidFill>
              </a:rPr>
              <a:t>-1</a:t>
            </a:r>
            <a:r>
              <a:rPr lang="en-GB" sz="2800" b="1" dirty="0">
                <a:solidFill>
                  <a:srgbClr val="7030A0"/>
                </a:solidFill>
              </a:rPr>
              <a:t> means “an angle who’s cosine is”</a:t>
            </a:r>
          </a:p>
          <a:p>
            <a:r>
              <a:rPr lang="en-GB" sz="2800" b="1" dirty="0">
                <a:solidFill>
                  <a:srgbClr val="7030A0"/>
                </a:solidFill>
              </a:rPr>
              <a:t>So to find </a:t>
            </a:r>
            <a:r>
              <a:rPr lang="el-GR" sz="2800" b="1" dirty="0">
                <a:solidFill>
                  <a:srgbClr val="7030A0"/>
                </a:solidFill>
              </a:rPr>
              <a:t>ϴ</a:t>
            </a:r>
            <a:r>
              <a:rPr lang="en-AU" sz="2800" b="1" dirty="0">
                <a:solidFill>
                  <a:srgbClr val="7030A0"/>
                </a:solidFill>
              </a:rPr>
              <a:t> we find the angle who’s cosine is 0.714</a:t>
            </a:r>
            <a:endParaRPr lang="en-GB" sz="4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068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5639" y="192531"/>
            <a:ext cx="5853336" cy="11430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sz="6600" dirty="0">
                <a:latin typeface="Arial Black" pitchFamily="34" charset="0"/>
              </a:rPr>
              <a:t>Cosine (cos)</a:t>
            </a:r>
          </a:p>
        </p:txBody>
      </p:sp>
      <p:grpSp>
        <p:nvGrpSpPr>
          <p:cNvPr id="3" name="Group 6"/>
          <p:cNvGrpSpPr/>
          <p:nvPr/>
        </p:nvGrpSpPr>
        <p:grpSpPr>
          <a:xfrm>
            <a:off x="971600" y="1052736"/>
            <a:ext cx="3183941" cy="2204267"/>
            <a:chOff x="971599" y="1700808"/>
            <a:chExt cx="5616625" cy="3888432"/>
          </a:xfrm>
        </p:grpSpPr>
        <p:sp>
          <p:nvSpPr>
            <p:cNvPr id="4" name="Right Triangle 3"/>
            <p:cNvSpPr/>
            <p:nvPr/>
          </p:nvSpPr>
          <p:spPr>
            <a:xfrm>
              <a:off x="971600" y="1700808"/>
              <a:ext cx="5616624" cy="3888432"/>
            </a:xfrm>
            <a:prstGeom prst="rtTriangl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>
              <a:off x="971599" y="5013176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TextBox 7"/>
          <p:cNvSpPr txBox="1"/>
          <p:nvPr/>
        </p:nvSpPr>
        <p:spPr>
          <a:xfrm rot="2322900">
            <a:off x="1718167" y="1713848"/>
            <a:ext cx="2448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14cm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31639" y="3357866"/>
            <a:ext cx="9893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10cm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5976" y="1556792"/>
            <a:ext cx="4392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We use cosine when we have the </a:t>
            </a:r>
            <a:r>
              <a:rPr lang="en-GB" sz="2000" b="1" u="sng" dirty="0">
                <a:solidFill>
                  <a:srgbClr val="FF0000"/>
                </a:solidFill>
              </a:rPr>
              <a:t>Opposite </a:t>
            </a:r>
            <a:r>
              <a:rPr lang="en-GB" sz="2000" dirty="0"/>
              <a:t>and </a:t>
            </a:r>
            <a:r>
              <a:rPr lang="en-GB" sz="2000" b="1" u="sng" dirty="0">
                <a:solidFill>
                  <a:srgbClr val="FF0000"/>
                </a:solidFill>
              </a:rPr>
              <a:t>Adjacent</a:t>
            </a:r>
            <a:r>
              <a:rPr lang="en-GB" sz="2000" dirty="0"/>
              <a:t> lengths.</a:t>
            </a:r>
            <a:endParaRPr lang="en-GB" sz="2000" b="1" u="sng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0" y="227687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The rule we use is: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6558" y="2973145"/>
            <a:ext cx="24482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Cos</a:t>
            </a:r>
            <a:r>
              <a:rPr lang="el-GR" b="1" dirty="0">
                <a:solidFill>
                  <a:srgbClr val="7030A0"/>
                </a:solidFill>
              </a:rPr>
              <a:t>ϴ</a:t>
            </a:r>
            <a:r>
              <a:rPr lang="en-AU" b="1" dirty="0">
                <a:solidFill>
                  <a:srgbClr val="7030A0"/>
                </a:solidFill>
              </a:rPr>
              <a:t> </a:t>
            </a:r>
            <a:r>
              <a:rPr lang="en-GB" b="1" dirty="0">
                <a:solidFill>
                  <a:srgbClr val="7030A0"/>
                </a:solidFill>
              </a:rPr>
              <a:t>= 0.714</a:t>
            </a:r>
          </a:p>
          <a:p>
            <a:endParaRPr lang="en-GB" b="1" dirty="0">
              <a:solidFill>
                <a:srgbClr val="7030A0"/>
              </a:solidFill>
            </a:endParaRPr>
          </a:p>
          <a:p>
            <a:r>
              <a:rPr lang="en-GB" b="1" dirty="0">
                <a:solidFill>
                  <a:srgbClr val="7030A0"/>
                </a:solidFill>
              </a:rPr>
              <a:t>     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l-GR" dirty="0">
                <a:solidFill>
                  <a:srgbClr val="7030A0"/>
                </a:solidFill>
              </a:rPr>
              <a:t>ϴ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b="1" dirty="0">
                <a:solidFill>
                  <a:srgbClr val="7030A0"/>
                </a:solidFill>
              </a:rPr>
              <a:t>= Cos </a:t>
            </a:r>
            <a:r>
              <a:rPr lang="en-GB" b="1" baseline="30000" dirty="0">
                <a:solidFill>
                  <a:srgbClr val="7030A0"/>
                </a:solidFill>
              </a:rPr>
              <a:t>-1</a:t>
            </a:r>
            <a:r>
              <a:rPr lang="en-GB" b="1" dirty="0">
                <a:solidFill>
                  <a:srgbClr val="7030A0"/>
                </a:solidFill>
              </a:rPr>
              <a:t> 0.714</a:t>
            </a:r>
          </a:p>
          <a:p>
            <a:endParaRPr lang="en-AU" dirty="0">
              <a:solidFill>
                <a:srgbClr val="7030A0"/>
              </a:solidFill>
            </a:endParaRPr>
          </a:p>
          <a:p>
            <a:r>
              <a:rPr lang="en-AU" dirty="0">
                <a:solidFill>
                  <a:srgbClr val="7030A0"/>
                </a:solidFill>
              </a:rPr>
              <a:t>      </a:t>
            </a:r>
            <a:r>
              <a:rPr lang="el-GR" dirty="0">
                <a:solidFill>
                  <a:srgbClr val="7030A0"/>
                </a:solidFill>
              </a:rPr>
              <a:t>ϴ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b="1" dirty="0">
                <a:solidFill>
                  <a:srgbClr val="7030A0"/>
                </a:solidFill>
              </a:rPr>
              <a:t>= 44.4 degrees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B1225D-70CD-43E7-B449-D13C2018EEFD}"/>
              </a:ext>
            </a:extLst>
          </p:cNvPr>
          <p:cNvSpPr txBox="1"/>
          <p:nvPr/>
        </p:nvSpPr>
        <p:spPr>
          <a:xfrm>
            <a:off x="3244124" y="2778452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/>
              <a:t>ϴ</a:t>
            </a:r>
            <a:endParaRPr lang="en-GB" sz="2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0136A3-674B-45BE-B373-7D44405B7029}"/>
              </a:ext>
            </a:extLst>
          </p:cNvPr>
          <p:cNvSpPr/>
          <p:nvPr/>
        </p:nvSpPr>
        <p:spPr>
          <a:xfrm>
            <a:off x="683568" y="4551336"/>
            <a:ext cx="806489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rgbClr val="7030A0"/>
                </a:solidFill>
              </a:rPr>
              <a:t>Check your calculator is set to degrees – if it gave an answer of 0.77 it is set to radians</a:t>
            </a:r>
            <a:endParaRPr lang="en-GB" sz="4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949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5639" y="192531"/>
            <a:ext cx="5853336" cy="11430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sz="6600" dirty="0">
                <a:latin typeface="Arial Black" pitchFamily="34" charset="0"/>
              </a:rPr>
              <a:t>Cosine (cos)</a:t>
            </a:r>
          </a:p>
        </p:txBody>
      </p:sp>
      <p:grpSp>
        <p:nvGrpSpPr>
          <p:cNvPr id="3" name="Group 6"/>
          <p:cNvGrpSpPr/>
          <p:nvPr/>
        </p:nvGrpSpPr>
        <p:grpSpPr>
          <a:xfrm>
            <a:off x="971600" y="1052736"/>
            <a:ext cx="3183941" cy="2204267"/>
            <a:chOff x="971599" y="1700808"/>
            <a:chExt cx="5616625" cy="3888432"/>
          </a:xfrm>
        </p:grpSpPr>
        <p:sp>
          <p:nvSpPr>
            <p:cNvPr id="4" name="Right Triangle 3"/>
            <p:cNvSpPr/>
            <p:nvPr/>
          </p:nvSpPr>
          <p:spPr>
            <a:xfrm>
              <a:off x="971600" y="1700808"/>
              <a:ext cx="5616624" cy="3888432"/>
            </a:xfrm>
            <a:prstGeom prst="rtTriangl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>
              <a:off x="971599" y="5013176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TextBox 7"/>
          <p:cNvSpPr txBox="1"/>
          <p:nvPr/>
        </p:nvSpPr>
        <p:spPr>
          <a:xfrm rot="2322900">
            <a:off x="1718167" y="1713848"/>
            <a:ext cx="2448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8m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356395" y="1911288"/>
            <a:ext cx="6543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5976" y="1556792"/>
            <a:ext cx="4392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We use cosine when we have the </a:t>
            </a:r>
            <a:r>
              <a:rPr lang="en-GB" sz="2000" b="1" u="sng" dirty="0">
                <a:solidFill>
                  <a:srgbClr val="FF0000"/>
                </a:solidFill>
              </a:rPr>
              <a:t>Hypotenuse </a:t>
            </a:r>
            <a:r>
              <a:rPr lang="en-GB" sz="2000" dirty="0"/>
              <a:t>and </a:t>
            </a:r>
            <a:r>
              <a:rPr lang="en-GB" sz="2000" b="1" u="sng" dirty="0">
                <a:solidFill>
                  <a:srgbClr val="FF0000"/>
                </a:solidFill>
              </a:rPr>
              <a:t>Adjacent</a:t>
            </a:r>
            <a:r>
              <a:rPr lang="en-GB" sz="2000" dirty="0"/>
              <a:t> lengths.</a:t>
            </a:r>
            <a:endParaRPr lang="en-GB" sz="2000" b="1" u="sng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0" y="227687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The rule we use is: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6558" y="2973145"/>
            <a:ext cx="24482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Cos</a:t>
            </a:r>
            <a:r>
              <a:rPr lang="el-GR" b="1" dirty="0">
                <a:solidFill>
                  <a:srgbClr val="7030A0"/>
                </a:solidFill>
              </a:rPr>
              <a:t>ϴ</a:t>
            </a:r>
            <a:r>
              <a:rPr lang="en-AU" b="1" dirty="0">
                <a:solidFill>
                  <a:srgbClr val="7030A0"/>
                </a:solidFill>
              </a:rPr>
              <a:t> </a:t>
            </a:r>
            <a:r>
              <a:rPr lang="en-GB" b="1" dirty="0">
                <a:solidFill>
                  <a:srgbClr val="7030A0"/>
                </a:solidFill>
              </a:rPr>
              <a:t>= </a:t>
            </a:r>
            <a:r>
              <a:rPr lang="en-GB" b="1" u="sng" dirty="0">
                <a:solidFill>
                  <a:srgbClr val="7030A0"/>
                </a:solidFill>
              </a:rPr>
              <a:t>Adjacent</a:t>
            </a:r>
          </a:p>
          <a:p>
            <a:r>
              <a:rPr lang="en-GB" b="1" dirty="0">
                <a:solidFill>
                  <a:srgbClr val="7030A0"/>
                </a:solidFill>
              </a:rPr>
              <a:t>             Hypotenuse</a:t>
            </a:r>
          </a:p>
          <a:p>
            <a:r>
              <a:rPr lang="en-GB" b="1" dirty="0">
                <a:solidFill>
                  <a:srgbClr val="7030A0"/>
                </a:solidFill>
              </a:rPr>
              <a:t>Cos</a:t>
            </a:r>
            <a:r>
              <a:rPr lang="el-GR" b="1" dirty="0">
                <a:solidFill>
                  <a:srgbClr val="7030A0"/>
                </a:solidFill>
              </a:rPr>
              <a:t>ϴ</a:t>
            </a:r>
            <a:r>
              <a:rPr lang="en-AU" b="1" dirty="0">
                <a:solidFill>
                  <a:srgbClr val="7030A0"/>
                </a:solidFill>
              </a:rPr>
              <a:t> </a:t>
            </a:r>
            <a:r>
              <a:rPr lang="en-GB" b="1" dirty="0">
                <a:solidFill>
                  <a:srgbClr val="7030A0"/>
                </a:solidFill>
              </a:rPr>
              <a:t>= </a:t>
            </a:r>
            <a:r>
              <a:rPr lang="en-GB" b="1" u="sng" dirty="0">
                <a:solidFill>
                  <a:srgbClr val="7030A0"/>
                </a:solidFill>
              </a:rPr>
              <a:t>5</a:t>
            </a:r>
          </a:p>
          <a:p>
            <a:r>
              <a:rPr lang="en-GB" b="1" dirty="0">
                <a:solidFill>
                  <a:srgbClr val="7030A0"/>
                </a:solidFill>
              </a:rPr>
              <a:t>              8</a:t>
            </a:r>
          </a:p>
          <a:p>
            <a:r>
              <a:rPr lang="en-GB" b="1" dirty="0">
                <a:solidFill>
                  <a:srgbClr val="7030A0"/>
                </a:solidFill>
              </a:rPr>
              <a:t>     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l-GR" dirty="0">
                <a:solidFill>
                  <a:srgbClr val="7030A0"/>
                </a:solidFill>
              </a:rPr>
              <a:t>ϴ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b="1" dirty="0">
                <a:solidFill>
                  <a:srgbClr val="7030A0"/>
                </a:solidFill>
              </a:rPr>
              <a:t>= Cos </a:t>
            </a:r>
            <a:r>
              <a:rPr lang="en-GB" b="1" baseline="30000" dirty="0">
                <a:solidFill>
                  <a:srgbClr val="7030A0"/>
                </a:solidFill>
              </a:rPr>
              <a:t>-1</a:t>
            </a:r>
            <a:r>
              <a:rPr lang="en-GB" b="1" dirty="0">
                <a:solidFill>
                  <a:srgbClr val="7030A0"/>
                </a:solidFill>
              </a:rPr>
              <a:t> 0.625</a:t>
            </a:r>
          </a:p>
          <a:p>
            <a:endParaRPr lang="en-AU" dirty="0">
              <a:solidFill>
                <a:srgbClr val="7030A0"/>
              </a:solidFill>
            </a:endParaRPr>
          </a:p>
          <a:p>
            <a:r>
              <a:rPr lang="en-AU" dirty="0">
                <a:solidFill>
                  <a:srgbClr val="7030A0"/>
                </a:solidFill>
              </a:rPr>
              <a:t>      </a:t>
            </a:r>
            <a:r>
              <a:rPr lang="el-GR" dirty="0">
                <a:solidFill>
                  <a:srgbClr val="7030A0"/>
                </a:solidFill>
              </a:rPr>
              <a:t>ϴ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b="1" dirty="0">
                <a:solidFill>
                  <a:srgbClr val="7030A0"/>
                </a:solidFill>
              </a:rPr>
              <a:t>= 51.31 degrees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B1225D-70CD-43E7-B449-D13C2018EEFD}"/>
              </a:ext>
            </a:extLst>
          </p:cNvPr>
          <p:cNvSpPr txBox="1"/>
          <p:nvPr/>
        </p:nvSpPr>
        <p:spPr>
          <a:xfrm>
            <a:off x="967137" y="1207167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/>
              <a:t>ϴ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399889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335</Words>
  <Application>Microsoft Office PowerPoint</Application>
  <PresentationFormat>On-screen Show (4:3)</PresentationFormat>
  <Paragraphs>131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Calibri</vt:lpstr>
      <vt:lpstr>Comic Sans MS</vt:lpstr>
      <vt:lpstr>Martina</vt:lpstr>
      <vt:lpstr>Office Theme</vt:lpstr>
      <vt:lpstr>Measurement Interactive Notebook</vt:lpstr>
      <vt:lpstr>PowerPoint Presentation</vt:lpstr>
      <vt:lpstr>PowerPoint Presentation</vt:lpstr>
      <vt:lpstr>Warm up</vt:lpstr>
      <vt:lpstr>PowerPoint Presentation</vt:lpstr>
      <vt:lpstr>Cosine (cos)</vt:lpstr>
      <vt:lpstr>PowerPoint Presentation</vt:lpstr>
      <vt:lpstr>Cosine (cos)</vt:lpstr>
      <vt:lpstr>Cosine (cos)</vt:lpstr>
      <vt:lpstr>Cosine (cos)</vt:lpstr>
      <vt:lpstr>Notes Review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1</dc:title>
  <dc:creator>Ben</dc:creator>
  <cp:lastModifiedBy>Hamilton Stott</cp:lastModifiedBy>
  <cp:revision>19</cp:revision>
  <dcterms:created xsi:type="dcterms:W3CDTF">2013-03-25T14:33:20Z</dcterms:created>
  <dcterms:modified xsi:type="dcterms:W3CDTF">2017-08-22T14:06:25Z</dcterms:modified>
</cp:coreProperties>
</file>