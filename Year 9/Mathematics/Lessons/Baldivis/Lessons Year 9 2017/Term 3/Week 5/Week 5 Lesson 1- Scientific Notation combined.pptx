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323" r:id="rId4"/>
    <p:sldId id="319" r:id="rId5"/>
    <p:sldId id="314" r:id="rId6"/>
    <p:sldId id="317" r:id="rId7"/>
    <p:sldId id="324" r:id="rId8"/>
    <p:sldId id="318" r:id="rId9"/>
    <p:sldId id="321" r:id="rId10"/>
    <p:sldId id="325" r:id="rId11"/>
    <p:sldId id="322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>
        <p:scale>
          <a:sx n="84" d="100"/>
          <a:sy n="84" d="100"/>
        </p:scale>
        <p:origin x="-73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3 </a:t>
            </a:r>
            <a:r>
              <a:rPr lang="en-AU" dirty="0" smtClean="0"/>
              <a:t>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72292" y="946268"/>
            <a:ext cx="3816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Don’t forget to keep your INB up to date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3" name="Oval 2"/>
          <p:cNvSpPr/>
          <p:nvPr/>
        </p:nvSpPr>
        <p:spPr>
          <a:xfrm>
            <a:off x="4572089" y="35309"/>
            <a:ext cx="249159" cy="6579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ight Arrow 3"/>
          <p:cNvSpPr/>
          <p:nvPr/>
        </p:nvSpPr>
        <p:spPr>
          <a:xfrm rot="13196492">
            <a:off x="4804157" y="621788"/>
            <a:ext cx="2025001" cy="13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705190" y="1785590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89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3" grpId="0" animBg="1"/>
      <p:bldP spid="4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Take a guess!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79296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How many stars do you think there are in the (observable) universe?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100 billion stars in the Milky Way and 100 billion galaxies in the universe so…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10 000 000 000 000 000 000 000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And that’s at the conservative end!!!</a:t>
            </a:r>
          </a:p>
          <a:p>
            <a:r>
              <a:rPr lang="en-US" dirty="0" smtClean="0"/>
              <a:t>What about sand on every beach in the world?</a:t>
            </a:r>
          </a:p>
          <a:p>
            <a:r>
              <a:rPr lang="en-US" dirty="0" smtClean="0"/>
              <a:t>Or atoms in one grain of sand?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851509" y="5661248"/>
            <a:ext cx="7250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You’ll find out tomorrow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733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scientific (index) notation used to write very large or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5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7704" y="2947302"/>
                <a:ext cx="60339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704" y="2947302"/>
                <a:ext cx="6033910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08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53934" y="351146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3849" y="3277871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27704" y="3872951"/>
                <a:ext cx="4385303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704" y="3872951"/>
                <a:ext cx="4385303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111" t="-2538" r="-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______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 ________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r>
                  <a:rPr lang="en-AU" dirty="0"/>
                  <a:t>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910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5842992" cy="10471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6" y="2464825"/>
            <a:ext cx="2902278" cy="10229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445605"/>
            <a:ext cx="5399240" cy="10421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696321"/>
            <a:ext cx="5639695" cy="828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71" y="4541258"/>
            <a:ext cx="8473717" cy="96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5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</a:t>
            </a:r>
            <a:r>
              <a:rPr lang="en-AU" dirty="0" smtClean="0"/>
              <a:t>148 11.10 and 11.11 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scientific (index) notation used to write very large or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5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7704" y="2947302"/>
                <a:ext cx="60339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704" y="2947302"/>
                <a:ext cx="6033910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08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53934" y="351146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3849" y="3277871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27704" y="3872951"/>
                <a:ext cx="4385303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704" y="3872951"/>
                <a:ext cx="4385303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111" t="-2538" r="-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1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r>
                  <a:rPr lang="en-AU" dirty="0"/>
                  <a:t>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910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982834" y="4818613"/>
                <a:ext cx="404444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834" y="4818613"/>
                <a:ext cx="4044441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1205" t="-3289" r="-7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4127732" y="535683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99992" y="5172166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982834" y="5741943"/>
                <a:ext cx="4378891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err="1" smtClean="0"/>
                  <a:t>Eg</a:t>
                </a:r>
                <a:r>
                  <a:rPr lang="en-AU" dirty="0" smtClean="0"/>
                  <a:t> 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834" y="5741943"/>
                <a:ext cx="4378891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113" t="-3046" r="-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18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5842992" cy="10471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6" y="2464825"/>
            <a:ext cx="2902278" cy="10229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696321"/>
            <a:ext cx="5639695" cy="828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71" y="4541258"/>
            <a:ext cx="8473717" cy="9624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1932413"/>
            <a:ext cx="1440160" cy="4257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87" y="2858223"/>
            <a:ext cx="2582109" cy="6371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622" y="2713676"/>
            <a:ext cx="5437850" cy="7816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10424"/>
            <a:ext cx="6916552" cy="4619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423" y="4938631"/>
            <a:ext cx="88201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0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You Try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</a:t>
            </a:r>
            <a:r>
              <a:rPr lang="en-AU" dirty="0" smtClean="0"/>
              <a:t>149 Ex 11.12 an 11.13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429391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458</Words>
  <Application>Microsoft Office PowerPoint</Application>
  <PresentationFormat>On-screen Show (4:3)</PresentationFormat>
  <Paragraphs>111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Number Interactive Notebook</vt:lpstr>
      <vt:lpstr>PowerPoint Presentation</vt:lpstr>
      <vt:lpstr>PowerPoint Presentation</vt:lpstr>
      <vt:lpstr>Take a guess!</vt:lpstr>
      <vt:lpstr>PowerPoint Presentation</vt:lpstr>
      <vt:lpstr>PowerPoint Presentation</vt:lpstr>
      <vt:lpstr>Let’s try these together</vt:lpstr>
      <vt:lpstr>Now you try</vt:lpstr>
      <vt:lpstr>PowerPoint Presentation</vt:lpstr>
      <vt:lpstr>Let’s try these together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User</cp:lastModifiedBy>
  <cp:revision>82</cp:revision>
  <dcterms:created xsi:type="dcterms:W3CDTF">2014-05-14T02:58:57Z</dcterms:created>
  <dcterms:modified xsi:type="dcterms:W3CDTF">2017-08-14T23:05:23Z</dcterms:modified>
</cp:coreProperties>
</file>