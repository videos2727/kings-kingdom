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5" d="100"/>
          <a:sy n="75" d="100"/>
        </p:scale>
        <p:origin x="138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16/08/2017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044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16/08/2017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94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16/08/2017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430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16/08/2017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694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16/08/2017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92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16/08/2017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7641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16/08/2017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506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16/08/2017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728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16/08/2017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32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16/08/2017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801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16/08/2017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29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A8134-ACE9-4C82-9AEE-A3130B4BE79C}" type="datetimeFigureOut">
              <a:rPr lang="en-AU" smtClean="0"/>
              <a:t>16/08/2017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177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F8ADBC-292B-4A8A-926C-D4563F345E33}"/>
              </a:ext>
            </a:extLst>
          </p:cNvPr>
          <p:cNvSpPr/>
          <p:nvPr/>
        </p:nvSpPr>
        <p:spPr>
          <a:xfrm>
            <a:off x="419100" y="241299"/>
            <a:ext cx="6045200" cy="9971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1400" b="1" dirty="0"/>
              <a:t>Real Life Examples of Scientific Notation</a:t>
            </a:r>
          </a:p>
          <a:p>
            <a:r>
              <a:rPr lang="en-AU" sz="1400" b="1" dirty="0"/>
              <a:t>Write in standard decimal format</a:t>
            </a:r>
          </a:p>
          <a:p>
            <a:endParaRPr lang="en-AU" sz="1400" b="1" dirty="0"/>
          </a:p>
          <a:p>
            <a:pPr marL="342900" indent="-342900">
              <a:buFont typeface="+mj-lt"/>
              <a:buAutoNum type="arabicPeriod"/>
            </a:pPr>
            <a:r>
              <a:rPr lang="en-AU" sz="1400" dirty="0"/>
              <a:t>7 x10</a:t>
            </a:r>
            <a:r>
              <a:rPr lang="en-AU" sz="1400" baseline="30000" dirty="0"/>
              <a:t>9</a:t>
            </a:r>
            <a:r>
              <a:rPr lang="en-AU" sz="1400" dirty="0"/>
              <a:t>= Population of the world</a:t>
            </a:r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r>
              <a:rPr lang="en-AU" sz="1400" dirty="0"/>
              <a:t>3.8 x 10</a:t>
            </a:r>
            <a:r>
              <a:rPr lang="en-AU" sz="1400" baseline="30000" dirty="0"/>
              <a:t>9 </a:t>
            </a:r>
            <a:r>
              <a:rPr lang="en-AU" sz="1400" dirty="0"/>
              <a:t> = Population of the world living on less that $2.50 per day</a:t>
            </a:r>
          </a:p>
          <a:p>
            <a:pPr marL="342900" indent="-342900">
              <a:buFont typeface="+mj-lt"/>
              <a:buAutoNum type="arabicPeriod"/>
            </a:pPr>
            <a:endParaRPr lang="en-AU" sz="1200" dirty="0"/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r>
              <a:rPr lang="en-AU" sz="1400" dirty="0"/>
              <a:t>1.08 x10</a:t>
            </a:r>
            <a:r>
              <a:rPr lang="en-AU" sz="1400" baseline="30000" dirty="0"/>
              <a:t>9</a:t>
            </a:r>
            <a:r>
              <a:rPr lang="en-AU" sz="1400" dirty="0"/>
              <a:t>= Approximate speed of light</a:t>
            </a:r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r>
              <a:rPr lang="en-AU" sz="1400" dirty="0"/>
              <a:t>3.99 x10</a:t>
            </a:r>
            <a:r>
              <a:rPr lang="en-AU" sz="1400" baseline="30000" dirty="0"/>
              <a:t>13</a:t>
            </a:r>
            <a:r>
              <a:rPr lang="en-AU" sz="1400" dirty="0"/>
              <a:t>= Distance from the sun to the nearest star (Proxima Centauri)</a:t>
            </a:r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r>
              <a:rPr lang="en-AU" sz="1400" dirty="0"/>
              <a:t>9.4605284 ×10</a:t>
            </a:r>
            <a:r>
              <a:rPr lang="en-AU" sz="1400" baseline="30000" dirty="0"/>
              <a:t>15</a:t>
            </a:r>
            <a:r>
              <a:rPr lang="en-AU" sz="1400" dirty="0"/>
              <a:t>= Distance light travels in a year</a:t>
            </a:r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r>
              <a:rPr lang="en-AU" sz="1400" dirty="0"/>
              <a:t>1.0 x10</a:t>
            </a:r>
            <a:r>
              <a:rPr lang="en-AU" sz="1400" baseline="30000" dirty="0"/>
              <a:t>14</a:t>
            </a:r>
            <a:r>
              <a:rPr lang="en-AU" sz="1400" dirty="0"/>
              <a:t>= Approximate number of cells in the human body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AU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AU" sz="1400" b="1" dirty="0"/>
          </a:p>
          <a:p>
            <a:r>
              <a:rPr lang="en-AU" sz="1400" b="1" dirty="0"/>
              <a:t>Write in Scientific Notation</a:t>
            </a:r>
          </a:p>
          <a:p>
            <a:endParaRPr lang="en-AU" sz="1400" dirty="0"/>
          </a:p>
          <a:p>
            <a:pPr marL="342900" indent="-342900">
              <a:buFont typeface="+mj-lt"/>
              <a:buAutoNum type="arabicPeriod"/>
            </a:pPr>
            <a:r>
              <a:rPr lang="en-AU" sz="1400" dirty="0"/>
              <a:t>149.6 million km = Distance from the Earth to the sun</a:t>
            </a:r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r>
              <a:rPr lang="en-AU" sz="1400" dirty="0"/>
              <a:t>384,400 km = Distance from the Earth to the moon</a:t>
            </a:r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r>
              <a:rPr lang="en-AU" sz="1400" dirty="0"/>
              <a:t>1,260,000,000,000,000,000,000 litres = amount of water on Earth</a:t>
            </a:r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r>
              <a:rPr lang="en-AU" sz="1400" dirty="0"/>
              <a:t>378000000000000000000 litres = amount of freshwater on Earth</a:t>
            </a:r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r>
              <a:rPr lang="en-AU" sz="1400" dirty="0"/>
              <a:t>299,792 kilometres = distance light travels in 1 second</a:t>
            </a:r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r>
              <a:rPr lang="en-AU" sz="1400" dirty="0"/>
              <a:t>6,000 </a:t>
            </a:r>
            <a:r>
              <a:rPr lang="en-AU" sz="1400" baseline="30000" dirty="0"/>
              <a:t>0</a:t>
            </a:r>
            <a:r>
              <a:rPr lang="en-AU" sz="1400" dirty="0"/>
              <a:t>C = Estimated Temperature of Earth’s core</a:t>
            </a:r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r>
              <a:rPr lang="en-AU" sz="1400" dirty="0"/>
              <a:t>15 million</a:t>
            </a:r>
            <a:r>
              <a:rPr lang="en-AU" sz="1400" baseline="30000" dirty="0"/>
              <a:t>0</a:t>
            </a:r>
            <a:r>
              <a:rPr lang="en-AU" sz="1400" dirty="0"/>
              <a:t>C = Estimated temperature of Suns core</a:t>
            </a:r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marL="342900" indent="-342900">
              <a:buFont typeface="+mj-lt"/>
              <a:buAutoNum type="arabicPeriod"/>
            </a:pPr>
            <a:endParaRPr lang="en-AU" sz="1400" dirty="0"/>
          </a:p>
          <a:p>
            <a:pPr lvl="1"/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1425734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70BBAA3C-9D81-4AE0-B0EC-849C77416BF0}" vid="{E8D99B90-D19E-41B6-80DB-BB3144E3368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 page</Template>
  <TotalTime>26</TotalTime>
  <Words>82</Words>
  <Application>Microsoft Office PowerPoint</Application>
  <PresentationFormat>A4 Paper (210x297 mm)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3</cp:revision>
  <cp:lastPrinted>2017-08-16T02:30:17Z</cp:lastPrinted>
  <dcterms:created xsi:type="dcterms:W3CDTF">2017-08-16T02:05:50Z</dcterms:created>
  <dcterms:modified xsi:type="dcterms:W3CDTF">2017-08-16T02:32:49Z</dcterms:modified>
</cp:coreProperties>
</file>