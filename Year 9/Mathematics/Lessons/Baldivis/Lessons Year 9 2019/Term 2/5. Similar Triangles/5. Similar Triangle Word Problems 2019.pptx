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7" r:id="rId2"/>
    <p:sldId id="271" r:id="rId3"/>
    <p:sldId id="329" r:id="rId4"/>
    <p:sldId id="328" r:id="rId5"/>
    <p:sldId id="330" r:id="rId6"/>
    <p:sldId id="331" r:id="rId7"/>
    <p:sldId id="332" r:id="rId8"/>
    <p:sldId id="333" r:id="rId9"/>
    <p:sldId id="33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1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21411-2B91-4D42-950D-36C50088A686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1BDBD-66FE-4A97-BC43-0B941E2D9F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816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1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398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21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773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64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1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11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42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42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69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22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1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7F7F7F8-9E8F-4712-84CA-75FE42B1CA29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0F2617-A4DC-4517-9B69-6EB573962FB6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50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 fontScale="90000"/>
          </a:bodyPr>
          <a:lstStyle/>
          <a:p>
            <a:r>
              <a:rPr lang="en-AU" dirty="0"/>
              <a:t>Topic: Similar Triangles Problems</a:t>
            </a:r>
            <a:br>
              <a:rPr lang="en-AU" dirty="0"/>
            </a:br>
            <a:r>
              <a:rPr lang="en-AU" dirty="0"/>
              <a:t>Eq: How can we apply our knowledge of similar triangles?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C19A6-8ABE-4460-BA4E-1D935A4A2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98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apply our knowledge of similar triangles?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Solving Word Problems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66A844-6C98-4518-9849-6298B169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526" y="1375759"/>
            <a:ext cx="4209844" cy="54370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C21056-A1C4-4888-8435-711DCF90816A}"/>
              </a:ext>
            </a:extLst>
          </p:cNvPr>
          <p:cNvSpPr txBox="1"/>
          <p:nvPr/>
        </p:nvSpPr>
        <p:spPr>
          <a:xfrm>
            <a:off x="6261361" y="1321667"/>
            <a:ext cx="5825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1. </a:t>
            </a:r>
            <a:r>
              <a:rPr lang="en-AU" sz="2400" dirty="0"/>
              <a:t>Read  the question carefully.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50D66-538E-4207-A0E3-A5E0C04D7400}"/>
              </a:ext>
            </a:extLst>
          </p:cNvPr>
          <p:cNvSpPr txBox="1"/>
          <p:nvPr/>
        </p:nvSpPr>
        <p:spPr>
          <a:xfrm>
            <a:off x="6233370" y="1836606"/>
            <a:ext cx="5853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2. </a:t>
            </a:r>
            <a:r>
              <a:rPr lang="en-AU" sz="2400" dirty="0"/>
              <a:t>Draw a picture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21248-E7DB-45FA-9728-89B494D18392}"/>
              </a:ext>
            </a:extLst>
          </p:cNvPr>
          <p:cNvSpPr txBox="1"/>
          <p:nvPr/>
        </p:nvSpPr>
        <p:spPr>
          <a:xfrm>
            <a:off x="6233370" y="2365283"/>
            <a:ext cx="5881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3. </a:t>
            </a:r>
            <a:r>
              <a:rPr lang="en-AU" sz="2400" dirty="0"/>
              <a:t>Write all known angle sizes and lengths onto the triangle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AB8E68-92EB-423B-A73E-D7BB53BF12EB}"/>
              </a:ext>
            </a:extLst>
          </p:cNvPr>
          <p:cNvSpPr txBox="1"/>
          <p:nvPr/>
        </p:nvSpPr>
        <p:spPr>
          <a:xfrm>
            <a:off x="6233370" y="3233673"/>
            <a:ext cx="5853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4. </a:t>
            </a:r>
            <a:r>
              <a:rPr lang="en-AU" sz="2400" dirty="0"/>
              <a:t>Find corresponding sides to find the scale factor.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B29FF7-AC05-46A7-882B-5C1F9F274336}"/>
              </a:ext>
            </a:extLst>
          </p:cNvPr>
          <p:cNvSpPr txBox="1"/>
          <p:nvPr/>
        </p:nvSpPr>
        <p:spPr>
          <a:xfrm>
            <a:off x="6261361" y="4102063"/>
            <a:ext cx="5420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5. </a:t>
            </a:r>
            <a:r>
              <a:rPr lang="en-AU" sz="2400" dirty="0"/>
              <a:t>Use your scale factor to find any missing sides .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98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apply our knowledge of similar triangles?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A66A844-6C98-4518-9849-6298B169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9" y="1384482"/>
            <a:ext cx="2511467" cy="324359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0B35E6-3F4D-478E-A380-8A8715D8473F}"/>
              </a:ext>
            </a:extLst>
          </p:cNvPr>
          <p:cNvGrpSpPr/>
          <p:nvPr/>
        </p:nvGrpSpPr>
        <p:grpSpPr>
          <a:xfrm>
            <a:off x="79149" y="4659203"/>
            <a:ext cx="5881443" cy="2128929"/>
            <a:chOff x="3222051" y="1298662"/>
            <a:chExt cx="5881443" cy="21289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C21056-A1C4-4888-8435-711DCF90816A}"/>
                </a:ext>
              </a:extLst>
            </p:cNvPr>
            <p:cNvSpPr txBox="1"/>
            <p:nvPr/>
          </p:nvSpPr>
          <p:spPr>
            <a:xfrm>
              <a:off x="3222051" y="1298662"/>
              <a:ext cx="582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1. </a:t>
              </a:r>
              <a:r>
                <a:rPr lang="en-AU" dirty="0"/>
                <a:t>Read  the question carefully.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550D66-538E-4207-A0E3-A5E0C04D7400}"/>
                </a:ext>
              </a:extLst>
            </p:cNvPr>
            <p:cNvSpPr txBox="1"/>
            <p:nvPr/>
          </p:nvSpPr>
          <p:spPr>
            <a:xfrm>
              <a:off x="3222051" y="1689593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2. </a:t>
              </a:r>
              <a:r>
                <a:rPr lang="en-AU" dirty="0"/>
                <a:t>Draw a picture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9321248-E7DB-45FA-9728-89B494D18392}"/>
                </a:ext>
              </a:extLst>
            </p:cNvPr>
            <p:cNvSpPr txBox="1"/>
            <p:nvPr/>
          </p:nvSpPr>
          <p:spPr>
            <a:xfrm>
              <a:off x="3222051" y="2041117"/>
              <a:ext cx="5881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3. </a:t>
              </a:r>
              <a:r>
                <a:rPr lang="en-AU" dirty="0"/>
                <a:t>Write all known angle sizes and lengths onto the triangle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AB8E68-92EB-423B-A73E-D7BB53BF12EB}"/>
                </a:ext>
              </a:extLst>
            </p:cNvPr>
            <p:cNvSpPr txBox="1"/>
            <p:nvPr/>
          </p:nvSpPr>
          <p:spPr>
            <a:xfrm>
              <a:off x="3222051" y="2669640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4. </a:t>
              </a:r>
              <a:r>
                <a:rPr lang="en-AU" dirty="0"/>
                <a:t>Find corresponding sides to find the scale factor.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B29FF7-AC05-46A7-882B-5C1F9F274336}"/>
                </a:ext>
              </a:extLst>
            </p:cNvPr>
            <p:cNvSpPr txBox="1"/>
            <p:nvPr/>
          </p:nvSpPr>
          <p:spPr>
            <a:xfrm>
              <a:off x="3222051" y="3058259"/>
              <a:ext cx="5420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5. </a:t>
              </a:r>
              <a:r>
                <a:rPr lang="en-AU" dirty="0"/>
                <a:t>Use your scale factor to find any missing sides 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4555EB5-31DC-4348-8D49-54C35FEA0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279" y="1382539"/>
            <a:ext cx="6976447" cy="7228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FCA09D-D8F2-4BE1-BE97-8607EC6D4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279" y="2136308"/>
            <a:ext cx="2977797" cy="4157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4F8E74-E8EB-418E-A3B4-FDE231A0F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025" y="4787089"/>
            <a:ext cx="3167665" cy="7547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EC1BB1-5E2B-4815-81AB-75B80467C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025" y="5792400"/>
            <a:ext cx="3103809" cy="87255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E1113C9-4D80-48F9-A569-42041B86D6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8910" y="2690058"/>
            <a:ext cx="3760125" cy="1966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C2ED97-467A-44AF-89B0-AC00ADAC37C6}"/>
              </a:ext>
            </a:extLst>
          </p:cNvPr>
          <p:cNvSpPr txBox="1"/>
          <p:nvPr/>
        </p:nvSpPr>
        <p:spPr>
          <a:xfrm>
            <a:off x="2882091" y="1543901"/>
            <a:ext cx="914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/>
              <a:t>Step 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608172-F66A-408E-89EB-71C392289A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7267" y="3101429"/>
            <a:ext cx="670667" cy="9470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1B5A6A-DC10-4EF2-9DF9-31D5ADA93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512134" y="2598435"/>
            <a:ext cx="529533" cy="36046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89DE61-83EF-4A75-B484-7A128ECADB91}"/>
              </a:ext>
            </a:extLst>
          </p:cNvPr>
          <p:cNvSpPr txBox="1"/>
          <p:nvPr/>
        </p:nvSpPr>
        <p:spPr>
          <a:xfrm>
            <a:off x="2882091" y="2684826"/>
            <a:ext cx="914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/>
              <a:t>Step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2FDA78-EFD5-46A8-9E9B-7E36B26AAF6D}"/>
              </a:ext>
            </a:extLst>
          </p:cNvPr>
          <p:cNvSpPr txBox="1"/>
          <p:nvPr/>
        </p:nvSpPr>
        <p:spPr>
          <a:xfrm>
            <a:off x="2882091" y="4000639"/>
            <a:ext cx="914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/>
              <a:t>Step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C63B53-3E88-4677-935C-76B13B22C2B6}"/>
              </a:ext>
            </a:extLst>
          </p:cNvPr>
          <p:cNvSpPr txBox="1"/>
          <p:nvPr/>
        </p:nvSpPr>
        <p:spPr>
          <a:xfrm>
            <a:off x="7231835" y="5022563"/>
            <a:ext cx="914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/>
              <a:t>Step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4DD81A-F754-44D3-BE27-D862DEB1E740}"/>
              </a:ext>
            </a:extLst>
          </p:cNvPr>
          <p:cNvSpPr txBox="1"/>
          <p:nvPr/>
        </p:nvSpPr>
        <p:spPr>
          <a:xfrm>
            <a:off x="7231835" y="6018690"/>
            <a:ext cx="914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/>
              <a:t>Step 5</a:t>
            </a:r>
          </a:p>
        </p:txBody>
      </p:sp>
    </p:spTree>
    <p:extLst>
      <p:ext uri="{BB962C8B-B14F-4D97-AF65-F5344CB8AC3E}">
        <p14:creationId xmlns:p14="http://schemas.microsoft.com/office/powerpoint/2010/main" val="265879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0DF45F-1C42-47BF-AA63-C5CA5C7A93FB}"/>
              </a:ext>
            </a:extLst>
          </p:cNvPr>
          <p:cNvSpPr txBox="1">
            <a:spLocks/>
          </p:cNvSpPr>
          <p:nvPr/>
        </p:nvSpPr>
        <p:spPr>
          <a:xfrm>
            <a:off x="3388940" y="5052714"/>
            <a:ext cx="585956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dirty="0"/>
              <a:t>Write your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6280C-AA55-475F-ABCB-4D834137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606" y="129539"/>
            <a:ext cx="5910398" cy="330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678265-2EE3-4061-86F0-A041F69CC2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11"/>
          <a:stretch/>
        </p:blipFill>
        <p:spPr>
          <a:xfrm>
            <a:off x="2642045" y="2160469"/>
            <a:ext cx="6001186" cy="1226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3D2EA-3F44-4FD3-99E1-E73915C2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" y="3493103"/>
            <a:ext cx="4482298" cy="32686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ABB622-BD18-4021-A464-661FCEA4F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9" y="69868"/>
            <a:ext cx="2511467" cy="32435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EE4F94A-30C1-4F38-90B9-05C575D3BE2B}"/>
              </a:ext>
            </a:extLst>
          </p:cNvPr>
          <p:cNvGrpSpPr/>
          <p:nvPr/>
        </p:nvGrpSpPr>
        <p:grpSpPr>
          <a:xfrm>
            <a:off x="2642045" y="69868"/>
            <a:ext cx="5881443" cy="2128929"/>
            <a:chOff x="3222051" y="1298662"/>
            <a:chExt cx="5881443" cy="21289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EF0065-1B57-4886-A53B-3E9A43CFCC0C}"/>
                </a:ext>
              </a:extLst>
            </p:cNvPr>
            <p:cNvSpPr txBox="1"/>
            <p:nvPr/>
          </p:nvSpPr>
          <p:spPr>
            <a:xfrm>
              <a:off x="3222051" y="1298662"/>
              <a:ext cx="582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1. </a:t>
              </a:r>
              <a:r>
                <a:rPr lang="en-AU" dirty="0"/>
                <a:t>Read  the question carefully.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7EF0A9-9F38-4691-91C0-15D94D40CC2F}"/>
                </a:ext>
              </a:extLst>
            </p:cNvPr>
            <p:cNvSpPr txBox="1"/>
            <p:nvPr/>
          </p:nvSpPr>
          <p:spPr>
            <a:xfrm>
              <a:off x="3222051" y="1689593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2. </a:t>
              </a:r>
              <a:r>
                <a:rPr lang="en-AU" dirty="0"/>
                <a:t>Draw a picture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2365CB-7F67-4817-8137-F6568EEF63D7}"/>
                </a:ext>
              </a:extLst>
            </p:cNvPr>
            <p:cNvSpPr txBox="1"/>
            <p:nvPr/>
          </p:nvSpPr>
          <p:spPr>
            <a:xfrm>
              <a:off x="3222051" y="2041117"/>
              <a:ext cx="5881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3. </a:t>
              </a:r>
              <a:r>
                <a:rPr lang="en-AU" dirty="0"/>
                <a:t>Write all known angle sizes and lengths onto the triangle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D7FC59-E078-4370-8D0D-C1FF49C703AC}"/>
                </a:ext>
              </a:extLst>
            </p:cNvPr>
            <p:cNvSpPr txBox="1"/>
            <p:nvPr/>
          </p:nvSpPr>
          <p:spPr>
            <a:xfrm>
              <a:off x="3222051" y="2669640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4. </a:t>
              </a:r>
              <a:r>
                <a:rPr lang="en-AU" dirty="0"/>
                <a:t>Find corresponding sides to find the scale factor.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F86994-477B-46EB-A12E-3FE25A758D3F}"/>
                </a:ext>
              </a:extLst>
            </p:cNvPr>
            <p:cNvSpPr txBox="1"/>
            <p:nvPr/>
          </p:nvSpPr>
          <p:spPr>
            <a:xfrm>
              <a:off x="3222051" y="3058259"/>
              <a:ext cx="5420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5. </a:t>
              </a:r>
              <a:r>
                <a:rPr lang="en-AU" dirty="0"/>
                <a:t>Use your scale factor to find any missing sides .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33D2FED-FD5C-4FC6-8CD3-0FE1E3F26C15}"/>
              </a:ext>
            </a:extLst>
          </p:cNvPr>
          <p:cNvSpPr txBox="1"/>
          <p:nvPr/>
        </p:nvSpPr>
        <p:spPr>
          <a:xfrm>
            <a:off x="8947020" y="208367"/>
            <a:ext cx="29401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We do</a:t>
            </a:r>
          </a:p>
        </p:txBody>
      </p:sp>
    </p:spTree>
    <p:extLst>
      <p:ext uri="{BB962C8B-B14F-4D97-AF65-F5344CB8AC3E}">
        <p14:creationId xmlns:p14="http://schemas.microsoft.com/office/powerpoint/2010/main" val="240495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ABB622-BD18-4021-A464-661FCEA4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9" y="69868"/>
            <a:ext cx="2511467" cy="32435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EE4F94A-30C1-4F38-90B9-05C575D3BE2B}"/>
              </a:ext>
            </a:extLst>
          </p:cNvPr>
          <p:cNvGrpSpPr/>
          <p:nvPr/>
        </p:nvGrpSpPr>
        <p:grpSpPr>
          <a:xfrm>
            <a:off x="2642045" y="69868"/>
            <a:ext cx="5881443" cy="2128929"/>
            <a:chOff x="3222051" y="1298662"/>
            <a:chExt cx="5881443" cy="21289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EF0065-1B57-4886-A53B-3E9A43CFCC0C}"/>
                </a:ext>
              </a:extLst>
            </p:cNvPr>
            <p:cNvSpPr txBox="1"/>
            <p:nvPr/>
          </p:nvSpPr>
          <p:spPr>
            <a:xfrm>
              <a:off x="3222051" y="1298662"/>
              <a:ext cx="582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1. </a:t>
              </a:r>
              <a:r>
                <a:rPr lang="en-AU" dirty="0"/>
                <a:t>Read  the question carefully.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7EF0A9-9F38-4691-91C0-15D94D40CC2F}"/>
                </a:ext>
              </a:extLst>
            </p:cNvPr>
            <p:cNvSpPr txBox="1"/>
            <p:nvPr/>
          </p:nvSpPr>
          <p:spPr>
            <a:xfrm>
              <a:off x="3222051" y="1689593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2. </a:t>
              </a:r>
              <a:r>
                <a:rPr lang="en-AU" dirty="0"/>
                <a:t>Draw a picture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2365CB-7F67-4817-8137-F6568EEF63D7}"/>
                </a:ext>
              </a:extLst>
            </p:cNvPr>
            <p:cNvSpPr txBox="1"/>
            <p:nvPr/>
          </p:nvSpPr>
          <p:spPr>
            <a:xfrm>
              <a:off x="3222051" y="2041117"/>
              <a:ext cx="5881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3. </a:t>
              </a:r>
              <a:r>
                <a:rPr lang="en-AU" dirty="0"/>
                <a:t>Write all known angle sizes and lengths onto the triangle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D7FC59-E078-4370-8D0D-C1FF49C703AC}"/>
                </a:ext>
              </a:extLst>
            </p:cNvPr>
            <p:cNvSpPr txBox="1"/>
            <p:nvPr/>
          </p:nvSpPr>
          <p:spPr>
            <a:xfrm>
              <a:off x="3222051" y="2669640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4. </a:t>
              </a:r>
              <a:r>
                <a:rPr lang="en-AU" dirty="0"/>
                <a:t>Find corresponding sides to find the scale factor.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F86994-477B-46EB-A12E-3FE25A758D3F}"/>
                </a:ext>
              </a:extLst>
            </p:cNvPr>
            <p:cNvSpPr txBox="1"/>
            <p:nvPr/>
          </p:nvSpPr>
          <p:spPr>
            <a:xfrm>
              <a:off x="3222051" y="3058259"/>
              <a:ext cx="5420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5. </a:t>
              </a:r>
              <a:r>
                <a:rPr lang="en-AU" dirty="0"/>
                <a:t>Use your scale factor to find any missing sides 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28397DD-88D8-4068-B743-CE7FF198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045" y="2320733"/>
            <a:ext cx="6270135" cy="12792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931BB0-F008-461A-922D-A9F075B54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32" y="3664985"/>
            <a:ext cx="4294026" cy="29308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4CBCAB-5933-472E-B06B-EB16D0D500D4}"/>
              </a:ext>
            </a:extLst>
          </p:cNvPr>
          <p:cNvSpPr txBox="1"/>
          <p:nvPr/>
        </p:nvSpPr>
        <p:spPr>
          <a:xfrm>
            <a:off x="8947020" y="208367"/>
            <a:ext cx="29401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We do</a:t>
            </a:r>
          </a:p>
        </p:txBody>
      </p:sp>
    </p:spTree>
    <p:extLst>
      <p:ext uri="{BB962C8B-B14F-4D97-AF65-F5344CB8AC3E}">
        <p14:creationId xmlns:p14="http://schemas.microsoft.com/office/powerpoint/2010/main" val="353630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ABB622-BD18-4021-A464-661FCEA4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9" y="69868"/>
            <a:ext cx="2511467" cy="32435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EE4F94A-30C1-4F38-90B9-05C575D3BE2B}"/>
              </a:ext>
            </a:extLst>
          </p:cNvPr>
          <p:cNvGrpSpPr/>
          <p:nvPr/>
        </p:nvGrpSpPr>
        <p:grpSpPr>
          <a:xfrm>
            <a:off x="2642045" y="69868"/>
            <a:ext cx="5881443" cy="2128929"/>
            <a:chOff x="3222051" y="1298662"/>
            <a:chExt cx="5881443" cy="21289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EF0065-1B57-4886-A53B-3E9A43CFCC0C}"/>
                </a:ext>
              </a:extLst>
            </p:cNvPr>
            <p:cNvSpPr txBox="1"/>
            <p:nvPr/>
          </p:nvSpPr>
          <p:spPr>
            <a:xfrm>
              <a:off x="3222051" y="1298662"/>
              <a:ext cx="5825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1. </a:t>
              </a:r>
              <a:r>
                <a:rPr lang="en-AU" dirty="0"/>
                <a:t>Read  the question carefully.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7EF0A9-9F38-4691-91C0-15D94D40CC2F}"/>
                </a:ext>
              </a:extLst>
            </p:cNvPr>
            <p:cNvSpPr txBox="1"/>
            <p:nvPr/>
          </p:nvSpPr>
          <p:spPr>
            <a:xfrm>
              <a:off x="3222051" y="1689593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2. </a:t>
              </a:r>
              <a:r>
                <a:rPr lang="en-AU" dirty="0"/>
                <a:t>Draw a picture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2365CB-7F67-4817-8137-F6568EEF63D7}"/>
                </a:ext>
              </a:extLst>
            </p:cNvPr>
            <p:cNvSpPr txBox="1"/>
            <p:nvPr/>
          </p:nvSpPr>
          <p:spPr>
            <a:xfrm>
              <a:off x="3222051" y="2041117"/>
              <a:ext cx="5881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3. </a:t>
              </a:r>
              <a:r>
                <a:rPr lang="en-AU" dirty="0"/>
                <a:t>Write all known angle sizes and lengths onto the triangle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D7FC59-E078-4370-8D0D-C1FF49C703AC}"/>
                </a:ext>
              </a:extLst>
            </p:cNvPr>
            <p:cNvSpPr txBox="1"/>
            <p:nvPr/>
          </p:nvSpPr>
          <p:spPr>
            <a:xfrm>
              <a:off x="3222051" y="2669640"/>
              <a:ext cx="5853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4. </a:t>
              </a:r>
              <a:r>
                <a:rPr lang="en-AU" dirty="0"/>
                <a:t>Find corresponding sides to find the scale factor.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F86994-477B-46EB-A12E-3FE25A758D3F}"/>
                </a:ext>
              </a:extLst>
            </p:cNvPr>
            <p:cNvSpPr txBox="1"/>
            <p:nvPr/>
          </p:nvSpPr>
          <p:spPr>
            <a:xfrm>
              <a:off x="3222051" y="3058259"/>
              <a:ext cx="5420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dirty="0"/>
                <a:t>Step 5. </a:t>
              </a:r>
              <a:r>
                <a:rPr lang="en-AU" dirty="0"/>
                <a:t>Use your scale factor to find any missing sides 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9C6029-B603-4592-81BE-0C7FB3870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9" y="3428999"/>
            <a:ext cx="12014113" cy="25478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C4D3D1-1278-42BB-B07D-CA343D58A785}"/>
              </a:ext>
            </a:extLst>
          </p:cNvPr>
          <p:cNvSpPr txBox="1"/>
          <p:nvPr/>
        </p:nvSpPr>
        <p:spPr>
          <a:xfrm>
            <a:off x="8947020" y="208367"/>
            <a:ext cx="294018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You do</a:t>
            </a:r>
          </a:p>
        </p:txBody>
      </p:sp>
    </p:spTree>
    <p:extLst>
      <p:ext uri="{BB962C8B-B14F-4D97-AF65-F5344CB8AC3E}">
        <p14:creationId xmlns:p14="http://schemas.microsoft.com/office/powerpoint/2010/main" val="208577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EFA690-F861-4D94-A974-F0F54812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" y="958953"/>
            <a:ext cx="12122163" cy="46240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E20748-B368-4E2D-B0CD-9543B911306E}"/>
              </a:ext>
            </a:extLst>
          </p:cNvPr>
          <p:cNvSpPr txBox="1"/>
          <p:nvPr/>
        </p:nvSpPr>
        <p:spPr>
          <a:xfrm>
            <a:off x="9047904" y="161144"/>
            <a:ext cx="294018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You do</a:t>
            </a:r>
          </a:p>
        </p:txBody>
      </p:sp>
    </p:spTree>
    <p:extLst>
      <p:ext uri="{BB962C8B-B14F-4D97-AF65-F5344CB8AC3E}">
        <p14:creationId xmlns:p14="http://schemas.microsoft.com/office/powerpoint/2010/main" val="66401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BD9AA2-46C2-47BF-9AFD-9C888BF3A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88587" cy="6847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71A15B-EE1F-4915-B28E-F3548D7769C2}"/>
              </a:ext>
            </a:extLst>
          </p:cNvPr>
          <p:cNvSpPr txBox="1"/>
          <p:nvPr/>
        </p:nvSpPr>
        <p:spPr>
          <a:xfrm>
            <a:off x="9095127" y="6184164"/>
            <a:ext cx="294018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You do - Extension</a:t>
            </a:r>
          </a:p>
        </p:txBody>
      </p:sp>
    </p:spTree>
    <p:extLst>
      <p:ext uri="{BB962C8B-B14F-4D97-AF65-F5344CB8AC3E}">
        <p14:creationId xmlns:p14="http://schemas.microsoft.com/office/powerpoint/2010/main" val="3769281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</TotalTime>
  <Words>363</Words>
  <Application>Microsoft Office PowerPoint</Application>
  <PresentationFormat>Widescreen</PresentationFormat>
  <Paragraphs>56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Fragment Core</vt:lpstr>
      <vt:lpstr>Tw Cen MT</vt:lpstr>
      <vt:lpstr>Tw Cen MT Condensed</vt:lpstr>
      <vt:lpstr>Wingdings 3</vt:lpstr>
      <vt:lpstr>Integral</vt:lpstr>
      <vt:lpstr>Topic: Similar Triangles Problems Eq: How can we apply our knowledge of similar triangles?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Similar Triangles Problems Eq: How can we apply our knowledge of similar triangles?</dc:title>
  <dc:creator>STRETCH Nine [Baldivis Secondary College]</dc:creator>
  <cp:lastModifiedBy>STRETCH Nine [Baldivis Secondary College]</cp:lastModifiedBy>
  <cp:revision>10</cp:revision>
  <dcterms:created xsi:type="dcterms:W3CDTF">2019-06-26T04:19:30Z</dcterms:created>
  <dcterms:modified xsi:type="dcterms:W3CDTF">2019-06-26T04:41:40Z</dcterms:modified>
</cp:coreProperties>
</file>