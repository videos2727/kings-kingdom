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7" r:id="rId2"/>
    <p:sldId id="272" r:id="rId3"/>
    <p:sldId id="271" r:id="rId4"/>
    <p:sldId id="329" r:id="rId5"/>
    <p:sldId id="330" r:id="rId6"/>
    <p:sldId id="331" r:id="rId7"/>
    <p:sldId id="332" r:id="rId8"/>
    <p:sldId id="333" r:id="rId9"/>
    <p:sldId id="335" r:id="rId10"/>
    <p:sldId id="336" r:id="rId11"/>
    <p:sldId id="328" r:id="rId12"/>
    <p:sldId id="337" r:id="rId13"/>
    <p:sldId id="33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AFD5E-ABA6-4CF1-99D9-5DE893178AB6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E42B6-6243-43D1-A453-E0AC11C8FA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66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3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3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6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981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13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376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5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84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43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83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78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24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58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5C9C071-5DC9-4C3E-A76F-3E96ED4A26B0}" type="datetimeFigureOut">
              <a:rPr lang="en-AU" smtClean="0"/>
              <a:t>26/06/2019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53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/>
          </a:bodyPr>
          <a:lstStyle/>
          <a:p>
            <a:r>
              <a:rPr lang="en-AU" dirty="0"/>
              <a:t>Topic: Similar Triangles</a:t>
            </a:r>
            <a:br>
              <a:rPr lang="en-AU" dirty="0"/>
            </a:br>
            <a:r>
              <a:rPr lang="en-AU" dirty="0"/>
              <a:t>Eq: How do we know if triangles are similar?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C19A6-8ABE-4460-BA4E-1D935A4A2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3FA09E-00F7-419E-BE39-BD772C9E6F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52585" r="55082" b="12021"/>
          <a:stretch/>
        </p:blipFill>
        <p:spPr>
          <a:xfrm>
            <a:off x="7501083" y="188507"/>
            <a:ext cx="4547896" cy="30048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813E-DF4E-4AC4-A3B9-E234B83D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6361-39FD-46A5-9288-B07DD6A9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9022"/>
            <a:ext cx="9720073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last lessons summary.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scale factor of the following shape (B is the original):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missing side for the square B.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Point O mean?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Similar Triangles mean?</a:t>
            </a:r>
          </a:p>
          <a:p>
            <a:pPr marL="0" indent="0">
              <a:buNone/>
            </a:pPr>
            <a:endParaRPr lang="en-AU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BEB4EB-E3CB-4007-BEA1-4158733D8D7F}"/>
              </a:ext>
            </a:extLst>
          </p:cNvPr>
          <p:cNvSpPr txBox="1">
            <a:spLocks/>
          </p:cNvSpPr>
          <p:nvPr/>
        </p:nvSpPr>
        <p:spPr>
          <a:xfrm>
            <a:off x="351692" y="5427205"/>
            <a:ext cx="8067822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Topic: Similar Triangles</a:t>
            </a:r>
            <a:br>
              <a:rPr lang="en-AU" sz="3600" dirty="0"/>
            </a:br>
            <a:r>
              <a:rPr lang="en-AU" sz="3600" dirty="0"/>
              <a:t>Eq: How do we know if triangles are similar?</a:t>
            </a:r>
          </a:p>
        </p:txBody>
      </p:sp>
    </p:spTree>
    <p:extLst>
      <p:ext uri="{BB962C8B-B14F-4D97-AF65-F5344CB8AC3E}">
        <p14:creationId xmlns:p14="http://schemas.microsoft.com/office/powerpoint/2010/main" val="213078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22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know if triangles are similar?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does similar mean?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E2504B-9032-4509-A3EB-F22D72354539}"/>
              </a:ext>
            </a:extLst>
          </p:cNvPr>
          <p:cNvSpPr txBox="1">
            <a:spLocks/>
          </p:cNvSpPr>
          <p:nvPr/>
        </p:nvSpPr>
        <p:spPr>
          <a:xfrm>
            <a:off x="2018211" y="1462414"/>
            <a:ext cx="9816738" cy="509513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b="1" dirty="0"/>
              <a:t>Similar </a:t>
            </a:r>
            <a:r>
              <a:rPr lang="en-AU" sz="2400" dirty="0"/>
              <a:t>figures have the same shape, but not necessarily the same size. </a:t>
            </a:r>
            <a:endParaRPr lang="en-AU" sz="2400" b="1" dirty="0"/>
          </a:p>
          <a:p>
            <a:endParaRPr lang="en-AU" sz="2400" i="1" dirty="0"/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Similar Triangles: Same shape but different size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Congruent Triangles: Same shape and same size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3C480-F7C5-41C9-B6C5-8F8BBBE76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90" y="1384060"/>
            <a:ext cx="3913124" cy="391312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822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know if triangles are similar?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B6D32EA-F446-4F47-B008-D76275E31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1" y="1441389"/>
            <a:ext cx="6974094" cy="1427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DE3BA7-7A86-41A8-A6A6-EEA808322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91" y="5265251"/>
            <a:ext cx="9247846" cy="13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1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C09A93-D938-45E9-ADE0-617D4BC53F10}"/>
              </a:ext>
            </a:extLst>
          </p:cNvPr>
          <p:cNvSpPr txBox="1">
            <a:spLocks/>
          </p:cNvSpPr>
          <p:nvPr/>
        </p:nvSpPr>
        <p:spPr>
          <a:xfrm>
            <a:off x="4944794" y="569115"/>
            <a:ext cx="7069015" cy="83765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dirty="0"/>
              <a:t>Just like congruency, we can use 4 types of tests to see if the triangles are similar </a:t>
            </a:r>
          </a:p>
          <a:p>
            <a:endParaRPr lang="en-AU" sz="2400" i="1" dirty="0"/>
          </a:p>
          <a:p>
            <a:pPr marL="0" indent="0">
              <a:buNone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69254-A04B-4DCA-96A6-8C67B857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91" y="99390"/>
            <a:ext cx="4731434" cy="6624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D44454-678A-481F-9C0E-AB4C255B2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25343"/>
            <a:ext cx="4960952" cy="236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5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B6FB1-A28A-4BB6-85B4-48FDF997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6" y="84877"/>
            <a:ext cx="4733780" cy="6710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BC64A-706C-426F-8869-B984D5FAB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577" y="2871332"/>
            <a:ext cx="4236720" cy="13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5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B7B51-1D51-47EF-978F-E30B02D6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5" y="76596"/>
            <a:ext cx="6146074" cy="3352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16ADF0-8415-42AA-98DC-91412160E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097" y="4127863"/>
            <a:ext cx="5893939" cy="202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8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1D591C-5665-4E15-AFD9-ADC215A8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8" y="0"/>
            <a:ext cx="636750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C85117-D808-4984-B94C-725AC7512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366" y="2325323"/>
            <a:ext cx="5079874" cy="194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7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B837-0727-486D-BAE2-187DB32B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039DD-D103-4CA4-A618-8FF0BD20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759"/>
            <a:ext cx="12192000" cy="2545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E953E5-03C3-41ED-8054-FB17218B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24" y="4123510"/>
            <a:ext cx="4381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3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EC65-9810-4A4D-8BE7-E832E22A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260D0-9E8D-4313-AEC7-ECD3FCC1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115"/>
            <a:ext cx="12192000" cy="35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6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0DF45F-1C42-47BF-AA63-C5CA5C7A93FB}"/>
              </a:ext>
            </a:extLst>
          </p:cNvPr>
          <p:cNvSpPr txBox="1">
            <a:spLocks/>
          </p:cNvSpPr>
          <p:nvPr/>
        </p:nvSpPr>
        <p:spPr>
          <a:xfrm>
            <a:off x="3388940" y="5052714"/>
            <a:ext cx="585956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dirty="0"/>
              <a:t>Write your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6280C-AA55-475F-ABCB-4D834137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606" y="129539"/>
            <a:ext cx="5910398" cy="330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4DD305-101E-475D-B187-51483C24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93"/>
            <a:ext cx="12192000" cy="58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0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E3E91C-E9A1-474C-ABB9-CE716A9C7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80" y="0"/>
            <a:ext cx="11424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04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</TotalTime>
  <Words>178</Words>
  <Application>Microsoft Office PowerPoint</Application>
  <PresentationFormat>Widescreen</PresentationFormat>
  <Paragraphs>40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Fragment Core</vt:lpstr>
      <vt:lpstr>Tw Cen MT</vt:lpstr>
      <vt:lpstr>Tw Cen MT Condensed</vt:lpstr>
      <vt:lpstr>Wingdings 3</vt:lpstr>
      <vt:lpstr>Integral</vt:lpstr>
      <vt:lpstr>Topic: Similar Triangles Eq: How do we know if triangles are similar?</vt:lpstr>
      <vt:lpstr>5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Example 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Similar Triangles Eq: How do we know if triangles are similar?</dc:title>
  <dc:creator>STRETCH Nine [Baldivis Secondary College]</dc:creator>
  <cp:lastModifiedBy>STRETCH Nine [Baldivis Secondary College]</cp:lastModifiedBy>
  <cp:revision>8</cp:revision>
  <dcterms:created xsi:type="dcterms:W3CDTF">2019-06-14T02:38:12Z</dcterms:created>
  <dcterms:modified xsi:type="dcterms:W3CDTF">2019-06-26T04:17:55Z</dcterms:modified>
</cp:coreProperties>
</file>