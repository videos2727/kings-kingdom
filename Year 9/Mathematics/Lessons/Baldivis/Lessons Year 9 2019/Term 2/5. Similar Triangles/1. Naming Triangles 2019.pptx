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7"/>
  </p:notesMasterIdLst>
  <p:sldIdLst>
    <p:sldId id="256" r:id="rId2"/>
    <p:sldId id="329" r:id="rId3"/>
    <p:sldId id="272" r:id="rId4"/>
    <p:sldId id="257" r:id="rId5"/>
    <p:sldId id="271" r:id="rId6"/>
    <p:sldId id="258" r:id="rId7"/>
    <p:sldId id="273" r:id="rId8"/>
    <p:sldId id="274" r:id="rId9"/>
    <p:sldId id="275" r:id="rId10"/>
    <p:sldId id="328" r:id="rId11"/>
    <p:sldId id="277" r:id="rId12"/>
    <p:sldId id="278" r:id="rId13"/>
    <p:sldId id="279" r:id="rId14"/>
    <p:sldId id="280" r:id="rId15"/>
    <p:sldId id="28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B4E342-07A1-45C1-A427-B4FA10C7132A}" type="datetimeFigureOut">
              <a:rPr lang="en-AU" smtClean="0"/>
              <a:t>12/06/2019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345C-6B5C-4163-8409-D980FBCE44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3932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54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45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92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60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43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5972869-C634-431E-B8A8-FFBEB9A5D59C}" type="datetimeFigureOut">
              <a:rPr lang="en-AU" smtClean="0"/>
              <a:t>12/06/2019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14B2F-623D-484A-9C8E-6162AE9EC7B7}" type="slidenum">
              <a:rPr lang="en-AU" smtClean="0"/>
              <a:t>‹#›</a:t>
            </a:fld>
            <a:endParaRPr lang="en-AU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81139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2869-C634-431E-B8A8-FFBEB9A5D59C}" type="datetimeFigureOut">
              <a:rPr lang="en-AU" smtClean="0"/>
              <a:t>12/06/2019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14B2F-623D-484A-9C8E-6162AE9EC7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4493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2869-C634-431E-B8A8-FFBEB9A5D59C}" type="datetimeFigureOut">
              <a:rPr lang="en-AU" smtClean="0"/>
              <a:t>12/06/2019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14B2F-623D-484A-9C8E-6162AE9EC7B7}" type="slidenum">
              <a:rPr lang="en-AU" smtClean="0"/>
              <a:t>‹#›</a:t>
            </a:fld>
            <a:endParaRPr lang="en-AU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83351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2869-C634-431E-B8A8-FFBEB9A5D59C}" type="datetimeFigureOut">
              <a:rPr lang="en-AU" smtClean="0"/>
              <a:t>12/06/2019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14B2F-623D-484A-9C8E-6162AE9EC7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399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2869-C634-431E-B8A8-FFBEB9A5D59C}" type="datetimeFigureOut">
              <a:rPr lang="en-AU" smtClean="0"/>
              <a:t>12/06/2019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14B2F-623D-484A-9C8E-6162AE9EC7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9635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2869-C634-431E-B8A8-FFBEB9A5D59C}" type="datetimeFigureOut">
              <a:rPr lang="en-AU" smtClean="0"/>
              <a:t>12/06/2019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14B2F-623D-484A-9C8E-6162AE9EC7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5260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2869-C634-431E-B8A8-FFBEB9A5D59C}" type="datetimeFigureOut">
              <a:rPr lang="en-AU" smtClean="0"/>
              <a:t>12/06/2019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14B2F-623D-484A-9C8E-6162AE9EC7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9371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2869-C634-431E-B8A8-FFBEB9A5D59C}" type="datetimeFigureOut">
              <a:rPr lang="en-AU" smtClean="0"/>
              <a:t>12/06/2019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14B2F-623D-484A-9C8E-6162AE9EC7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7486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2869-C634-431E-B8A8-FFBEB9A5D59C}" type="datetimeFigureOut">
              <a:rPr lang="en-AU" smtClean="0"/>
              <a:t>12/06/2019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14B2F-623D-484A-9C8E-6162AE9EC7B7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356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2869-C634-431E-B8A8-FFBEB9A5D59C}" type="datetimeFigureOut">
              <a:rPr lang="en-AU" smtClean="0"/>
              <a:t>12/06/2019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14B2F-623D-484A-9C8E-6162AE9EC7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7047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2869-C634-431E-B8A8-FFBEB9A5D59C}" type="datetimeFigureOut">
              <a:rPr lang="en-AU" smtClean="0"/>
              <a:t>12/06/2019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14B2F-623D-484A-9C8E-6162AE9EC7B7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34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5972869-C634-431E-B8A8-FFBEB9A5D59C}" type="datetimeFigureOut">
              <a:rPr lang="en-AU" smtClean="0"/>
              <a:t>12/06/2019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7514B2F-623D-484A-9C8E-6162AE9EC7B7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254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undeniableme.wordpress.com/2010/06/09/these-are-the-days-of-our-lives/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nc-nd/3.0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B48F8-9466-440D-A9F3-F2B252112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638502"/>
            <a:ext cx="7772400" cy="2141121"/>
          </a:xfrm>
        </p:spPr>
        <p:txBody>
          <a:bodyPr>
            <a:normAutofit/>
          </a:bodyPr>
          <a:lstStyle/>
          <a:p>
            <a:r>
              <a:rPr lang="en-AU" dirty="0"/>
              <a:t>Topic: Naming Triangles</a:t>
            </a:r>
            <a:br>
              <a:rPr lang="en-AU" dirty="0"/>
            </a:br>
            <a:r>
              <a:rPr lang="en-AU" dirty="0"/>
              <a:t>Eq: How can we use angles and sides to name triangles?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DC19A6-8ABE-4460-BA4E-1D935A4A27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9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446297B7-34EC-4D40-8135-D1221BDA3AE5}"/>
              </a:ext>
            </a:extLst>
          </p:cNvPr>
          <p:cNvSpPr/>
          <p:nvPr/>
        </p:nvSpPr>
        <p:spPr>
          <a:xfrm>
            <a:off x="9150531" y="209345"/>
            <a:ext cx="2899954" cy="2184432"/>
          </a:xfrm>
          <a:prstGeom prst="cloud">
            <a:avLst/>
          </a:prstGeom>
          <a:solidFill>
            <a:srgbClr val="FF99FF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b="1" dirty="0">
                <a:latin typeface="Harrington" panose="04040505050A02020702" pitchFamily="82" charset="0"/>
              </a:rPr>
              <a:t>Rule up 3 column notes!</a:t>
            </a:r>
          </a:p>
        </p:txBody>
      </p:sp>
    </p:spTree>
    <p:extLst>
      <p:ext uri="{BB962C8B-B14F-4D97-AF65-F5344CB8AC3E}">
        <p14:creationId xmlns:p14="http://schemas.microsoft.com/office/powerpoint/2010/main" val="327211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9898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Naming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" y="1323633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86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0070C0"/>
                </a:solidFill>
                <a:latin typeface="Fragment Core" panose="02000504040000020003" pitchFamily="50" charset="0"/>
              </a:rPr>
              <a:t>EQ – How can we use angles and sides to name triangles?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022072" y="131678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159316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813E-DF4E-4AC4-A3B9-E234B83D4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5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66361-39FD-46A5-9288-B07DD6A90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400" dirty="0"/>
              <a:t>What is the formula for finding the hypotenuse?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What is the formula for finding the short side of a triangle?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Find the missing side of the following triangle: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/>
              <a:t>What does all the angles in a triangle add up to?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8760FCB6-0F63-4C77-83B8-021BF04C9C3E}"/>
              </a:ext>
            </a:extLst>
          </p:cNvPr>
          <p:cNvSpPr/>
          <p:nvPr/>
        </p:nvSpPr>
        <p:spPr>
          <a:xfrm>
            <a:off x="9529355" y="1609997"/>
            <a:ext cx="2227217" cy="2488474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548D2-22C6-429D-8785-C196D787EE3E}"/>
              </a:ext>
            </a:extLst>
          </p:cNvPr>
          <p:cNvSpPr txBox="1"/>
          <p:nvPr/>
        </p:nvSpPr>
        <p:spPr>
          <a:xfrm>
            <a:off x="8779068" y="2353001"/>
            <a:ext cx="763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6 cm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151A7-AE32-4A97-B651-0AF241121720}"/>
              </a:ext>
            </a:extLst>
          </p:cNvPr>
          <p:cNvSpPr txBox="1"/>
          <p:nvPr/>
        </p:nvSpPr>
        <p:spPr>
          <a:xfrm>
            <a:off x="10261287" y="4068806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248074-6346-4496-97CF-9FAB96CDC45A}"/>
              </a:ext>
            </a:extLst>
          </p:cNvPr>
          <p:cNvSpPr txBox="1"/>
          <p:nvPr/>
        </p:nvSpPr>
        <p:spPr>
          <a:xfrm>
            <a:off x="10790844" y="2483249"/>
            <a:ext cx="933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14 cm</a:t>
            </a:r>
          </a:p>
        </p:txBody>
      </p:sp>
    </p:spTree>
    <p:extLst>
      <p:ext uri="{BB962C8B-B14F-4D97-AF65-F5344CB8AC3E}">
        <p14:creationId xmlns:p14="http://schemas.microsoft.com/office/powerpoint/2010/main" val="2130781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BA397-B46A-4ABF-9773-5909A53D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we will cover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6A50F-CF42-4D8C-A486-B77EB7EB1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- Use the enlargement transformation to explain similarity and develop the conditions for triangles to be similar </a:t>
            </a:r>
          </a:p>
          <a:p>
            <a:r>
              <a:rPr lang="en-AU" dirty="0"/>
              <a:t>- Solve problems using ratio and scale factors in similar figures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092223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9898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Naming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" y="1323633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386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0070C0"/>
                </a:solidFill>
                <a:latin typeface="Fragment Core" panose="02000504040000020003" pitchFamily="50" charset="0"/>
              </a:rPr>
              <a:t>EQ – How can we use angles and sides to name triangles?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022072" y="131678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D51082D-CC2F-4CA3-90BE-2A8129E508AE}"/>
              </a:ext>
            </a:extLst>
          </p:cNvPr>
          <p:cNvSpPr txBox="1">
            <a:spLocks/>
          </p:cNvSpPr>
          <p:nvPr/>
        </p:nvSpPr>
        <p:spPr>
          <a:xfrm>
            <a:off x="58826" y="1988289"/>
            <a:ext cx="1731466" cy="132588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Angles in a Triangle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2A84FF6D-A12E-4FC6-9ADD-D2F18C1AA4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64592" y="3331132"/>
                <a:ext cx="5652757" cy="1325880"/>
              </a:xfrm>
              <a:prstGeom prst="rect">
                <a:avLst/>
              </a:prstGeom>
            </p:spPr>
            <p:txBody>
              <a:bodyPr/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517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480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7724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AU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AU" sz="2400" b="1" dirty="0"/>
                  <a:t> </a:t>
                </a:r>
                <a:r>
                  <a:rPr lang="en-AU" sz="2400" dirty="0"/>
                  <a:t>- The angle is always written in the middle </a:t>
                </a:r>
                <a:endParaRPr lang="en-AU" sz="2400" b="1" dirty="0"/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2A84FF6D-A12E-4FC6-9ADD-D2F18C1AA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592" y="3331132"/>
                <a:ext cx="5652757" cy="1325880"/>
              </a:xfrm>
              <a:prstGeom prst="rect">
                <a:avLst/>
              </a:prstGeom>
              <a:blipFill>
                <a:blip r:embed="rId3"/>
                <a:stretch>
                  <a:fillRect l="-1726" t="-73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7B19D55-705D-4AF9-AA42-5474E55E2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888" y="1825528"/>
            <a:ext cx="6267726" cy="13905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B6148F-A0BA-4DBD-8883-AC86CAB0849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186" b="15166"/>
          <a:stretch/>
        </p:blipFill>
        <p:spPr>
          <a:xfrm>
            <a:off x="8674757" y="2008860"/>
            <a:ext cx="3108709" cy="185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6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C2117-19C9-4503-85BA-C0A824E17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585216"/>
            <a:ext cx="10765101" cy="1499616"/>
          </a:xfrm>
        </p:spPr>
        <p:txBody>
          <a:bodyPr/>
          <a:lstStyle/>
          <a:p>
            <a:r>
              <a:rPr lang="en-AU" dirty="0"/>
              <a:t>Name the following angles on the triangles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076C11-6789-4F06-9E71-3F51A12755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752" r="43747"/>
          <a:stretch/>
        </p:blipFill>
        <p:spPr>
          <a:xfrm>
            <a:off x="261258" y="1900372"/>
            <a:ext cx="3359331" cy="44795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84B9D0-0ABE-4551-ADE6-B19D08BEC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743" y="1992602"/>
            <a:ext cx="5693228" cy="44795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32E5868-6162-4632-B3B4-5C0C954FDEFF}"/>
              </a:ext>
            </a:extLst>
          </p:cNvPr>
          <p:cNvSpPr/>
          <p:nvPr/>
        </p:nvSpPr>
        <p:spPr>
          <a:xfrm>
            <a:off x="2044338" y="4617720"/>
            <a:ext cx="2527662" cy="14042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AF811D-9921-44AA-814A-35B251D1F3F2}"/>
              </a:ext>
            </a:extLst>
          </p:cNvPr>
          <p:cNvSpPr/>
          <p:nvPr/>
        </p:nvSpPr>
        <p:spPr>
          <a:xfrm>
            <a:off x="6011092" y="2170476"/>
            <a:ext cx="3302725" cy="20684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05F87D-19E5-4913-9CB8-2F57C0CA8E06}"/>
              </a:ext>
            </a:extLst>
          </p:cNvPr>
          <p:cNvSpPr/>
          <p:nvPr/>
        </p:nvSpPr>
        <p:spPr>
          <a:xfrm>
            <a:off x="3949337" y="4086362"/>
            <a:ext cx="3302725" cy="20684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B3D3A3-6D70-4CB4-B6B4-5DA791D0F24F}"/>
              </a:ext>
            </a:extLst>
          </p:cNvPr>
          <p:cNvSpPr/>
          <p:nvPr/>
        </p:nvSpPr>
        <p:spPr>
          <a:xfrm>
            <a:off x="4751615" y="2966507"/>
            <a:ext cx="3302725" cy="20684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BA68EE-865E-45E1-8E24-3B3BFB2F0E5B}"/>
              </a:ext>
            </a:extLst>
          </p:cNvPr>
          <p:cNvSpPr/>
          <p:nvPr/>
        </p:nvSpPr>
        <p:spPr>
          <a:xfrm>
            <a:off x="10970299" y="2364812"/>
            <a:ext cx="693963" cy="10641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AA92FD5-7C5E-442D-B171-7D5BAEDEC97E}"/>
              </a:ext>
            </a:extLst>
          </p:cNvPr>
          <p:cNvSpPr/>
          <p:nvPr/>
        </p:nvSpPr>
        <p:spPr>
          <a:xfrm>
            <a:off x="777240" y="2239980"/>
            <a:ext cx="894806" cy="1111295"/>
          </a:xfrm>
          <a:prstGeom prst="ellipse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2306E5-69DB-4971-82F9-E8026E4BD786}"/>
              </a:ext>
            </a:extLst>
          </p:cNvPr>
          <p:cNvSpPr/>
          <p:nvPr/>
        </p:nvSpPr>
        <p:spPr>
          <a:xfrm>
            <a:off x="2934789" y="2633799"/>
            <a:ext cx="894806" cy="1111295"/>
          </a:xfrm>
          <a:prstGeom prst="ellipse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13C0540-3546-44E3-839B-3FB15C32590E}"/>
              </a:ext>
            </a:extLst>
          </p:cNvPr>
          <p:cNvSpPr/>
          <p:nvPr/>
        </p:nvSpPr>
        <p:spPr>
          <a:xfrm>
            <a:off x="7424055" y="5120572"/>
            <a:ext cx="894806" cy="1111295"/>
          </a:xfrm>
          <a:prstGeom prst="ellipse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6AEDDC4-9FEA-4BBD-A2AC-49A94A9BEB98}"/>
              </a:ext>
            </a:extLst>
          </p:cNvPr>
          <p:cNvSpPr/>
          <p:nvPr/>
        </p:nvSpPr>
        <p:spPr>
          <a:xfrm>
            <a:off x="10251729" y="2798240"/>
            <a:ext cx="894806" cy="1111295"/>
          </a:xfrm>
          <a:prstGeom prst="ellipse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168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9898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Naming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" y="1323633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022072" y="131678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D51082D-CC2F-4CA3-90BE-2A8129E508AE}"/>
              </a:ext>
            </a:extLst>
          </p:cNvPr>
          <p:cNvSpPr txBox="1">
            <a:spLocks/>
          </p:cNvSpPr>
          <p:nvPr/>
        </p:nvSpPr>
        <p:spPr>
          <a:xfrm>
            <a:off x="26243" y="1935937"/>
            <a:ext cx="1731466" cy="132588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Naming Triangles due to their </a:t>
            </a:r>
            <a:r>
              <a:rPr lang="en-AU" sz="2400" b="1" dirty="0"/>
              <a:t>Angles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18B2C2-2F4D-4FB2-B7C3-3B3888865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558" y="1679510"/>
            <a:ext cx="3733076" cy="24695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D21817-2A77-440A-B10E-14EE411DD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539" y="1757888"/>
            <a:ext cx="3509280" cy="22159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51F737-B0B6-44FC-8EA8-064C63DD6C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9719" y="4224814"/>
            <a:ext cx="3324063" cy="23374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60359FF-45E8-44A1-B083-3997BE25A6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653" y="4581802"/>
            <a:ext cx="3653806" cy="182348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882121C-49E6-4442-B156-98B5C6DB4FF1}"/>
              </a:ext>
            </a:extLst>
          </p:cNvPr>
          <p:cNvSpPr txBox="1"/>
          <p:nvPr/>
        </p:nvSpPr>
        <p:spPr>
          <a:xfrm>
            <a:off x="24386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0070C0"/>
                </a:solidFill>
                <a:latin typeface="Fragment Core" panose="02000504040000020003" pitchFamily="50" charset="0"/>
              </a:rPr>
              <a:t>EQ – How can we use angles and sides to name triangles?</a:t>
            </a:r>
          </a:p>
        </p:txBody>
      </p:sp>
    </p:spTree>
    <p:extLst>
      <p:ext uri="{BB962C8B-B14F-4D97-AF65-F5344CB8AC3E}">
        <p14:creationId xmlns:p14="http://schemas.microsoft.com/office/powerpoint/2010/main" val="424795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9898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Naming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" y="1323633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022072" y="131678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D51082D-CC2F-4CA3-90BE-2A8129E508AE}"/>
              </a:ext>
            </a:extLst>
          </p:cNvPr>
          <p:cNvSpPr txBox="1">
            <a:spLocks/>
          </p:cNvSpPr>
          <p:nvPr/>
        </p:nvSpPr>
        <p:spPr>
          <a:xfrm>
            <a:off x="41559" y="1846258"/>
            <a:ext cx="1731466" cy="132588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Naming Triangles due to their </a:t>
            </a:r>
            <a:r>
              <a:rPr lang="en-AU" sz="2400" b="1" dirty="0"/>
              <a:t>Angles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1E4B16-8969-4874-8DC7-1B4D84F61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275" y="1805519"/>
            <a:ext cx="3658704" cy="24072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A260D0-179B-4481-84DB-03B6171D0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491" y="1888491"/>
            <a:ext cx="3658647" cy="1867078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12791A8-CA4E-45AE-A4F3-1DFAF7B5997B}"/>
              </a:ext>
            </a:extLst>
          </p:cNvPr>
          <p:cNvSpPr txBox="1">
            <a:spLocks/>
          </p:cNvSpPr>
          <p:nvPr/>
        </p:nvSpPr>
        <p:spPr>
          <a:xfrm>
            <a:off x="41559" y="4871427"/>
            <a:ext cx="1731466" cy="132588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Naming Triangles due to their </a:t>
            </a:r>
            <a:r>
              <a:rPr lang="en-AU" sz="2400" b="1" dirty="0"/>
              <a:t>Sides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17B6E70-D76F-46EC-9935-5C9B2A6FEBA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525"/>
          <a:stretch/>
        </p:blipFill>
        <p:spPr>
          <a:xfrm>
            <a:off x="4501946" y="4547374"/>
            <a:ext cx="3605263" cy="231062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64420DD-3281-42D0-A114-D6F71FCF11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564" y="5074241"/>
            <a:ext cx="3619574" cy="125689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16FEAD6-0F45-4197-98C4-8E0739965917}"/>
              </a:ext>
            </a:extLst>
          </p:cNvPr>
          <p:cNvSpPr txBox="1"/>
          <p:nvPr/>
        </p:nvSpPr>
        <p:spPr>
          <a:xfrm>
            <a:off x="24386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0070C0"/>
                </a:solidFill>
                <a:latin typeface="Fragment Core" panose="02000504040000020003" pitchFamily="50" charset="0"/>
              </a:rPr>
              <a:t>EQ – How can we use angles and sides to name triangles?</a:t>
            </a:r>
          </a:p>
        </p:txBody>
      </p:sp>
    </p:spTree>
    <p:extLst>
      <p:ext uri="{BB962C8B-B14F-4D97-AF65-F5344CB8AC3E}">
        <p14:creationId xmlns:p14="http://schemas.microsoft.com/office/powerpoint/2010/main" val="4101341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9898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0070C0"/>
                </a:solidFill>
                <a:latin typeface="Fragment Core" panose="02000504040000020003" pitchFamily="50" charset="0"/>
              </a:rPr>
              <a:t>Naming Triangles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" y="1323633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Question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022072" y="131678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12791A8-CA4E-45AE-A4F3-1DFAF7B5997B}"/>
              </a:ext>
            </a:extLst>
          </p:cNvPr>
          <p:cNvSpPr txBox="1">
            <a:spLocks/>
          </p:cNvSpPr>
          <p:nvPr/>
        </p:nvSpPr>
        <p:spPr>
          <a:xfrm>
            <a:off x="86530" y="2016655"/>
            <a:ext cx="1731466" cy="132588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Naming Triangles due to their </a:t>
            </a:r>
            <a:r>
              <a:rPr lang="en-AU" sz="2400" b="1" dirty="0"/>
              <a:t>Sides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117067-FD86-45D4-A230-4057AD407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060" y="1757888"/>
            <a:ext cx="3193527" cy="28474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A6FCFE-DC6D-4120-9732-4163E8B46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397" y="1852382"/>
            <a:ext cx="3620425" cy="18901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A321B4-384B-44A8-9BDC-BB76ED4D9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7424" y="4078331"/>
            <a:ext cx="3243128" cy="26952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38E2436-71E0-466D-B0BA-D32E347A6B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0279" y="4796006"/>
            <a:ext cx="3607660" cy="180726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6CD1C6E-222F-4DF6-A245-F5466FE14B20}"/>
              </a:ext>
            </a:extLst>
          </p:cNvPr>
          <p:cNvSpPr txBox="1"/>
          <p:nvPr/>
        </p:nvSpPr>
        <p:spPr>
          <a:xfrm>
            <a:off x="24386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0070C0"/>
                </a:solidFill>
                <a:latin typeface="Fragment Core" panose="02000504040000020003" pitchFamily="50" charset="0"/>
              </a:rPr>
              <a:t>EQ – How can we use angles and sides to name triangles?</a:t>
            </a:r>
          </a:p>
        </p:txBody>
      </p:sp>
    </p:spTree>
    <p:extLst>
      <p:ext uri="{BB962C8B-B14F-4D97-AF65-F5344CB8AC3E}">
        <p14:creationId xmlns:p14="http://schemas.microsoft.com/office/powerpoint/2010/main" val="12424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B846-6EC2-44DD-AA6E-979741CE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59317"/>
            <a:ext cx="4389120" cy="17495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spc="100" dirty="0"/>
              <a:t>Write Your Summary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6E65F-97FC-4575-A0E0-1C1DA3815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9" y="2286000"/>
            <a:ext cx="4389120" cy="3931920"/>
          </a:xfrm>
        </p:spPr>
        <p:txBody>
          <a:bodyPr vert="horz" lIns="45720" tIns="45720" rIns="4572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have 3 minutes to write a summary that answers the Essential Question.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 prepared to share your summary with the people sitting in your row.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Placeholder 5" descr="A picture containing table&#10;&#10;Description automatically generated">
            <a:extLst>
              <a:ext uri="{FF2B5EF4-FFF2-40B4-BE49-F238E27FC236}">
                <a16:creationId xmlns:a16="http://schemas.microsoft.com/office/drawing/2014/main" id="{148E7043-18B4-4389-82A0-C4B4F0E354E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126" r="-1" b="-1"/>
          <a:stretch/>
        </p:blipFill>
        <p:spPr>
          <a:xfrm>
            <a:off x="7056116" y="960120"/>
            <a:ext cx="4175762" cy="49408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EE6F8F-C6B7-4C88-A2A5-372F5C7FCBC9}"/>
              </a:ext>
            </a:extLst>
          </p:cNvPr>
          <p:cNvSpPr txBox="1"/>
          <p:nvPr/>
        </p:nvSpPr>
        <p:spPr>
          <a:xfrm>
            <a:off x="8823848" y="5700917"/>
            <a:ext cx="240803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GB" sz="700">
                <a:solidFill>
                  <a:srgbClr val="FFFFFF"/>
                </a:solidFill>
                <a:hlinkClick r:id="rId3" tooltip="http://undeniableme.wordpress.com/2010/06/09/these-are-the-days-of-our-lives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GB" sz="700">
                <a:solidFill>
                  <a:srgbClr val="FFFFFF"/>
                </a:solidFill>
              </a:rPr>
              <a:t> by Unknown Author is licensed under </a:t>
            </a:r>
            <a:r>
              <a:rPr lang="en-GB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GB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049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6D2E7-BFFB-4C74-9E51-CCDF64A3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We 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3F7B34-FBA8-4E44-A193-FFD223B2E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4294"/>
            <a:ext cx="12192000" cy="28452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9F8041-4B94-4C5A-BF0C-8E77207CA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29568"/>
            <a:ext cx="4147526" cy="17119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D151F9-462A-46B2-A3D4-4B75BA400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309" y="4637285"/>
            <a:ext cx="4147527" cy="17107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B7BD91-63F0-493B-819F-EEEC70C2F12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0198"/>
          <a:stretch/>
        </p:blipFill>
        <p:spPr>
          <a:xfrm>
            <a:off x="8412619" y="4637285"/>
            <a:ext cx="3752985" cy="172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23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14BCC-04A3-4220-B5DB-E791CD418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2E5247-E198-4F06-B8F9-06B460D4B6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612"/>
          <a:stretch/>
        </p:blipFill>
        <p:spPr>
          <a:xfrm>
            <a:off x="0" y="1820004"/>
            <a:ext cx="12192000" cy="305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723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A4AEB-D8F4-427F-9F13-3048F40C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3D9B39-2A1B-4297-8BF0-716B5D9F31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208"/>
          <a:stretch/>
        </p:blipFill>
        <p:spPr>
          <a:xfrm>
            <a:off x="3167742" y="1860640"/>
            <a:ext cx="8549640" cy="418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238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BB0DE-669F-463D-9DA5-77B223754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We 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BBA6C2-F482-4EA3-98F3-AFFA31B30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25" y="1773283"/>
            <a:ext cx="11560750" cy="275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289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E1871-4D17-4319-A441-9971E8735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605C90-A646-4594-8A84-F93837015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1545635"/>
            <a:ext cx="10993701" cy="518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192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38</TotalTime>
  <Words>305</Words>
  <Application>Microsoft Office PowerPoint</Application>
  <PresentationFormat>Widescreen</PresentationFormat>
  <Paragraphs>81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Calibri</vt:lpstr>
      <vt:lpstr>Cambria Math</vt:lpstr>
      <vt:lpstr>Fragment Core</vt:lpstr>
      <vt:lpstr>Harrington</vt:lpstr>
      <vt:lpstr>Tw Cen MT</vt:lpstr>
      <vt:lpstr>Tw Cen MT Condensed</vt:lpstr>
      <vt:lpstr>Wingdings 3</vt:lpstr>
      <vt:lpstr>Integral</vt:lpstr>
      <vt:lpstr>Topic: Naming Triangles Eq: How can we use angles and sides to name triangles?</vt:lpstr>
      <vt:lpstr>PowerPoint Presentation</vt:lpstr>
      <vt:lpstr>5 questions</vt:lpstr>
      <vt:lpstr>What we will cover</vt:lpstr>
      <vt:lpstr>PowerPoint Presentation</vt:lpstr>
      <vt:lpstr>Name the following angles on the triangles</vt:lpstr>
      <vt:lpstr>PowerPoint Presentation</vt:lpstr>
      <vt:lpstr>PowerPoint Presentation</vt:lpstr>
      <vt:lpstr>PowerPoint Presentation</vt:lpstr>
      <vt:lpstr>Write Your Summary</vt:lpstr>
      <vt:lpstr>We do</vt:lpstr>
      <vt:lpstr>You do</vt:lpstr>
      <vt:lpstr>answers</vt:lpstr>
      <vt:lpstr>We do</vt:lpstr>
      <vt:lpstr>You 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Triangles Eq: How can we prove triangles are congruent? </dc:title>
  <dc:creator>STRETCH Nine [Baldivis Secondary College]</dc:creator>
  <cp:lastModifiedBy>STRETCH Nine [Baldivis Secondary College]</cp:lastModifiedBy>
  <cp:revision>18</cp:revision>
  <dcterms:created xsi:type="dcterms:W3CDTF">2019-06-12T01:11:07Z</dcterms:created>
  <dcterms:modified xsi:type="dcterms:W3CDTF">2019-06-12T06:08:36Z</dcterms:modified>
</cp:coreProperties>
</file>