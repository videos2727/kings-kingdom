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7" r:id="rId2"/>
    <p:sldId id="267" r:id="rId3"/>
    <p:sldId id="325" r:id="rId4"/>
    <p:sldId id="326" r:id="rId5"/>
    <p:sldId id="327" r:id="rId6"/>
    <p:sldId id="328" r:id="rId7"/>
    <p:sldId id="329" r:id="rId8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7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7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84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4636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733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81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094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986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678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85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758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359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971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737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3646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980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421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13/5/19</a:t>
            </a:fld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05811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chemeClr val="tx1"/>
                </a:solidFill>
                <a:latin typeface="DJB Fancy Nancy" panose="02000500000000000000" pitchFamily="2" charset="0"/>
              </a:rPr>
              <a:t>Two Step Probability Without Replacement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067157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963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without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07E34-2B61-4CF8-A45B-2EAA011652E4}"/>
              </a:ext>
            </a:extLst>
          </p:cNvPr>
          <p:cNvSpPr txBox="1"/>
          <p:nvPr/>
        </p:nvSpPr>
        <p:spPr>
          <a:xfrm>
            <a:off x="2147763" y="1738376"/>
            <a:ext cx="949738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 some experiments, the sample space (list of possible outcomes) may change for the different events. </a:t>
            </a:r>
          </a:p>
          <a:p>
            <a:endParaRPr lang="en-AU" sz="2000" dirty="0"/>
          </a:p>
          <a:p>
            <a:r>
              <a:rPr lang="en-AU" sz="2000" dirty="0"/>
              <a:t>The probability for each event will be different.</a:t>
            </a:r>
          </a:p>
          <a:p>
            <a:endParaRPr lang="en-AU" dirty="0"/>
          </a:p>
          <a:p>
            <a:r>
              <a:rPr lang="en-AU" sz="2000" dirty="0"/>
              <a:t>Example : There are 10 marbles in a bag and you choose one and </a:t>
            </a:r>
            <a:r>
              <a:rPr lang="en-AU" sz="2000" b="1" dirty="0"/>
              <a:t>keep it </a:t>
            </a:r>
            <a:r>
              <a:rPr lang="en-AU" sz="2000" dirty="0"/>
              <a:t>(for the first selection there were 10 marbles), you choose another marble and keep it (for the second selection there were only 9 marbles to choose from). </a:t>
            </a:r>
          </a:p>
          <a:p>
            <a:endParaRPr lang="en-AU" sz="2000" dirty="0"/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963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without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/>
              <a:t>Since the cards are selected at the same time there is no replacement. </a:t>
            </a:r>
          </a:p>
        </p:txBody>
      </p:sp>
    </p:spTree>
    <p:extLst>
      <p:ext uri="{BB962C8B-B14F-4D97-AF65-F5344CB8AC3E}">
        <p14:creationId xmlns:p14="http://schemas.microsoft.com/office/powerpoint/2010/main" val="311090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963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Two step Probability without replacement 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76812" y="1482353"/>
            <a:ext cx="993454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bucket contains 4 blue marbles, 3 red marbles and 3 yellow marbles, two marbles are selected without replacement.</a:t>
            </a:r>
          </a:p>
          <a:p>
            <a:endParaRPr lang="en-AU" dirty="0"/>
          </a:p>
          <a:p>
            <a:r>
              <a:rPr lang="en-AU" dirty="0"/>
              <a:t>Draw the tree diagram and label the probabilities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P(BY)=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P(BB)=</a:t>
            </a:r>
          </a:p>
          <a:p>
            <a:endParaRPr lang="en-AU" dirty="0"/>
          </a:p>
          <a:p>
            <a:endParaRPr lang="en-A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710A5F-9D4A-6448-80DB-C21B23BAEF88}"/>
              </a:ext>
            </a:extLst>
          </p:cNvPr>
          <p:cNvCxnSpPr>
            <a:cxnSpLocks/>
          </p:cNvCxnSpPr>
          <p:nvPr/>
        </p:nvCxnSpPr>
        <p:spPr>
          <a:xfrm>
            <a:off x="1538578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39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4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3262-839F-4CC1-B5DC-60E7C6C2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464" y="54318"/>
            <a:ext cx="10571998" cy="970450"/>
          </a:xfrm>
        </p:spPr>
        <p:txBody>
          <a:bodyPr/>
          <a:lstStyle/>
          <a:p>
            <a:r>
              <a:rPr lang="en-AU" dirty="0"/>
              <a:t>WE DO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854B0D-067E-4463-945E-36B8F7EEC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015" t="88184" r="49289" b="5562"/>
          <a:stretch/>
        </p:blipFill>
        <p:spPr>
          <a:xfrm>
            <a:off x="6520873" y="1995218"/>
            <a:ext cx="5790140" cy="6045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CA4828-08A2-42D4-87C2-933D91FE26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697" t="18855" r="43305" b="11597"/>
          <a:stretch/>
        </p:blipFill>
        <p:spPr>
          <a:xfrm>
            <a:off x="258619" y="1024768"/>
            <a:ext cx="6262254" cy="583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8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74" y="44852"/>
            <a:ext cx="10571998" cy="970450"/>
          </a:xfrm>
        </p:spPr>
        <p:txBody>
          <a:bodyPr/>
          <a:lstStyle/>
          <a:p>
            <a:r>
              <a:rPr lang="en-AU" dirty="0"/>
              <a:t>YOU DO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453487" y="1080868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42" t="16161" r="39242" b="12023"/>
          <a:stretch/>
        </p:blipFill>
        <p:spPr>
          <a:xfrm>
            <a:off x="151474" y="1080868"/>
            <a:ext cx="6530109" cy="567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925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{1914B0F4-D167-E647-B925-DD6B491DD2A7}tf10001121</Template>
  <TotalTime>6398</TotalTime>
  <Words>208</Words>
  <Application>Microsoft Macintosh PowerPoint</Application>
  <PresentationFormat>Widescreen</PresentationFormat>
  <Paragraphs>48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DJB Fancy Nancy</vt:lpstr>
      <vt:lpstr>Kiwi School Handwriting</vt:lpstr>
      <vt:lpstr>Wingdings 2</vt:lpstr>
      <vt:lpstr>Quotable</vt:lpstr>
      <vt:lpstr>Two Step Probability Without Replacement</vt:lpstr>
      <vt:lpstr>PowerPoint Presentation</vt:lpstr>
      <vt:lpstr>PowerPoint Presentation</vt:lpstr>
      <vt:lpstr>PowerPoint Presentation</vt:lpstr>
      <vt:lpstr>PowerPoint Presentation</vt:lpstr>
      <vt:lpstr>WE DO</vt:lpstr>
      <vt:lpstr>YOU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POWER Travis [Baldivis Secondary College]</cp:lastModifiedBy>
  <cp:revision>32</cp:revision>
  <cp:lastPrinted>2018-05-17T23:11:48Z</cp:lastPrinted>
  <dcterms:created xsi:type="dcterms:W3CDTF">2017-10-15T23:31:24Z</dcterms:created>
  <dcterms:modified xsi:type="dcterms:W3CDTF">2019-05-13T13:42:42Z</dcterms:modified>
</cp:coreProperties>
</file>