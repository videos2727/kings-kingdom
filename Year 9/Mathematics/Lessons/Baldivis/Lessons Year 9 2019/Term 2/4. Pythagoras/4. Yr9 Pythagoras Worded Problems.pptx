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1" r:id="rId2"/>
    <p:sldId id="512" r:id="rId3"/>
    <p:sldId id="267" r:id="rId4"/>
    <p:sldId id="472" r:id="rId5"/>
    <p:sldId id="510" r:id="rId6"/>
    <p:sldId id="260" r:id="rId7"/>
    <p:sldId id="506" r:id="rId8"/>
    <p:sldId id="505" r:id="rId9"/>
    <p:sldId id="507" r:id="rId10"/>
    <p:sldId id="508" r:id="rId11"/>
    <p:sldId id="50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74" autoAdjust="0"/>
    <p:restoredTop sz="80766" autoAdjust="0"/>
  </p:normalViewPr>
  <p:slideViewPr>
    <p:cSldViewPr>
      <p:cViewPr varScale="1">
        <p:scale>
          <a:sx n="73" d="100"/>
          <a:sy n="73" d="100"/>
        </p:scale>
        <p:origin x="1236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542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87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16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9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Solving Problems using Pythagoras’ Theorem</a:t>
            </a:r>
          </a:p>
        </p:txBody>
      </p:sp>
    </p:spTree>
    <p:extLst>
      <p:ext uri="{BB962C8B-B14F-4D97-AF65-F5344CB8AC3E}">
        <p14:creationId xmlns:p14="http://schemas.microsoft.com/office/powerpoint/2010/main" val="1629306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66B6-08BE-444D-A933-836D0114E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AU" sz="3600" b="1" dirty="0"/>
              <a:t>Warm Up (LHS)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A83A3-E18D-4B23-8F43-AC9BB8217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405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400" dirty="0"/>
              <a:t>Write your summary from the last lesson.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400" dirty="0"/>
              <a:t>A right triangle has a hypotenuse of 10cm and one side of 6cm. How long is the other short side?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400" dirty="0"/>
              <a:t>What is Pythagoras Theorem?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4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B0917D-4259-469B-8625-0E944DE65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363" y="2811279"/>
            <a:ext cx="6905347" cy="335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5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163069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1172036"/>
            <a:ext cx="0" cy="542531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4616" y="290413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45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9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How can we solve problems involving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323239" y="1284528"/>
            <a:ext cx="6197351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indent="-457200">
              <a:buAutoNum type="arabicPeriod"/>
            </a:pPr>
            <a:r>
              <a:rPr lang="en-AU" sz="2000" dirty="0"/>
              <a:t>Draw a diagram to help identify the right-angled triangles that may help solve the problem.</a:t>
            </a:r>
          </a:p>
          <a:p>
            <a:pPr marL="457200" indent="-457200">
              <a:buAutoNum type="arabicPeriod"/>
            </a:pPr>
            <a:r>
              <a:rPr lang="en-AU" sz="2000" dirty="0"/>
              <a:t>Label the sides with their lengths. Use a pronumeral if the length is not unknown.</a:t>
            </a:r>
          </a:p>
          <a:p>
            <a:pPr marL="457200" indent="-457200">
              <a:buAutoNum type="arabicPeriod"/>
            </a:pPr>
            <a:r>
              <a:rPr lang="en-AU" sz="2000" dirty="0"/>
              <a:t>Use Pythagoras’ Theorem to work out the unknown.</a:t>
            </a:r>
          </a:p>
          <a:p>
            <a:pPr marL="457200" indent="-457200">
              <a:buAutoNum type="arabicPeriod"/>
            </a:pPr>
            <a:r>
              <a:rPr lang="en-AU" sz="2000" dirty="0"/>
              <a:t>Solve the problem by making any further calculations and answering in words.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075E63-DA94-453C-B129-912863142F25}"/>
              </a:ext>
            </a:extLst>
          </p:cNvPr>
          <p:cNvSpPr txBox="1"/>
          <p:nvPr/>
        </p:nvSpPr>
        <p:spPr>
          <a:xfrm>
            <a:off x="126070" y="1325189"/>
            <a:ext cx="19256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What are the steps?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6EF21B-09CC-4544-80D9-02CC838B60F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7159" y="3675351"/>
            <a:ext cx="8573266" cy="294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CCAF87-727A-4E0A-A184-5E45F7E52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64" y="620688"/>
            <a:ext cx="8820472" cy="585157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C920F18-18B5-4299-8257-27020839DC7B}"/>
              </a:ext>
            </a:extLst>
          </p:cNvPr>
          <p:cNvSpPr/>
          <p:nvPr/>
        </p:nvSpPr>
        <p:spPr>
          <a:xfrm>
            <a:off x="179512" y="4077072"/>
            <a:ext cx="8820472" cy="1944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031C0F-5704-45CF-A182-95CBA2F9478B}"/>
              </a:ext>
            </a:extLst>
          </p:cNvPr>
          <p:cNvSpPr/>
          <p:nvPr/>
        </p:nvSpPr>
        <p:spPr>
          <a:xfrm>
            <a:off x="175942" y="6007861"/>
            <a:ext cx="8820472" cy="4476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4956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163069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1172036"/>
            <a:ext cx="0" cy="542531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4616" y="290413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45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9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How can we solve problems involving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323239" y="1284528"/>
            <a:ext cx="6197351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Same steps as problem solving but we have two sides of the same unknown length.</a:t>
            </a:r>
          </a:p>
          <a:p>
            <a:endParaRPr lang="en-AU" sz="2000" dirty="0"/>
          </a:p>
          <a:p>
            <a:r>
              <a:rPr lang="en-AU" sz="2000" dirty="0"/>
              <a:t>For example: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075E63-DA94-453C-B129-912863142F25}"/>
              </a:ext>
            </a:extLst>
          </p:cNvPr>
          <p:cNvSpPr txBox="1"/>
          <p:nvPr/>
        </p:nvSpPr>
        <p:spPr>
          <a:xfrm>
            <a:off x="126070" y="1325189"/>
            <a:ext cx="192565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What if we get a right-angled isosceles triangle?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6ACC36D-15CF-433F-88BD-023F110FD11A}"/>
              </a:ext>
            </a:extLst>
          </p:cNvPr>
          <p:cNvGrpSpPr/>
          <p:nvPr/>
        </p:nvGrpSpPr>
        <p:grpSpPr>
          <a:xfrm>
            <a:off x="4031357" y="2060848"/>
            <a:ext cx="2016224" cy="1612529"/>
            <a:chOff x="4860032" y="2248519"/>
            <a:chExt cx="2200245" cy="18002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DA86983-3F2E-44E8-A41A-E9816CFDA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60032" y="2248519"/>
              <a:ext cx="2200245" cy="18002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4E7AC95-CC3F-47CD-81DE-603B0FBFA059}"/>
                </a:ext>
              </a:extLst>
            </p:cNvPr>
            <p:cNvSpPr txBox="1"/>
            <p:nvPr/>
          </p:nvSpPr>
          <p:spPr>
            <a:xfrm>
              <a:off x="5066307" y="2650462"/>
              <a:ext cx="767425" cy="4466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AU" sz="2000" dirty="0"/>
                <a:t>16m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CBE8657-5DD7-4B67-9547-E820CDC1495E}"/>
                  </a:ext>
                </a:extLst>
              </p:cNvPr>
              <p:cNvSpPr/>
              <p:nvPr/>
            </p:nvSpPr>
            <p:spPr>
              <a:xfrm>
                <a:off x="3898098" y="3789040"/>
                <a:ext cx="2239011" cy="25021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256=2 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=256 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=128</m:t>
                      </m:r>
                    </m:oMath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128</m:t>
                          </m:r>
                        </m:e>
                      </m:rad>
                    </m:oMath>
                  </m:oMathPara>
                </a14:m>
                <a:br>
                  <a:rPr lang="en-AU" sz="2200" b="0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=11.31</m:t>
                    </m:r>
                  </m:oMath>
                </a14:m>
                <a:r>
                  <a:rPr lang="en-AU" sz="2200" dirty="0"/>
                  <a:t>m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CBE8657-5DD7-4B67-9547-E820CDC149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98" y="3789040"/>
                <a:ext cx="2239011" cy="2502160"/>
              </a:xfrm>
              <a:prstGeom prst="rect">
                <a:avLst/>
              </a:prstGeom>
              <a:blipFill>
                <a:blip r:embed="rId4"/>
                <a:stretch>
                  <a:fillRect b="-41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733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918" y="764704"/>
            <a:ext cx="3974163" cy="51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464780-D9B7-40B5-BBD4-6ED7F0C3D66C}"/>
              </a:ext>
            </a:extLst>
          </p:cNvPr>
          <p:cNvSpPr txBox="1"/>
          <p:nvPr/>
        </p:nvSpPr>
        <p:spPr>
          <a:xfrm>
            <a:off x="444616" y="290413"/>
            <a:ext cx="1036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We Do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CD54C4-E0FC-4EC8-AF29-81FD9BCB05E5}"/>
              </a:ext>
            </a:extLst>
          </p:cNvPr>
          <p:cNvSpPr txBox="1"/>
          <p:nvPr/>
        </p:nvSpPr>
        <p:spPr>
          <a:xfrm>
            <a:off x="539552" y="980728"/>
            <a:ext cx="7632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 kite is flying on a string that is 35m long. Its horizontal distance from its anchor point is 17m.</a:t>
            </a:r>
          </a:p>
          <a:p>
            <a:r>
              <a:rPr lang="en-AU" sz="2400" dirty="0"/>
              <a:t>How high is the kite flying?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84E7BF-1736-4B1C-B6B1-8F96D9CBF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252" y="2276872"/>
            <a:ext cx="1872208" cy="16000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148C29-0F45-42C3-BE98-E79E8EF61AC2}"/>
                  </a:ext>
                </a:extLst>
              </p:cNvPr>
              <p:cNvSpPr txBox="1"/>
              <p:nvPr/>
            </p:nvSpPr>
            <p:spPr>
              <a:xfrm>
                <a:off x="3241252" y="4293096"/>
                <a:ext cx="2414828" cy="22595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=1225 −289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=936</m:t>
                      </m:r>
                    </m:oMath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936</m:t>
                          </m:r>
                        </m:e>
                      </m:rad>
                    </m:oMath>
                  </m:oMathPara>
                </a14:m>
                <a:br>
                  <a:rPr lang="en-AU" sz="2400" b="0" dirty="0"/>
                </a:b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=30.59</m:t>
                    </m:r>
                  </m:oMath>
                </a14:m>
                <a:r>
                  <a:rPr lang="en-AU" sz="2400" b="0" dirty="0"/>
                  <a:t>m</a:t>
                </a:r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148C29-0F45-42C3-BE98-E79E8EF61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252" y="4293096"/>
                <a:ext cx="2414828" cy="2259529"/>
              </a:xfrm>
              <a:prstGeom prst="rect">
                <a:avLst/>
              </a:prstGeom>
              <a:blipFill>
                <a:blip r:embed="rId3"/>
                <a:stretch>
                  <a:fillRect l="-3283" r="-27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050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464780-D9B7-40B5-BBD4-6ED7F0C3D66C}"/>
              </a:ext>
            </a:extLst>
          </p:cNvPr>
          <p:cNvSpPr txBox="1"/>
          <p:nvPr/>
        </p:nvSpPr>
        <p:spPr>
          <a:xfrm>
            <a:off x="444616" y="290413"/>
            <a:ext cx="1078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You Do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09F1F-229C-4D47-818F-A61F98293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02" y="5013176"/>
            <a:ext cx="5385475" cy="17206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8B9A74-C73F-4DF7-993B-E2FB80C40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02" y="728404"/>
            <a:ext cx="7715582" cy="441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76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464780-D9B7-40B5-BBD4-6ED7F0C3D66C}"/>
              </a:ext>
            </a:extLst>
          </p:cNvPr>
          <p:cNvSpPr txBox="1"/>
          <p:nvPr/>
        </p:nvSpPr>
        <p:spPr>
          <a:xfrm>
            <a:off x="323528" y="229074"/>
            <a:ext cx="1429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Extension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25632B-2511-4A01-94E7-DBA12C8CA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320" y="238919"/>
            <a:ext cx="6677158" cy="32620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07DC93-228F-49AF-988A-4C3D101E9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593" y="3568717"/>
            <a:ext cx="3960440" cy="31900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F2DBEB-BDE0-4520-8AC1-D5385336B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033" y="3568717"/>
            <a:ext cx="2788608" cy="319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910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464780-D9B7-40B5-BBD4-6ED7F0C3D66C}"/>
              </a:ext>
            </a:extLst>
          </p:cNvPr>
          <p:cNvSpPr txBox="1"/>
          <p:nvPr/>
        </p:nvSpPr>
        <p:spPr>
          <a:xfrm>
            <a:off x="444616" y="290413"/>
            <a:ext cx="1284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Exit Pass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7D5F0D-28AE-4713-8E12-0470186BD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706" y="1628801"/>
            <a:ext cx="2200245" cy="1800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D0BA0F-E246-431E-AE3B-83BD8157B7ED}"/>
              </a:ext>
            </a:extLst>
          </p:cNvPr>
          <p:cNvSpPr txBox="1"/>
          <p:nvPr/>
        </p:nvSpPr>
        <p:spPr>
          <a:xfrm>
            <a:off x="611560" y="1196752"/>
            <a:ext cx="7615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Calculate the shorter sides of this isosceles triangle to 2 decimal places.</a:t>
            </a:r>
          </a:p>
        </p:txBody>
      </p:sp>
    </p:spTree>
    <p:extLst>
      <p:ext uri="{BB962C8B-B14F-4D97-AF65-F5344CB8AC3E}">
        <p14:creationId xmlns:p14="http://schemas.microsoft.com/office/powerpoint/2010/main" val="2517420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163069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616" y="290413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45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9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How can we work out the sides of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C075E63-DA94-453C-B129-912863142F25}"/>
              </a:ext>
            </a:extLst>
          </p:cNvPr>
          <p:cNvSpPr txBox="1"/>
          <p:nvPr/>
        </p:nvSpPr>
        <p:spPr>
          <a:xfrm>
            <a:off x="323528" y="1501823"/>
            <a:ext cx="856895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Summary</a:t>
            </a:r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170331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18970</TotalTime>
  <Words>261</Words>
  <Application>Microsoft Office PowerPoint</Application>
  <PresentationFormat>On-screen Show (4:3)</PresentationFormat>
  <Paragraphs>49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Kiwi School Handwriting</vt:lpstr>
      <vt:lpstr>Office Theme</vt:lpstr>
      <vt:lpstr>Solving Problems using Pythagoras’ Theorem</vt:lpstr>
      <vt:lpstr>Warm Up (LHS)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Barry Stanton</cp:lastModifiedBy>
  <cp:revision>649</cp:revision>
  <dcterms:created xsi:type="dcterms:W3CDTF">2013-02-28T07:36:55Z</dcterms:created>
  <dcterms:modified xsi:type="dcterms:W3CDTF">2019-06-05T13:00:22Z</dcterms:modified>
</cp:coreProperties>
</file>