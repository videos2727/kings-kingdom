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9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57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3:53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7712 0 0,'0'0'356'0'0,"0"0"-8"0"0,0 0-135 0 0,0 0 268 0 0,0 0 139 0 0,0 0 27 0 0,2 2-11 0 0,16 3 975 0 0,-6-3-681 0 0,49 5 562 0 0,32-13 405 0 0,-41 2-3708 0 0,-38 3-1923 0 0,-2-4-1168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3:53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6248 0 0,'0'0'282'0'0,"0"0"-2"0"0,0 0-57 0 0,0 0 430 0 0,0 0 209 0 0,0 0 39 0 0,0 0-9 0 0,0 0-79 0 0,0 0-39 0 0,0 0-6 0 0,0 0-31 0 0,2 0-129 0 0,88 12 2906 0 0,-6-11-2198 0 0,34-1-3368 0 0,-101 0-4047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3:54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80 1376 0 0,'0'0'352'0'0,"0"0"943"0"0,0 0 418 0 0,0 0 81 0 0,0 0-110 0 0,8 3 1228 0 0,79-38 2138 0 0,-28 12-3732 0 0,-48 18-1182 0 0,-1 1 0 0 0,1 1 0 0 0,-1-1 0 0 0,1 2 0 0 0,0-1-1 0 0,0 2 1 0 0,1 0 0 0 0,-1 0 0 0 0,0 1 0 0 0,0 0 0 0 0,10 1-136 0 0,-10 2 45 0 0,1-1 0 0 0,0 1 1 0 0,-1 1-1 0 0,0 0 0 0 0,0 1 1 0 0,0 0-1 0 0,0 1 0 0 0,7 4-45 0 0,34 52 80 0 0,-36-10-80 0 0,-16-45 0 0 0,0-1 0 0 0,-1 1 0 0 0,0 0 0 0 0,-1-1 0 0 0,1 1 0 0 0,-1-1 0 0 0,-1 1 0 0 0,1-1 0 0 0,-1 0 0 0 0,0 0 0 0 0,-1 0 0 0 0,1 0 0 0 0,-1 0 0 0 0,0-1 0 0 0,-1 0 0 0 0,1 3 0 0 0,-5 4 0 0 0,-1 0 0 0 0,0-1 0 0 0,0 0 0 0 0,-1 0 0 0 0,0-1 0 0 0,-1 0 0 0 0,-6 3 0 0 0,-46 43 530 0 0,8-10 135 0 0,30-24-420 0 0,26-22-53 0 0,0 0 0 0 0,0 0-54 0 0,0 0-232 0 0,0 0-104 0 0,0 0-24 0 0,0 0 22 0 0,2 0 110 0 0,74-23 76 0 0,-9 15 14 0 0,-55 10 31 0 0,-1 0 0 0 0,1 1 0 0 0,-1 0 0 0 0,0 1 0 0 0,0 0 0 0 0,-1 1 0 0 0,1 0 0 0 0,-1 0 0 0 0,0 1 0 0 0,0 1 0 0 0,-1 0 1 0 0,0 0-1 0 0,0 1 0 0 0,-1 0 0 0 0,0 0 0 0 0,0 1 0 0 0,-1 0 0 0 0,0 0 0 0 0,-1 1 0 0 0,0 0 0 0 0,0 0 0 0 0,-1 1 0 0 0,0-1 0 0 0,-1 1 0 0 0,0 0 0 0 0,-1 0 0 0 0,1 5-31 0 0,11 99 34 0 0,-14-104-34 0 0,-1 0 0 0 0,-1 1 0 0 0,1-1 0 0 0,-2 0 0 0 0,0 0 0 0 0,0 0 0 0 0,-1 0 0 0 0,-4 10 0 0 0,-4 8 0 0 0,-29 46 0 0 0,-23-23 207 0 0,50-45-121 0 0,0 0 1 0 0,-1-1-1 0 0,0 0 1 0 0,0-1-1 0 0,0-1 1 0 0,0 0-1 0 0,-1-1 0 0 0,0-1 1 0 0,1 0-1 0 0,-1-1 1 0 0,-9-1-87 0 0,-83-20 402 0 0,-10-35-258 0 0,66 15-537 0 0,47 37 217 0 0,1 1-1 0 0,-1-1 1 0 0,1 0 0 0 0,0 0 0 0 0,0-1-1 0 0,0 1 1 0 0,0-1 0 0 0,0 1-1 0 0,1-1 1 0 0,0 0 0 0 0,0 0 0 0 0,0 0-1 0 0,0 0 1 0 0,0-3 176 0 0,1-8-1659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3:55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9648 0 0,'0'0'438'0'0,"0"0"-8"0"0,0 0-148 0 0,0 0 397 0 0,0 0 200 0 0,0 0 38 0 0,0 0-29 0 0,0 0-161 0 0,0 0-73 0 0,0 0-12 0 0,2 0-28 0 0,219-17 4029 0 0,-77 22-4171 0 0,-19 0 1118 0 0,3-11-2958 0 0,-98-3-1498 0 0,-29 8-1903 0 0,-1 1-1475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3:55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10 9416 0 0,'0'0'208'0'0,"-7"-6"514"0"0,-18 3 1836 0 0,5 6-1533 0 0,14 10-674 0 0,-15 32 299 0 0,18-15 294 0 0,5-28-848 0 0,1-1-74 0 0,-1 0-1 0 0,1 1 0 0 0,-1-1 1 0 0,1 0-1 0 0,0 0 1 0 0,-1-1-1 0 0,1 1 0 0 0,0 0 1 0 0,0-1-1 0 0,0 0 1 0 0,0 0-1 0 0,-1 1 1 0 0,1-2-1 0 0,0 1 0 0 0,0 0 1 0 0,0-1-1 0 0,2 0-21 0 0,57-39 627 0 0,-57 21-317 0 0,-19 3-372 0 0,13 15-37 0 0,-1 0 0 0 0,1 0 1 0 0,0 0-1 0 0,-1 0 0 0 0,1 0 1 0 0,-1 0-1 0 0,1 0 1 0 0,-1 0-1 0 0,0 1 0 0 0,1-1 1 0 0,-1 1-1 0 0,0-1 0 0 0,1 1 1 0 0,-1-1-1 0 0,0 1 0 0 0,0 0 1 0 0,1 0-1 0 0,-1 0 0 0 0,0 0 1 0 0,0 0-1 0 0,1 0 0 0 0,-1 1 1 0 0,0-1-1 0 0,0 1 0 0 0,1-1 1 0 0,-1 1-1 0 0,0 0 99 0 0,-19 8-2009 0 0,11-3 985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3:56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42 115 8264 0 0,'0'0'182'0'0,"0"0"29"0"0,0 0 14 0 0,0 0 50 0 0,0 0 160 0 0,-1-2 69 0 0,-3-4 9 0 0,3 4 4 0 0,2 2-335 0 0,-1-1 0 0 0,0 0-1 0 0,0 0 1 0 0,0 0-1 0 0,0 1 1 0 0,0-1 0 0 0,0 0-1 0 0,0 0 1 0 0,-1 0-1 0 0,1 1 1 0 0,0-1 0 0 0,0 0-1 0 0,0 0 1 0 0,-1 1-1 0 0,1-1 1 0 0,0 0 0 0 0,-1 1-1 0 0,1-1 1 0 0,-1 0-1 0 0,1 1 1 0 0,-1-1 0 0 0,1 0-1 0 0,-1 1 1 0 0,1-1-1 0 0,-1 1 1 0 0,0-1 0 0 0,1 1-1 0 0,-1-1 1 0 0,0 1 0 0 0,1 0-1 0 0,-1-1 1 0 0,0 1-1 0 0,0 0 1 0 0,1-1 0 0 0,-1 1-1 0 0,0 0 1 0 0,0 0-182 0 0,-13 3 192 0 0,13-3 137 0 0,-5 38 933 0 0,17-9-857 0 0,11-27-269 0 0,-19-2-113 0 0,1-1 0 0 0,-1 1 0 0 0,0-1-1 0 0,0 0 1 0 0,1 1 0 0 0,-1-1 0 0 0,0-1 0 0 0,0 1 0 0 0,0 0-1 0 0,0-1 1 0 0,-1 0 0 0 0,1 0 0 0 0,0 0 0 0 0,-1 0 0 0 0,3-2-23 0 0,-4 3 194 0 0,-1 1 44 0 0,1-2 8 0 0,0 0-239 0 0,0 0 1 0 0,0-1-1 0 0,0 1 0 0 0,0-1 0 0 0,-1 1 0 0 0,1-1 0 0 0,-1 1 0 0 0,1-1 0 0 0,-1 0 1 0 0,0 1-1 0 0,0-1 0 0 0,0 0 0 0 0,-1 1 0 0 0,1-1 0 0 0,0 1 0 0 0,-1-1 0 0 0,0 1 1 0 0,0-1-1 0 0,1 1 0 0 0,-1-1 0 0 0,-1 1 0 0 0,1-1 0 0 0,0 1 0 0 0,-1 0 0 0 0,1 0 1 0 0,-1 0-1 0 0,1 0 0 0 0,-2-1-7 0 0,-3-5-12 0 0,-3-12-435 0 0,3 6-1427 0 0,0 5-2684 0 0,-5 1-1686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4:00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11088 0 0,'0'0'248'0'0,"0"0"34"0"0,0 0 22 0 0,0 0-29 0 0,2 0-179 0 0,168 3 4513 0 0,5-2-3248 0 0,-42-2-985 0 0,-35 16-1969 0 0,-83-11-2595 0 0,-4 0-1342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4:00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5 10136 0 0,'0'0'230'0'0,"-11"4"693"0"0,3-4-128 0 0,6 0 182 0 0,2 0 42 0 0,0 0-65 0 0,4-1-288 0 0,193-7 3071 0 0,-135 9-2831 0 0,120 6 458 0 0,-7 0-3382 0 0,-159-8-85 0 0,0-4-4379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3:58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8288 0 0,'0'0'381'0'0,"0"0"-6"0"0,1-2-242 0 0,11-11-330 0 0,-10 11 2319 0 0,-1 3 4523 0 0,13 143-4969 0 0,-8 22-764 0 0,-2 59-198 0 0,12-46-572 0 0,20-55-238 0 0,1-65-1273 0 0,-17-55-824 0 0,-9-7 252 0 0</inkml:trace>
  <inkml:trace contextRef="#ctx0" brushRef="#br0" timeOffset="565.486">941 279 2760 0 0,'-6'-95'3128'0'0,"-4"57"716"0"0,-9 2-184 0 0,1 8-1854 0 0,-11 9-245 0 0,-34-12 1086 0 0,53 30-2538 0 0,0 1-1 0 0,0 0 1 0 0,0 0 0 0 0,1 1 0 0 0,-1 1-1 0 0,0-1 1 0 0,0 2 0 0 0,1-1-1 0 0,0 1 1 0 0,-1 1 0 0 0,1-1-1 0 0,0 2 1 0 0,1-1 0 0 0,-1 1 0 0 0,1 1-1 0 0,0-1 1 0 0,0 1 0 0 0,0 1-1 0 0,-5 6-108 0 0,-104 124 0 0 0,108-124 12 0 0,0 2-1 0 0,0-1 1 0 0,1 1-1 0 0,1 1 0 0 0,1-1 1 0 0,0 1-1 0 0,-1 8-11 0 0,1-8 58 0 0,0 1-10 0 0,0 2-1 0 0,1-1 1 0 0,1 1 0 0 0,1 0 0 0 0,0 0 0 0 0,1 0 0 0 0,2 0-1 0 0,0 0 1 0 0,2 18-48 0 0,24 74 0 0 0,-21-100 0 0 0,0 1 0 0 0,1-1 0 0 0,0 0 0 0 0,1-1 0 0 0,0 0 0 0 0,0 0 0 0 0,1 0 0 0 0,1-1 0 0 0,-1 0 0 0 0,1 0 0 0 0,1-1 0 0 0,0-1 0 0 0,0 1 0 0 0,0-2 0 0 0,1 1 0 0 0,0-1 0 0 0,0-1 0 0 0,1 0 0 0 0,0-1 0 0 0,-1 0 0 0 0,1-1 0 0 0,1 0 0 0 0,-1-1 0 0 0,4 1 0 0 0,11-5 47 0 0,-1 0-1 0 0,1-2 0 0 0,-1 0 1 0 0,1-2-1 0 0,-1-1 0 0 0,-1-1 1 0 0,1-1-1 0 0,-2-2 0 0 0,1 0 1 0 0,-1-1-1 0 0,-1-2 0 0 0,5-4-46 0 0,-9 7-91 0 0,0-1 1 0 0,-1 0-1 0 0,-1-2 0 0 0,0 0 0 0 0,0-1 0 0 0,-2 0 0 0 0,10-13 91 0 0,-10 10-5 0 0,-9 11-27 0 0,0 0 1 0 0,0-1 0 0 0,0 0 0 0 0,-1 0-1 0 0,-1 0 1 0 0,1-1 0 0 0,-1 1-1 0 0,-1-1 1 0 0,1 0 0 0 0,0-4 31 0 0,0 0 19 0 0,-1 0 1 0 0,-1 0 0 0 0,1-1-1 0 0,-2 1 1 0 0,0-1 0 0 0,-1 1 0 0 0,0-1-1 0 0,-1 1 1 0 0,0 0 0 0 0,-1-1-1 0 0,-1 1 1 0 0,0 0 0 0 0,-3-7-20 0 0,1 8-41 0 0,-1 0 0 0 0,0 1 0 0 0,-1-1 0 0 0,-1 1-1 0 0,1 1 1 0 0,-2-1 0 0 0,1 1 0 0 0,-2 1 0 0 0,0-1 41 0 0,-53-50 0 0 0,44 48 0 0 0,-2 1 0 0 0,1 1 0 0 0,-2 0 0 0 0,1 2 0 0 0,-1 0 0 0 0,0 2 0 0 0,0 0 0 0 0,-1 2 0 0 0,-2 0 0 0 0,19 3 10 0 0,-4-1-253 0 0,-1-1-1 0 0,1 2 0 0 0,-1-1 0 0 0,1 1 0 0 0,-1 1 0 0 0,1 0 0 0 0,-1 1 0 0 0,1 0 1 0 0,-1 0-1 0 0,1 1 0 0 0,-1 0 0 0 0,1 1 0 0 0,0 0 0 0 0,0 1 0 0 0,0 0 0 0 0,1 1 0 0 0,-6 3 244 0 0,14-7-183 0 0,-1 1 0 0 0,1 0-1 0 0,0-1 1 0 0,0 1 0 0 0,0 0-1 0 0,0 0 1 0 0,0-1 0 0 0,0 1-1 0 0,0 0 1 0 0,1 0 0 0 0,-1 0-1 0 0,0 0 1 0 0,1 0-1 0 0,0 0 1 0 0,0 0 0 0 0,-1 0-1 0 0,1 0 1 0 0,1 0 0 0 0,-1 0-1 0 0,0 0 1 0 0,0 0 0 0 0,1 0-1 0 0,-1 1 184 0 0,1 1-1534 0 0</inkml:trace>
  <inkml:trace contextRef="#ctx0" brushRef="#br0" timeOffset="1082.107">1923 275 10136 0 0,'-30'-73'1538'0'0,"-14"13"2916"0"0,41 56-4301 0 0,0 0 0 0 0,0 0 0 0 0,-1 1 0 0 0,0-1 0 0 0,0 1 0 0 0,0 0 0 0 0,0 0 0 0 0,0 1 0 0 0,-1-1 0 0 0,1 1 0 0 0,-1 0 1 0 0,1 0-1 0 0,-1 0 0 0 0,0 1 0 0 0,0-1 0 0 0,0 1 0 0 0,0 1 0 0 0,0-1 0 0 0,0 1 0 0 0,0-1 0 0 0,0 1 0 0 0,-1 1-153 0 0,-18-1 708 0 0,14-1-593 0 0,0 0 1 0 0,-1 2-1 0 0,1-1 0 0 0,0 1 0 0 0,0 1 1 0 0,0-1-1 0 0,0 2 0 0 0,0-1 1 0 0,0 2-1 0 0,1-1 0 0 0,-2 2-115 0 0,10-5 0 0 0,-8 4 0 0 0,1 0 0 0 0,-1 1 0 0 0,1 0 0 0 0,0 0 0 0 0,0 1 0 0 0,1 0 0 0 0,-1 0 0 0 0,1 1 0 0 0,1 0 0 0 0,-2 2 0 0 0,-6 8 46 0 0,0 1-1 0 0,2 1 0 0 0,0 0 1 0 0,2 1-1 0 0,0 0 0 0 0,0 0 1 0 0,2 1-1 0 0,0 4-45 0 0,2-5-47 0 0,-19 109-213 0 0,24-118 260 0 0,1 1 0 0 0,0-1 0 0 0,0 0 0 0 0,1 0 0 0 0,1 1 0 0 0,0-1 0 0 0,0 0 0 0 0,1 0 0 0 0,1 0 0 0 0,0-1 0 0 0,0 1 0 0 0,1-1 0 0 0,0 0 0 0 0,2-1 87 0 0,0 0-1 0 0,0-1 0 0 0,0 0 1 0 0,1 0-1 0 0,0 0 0 0 0,1-1 1 0 0,0-1-1 0 0,0 1 0 0 0,0-2 1 0 0,1 1-1 0 0,0-1 0 0 0,0 0 0 0 0,0-1 1 0 0,0 0-1 0 0,1-1 0 0 0,0 0 1 0 0,-1-1-1 0 0,1 0 0 0 0,0-1 1 0 0,5 0-87 0 0,24 0-27 0 0,-1-1-1 0 0,1-2 1 0 0,-1-2 0 0 0,0-2 0 0 0,2-2 27 0 0,-7 1-394 0 0,0-2 1 0 0,0-1-1 0 0,-1-2 0 0 0,12-6 394 0 0,-32 13 83 0 0,-1 1 0 0 0,0-2-1 0 0,0 0 1 0 0,-1 0-1 0 0,0-1 1 0 0,0 0 0 0 0,0-1-1 0 0,-1-1 1 0 0,0 1-1 0 0,-1-1 1 0 0,0-1 0 0 0,0 0-1 0 0,-1 0 1 0 0,-1-1-1 0 0,1 0 1 0 0,-2 0 0 0 0,1-1-1 0 0,-2 1 1 0 0,0-1-1 0 0,0-1 1 0 0,-1 1 0 0 0,0-1-1 0 0,-1-2-82 0 0,-1 2-2 0 0,-1 1-1 0 0,-1-1 1 0 0,0 0-1 0 0,0 1 1 0 0,-1-1-1 0 0,-1 1 0 0 0,0-1 1 0 0,-1 1-1 0 0,0 0 1 0 0,-1 0-1 0 0,-1 0 1 0 0,1 0-1 0 0,-2 1 1 0 0,0 0-1 0 0,0 0 0 0 0,-1 0 1 0 0,0 1-1 0 0,-1 0 1 0 0,0 0-1 0 0,-1 1 1 0 0,0 0-1 0 0,0 1 1 0 0,-1 0-1 0 0,-3-2 3 0 0,-11-4 29 0 0,-1 1 0 0 0,-1 1 0 0 0,1 1 0 0 0,-2 2 0 0 0,-20-5-29 0 0,13 6-295 0 0,-123-17-6952 0 0,130 25 366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3:58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58 7200 0 0,'80'10'652'0'0,"-72"-23"-528"0"0,-2-25 5270 0 0,-7 29-1445 0 0,1 9-3889 0 0,0-1-1 0 0,-1 1 1 0 0,1-1-1 0 0,-1 1 1 0 0,1-1-1 0 0,0 1 1 0 0,-1-1-1 0 0,1 1 1 0 0,-1 0-1 0 0,1-1 1 0 0,-1 1-1 0 0,0 0 1 0 0,1-1-1 0 0,-1 1 1 0 0,1 0-1 0 0,-1 0 1 0 0,0-1-1 0 0,1 1 1 0 0,-1 0-1 0 0,1 0 1 0 0,-1 0-1 0 0,0 0 1 0 0,1 0-1 0 0,-1 0 1 0 0,0 0-1 0 0,1 0 1 0 0,-1 0-1 0 0,0 0 1 0 0,1 0-1 0 0,-1 1 1 0 0,1-1-1 0 0,-1 0 1 0 0,0 0-1 0 0,1 1 1 0 0,-1-1-1 0 0,1 0 1 0 0,-1 1-1 0 0,1-1 1 0 0,-1 0-1 0 0,1 1 1 0 0,-1-1-1 0 0,1 1 1 0 0,-1-1-1 0 0,1 1 1 0 0,0-1-1 0 0,-1 1 1 0 0,1-1-1 0 0,0 1-59 0 0,-47 25 608 0 0,-133 154 243 0 0,75-83-782 0 0,50-48-69 0 0,13-15-680 0 0,22-18-149 0 0,19-16-251 0 0,-1 0-264 0 0,-6 0-50 0 0</inkml:trace>
  <inkml:trace contextRef="#ctx0" brushRef="#br0" timeOffset="287.231">0 41 4144 0 0,'0'0'319'0'0,"0"0"19"0"0,0 0 865 0 0,0 0 402 0 0,0 0 82 0 0,3-2-113 0 0,35-19 2608 0 0,-34 20-4045 0 0,-1 1 0 0 0,0 1 1 0 0,1-1-1 0 0,-1 0 1 0 0,0 1-1 0 0,1 0 1 0 0,-1-1-1 0 0,0 1 1 0 0,0 1-1 0 0,0-1 0 0 0,0 0 1 0 0,0 1-1 0 0,0 0 1 0 0,0-1-1 0 0,0 1 1 0 0,0 0-1 0 0,-1 0 1 0 0,1 1-1 0 0,-1-1 1 0 0,0 1-1 0 0,0-1 0 0 0,0 1 1 0 0,0 0-1 0 0,0-1 1 0 0,0 1-1 0 0,-1 0 1 0 0,2 2-138 0 0,8 10 439 0 0,120 184 1641 0 0,-120-181-2056 0 0,1-1-1 0 0,0-1 1 0 0,1 0-1 0 0,0-1 1 0 0,2-1 0 0 0,-1 0-1 0 0,8 5-23 0 0,-4-6-397 0 0,27 18 434 0 0,-9-24-6298 0 0,-25-7-125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3:57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20 10136 0 0,'0'0'230'0'0,"0"0"30"0"0,0 0 19 0 0,0 0 104 0 0,0 0 406 0 0,0 0 184 0 0,0 0 34 0 0,0 0-59 0 0,6 12 798 0 0,8 32 310 0 0,-31 70-1440 0 0,14-82-792 0 0,1-23 198 0 0,0-1-1 0 0,1 1 1 0 0,0 0 0 0 0,1 0-1 0 0,0-1 1 0 0,0 1-1 0 0,1 0 1 0 0,0 0-1 0 0,0-1 1 0 0,1 1-1 0 0,0-1 1 0 0,0 1 0 0 0,1-1-1 0 0,1 0 1 0 0,-1 0-1 0 0,1 0 1 0 0,0 0-1 0 0,1 0-21 0 0,1-4 166 0 0,0 0-1 0 0,0 0 1 0 0,0 0-1 0 0,0-1 1 0 0,0 0-1 0 0,1 0 1 0 0,-1-1-1 0 0,1 0 0 0 0,0 0 1 0 0,-1 0-1 0 0,2-1-165 0 0,60 2 16 0 0,97 15-16 0 0,-154-14 0 0 0,0 0 0 0 0,-1 1 0 0 0,0 1 0 0 0,0-1 0 0 0,0 2 0 0 0,-1-1 0 0 0,0 1 0 0 0,0 1 0 0 0,0-1 0 0 0,3 6 0 0 0,6 3 0 0 0,48 75 0 0 0,-44-5 0 0 0,-16-48 12 0 0,-5 35 102 0 0,2 9-93 0 0,-5-72-26 0 0,0-1 1 0 0,-1 1-1 0 0,0-1 0 0 0,-1 0 1 0 0,0 0-1 0 0,0 0 0 0 0,-1 0 0 0 0,0-1 1 0 0,-1 0-1 0 0,1 0 0 0 0,-2 0 1 0 0,1-1-1 0 0,-1 0 0 0 0,0 0 1 0 0,0-1-1 0 0,-1 0 0 0 0,0 0 0 0 0,0 0 1 0 0,-1-1-1 0 0,1-1 0 0 0,-8 4 5 0 0,3-4 34 0 0,0 0 0 0 0,1-1 0 0 0,-2 0 0 0 0,1-1 0 0 0,0-1 0 0 0,0 0 0 0 0,0-1 0 0 0,-1 0 0 0 0,1-1 0 0 0,0 0 0 0 0,0-1 0 0 0,-11-3-34 0 0,-161-74 1528 0 0,167 68-2460 0 0,0 0 0 0 0,0-2 0 0 0,1 0-1 0 0,1-1 1 0 0,-10-11 932 0 0,12 10-1524 0 0,7-3-10 0 0</inkml:trace>
  <inkml:trace contextRef="#ctx0" brushRef="#br0" timeOffset="363.029">52 56 2304 0 0,'0'0'464'0'0,"0"0"1108"0"0,0 0 482 0 0,0 0 98 0 0,1-2-133 0 0,8-27 1486 0 0,3 20-1877 0 0,22-5-12 0 0,-12 13-80 0 0,222 20 2952 0 0,-28-16-4407 0 0,-124-16-3679 0 0,-82 13 1800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4:10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564 266 10136 0 0,'0'0'230'0'0,"0"0"30"0"0,0 0 19 0 0,-5-6 8 0 0,-11-27 1582 0 0,7 3 470 0 0,9 28-2143 0 0,-28-20 657 0 0,26 21-755 0 0,-1-1 0 0 0,0 1 0 0 0,0 0 0 0 0,0-1 0 0 0,0 1 1 0 0,0 1-1 0 0,-1-1 0 0 0,1 0 0 0 0,0 1 0 0 0,0 0 0 0 0,-1 0 0 0 0,1 0 0 0 0,0 0 1 0 0,0 0-1 0 0,0 0 0 0 0,-1 1 0 0 0,1 0 0 0 0,0-1 0 0 0,0 1 0 0 0,-1 1-98 0 0,-17 2 376 0 0,16-4-302 0 0,-1 1-1 0 0,1 0 1 0 0,0 0-1 0 0,-1 1 1 0 0,1 0-1 0 0,0-1 0 0 0,0 2 1 0 0,0-1-1 0 0,0 1 1 0 0,0-1-1 0 0,1 1 1 0 0,-1 1-1 0 0,1-1 0 0 0,-3 3-73 0 0,-92 81 1016 0 0,1 38-368 0 0,91-114-597 0 0,-8 13 66 0 0,1 1 0 0 0,1 0 1 0 0,2 1-1 0 0,0 0 1 0 0,-1 7-118 0 0,-19 94 120 0 0,24-75-112 0 0,-6 121 66 0 0,39-7-220 0 0,-25-158 149 0 0,1 1 0 0 0,1-1 0 0 0,0 0 1 0 0,0 0-1 0 0,0 0 0 0 0,1 0 1 0 0,0 0-1 0 0,1-1 0 0 0,0 1 0 0 0,0-1 1 0 0,0-1-1 0 0,1 1 0 0 0,0-1 0 0 0,0 0 1 0 0,1 0-1 0 0,0 0 0 0 0,0-1 1 0 0,0 0-1 0 0,0-1 0 0 0,1 0 0 0 0,0 0 1 0 0,0 0-4 0 0,6-1-45 0 0,0 0 0 0 0,0-1 1 0 0,0 0-1 0 0,0-1 1 0 0,0-1-1 0 0,0 0 0 0 0,0-1 1 0 0,-1-1-1 0 0,1 0 0 0 0,0-1 1 0 0,0 0-1 0 0,-1-1 1 0 0,0 0-1 0 0,0-1 0 0 0,6-4 45 0 0,38-37-32 0 0,-50 38 213 0 0,-1-1-1 0 0,0 1 0 0 0,-1-1 1 0 0,0 0-1 0 0,0-1 0 0 0,-1 1 0 0 0,0-1 1 0 0,-1 0-1 0 0,0 0 0 0 0,1-9-180 0 0,-4 18 8 0 0,3-15 16 0 0,-1 0-1 0 0,-1 0 1 0 0,-1 0-1 0 0,0 0 1 0 0,-1 0 0 0 0,-1 0-1 0 0,-1-8-23 0 0,-26-41 0 0 0,27 60 0 0 0,-1 0 0 0 0,1 0 0 0 0,-1 0 0 0 0,0 0 0 0 0,0 1 0 0 0,-1 0 0 0 0,1-1 0 0 0,-1 1 0 0 0,0 0 0 0 0,0 1 0 0 0,0-1 0 0 0,-1 1 0 0 0,1 0 0 0 0,-3-3-7 0 0,1 0 0 0 0,-1 1-1 0 0,0 0 1 0 0,0 1 0 0 0,-1-1 0 0 0,1 1-1 0 0,-1 1 1 0 0,0 0 0 0 0,0 0 0 0 0,-1 0-1 0 0,-2 0 8 0 0,-5 1-24 0 0,-1 0 0 0 0,1 0 0 0 0,-1 2 0 0 0,0 0 0 0 0,1 1 0 0 0,-1 1 0 0 0,1 0 0 0 0,-1 1 0 0 0,1 1 0 0 0,0 1 0 0 0,-4 1 24 0 0,13-4-175 0 0,0 1 0 0 0,0 0-1 0 0,1 0 1 0 0,-1 1 0 0 0,1-1-1 0 0,0 1 1 0 0,0 1 0 0 0,0-1 0 0 0,0 1-1 0 0,1 0 1 0 0,0 0 0 0 0,0 1-1 0 0,0 0 1 0 0,1 0 0 0 0,0 0-1 0 0,0 0 1 0 0,0 0 0 0 0,1 1 0 0 0,0 0-1 0 0,0 0 1 0 0,0 0 0 0 0,1 0-1 0 0,0 0 1 0 0,1 0 0 0 0,0 0 175 0 0,0 16-1522 0 0</inkml:trace>
  <inkml:trace contextRef="#ctx0" brushRef="#br0" timeOffset="585.44">1076 293 8840 0 0,'-6'-6'944'0'0,"-8"-10"-810"0"0,12 14 180 0 0,0 1-1 0 0,1-1 1 0 0,-1 1-1 0 0,0 0 1 0 0,-1-1 0 0 0,1 1-1 0 0,0 0 1 0 0,0 0-1 0 0,0 1 1 0 0,-1-1-1 0 0,1 0 1 0 0,0 1-1 0 0,-1-1 1 0 0,1 1-1 0 0,-1 0 1 0 0,1 0-1 0 0,0 0 1 0 0,-1 0-1 0 0,-1 0-313 0 0,-2 0 278 0 0,0 0 17 0 0,0 1-1 0 0,0-1 1 0 0,0 1-1 0 0,0 0 1 0 0,0 1 0 0 0,1-1-1 0 0,-1 1 1 0 0,0 0 0 0 0,1 0-1 0 0,0 1 1 0 0,-1 0 0 0 0,1 0-1 0 0,-4 3-294 0 0,-27 23 1008 0 0,-5 21-305 0 0,24-20-609 0 0,1 0 1 0 0,1 0-1 0 0,1 2 0 0 0,2 0 0 0 0,1 0 1 0 0,2 1-1 0 0,0 5-94 0 0,0 11 18 0 0,3 1 0 0 0,2 0-1 0 0,1 22-17 0 0,4-40 10 0 0,0 0 0 0 0,3-1 0 0 0,0 1 0 0 0,2-1 0 0 0,5 13-10 0 0,-9-35-12 0 0,1 0 1 0 0,1 0 0 0 0,0-1 0 0 0,0 1 0 0 0,1-1 0 0 0,0 0 0 0 0,0 0-1 0 0,1 0 1 0 0,0-1 0 0 0,0 0 0 0 0,1 0 0 0 0,0-1 0 0 0,0 1-1 0 0,0-2 1 0 0,1 1 0 0 0,0-1 0 0 0,0 0 0 0 0,1 0 0 0 0,4 1 11 0 0,3-1-70 0 0,1-1-1 0 0,0 0 1 0 0,0-1 0 0 0,0-1 0 0 0,0 0 0 0 0,0-2 0 0 0,0 0 0 0 0,0-1-1 0 0,1 0 1 0 0,14-4 70 0 0,90-37 0 0 0,-48-11 16 0 0,-63 44 29 0 0,-1 0 0 0 0,-1-1 0 0 0,0 0-1 0 0,0-1 1 0 0,-1 0 0 0 0,0 0 0 0 0,-1-1-1 0 0,0 1 1 0 0,-1-2 0 0 0,0 1 0 0 0,-1-1-1 0 0,-1 0 1 0 0,0 0 0 0 0,0 0 0 0 0,-2 0-1 0 0,2-7-44 0 0,16-135-657 0 0,-18 136 745 0 0,0 0 0 0 0,-2 0 0 0 0,0 0-1 0 0,-1 0 1 0 0,-1 0 0 0 0,-1 0 0 0 0,-1 1 0 0 0,-1-1 0 0 0,0 1-1 0 0,-1 0 1 0 0,-1 0 0 0 0,0 1 0 0 0,-2 0 0 0 0,0 0 0 0 0,-1 1-1 0 0,0 0 1 0 0,-4-2-88 0 0,3 7 14 0 0,-1 0 1 0 0,0 2-1 0 0,-1-1 0 0 0,0 2 0 0 0,0 0 0 0 0,-1 0 0 0 0,0 1 0 0 0,0 1 0 0 0,-1 0 0 0 0,1 1 1 0 0,-2 1-1 0 0,1 0 0 0 0,0 1 0 0 0,-1 1 0 0 0,1 0 0 0 0,-1 1 0 0 0,-8 1-14 0 0,5 0-259 0 0,0 1 0 0 0,0 1 0 0 0,0 1-1 0 0,1 0 1 0 0,-1 1 0 0 0,1 1 0 0 0,-4 3 259 0 0,-30 30-2040 0 0,36-18-3060 0 0,8-10-1105 0 0</inkml:trace>
  <inkml:trace contextRef="#ctx0" brushRef="#br0" timeOffset="1033.235">2152 44 4144 0 0,'0'0'191'0'0,"-1"0"-11"0"0,-20-15-283 0 0,-15-6 8248 0 0,9 13-5177 0 0,-18 39-1507 0 0,-1 5-1018 0 0,42-32-382 0 0,1-1-1 0 0,-1 1 1 0 0,1-1 0 0 0,0 1 0 0 0,0 0 0 0 0,1 0-1 0 0,-1 0 1 0 0,1 1 0 0 0,0-1 0 0 0,0 1-1 0 0,0-1 1 0 0,0 1 0 0 0,1 0 0 0 0,0 0 0 0 0,0-1-1 0 0,0 1 1 0 0,1 0 0 0 0,-1 0 0 0 0,1 0-1 0 0,0 0 1 0 0,1 0 0 0 0,-1 0 0 0 0,1 0 0 0 0,0-1-1 0 0,0 1 1 0 0,1 0 0 0 0,-1 0 0 0 0,1-1 0 0 0,0 1-1 0 0,0-1 1 0 0,1 0 0 0 0,-1 1 0 0 0,1-1-1 0 0,0 0-60 0 0,2 0 4 0 0,0-1 0 0 0,0 0 0 0 0,0-1 0 0 0,0 1 0 0 0,0-1 0 0 0,1 0 0 0 0,-1-1 0 0 0,0 1 0 0 0,1-1 0 0 0,0 0 0 0 0,-1 0 0 0 0,1-1-1 0 0,0 1 1 0 0,-1-1 0 0 0,1-1 0 0 0,0 1 0 0 0,-1-1 0 0 0,2 0-4 0 0,26-6-76 0 0,41-19 65 0 0,-55 13 11 0 0,-10 8 0 0 0,0-1 0 0 0,-1 0 0 0 0,0-1 0 0 0,0 0 0 0 0,0 0 0 0 0,-1-1 0 0 0,0 0 0 0 0,4-7 0 0 0,-6 9 31 0 0,-3 4-8 0 0,0-1 0 0 0,-1 1 0 0 0,1 0 0 0 0,0-1 0 0 0,-1 1 1 0 0,1-1-1 0 0,-1 1 0 0 0,0-1 0 0 0,0 0 0 0 0,0 1 0 0 0,0-1 1 0 0,0 0-1 0 0,0 0 0 0 0,-1 0 0 0 0,0 0 0 0 0,1 0 0 0 0,-1 0 1 0 0,0 0-1 0 0,-1 0 0 0 0,1 1 0 0 0,0-1 0 0 0,-1 0 0 0 0,0 0 1 0 0,1 0-1 0 0,-2-2-23 0 0,0 2-49 0 0,-1-1 1 0 0,1 1 0 0 0,-1 0-1 0 0,0 0 1 0 0,0 0-1 0 0,0 0 1 0 0,0 1 0 0 0,-1-1-1 0 0,1 1 1 0 0,-1 0 0 0 0,1 0-1 0 0,-1 0 1 0 0,0 0-1 0 0,-4-1 49 0 0,6 2-155 0 0,0 1-1 0 0,-1-1 1 0 0,1 0-1 0 0,-1 1 1 0 0,1 0-1 0 0,-1-1 0 0 0,1 1 1 0 0,-1 0-1 0 0,1 0 1 0 0,-1 1-1 0 0,1-1 1 0 0,-1 0-1 0 0,1 1 0 0 0,-1 0 1 0 0,1-1-1 0 0,-1 1 1 0 0,1 0-1 0 0,0 0 1 0 0,0 1-1 0 0,-1-1 0 0 0,1 0 1 0 0,0 1-1 0 0,0-1 156 0 0,0 0-156 0 0,-20 10-1796 0 0,16-9-21 0 0</inkml:trace>
  <inkml:trace contextRef="#ctx0" brushRef="#br0" timeOffset="1429.187">2916 104 6912 0 0,'0'0'528'0'0,"-10"6"-64"0"0,-4-3 2650 0 0,6 7 472 0 0,-27 13-1463 0 0,-1 18-820 0 0,-47 97 709 0 0,-185 180-599 0 0,-84 131 651 0 0,99-123-3318 0 0,129-160 476 0 0,104-135 50 0 0,20-29 444 0 0,0-2-118 0 0,0 0-57 0 0,1-2-12 0 0,38-34-1563 0 0,-2 5-3358 0 0,-17 12 331 0 0</inkml:trace>
  <inkml:trace contextRef="#ctx0" brushRef="#br0" timeOffset="1849.061">2544 1084 10136 0 0,'0'0'464'0'0,"0"0"-10"0"0,0 0-222 0 0,0 0 156 0 0,0-7 610 0 0,-9-23 3261 0 0,-12 33-2204 0 0,13 0-1924 0 0,-1 0 0 0 0,1 0-1 0 0,0 0 1 0 0,0 1 0 0 0,0 1 0 0 0,0-1 0 0 0,1 1 0 0 0,-1 1-1 0 0,1-1 1 0 0,1 1 0 0 0,-1 0 0 0 0,1 1 0 0 0,0-1-1 0 0,0 1 1 0 0,1 1 0 0 0,0-1 0 0 0,0 1 0 0 0,1 0-1 0 0,-2 3-130 0 0,-45 104 0 0 0,46-99 0 0 0,4-12 0 0 0,-1 0 0 0 0,1 0 0 0 0,0 0 0 0 0,0 0 0 0 0,0 0 0 0 0,1 0 0 0 0,0 0 0 0 0,-1 0 0 0 0,1 0 0 0 0,0 0 0 0 0,1 0 0 0 0,-1 1 0 0 0,1-1 0 0 0,0 0 0 0 0,0 0 0 0 0,0 0 0 0 0,2 3 0 0 0,4 4 0 0 0,-6-9 0 0 0,0 0 0 0 0,0 0 0 0 0,0 1 0 0 0,0-1 0 0 0,0-1 0 0 0,1 1 0 0 0,-1 0 0 0 0,1 0 0 0 0,-1 0 0 0 0,1-1 0 0 0,0 1 0 0 0,-1-1 0 0 0,1 1 0 0 0,0-1 0 0 0,0 0 0 0 0,0 0 0 0 0,0 0 0 0 0,0 0 0 0 0,0 0 0 0 0,1 0 0 0 0,-1-1 0 0 0,0 1 0 0 0,0 0 0 0 0,3-1 0 0 0,6-1 0 0 0,1-1 0 0 0,-1 0 0 0 0,0-1 0 0 0,0 0 0 0 0,0-1 0 0 0,0 0 0 0 0,-1 0 0 0 0,1-1 0 0 0,-1-1 0 0 0,0 0 0 0 0,-1 0 0 0 0,1-1 0 0 0,-1 0 0 0 0,-1-1 0 0 0,1 0 0 0 0,-1 0 0 0 0,-1-1 0 0 0,1 0 0 0 0,0-2 0 0 0,-2 1 12 0 0,29-54-431 0 0,-35 61 364 0 0,1 1 0 0 0,-1-1 0 0 0,0 0 0 0 0,0 1-1 0 0,0-1 1 0 0,0 1 0 0 0,0-1 0 0 0,-1 1 0 0 0,1-1-1 0 0,-1 1 1 0 0,0-1 0 0 0,1 1 0 0 0,-1-1-1 0 0,0 1 1 0 0,0 0 0 0 0,-1 0 0 0 0,1-1 0 0 0,0 1-1 0 0,-1 0 1 0 0,0 0 0 0 0,1 0 0 0 0,-1 0 0 0 0,0 1-1 0 0,0-1 1 0 0,0 0 0 0 0,0 1 0 0 0,0 0 0 0 0,0-1-1 0 0,-2 0 56 0 0,-45-29-1720 0 0,38 27 1112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4:16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1376 0 0,'0'0'496'0'0,"0"0"1547"0"0,0 0 682 0 0,0 0 140 0 0,1 0-242 0 0,66 2 2499 0 0,33 3-2734 0 0,11 1-1132 0 0,-110-6-1255 0 0,7 3 20 0 0,0-2 1 0 0,1 1-1 0 0,-1-1 0 0 0,1 0 1 0 0,-1-1-1 0 0,1 0 1 0 0,0 0-1 0 0,-1-1 0 0 0,7-1-21 0 0,72-13-1128 0 0,-83 15 767 0 0,0 0-1 0 0,0-1 1 0 0,-1 0-1 0 0,1 0 1 0 0,-1 0-1 0 0,1 0 0 0 0,-1-1 1 0 0,1 0-1 0 0,-1 1 1 0 0,0-1-1 0 0,0 0 1 0 0,0 0-1 0 0,0-1 1 0 0,0 1-1 0 0,0-1 0 0 0,0 1 1 0 0,1-3 361 0 0,-2 1-2045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4:16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5 2760 0 0,'0'0'125'0'0,"1"-1"-3"0"0,3-1 127 0 0,-3 1 910 0 0,-1 1 387 0 0,0 0 77 0 0,0 0-154 0 0,0 0-684 0 0,0 0-302 0 0,-42 78 3569 0 0,42-77-4005 0 0,0 1-1 0 0,0-1 1 0 0,1 0 0 0 0,-1 0-1 0 0,0 0 1 0 0,0 0 0 0 0,1 0 0 0 0,-1 0-1 0 0,0 0 1 0 0,1 0 0 0 0,-1 0-1 0 0,1 0 1 0 0,0 0 0 0 0,-1 0 0 0 0,1 0-1 0 0,0 0 1 0 0,-1 0 0 0 0,1 0-1 0 0,0-1 1 0 0,0 1 0 0 0,0 0-1 0 0,0-1 1 0 0,0 1 0 0 0,0-1 0 0 0,0 1-1 0 0,0-1 1 0 0,0 1 0 0 0,0-1-1 0 0,0 1 1 0 0,0-1 0 0 0,0 0 0 0 0,0 0-1 0 0,0 1 1 0 0,1-1 0 0 0,-1 0-1 0 0,0 0 1 0 0,0 0 0 0 0,0-1 0 0 0,0 1-1 0 0,0 0 1 0 0,0 0 0 0 0,0 0-1 0 0,1-1 1 0 0,-1 1 0 0 0,0-1-1 0 0,0 1 1 0 0,1-1-47 0 0,0 1-14 0 0,35-23 171 0 0,-36 23-161 0 0,-1 0-1 0 0,1 0 1 0 0,0 0-1 0 0,-1-1 0 0 0,1 1 1 0 0,-1 0-1 0 0,1 0 0 0 0,-1-1 1 0 0,1 1-1 0 0,-1 0 0 0 0,1-1 1 0 0,-1 1-1 0 0,1-1 0 0 0,-1 1 1 0 0,1-1-1 0 0,-1 1 0 0 0,0-1 1 0 0,1 1-1 0 0,-1-1 0 0 0,0 1 1 0 0,1-1-1 0 0,-1 1 1 0 0,0-1-1 0 0,0 1 0 0 0,1-1 1 0 0,-1 0-1 0 0,0 1 0 0 0,0-1 1 0 0,0 1-1 0 0,0-1 0 0 0,0 0 1 0 0,0 1-1 0 0,0-1 0 0 0,0 0 1 0 0,0 1-1 0 0,0-1 0 0 0,0 1 1 0 0,-1-1-1 0 0,1 0 0 0 0,0 1 1 0 0,0-1-1 0 0,-1 1 1 0 0,1-1 3 0 0,-1-1-192 0 0,1 2-373 0 0,0 0-160 0 0,-2 2-36 0 0,-5 6-6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4:17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4 2304 0 0,'0'0'101'0'0,"0"0"358"0"0,0 0 1418 0 0,0 0 626 0 0,0 0 121 0 0,0 0-255 0 0,-2 1-1181 0 0,-58 48 2428 0 0,57-44-3585 0 0,0 0 0 0 0,0 0 1 0 0,1 1-1 0 0,0-1 0 0 0,0 0 1 0 0,0 1-1 0 0,0 0 0 0 0,1-1 0 0 0,0 1 1 0 0,0 0-1 0 0,1-1 0 0 0,0 1 0 0 0,0 5-31 0 0,10 0 859 0 0,-9-9-823 0 0,1 0 0 0 0,-1 0 0 0 0,1 0 0 0 0,-1-1 0 0 0,1 1 0 0 0,0-1 0 0 0,-1 1 0 0 0,1-1 0 0 0,0 1 0 0 0,0-1 0 0 0,0 0 0 0 0,0 0 0 0 0,0 0 0 0 0,0 0 0 0 0,1-1 0 0 0,-1 1 0 0 0,0 0 0 0 0,0-1 0 0 0,1 1 0 0 0,-1-1 0 0 0,0 0 0 0 0,0 0 0 0 0,1 0 0 0 0,-1 0 0 0 0,0 0 0 0 0,1-1 0 0 0,-1 1 0 0 0,0-1-36 0 0,7-1 6 0 0,0-1 0 0 0,-1 0-1 0 0,1-1 1 0 0,-1 1 0 0 0,0-2 0 0 0,0 1 0 0 0,0-1-1 0 0,-1 0 1 0 0,0-1 0 0 0,0 0 0 0 0,0 0-1 0 0,1-2-5 0 0,33-32 0 0 0,-37 32 0 0 0,-4 7 0 0 0,1 0 0 0 0,0 0 0 0 0,0 0 0 0 0,-1 0 0 0 0,1 0 0 0 0,-1 0 0 0 0,1 0 0 0 0,-1 0 0 0 0,1 0 0 0 0,-1-1 0 0 0,0 1 0 0 0,0 0 0 0 0,1 0 0 0 0,-1 0 0 0 0,0-1 0 0 0,0 1 0 0 0,0 0 0 0 0,0 0 0 0 0,-1-1 0 0 0,1 1 0 0 0,0 0 0 0 0,0 0 0 0 0,-1 0 0 0 0,1-1 0 0 0,-1 1 0 0 0,1 0 0 0 0,-1 0 0 0 0,1 0 0 0 0,-1 0 0 0 0,0 0 0 0 0,1 0 0 0 0,-1 0 0 0 0,0 0 0 0 0,0 0 0 0 0,0 0 0 0 0,0 1 0 0 0,0-1 0 0 0,0 0 0 0 0,0 0 0 0 0,0 1 0 0 0,0-1 0 0 0,-69-16-1344 0 0,69 16 743 0 0,1 1-375 0 0,0 0-158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4:17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508 150 5064 0 0,'0'-2'232'0'0,"2"-3"78"0"0,3-21-296 0 0,-13 12 2420 0 0,5 9-766 0 0,-16-18 5311 0 0,-6 6-3907 0 0,-63-29-343 0 0,73 42-2541 0 0,11 3-115 0 0,-1-1 0 0 0,0 1 0 0 0,0 0 0 0 0,1 0 0 0 0,-1 0 1 0 0,0 1-1 0 0,0 0 0 0 0,0 0 0 0 0,0 0 0 0 0,0 0 0 0 0,0 1 0 0 0,-4 1-73 0 0,-34 10 384 0 0,-58 26 246 0 0,86-28-620 0 0,0 1 1 0 0,1 0 0 0 0,1 2-1 0 0,0-1 1 0 0,0 1 0 0 0,2 1-1 0 0,-9 12-10 0 0,16-21-10 0 0,1 0-1 0 0,-1 0 0 0 0,1 0 1 0 0,1 0-1 0 0,-1 0 1 0 0,1 1-1 0 0,0-1 0 0 0,0 1 1 0 0,0 0-1 0 0,1-1 1 0 0,0 1-1 0 0,0 0 0 0 0,0 0 1 0 0,1 0-1 0 0,0 0 1 0 0,0 0-1 0 0,0 0 0 0 0,1 0 1 0 0,0-1-1 0 0,0 1 0 0 0,1 0 1 0 0,0 0-1 0 0,0 2 11 0 0,1-2-17 0 0,0 1-1 0 0,0-1 0 0 0,0 0 0 0 0,1 0 1 0 0,-1 0-1 0 0,1-1 0 0 0,1 1 0 0 0,-1-1 1 0 0,1 0-1 0 0,0 0 0 0 0,0 0 0 0 0,0-1 1 0 0,1 0-1 0 0,0 0 0 0 0,0 0 0 0 0,3 1 18 0 0,56 28-80 0 0,2-3 0 0 0,1-3 0 0 0,25 5 80 0 0,-30-13-28 0 0,-42-14 15 0 0,-1 0-1 0 0,0 2 0 0 0,0 0 1 0 0,-1 1-1 0 0,1 0 0 0 0,-2 2 1 0 0,0 0-1 0 0,0 2 0 0 0,-1 0 1 0 0,0 0-1 0 0,-1 2 0 0 0,3 2 14 0 0,-11-4-6 0 0,0-1 0 0 0,-1 1 0 0 0,0 0 0 0 0,-1 1 0 0 0,0-1-1 0 0,-1 1 1 0 0,0 0 0 0 0,-1 1 0 0 0,0-1 0 0 0,-2 1 0 0 0,1 0-1 0 0,-2 0 1 0 0,1 12 6 0 0,-1-7 0 0 0,-1-14 0 0 0,1-1 0 0 0,-1 1 0 0 0,0 0 0 0 0,0-1 0 0 0,0 1 0 0 0,-1-1 0 0 0,0 1 0 0 0,0-1 0 0 0,0 1 0 0 0,0-1 0 0 0,-1 0 0 0 0,1 1 0 0 0,-1-1 0 0 0,0 0 0 0 0,-1 1 0 0 0,-6 6 0 0 0,-1 1 0 0 0,0-2 0 0 0,-1 1 0 0 0,0-2 0 0 0,-1 1 0 0 0,0-2 0 0 0,0 1 0 0 0,-1-2 0 0 0,0 0 0 0 0,0 0 0 0 0,-1-1 0 0 0,0-1 0 0 0,0 0 0 0 0,0-1 0 0 0,0 0 0 0 0,-1-1 0 0 0,0-1 0 0 0,1-1 0 0 0,-9 1 0 0 0,4-2 8 0 0,-1 0 0 0 0,1-1-1 0 0,0-2 1 0 0,-1 1 0 0 0,1-2 0 0 0,1-1-1 0 0,-1 0 1 0 0,1-1 0 0 0,-1-1 0 0 0,-2-3-8 0 0,8 4 10 0 0,0-1 0 0 0,1 0 1 0 0,0-1-1 0 0,1 0 0 0 0,0-1 1 0 0,0 0-1 0 0,0-1 0 0 0,-7-9-10 0 0,14 14-8 0 0,0 1 0 0 0,1-1 0 0 0,-1-1 0 0 0,1 1 0 0 0,0 0 0 0 0,0-1-1 0 0,1 0 1 0 0,0 1 0 0 0,0-1 0 0 0,0 0 0 0 0,1 0 0 0 0,-1 0 0 0 0,1 0 0 0 0,1-1-1 0 0,-1 1 1 0 0,1 0 0 0 0,0 0 0 0 0,1 0 0 0 0,-1-1 0 0 0,1 1 0 0 0,2-5 8 0 0,2-2-30 0 0,1-1 0 0 0,1 1 0 0 0,0 0 0 0 0,1 0 0 0 0,0 1 1 0 0,1 0-1 0 0,2-2 30 0 0,-4 5-5 0 0,28-32-44 0 0,2 2-1 0 0,1 1 0 0 0,2 2 1 0 0,2 2-1 0 0,23-13 50 0 0,73-45 0 0 0,-45 22 160 0 0,-25-7 256 0 0,-67 74-363 0 0,1-1 0 0 0,-1 1 0 0 0,0-1-1 0 0,0 0 1 0 0,0 1 0 0 0,0-1-1 0 0,0 0 1 0 0,-1 0 0 0 0,0 0 0 0 0,0 1-1 0 0,0-1 1 0 0,0 0 0 0 0,-1 0 0 0 0,1 0-1 0 0,-1 1 1 0 0,0-1 0 0 0,0 0 0 0 0,0 1-1 0 0,-1-1 1 0 0,1 0 0 0 0,-1 1 0 0 0,0 0-1 0 0,0-1 1 0 0,0 1 0 0 0,-3-2-53 0 0,-5-2 48 0 0,0 1-1 0 0,0 0 1 0 0,-1 0 0 0 0,0 1 0 0 0,0 1 0 0 0,-1 0-1 0 0,0 0 1 0 0,-9-1-48 0 0,2 0-2 0 0,-13-1-198 0 0,-1 1 0 0 0,1 2 0 0 0,-1 1 0 0 0,1 2 0 0 0,-1 1 0 0 0,-3 1 200 0 0,-33 7-2329 0 0,33-5 983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4:18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7368 0 0,'0'0'568'0'0,"0"0"-107"0"0,0 0 943 0 0,7-3 1668 0 0,-3 4 2638 0 0,12 61-2884 0 0,-12-33-2161 0 0,1 159 1031 0 0,-9-62-1295 0 0,0-80-408 0 0,3 0 0 0 0,1 1-1 0 0,3-1 1 0 0,3 15 7 0 0,15 21-2951 0 0,-11-72 1503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4:20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3224 0 0,'-9'3'641'0'0,"7"-2"1486"0"0,4-1 1570 0 0,8 1-1702 0 0,29 3 2230 0 0,55 1-2351 0 0,1 4-406 0 0,108-1-3805 0 0,-180-3-3801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4:20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13824 0 0,'0'0'314'0'0,"-5"12"1010"0"0,5-11-1180 0 0,0 0 1 0 0,-1 0-1 0 0,1 0 0 0 0,0 1 1 0 0,0-1-1 0 0,0 0 0 0 0,0 0 0 0 0,0 0 1 0 0,0 1-1 0 0,0-1 0 0 0,1 0 1 0 0,-1 0-1 0 0,0 0 0 0 0,1 1 0 0 0,-1-1 1 0 0,1 0-1 0 0,-1 0 0 0 0,1 0 0 0 0,-1 0 1 0 0,1 0-1 0 0,0 0 0 0 0,0 0 1 0 0,-1 0-1 0 0,1 0 0 0 0,0 0 0 0 0,0-1 1 0 0,0 1-1 0 0,0 0 0 0 0,0-1 1 0 0,0 1-1 0 0,0 0 0 0 0,0-1 0 0 0,1 1-144 0 0,38 9 2935 0 0,-26-5-2751 0 0,1-1 0 0 0,-1 0 0 0 0,0-1 0 0 0,1 0 0 0 0,0-2 1 0 0,-1 1-1 0 0,1-2 0 0 0,0 0 0 0 0,0-1 0 0 0,0 0 0 0 0,-1-1 0 0 0,1-1 0 0 0,8-3-184 0 0,63 5-48 0 0,-46-3-1342 0 0,0 2 0 0 0,0 2-1 0 0,1 2 1 0 0,21 3 1390 0 0,4 3-2032 0 0,-3-7-14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4:19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508 86 11976 0 0,'-2'0'65'0'0,"-1"-1"1"0"0,1 1-1 0 0,-1-1 1 0 0,0 0 0 0 0,1 0-1 0 0,-1 0 1 0 0,1 0-1 0 0,0-1 1 0 0,-1 1 0 0 0,1-1-1 0 0,0 1 1 0 0,0-1-1 0 0,0 0 1 0 0,0 0 0 0 0,0 0-1 0 0,0 0 1 0 0,1 0-1 0 0,-1 0 1 0 0,1 0 0 0 0,-1-2-66 0 0,-2 0 430 0 0,1-1-1 0 0,0 1 1 0 0,-1 0 0 0 0,0 0 0 0 0,0 1 0 0 0,0-1 0 0 0,0 1 0 0 0,-1 0 0 0 0,1 0 0 0 0,-1 0 0 0 0,0 0 0 0 0,0 1 0 0 0,-4-1-430 0 0,6 1 115 0 0,-1 1 1 0 0,0 0-1 0 0,0 1 1 0 0,1-1-1 0 0,-1 1 1 0 0,0-1-1 0 0,0 1 1 0 0,0 0-1 0 0,0 1 1 0 0,0-1-1 0 0,1 1 1 0 0,-1-1-1 0 0,0 1 1 0 0,0 0-1 0 0,1 1 1 0 0,-1-1-1 0 0,1 1 1 0 0,-1-1-1 0 0,-2 3-115 0 0,-67 41 1104 0 0,-20 57-1016 0 0,1 46-656 0 0,53-37 407 0 0,30-72 162 0 0,4-18 30 0 0,1 1-1 0 0,1-1 1 0 0,0 1-1 0 0,2-1 0 0 0,1 1 1 0 0,1 0-1 0 0,0 0 1 0 0,2-1-1 0 0,0 1 1 0 0,2-1-1 0 0,5 17-30 0 0,-5-25 2 0 0,1 0 0 0 0,1 0 0 0 0,0 0 0 0 0,0-1 0 0 0,1 0 0 0 0,1-1-1 0 0,0 1 1 0 0,0-2 0 0 0,11 10-2 0 0,-10-12 0 0 0,1-1-1 0 0,-1 0 0 0 0,2 0 0 0 0,-1-1 0 0 0,1-1 1 0 0,-1 0-1 0 0,1 0 0 0 0,1-1 0 0 0,-1-1 0 0 0,1 0 1 0 0,-1-1-1 0 0,1 0 0 0 0,0-1 0 0 0,-1 0 1 0 0,1-1-1 0 0,0-1 0 0 0,5-1 1 0 0,11-1-35 0 0,0-2 0 0 0,0-1 1 0 0,-1-1-1 0 0,0-1 0 0 0,0-2 0 0 0,19-10 35 0 0,-37 16-18 0 0,1 0 10 0 0,-1 0-1 0 0,1 0 0 0 0,-1-1 0 0 0,0-1 0 0 0,-1 0 1 0 0,0 0-1 0 0,0-1 0 0 0,0 0 0 0 0,0-1 0 0 0,0-1 9 0 0,22-48-60 0 0,-22 46 59 0 0,0 0 0 0 0,-2-1-1 0 0,1 0 1 0 0,-1 0 0 0 0,-1-1-1 0 0,0 0 1 0 0,-1 0 0 0 0,-1 0-1 0 0,1-1 2 0 0,0-4 32 0 0,-1-1 0 0 0,0 1 0 0 0,-1 0 0 0 0,-1-1 0 0 0,-1 0 0 0 0,-1 0 0 0 0,0 1 0 0 0,-2-1 0 0 0,0 0 0 0 0,-1 1 0 0 0,-1-5-32 0 0,-14-49 131 0 0,16 63-103 0 0,1-1-1 0 0,-1 0 1 0 0,-1 1-1 0 0,0-1 1 0 0,0 1-1 0 0,-1 0 1 0 0,0 0-1 0 0,0 1 1 0 0,-1-1-1 0 0,0 1 1 0 0,-1 0-1 0 0,0 0 1 0 0,0 0-1 0 0,-1 1 1 0 0,0 0-1 0 0,0 1 1 0 0,0-1-1 0 0,-1 1 1 0 0,0 1-1 0 0,0-1 1 0 0,-1 1-1 0 0,0 0-27 0 0,-7-1-30 0 0,0 0 1 0 0,-1 1-1 0 0,1 0 0 0 0,-1 1 0 0 0,0 1 0 0 0,0 1 0 0 0,0 0 1 0 0,-7 1 29 0 0,8 1-303 0 0,1 0 0 0 0,-1 1 0 0 0,1 0 1 0 0,0 1-1 0 0,0 1 0 0 0,0 0 0 0 0,0 1 0 0 0,0 1 1 0 0,1 0-1 0 0,0 1 0 0 0,-12 6 303 0 0,5 2-4661 0 0,2-1-1508 0 0</inkml:trace>
  <inkml:trace contextRef="#ctx0" brushRef="#br0" timeOffset="480.721">1615 321 11976 0 0,'-40'-10'1082'0'0,"-1"-35"-111"0"0,18-5 3086 0 0,19 45-3816 0 0,-1 0 1 0 0,0 1-1 0 0,0-1 0 0 0,0 1 0 0 0,0 0 1 0 0,-1 0-1 0 0,1 1 0 0 0,-1 0 0 0 0,0 0 1 0 0,0 0-1 0 0,0 0 0 0 0,0 1 0 0 0,-1 0 1 0 0,1 1-1 0 0,-1-1 0 0 0,1 1 1 0 0,-1 0-1 0 0,1 1 0 0 0,-1 0 0 0 0,-1 0-241 0 0,-62 13 608 0 0,48 0-608 0 0,1 1 0 0 0,1 1 0 0 0,0 0 0 0 0,1 2 0 0 0,1 0 0 0 0,-13 16 0 0 0,19-17 0 0 0,0 0 0 0 0,2 0 0 0 0,0 1 0 0 0,1 1 0 0 0,1-1 0 0 0,0 2 0 0 0,1-1 0 0 0,1 1 0 0 0,1-1 0 0 0,1 2 0 0 0,1-1 0 0 0,0 0 0 0 0,1 1 0 0 0,1-1 0 0 0,1 1 0 0 0,1-1 0 0 0,1 1 0 0 0,2 13 0 0 0,-1-18 28 0 0,1-1-1 0 0,0 1 0 0 0,1-1 0 0 0,1 0 1 0 0,0-1-1 0 0,1 1 0 0 0,0-1 1 0 0,1 0-1 0 0,0-1 0 0 0,1 0 0 0 0,1 0 1 0 0,0-1-1 0 0,0 0 0 0 0,1-1 1 0 0,5 3-28 0 0,-5-5 8 0 0,0-1 0 0 0,1-1 0 0 0,0 0 0 0 0,0-1 0 0 0,0 0 0 0 0,1-1 0 0 0,0 0 0 0 0,0-1 0 0 0,0 0 0 0 0,0-1 0 0 0,0-1 0 0 0,1 0 1 0 0,-1 0-1 0 0,0-2 0 0 0,1 0 0 0 0,-1 0 0 0 0,0-1 0 0 0,7-2-8 0 0,5-1-52 0 0,0 0 1 0 0,0-2-1 0 0,0-1 1 0 0,-1 0-1 0 0,0-2 1 0 0,-1-1-1 0 0,0-1 0 0 0,-1 0 1 0 0,0-2-1 0 0,18-16 52 0 0,13-28 77 0 0,-46 48-77 0 0,1 0 0 0 0,-1 0 0 0 0,0-1 0 0 0,-1 0 0 0 0,-1-1-1 0 0,0 0 1 0 0,0 1 0 0 0,-1-1 0 0 0,0-1 0 0 0,0-7 0 0 0,-2 5 130 0 0,0-1 1 0 0,-2 1-1 0 0,0-1 0 0 0,0 1 1 0 0,-1 0-1 0 0,-1-1 1 0 0,-1 1-1 0 0,0 0 0 0 0,-1 0 1 0 0,-1 0-1 0 0,0 1 0 0 0,-1 0 1 0 0,0 0-1 0 0,-5-7-130 0 0,5 13-10 0 0,-1 0-1 0 0,0 0 1 0 0,0 0-1 0 0,0 1 0 0 0,-1 0 1 0 0,0 1-1 0 0,0 0 1 0 0,0 0-1 0 0,-1 1 1 0 0,0 0-1 0 0,-6-2 11 0 0,-10-8 38 0 0,0 3-209 0 0,0 0 0 0 0,-1 2 1 0 0,0 1-1 0 0,-1 1 1 0 0,-12-1 170 0 0,-36-12-1742 0 0,4 5-1534 0 0,39 12 1589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4:18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560 102 11576 0 0,'0'0'264'0'0,"0"0"34"0"0,0 0 20 0 0,0 0-41 0 0,1-1-181 0 0,14-17 1937 0 0,-21 11 5098 0 0,-25 21-7903 0 0,24-11 1417 0 0,-86 63-205 0 0,-57 67-617 0 0,58-46-354 0 0,-30 18 416 0 0,64-55-2543 0 0,41-40-4167 0 0</inkml:trace>
  <inkml:trace contextRef="#ctx0" brushRef="#br0" timeOffset="265.297">145 7 13824 0 0,'0'0'314'0'0,"0"0"46"0"0,0 0 22 0 0,0 0-50 0 0,2-1-220 0 0,1 0 32 0 0,0 0 0 0 0,0 0 0 0 0,0 0 1 0 0,0 0-1 0 0,0 1 0 0 0,0 0 0 0 0,0-1 1 0 0,0 1-1 0 0,0 0 0 0 0,0 1 0 0 0,0-1 1 0 0,0 0-1 0 0,0 1 0 0 0,0 0 0 0 0,0-1 1 0 0,0 1-1 0 0,-1 0 0 0 0,1 1 0 0 0,0-1 1 0 0,0 0-1 0 0,-1 1 0 0 0,1 0 0 0 0,-1-1 1 0 0,1 1-1 0 0,-1 0 0 0 0,0 0 0 0 0,0 0 1 0 0,0 1-1 0 0,0-1 0 0 0,0 0 0 0 0,1 3-144 0 0,39 55 1548 0 0,-8 1-730 0 0,-4 2-1 0 0,19 55-817 0 0,-15-34 151 0 0,-16-40-209 0 0,-6-12-397 0 0,2-1 0 0 0,1-1 0 0 0,1 0 0 0 0,13 18 455 0 0,-11-25-1036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4:15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14 4144 0 0,'0'0'319'0'0,"0"0"15"0"0,0 0 847 0 0,0 0 394 0 0,0 0 80 0 0,0 0-106 0 0,0 0-482 0 0,0 0-215 0 0,0 0-42 0 0,0 0-31 0 0,0 0-98 0 0,0 3-45 0 0,4 59 2461 0 0,-19-3-2353 0 0,9-9-96 0 0,6-48-444 0 0,1 0-82 0 0,0 1-104 0 0,0-1 1 0 0,0 0 0 0 0,1 1 0 0 0,-1-1-1 0 0,1 0 1 0 0,-1 0 0 0 0,1 0 0 0 0,0 0 0 0 0,0 0-1 0 0,-1 0 1 0 0,1-1 0 0 0,1 1 0 0 0,-1-1-1 0 0,0 1 1 0 0,0-1 0 0 0,1 0 0 0 0,-1 1-1 0 0,0-1 1 0 0,1-1 0 0 0,-1 1 0 0 0,1 0-1 0 0,-1-1 1 0 0,1 1 0 0 0,0-1 0 0 0,-1 0-1 0 0,1 1 1 0 0,-1-1 0 0 0,1-1 0 0 0,0 1-1 0 0,2 0-18 0 0,90 1 331 0 0,-35 18-238 0 0,-35-8-86 0 0,0 1-1 0 0,-1 0 1 0 0,0 2 0 0 0,-1 1-1 0 0,0 1 1 0 0,-2 1-1 0 0,0 1 1 0 0,0 0-1 0 0,-2 2 1 0 0,0 0-1 0 0,0 4-6 0 0,-10-14 0 0 0,-1 0 0 0 0,0 0 0 0 0,-1 1 0 0 0,0 0 0 0 0,-1 1 0 0 0,0-1 0 0 0,-1 1 0 0 0,-1 0 0 0 0,1 1 0 0 0,-2-1 0 0 0,1 2 0 0 0,1 13 0 0 0,-3-19 0 0 0,0 0 0 0 0,0 0 0 0 0,-1 1 0 0 0,-1-1 0 0 0,1 0 0 0 0,-1 1 0 0 0,0-1 0 0 0,-1 0 0 0 0,0 0 0 0 0,-1 1 0 0 0,-18 70 0 0 0,15-69 4 0 0,0-1-1 0 0,-1 0 0 0 0,0-1 1 0 0,0 1-1 0 0,0-1 0 0 0,-1-1 1 0 0,-1 1-1 0 0,1-1 0 0 0,-1 0 1 0 0,-1-1-1 0 0,1 0 0 0 0,-9 5-3 0 0,9-7 111 0 0,0 0 1 0 0,0 0-1 0 0,-1-1 0 0 0,0 0 0 0 0,1 0 0 0 0,-1-1 0 0 0,0 0 1 0 0,0-1-1 0 0,0 0 0 0 0,0 0 0 0 0,-5-1-111 0 0,-100-17 308 0 0,0-26-18 0 0,49-2-3624 0 0,49 31-3968 0 0</inkml:trace>
  <inkml:trace contextRef="#ctx0" brushRef="#br0" timeOffset="362.037">0 60 13328 0 0,'16'-18'1340'0'0,"-5"0"-1280"0"0,12-5 2218 0 0,10 22 215 0 0,45 25-99 0 0,-11-1-1300 0 0,-42-15-934 0 0,-1-2 0 0 0,1 0 0 0 0,0-2 0 0 0,0 0 0 0 0,26 0-160 0 0,129-4-212 0 0,-76 4-1624 0 0,-71 1-405 0 0,2-4-4921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4:28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13824 0 0,'0'0'314'0'0,"0"0"46"0"0,0 0 22 0 0,0 0-50 0 0,0 0-150 0 0,0 0 196 0 0,0 0 108 0 0,0 0 23 0 0,0 0 19 0 0,0 0 70 0 0,0 0 36 0 0,0 0 6 0 0,0 0-44 0 0,0 1-185 0 0,-9 51 1350 0 0,8-50-1514 0 0,1 19 210 0 0,0-19-333 0 0,0-2-100 0 0,12-1-2294 0 0,1-2-5127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4:29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50 5064 0 0,'0'0'389'0'0,"-2"-1"76"0"0,-2 0 180 0 0,1-1-1 0 0,-1 1 0 0 0,1-1 0 0 0,0 0 0 0 0,-1 0 0 0 0,1 0 0 0 0,0 0 0 0 0,0-1 0 0 0,0 1 0 0 0,1-1 0 0 0,-1 0 0 0 0,1 0 1 0 0,-1 0-1 0 0,1 0 0 0 0,0 0 0 0 0,0 0-644 0 0,-3-5-2 0 0,4 7 537 0 0,1 1-21 0 0,0 0-2 0 0,-12 5 956 0 0,2 0-1266 0 0,0 0 0 0 0,1 1 0 0 0,0 0 0 0 0,1 0-1 0 0,-1 1 1 0 0,1 1 0 0 0,0-1 0 0 0,1 1 0 0 0,0 0 0 0 0,0 1-1 0 0,-3 7-201 0 0,7-13 0 0 0,1 1 0 0 0,-1 0 0 0 0,1 0 0 0 0,0 0 0 0 0,1 1 0 0 0,-1-1 0 0 0,1 0 0 0 0,0 0 0 0 0,0 1 0 0 0,0-1 0 0 0,0 1 0 0 0,1-1 0 0 0,0 1 0 0 0,0-1 0 0 0,0 1 0 0 0,2 8 0 0 0,0-10 0 0 0,1-1 0 0 0,0 1 0 0 0,0-1 0 0 0,0 0 0 0 0,0 0 0 0 0,0 0 0 0 0,1-1 0 0 0,-1 1 0 0 0,0-1 0 0 0,1 0 0 0 0,-1 1 0 0 0,1-2 0 0 0,-1 1 0 0 0,1 0 0 0 0,0-1 0 0 0,-1 1 0 0 0,1-1 0 0 0,0 0 0 0 0,-1-1 0 0 0,1 1 0 0 0,0 0 0 0 0,-1-1 0 0 0,1 0 0 0 0,-1 0 0 0 0,1 0 0 0 0,-1 0 0 0 0,1-1 0 0 0,-1 1 0 0 0,0-1 0 0 0,1 0 0 0 0,1 0 0 0 0,4-1 0 0 0,0 0 0 0 0,0-1 0 0 0,-1-1 0 0 0,1 1 0 0 0,-1-1 0 0 0,0-1 0 0 0,-1 1 0 0 0,1-1 0 0 0,-1-1 0 0 0,0 1 0 0 0,-1-1 0 0 0,0 0 0 0 0,0-1 0 0 0,0 0 0 0 0,-1 0 0 0 0,0 0 0 0 0,3-7 0 0 0,-2-8 0 0 0,-12 8 0 0 0,-29-11-1384 0 0,13 25-1789 0 0,22 1-2965 0 0</inkml:trace>
  <inkml:trace contextRef="#ctx0" brushRef="#br0" timeOffset="376.008">1164 54 5528 0 0,'0'0'422'0'0,"0"0"49"0"0,0 0 1234 0 0,0 0 573 0 0,0 0 111 0 0,0 0-181 0 0,0 0-832 0 0,0 0-363 0 0,0 0-76 0 0,0 0-58 0 0,-1 1-207 0 0,-51 77 1897 0 0,1-3-1930 0 0,-50 71-6 0 0,-26-3-290 0 0,-23 25-218 0 0,-226 279-721 0 0,241-292 596 0 0,-23 33 0 0 0,145-155-294 0 0,16-32-1233 0 0,42-20-2662 0 0,-11 1 2024 0 0</inkml:trace>
  <inkml:trace contextRef="#ctx0" brushRef="#br0" timeOffset="784.899">998 955 10104 0 0,'-1'-2'464'0'0,"-2"-40"309"0"0,3 41-42 0 0,0 1 242 0 0,0 0 47 0 0,0 0-67 0 0,0 0-323 0 0,0 0-146 0 0,0 0-33 0 0,-36 23 1897 0 0,-13 37-1353 0 0,37-45-924 0 0,1 0 0 0 0,0 2 0 0 0,1-1 0 0 0,1 1-1 0 0,1 1 1 0 0,-6 16-71 0 0,12-30 0 0 0,1 0 0 0 0,-1 0-1 0 0,1 0 1 0 0,0-1 0 0 0,0 1-1 0 0,0 0 1 0 0,1 0 0 0 0,-1 0-1 0 0,1 1 1 0 0,0-1 0 0 0,0 0-1 0 0,0 0 1 0 0,1 0 0 0 0,0 0-1 0 0,-1 0 1 0 0,1 0 0 0 0,1-1-1 0 0,-1 1 1 0 0,0 0 0 0 0,1 0-1 0 0,0-1 1 0 0,0 1 0 0 0,0-1-1 0 0,0 1 1 0 0,1-1 0 0 0,-1 0-1 0 0,1 0 1 0 0,0 0 0 0 0,0 0-1 0 0,0-1 1 0 0,0 1 0 0 0,1-1 0 0 0,2-1-12 0 0,1-1 0 0 0,0 0-1 0 0,-1 0 1 0 0,1 0 0 0 0,0-1 0 0 0,-1 0 0 0 0,1 0 0 0 0,-1-1 0 0 0,1 0 0 0 0,-1 0 0 0 0,0 0 0 0 0,1-1 0 0 0,-1 0 0 0 0,-1 0-1 0 0,1-1 1 0 0,1 0 12 0 0,61-64-57 0 0,-40 34 30 0 0,-5-26 27 0 0,-20 43 0 0 0,-18-56 136 0 0,8 63-200 0 0,-20-3-2256 0 0,25 13-4119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4:28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46 7136 0 0,'0'0'330'0'0,"0"0"-8"0"0,0 0-38 0 0,0 0 620 0 0,0 0 294 0 0,0 0 61 0 0,2 2-35 0 0,9 5 207 0 0,6-2 4823 0 0,-15-3-5741 0 0,16 64 1535 0 0,-23-10-512 0 0,-25 54-408 0 0,27-100-1131 0 0,1-6-1 0 0,1 0 0 0 0,0-1 1 0 0,0 1-1 0 0,0-1 0 0 0,1 1 0 0 0,-1 0 0 0 0,1 0 1 0 0,0-1-1 0 0,0 1 0 0 0,0 0 0 0 0,1 0 1 0 0,-1-1-1 0 0,1 1 0 0 0,0 0 0 0 0,0 1 4 0 0,3 6-6 0 0,-4-8 5 0 0,0 0 1 0 0,1 1 0 0 0,0-1 0 0 0,0 0 0 0 0,0 0-1 0 0,0 0 1 0 0,0 0 0 0 0,0-1 0 0 0,1 1 0 0 0,-1 0-1 0 0,1 0 1 0 0,0-1 0 0 0,0 1 0 0 0,0-1 0 0 0,0 0-1 0 0,1 1 1 0 0,-1-1 0 0 0,0 0 0 0 0,1 0 0 0 0,0 0-1 0 0,-1-1 1 0 0,1 1 0 0 0,0-1 0 0 0,0 1 0 0 0,0-1-1 0 0,0 0 1 0 0,1 0 0 0 0,124-9 80 0 0,17-16-80 0 0,-99 18 0 0 0,48 3 0 0 0,-80 5-60 0 0,-1 1 0 0 0,1 1 0 0 0,0 0 0 0 0,-1 0 0 0 0,0 2 0 0 0,0-1 0 0 0,0 2 0 0 0,-1 0 0 0 0,3 2 60 0 0,-5-1-43 0 0,1 1 0 0 0,-2 0 0 0 0,1 1 0 0 0,-1 0 0 0 0,-1 0 0 0 0,0 1 0 0 0,2 4 43 0 0,27 42-193 0 0,-14 48-667 0 0,-8-8 1234 0 0,-29-15-374 0 0,17-17-20 0 0,-3-60-2 0 0,-1 0 0 0 0,0 0 1 0 0,0 0-1 0 0,0 0 0 0 0,-1 0 0 0 0,1 0 0 0 0,-1-1 0 0 0,-1 1 0 0 0,1 0 0 0 0,0-1 0 0 0,-1 0 0 0 0,0 0 1 0 0,0 0-1 0 0,-1 0 0 0 0,1 0 0 0 0,-1 0 0 0 0,1-1 0 0 0,-1 0 0 0 0,0 0 0 0 0,-1 0 0 0 0,1 0 22 0 0,-4 1 0 0 0,0 1 0 0 0,0-2 0 0 0,-1 1 0 0 0,1-1 0 0 0,-1 0 0 0 0,0-1 0 0 0,0 0 0 0 0,0-1 0 0 0,0 0 0 0 0,0 0 0 0 0,0 0 0 0 0,-5-2 0 0 0,-80-6 0 0 0,72 5 0 0 0,0 0 0 0 0,1-2 0 0 0,-1 0 0 0 0,1-2 0 0 0,0 0 0 0 0,-20-10 0 0 0,-48-13 0 0 0,-70-26-1836 0 0,135 41 122 0 0,0-4-3402 0 0,-1-2-1321 0 0</inkml:trace>
  <inkml:trace contextRef="#ctx0" brushRef="#br0" timeOffset="301.194">83 88 13680 0 0,'-1'-1'628'0'0,"-7"-11"334"0"0,8 10-242 0 0,0 2 205 0 0,0 0 41 0 0,10-7 671 0 0,77-4 1236 0 0,59 15-313 0 0,9-13-1944 0 0,106-31-1669 0 0,-217 35-156 0 0,-2 0-65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4:27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573 142 1840 0 0,'0'0'447'0'0,"0"0"1202"0"0,0 0 523 0 0,0-2 106 0 0,-15-38 3362 0 0,-10-1-773 0 0,-16-9-2473 0 0,37 48-2262 0 0,0 0 0 0 0,0 1 0 0 0,0 0 0 0 0,0 0 0 0 0,0 0 0 0 0,-1 1 0 0 0,1 0 0 0 0,0-1 0 0 0,0 1 0 0 0,0 1 0 0 0,-1-1 0 0 0,1 0 0 0 0,0 1 0 0 0,-1 0-132 0 0,-7 2 173 0 0,1 0 0 0 0,-1 1 0 0 0,1 1 0 0 0,0-1 0 0 0,0 1 0 0 0,1 1 0 0 0,-1 0 0 0 0,-4 5-173 0 0,-73 55 487 0 0,63-43-426 0 0,-15 27 34 0 0,15 17 102 0 0,-17 2-6 0 0,23 7-174 0 0,-1-28-17 0 0,13-34 0 0 0,0 0 0 0 0,2 0 0 0 0,0 1 0 0 0,0-1 0 0 0,1 1 0 0 0,-1 15 0 0 0,0 66-14 0 0,-4-60-43 0 0,6-27 22 0 0,0 1 1 0 0,1-1 0 0 0,0 1 0 0 0,1-1 0 0 0,0 1-1 0 0,0 0 1 0 0,1 0 0 0 0,1 7 34 0 0,0-7-40 0 0,0 4 1 0 0,0 0 0 0 0,1 0 0 0 0,1 0 0 0 0,0 0 0 0 0,1-1 0 0 0,1 1 0 0 0,0-1 0 0 0,0 0 0 0 0,7 10 39 0 0,3-5-182 0 0,0 0-1 0 0,1-1 0 0 0,0-1 1 0 0,1-1-1 0 0,16 11 183 0 0,-22-19 6 0 0,1-1 0 0 0,0 1 0 0 0,0-2-1 0 0,1 0 1 0 0,-1-1 0 0 0,1 0 0 0 0,0 0 0 0 0,0-2 0 0 0,0 0 0 0 0,6 1-6 0 0,-9-2 25 0 0,-5 0-37 0 0,1 0 1 0 0,0 0-1 0 0,-1-1 1 0 0,1 0-1 0 0,-1 0 1 0 0,1 0-1 0 0,-1-1 0 0 0,1 0 1 0 0,-1 0-1 0 0,1 0 1 0 0,-1-1-1 0 0,1 0 1 0 0,-1 0-1 0 0,0 0 1 0 0,0-1-1 0 0,0 1 0 0 0,-1-1 1 0 0,1-1-1 0 0,0 1 1 0 0,-1 0-1 0 0,2-3 12 0 0,39-45-72 0 0,-9-63 72 0 0,-33 99 0 0 0,0 1 0 0 0,-2-1 0 0 0,0 0 0 0 0,0 0 0 0 0,-2 0 0 0 0,0 1 0 0 0,-1-6 0 0 0,2 11 9 0 0,-1 0 1 0 0,0 0-1 0 0,0 0 0 0 0,-1 0 0 0 0,0 1 0 0 0,0-1 0 0 0,-1 1 0 0 0,0-1 1 0 0,-1 1-1 0 0,0 0 0 0 0,0 0 0 0 0,0 1 0 0 0,-1-1 0 0 0,-1 1 0 0 0,1 0 1 0 0,-1 0-1 0 0,0 1 0 0 0,-1-1 0 0 0,1 1 0 0 0,-1 1 0 0 0,-1-1 0 0 0,1 1 1 0 0,-1 1-1 0 0,1-1 0 0 0,-1 1 0 0 0,-1 1 0 0 0,1 0 0 0 0,-8-3-9 0 0,-3 4-46 0 0,-1 1 0 0 0,1 0 0 0 0,-1 1 0 0 0,0 1 0 0 0,1 1 0 0 0,-1 1 0 0 0,1 0 0 0 0,-4 3 46 0 0,-47 17 0 0 0,65-22-320 0 0,1 1-1 0 0,-1 0 0 0 0,0 0 0 0 0,1 1 1 0 0,0-1-1 0 0,0 1 0 0 0,0 0 1 0 0,0 0-1 0 0,0 1 0 0 0,0-1 0 0 0,1 1 1 0 0,-1 0-1 0 0,-2 4 321 0 0,0 2-7150 0 0</inkml:trace>
  <inkml:trace contextRef="#ctx0" brushRef="#br0" timeOffset="602.379">852 299 10136 0 0,'0'0'464'0'0,"0"0"-10"0"0,0 0-174 0 0,0 0 358 0 0,6-6 1047 0 0,15-22 562 0 0,67-40 1168 0 0,-70 58-2912 0 0,-11 4-337 0 0,1 1 0 0 0,0 1 0 0 0,0-1 0 0 0,0 1 1 0 0,1 1-1 0 0,-1 0 0 0 0,1 0 0 0 0,0 0 0 0 0,0 1 0 0 0,0 0 0 0 0,0 1 0 0 0,0 0 1 0 0,0 1-1 0 0,0 0 0 0 0,0 0 0 0 0,1 1 0 0 0,0 0-166 0 0,42 40 337 0 0,-22 28-97 0 0,-27-61-205 0 0,-1 0 0 0 0,0 0 0 0 0,-1 0 0 0 0,0 0 0 0 0,0 0 0 0 0,-1 1 0 0 0,0-1 0 0 0,0 0 0 0 0,-1 1 0 0 0,0-1 0 0 0,0 0 0 0 0,-1 0 0 0 0,0 0 0 0 0,-1 0 0 0 0,1 0 0 0 0,-4 5-34 0 0,-1 9 153 0 0,-38 71 626 0 0,-74 76-11 0 0,78-118-713 0 0,-53 72-56 0 0,22-34 0 0 0,35-34 0 0 0,30-43 0 0 0,8-10 5 0 0,0 0 0 0 0,0-1 0 0 0,1 1 0 0 0,-1-1 0 0 0,0 0-1 0 0,1 0 1 0 0,-1 1 0 0 0,0-1 0 0 0,1 0 0 0 0,0 0 0 0 0,-1 0 0 0 0,1 0 0 0 0,0 0-1 0 0,-1-1 1 0 0,1 1 0 0 0,0-1 0 0 0,0 1 0 0 0,-1-1 0 0 0,1 1 0 0 0,0-1 0 0 0,0 0-1 0 0,0 0 1 0 0,0 0 0 0 0,0 0 0 0 0,-1 0 0 0 0,1 0 0 0 0,0-1 0 0 0,0 1 0 0 0,1-1-5 0 0,165-16-44 0 0,-42 16 26 0 0,-50 19 88 0 0,-15 5-2393 0 0,-47-22-4991 0 0,-11-1 378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9:13.3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0 1840 0 0,'0'0'515'0'0,"0"0"1489"0"0,0 0 650 0 0,0 0 129 0 0,0 0-225 0 0,-1 8-26 0 0,-10 62 1932 0 0,16 17-2933 0 0,2 56-501 0 0,-17 100 578 0 0,14 115-1608 0 0,-9-249 0 0 0,-4-77-394 0 0,8-31 156 0 0,1-1-2 0 0,0 0 0 0 0,0 0 0 0 0,-10-27-413 0 0,6 8 560 0 0,1 0-1 0 0,1 0 1 0 0,0 0 0 0 0,1 0-1 0 0,1 0 1 0 0,2-10 93 0 0,41-215-133 0 0,-24 159 242 0 0,13-53 386 0 0,-23 113-441 0 0,1 0 1 0 0,1 0 0 0 0,1 1 0 0 0,1 1 0 0 0,9-13-55 0 0,-3 5 446 0 0,-13 21-352 0 0,1 0-1 0 0,0 1 1 0 0,1 0 0 0 0,0 0 0 0 0,0 1 0 0 0,1 0 0 0 0,0 0 0 0 0,0 1 0 0 0,1 0 0 0 0,-1 1 0 0 0,2 0 0 0 0,-1 1 0 0 0,1 0-1 0 0,0 0 1 0 0,0 1 0 0 0,1 0-94 0 0,-8 3 5 0 0,1 0-1 0 0,0 1 1 0 0,-1 0-1 0 0,1-1 1 0 0,0 1-1 0 0,-1 1 0 0 0,1-1 1 0 0,-1 1-1 0 0,1-1 1 0 0,0 2-1 0 0,-1-1 1 0 0,0 0-1 0 0,1 1 1 0 0,-1 0-1 0 0,0 0 0 0 0,0 0 1 0 0,0 0-1 0 0,0 1 1 0 0,0-1-1 0 0,0 1 1 0 0,-1 0-1 0 0,1 0 1 0 0,-1 1-1 0 0,0-1 0 0 0,0 1 1 0 0,0-1-1 0 0,0 2-4 0 0,64 100 838 0 0,-61-90-806 0 0,-1 0 1 0 0,0 1 0 0 0,-1 0 0 0 0,0 0-1 0 0,-1 0 1 0 0,-1 0 0 0 0,-1 0 0 0 0,0 0 0 0 0,-1 1-1 0 0,-1-1 1 0 0,-1 0 0 0 0,-1 5-33 0 0,1-9 39 0 0,0 0 1 0 0,-1-1-1 0 0,-1 1 0 0 0,0-1 1 0 0,0 0-1 0 0,-1 0 0 0 0,0 0 1 0 0,-1-1-1 0 0,-1 0 0 0 0,-1 3-39 0 0,3-5 34 0 0,-1-1 0 0 0,0 0 0 0 0,0 0-1 0 0,0 0 1 0 0,0 0 0 0 0,-1-1 0 0 0,0 0-1 0 0,-1-1 1 0 0,1 0 0 0 0,-1 0 0 0 0,0 0 0 0 0,-7 2-34 0 0,1-3-51 0 0,-1-1 1 0 0,0-1-1 0 0,0 0 1 0 0,0-1 0 0 0,0 0-1 0 0,1-1 1 0 0,-1-1 0 0 0,0-1-1 0 0,0 0 1 0 0,0 0 0 0 0,1-2-1 0 0,-1 0 1 0 0,1-1 0 0 0,0 0-1 0 0,0-1 1 0 0,1 0 0 0 0,-1-2 50 0 0,-11-15-4030 0 0,18 15 854 0 0,-9-6-4455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9:14.5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10136 0 0,'0'0'464'0'0,"0"0"-10"0"0,0 0-222 0 0,0 0 156 0 0,0 0 100 0 0,0 0 22 0 0,0 0-4 0 0,0 0-22 0 0,4 9 895 0 0,26 18-19 0 0,-13-33-1043 0 0,1-10 159 0 0,-17 8-358 0 0,-7 8-4592 0 0,-22 8 3212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9:14.9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18 3680 0 0,'0'0'284'0'0,"0"0"117"0"0,0 0 1187 0 0,0 0 535 0 0,0 0 106 0 0,-5-7 1083 0 0,4 6-3168 0 0,0 0 1 0 0,0 1-1 0 0,0-1 0 0 0,0 0 1 0 0,0 1-1 0 0,0 0 0 0 0,-1-1 1 0 0,1 1-1 0 0,0-1 0 0 0,0 1 1 0 0,0 0-1 0 0,0 0 1 0 0,-1 0-1 0 0,1 0 0 0 0,0 0 1 0 0,0 0-1 0 0,0 0 0 0 0,0 0 1 0 0,-1 0-1 0 0,1 0 0 0 0,0 1 1 0 0,0-1-1 0 0,0 0 0 0 0,0 1 1 0 0,0-1-1 0 0,0 1 1 0 0,-1-1-1 0 0,1 1 0 0 0,0 0 1 0 0,1-1-1 0 0,-1 1 0 0 0,0 0 1 0 0,0 0-1 0 0,0 0-144 0 0,-13 22 494 0 0,9-4-346 0 0,2-11-88 0 0,6 1-48 0 0,18 13-12 0 0,-15-20 0 0 0,7 1 0 0 0,23-16 16 0 0,-13-11 176 0 0,-14-4-93 0 0,-9 26-199 0 0,-6-8-304 0 0,-2-2-651 0 0,1 2-325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9:13.9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191 316 6448 0 0,'7'-3'669'0'0,"0"0"24"0"0,0-1-1 0 0,-1 0 1 0 0,1 0-1 0 0,-1-1 1 0 0,0 0-1 0 0,0 0 1 0 0,0 0-1 0 0,-1-1 1 0 0,0 0-1 0 0,0 0 1 0 0,0 0-1 0 0,-1-1 1 0 0,2-3-693 0 0,11-12 527 0 0,84-96 2201 0 0,-38 21-212 0 0,-62 98-2387 0 0,0 0-1 0 0,0 1 1 0 0,0-1-1 0 0,0 0 1 0 0,0 1 0 0 0,0-1-1 0 0,0 1 1 0 0,0-1-1 0 0,0 1 1 0 0,-1-1-1 0 0,1 1 1 0 0,-1 0-1 0 0,1-1 1 0 0,-1 1-1 0 0,0 0 1 0 0,1-1-1 0 0,-1 1 1 0 0,0 0 0 0 0,0 0-1 0 0,0-1 1 0 0,-1 1-1 0 0,1 0 1 0 0,0-1-1 0 0,0 1 1 0 0,-1 0-1 0 0,0 0-128 0 0,1 0 169 0 0,-30 248-4 0 0,25 97-165 0 0,-1-56 0 0 0,2 67-1720 0 0,8-310 141 0 0,1 1-7271 0 0,-5-35 3032 0 0</inkml:trace>
  <inkml:trace contextRef="#ctx0" brushRef="#br0" timeOffset="257.312">0 1333 14856 0 0,'0'0'332'0'0,"0"0"50"0"0,0 0 26 0 0,3 0-42 0 0,-1 1-357 0 0,1 0 1 0 0,-1-1 0 0 0,0 1-1 0 0,1-1 1 0 0,-1 0 0 0 0,1 1 0 0 0,-1-1-1 0 0,1-1 1 0 0,-1 1 0 0 0,1 0-1 0 0,-1 0 1 0 0,0-1 0 0 0,1 0 0 0 0,-1 1-1 0 0,1-1 1 0 0,-1 0 0 0 0,0 0 0 0 0,0 0-1 0 0,0 0 1 0 0,1-1 0 0 0,-1 1-1 0 0,0-1 1 0 0,-1 1 0 0 0,3-2-10 0 0,3-7 134 0 0,-5 8-84 0 0,-1 0-1 0 0,0 0 1 0 0,1 0-1 0 0,-1 0 0 0 0,1 0 1 0 0,0 1-1 0 0,0-1 1 0 0,0 0-1 0 0,0 1 0 0 0,0-1 1 0 0,0 1-1 0 0,0 0 1 0 0,0 0-1 0 0,0 0 0 0 0,1 0 1 0 0,-1 0-1 0 0,0 0 1 0 0,1 0-1 0 0,0 1-49 0 0,58 25 1260 0 0,-47-22-1093 0 0,-1 0 0 0 0,1-2 0 0 0,-1 0 0 0 0,1 0 0 0 0,-1-1 0 0 0,1-1-1 0 0,-1 0 1 0 0,1-1 0 0 0,-1 0 0 0 0,0-1 0 0 0,1-1-167 0 0,109-25-143 0 0,-42 13-5319 0 0,-28 3-1039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9:11.7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360 217 1840 0 0,'1'0'437'0'0,"3"0"239"0"0,-1-1 0 0 0,0 1 0 0 0,0-1 0 0 0,1 1 0 0 0,-1-1 0 0 0,0 0 0 0 0,0 0 0 0 0,0-1 0 0 0,0 1 0 0 0,0-1 0 0 0,-1 1 0 0 0,1-1 0 0 0,0 0 0 0 0,-1 0 0 0 0,1 0 0 0 0,0-1-676 0 0,12-17 1759 0 0,-13 17-1572 0 0,-1 0 1 0 0,1 0-1 0 0,-1 0 1 0 0,1 0-1 0 0,-1 0 1 0 0,0 0 0 0 0,0 0-1 0 0,0-1 1 0 0,-1 1-1 0 0,1 0 1 0 0,-1 0-1 0 0,0-1 1 0 0,0 1 0 0 0,0 0-1 0 0,0-1 1 0 0,0 1-1 0 0,-1 0 1 0 0,1-1-1 0 0,-1 0-187 0 0,-20-46 2032 0 0,16 44-1812 0 0,0 1-1 0 0,0 0 1 0 0,0 1-1 0 0,-1-1 0 0 0,1 1 1 0 0,-1 0-1 0 0,0 1 1 0 0,0-1-1 0 0,0 1 1 0 0,-1 0-1 0 0,1 1 0 0 0,-1 0 1 0 0,0 0-1 0 0,-6-1-219 0 0,-68-1 336 0 0,66 6-323 0 0,1 1 0 0 0,0 1 0 0 0,-1 0 0 0 0,1 1 0 0 0,1 0 0 0 0,-1 1 0 0 0,1 1 0 0 0,0 0 0 0 0,0 1 0 0 0,1 0 0 0 0,0 1 0 0 0,1 0 0 0 0,0 1 0 0 0,0 0 0 0 0,-5 7-13 0 0,12-10-25 0 0,0 1-1 0 0,0-1 1 0 0,1 1-1 0 0,0 0 1 0 0,0 0-1 0 0,1 0 1 0 0,0 0 0 0 0,0 0-1 0 0,1 0 1 0 0,0 0-1 0 0,1 1 1 0 0,-1-1-1 0 0,2 0 1 0 0,0 5 25 0 0,-1-4-14 0 0,1-1 0 0 0,0 0 0 0 0,1 0 0 0 0,0 0 0 0 0,0 0 0 0 0,1 0 0 0 0,0 0 0 0 0,0 0 0 0 0,1-1 0 0 0,0 0-1 0 0,0 1 1 0 0,1-2 0 0 0,0 1 0 0 0,0 0 0 0 0,4 3 14 0 0,99 105-12 0 0,6-1 76 0 0,-81-83-74 0 0,-2 2-1 0 0,-2 0 0 0 0,-1 3 1 0 0,-1 0-1 0 0,-2 1 0 0 0,2 10 11 0 0,35 113 138 0 0,-55-128-121 0 0,-2 1 1 0 0,-2 1-1 0 0,0-1 1 0 0,-3 0 0 0 0,-1 1-18 0 0,1-12-15 0 0,1-14 10 0 0,-1 1 0 0 0,-1-1 0 0 0,1 0-1 0 0,-2 1 1 0 0,1-1 0 0 0,-1 0 0 0 0,0 0 0 0 0,-1 0 0 0 0,1 0 0 0 0,-2 0 0 0 0,1 0-1 0 0,-1-1 1 0 0,-4 6 5 0 0,3-5 92 0 0,1-1 0 0 0,-1 0-1 0 0,-1 0 1 0 0,1 0 0 0 0,-1 0 0 0 0,0-1-1 0 0,-1 0 1 0 0,0-1 0 0 0,0 0 0 0 0,0 0-1 0 0,0 0 1 0 0,-1-1 0 0 0,1 0 0 0 0,-1 0-1 0 0,0-1 1 0 0,-1 0 0 0 0,1 0-1 0 0,0-1 1 0 0,-1 0 0 0 0,-5 0-92 0 0,5-1-37 0 0,-1-1-1 0 0,1-1 1 0 0,-1 1 0 0 0,1-2 0 0 0,0 1 0 0 0,0-1-1 0 0,-1-1 1 0 0,1 0 0 0 0,1 0 0 0 0,-1 0-1 0 0,0-1 1 0 0,1-1 0 0 0,-2-1 37 0 0,-58-49-404 0 0,9-36-896 0 0,44 22-2684 0 0,18 45-3126 0 0</inkml:trace>
  <inkml:trace contextRef="#ctx0" brushRef="#br0" timeOffset="312.171">862 102 12752 0 0,'10'-38'1388'0'0,"-5"21"-1657"0"0,-4 14 6576 0 0,13 75-5403 0 0,-4 1 1 0 0,-2 0-1 0 0,-4 5-904 0 0,5 42 275 0 0,6 154 25 0 0,-8-16-193 0 0,-1 31-343 0 0,-12-202-696 0 0,0-49-1427 0 0,5-37 755 0 0,1-1-55 0 0</inkml:trace>
  <inkml:trace contextRef="#ctx0" brushRef="#br0" timeOffset="570.471">690 735 10712 0 0,'6'5'970'0'0,"45"-10"26"0"0,17-3 2624 0 0,61 2-345 0 0,-3-16-2150 0 0,27-2-2797 0 0,-123 24-3000 0 0,-3-3-1498 0 0</inkml:trace>
  <inkml:trace contextRef="#ctx0" brushRef="#br0" timeOffset="991.347">1472 1016 3680 0 0,'0'0'284'0'0,"0"0"55"0"0,0 0 924 0 0,0 0 427 0 0,0 0 80 0 0,0 0-84 0 0,1 1-434 0 0,57 26 3345 0 0,-48-25-4344 0 0,1-1 1 0 0,-1-1-1 0 0,1 0 1 0 0,0 0-1 0 0,-1-1 1 0 0,1-1-1 0 0,-1 0 1 0 0,6-1-254 0 0,57-20 804 0 0,-42-1-280 0 0,5-54 252 0 0,-35 70-766 0 0,0-1 1 0 0,-1 1 0 0 0,0 0-1 0 0,0-1 1 0 0,-1 1 0 0 0,0-1-1 0 0,0 1 1 0 0,-1 0 0 0 0,0 0-1 0 0,-1 0 1 0 0,0 0 0 0 0,0 0-1 0 0,0 0 1 0 0,-1 1 0 0 0,-2-3-11 0 0,3 5 13 0 0,-1-1 0 0 0,0 1 1 0 0,0 0-1 0 0,0 0 0 0 0,0 0 1 0 0,-1 1-1 0 0,0 0 0 0 0,0-1 1 0 0,0 2-1 0 0,0-1 0 0 0,-1 1 1 0 0,1 0-1 0 0,-1 0 0 0 0,-5-2-13 0 0,4 3 9 0 0,-1 1 0 0 0,0 0 0 0 0,0 0 0 0 0,0 1 0 0 0,0 0 0 0 0,0 0 0 0 0,0 1-1 0 0,1 0 1 0 0,-1 0 0 0 0,0 1 0 0 0,0 0 0 0 0,1 0 0 0 0,-1 1 0 0 0,1 0 0 0 0,0 0 0 0 0,0 1-1 0 0,0 0 1 0 0,0 0 0 0 0,1 0 0 0 0,-1 1 0 0 0,1 0 0 0 0,0 1 0 0 0,1-1 0 0 0,-1 1 0 0 0,1 0-1 0 0,0 0 1 0 0,-2 5-9 0 0,-8 13 17 0 0,2 0 1 0 0,1 0-1 0 0,1 1 0 0 0,1 1 0 0 0,1 0 0 0 0,2 0 0 0 0,0 1 0 0 0,2-1 0 0 0,0 1 0 0 0,2 1 0 0 0,2 0-17 0 0,-1-15 2 0 0,1 0 0 0 0,1 0-1 0 0,0 0 1 0 0,0 0 0 0 0,2 0 0 0 0,0 0-1 0 0,3 12-1 0 0,25 74 0 0 0,-26-93 10 0 0,0 0 1 0 0,0 0-1 0 0,0 0 0 0 0,1 0 0 0 0,0-1 0 0 0,0 0 0 0 0,0 0 0 0 0,1 0 0 0 0,0-1 0 0 0,0 0 1 0 0,0 0-1 0 0,0 0 0 0 0,0-1 0 0 0,1 0 0 0 0,0 0 0 0 0,-1 0 0 0 0,1-1 0 0 0,0 0 0 0 0,1 0-10 0 0,1-1-34 0 0,0-1 0 0 0,0 1-1 0 0,0-1 1 0 0,0-1 0 0 0,0 0-1 0 0,-1 0 1 0 0,1-1 0 0 0,0 0-1 0 0,0 0 1 0 0,-1-1 0 0 0,0 0-1 0 0,1-1 1 0 0,-1 0 0 0 0,0 0-1 0 0,-1 0 1 0 0,6-5 34 0 0,74-54-2873 0 0,-60 35-3768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9:18.4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25 310 13792 0 0,'0'0'629'0'0,"0"0"-12"0"0,-1 0-393 0 0,-3 0-124 0 0,3 0 283 0 0,1 2 113 0 0,6 43 1558 0 0,10 176 950 0 0,0 103-2389 0 0,-11-205 188 0 0,-5 0-1 0 0,-12 84-802 0 0,-8-18 0 0 0,19-177-64 0 0,1-7-273 0 0,-15-71-1238 0 0,4-123 1559 0 0,9 71 16 0 0,4 0 0 0 0,7 1 0 0 0,4 0 0 0 0,6 0 0 0 0,5 2 0 0 0,9-16 0 0 0,-22 93 0 0 0,2 1 0 0 0,1 0 0 0 0,3 2 0 0 0,1 0 0 0 0,1 0 0 0 0,2 2 0 0 0,7-6 0 0 0,-23 35 41 0 0,1-1-1 0 0,1 2 0 0 0,-1-1 0 0 0,1 1 0 0 0,1 0 1 0 0,-1 0-1 0 0,1 1 0 0 0,0 0 0 0 0,0 1 0 0 0,1-1 1 0 0,0 2-1 0 0,0-1 0 0 0,8-2-40 0 0,-12 7 56 0 0,0 0-1 0 0,1 1 1 0 0,-1 0-1 0 0,0-1 1 0 0,1 2-1 0 0,-1-1 1 0 0,0 1-1 0 0,0 0 1 0 0,0 0-1 0 0,0 0 1 0 0,0 0-1 0 0,0 1 1 0 0,-1 0-1 0 0,1 0 1 0 0,-1 0-1 0 0,0 1 1 0 0,0-1-1 0 0,0 1 1 0 0,-1 0-1 0 0,1 0 1 0 0,-1 1-1 0 0,3 4-55 0 0,5 5 35 0 0,-1 2 0 0 0,-1-1 0 0 0,0 1 0 0 0,-1 1 1 0 0,0-1-1 0 0,-2 1 0 0 0,4 13-35 0 0,11 66 10 0 0,-15-74-10 0 0,0 1 0 0 0,-2-1 0 0 0,0 1 0 0 0,-1 0 0 0 0,-2 0 0 0 0,0 1 0 0 0,-1-1 0 0 0,-4 19 0 0 0,4-27 0 0 0,-2 1 0 0 0,0-1 0 0 0,0-1 0 0 0,-1 1 0 0 0,-1 0 0 0 0,-1-1 0 0 0,0 0 0 0 0,-1 0 0 0 0,0 0 0 0 0,-1 0 0 0 0,0-1 0 0 0,-2-1 0 0 0,1 1 0 0 0,-1-1 0 0 0,-1-1 0 0 0,-3 3 0 0 0,4-6-229 0 0,-1 0 1 0 0,0 0-1 0 0,-1-2 0 0 0,0 1 0 0 0,0-1 0 0 0,0-1 1 0 0,-1 0-1 0 0,0 0 0 0 0,0-1 0 0 0,0-1 0 0 0,0 0 1 0 0,0 0-1 0 0,-13 0 229 0 0,-1-1-5137 0 0,-1-1-1511 0 0</inkml:trace>
  <inkml:trace contextRef="#ctx0" brushRef="#br0" timeOffset="728.06">677 1088 11976 0 0,'0'2'546'0'0,"1"1"-462"0"0,0-1 0 0 0,1 0-1 0 0,-1 1 1 0 0,0-1 0 0 0,1 0 0 0 0,-1 0-1 0 0,1 0 1 0 0,0 0 0 0 0,0 0 0 0 0,0 0-1 0 0,0-1 1 0 0,0 1 0 0 0,0-1 0 0 0,0 1-1 0 0,0-1 1 0 0,1 0 0 0 0,-1 0 0 0 0,0 0-1 0 0,1 0 1 0 0,-1 0 0 0 0,1 0 0 0 0,-1-1-1 0 0,1 1 1 0 0,0-1 0 0 0,-1 0-1 0 0,1 0 1 0 0,2 0-84 0 0,1 1 292 0 0,0-1 0 0 0,0-1 0 0 0,0 1-1 0 0,1-1 1 0 0,-1 0 0 0 0,0-1 0 0 0,-1 1 0 0 0,1-1-1 0 0,0 0 1 0 0,0-1 0 0 0,-1 1 0 0 0,2-2-292 0 0,4-4 285 0 0,1-1 0 0 0,-2 0 1 0 0,0 0-1 0 0,0-1 0 0 0,0-1 1 0 0,-2 1-1 0 0,1-2 0 0 0,0-1-285 0 0,30-55 863 0 0,-12 6-314 0 0,-24 50-418 0 0,0 0 1 0 0,-1 0-1 0 0,0 0 0 0 0,-1 0 0 0 0,0-1 0 0 0,-1 1 0 0 0,0 0 0 0 0,-1 0 0 0 0,0-1-131 0 0,0 7 3 0 0,-1 1 0 0 0,0 0-1 0 0,1-1 1 0 0,-2 1-1 0 0,1 0 1 0 0,0 0 0 0 0,-1 1-1 0 0,0-1 1 0 0,0 1 0 0 0,-1-1-1 0 0,1 1 1 0 0,-1 0-1 0 0,0 0 1 0 0,0 0 0 0 0,0 1-1 0 0,0-1 1 0 0,-1 1 0 0 0,0 0-1 0 0,1 0 1 0 0,-1 1-1 0 0,0 0 1 0 0,0-1 0 0 0,0 2-1 0 0,-1-1 1 0 0,1 0-1 0 0,0 1 1 0 0,-1 0 0 0 0,1 1-1 0 0,-1-1 1 0 0,-2 1-3 0 0,1 0-92 0 0,-1 1 1 0 0,1 0-1 0 0,-1 0 1 0 0,1 0-1 0 0,0 1 1 0 0,0 1-1 0 0,0-1 1 0 0,0 1-1 0 0,0 0 0 0 0,0 0 1 0 0,1 1-1 0 0,0 0 1 0 0,0 0-1 0 0,0 1 1 0 0,-5 4 91 0 0,-1-1-27 0 0,1 1 0 0 0,-1 1 0 0 0,1 0 1 0 0,1 0-1 0 0,0 1 0 0 0,0 0 0 0 0,1 1 0 0 0,1 0 1 0 0,0 1-1 0 0,0 0 0 0 0,1 0 0 0 0,0 2 27 0 0,-39 114-168 0 0,44-118 151 0 0,-3 14 10 0 0,1 0 1 0 0,1 1-1 0 0,1 0 0 0 0,1-1 1 0 0,3 24 6 0 0,17 89 133 0 0,-16-127-134 0 0,0-1 0 0 0,0 1 1 0 0,1-1-1 0 0,0 0 0 0 0,1 0 0 0 0,0-1 0 0 0,0 1 0 0 0,1-1 1 0 0,1 0-1 0 0,-1-1 0 0 0,1 0 0 0 0,1 0 0 0 0,0 0 1 0 0,0-1-1 0 0,0 0 0 0 0,1 0 0 0 0,0-1 0 0 0,0 0 0 0 0,0-1 1 0 0,1 0-1 0 0,0-1 0 0 0,0 0 0 0 0,0 0 0 0 0,1-1 1 0 0,-1 0-1 0 0,1-1 1 0 0,3-1 8 0 0,-1 0 1 0 0,1 0-1 0 0,0-2 1 0 0,0 0-1 0 0,-1 0 1 0 0,1-1-1 0 0,-1-1 1 0 0,1-1-1 0 0,-1 1 1 0 0,0-2 0 0 0,-1 0-1 0 0,1-1 1 0 0,-1 0-1 0 0,0 0 1 0 0,0-1-1 0 0,-1-1 1 0 0,0 0-1 0 0,0-1 1 0 0,-1 0-1 0 0,3-4-8 0 0,45-62 0 0 0,-36 44 27 0 0,-1-1-1 0 0,-2 0 1 0 0,-1-2-1 0 0,-1 0 0 0 0,-2-1 1 0 0,-2 0-1 0 0,-1-1 1 0 0,-2-1-1 0 0,-1 0 1 0 0,-2 0-1 0 0,1-29-26 0 0,2-44 113 0 0,-4 69-10 0 0,-6 39 28 0 0,0 2 15 0 0,0 0-2 0 0,0 0 8 0 0,0 0 35 0 0,0 3 18 0 0,21 151 211 0 0,4 33-416 0 0,6 39 0 0 0,-10-127 0 0 0,-11-60 0 0 0,-8-105 0 0 0,-9-125 0 0 0,18 74 0 0 0,-8 104 0 0 0,5-27 0 0 0,1 1 0 0 0,3 0 0 0 0,0 1 0 0 0,3 0 0 0 0,1 1 0 0 0,18-28 0 0 0,-25 52-4 0 0,0 1-1 0 0,1 0 1 0 0,1 1 0 0 0,0 0-1 0 0,0 1 1 0 0,1 0-1 0 0,0 0 1 0 0,1 2-1 0 0,11-7 5 0 0,-16 12-201 0 0,0-1-1 0 0,-1 2 1 0 0,1-1 0 0 0,0 1-1 0 0,1 0 1 0 0,-1 1-1 0 0,0 0 1 0 0,0 0-1 0 0,1 1 1 0 0,-1 0 0 0 0,0 0-1 0 0,0 1 1 0 0,2 0 201 0 0,12 6-1526 0 0</inkml:trace>
  <inkml:trace contextRef="#ctx0" brushRef="#br0" timeOffset="1052.184">2150 715 3224 0 0,'0'0'143'0'0,"-2"-1"-3"0"0,-15-21-260 0 0,6 7 1820 0 0,-1 2 4897 0 0,9 11-5771 0 0,1 0-391 0 0,0 0 0 0 0,0 0 0 0 0,0 0 0 0 0,-1 0 0 0 0,1 1 0 0 0,0-1 0 0 0,-1 1 0 0 0,1 0 0 0 0,-1 0 0 0 0,0 0 0 0 0,1 0 0 0 0,-1 0 0 0 0,0 0 0 0 0,0 1 0 0 0,1-1 0 0 0,-1 1-1 0 0,0 0 1 0 0,-2 0-435 0 0,1 0 107 0 0,0 0-1 0 0,0 1 1 0 0,0 0 0 0 0,0-1-1 0 0,0 1 1 0 0,0 1-1 0 0,0-1 1 0 0,0 1-1 0 0,1-1 1 0 0,-1 1-1 0 0,0 0 1 0 0,1 0-1 0 0,0 1 1 0 0,-1-1 0 0 0,1 1-1 0 0,0-1 1 0 0,0 1-1 0 0,0 0 1 0 0,1 0-1 0 0,-1 1 1 0 0,1-1-1 0 0,0 0 1 0 0,-2 4-107 0 0,-44 62 553 0 0,-6 79-393 0 0,45-111-105 0 0,1-1-1 0 0,1 2 0 0 0,3-1 0 0 0,1 1 0 0 0,1 0 1 0 0,3 21-55 0 0,25 56-248 0 0,-24-108 221 0 0,1 1 0 0 0,0-1 1 0 0,0 0-1 0 0,0-1 1 0 0,1 1-1 0 0,0 0 0 0 0,0-1 1 0 0,1 0-1 0 0,0 0 0 0 0,0 0 1 0 0,0-1-1 0 0,1 0 1 0 0,0 0-1 0 0,0 0 0 0 0,0-1 1 0 0,0 1-1 0 0,1-2 0 0 0,0 1 1 0 0,0-1-1 0 0,0 0 1 0 0,0 0-1 0 0,6 1 27 0 0,0-1-254 0 0,-1 0 1 0 0,1-1-1 0 0,0 0 1 0 0,0-1-1 0 0,-1-1 1 0 0,1 0-1 0 0,0-1 1 0 0,0 0-1 0 0,0-1 1 0 0,-1 0-1 0 0,1-1 1 0 0,-1 0-1 0 0,6-3 254 0 0,27-11-2112 0 0,0-2-4371 0 0</inkml:trace>
  <inkml:trace contextRef="#ctx0" brushRef="#br0" timeOffset="1806.167">2538 1059 6912 0 0,'0'0'314'0'0,"0"0"-6"0"0,0 3-8 0 0,3 8 1907 0 0,19 30 2718 0 0,-19-38-4725 0 0,0-1-1 0 0,1 1 1 0 0,-1-1-1 0 0,1 0 1 0 0,0 0 0 0 0,0 0-1 0 0,0 0 1 0 0,-1-1-1 0 0,2 1 1 0 0,-1-1-1 0 0,0 0 1 0 0,0-1-1 0 0,0 1 1 0 0,0-1-1 0 0,1 1 1 0 0,-1-1 0 0 0,0 0-1 0 0,0-1 1 0 0,1 1-1 0 0,-1-1 1 0 0,0 0-200 0 0,7-2 133 0 0,-1-1 0 0 0,0 0 0 0 0,1 0 0 0 0,-2-1 0 0 0,1-1 0 0 0,-1 0 0 0 0,0 0 0 0 0,0 0 0 0 0,7-8-133 0 0,97-83 1981 0 0,-70 34-1238 0 0,-39 55-705 0 0,0 1 0 0 0,-1-1 0 0 0,0 0 0 0 0,0 0 0 0 0,-1 0 0 0 0,0 0 0 0 0,-1-1-1 0 0,1 1 1 0 0,-1 0 0 0 0,-1-1 0 0 0,0-8-38 0 0,0 11 0 0 0,-1-1 0 0 0,0 1 0 0 0,0-1 0 0 0,-1 1 0 0 0,0-1 0 0 0,0 1 0 0 0,0 0 0 0 0,-1-1 0 0 0,0 1 0 0 0,0 1 0 0 0,-1-1 0 0 0,1 0 0 0 0,-1 1 0 0 0,0 0 0 0 0,-1 0 0 0 0,1 0 0 0 0,-1 0 0 0 0,0 1 0 0 0,0 0 0 0 0,-1 0 0 0 0,1 0 0 0 0,-1 0 0 0 0,0 1 0 0 0,0 0 0 0 0,0 1 0 0 0,0-1 0 0 0,-1 1 0 0 0,1 0 0 0 0,0 1 0 0 0,-1-2 0 0 0,1 0 0 0 0,0 1 0 0 0,-1 0 0 0 0,1 1 0 0 0,-1-1 0 0 0,1 1 0 0 0,-1 1 0 0 0,0-1 0 0 0,1 1 0 0 0,-1 0 0 0 0,0 1 0 0 0,1-1 0 0 0,-1 1 0 0 0,0 1 0 0 0,1-1 0 0 0,-1 1 0 0 0,1 0 0 0 0,0 1 0 0 0,0-1 0 0 0,0 1 0 0 0,0 0 0 0 0,0 1 0 0 0,0 0 0 0 0,0 1 0 0 0,-11 11 0 0 0,1 1 0 0 0,0 0 0 0 0,2 1 0 0 0,0 1 0 0 0,1 0 0 0 0,1 1 0 0 0,1 1 0 0 0,1 0 0 0 0,0 0 0 0 0,2 1 0 0 0,1 0 0 0 0,0 0 0 0 0,2 1 0 0 0,0 2 0 0 0,-2 6 9 0 0,2 2 0 0 0,1-1 0 0 0,2 0 0 0 0,1 1 0 0 0,1 0 0 0 0,2-1 0 0 0,1 1 0 0 0,2-1 0 0 0,1 0 0 0 0,2 0-1 0 0,0-1 1 0 0,3 0 0 0 0,7 15-9 0 0,-11-33 40 0 0,1 1-1 0 0,0-1 1 0 0,1-1-1 0 0,1 0 0 0 0,0 0 1 0 0,0-1-1 0 0,4 2-39 0 0,-6-7-9 0 0,0 0 0 0 0,0 0 0 0 0,0-2 0 0 0,1 1-1 0 0,0-1 1 0 0,0 0 0 0 0,0 0 0 0 0,1-1 0 0 0,-1-1-1 0 0,1 0 1 0 0,-1 0 0 0 0,1-1 0 0 0,0 0 0 0 0,0 0-1 0 0,0-1 1 0 0,-1 0 0 0 0,1-1 0 0 0,0-1 0 0 0,0 1 0 0 0,-1-1-1 0 0,1-1 1 0 0,-1 0 0 0 0,1 0 0 0 0,-1-1 0 0 0,0 0-1 0 0,-1 0 1 0 0,8-6 9 0 0,3 0-9 0 0,-1-1 0 0 0,-1-1 0 0 0,0-1 0 0 0,-1 0 0 0 0,0-1 0 0 0,-1-1 0 0 0,-1 0 0 0 0,4-6 9 0 0,63-102 0 0 0,-18-6-153 0 0,8-135-342 0 0,-49 144 495 0 0,-12 65 80 0 0,-10 54 11 0 0,0 1 62 0 0,0 0 27 0 0,0 0 4 0 0,0 0-4 0 0,6 13 136 0 0,9 95 532 0 0,0 192-272 0 0,-20-28-576 0 0,10-231 0 0 0,-5-41 0 0 0,1 0 0 0 0,0 0 0 0 0,0 0 0 0 0,0 0 0 0 0,0 0 0 0 0,0-1 0 0 0,0 1 0 0 0,0 0 0 0 0,-1-1 0 0 0,1 1 0 0 0,0-1 0 0 0,0 1 0 0 0,0 0 0 0 0,-1-1 0 0 0,1 0 0 0 0,0 1 0 0 0,-1-1 0 0 0,1 0 0 0 0,0 1 0 0 0,-1-1 0 0 0,1 0 0 0 0,-1 1 0 0 0,1-1 0 0 0,-1 0 0 0 0,1 0 0 0 0,-1 0 0 0 0,0 0 0 0 0,0 1 0 0 0,1-1 0 0 0,-1 0 0 0 0,0 0 0 0 0,0 0 0 0 0,0 0 0 0 0,0 0 0 0 0,0 0 0 0 0,0 0 0 0 0,0 0 0 0 0,23-69 0 0 0,3 1 0 0 0,2 1 0 0 0,4 2 0 0 0,37-58 0 0 0,-48 94-69 0 0,2 1-1 0 0,1 1 1 0 0,1 2-1 0 0,1 0 0 0 0,2 2 1 0 0,3-2 69 0 0,-28 23-6 0 0,0-1 0 0 0,1 1 1 0 0,-1 0-1 0 0,1 0 0 0 0,-1 0 0 0 0,1 0 1 0 0,0 1-1 0 0,0 0 0 0 0,0-1 1 0 0,0 1-1 0 0,1 1 0 0 0,-1-1 0 0 0,0 1 1 0 0,1 0-1 0 0,-1 0 0 0 0,1 0 0 0 0,0 0 1 0 0,-1 1-1 0 0,1 0 0 0 0,-1 0 0 0 0,1 0 1 0 0,0 0-1 0 0,-1 1 0 0 0,1 0 0 0 0,-1 0 1 0 0,1 0-1 0 0,-1 0 0 0 0,1 1 0 0 0,-1 0 1 0 0,0 0-1 0 0,0 0 0 0 0,0 0 1 0 0,3 3 5 0 0,0 3 96 0 0,0 1 1 0 0,-1 0-1 0 0,0 0 1 0 0,-1 1-1 0 0,0 0 1 0 0,0 0-1 0 0,-1 0 1 0 0,0 0-1 0 0,-1 1 1 0 0,0 0-1 0 0,-1 0-96 0 0,-1-9 12 0 0,30 196 748 0 0,-25-144-663 0 0,0 46-26 0 0,-5-67-173 0 0,1-1 1 0 0,1 0 0 0 0,2-1 0 0 0,1 1-1 0 0,1 0 102 0 0,-1-4-792 0 0,4-27-1122 0 0,1-6 260 0 0,-1-4-66 0 0</inkml:trace>
  <inkml:trace contextRef="#ctx0" brushRef="#br0" timeOffset="2110.355">4383 192 9672 0 0,'0'0'748'0'0,"0"0"-196"0"0,0 0 1009 0 0,0 0 492 0 0,0 0 99 0 0,0 0-201 0 0,-1 1-933 0 0,-15 63 1169 0 0,12-36-1690 0 0,4 151 631 0 0,6 169 312 0 0,3 205-1312 0 0,-14-428-864 0 0,3-101 142 0 0,-1 4-5814 0 0,-2-14-1053 0 0</inkml:trace>
  <inkml:trace contextRef="#ctx0" brushRef="#br0" timeOffset="2785.546">4035 843 15664 0 0,'0'0'356'0'0,"0"0"49"0"0,3 0 21 0 0,67 6 177 0 0,24-3 1271 0 0,-66-5-1363 0 0,180-19 1261 0 0,17-11-1772 0 0,-175 24 206 0 0,105-6-898 0 0,30 10-759 0 0,-182 4 1514 0 0,-3 0 49 0 0,4-5 3084 0 0,-20 0-1682 0 0,4 7-1429 0 0,0 1-1 0 0,0 0 0 0 0,0 1 0 0 0,1 0 1 0 0,0 0-1 0 0,0 2 0 0 0,0-1 0 0 0,0 1 1 0 0,1 1-1 0 0,0 0 0 0 0,0 0 0 0 0,1 1 1 0 0,0 0-1 0 0,0 1 0 0 0,1 0 0 0 0,0 0 1 0 0,-5 9-85 0 0,12-17-1 0 0,-71 115 1 0 0,55-84-48 0 0,2 0 0 0 0,1 1 0 0 0,2 1-1 0 0,1 0 1 0 0,2 1 0 0 0,-2 16 48 0 0,9-38-34 0 0,1-1 1 0 0,0 1-1 0 0,1 0 1 0 0,1-1-1 0 0,0 1 1 0 0,0-1-1 0 0,2 0 1 0 0,-1 1-1 0 0,1-1 1 0 0,2 3 33 0 0,-3-9-42 0 0,0 0 1 0 0,1-1-1 0 0,0 1 1 0 0,-1-1-1 0 0,2 1 1 0 0,-1-1 0 0 0,1 0-1 0 0,-1 0 1 0 0,1-1-1 0 0,1 1 1 0 0,-1-1-1 0 0,1 0 1 0 0,0 0 0 0 0,0 0-1 0 0,0-1 1 0 0,0 1-1 0 0,0-1 1 0 0,1-1-1 0 0,-1 1 1 0 0,1-1 0 0 0,4 1 41 0 0,1 0-53 0 0,0-2 0 0 0,-1 1 0 0 0,1-2 0 0 0,0 0 1 0 0,0 0-1 0 0,0 0 0 0 0,-1-2 0 0 0,1 1 0 0 0,0-1 0 0 0,-1-1 1 0 0,1 0-1 0 0,-1 0 0 0 0,0-1 0 0 0,0 0 0 0 0,0-1 53 0 0,136-89-123 0 0,-120 71 107 0 0,-1-1 1 0 0,-1-1-1 0 0,-1-1 1 0 0,-2-1-1 0 0,13-20 16 0 0,-32 44 0 0 0,6-8 0 0 0,0 0 0 0 0,-1 0 0 0 0,-1-1 0 0 0,1 0 0 0 0,-2-1 0 0 0,0 1 0 0 0,0-1 0 0 0,1-11 0 0 0,25-114 64 0 0,-1 38 54 0 0,-28 86-89 0 0,12-9 148 0 0,-12 23-78 0 0,-2 0-10 0 0,2 1-3 0 0,-1 1-74 0 0,1 1 0 0 0,-1-1 1 0 0,0 1-1 0 0,0-1 0 0 0,0 1 1 0 0,0 0-1 0 0,0-1 0 0 0,-1 1 0 0 0,1 0 1 0 0,-1 0-1 0 0,0-1 0 0 0,1 1 1 0 0,-1 0-1 0 0,-1 0 0 0 0,1 0 1 0 0,0-1-1 0 0,-1 1 0 0 0,1 0 1 0 0,-1 0-1 0 0,0-1 0 0 0,0 1 1 0 0,0 0-13 0 0,-4 32 19 0 0,17 79-33 0 0,-13-98-2 0 0,2-1 0 0 0,0 1 0 0 0,0-1 0 0 0,2 0 0 0 0,0 1 1 0 0,1-1-1 0 0,0 0 0 0 0,1 0 16 0 0,12 46-38 0 0,-15-48 31 0 0,2 1-1 0 0,-1-2 1 0 0,1 1-1 0 0,1 0 0 0 0,0-1 1 0 0,1 0-1 0 0,2 2 8 0 0,62 73-72 0 0,-65-82-15 0 0,1 0 1 0 0,0 0-1 0 0,0-1 0 0 0,0 1 0 0 0,0-1 0 0 0,0-1 1 0 0,1 1-1 0 0,0-1 0 0 0,-1 0 0 0 0,1-1 0 0 0,0 1 0 0 0,1-1 1 0 0,-1-1-1 0 0,0 1 0 0 0,1-1 0 0 0,-1-1 0 0 0,0 1 1 0 0,1-1-1 0 0,-1-1 0 0 0,1 1 0 0 0,-1-1 0 0 0,0 0 0 0 0,1-1 1 0 0,-1 0-1 0 0,0 0 0 0 0,1-1 87 0 0,18-15-1879 0 0</inkml:trace>
  <inkml:trace contextRef="#ctx0" brushRef="#br0" timeOffset="3406.887">6317 849 5064 0 0,'21'-13'232'0'0,"-17"10"-14"0"0,-3-1-172 0 0,-2-31 8526 0 0,5 0-4685 0 0,-12 16-1553 0 0,-24-2-198 0 0,-16 11-883 0 0,-30 20-77 0 0,-3 30-815 0 0,73-33-331 0 0,-9 7-19 0 0,1 2 0 0 0,0 0 0 0 0,1 0 0 0 0,1 2 0 0 0,0 0 0 0 0,-4 9-11 0 0,3-2-36 0 0,2 2 0 0 0,1-1 0 0 0,1 2 0 0 0,1-1 0 0 0,1 2 0 0 0,-3 23 36 0 0,5-13-53 0 0,3-26 35 0 0,1 1-1 0 0,1 0 0 0 0,0 0 1 0 0,1 0-1 0 0,0 0 0 0 0,1 0 0 0 0,1 0 1 0 0,0 0-1 0 0,1 0 0 0 0,0 0 1 0 0,1 0-1 0 0,1 1 19 0 0,-2-10-11 0 0,0 0 0 0 0,0 0-1 0 0,0 0 1 0 0,1-1 0 0 0,-1 1 0 0 0,1-1 0 0 0,0 0-1 0 0,0 1 1 0 0,1-2 0 0 0,-1 1 0 0 0,1 0 0 0 0,0-1-1 0 0,0 1 1 0 0,0-1 0 0 0,0 0 0 0 0,1-1 0 0 0,-1 1-1 0 0,1-1 1 0 0,0 1 0 0 0,0-1 11 0 0,3 0-18 0 0,-1 0 0 0 0,1-1 0 0 0,0 0 0 0 0,0 0 0 0 0,0-1 1 0 0,-1 1-1 0 0,1-2 0 0 0,0 1 0 0 0,0-1 0 0 0,0-1 0 0 0,-1 1 0 0 0,1-1 0 0 0,-1 0 0 0 0,1-1 0 0 0,-1 0 1 0 0,2-1 17 0 0,107-68-122 0 0,2-33 47 0 0,-26-15 9 0 0,-75 93 60 0 0,-11 16 6 0 0,-1 0 0 0 0,0-1 0 0 0,0 1 0 0 0,-1-1 0 0 0,-1 0 0 0 0,0 0 0 0 0,-1 0 0 0 0,1-7 0 0 0,8-39 0 0 0,-9 52 0 0 0,0-1 0 0 0,-1 0 0 0 0,0 1 0 0 0,0-1 0 0 0,-1 0 0 0 0,0 1 0 0 0,0-1 0 0 0,-1 0 0 0 0,0 1 0 0 0,0-1 0 0 0,0 1 0 0 0,-1-2 0 0 0,1 1 15 0 0,1 5 54 0 0,-10 21 106 0 0,7-5-168 0 0,0 1-1 0 0,1 0 1 0 0,0-1-1 0 0,2 1 1 0 0,-1 0 0 0 0,2 0-1 0 0,1 11-6 0 0,1 27 7 0 0,28 150-271 0 0,16 42 132 0 0,4 30 120 0 0,-6-15 12 0 0,-12-53 54 0 0,-21-77-44 0 0,-30-22-22 0 0,16-99-12 0 0,0 0 0 0 0,-1 0-1 0 0,1 0 1 0 0,-2 0 0 0 0,1-1 0 0 0,-1 1-1 0 0,0-1 1 0 0,-1 0 0 0 0,0 0-1 0 0,-1 0 1 0 0,1-1 0 0 0,-1 0 0 0 0,-1 0-1 0 0,1 0 1 0 0,-1-1 0 0 0,0 0-1 0 0,-1 0 1 0 0,1-1 0 0 0,-6 3 24 0 0,1-3-38 0 0,0 0-1 0 0,0-1 1 0 0,-1 0 0 0 0,0-1-1 0 0,1 0 1 0 0,-1-1 0 0 0,0-1 0 0 0,-1 0-1 0 0,1 0 1 0 0,0-2 0 0 0,-5 0 38 0 0,4 1-6 0 0,1-1 1 0 0,-1-1 0 0 0,1 0 0 0 0,0-1 0 0 0,-1 0-1 0 0,1-1 1 0 0,0 0 0 0 0,1-1 0 0 0,-1-1 0 0 0,-1-1 5 0 0,-5-3 58 0 0,-1 1-3 0 0,0-2-1 0 0,1-1 1 0 0,0 0 0 0 0,1-1 0 0 0,1-1-1 0 0,-9-9-54 0 0,2-2-16 0 0,-3 0-76 0 0,2-2 0 0 0,1-1-1 0 0,2-1 1 0 0,-1-2 92 0 0,-19-46-1521 0 0,17 25-4066 0 0,4 6-1303 0 0</inkml:trace>
  <inkml:trace contextRef="#ctx0" brushRef="#br0" timeOffset="3903.555">6978 1092 1376 0 0,'-4'-3'1714'0'0,"1"2"7796"0"0,0 4-4134 0 0,33 7-4458 0 0,44-1 793 0 0,-64-9-1583 0 0,0 0 1 0 0,1-1-1 0 0,-1-1 0 0 0,1 1 1 0 0,-1-2-1 0 0,0 1 0 0 0,0-1 1 0 0,0-1-1 0 0,0 0 1 0 0,-1 0-1 0 0,5-4-128 0 0,0 2 69 0 0,1-2 21 0 0,0-1 0 0 0,0 0 0 0 0,-1-1 1 0 0,0 0-1 0 0,-1-2 0 0 0,11-11-90 0 0,-9 10 60 0 0,45-43 300 0 0,-18 6 15 0 0,-32 33-288 0 0,-8 14-58 0 0,0 0-1 0 0,0 0 1 0 0,0 0-1 0 0,-1 0 1 0 0,1-1-1 0 0,-1 1 1 0 0,0-1 0 0 0,1 1-1 0 0,-2-1 1 0 0,1 1-1 0 0,0-1 1 0 0,-1 0-1 0 0,0 1 1 0 0,1-1 0 0 0,-2 0-1 0 0,1 1 1 0 0,0-1-1 0 0,-1-1-28 0 0,-2-2 69 0 0,0-1-1 0 0,-1 1 0 0 0,0 0 0 0 0,0 0 1 0 0,-1 0-1 0 0,0 1 0 0 0,0-1 1 0 0,0 1-1 0 0,-1 1 0 0 0,0-1 1 0 0,0 1-1 0 0,0 0 0 0 0,-1 0 0 0 0,0 0 1 0 0,0 1-1 0 0,0 0 0 0 0,0 1 1 0 0,-8-3-69 0 0,8 2-62 0 0,-5 0 92 0 0,0 0 0 0 0,0 1 0 0 0,0 0 0 0 0,-1 1 0 0 0,1 0-1 0 0,-1 1 1 0 0,1 1 0 0 0,-1 0 0 0 0,1 0 0 0 0,-1 1 0 0 0,1 1 0 0 0,-1 0-1 0 0,1 1 1 0 0,0 0 0 0 0,-1 1-30 0 0,6-2 11 0 0,0 0 1 0 0,0 0-1 0 0,0 0 0 0 0,0 1 0 0 0,0 0 0 0 0,1 0 0 0 0,-1 1 0 0 0,1 0 1 0 0,0 0-1 0 0,0 1 0 0 0,1-1 0 0 0,-1 1 0 0 0,1 0 0 0 0,-4 6-11 0 0,-66 64 203 0 0,13 29 118 0 0,51-81-252 0 0,1 1-1 0 0,2 0 0 0 0,0 0 1 0 0,2 1-1 0 0,0 0 0 0 0,2 0 1 0 0,1 0-1 0 0,1 1 0 0 0,1-1 1 0 0,1 1-1 0 0,2 6-68 0 0,-1-17 44 0 0,2-1-1 0 0,0 0 0 0 0,0 0 1 0 0,1 0-1 0 0,1 0 0 0 0,6 11-43 0 0,8 25 115 0 0,16 46 30 0 0,-26-82-188 0 0,2 0 0 0 0,0 0-1 0 0,0-1 1 0 0,1 0 0 0 0,1-1 0 0 0,0-1 0 0 0,0 0-1 0 0,1 0 1 0 0,1-1 0 0 0,0-1 0 0 0,0-1 0 0 0,0 0-1 0 0,1-1 1 0 0,1-1 0 0 0,-1 0 0 0 0,1-1-1 0 0,0-1 1 0 0,0 0 0 0 0,0-1 0 0 0,1-2 0 0 0,-1 1-1 0 0,0-2 1 0 0,1 0 0 0 0,2-1 43 0 0,19-10-1241 0 0,5-6-345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9:15.8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98 148 12640 0 0,'0'0'289'0'0,"0"0"40"0"0,0 0 21 0 0,0 0-46 0 0,0 0-107 0 0,0 0 311 0 0,0 0 159 0 0,1 1 33 0 0,14 87 2514 0 0,-6 81-1618 0 0,-13 17-1031 0 0,-10 205-250 0 0,-18-8-399 0 0,20-259-687 0 0,6-73-676 0 0,3-29-3748 0 0,-2-8-918 0 0</inkml:trace>
  <inkml:trace contextRef="#ctx0" brushRef="#br0" timeOffset="192.484">1 130 4144 0 0,'0'0'191'0'0,"0"0"413"0"0,0 0 1630 0 0,1 0 713 0 0,27 0 3859 0 0,16-5-4998 0 0,110-12 455 0 0,-41-11-1870 0 0,47-5-112 0 0,-30-8-4282 0 0,-103 36-2525 0 0</inkml:trace>
  <inkml:trace contextRef="#ctx0" brushRef="#br0" timeOffset="428.85">16 916 10592 0 0,'0'0'944'0'0,"0"0"-752"0"0,10-4-192 0 0,1-6 0 0 0,-7 1 1248 0 0,13-1 208 0 0,2 6 48 0 0,2-1-1 0 0,0-3-863 0 0,10 8-184 0 0,1-6-32 0 0,-1-3-8 0 0,5 5-296 0 0,-5-6-120 0 0,-1 1 88 0 0,7-4-88 0 0,-1 3-1216 0 0,0-3-296 0 0</inkml:trace>
  <inkml:trace contextRef="#ctx0" brushRef="#br0" timeOffset="705.113">725 723 9216 0 0,'0'0'706'0'0,"0"2"-271"0"0,-11 66 5468 0 0,7 0-3846 0 0,39 454 509 0 0,-40-398-3138 0 0,5-123-278 0 0,0-1-249 0 0,0 0-1023 0 0,0 0-3910 0 0</inkml:trace>
  <inkml:trace contextRef="#ctx0" brushRef="#br0" timeOffset="954.442">922 226 11808 0 0,'0'0'256'0'0,"0"0"64"0"0,0 0 0 0 0,0 0 8 0 0,0 0-264 0 0,0 0-64 0 0,0 0 0 0 0,0 0 0 0 0,0 10-120 0 0,4-1-40 0 0,1 1 0 0 0,1 3-4928 0 0</inkml:trace>
  <inkml:trace contextRef="#ctx0" brushRef="#br0" timeOffset="1285.563">1092 713 10136 0 0,'0'0'464'0'0,"0"0"-10"0"0,0 0-99 0 0,0 0 670 0 0,0 0 325 0 0,1 2 67 0 0,20 91 4748 0 0,-27 54-3964 0 0,-1-39-2282 0 0,12 35-278 0 0,-10-27 482 0 0,-4-63 138 0 0,9-52-397 0 0,0-1-244 0 0,-2-1-73 0 0,1-1 413 0 0,0 0 1 0 0,0 0 0 0 0,0 0-1 0 0,0 0 1 0 0,0 0-1 0 0,1 0 1 0 0,-1-1-1 0 0,1 1 1 0 0,-1 0-1 0 0,1 0 1 0 0,0 0-1 0 0,0 0 1 0 0,0-1-1 0 0,0 1 1 0 0,0 0-1 0 0,1 0 1 0 0,-1 0-1 0 0,0-1 1 0 0,1 1-1 0 0,0 0 1 0 0,-1 0-1 0 0,1 0 1 0 0,0 0-1 0 0,0 0 1 0 0,0 0-1 0 0,1 0 40 0 0,3-14 4 0 0,37-127-220 0 0,-18 66 35 0 0,35-80-150 0 0,-50 139 309 0 0,1 0 0 0 0,1 1 0 0 0,0 0 0 0 0,1 0 0 0 0,1 1 0 0 0,1 1 0 0 0,0 0 0 0 0,6-4 22 0 0,-3 6 5 0 0,-14 9 9 0 0,0 1 0 0 0,1 0 0 0 0,-1 0 0 0 0,1 0 0 0 0,0 0 0 0 0,0 1 0 0 0,0-1 0 0 0,0 1 0 0 0,1 0 0 0 0,-1 0 0 0 0,1 1 0 0 0,-1-1 0 0 0,1 1-1 0 0,-1 0 1 0 0,1 1 0 0 0,0-1 0 0 0,-1 1 0 0 0,3-1-14 0 0,-3 2 60 0 0,0 0-1 0 0,1 0 1 0 0,-1 0-1 0 0,0 1 1 0 0,0-1-1 0 0,0 1 0 0 0,0 0 1 0 0,-1 0-1 0 0,1 0 1 0 0,0 1-1 0 0,-1-1 1 0 0,0 1-1 0 0,1 0 0 0 0,-1 0 1 0 0,0 0-1 0 0,0 0 1 0 0,-1 0-1 0 0,1 1 1 0 0,-1-1-1 0 0,0 1 1 0 0,0 0-1 0 0,0 0 0 0 0,1 3-59 0 0,27 104 1170 0 0,-26-92-1076 0 0,22 182 683 0 0,-14-91-697 0 0,2 32-1072 0 0,-14-114-672 0 0,0-27 184 0 0,0-1-64 0 0</inkml:trace>
  <inkml:trace contextRef="#ctx0" brushRef="#br0" timeOffset="1831.099">2353 23 4144 0 0,'0'0'319'0'0,"0"0"99"0"0,0 0 1199 0 0,0 0 543 0 0,0 0 106 0 0,0 0-166 0 0,0 0-803 0 0,0 0-354 0 0,0 0-71 0 0,2 2-35 0 0,0 3-571 0 0,1 1 0 0 0,0-1 1 0 0,-1 1-1 0 0,0-1 0 0 0,0 1 1 0 0,-1 0-1 0 0,1-1 0 0 0,-1 1 1 0 0,-1 0-1 0 0,1 0 0 0 0,-1 0 1 0 0,0 4-267 0 0,-11 662 2956 0 0,10-417-2759 0 0,7-26 8 0 0,-1-128-905 0 0,-3-84-1589 0 0,-1-26 2131 0 0,-1 1 0 0 0,1-1 0 0 0,-1 0 0 0 0,-1 0 0 0 0,0 1 0 0 0,0-1-1 0 0,-1 1 1 0 0,0-1 0 0 0,-2-5 158 0 0,-4-20-52 0 0,-28-103 179 0 0,-27 7 761 0 0,58 121-783 0 0,-1 1 0 0 0,0 0 0 0 0,0 1 0 0 0,0-1 0 0 0,-1 1 0 0 0,0 0 0 0 0,0 0 0 0 0,-1 1-1 0 0,0 0 1 0 0,0 1 0 0 0,0 0 0 0 0,-1 0 0 0 0,0 0 0 0 0,0 1 0 0 0,0 1 0 0 0,0-1 0 0 0,0 2 0 0 0,-1-1 0 0 0,0 1 0 0 0,1 1 0 0 0,-1-1 0 0 0,0 2 0 0 0,0-1-1 0 0,0 2 1 0 0,1-1 0 0 0,-1 1 0 0 0,-8 2-105 0 0,4 3 20 0 0,0 0-1 0 0,0 1 0 0 0,1 1 0 0 0,0 0 0 0 0,0 1 0 0 0,1 0 1 0 0,0 1-1 0 0,1 0 0 0 0,0 1 0 0 0,1 0 0 0 0,0 1 1 0 0,0 0-1 0 0,2 0 0 0 0,-1 1 0 0 0,1 0 0 0 0,1 1 1 0 0,1 0-1 0 0,0 0 0 0 0,1 0 0 0 0,-1 4-19 0 0,2-3 45 0 0,1 1-1 0 0,1 0 1 0 0,0 0 0 0 0,1 0-1 0 0,1-1 1 0 0,1 1-1 0 0,1 11-44 0 0,-1-15-1 0 0,0 1 0 0 0,1-1 0 0 0,1 1-1 0 0,0-1 1 0 0,0 0 0 0 0,2 0 0 0 0,-1-1 0 0 0,1 1-1 0 0,1-1 1 0 0,0 0 0 0 0,1 0 0 0 0,0-1 0 0 0,0 0-1 0 0,1 0 1 0 0,0 0 0 0 0,1-1 0 0 0,0-1-1 0 0,1 1 1 0 0,0-2 0 0 0,0 1 0 0 0,0-1 0 0 0,1-1-1 0 0,0 0 1 0 0,0 0 0 0 0,1-1 0 0 0,0-1 0 0 0,0 0-1 0 0,0 0 1 0 0,0-1 0 0 0,0-1 0 0 0,1 0-1 0 0,-1-1 1 0 0,13 0 1 0 0,57-22-879 0 0,-30-2-4744 0 0,-6 0-1706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9:34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2 163 2760 0 0,'13'6'-664'0'0,"-24"3"7801"0"0,8-7-1713 0 0,77 11-2795 0 0,102-11-116 0 0,351-41 937 0 0,263-41-3018 0 0,-263 24-178 0 0,-272 38-915 0 0,-143 17-6751 0 0,-112 1 5366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9:34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5064 0 0,'0'0'389'0'0,"0"0"8"0"0,0 0 962 0 0,0 0 449 0 0,0 0 89 0 0,0 0-193 0 0,0 2-892 0 0,8 37 18 0 0,-2 0 0 0 0,-1 0 0 0 0,-3 0 0 0 0,-1 0 0 0 0,-3 26-830 0 0,1 5 377 0 0,-24 452 445 0 0,25-505-818 0 0,-1 11-67 0 0,2 0 0 0 0,0-1 0 0 0,2 1 0 0 0,1 0-1 0 0,3 4 64 0 0,-5-20-182 0 0,7 13-4930 0 0,1-15-557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9:36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586 166 12584 0 0,'-12'-22'946'0'0,"-7"-14"-516"0"0,-23-20 1778 0 0,40 52-2057 0 0,0 1 1 0 0,0 0-1 0 0,0-1 1 0 0,-1 1-1 0 0,1 0 1 0 0,-1 0 0 0 0,0 1-1 0 0,0-1 1 0 0,0 0-1 0 0,0 1 1 0 0,0 0 0 0 0,0 0-1 0 0,-1 0 1 0 0,1 0-1 0 0,-1 0 1 0 0,0 1 0 0 0,1-1-1 0 0,-1 1 1 0 0,0 0-1 0 0,-2 0-151 0 0,2 0 130 0 0,-1 0 0 0 0,1 1 0 0 0,0 0 0 0 0,-1 0 0 0 0,1 0-1 0 0,0 0 1 0 0,0 1 0 0 0,-1 0 0 0 0,1 0 0 0 0,0 0 0 0 0,0 0-1 0 0,0 0 1 0 0,0 1 0 0 0,0 0 0 0 0,0 0 0 0 0,-1 1-130 0 0,-21 18 156 0 0,0 1-1 0 0,2 2 1 0 0,1 0 0 0 0,1 1 0 0 0,1 2 0 0 0,2 0 0 0 0,0 1 0 0 0,2 0 0 0 0,1 2 0 0 0,1 0-1 0 0,2 1 1 0 0,1 0 0 0 0,-1 9-156 0 0,-12 32-164 0 0,3 1-1 0 0,-13 75 165 0 0,24-84-54 0 0,3 1 0 0 0,3 0 0 0 0,2 0-1 0 0,3 1 1 0 0,6 35 54 0 0,-5-84 0 0 0,0-1 0 0 0,0 0 0 0 0,1 1 0 0 0,2-1 0 0 0,-1 0 0 0 0,2-1 0 0 0,0 1 0 0 0,1-1 0 0 0,0 0 0 0 0,1 0 0 0 0,1-1 0 0 0,0 0 0 0 0,1 0 0 0 0,1-1 0 0 0,0 0 0 0 0,0 0 0 0 0,2-1 0 0 0,-1-1 0 0 0,2 0 0 0 0,-1-1 0 0 0,1 0 0 0 0,1-1 0 0 0,13 7 0 0 0,-22-14-1 0 0,1 0 0 0 0,-1 0 0 0 0,1-1 0 0 0,-1 0 0 0 0,1 0 0 0 0,-1 0 0 0 0,1-1-1 0 0,0 0 1 0 0,-1 0 0 0 0,1 0 0 0 0,-1-1 0 0 0,1 0 0 0 0,0 0 0 0 0,-1 0 0 0 0,0-1 0 0 0,1 0 0 0 0,-1 0-1 0 0,0 0 1 0 0,0 0 0 0 0,4-3 1 0 0,85-77-50 0 0,-82 68 55 0 0,-1 0-1 0 0,-1 0 1 0 0,0-1 0 0 0,-1-1-1 0 0,-1 0 1 0 0,0 0-1 0 0,-1 0 1 0 0,-1-1-1 0 0,-1 0 1 0 0,0 0 0 0 0,-1 0-1 0 0,-1-1 1 0 0,-1 0-1 0 0,1-14-4 0 0,-3 3 27 0 0,1 12 0 0 0,-1 1 0 0 0,0-1-1 0 0,-1 0 1 0 0,-1 1-1 0 0,0-1 1 0 0,-2 1 0 0 0,0-1-1 0 0,-5-13-26 0 0,-3 3 37 0 0,8 15 0 0 0,0-1-1 0 0,-2 1 1 0 0,1 0 0 0 0,-2 0-1 0 0,1 1 1 0 0,-2 0 0 0 0,1 0-1 0 0,-2 0 1 0 0,1 1 0 0 0,-1 0-1 0 0,-1 1 1 0 0,0 0 0 0 0,-9-6-37 0 0,6 9-47 0 0,-1 0 0 0 0,0 1 0 0 0,0 1 0 0 0,-1 0 0 0 0,1 1 0 0 0,-1 1 0 0 0,0 0 0 0 0,0 1 0 0 0,0 0 0 0 0,0 1 0 0 0,1 1 0 0 0,-1 1 0 0 0,0 0 0 0 0,0 0 0 0 0,1 2 0 0 0,-8 2 47 0 0,-29 17-3199 0 0,29-6-3963 0 0</inkml:trace>
  <inkml:trace contextRef="#ctx0" brushRef="#br0" timeOffset="506.645">1356 199 2304 0 0,'-2'-1'101'0'0,"-28"-21"22"0"0,4 4 4394 0 0,-4-3 4145 0 0,9 14-6874 0 0,-10-1-289 0 0,-21 26-143 0 0,-5 28-464 0 0,27-12-792 0 0,1 2 0 0 0,2 1-1 0 0,1 1 1 0 0,2 1 0 0 0,2 1 0 0 0,2 1 0 0 0,-8 24-100 0 0,9-13-135 0 0,2 1-1 0 0,2 1 1 0 0,-1 23 135 0 0,7-37 0 0 0,3 1 0 0 0,1 0 0 0 0,2 0 0 0 0,2 0 0 0 0,1 0 0 0 0,4 11 0 0 0,-2-33 21 0 0,0 1-1 0 0,2-1 1 0 0,0 0 0 0 0,1 0-1 0 0,1 0 1 0 0,1-1-1 0 0,1 0 1 0 0,0 0-1 0 0,1-1 1 0 0,1 0-1 0 0,1 0 1 0 0,1-1-21 0 0,-5-6 7 0 0,1-1-1 0 0,0 0 1 0 0,1 0-1 0 0,0 0 1 0 0,0-1 0 0 0,1-1-1 0 0,0 1 1 0 0,0-2-1 0 0,1 1 1 0 0,0-2-1 0 0,0 1 1 0 0,0-1 0 0 0,1-1-1 0 0,0 0 1 0 0,0-1-1 0 0,2 0-6 0 0,3-2-13 0 0,1 0-1 0 0,-1-2 1 0 0,1 0-1 0 0,-1-1 0 0 0,0-1 1 0 0,1-1-1 0 0,-2 0 1 0 0,1-1-1 0 0,0-1 0 0 0,-1 0 1 0 0,0-1-1 0 0,0-1 1 0 0,-1-1-1 0 0,0 0 0 0 0,-1-1 1 0 0,0 0-1 0 0,0-1 1 0 0,-1-1-1 0 0,0 0 0 0 0,0-3 14 0 0,110-121 138 0 0,-44 11 184 0 0,-68 103-304 0 0,-1 2 38 0 0,-1-1 1 0 0,-1 0-1 0 0,0-1 1 0 0,-2 0 0 0 0,-1 0-1 0 0,0 0 1 0 0,1-22-57 0 0,-2 15 94 0 0,-2-1 0 0 0,-1-1 1 0 0,-1 1-1 0 0,-1 0 1 0 0,-2 0-1 0 0,-1 0 1 0 0,-1 1-1 0 0,-2-1 0 0 0,-1 1 1 0 0,-1 1-1 0 0,-4-8-94 0 0,-43-101 0 0 0,53 125 0 0 0,-1 0 0 0 0,1 0 0 0 0,-2 0 0 0 0,0 0 0 0 0,0 0 0 0 0,-1 1 0 0 0,0 0 0 0 0,-1 0 0 0 0,-1 1 0 0 0,-7-10 0 0 0,8 13-44 0 0,1 0-1 0 0,-1 0 1 0 0,0 1-1 0 0,-1 0 1 0 0,1 0-1 0 0,-1 1 1 0 0,-1 0 0 0 0,1 0-1 0 0,-1 1 1 0 0,1 0-1 0 0,-1 0 1 0 0,0 1-1 0 0,-1 1 1 0 0,1-1-1 0 0,0 1 1 0 0,-1 1-1 0 0,-6-1 45 0 0,10 1-126 0 0,-1 1 0 0 0,1 0-1 0 0,-1 0 1 0 0,1 0 0 0 0,-1 1 0 0 0,1-1-1 0 0,0 2 1 0 0,-1-1 0 0 0,1 1 0 0 0,0 0-1 0 0,0 0 1 0 0,0 1 0 0 0,0-1 0 0 0,0 1-1 0 0,1 1 1 0 0,-1-1 0 0 0,0 2 126 0 0,-16 14-1400 0 0,1 3-58 0 0</inkml:trace>
  <inkml:trace contextRef="#ctx0" brushRef="#br0" timeOffset="1049.191">2110 182 11400 0 0,'0'0'256'0'0,"0"0"34"0"0,0 0 22 0 0,0 0-30 0 0,1-2-185 0 0,0 0 122 0 0,0 1 0 0 0,-1-1-1 0 0,0 0 1 0 0,1 1 0 0 0,-1-1 0 0 0,0 0 0 0 0,0 0 0 0 0,0 0 0 0 0,0 1-1 0 0,0-1 1 0 0,0 0 0 0 0,-1 0 0 0 0,1 1 0 0 0,0-1 0 0 0,-1 0-1 0 0,0 0 1 0 0,1 1 0 0 0,-1-1 0 0 0,0 1 0 0 0,0-1 0 0 0,0 0 0 0 0,0 1-1 0 0,0 0 1 0 0,0-1 0 0 0,0 1 0 0 0,0 0 0 0 0,-1-1 0 0 0,1 1-1 0 0,-2-1-218 0 0,-25 1 1666 0 0,22 1-1549 0 0,0 1 0 0 0,0 0 0 0 0,0 0 0 0 0,0 0 0 0 0,0 1 0 0 0,0 0 0 0 0,0 0 0 0 0,1 0 0 0 0,-1 1 0 0 0,1-1 0 0 0,0 1 0 0 0,-1 1 0 0 0,1-1 0 0 0,-2 3-117 0 0,-38 50 580 0 0,-29 85-304 0 0,48-81-276 0 0,4 0 0 0 0,1 1 0 0 0,4 1 0 0 0,-5 32 0 0 0,14-52-12 0 0,2 1 1 0 0,1 0-1 0 0,3 1 0 0 0,1-1 0 0 0,2 0 0 0 0,2 0 1 0 0,5 16 11 0 0,-4-37-19 0 0,2-1 0 0 0,0 1 1 0 0,1-1-1 0 0,1-1 0 0 0,2 0 1 0 0,0 0-1 0 0,12 18 19 0 0,-17-29-23 0 0,1 0 0 0 0,1 0 0 0 0,-1 0 0 0 0,1-1 0 0 0,1 0 0 0 0,0-1 0 0 0,0 0 0 0 0,0 0 0 0 0,1 0 0 0 0,0-1 0 0 0,0 0 0 0 0,1-1 0 0 0,-1 0 0 0 0,1-1 0 0 0,0 0 0 0 0,0 0 0 0 0,1-1 0 0 0,-1-1 0 0 0,1 1 0 0 0,0-2 0 0 0,9 1 23 0 0,5-4-64 0 0,1-2 0 0 0,-1-1 0 0 0,0-1 0 0 0,0-1 0 0 0,-1-1 0 0 0,0-1 0 0 0,0-1 0 0 0,-1-1 0 0 0,0-2 0 0 0,-1 0 0 0 0,-1-1 0 0 0,0-1 0 0 0,-1-1 0 0 0,11-11 64 0 0,-12 11 116 0 0,-1 0 0 0 0,0-1 0 0 0,-2-1-1 0 0,0 0 1 0 0,-1-1 0 0 0,0-1 0 0 0,-2 0-1 0 0,0-1 1 0 0,-2-1 0 0 0,0 0 0 0 0,-1 0-1 0 0,-2-1 1 0 0,0 0 0 0 0,-1-1 0 0 0,-2 0 0 0 0,0 0-1 0 0,0-14-115 0 0,-5 2 0 0 0,-1-1 0 0 0,-2 0 0 0 0,-1 1 0 0 0,-2 0 0 0 0,-1 0 0 0 0,-3 0 0 0 0,-10-26 0 0 0,13 41 122 0 0,-1 1 0 0 0,-1 0-1 0 0,0 1 1 0 0,-2 0-1 0 0,0 0 1 0 0,-1 1 0 0 0,-1 1-1 0 0,-1 0 1 0 0,0 1-1 0 0,-1 0 1 0 0,-1 1 0 0 0,0 1-1 0 0,-1 0 1 0 0,-7-2-122 0 0,-74-39-311 0 0,4 35-301 0 0,57 22-77 0 0,12 3-2742 0 0,14-3 59 0 0,-15 4-3867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9:36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735 1 2304 0 0,'0'0'101'0'0,"0"0"406"0"0,0 0 1620 0 0,0 0 712 0 0,0 0 141 0 0,0 0-254 0 0,0 0-1174 0 0,0 0-516 0 0,0 0-107 0 0,0 0-69 0 0,0 0-199 0 0,0 0-86 0 0,-1 1-21 0 0,-76 81 2358 0 0,-17 11-2208 0 0,18-29-560 0 0,-42 63-144 0 0,-153 264 178 0 0,200-294 276 0 0,46-65-1028 0 0,24-31-321 0 0,1-1-265 0 0,1-2-1223 0 0,2-11-4692 0 0</inkml:trace>
  <inkml:trace contextRef="#ctx0" brushRef="#br0" timeOffset="294.213">119 39 6448 0 0,'0'0'498'0'0,"0"-2"-327"0"0,0-4 68 0 0,0 4 902 0 0,0 2 392 0 0,0 0 71 0 0,6-7 3302 0 0,24 18-2871 0 0,17 55 101 0 0,-45-62-2097 0 0,1 0 0 0 0,-1 1 0 0 0,0-1-1 0 0,0 1 1 0 0,-1 0 0 0 0,1 0 0 0 0,-1-1-1 0 0,0 1 1 0 0,0 0 0 0 0,-1 0-1 0 0,1 0 1 0 0,-1 0 0 0 0,0 1-39 0 0,10 50 296 0 0,56 59 1104 0 0,94 183-792 0 0,-93-197-608 0 0,11 0-2688 0 0,-63-91 1176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9:35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56 2760 0 0,'0'0'125'0'0,"-6"-5"22"0"0,-7-7-1240 0 0,9 8 2231 0 0,1 0 1 0 0,-1 1-1 0 0,0-1 1 0 0,0 1-1 0 0,-1 0 0 0 0,1 0 1 0 0,-1 0-1 0 0,1 1 1 0 0,-1-1-1 0 0,0 1 0 0 0,0 1 1 0 0,-5-3-1139 0 0,-23 10 2037 0 0,7 12-755 0 0,16-10-1175 0 0,1 0 1 0 0,0 0-1 0 0,0 1 0 0 0,1 0 0 0 0,0 0 0 0 0,1 1 0 0 0,0 0 0 0 0,1 0 0 0 0,0 1 0 0 0,0-1 0 0 0,1 1 0 0 0,0 1 0 0 0,1-1 0 0 0,0 3-107 0 0,-11 20 148 0 0,-1 10-81 0 0,1 0 0 0 0,1 0 0 0 0,3 1 0 0 0,2 1 0 0 0,-2 35-67 0 0,16 119 66 0 0,-3-183-66 0 0,0-1 0 0 0,0 0 0 0 0,2 0 0 0 0,0 0 0 0 0,0 0 0 0 0,2-1 0 0 0,0 0 0 0 0,0 0 0 0 0,2 0 0 0 0,0-1 0 0 0,0 0 0 0 0,2-1 0 0 0,-1 1 0 0 0,2-2 0 0 0,0 0 0 0 0,11 10 0 0 0,-16-16-6 0 0,0-1-1 0 0,1 0 0 0 0,0 0 0 0 0,0-1 1 0 0,0 1-1 0 0,0-2 0 0 0,1 1 1 0 0,-1-1-1 0 0,1 0 0 0 0,0-1 0 0 0,0 1 1 0 0,0-2-1 0 0,0 1 0 0 0,0-1 0 0 0,1 0 1 0 0,-1-1-1 0 0,0 0 0 0 0,1 0 0 0 0,-1-1 1 0 0,5-1 6 0 0,2-2 56 0 0,0-1 1 0 0,0-1 0 0 0,-1 0-1 0 0,0-1 1 0 0,0-1-1 0 0,-1 0 1 0 0,0-1 0 0 0,0 0-1 0 0,-1-1 1 0 0,0 0-1 0 0,2-4-56 0 0,65-91 0 0 0,-68 85 0 0 0,0 0 0 0 0,-2-1 0 0 0,0 0 0 0 0,-1 0 0 0 0,-1-1 0 0 0,-1 0 0 0 0,-1 0 0 0 0,-1-1 0 0 0,-1 1 0 0 0,-1-1 0 0 0,-1-7 0 0 0,2 8 81 0 0,-1-1-1 0 0,-2 0 0 0 0,0 0 0 0 0,-2 0 0 0 0,0 0 0 0 0,-2 0 1 0 0,0 1-1 0 0,-1-1 0 0 0,-2 1 0 0 0,0 1 0 0 0,-1-1 0 0 0,-1 1 1 0 0,-1 0-1 0 0,-1 1 0 0 0,-12-15-80 0 0,14 24 14 0 0,-1 1 0 0 0,0 0 0 0 0,-1 1 0 0 0,0 0 0 0 0,0 1 0 0 0,-1 0 0 0 0,0 0 0 0 0,-1 1 0 0 0,1 1 0 0 0,-1 0 0 0 0,-1 1 0 0 0,-12-3-14 0 0,15 6-146 0 0,1 0 0 0 0,-1 1 0 0 0,1 1 0 0 0,-1 0 0 0 0,1 0 0 0 0,-1 1-1 0 0,1 0 1 0 0,-1 1 0 0 0,-8 2 146 0 0,14-2-263 0 0,0 1-1 0 0,-1-1 0 0 0,1 1 0 0 0,0 1 0 0 0,0-1 1 0 0,0 0-1 0 0,1 1 0 0 0,-1 0 0 0 0,1 0 1 0 0,0 1-1 0 0,0-1 0 0 0,0 2 264 0 0,-8 12-1795 0 0</inkml:trace>
  <inkml:trace contextRef="#ctx0" brushRef="#br0" timeOffset="480.713">1135 144 10224 0 0,'-1'-2'464'0'0,"-13"-56"1140"0"0,-2 29 2531 0 0,13 26-3930 0 0,1 1 0 0 0,-1 0-1 0 0,0-1 1 0 0,0 1 0 0 0,0 0-1 0 0,0 0 1 0 0,0 1 0 0 0,-1-1-1 0 0,1 1 1 0 0,-1-1-1 0 0,1 1 1 0 0,-1 0 0 0 0,1 0-1 0 0,-1 1 1 0 0,1-1 0 0 0,-1 1-1 0 0,0 0 1 0 0,1 0 0 0 0,-1 0-1 0 0,1 0 1 0 0,-1 0-1 0 0,0 1 1 0 0,1 0 0 0 0,-1 0-1 0 0,0 0-204 0 0,-47 46 896 0 0,29-19-828 0 0,1 1-1 0 0,1 1 1 0 0,2 1 0 0 0,1 0-1 0 0,1 1 1 0 0,2 1-1 0 0,1 1 1 0 0,2 0-1 0 0,-6 32-67 0 0,-4 86 0 0 0,19-128-6 0 0,2 0 0 0 0,1 0 0 0 0,0 1 0 0 0,2-1 0 0 0,1 0 0 0 0,1-1 0 0 0,1 1 0 0 0,1-1 0 0 0,1 0 0 0 0,1-1 0 0 0,1 0 0 0 0,5 8 6 0 0,-10-21 9 0 0,1-1 0 0 0,0 0-1 0 0,1 0 1 0 0,-1 0 0 0 0,2-1-1 0 0,-1 0 1 0 0,1-1 0 0 0,0 1 0 0 0,0-1-1 0 0,1-1 1 0 0,0 0 0 0 0,0 0-1 0 0,0 0 1 0 0,0-2 0 0 0,1 1-1 0 0,0-1 1 0 0,0 0 0 0 0,0-1 0 0 0,0 0-1 0 0,0-1 1 0 0,0 0 0 0 0,0 0-1 0 0,2-1-8 0 0,117-33 222 0 0,-109 26-295 0 0,1-2 1 0 0,-2-1 0 0 0,0 0 0 0 0,0-2 0 0 0,-1 0-1 0 0,4-3 73 0 0,-1-3 103 0 0,0-1-1 0 0,-1 0 0 0 0,-1-2 1 0 0,-1 0-1 0 0,13-20-102 0 0,-19 27 3 0 0,-2-1-1 0 0,0-1 1 0 0,0 0-1 0 0,-2 0 1 0 0,0-1-1 0 0,-1 0 0 0 0,0 0 1 0 0,-2 0-1 0 0,0-1 1 0 0,-1 0-1 0 0,0 0 1 0 0,-2-1-1 0 0,0 1 1 0 0,-1 0-1 0 0,-1-1 0 0 0,-1 1 1 0 0,0 0-1 0 0,-2-3-2 0 0,2 15 0 0 0,-4-19 0 0 0,-1 0 0 0 0,0 1 0 0 0,-2 0 0 0 0,-1 0 0 0 0,-4-5 0 0 0,-43-63 20 0 0,47 82 29 0 0,0 1-1 0 0,0 0 1 0 0,-1 1 0 0 0,0 0-1 0 0,0 0 1 0 0,-1 1-1 0 0,-5-2-48 0 0,9 6 29 0 0,-20-11-45 0 0,-1 1-1 0 0,0 2 1 0 0,-1 0-1 0 0,-15-2 17 0 0,-39 0-1239 0 0,46 12-4915 0 0,11 1-919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9:33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10 285 8640 0 0,'0'0'396'0'0,"0"0"-12"0"0,0 0-124 0 0,-6-6 1208 0 0,5 4-1277 0 0,0-1 0 0 0,1 1 0 0 0,-1-1 0 0 0,1 1 0 0 0,0-1 0 0 0,0 1 1 0 0,0-1-1 0 0,0 1 0 0 0,0-1 0 0 0,0 0 0 0 0,1 1 0 0 0,-1-1 0 0 0,1 1 1 0 0,-1-1-1 0 0,1 1 0 0 0,0 0 0 0 0,0-1 0 0 0,0 1 0 0 0,1 0 0 0 0,-1-1 1 0 0,2 0-192 0 0,-1-2 136 0 0,60-89 2507 0 0,-55 84-2439 0 0,0 1 0 0 0,1 0 0 0 0,0 1 0 0 0,0-1 0 0 0,1 2 0 0 0,0-1 0 0 0,1 1 0 0 0,1-1-204 0 0,66-33 904 0 0,-56 38-789 0 0,0 0 0 0 0,0 1 0 0 0,0 1 0 0 0,0 2 0 0 0,0 0 0 0 0,13 2-115 0 0,23 30-24 0 0,-42-21 114 0 0,-6-2-72 0 0,0-1 1 0 0,-1 1-1 0 0,0 0 1 0 0,-1 1 0 0 0,0 0-1 0 0,-1 0 1 0 0,0 0 0 0 0,-1 1-1 0 0,0 0 1 0 0,-1 0-1 0 0,0 0 1 0 0,-1 1 0 0 0,-1-1-1 0 0,0 1 1 0 0,0 0-1 0 0,-1-1 1 0 0,-1 1 0 0 0,0 0-1 0 0,-1 0 1 0 0,0-1-1 0 0,-2 11-18 0 0,-18 87-16 0 0,-29 51-64 0 0,-33 63 843 0 0,-57 46-430 0 0,79-168-165 0 0,61-102-150 0 0,-1 0 0 0 0,1 1 0 0 0,0-1 0 0 0,-1 1 0 0 0,1-1 0 0 0,0 0 0 0 0,-1 1 0 0 0,1-1 0 0 0,0 1 0 0 0,0-1 0 0 0,-1 1 0 0 0,1-1 0 0 0,0 1 0 0 0,0-1 0 0 0,0 1 0 0 0,0-1 0 0 0,0 1 0 0 0,-1-1 0 0 0,1 1 0 0 0,0 0 0 0 0,0-1 0 0 0,1 1 0 0 0,-1-1 0 0 0,0 1 0 0 0,0-1-1 0 0,0 1 1 0 0,0-1 0 0 0,0 1 0 0 0,0-1 0 0 0,1 1 0 0 0,-1-1 0 0 0,0 1 0 0 0,0-1 0 0 0,1 1 0 0 0,-1-1 0 0 0,0 0 0 0 0,1 1 0 0 0,-1-1 0 0 0,1 1 0 0 0,-1-1 0 0 0,0 0 0 0 0,1 1 0 0 0,-1-1 0 0 0,1 0 0 0 0,-1 0 0 0 0,1 1 0 0 0,-1-1 0 0 0,1 0-18 0 0,28-1 314 0 0,-22-1-355 0 0,126-25 213 0 0,-7 13-32 0 0,65 11-1849 0 0,-154 12-1118 0 0,-17-5 1187 0 0</inkml:trace>
  <inkml:trace contextRef="#ctx0" brushRef="#br0" timeOffset="603.384">1504 142 11688 0 0,'-48'-40'1722'0'0,"29"29"-882"0"0,-30-3 1405 0 0,3 13-645 0 0,-20 21-312 0 0,53-12-1140 0 0,1 0 0 0 0,0 0 0 0 0,1 1 0 0 0,0 1 0 0 0,0 0 0 0 0,1 0 0 0 0,0 1 0 0 0,1 1 0 0 0,0-1 0 0 0,-3 7-148 0 0,-9 20 444 0 0,1-5-431 0 0,3 1 0 0 0,0 0 0 0 0,2 1 0 0 0,1 4-13 0 0,-25 107 64 0 0,29-79-46 0 0,3 1 0 0 0,3 0 0 0 0,3 0 0 0 0,3 15-18 0 0,-1-63 0 0 0,1 1 0 0 0,0-1 0 0 0,2 1 0 0 0,0-1 0 0 0,2 0 0 0 0,0 0 0 0 0,1-1 0 0 0,1 1 0 0 0,0-2 0 0 0,11 17 0 0 0,-10-22 75 0 0,-1-1-1 0 0,2 0 1 0 0,0-1-1 0 0,0 0 1 0 0,1 0-1 0 0,0-1 1 0 0,1-1 0 0 0,0 0-1 0 0,1 0 1 0 0,-1-1-1 0 0,2-1 1 0 0,-1 0-1 0 0,1-1 1 0 0,0 0-1 0 0,0-1 1 0 0,1-1-1 0 0,-1 0 1 0 0,1-1-1 0 0,11 0-74 0 0,-14-2 19 0 0,1 0 0 0 0,-1-1 0 0 0,1-1 0 0 0,-1 0-1 0 0,1 0 1 0 0,-1-2 0 0 0,0 1 0 0 0,0-2 0 0 0,0 0 0 0 0,0 0-1 0 0,0-1 1 0 0,-1 0 0 0 0,0-1 0 0 0,0 0 0 0 0,0-1 0 0 0,-1 0-19 0 0,3-4 56 0 0,-1 0 0 0 0,-1-1 0 0 0,1 0 0 0 0,-2-1 1 0 0,0 0-1 0 0,0-1 0 0 0,5-12-56 0 0,1-2 50 0 0,-2-1 1 0 0,0 0-1 0 0,-2-1 1 0 0,-2-1-1 0 0,0 0 1 0 0,-2 0-1 0 0,1-15-50 0 0,7-180 304 0 0,-18 203-258 0 0,0 1 0 0 0,-1-1-1 0 0,-2 1 1 0 0,0-1 0 0 0,-1 2 0 0 0,-2-1-1 0 0,-2-5-45 0 0,-84-126 464 0 0,82 136-495 0 0,-1 0 1 0 0,-1 1-1 0 0,0 0 0 0 0,-1 1 0 0 0,-1 1 1 0 0,0 1-1 0 0,-1 0 0 0 0,0 1 0 0 0,-1 0 1 0 0,0 2-1 0 0,-1 0 0 0 0,0 1 0 0 0,-13-4 31 0 0,28 12-204 0 0,1 0 0 0 0,0 0 0 0 0,-1 0-1 0 0,0 0 1 0 0,1 0 0 0 0,-1 1 0 0 0,1 0-1 0 0,-1 0 1 0 0,0 0 0 0 0,1 0 0 0 0,-1 0-1 0 0,0 1 1 0 0,1 0 0 0 0,-1-1 0 0 0,1 1-1 0 0,-1 1 1 0 0,1-1 0 0 0,0 0 0 0 0,-1 1-1 0 0,1 0 1 0 0,-3 1 204 0 0,-4 6-1159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9:48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79 2760 0 0,'0'-2'207'0'0,"-9"-31"5532"0"0,14 21-1676 0 0,4-17-1010 0 0,-8 27-2435 0 0,-1 2-21 0 0,0 0-79 0 0,0 0-35 0 0,0 0-10 0 0,0 0-10 0 0,0 0-38 0 0,0 0-10 0 0,2 2-6 0 0,4 11-191 0 0,0 0 0 0 0,0 0 0 0 0,-2 1-1 0 0,1-1 1 0 0,-2 1 0 0 0,0 0-1 0 0,-1 0 1 0 0,0 1 0 0 0,-1-1 0 0 0,0 7-218 0 0,25 549 1118 0 0,-15-259-803 0 0,-11 31-312 0 0,3-320-506 0 0,-2-21-6 0 0,0-3-1038 0 0,4-6-444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9:49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8 267 4144 0 0,'0'0'319'0'0,"0"0"50"0"0,0 0 992 0 0,0 0 455 0 0,0 0 88 0 0,-7-5 2347 0 0,6-31-196 0 0,33-13-2859 0 0,-15 29-846 0 0,1 2-1 0 0,1 0 1 0 0,1 1 0 0 0,0 0-1 0 0,1 2 1 0 0,15-8-350 0 0,63-14 743 0 0,-79 32-509 0 0,-10 3-160 0 0,0 0 0 0 0,1 1 0 0 0,-1 0 0 0 0,0 1 0 0 0,0 0 1 0 0,0 0-1 0 0,1 1 0 0 0,-1 1 0 0 0,0 0 0 0 0,0 0 0 0 0,-1 1 0 0 0,1 0 0 0 0,0 1 0 0 0,0 0-74 0 0,41 44 0 0 0,-44-41 22 0 0,-1 1-1 0 0,-1-1 1 0 0,1 2-1 0 0,-1-1 1 0 0,0 0-1 0 0,-1 1 1 0 0,0 0-1 0 0,-1 0 1 0 0,0 0-1 0 0,0 1 1 0 0,-1-1-1 0 0,0 1 0 0 0,0-1 1 0 0,-1 1-1 0 0,-1 0 1 0 0,0 7-22 0 0,0 2 70 0 0,-1 1 0 0 0,-2-1 0 0 0,1 0 0 0 0,-2 0 0 0 0,-1 0 0 0 0,0 0 0 0 0,-8 16-70 0 0,-79 154 1116 0 0,44-90-570 0 0,-55 88-546 0 0,5-13 470 0 0,-15 31-278 0 0,95-166-162 0 0,11-25 3 0 0,0 0 1 0 0,1 0-1 0 0,1 0 1 0 0,0 1-1 0 0,1 0 1 0 0,0 0 0 0 0,2 0-1 0 0,-1 9-33 0 0,8-4 80 0 0,5-14-80 0 0,42-7 0 0 0,108-36-168 0 0,-52 14-56 0 0,-15 5-744 0 0,-27 7-1332 0 0,-19 7-5038 0 0,-27 4 401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9:49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609 245 14336 0 0,'-46'-138'3075'0'0,"41"127"-2390"0"0,-1 0-1 0 0,0 1 0 0 0,-1 0 0 0 0,0 0 0 0 0,0 0 0 0 0,-1 1 1 0 0,-8-6-685 0 0,12 12 110 0 0,0 1 0 0 0,0-1 1 0 0,0 1-1 0 0,0 0 1 0 0,0 1-1 0 0,-1-1 0 0 0,1 1 1 0 0,-1 0-1 0 0,1 0 1 0 0,-1 0-1 0 0,1 0 0 0 0,-1 1 1 0 0,0 0-1 0 0,1 0 1 0 0,-1 0-1 0 0,1 1 0 0 0,-1-1 1 0 0,1 1-1 0 0,-1 0 1 0 0,-1 1-111 0 0,-77 24 717 0 0,70-19-655 0 0,0 0 1 0 0,0 0-1 0 0,1 1 1 0 0,0 1 0 0 0,0 0-1 0 0,1 1 1 0 0,0 0-1 0 0,1 1 1 0 0,0 0-1 0 0,-1 3-62 0 0,-10 13 35 0 0,2 2 1 0 0,1 0-1 0 0,2 1 0 0 0,0 1 0 0 0,-2 11-35 0 0,-48 174 0 0 0,49-68 0 0 0,16-111 0 0 0,-1-8-6 0 0,0 1-1 0 0,3 0 0 0 0,0 0 1 0 0,2 0-1 0 0,1-1 0 0 0,1 1 1 0 0,2-1-1 0 0,1 0 0 0 0,1-1 1 0 0,1 0-1 0 0,14 26 7 0 0,-8-25-44 0 0,-10-18 25 0 0,-1 0-1 0 0,1-1 1 0 0,1 0-1 0 0,0 0 1 0 0,1 0-1 0 0,0-1 1 0 0,0 0-1 0 0,1 0 1 0 0,0-1-1 0 0,2 1 20 0 0,2 1 0 0 0,1-2 0 0 0,0 1 0 0 0,1-2 0 0 0,-1 0 0 0 0,1-1 0 0 0,0 0 0 0 0,1-1 0 0 0,0-1 0 0 0,-1-1 0 0 0,1 0 0 0 0,1-1 0 0 0,-1 0 0 0 0,0-2 0 0 0,0 1 0 0 0,0-2 0 0 0,1-1 0 0 0,8-1 0 0 0,-17 1 0 0 0,5 0 0 0 0,1-1 0 0 0,-1-1 0 0 0,1 0 0 0 0,-1-1 0 0 0,-1 0 0 0 0,1-1 0 0 0,1-2 0 0 0,11-7 0 0 0,-2-1 0 0 0,0-1 0 0 0,-1-1 0 0 0,0-1 0 0 0,3-5 0 0 0,1-3 6 0 0,-1-1 0 0 0,-1-1 1 0 0,-1-1-1 0 0,-2-1 0 0 0,-1-2 0 0 0,-2 1 0 0 0,-1-2 0 0 0,-1 0 0 0 0,-2-1 1 0 0,-1-3-7 0 0,-2-18 9 0 0,-1-1 1 0 0,-4 0 0 0 0,-2 0 0 0 0,-2 0-1 0 0,-3-1 1 0 0,-5-32-10 0 0,3 69 69 0 0,0 0-1 0 0,-1 0 1 0 0,-1 0-1 0 0,-1 1 1 0 0,-1 0 0 0 0,-1 0-1 0 0,-9-17-68 0 0,10 24-13 0 0,0 1 0 0 0,-1 0 1 0 0,-1 0-1 0 0,0 1 0 0 0,-1 0 0 0 0,0 0 0 0 0,0 1 0 0 0,-1 0 0 0 0,0 1 0 0 0,-1 0 0 0 0,0 1 1 0 0,-1 0-1 0 0,1 1 0 0 0,-1 1 0 0 0,-1 0 0 0 0,1 0 0 0 0,-1 2 0 0 0,-3-1 13 0 0,-95-14-3078 0 0,82 19 1484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9:38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1 804 10136 0 0,'0'0'464'0'0,"0"0"-10"0"0,0 0-154 0 0,0 0 443 0 0,0 0 228 0 0,0 0 42 0 0,2 1 10 0 0,31 10 332 0 0,0-1 0 0 0,0-2 0 0 0,1-1 0 0 0,1-1 0 0 0,6-2-1355 0 0,135 5 1314 0 0,-40-6-1836 0 0,-71 2 632 0 0,-34-2-1629 0 0,-1-1-4602 0 0,-28-2-404 0 0</inkml:trace>
  <inkml:trace contextRef="#ctx0" brushRef="#br0" timeOffset="302.191">85 1135 10136 0 0,'0'0'464'0'0,"0"0"-10"0"0,0 0-154 0 0,0 0 443 0 0,0 0 228 0 0,0 0 42 0 0,0 0 10 0 0,0 0 1 0 0,0 0-1 0 0,0 0 1 0 0,0 0-69 0 0,2 0-290 0 0,124-4 2887 0 0,-58 5-3380 0 0,102 7 516 0 0,-41-6-976 0 0,10 0-5169 0 0,-95 0 3233 0 0,-10 6-14 0 0</inkml:trace>
  <inkml:trace contextRef="#ctx0" brushRef="#br0" timeOffset="12207.338">1670 621 1376 0 0,'0'-2'107'0'0,"-10"-43"6636"0"0,-53-52 1043 0 0,55 89-7497 0 0,0 0 1 0 0,-1 1 0 0 0,0 0 0 0 0,0 0 0 0 0,-1 1 0 0 0,0 0 0 0 0,0 1 0 0 0,0 0 0 0 0,-1 1 0 0 0,1 0 0 0 0,-1 0 0 0 0,0 1-1 0 0,0 1 1 0 0,-1 0 0 0 0,1 0 0 0 0,0 1 0 0 0,-1 0 0 0 0,-1 1-290 0 0,-122 15 888 0 0,124-13-864 0 0,-1 1 0 0 0,1 1 0 0 0,0 0 0 0 0,1 0 0 0 0,-1 1 0 0 0,1 0 1 0 0,0 1-1 0 0,0 0 0 0 0,1 1 0 0 0,-1 0 0 0 0,1 1 0 0 0,1-1 0 0 0,0 2 0 0 0,0-1 0 0 0,0 1 0 0 0,1 0 0 0 0,-5 10-24 0 0,2-4-16 0 0,1-1 0 0 0,1 2 0 0 0,1-1 0 0 0,0 1 0 0 0,1 0 0 0 0,0 1 0 0 0,1-1 0 0 0,1 1 0 0 0,1 0 0 0 0,1 0 0 0 0,0 0 0 0 0,1 1 0 0 0,1-1 0 0 0,0 0 0 0 0,2 0 0 0 0,1 7 16 0 0,-1-6-25 0 0,2 0-1 0 0,1-1 0 0 0,0 1 0 0 0,1-1 1 0 0,0 0-1 0 0,2-1 0 0 0,0 1 0 0 0,1-1 1 0 0,0-1-1 0 0,2 1 26 0 0,21 18-16 0 0,2-2 1 0 0,1 0-1 0 0,2-3 1 0 0,1-1-1 0 0,7 3 16 0 0,-31-21-1 0 0,157 92 1 0 0,-159-95-5 0 0,-1 1 0 0 0,0 1 0 0 0,-1 0 0 0 0,0 0 0 0 0,0 1 0 0 0,-1 0 0 0 0,0 1 0 0 0,-1 0 0 0 0,0 0 1 0 0,-1 1-1 0 0,0 0 0 0 0,-1 0 0 0 0,0 0 0 0 0,-1 1 0 0 0,-1 0 0 0 0,0 0 0 0 0,0 0 0 0 0,-1 1 0 0 0,-1 2 5 0 0,-1-9 48 0 0,0 1 0 0 0,-1-1 0 0 0,0 0 1 0 0,-1 0-1 0 0,0 1 0 0 0,0-1 0 0 0,0 0 1 0 0,-1 0-1 0 0,0 0 0 0 0,0 0 0 0 0,-1-1 0 0 0,0 1 1 0 0,0 0-1 0 0,-1-1 0 0 0,1 0 0 0 0,-1 0 1 0 0,-4 5-49 0 0,-5-1 67 0 0,1 0 1 0 0,-1-1 0 0 0,-1-1 0 0 0,1 0 0 0 0,-1-1 0 0 0,-1 0-1 0 0,0-1 1 0 0,1-1 0 0 0,-2 0 0 0 0,1-1 0 0 0,0-1 0 0 0,-1 0-1 0 0,0-1 1 0 0,0-1 0 0 0,0 0 0 0 0,-11-2-68 0 0,-133 0-97 0 0,127-4-79 0 0,24 5-54 0 0,-1-2 0 0 0,1 1 0 0 0,-1-1-1 0 0,1 0 1 0 0,0-1 0 0 0,-1 0 0 0 0,2 0 0 0 0,-1-1-1 0 0,0 0 1 0 0,1-1 0 0 0,0 0 0 0 0,0 0 0 0 0,-1-2 230 0 0,-13-15-2431 0 0,1-1-4283 0 0</inkml:trace>
  <inkml:trace contextRef="#ctx0" brushRef="#br0" timeOffset="12542.442">1340 6 8288 0 0,'0'0'638'0'0,"-6"-6"1162"0"0,6 7-1658 0 0,0-1 0 0 0,0 0 0 0 0,0 1-1 0 0,-1-1 1 0 0,1 1 0 0 0,0-1 0 0 0,0 0 0 0 0,0 1-1 0 0,0-1 1 0 0,0 1 0 0 0,0-1 0 0 0,0 0-1 0 0,-1 1 1 0 0,1-1 0 0 0,0 0 0 0 0,0 1 0 0 0,-1-1-1 0 0,1 0 1 0 0,0 1 0 0 0,0-1 0 0 0,-1 0-1 0 0,1 0 1 0 0,0 1 0 0 0,-1-1 0 0 0,1 0 0 0 0,0 0-1 0 0,-1 1 1 0 0,1-1 0 0 0,-1 0 0 0 0,1 0-1 0 0,0 0 1 0 0,-1 0 0 0 0,1 0 0 0 0,-1 0 0 0 0,1 0-1 0 0,0 0 1 0 0,-1 0 0 0 0,1 0 0 0 0,-1 0-1 0 0,1 0 1 0 0,0 0 0 0 0,-1 0 0 0 0,1 0 0 0 0,-1 0-1 0 0,1 0 1 0 0,0 0 0 0 0,-1 0 0 0 0,1-1 0 0 0,-1 1-1 0 0,1 0 1 0 0,0 0 0 0 0,-1 0 0 0 0,1-1-1 0 0,0 1 1 0 0,-1 0 0 0 0,1-1 0 0 0,0 1 0 0 0,0 0-1 0 0,-1-1 1 0 0,1 1 0 0 0,0 0 0 0 0,0-1-1 0 0,-1 1-141 0 0,0 15-715 0 0,7 120 1611 0 0,29 210 95 0 0,-18-52-100 0 0,-18 216-891 0 0,-15-213 8 0 0,-4-1 1106 0 0,16-251-1159 0 0,3-42-255 0 0,10-31-1205 0 0,-7 2 22 0 0,3-3-364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9:59.4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33 458 11976 0 0,'-6'5'576'0'0,"-18"-1"230"0"0,22-4-440 0 0,2 0 120 0 0,22-59 2071 0 0,55-52 3 0 0,-10 23-1024 0 0,-49 68-1226 0 0,3-6-189 0 0,2 1-1 0 0,1 1 1 0 0,1 1-1 0 0,19-14-120 0 0,-36 31-6 0 0,1 0 0 0 0,-1 0 0 0 0,1 1 0 0 0,0 0 0 0 0,0 1-1 0 0,1 0 1 0 0,0 0 0 0 0,-1 1 0 0 0,1 0 0 0 0,0 0 0 0 0,0 1-1 0 0,1 1 1 0 0,2 0 6 0 0,-8 2 54 0 0,0 0 0 0 0,-1 1 0 0 0,1 0-1 0 0,-1 0 1 0 0,1 0 0 0 0,-1 0 0 0 0,0 1-1 0 0,0 0 1 0 0,0 0 0 0 0,0 0 0 0 0,0 0-1 0 0,-1 0 1 0 0,1 1 0 0 0,-1 0 0 0 0,0 0-1 0 0,0 0 1 0 0,0 0 0 0 0,-1 0-1 0 0,1 0 1 0 0,-1 1 0 0 0,0-1 0 0 0,0 1-1 0 0,-1 0 1 0 0,0-1 0 0 0,1 1 0 0 0,-1 0-1 0 0,-1 0 1 0 0,1 0 0 0 0,-1 2-54 0 0,3 11 62 0 0,0 0-1 0 0,-2 0 1 0 0,0 1-1 0 0,-1-1 1 0 0,-1 1-1 0 0,-1 4-61 0 0,-4 16 0 0 0,-1 1 0 0 0,-2-2 0 0 0,-1 1 0 0 0,-5 5 0 0 0,-52 138 664 0 0,-113 180 19 0 0,118-256-576 0 0,-6 15 231 0 0,63-81 362 0 0,8-40-602 0 0,7 0-74 0 0,-1 0 0 0 0,1-1 0 0 0,0 0 1 0 0,0 0-1 0 0,-1-1 0 0 0,1 0 1 0 0,-1-1-1 0 0,1 0 0 0 0,4-3-24 0 0,146-47-37 0 0,-58 43-855 0 0,-29 9-2209 0 0,-41 2-2835 0 0,-2-1-1121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9:59.7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13824 0 0,'0'0'314'0'0,"0"0"46"0"0,0 0 22 0 0,0 0-50 0 0,0 0-183 0 0,0 0 54 0 0,0 0 42 0 0,0 0 10 0 0,0 2-25 0 0,9 64-3580 0 0,-8-62 2006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30:00.0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11576 0 0,'0'0'512'0'0,"0"0"104"0"0,0 0-488 0 0,0 0-128 0 0,0 0 0 0 0,0 0 0 0 0,0 0 800 0 0,5 9 128 0 0,-5-9 32 0 0,0 0 7 0 0,6 4-495 0 0,-6-4-104 0 0,0 0-16 0 0,0 14-8 0 0,4 1-344 0 0,2-11 0 0 0,-6-4 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30:02.7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442 504 10136 0 0,'0'0'230'0'0,"-2"0"30"0"0,-22-1 258 0 0,-1-6-644 0 0,21 5 362 0 0,-1 0 0 0 0,1 0 0 0 0,-1 1 0 0 0,1 0-1 0 0,-1 0 1 0 0,0 0 0 0 0,1 0 0 0 0,-1 1 0 0 0,0 0 0 0 0,0 0 0 0 0,1 0 0 0 0,-1 0-1 0 0,0 1 1 0 0,0 0 0 0 0,1 0 0 0 0,-1 0 0 0 0,1 0 0 0 0,-1 1 0 0 0,1 0 0 0 0,0 0 0 0 0,-3 1-236 0 0,-67 59 2131 0 0,59-48-1912 0 0,1 1 0 0 0,0 1-1 0 0,1 1 1 0 0,0 0-1 0 0,-6 14-218 0 0,-6 5 90 0 0,11-11-74 0 0,1 0 0 0 0,1 1 1 0 0,1 1-1 0 0,2 0 0 0 0,0 0 0 0 0,2 1 0 0 0,1 0 0 0 0,1 0 0 0 0,-1 24-16 0 0,1-8 0 0 0,2 1 0 0 0,2-1 0 0 0,2 0 0 0 0,3 8 0 0 0,-4-41 0 0 0,1 0 0 0 0,0 0 0 0 0,1-1 0 0 0,1 1 0 0 0,-1 0 0 0 0,2-1 0 0 0,-1 1 0 0 0,1-1 0 0 0,1 0 0 0 0,0-1 0 0 0,0 1 0 0 0,1-1 0 0 0,0 0 0 0 0,1 0 0 0 0,0-1 0 0 0,0 0 0 0 0,1 0 0 0 0,0 0 0 0 0,0-1 0 0 0,1-1 0 0 0,0 1 0 0 0,0-1 0 0 0,1-1 0 0 0,-1 0 0 0 0,1 0 0 0 0,0-1 0 0 0,6 2 0 0 0,-6-6 0 0 0,0 0 0 0 0,0 0 0 0 0,0-1 0 0 0,0 0 0 0 0,0-1 0 0 0,0 0 0 0 0,0-1 0 0 0,0 0 0 0 0,-1 0 0 0 0,0-1 0 0 0,1 0 0 0 0,-1-1 0 0 0,-1 0 0 0 0,1 0 0 0 0,-1-1 0 0 0,0 0 0 0 0,4-4 0 0 0,2-3 21 0 0,1-1-1 0 0,-2 0 1 0 0,0-1-1 0 0,0 0 1 0 0,-2-1-1 0 0,0 0 1 0 0,0-1-1 0 0,5-15-20 0 0,20-86 441 0 0,-31 89-346 0 0,-1 5-42 0 0,-1 0 0 0 0,-1 0-1 0 0,-2-1 1 0 0,0 1-1 0 0,-2 0 1 0 0,0-1 0 0 0,-2 1-1 0 0,-1 0 1 0 0,-1 1 0 0 0,0-1-1 0 0,-2 1 1 0 0,-1 0-1 0 0,-4-5-52 0 0,11 22 11 0 0,-11-23-3 0 0,0 0 0 0 0,-2 1-1 0 0,-2 1 1 0 0,0 0 0 0 0,-19-21-8 0 0,13 16-233 0 0,-37-32-2017 0 0,30 48-838 0 0,19 14 1498 0 0</inkml:trace>
  <inkml:trace contextRef="#ctx0" brushRef="#br0" timeOffset="686.155">763 513 12640 0 0,'0'0'289'0'0,"0"0"40"0"0,0 0 21 0 0,0 0-46 0 0,0 0-150 0 0,0 0 133 0 0,0 0 81 0 0,0 0 15 0 0,-1 2 6 0 0,-18 65 1724 0 0,13-11-1312 0 0,-14 82-107 0 0,13-61-546 0 0,-1-19-120 0 0,3 0 1 0 0,3 1-1 0 0,2-1 1 0 0,3 0-1 0 0,6 37-28 0 0,-8-87 0 0 0,1 0 0 0 0,0-1 0 0 0,0 1 0 0 0,1 0 0 0 0,0-1 0 0 0,0 1 0 0 0,1-1 0 0 0,0 0 0 0 0,0 0 0 0 0,0 0 0 0 0,1-1 0 0 0,0 1 0 0 0,5 3 0 0 0,-8-9 2 0 0,1 0-1 0 0,1 0 0 0 0,-1 0 0 0 0,0 0 0 0 0,0-1 0 0 0,0 1 1 0 0,0-1-1 0 0,1 0 0 0 0,-1 0 0 0 0,0 0 0 0 0,0-1 0 0 0,0 1 1 0 0,0-1-1 0 0,1 1 0 0 0,-1-1 0 0 0,0 0 0 0 0,0 0 0 0 0,0-1 1 0 0,0 1-1 0 0,-1 0 0 0 0,1-1 0 0 0,0 0 0 0 0,-1 0 0 0 0,1 0 1 0 0,-1 0-1 0 0,1 0 0 0 0,-1 0 0 0 0,0-1 0 0 0,2-1-1 0 0,7-5 30 0 0,10-7-9 0 0,-1-2 0 0 0,0-1-1 0 0,-2 0 1 0 0,0-2-1 0 0,-1 0 1 0 0,-1-1-1 0 0,3-6-20 0 0,9-15 103 0 0,-1-1-1 0 0,-3-2 1 0 0,-1 0-1 0 0,-2-2 0 0 0,5-23-102 0 0,-16 40-90 0 0,-1-1 0 0 0,-2 1-1 0 0,-1-1 1 0 0,-2-1-1 0 0,-1 1 1 0 0,-1-7 90 0 0,-5-11 872 0 0,2 48-547 0 0,1 2-137 0 0,-20 29 151 0 0,-22 127-153 0 0,38-128-174 0 0,2 1-1 0 0,1 0 1 0 0,1-1-1 0 0,1 1 0 0 0,2 0 1 0 0,3 16-12 0 0,-4-32-5 0 0,0 1-2 0 0,1 1-1 0 0,0-1 1 0 0,1 1-1 0 0,0-1 1 0 0,1 0-1 0 0,1-1 1 0 0,1 1-1 0 0,1 1 8 0 0,3 7-4 0 0,-6-10-3 0 0,0 0-1 0 0,0 0 1 0 0,1 0 0 0 0,1-1 0 0 0,0 1-1 0 0,0-2 1 0 0,1 1 0 0 0,1-1-1 0 0,-1 0 1 0 0,2-1 0 0 0,-1 0 0 0 0,1-1-1 0 0,1 0 1 0 0,0 0 0 0 0,0-1 0 0 0,0 0-1 0 0,1-1 1 0 0,-1-1 0 0 0,11 4 7 0 0,-10-10-12 0 0,1-1 1 0 0,-1 0-1 0 0,0-1 1 0 0,0 0-1 0 0,0-1 1 0 0,-1 0 0 0 0,1-1-1 0 0,-1 0 1 0 0,0-1-1 0 0,-1 0 1 0 0,1-1-1 0 0,-1 0 1 0 0,0 0-1 0 0,-1-1 1 0 0,0-1-1 0 0,0 0 1 0 0,6-8 11 0 0,15-13 11 0 0,-3-2-1 0 0,0 0 1 0 0,-2-2 0 0 0,-2-1-1 0 0,-1-1 1 0 0,-1-1 0 0 0,-2 0-1 0 0,-2-2 1 0 0,-2 0 0 0 0,9-34-11 0 0,47-192 162 0 0,6-141 824 0 0,-76 314 116 0 0,-2 76-1086 0 0,-1 8-16 0 0,-6 5 0 0 0,5 5 0 0 0,1 0 0 0 0,0 0 0 0 0,0 1 0 0 0,0-1 0 0 0,0 1 0 0 0,0-1 0 0 0,1 1 0 0 0,-1 0 0 0 0,1 0 0 0 0,-1 0 0 0 0,1 0 0 0 0,0 0 0 0 0,0 0 0 0 0,1 0 0 0 0,-1 0 0 0 0,0 2 0 0 0,0 1 0 0 0,-35 168 0 0 0,18 27 0 0 0,15-15 0 0 0,-13 40 0 0 0,15-218 0 0 0,-5 49 0 0 0,2 0 0 0 0,3 1 0 0 0,4 39 0 0 0,1-64-155 0 0,-2-1-1 0 0,-2 1 0 0 0,0 0 1 0 0,-6 28 155 0 0,0-5-2323 0 0,1-39-2818 0 0,-5-11-1508 0 0</inkml:trace>
  <inkml:trace contextRef="#ctx0" brushRef="#br0" timeOffset="936.485">1591 645 6448 0 0,'0'0'498'0'0,"0"0"-98"0"0,0 0 807 0 0,0 0 384 0 0,0 0 75 0 0,1 0-103 0 0,57-7 2375 0 0,116 6-3087 0 0,-128-4-5225 0 0,1 1-1542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30:00.6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1 158 8720 0 0,'0'-9'-844'0'0,"0"9"1067"0"0,0 0 0 0 0,0 0 0 0 0,0 0 0 0 0,1 0 0 0 0,-1 0 0 0 0,0 0 0 0 0,0 0 0 0 0,0 0 0 0 0,1 0 0 0 0,-1 0 0 0 0,0 0 0 0 0,0 0 0 0 0,0 0 0 0 0,1 0 0 0 0,-1-1 0 0 0,0 1 0 0 0,0 0 0 0 0,0 0 0 0 0,0 0 0 0 0,1 0 0 0 0,-1 0 0 0 0,0 0 0 0 0,0-1 0 0 0,0 1 0 0 0,0 0 0 0 0,0 0 0 0 0,1 0 0 0 0,-1 0 0 0 0,0-1 0 0 0,0 1 0 0 0,0 0 0 0 0,0 0 0 0 0,0 0 0 0 0,0-1 0 0 0,0 1 0 0 0,0 0 0 0 0,0 0-222 0 0,5 8 269 0 0,-1 0 1 0 0,-1 1 0 0 0,0-1 0 0 0,0 1 0 0 0,0 0 0 0 0,-1 0 0 0 0,-1 0 0 0 0,1 0 0 0 0,-1 0 0 0 0,-1 3-271 0 0,5 27 456 0 0,19 276 997 0 0,-3 50-1026 0 0,6-102-313 0 0,-19-217-55 0 0,-6-25-55 0 0,2 0 0 0 0,0 0 1 0 0,2 0-1 0 0,0-1 0 0 0,10 20-4 0 0,-16-39-3 0 0,0 1-1 0 0,0-1 1 0 0,0 0-1 0 0,1 1 1 0 0,-1-1-1 0 0,1 0 1 0 0,-1 0-1 0 0,1 0 0 0 0,-1 1 1 0 0,1-1-1 0 0,0 0 1 0 0,-1 0-1 0 0,1 0 1 0 0,0 0-1 0 0,0 0 1 0 0,0 0-1 0 0,0 0 1 0 0,0 0-1 0 0,0-1 0 0 0,0 1 1 0 0,0 0-1 0 0,0 0 1 0 0,0-1-1 0 0,1 1 1 0 0,-1-1-1 0 0,0 1 1 0 0,0-1-1 0 0,1 0 1 0 0,-1 1-1 0 0,0-1 0 0 0,0 0 1 0 0,1 0-1 0 0,-1 0 1 0 0,0 0-1 0 0,1 0 1 0 0,-1 0-1 0 0,0 0 1 0 0,1 0-1 0 0,-1-1 0 0 0,0 1 1 0 0,0 0-1 0 0,1-1 1 0 0,-1 1-1 0 0,0-1 1 0 0,0 0-1 0 0,0 1 1 0 0,1-1-1 0 0,-1 0 1 0 0,0 1-1 0 0,0-1 0 0 0,0 0 1 0 0,0 0-1 0 0,-1 0 4 0 0,7-8-33 0 0,0 0-1 0 0,-1-1 0 0 0,0 0 0 0 0,-1 0 0 0 0,0 0 0 0 0,-1-1 1 0 0,3-9 33 0 0,9-20-33 0 0,50-130 426 0 0,-5-40-563 0 0,-47 115 66 0 0,5 2 1 0 0,3 0 0 0 0,5 1-1 0 0,21-43 104 0 0,18 23 110 0 0,-65 111-103 0 0,-1 0 1 0 0,0 0-1 0 0,0 0 1 0 0,1 0-1 0 0,-1 0 1 0 0,0 0-1 0 0,1 0 1 0 0,-1 0-1 0 0,1 0 0 0 0,-1 0 1 0 0,1 0-1 0 0,0 1 1 0 0,-1-1-1 0 0,1 0 1 0 0,0 0-1 0 0,0 1 1 0 0,-1-1-1 0 0,1 0 1 0 0,0 1-1 0 0,0-1 1 0 0,0 1-1 0 0,0-1 1 0 0,0 1-1 0 0,0 0 1 0 0,0-1-1 0 0,0 1 1 0 0,0 0-1 0 0,0-1 1 0 0,0 1-1 0 0,0 0 0 0 0,0 0 1 0 0,0 0-1 0 0,0 0 1 0 0,0 0-1 0 0,0 0 1 0 0,0 0-1 0 0,0 1 1 0 0,0-1-1 0 0,0 0 1 0 0,0 0-1 0 0,0 1 1 0 0,0-1-1 0 0,-1 1 1 0 0,1-1-1 0 0,0 1 1 0 0,0-1-1 0 0,0 1 1 0 0,0 0-1 0 0,0-1 1 0 0,-1 1-1 0 0,1 0 0 0 0,0-1 1 0 0,-1 1-1 0 0,1 0 1 0 0,-1 0-1 0 0,1 0-7 0 0,9 19 245 0 0,-1 1 1 0 0,0 0-1 0 0,-2 0 0 0 0,-1 1 0 0 0,0 0 0 0 0,-2 0 0 0 0,0 0 0 0 0,-1 3-245 0 0,0-6 78 0 0,53 238-1639 0 0,-43-188 1737 0 0,3-1 1 0 0,3 0 0 0 0,3-1-1 0 0,10 15-176 0 0,-17-45-23 0 0,-11-25 12 0 0,0 0 1 0 0,1-1-1 0 0,0 1 0 0 0,1-1 0 0 0,0 0 1 0 0,1 0-1 0 0,0-1 0 0 0,1 0 1 0 0,0 0-1 0 0,0-1 0 0 0,1 0 0 0 0,0 0 1 0 0,2 0 10 0 0,-9-7-5 0 0,0-1 1 0 0,0 0-1 0 0,0 0 1 0 0,0 0-1 0 0,1 0 1 0 0,-1-1-1 0 0,0 1 1 0 0,0-1-1 0 0,1 1 1 0 0,-1-1-1 0 0,0 0 1 0 0,1 0-1 0 0,-1 0 1 0 0,1 0-1 0 0,-1 0 1 0 0,0 0-1 0 0,1 0 1 0 0,-1-1-1 0 0,0 0 1 0 0,0 1-1 0 0,1-1 1 0 0,-1 0-1 0 0,0 0 1 0 0,0 0-1 0 0,0 0 1 0 0,0-1-1 0 0,0 1 1 0 0,0 0-1 0 0,0-1 1 0 0,0 1-1 0 0,-1-1 1 0 0,2-1 4 0 0,11-17-9 0 0,0 0 0 0 0,-1-1 1 0 0,-1 0-1 0 0,-1-1 1 0 0,-1-1-1 0 0,-1 0 0 0 0,-1 0 1 0 0,-1-1-1 0 0,-1 1 0 0 0,-1-1 1 0 0,-2-1-1 0 0,1-2 9 0 0,2-10 32 0 0,8-59 11 0 0,-4 0 0 0 0,-4-62-43 0 0,-5 122-1 0 0,5-205-40 0 0,-10-3 41 0 0,-12 178-742 0 0,6 52-1659 0 0,9 13 998 0 0</inkml:trace>
  <inkml:trace contextRef="#ctx0" brushRef="#br0" timeOffset="440.822">1780 498 8288 0 0,'0'0'638'0'0,"-2"-1"-172"0"0,-4-3 1424 0 0,-21-7 2934 0 0,25 10-4719 0 0,0 1 0 0 0,0-1 1 0 0,0 1-1 0 0,0 0 0 0 0,0-1 0 0 0,0 1 0 0 0,0 0 1 0 0,0 1-1 0 0,0-1 0 0 0,-1 0 0 0 0,1 0 1 0 0,0 1-1 0 0,0-1 0 0 0,0 1 0 0 0,1 0 0 0 0,-1 0 1 0 0,0 0-1 0 0,0 0 0 0 0,0 0 0 0 0,0 0 0 0 0,1 0-105 0 0,-8 5 133 0 0,1 1-1 0 0,0-1 1 0 0,1 2-1 0 0,-1-1 0 0 0,1 1 1 0 0,1 0-1 0 0,0 0 1 0 0,0 1-1 0 0,0 0 0 0 0,-1 4-132 0 0,-4 11 65 0 0,-7 13-52 0 0,2 1 0 0 0,2 0 1 0 0,1 1-1 0 0,-7 39-13 0 0,19-73-5 0 0,-5 30-30 0 0,1 0 1 0 0,1 0-1 0 0,2 1 0 0 0,2-1 0 0 0,2 16 35 0 0,-2-40-8 0 0,1 0 0 0 0,0 0 0 0 0,0 0 0 0 0,1 0-1 0 0,1 0 1 0 0,-1-1 0 0 0,2 1 0 0 0,0-1 0 0 0,0 0 0 0 0,1 0 0 0 0,0 0-1 0 0,0 0 1 0 0,1-1 0 0 0,1 0 0 0 0,0 0 0 0 0,0-1 0 0 0,0 0 0 0 0,1 0 0 0 0,0 0-1 0 0,8 4 9 0 0,-9-11-3 0 0,0 0 0 0 0,1 0 0 0 0,-1-1 0 0 0,0 0 0 0 0,0 0 0 0 0,0-1 0 0 0,1 0-1 0 0,-1 0 1 0 0,0 0 0 0 0,0-1 0 0 0,0 0 0 0 0,-1-1 0 0 0,1 0 0 0 0,0 0 0 0 0,-1 0 0 0 0,0 0-1 0 0,0-1 1 0 0,0 0 0 0 0,0-1 0 0 0,-1 1 0 0 0,1-1 0 0 0,-1 0 0 0 0,3-4 3 0 0,-7 8-1 0 0,17-16 8 0 0,-1 0-1 0 0,0-2 1 0 0,-2 0-1 0 0,0-1 0 0 0,-1 0 1 0 0,-1-1-1 0 0,-1 0 1 0 0,0-1-1 0 0,-2-1 0 0 0,1-4-6 0 0,-5 12 44 0 0,0-1 1 0 0,-1 1-1 0 0,-1-1 0 0 0,0 0 0 0 0,-1-1 0 0 0,-1 1 0 0 0,0 0 0 0 0,-2-1 0 0 0,1 1 0 0 0,-2-1 0 0 0,0 1 0 0 0,-2-1 1 0 0,1 1-1 0 0,-2 0 0 0 0,-2-8-44 0 0,-25-66 184 0 0,24 77-335 0 0,0 1 1 0 0,-2 0 0 0 0,1 0-1 0 0,-1 1 1 0 0,-1 0-1 0 0,0 1 1 0 0,0 0 0 0 0,-1 1-1 0 0,-1 0 1 0 0,-8-6 150 0 0,8 13-4603 0 0,-2 2-1487 0 0</inkml:trace>
  <inkml:trace contextRef="#ctx0" brushRef="#br0" timeOffset="783.896">2202 576 13216 0 0,'0'0'298'0'0,"0"0"46"0"0,0 0 22 0 0,2-2-48 0 0,13-14-112 0 0,3 24 2321 0 0,-17-7-2268 0 0,3 6-67 0 0,1 0 0 0 0,-1 0 0 0 0,-1 1 0 0 0,0-1 0 0 0,0 1 0 0 0,0 0 0 0 0,-1 0 0 0 0,0 0 0 0 0,0 0 0 0 0,-1 0 0 0 0,0 3-192 0 0,4 18 208 0 0,4 33 195 0 0,-2 0 0 0 0,-3 0 1 0 0,-4 47-404 0 0,0-80 31 0 0,6 78 151 0 0,-6-53-24 0 0,0-52-83 0 0,0-2-10 0 0,-2-1-1 0 0,-3-4-46 0 0,1 1-1 0 0,0-1 0 0 0,0 0 0 0 0,0 0 0 0 0,0 0 1 0 0,1-1-1 0 0,0 1 0 0 0,0-1 0 0 0,1 0 1 0 0,0 0-1 0 0,0 0 0 0 0,0 0 0 0 0,0-1-17 0 0,-4-17 0 0 0,2 0 0 0 0,0 1 0 0 0,2-1 0 0 0,0 0 0 0 0,2-1 0 0 0,1-2 0 0 0,-1 23 0 0 0,2-24-26 0 0,1 1 0 0 0,2 0-1 0 0,0 1 1 0 0,2-1-1 0 0,1 1 1 0 0,1 0 0 0 0,2 1-1 0 0,0 0 1 0 0,12-18 26 0 0,-16 31-21 0 0,1-1 0 0 0,1 1-1 0 0,0 0 1 0 0,0 1 0 0 0,1 0 0 0 0,1 0-1 0 0,0 1 1 0 0,0 0 0 0 0,1 1 0 0 0,0 1 0 0 0,0 0-1 0 0,1 0 1 0 0,1 1 0 0 0,1 0 21 0 0,75-20-6244 0 0,-55 23-241 0 0</inkml:trace>
  <inkml:trace contextRef="#ctx0" brushRef="#br0" timeOffset="1085.091">2953 52 8288 0 0,'-20'-50'2578'0'0,"19"49"-690"0"0,1 1 96 0 0,0 0-167 0 0,0 0-786 0 0,0 0-346 0 0,0 0-69 0 0,1 3-28 0 0,13 139 1400 0 0,-14 32-1972 0 0,0 46-16 0 0,-9 81 0 0 0,-3-107 0 0 0,12 85-148 0 0,5-244-1678 0 0,-4-32-346 0 0,-1-3-4241 0 0</inkml:trace>
  <inkml:trace contextRef="#ctx0" brushRef="#br0" timeOffset="1412.215">3563 416 7832 0 0,'0'0'356'0'0,"0"0"-7"0"0,0 0 72 0 0,0 0 1115 0 0,0 0 510 0 0,0 0 104 0 0,0 0-199 0 0,-1 1-933 0 0,-45 68 2178 0 0,-20 3-1148 0 0,-7 10-1432 0 0,-19 14 824 0 0,79-83-1389 0 0,0 0 0 0 0,1 0-1 0 0,1 1 1 0 0,0 0 0 0 0,1 1-1 0 0,0 1 1 0 0,1-1 0 0 0,1 1-1 0 0,1 1 1 0 0,0 0 0 0 0,1 0-1 0 0,-2 10-50 0 0,8-20 0 0 0,0-1 0 0 0,0 0 0 0 0,1 1 0 0 0,-1-1 0 0 0,1 0 0 0 0,1 1 0 0 0,-1-1 0 0 0,1 0 0 0 0,0 0 0 0 0,0 0 0 0 0,1 0 0 0 0,0 0 0 0 0,0-1 0 0 0,0 1 0 0 0,1-1 0 0 0,0 0 0 0 0,0 0 0 0 0,0 0 0 0 0,1-1 0 0 0,-1 1 0 0 0,1-1 0 0 0,4 3 0 0 0,1 0 0 0 0,0 0 0 0 0,0-1 0 0 0,0 0 0 0 0,1-1 0 0 0,0 0 0 0 0,0-1 0 0 0,1 0 0 0 0,3 0 0 0 0,-5 0 0 0 0,108 15-401 0 0,-107-18 36 0 0,-1 0 1 0 0,1 0 0 0 0,0 1-1 0 0,0 0 1 0 0,-1 1-1 0 0,1 1 1 0 0,-1-1-1 0 0,0 2 1 0 0,2 0 364 0 0,9 9-1951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29:57.3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404 179 11400 0 0,'0'0'521'0'0,"-6"-2"176"0"0,-41-81 782 0 0,7 43 128 0 0,-3 2 480 0 0,38 36-1945 0 0,-53-11 1491 0 0,50 15-1566 0 0,1 1 0 0 0,-1 0 0 0 0,1 0-1 0 0,-1 1 1 0 0,1 0 0 0 0,0 1 0 0 0,1-1 0 0 0,-1 1 0 0 0,1 1-1 0 0,0-1 1 0 0,0 1 0 0 0,0 0 0 0 0,1 0 0 0 0,0 1 0 0 0,0-1-1 0 0,1 1 1 0 0,0 0 0 0 0,0 0 0 0 0,1 1 0 0 0,-1-1 0 0 0,2 1 0 0 0,-1 0-1 0 0,0 5-66 0 0,-1 1-11 0 0,1-1 0 0 0,1 0-1 0 0,0 1 1 0 0,0-1 0 0 0,2 1-1 0 0,0-1 1 0 0,0 1 0 0 0,2 8 11 0 0,7 45-98 0 0,3-1 1 0 0,3 0 0 0 0,3-1-1 0 0,11 23 98 0 0,53 119 54 0 0,-67-165-58 0 0,-4-14 25 0 0,-1 1-1 0 0,-1 0 0 0 0,-2 0 0 0 0,-1 1 0 0 0,2 27-20 0 0,-6-37 43 0 0,-2 0 1 0 0,0 0-1 0 0,-1-1 0 0 0,-1 1 1 0 0,0 0-1 0 0,-2-1 0 0 0,0 0 1 0 0,-2 0-1 0 0,0 0 0 0 0,-7 16-43 0 0,8-25 32 0 0,0-1 0 0 0,-1 1 0 0 0,1-1 0 0 0,-2 0 0 0 0,0 0 0 0 0,0-1 0 0 0,0 0 0 0 0,-1 0 0 0 0,0-1 0 0 0,-2 2-32 0 0,5-5-1 0 0,2-1-1 0 0,0 0 0 0 0,-1 0 0 0 0,1 0 1 0 0,0 0-1 0 0,-1-1 0 0 0,1 1 0 0 0,-1-1 0 0 0,0 0 0 0 0,0 0 0 0 0,0 0 1 0 0,0-1-1 0 0,0 1 0 0 0,0-1 0 0 0,-1 0 0 0 0,1 0 0 0 0,0-1 0 0 0,-1 1 1 0 0,1-1-1 0 0,0 0 0 0 0,-1 0 0 0 0,1 0 0 0 0,0-1 0 0 0,-4 0 2 0 0,2-3-137 0 0,1 1-1 0 0,0-1 1 0 0,0 0-1 0 0,0 0 1 0 0,0-1-1 0 0,1 0 0 0 0,-1 0 1 0 0,1 0-1 0 0,1 0 1 0 0,-1 0-1 0 0,1-1 1 0 0,0 0-1 0 0,0 1 0 0 0,0-1 1 0 0,1 0-1 0 0,0-1 1 0 0,0 1-1 0 0,0 0 1 0 0,1 0-1 0 0,0-1 1 0 0,1 1-1 0 0,-1-1 0 0 0,1-3 138 0 0,-6-26-736 0 0</inkml:trace>
  <inkml:trace contextRef="#ctx0" brushRef="#br0" timeOffset="289.227">673 45 11744 0 0,'0'0'538'0'0,"0"0"-8"0"0,0 0-260 0 0,0 0 165 0 0,0 0 114 0 0,0 0 25 0 0,0 0 39 0 0,0 0 156 0 0,0 0 67 0 0,0 9 781 0 0,6 199 635 0 0,-7 32-1077 0 0,-10 62-622 0 0,-4-39-449 0 0,5 51-4024 0 0,10-290 2312 0 0</inkml:trace>
  <inkml:trace contextRef="#ctx0" brushRef="#br0" timeOffset="554.517">476 656 5528 0 0,'0'0'422'0'0,"0"3"25"0"0,11 12 8100 0 0,0-10-8325 0 0,-6-4-109 0 0,1 0 0 0 0,-1-1 1 0 0,1 1-1 0 0,0-1 0 0 0,-1-1 0 0 0,1 1 0 0 0,-1-1 0 0 0,1 0 0 0 0,-1 0 0 0 0,1 0 0 0 0,-1-1 0 0 0,2 0-113 0 0,22-5 300 0 0,111-12 403 0 0,100-39-4965 0 0,-174 41 2662 0 0</inkml:trace>
  <inkml:trace contextRef="#ctx0" brushRef="#br0" timeOffset="934.502">1133 1046 9472 0 0,'0'0'432'0'0,"0"0"-6"0"0,4 1-162 0 0,3 0 29 0 0,1 0-1 0 0,-1 0 0 0 0,1-1 1 0 0,-1 0-1 0 0,1 0 0 0 0,-1-1 0 0 0,1 0 1 0 0,-1 0-1 0 0,0-1 0 0 0,1 0 1 0 0,-1 0-1 0 0,0-1 0 0 0,0 0 0 0 0,0 0 1 0 0,-1 0-1 0 0,1-1 0 0 0,-1 0 1 0 0,4-4-293 0 0,7-4 371 0 0,-2 0 1 0 0,0-1-1 0 0,0-1 1 0 0,-1-1-1 0 0,-1 0 1 0 0,8-12-372 0 0,-14 18 122 0 0,-1-1 0 0 0,1 0 0 0 0,-1 0-1 0 0,-1-1 1 0 0,0 0 0 0 0,-1 0 0 0 0,0 0 0 0 0,0 0 0 0 0,0-6-122 0 0,-1-1 143 0 0,0 0 0 0 0,0 1 1 0 0,-2-1-1 0 0,0 0 0 0 0,-1-1 0 0 0,-1 1 0 0 0,-1 0 0 0 0,0 1 0 0 0,-2-1 1 0 0,0 0-1 0 0,-5-14-143 0 0,8 28 23 0 0,0 1 1 0 0,-1-1-1 0 0,1 0 0 0 0,-1 0 1 0 0,0 1-1 0 0,0-1 1 0 0,0 1-1 0 0,-1 0 0 0 0,1 0 1 0 0,-1 0-1 0 0,0 0 1 0 0,1 0-1 0 0,-1 0 0 0 0,-1 1 1 0 0,1-1-1 0 0,0 1 1 0 0,-1 0-1 0 0,1 0 0 0 0,-1 0 1 0 0,1 1-1 0 0,-1-1 1 0 0,0 1-1 0 0,0 0 0 0 0,0 0 1 0 0,0 0-1 0 0,0 0 1 0 0,-1 0-24 0 0,-8 4 4 0 0,1 0 1 0 0,0 1 0 0 0,0 0-1 0 0,0 1 1 0 0,0 0-1 0 0,1 1 1 0 0,0 0 0 0 0,0 1-1 0 0,1 0 1 0 0,-1 1-1 0 0,-7 7-4 0 0,6-3-6 0 0,0 0 0 0 0,0 1 1 0 0,1 0-1 0 0,1 1 0 0 0,0 0 0 0 0,1 0 0 0 0,0 1 0 0 0,2 0 0 0 0,-5 11 6 0 0,2-4-20 0 0,1 2-1 0 0,1-1 1 0 0,1 1-1 0 0,2 0 1 0 0,0 1-1 0 0,1-1 1 0 0,1 1-1 0 0,2 0 1 0 0,0 0-1 0 0,2 0 1 0 0,1 0-1 0 0,0-1 1 0 0,2 1-1 0 0,1-1 1 0 0,1 1-1 0 0,2 2 21 0 0,-4-16-17 0 0,0-1 1 0 0,1 0-1 0 0,0-1 0 0 0,1 1 0 0 0,0-1 1 0 0,0 0-1 0 0,1-1 0 0 0,0 1 0 0 0,0-1 1 0 0,1-1-1 0 0,0 1 0 0 0,0-1 0 0 0,1-1 1 0 0,0 1-1 0 0,0-2 0 0 0,1 1 1 0 0,-1-1-1 0 0,1-1 0 0 0,1 1 0 0 0,0-1 17 0 0,59-1-913 0 0,-25-16-4483 0 0,-14-5-802 0 0</inkml:trace>
  <inkml:trace contextRef="#ctx0" brushRef="#br0" timeOffset="1457.104">1804 549 10136 0 0,'0'0'464'0'0,"0"0"-10"0"0,0 0-110 0 0,0 0 627 0 0,0 0 306 0 0,0 2 61 0 0,-5 43 1884 0 0,1 79-1155 0 0,4-94-1893 0 0,0 136 557 0 0,-8-1 0 0 0,-6 3-731 0 0,-10 106-366 0 0,3 7 366 0 0,25-265-405 0 0,5-42-204 0 0,-8 22 606 0 0,27-194-1004 0 0,27-118 874 0 0,9 9 176 0 0,-46 246 209 0 0,2 1 0 0 0,2 1 0 0 0,4 2 1 0 0,1 0-1 0 0,4 2 0 0 0,5-6-252 0 0,-31 52 29 0 0,0 1 1 0 0,0-1-1 0 0,0 1 1 0 0,1 1-1 0 0,1-1 0 0 0,-1 1 1 0 0,1 0-1 0 0,0 0 1 0 0,1 1-1 0 0,-1 0 1 0 0,1 0-1 0 0,0 1 0 0 0,1 0 1 0 0,-1 0-1 0 0,1 1 1 0 0,0 0-1 0 0,0 1 0 0 0,7-2-29 0 0,-14 5-10 0 0,53 0 614 0 0,-42 7-490 0 0,0 0 1 0 0,-1 0 0 0 0,0 2-1 0 0,0-1 1 0 0,-1 1 0 0 0,0 1-1 0 0,-1 0 1 0 0,0 1 0 0 0,0 0-1 0 0,1 2-114 0 0,-4-2 4 0 0,-1-1-1 0 0,0 1 1 0 0,0 0-1 0 0,-1 1 1 0 0,0-1 0 0 0,-1 1-1 0 0,-1 0 1 0 0,1 1-4 0 0,7 22 62 0 0,-2 55 121 0 0,-7-79-183 0 0,-1-1 1 0 0,0 1 0 0 0,-1 0-1 0 0,0-1 1 0 0,-1 1 0 0 0,0-1-1 0 0,-1 1 1 0 0,0-1 0 0 0,-1 1-1 0 0,0-1 1 0 0,0 0 0 0 0,-1 0-1 0 0,-1 0 1 0 0,1-1 0 0 0,-2 1 0 0 0,1-1-1 0 0,-4 4 0 0 0,-3 2 0 0 0,0 0 0 0 0,0-1 0 0 0,-2 0 0 0 0,0-1 0 0 0,0-1 0 0 0,-1 0-1 0 0,0-1 1 0 0,-1 0 0 0 0,-6 2 0 0 0,13-10-32 0 0,0 0 0 0 0,0 0 0 0 0,0 0-1 0 0,-1-2 1 0 0,1 1 0 0 0,0-1 0 0 0,-1 0 0 0 0,1-1-1 0 0,-1 0 1 0 0,1 0 0 0 0,-1-1 0 0 0,-8-2 32 0 0,9 0-318 0 0,1-1 0 0 0,-1 0 0 0 0,1 0 1 0 0,0-1-1 0 0,0 0 0 0 0,1-1 0 0 0,0 1 1 0 0,0-1-1 0 0,0-1 0 0 0,1 1 0 0 0,-1-1 1 0 0,2-1-1 0 0,-1 1 0 0 0,1-1 0 0 0,0 0 1 0 0,0 0-1 0 0,1 0 0 0 0,1 0 0 0 0,-4-9 318 0 0,-6-31-1599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30:17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22 108 13560 0 0,'0'0'306'0'0,"-7"-1"864"0"0,-6-7-1078 0 0,12 8 322 0 0,1 0 141 0 0,0 0 21 0 0,0 0-3 0 0,11-7 476 0 0,32-8-433 0 0,0 2-1 0 0,1 2 0 0 0,0 1 1 0 0,1 3-1 0 0,3 1-615 0 0,-9 0 35 0 0,192-17 131 0 0,38 22-48 0 0,-166 12-542 0 0,-80-6-140 0 0,-20-5 255 0 0,-3 0-91 0 0,0 0-44 0 0,0 0-11 0 0,0 0-162 0 0,0 0-678 0 0,0 0-288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30:19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9528 0 0,'0'0'432'0'0,"0"0"-4"0"0,0 0-112 0 0,0 0 537 0 0,2 1 267 0 0,33 34 4075 0 0,-15 44-2837 0 0,-12 118-1053 0 0,-8-1 1 0 0,-13 67-1306 0 0,8 45 73 0 0,6-119-1392 0 0,2-130-2118 0 0,-2-39-3289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30:19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1 263 13040 0 0,'1'-1'597'0'0,"50"-43"222"0"0,-25 21-150 0 0,1 1 1 0 0,1 1 0 0 0,1 2 0 0 0,5-1-670 0 0,-13 7 435 0 0,2-2-119 0 0,0 2-1 0 0,2 1 1 0 0,-1 1-1 0 0,2 1 0 0 0,-1 1 1 0 0,1 2-1 0 0,0 0 1 0 0,1 2-1 0 0,0 0 1 0 0,24 0-316 0 0,-44 5 7 0 0,-1-1 1 0 0,0 1 0 0 0,1 0 0 0 0,-1 1-1 0 0,1-1 1 0 0,-1 1 0 0 0,0 1 0 0 0,1-1 0 0 0,-1 1-1 0 0,0 0 1 0 0,0 0 0 0 0,0 1 0 0 0,-1 0-1 0 0,1 0 1 0 0,0 0 0 0 0,-1 1 0 0 0,0-1-1 0 0,0 1 1 0 0,0 0 0 0 0,0 1 0 0 0,-1 0-1 0 0,4 4-7 0 0,-1 1 0 0 0,-1 0 0 0 0,-1 0 0 0 0,1 0 0 0 0,-2 1 0 0 0,1 0 0 0 0,-1 0 0 0 0,-1 1 0 0 0,0-1 0 0 0,-1 0 0 0 0,0 1 0 0 0,-1 0 0 0 0,0 0 0 0 0,-1 2 0 0 0,-2 12 9 0 0,-2 0-1 0 0,-1 0 0 0 0,-1 0 1 0 0,-1-1-1 0 0,-1 1 1 0 0,-2-2-1 0 0,0 1 0 0 0,-2-1 1 0 0,-2 2-9 0 0,-15 37 204 0 0,-110 176 84 0 0,-57 58-504 0 0,73-121 448 0 0,102-131-232 0 0,22-36 0 0 0,2-7 0 0 0,0 0 0 0 0,1-1 0 0 0,-1 1 0 0 0,1-1 0 0 0,-1 0 0 0 0,1 0 0 0 0,0 0 0 0 0,-1 0 0 0 0,1-1 0 0 0,0 1 0 0 0,0-1 0 0 0,-1 0 0 0 0,1 0 0 0 0,0-1 0 0 0,0 1 0 0 0,-1-1 0 0 0,1 0 0 0 0,12 0 0 0 0,99-9 0 0 0,49-6 0 0 0,-3 28-3352 0 0,-126-11 2136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30:20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693 164 13448 0 0,'-42'-68'1494'0'0,"11"27"-446"0"0,18 31-359 0 0,-41-18 2395 0 0,-9 34-2558 0 0,-29 31 32 0 0,67-19-521 0 0,1 0-1 0 0,0 2 0 0 0,2 1 0 0 0,0 1 0 0 0,2 0 0 0 0,0 2 0 0 0,2 0 0 0 0,0 1 1 0 0,2 1-1 0 0,-7 16-36 0 0,-3 4-25 0 0,3 0 1 0 0,2 1 0 0 0,1 2-1 0 0,-11 46 25 0 0,18-44 33 0 0,2 0-1 0 0,3 1 0 0 0,1 0 0 0 0,3 0 0 0 0,2 0 0 0 0,3 0 1 0 0,1 0-1 0 0,7 25-32 0 0,-4-50-5 0 0,1-1 1 0 0,1 0 0 0 0,2-1 0 0 0,0 0-1 0 0,5 7 5 0 0,-6-18-8 0 0,1 1 0 0 0,1-2 0 0 0,0 1 0 0 0,0-1 0 0 0,1-1 0 0 0,1 0 0 0 0,0-1 0 0 0,1 0 0 0 0,0 0 0 0 0,13 7 8 0 0,-14-11 4 0 0,0 0-1 0 0,0-1 1 0 0,1 0-1 0 0,0 0 1 0 0,0-2-1 0 0,0 0 1 0 0,0 0-1 0 0,1-1 1 0 0,0-1-1 0 0,0 0 1 0 0,0-1-1 0 0,0 0 1 0 0,-1-1-1 0 0,1-1 1 0 0,0 0-1 0 0,0-1 0 0 0,0 0 1 0 0,-1-1-1 0 0,1-1 1 0 0,0 0-4 0 0,12-5 20 0 0,-2 0-1 0 0,1-2 1 0 0,-1-1-1 0 0,-1 0 1 0 0,0-2-1 0 0,-1-1 1 0 0,0 0 0 0 0,-1-2-1 0 0,-1 0 1 0 0,1-4-20 0 0,-1 1 8 0 0,-1-1 0 0 0,-2-1 0 0 0,0 0 0 0 0,-1-2 0 0 0,-2 0 0 0 0,0 0 1 0 0,-2-1-1 0 0,0-1 0 0 0,-2 0 0 0 0,5-20-8 0 0,0-10 109 0 0,-2-2-1 0 0,5-57-108 0 0,-12 55 119 0 0,-1-116 218 0 0,-41-56 63 0 0,34 217-372 0 0,0 0-1 0 0,-1 0 1 0 0,-1 0-1 0 0,0 1 0 0 0,-1-1 1 0 0,-1 1-1 0 0,0 0 1 0 0,-1 1-1 0 0,0 0 1 0 0,-1 0-1 0 0,-1 0 0 0 0,0 1 1 0 0,0 0-1 0 0,-1 1 1 0 0,-1 0-1 0 0,0 1 1 0 0,-1 0-1 0 0,0 0 0 0 0,0 1 1 0 0,-1 1-1 0 0,-11-6-27 0 0,11 8-49 0 0,0 1-1 0 0,0 0 1 0 0,0 1-1 0 0,0 0 1 0 0,-1 1-1 0 0,1 0 1 0 0,-3 1 49 0 0,-92 2-2163 0 0,76 3 312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30:20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83 1840 0 0,'-33'13'487'0'0,"32"-12"1125"0"0,1-1 557 0 0,0 0 109 0 0,0 0-216 0 0,87-10 2035 0 0,79-18-1555 0 0,-37-3-1950 0 0,-71 20-663 0 0,0 3 0 0 0,1 2 0 0 0,0 3 0 0 0,0 3-1 0 0,45 6 72 0 0,-52 10-3559 0 0,-41-10-1557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30:20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12528 0 0,'68'-5'3096'0'0,"71"-3"-131"0"0,15 11-1252 0 0,21 7-985 0 0,-50-6-383 0 0,-5-4-1633 0 0,42 2-3577 0 0,-117 1 3331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30:18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832 396 3224 0 0,'-28'0'143'0'0,"-16"-22"26"0"0,-24-36 11696 0 0,10 14-9207 0 0,-33-12-894 0 0,17 19-1256 0 0,61 33-474 0 0,0 1-1 0 0,0 0 0 0 0,0 1 1 0 0,0 0-1 0 0,0 1 0 0 0,-1 0 1 0 0,1 1-1 0 0,0 1 0 0 0,0 0 1 0 0,-1 1-1 0 0,1 0 0 0 0,0 1 1 0 0,1 1-1 0 0,-1 0 0 0 0,-3 2-33 0 0,-82 52-88 0 0,84-48 19 0 0,1 1 0 0 0,0 1 0 0 0,1 0 0 0 0,0 0 0 0 0,1 1-1 0 0,1 1 1 0 0,0 0 0 0 0,1 0 0 0 0,0 1 0 0 0,1 0-1 0 0,1 1 1 0 0,0 0 0 0 0,1 0 0 0 0,1 0 0 0 0,0 1 0 0 0,2-1-1 0 0,-2 11 70 0 0,6-18 18 0 0,0 1 0 0 0,0-1 0 0 0,1 0 0 0 0,0 0 0 0 0,1 0 0 0 0,0 0-1 0 0,0-1 1 0 0,1 1 0 0 0,0-1 0 0 0,1 0 0 0 0,0 0 0 0 0,0 0 0 0 0,0-1-1 0 0,1 0 1 0 0,0 0 0 0 0,1 0 0 0 0,-1-1 0 0 0,1 1 0 0 0,1-2 0 0 0,5 5-18 0 0,19 20-263 0 0,-1-4 237 0 0,1 0-1 0 0,2-2 1 0 0,0-2 0 0 0,2-1-1 0 0,0-2 1 0 0,18 7 26 0 0,46 25-9 0 0,64 45 9 0 0,-146-84 0 0 0,0 2 0 0 0,0 0 0 0 0,-2 1 0 0 0,0 0 0 0 0,0 2 0 0 0,-2-1 0 0 0,0 2 0 0 0,-1 0 0 0 0,0 1 0 0 0,7 17 0 0 0,-13-23 97 0 0,0 0-1 0 0,-1 0 0 0 0,-1 1 1 0 0,0-1-1 0 0,-1 1 0 0 0,-1 0 0 0 0,0 1 1 0 0,-1-1-1 0 0,0 1 0 0 0,-1-1 1 0 0,-1 1-1 0 0,0-1 0 0 0,-1 1 0 0 0,-1-1-96 0 0,1-6 28 0 0,0 0-1 0 0,-1 0 1 0 0,1-1-1 0 0,-2 1 1 0 0,1-1-1 0 0,-1 0 1 0 0,0 1-1 0 0,-1-1 0 0 0,0-1 1 0 0,0 1-1 0 0,0 0 1 0 0,-1-1-1 0 0,0 0 1 0 0,0 0-1 0 0,0 0 1 0 0,-1-1-1 0 0,0 0 1 0 0,0 0-1 0 0,-1 0 0 0 0,1-1 1 0 0,-1 0-1 0 0,-6 3-27 0 0,-2 0 0 0 0,-1 0 0 0 0,0-1 0 0 0,0 0 0 0 0,0-1 0 0 0,-1-1 0 0 0,1-1 0 0 0,-18 1 0 0 0,6-1 143 0 0,0-2 0 0 0,0-1 0 0 0,0-2 0 0 0,0 0 0 0 0,0-2-1 0 0,0-1 1 0 0,-9-4-143 0 0,-87-38-609 0 0,107 38 288 0 0,0-1 0 0 0,1-2 0 0 0,1 1-1 0 0,-1-2 1 0 0,2 0 0 0 0,0 0 0 0 0,1-2 0 0 0,-4-5 321 0 0,-13-20-4769 0 0,3 0-1475 0 0</inkml:trace>
  <inkml:trace contextRef="#ctx0" brushRef="#br0" timeOffset="273.272">269 8 13104 0 0,'0'0'597'0'0,"0"-1"-9"0"0,3-4-321 0 0,-3 4 57 0 0,0 1 69 0 0,0 0 14 0 0,0 0 6 0 0,5 33 917 0 0,1 63-106 0 0,10 249-8 0 0,-10 54-1024 0 0,-6 82-68 0 0,3-136-800 0 0,6-269 305 0 0,0-28-4657 0 0,0-16-1044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30:16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791 426 3224 0 0,'-50'-59'2445'0'0,"19"24"3615"0"0,23 24-5493 0 0,-1 0 0 0 0,0 0 0 0 0,-1 1 1 0 0,-1 0-1 0 0,1 1 0 0 0,-2 0 0 0 0,1 1 0 0 0,-1 0 0 0 0,0 0 0 0 0,-1 2 0 0 0,0-1-567 0 0,2 3 251 0 0,1 0 26 0 0,0 1-1 0 0,0 0 1 0 0,0 0-1 0 0,0 1 1 0 0,-1 1 0 0 0,1-1-1 0 0,-1 2 1 0 0,1-1-1 0 0,-7 2-276 0 0,-6 3 142 0 0,0 1-1 0 0,1 1 1 0 0,-1 1 0 0 0,1 1-1 0 0,1 1 1 0 0,-5 3-142 0 0,7-1-2 0 0,1 1 0 0 0,0 1 0 0 0,1 0 0 0 0,1 2 0 0 0,0 0 0 0 0,1 0 0 0 0,1 1 0 0 0,0 1 0 0 0,1 1 0 0 0,1 0 0 0 0,0 0 0 0 0,2 2 2 0 0,-2 1-4 0 0,1 1 0 0 0,1 0 0 0 0,2 0 0 0 0,0 1 1 0 0,1 0-1 0 0,1 0 0 0 0,1 5 4 0 0,3-17-11 0 0,2 0 0 0 0,-1 1 0 0 0,1-1-1 0 0,1 0 1 0 0,0 1 0 0 0,1-1 0 0 0,0 0 0 0 0,1 0 0 0 0,0 0 0 0 0,1 0-1 0 0,0 0 1 0 0,0-1 0 0 0,1 0 0 0 0,1 0 0 0 0,-1 0 0 0 0,2 0 0 0 0,-1-1-1 0 0,2 0 1 0 0,-1-1 0 0 0,1 1 0 0 0,0-1 0 0 0,1-1 0 0 0,-1 0 0 0 0,2 0-1 0 0,6 4 12 0 0,102 64-12 0 0,26 0 12 0 0,-78-42 0 0 0,-37-21 0 0 0,-2 2 0 0 0,0 0 0 0 0,-1 2 0 0 0,0 1 0 0 0,-1 1 0 0 0,18 18 0 0 0,-42-35-1 0 0,12 10 16 0 0,-1 1-1 0 0,0 0 1 0 0,-1 1-1 0 0,0 0 1 0 0,-1 1-1 0 0,-1 0 1 0 0,0 1-1 0 0,-1 0 1 0 0,-1 0-1 0 0,3 8-14 0 0,-6-13 42 0 0,-1 0 0 0 0,0 1-1 0 0,-1-1 1 0 0,0 1 0 0 0,-1-1-1 0 0,0 1 1 0 0,0 0 0 0 0,-1-1-1 0 0,-1 1 1 0 0,0 0 0 0 0,0-1-1 0 0,-3 10-41 0 0,3-14 30 0 0,0 0 0 0 0,0 0 0 0 0,-1 0-1 0 0,0-1 1 0 0,0 1 0 0 0,0-1 0 0 0,-1 1 0 0 0,0-1-1 0 0,0 0 1 0 0,0 0 0 0 0,-1 0 0 0 0,1 0-1 0 0,-1-1 1 0 0,0 1 0 0 0,-1-1 0 0 0,1 0 0 0 0,-1-1-1 0 0,0 1 1 0 0,0-1 0 0 0,0 0 0 0 0,0 0-1 0 0,0 0 1 0 0,-1 0 0 0 0,1-1 0 0 0,-1 0 0 0 0,0-1-1 0 0,-3 2-29 0 0,-6-4 47 0 0,0 2-1 0 0,0 0 1 0 0,0 0-1 0 0,0 1 1 0 0,0 1-1 0 0,1 1 1 0 0,-5 2-47 0 0,-12 3-177 0 0,0-1 0 0 0,-1-2 0 0 0,1-1 0 0 0,-1-1 0 0 0,-1-2 0 0 0,1-1 0 0 0,0-1 0 0 0,0-2 0 0 0,0-2 0 0 0,0 0 0 0 0,-16-6 177 0 0,28 5-320 0 0,0-1 0 0 0,0-1 0 0 0,1 0 0 0 0,0-2 0 0 0,0 0 0 0 0,-3-3 320 0 0,-26-18-1379 0 0</inkml:trace>
  <inkml:trace contextRef="#ctx0" brushRef="#br0" timeOffset="301.192">245 0 13328 0 0,'0'0'612'0'0,"0"0"-15"0"0,0 0-312 0 0,0 0 102 0 0,-5 5 580 0 0,11 45 552 0 0,33 116-308 0 0,-8 101-695 0 0,5 200-137 0 0,-8 609 323 0 0,-14-935-1438 0 0,-13-124-133 0 0,4-11-54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30:15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668 103 3680 0 0,'-6'-2'381'0'0,"-14"-13"74"0"0,-20-28 7613 0 0,17 24-7032 0 0,19 16-850 0 0,0 1 0 0 0,-1-1 0 0 0,0 0 1 0 0,1 1-1 0 0,-1 0 0 0 0,0 0 0 0 0,0 1 1 0 0,0-1-1 0 0,-1 1 0 0 0,1 0 0 0 0,0 1 1 0 0,0-1-1 0 0,0 1 0 0 0,-1 0 0 0 0,1 0 1 0 0,0 1-1 0 0,-1-1 0 0 0,1 1 1 0 0,0 0-1 0 0,0 1 0 0 0,0-1 0 0 0,0 1 1 0 0,0 0-1 0 0,0 0 0 0 0,1 1 0 0 0,-1-1 1 0 0,1 1-1 0 0,-1 0 0 0 0,1 1 0 0 0,-3 2-186 0 0,-12 6 133 0 0,0 1 0 0 0,1 2-1 0 0,0 0 1 0 0,1 0 0 0 0,1 2-1 0 0,1 0 1 0 0,0 1 0 0 0,-8 12-133 0 0,-14 32 27 0 0,3 1 1 0 0,3 1-1 0 0,-22 68-27 0 0,27-54-10 0 0,4 1 0 0 0,3 1 0 0 0,3 1 0 0 0,4 0 0 0 0,4 1 0 0 0,3 7 10 0 0,4-34-10 0 0,2 0-1 0 0,3 0 1 0 0,2-1-1 0 0,2 1 1 0 0,3-2-1 0 0,2 1 1 0 0,2-2-1 0 0,4 5 11 0 0,-14-45 0 0 0,1 0 0 0 0,0 0 0 0 0,1 0 0 0 0,0-1 0 0 0,1 0 0 0 0,1 0 0 0 0,-1-1 0 0 0,1 0 0 0 0,1 0 0 0 0,0-1 0 0 0,0-1 0 0 0,1 1 0 0 0,0-2 0 0 0,1 0 0 0 0,-1 0 0 0 0,5 1 0 0 0,-12-6 3 0 0,0-1 1 0 0,0 0-1 0 0,0 1 0 0 0,0-2 0 0 0,0 1 0 0 0,1 0 0 0 0,-1-1 0 0 0,0 0 0 0 0,0 0 0 0 0,1 0 0 0 0,-1 0 0 0 0,0-1 0 0 0,0 0 1 0 0,0 1-1 0 0,0-2 0 0 0,0 1 0 0 0,0 0 0 0 0,0-1 0 0 0,0 0 0 0 0,0 0 0 0 0,0 0 0 0 0,-1 0 0 0 0,1 0 0 0 0,-1-1 0 0 0,0 0 1 0 0,0 0-1 0 0,0 0 0 0 0,2-2-3 0 0,3-4 30 0 0,-1 0 0 0 0,0-1 0 0 0,0 1 1 0 0,-1-1-1 0 0,0-1 0 0 0,-1 1 1 0 0,0-1-1 0 0,-1 0 0 0 0,3-10-30 0 0,-1 2 47 0 0,-1-1 0 0 0,-1-1 0 0 0,0 1 0 0 0,-2 0 0 0 0,0-1 0 0 0,-1 1 0 0 0,-2-1 0 0 0,0 0 0 0 0,-1 1 0 0 0,0-1-1 0 0,-2 1 1 0 0,-1 0 0 0 0,0 0 0 0 0,-4-7-47 0 0,6 18 20 0 0,-1 0 0 0 0,1 1 0 0 0,-1-1 0 0 0,-1 1-1 0 0,1 0 1 0 0,-1 0 0 0 0,-1 1 0 0 0,0-1 0 0 0,0 1-1 0 0,0 0 1 0 0,-1 1 0 0 0,0 0 0 0 0,0 0 0 0 0,0 0 0 0 0,-1 1-1 0 0,0 0 1 0 0,0 0 0 0 0,0 1 0 0 0,-1 0 0 0 0,1 1-1 0 0,-3-1-19 0 0,-7 1-213 0 0,0 1-1 0 0,1 1 1 0 0,-1 1-1 0 0,0 0 1 0 0,0 2-1 0 0,1 0 1 0 0,-13 3 213 0 0,20-4-1262 0 0,8-1-326 0 0</inkml:trace>
  <inkml:trace contextRef="#ctx0" brushRef="#br0" timeOffset="465.755">1144 452 4144 0 0,'6'-80'371'0'0,"-11"33"257"0"0,-7-1 4141 0 0,11 45-4538 0 0,0 0 1 0 0,0 0-1 0 0,0 0 0 0 0,0 1 1 0 0,-1-1-1 0 0,1 1 1 0 0,-1-1-1 0 0,1 1 0 0 0,-1-1 1 0 0,0 1-1 0 0,0 0 1 0 0,0 0-1 0 0,0 0 1 0 0,-1 0-1 0 0,1 0 0 0 0,0 1 1 0 0,-1-1-1 0 0,1 1 1 0 0,-1-1-1 0 0,0 1 1 0 0,1 0-1 0 0,-1 0 0 0 0,0 0 1 0 0,0 0-1 0 0,0 1 1 0 0,0-1-1 0 0,1 1 1 0 0,-1-1-1 0 0,0 1 0 0 0,0 0 1 0 0,0 1-1 0 0,0-1 1 0 0,0 0-1 0 0,0 1 0 0 0,-1 0-231 0 0,-8 2 147 0 0,1 1-1 0 0,-1 0 0 0 0,0 1 0 0 0,1 1 1 0 0,0 0-1 0 0,1 0 0 0 0,-1 1 0 0 0,1 0 0 0 0,0 1 1 0 0,1 0-1 0 0,0 0 0 0 0,0 1 0 0 0,1 1 1 0 0,0-1-1 0 0,-5 9-146 0 0,-9 17-43 0 0,1 1 0 0 0,2 1 1 0 0,1 1-1 0 0,2 0 0 0 0,1 1 1 0 0,-8 39 42 0 0,2-2 12 0 0,4 2 0 0 0,2 1 0 0 0,4 0 1 0 0,4 0-1 0 0,3 1 0 0 0,4 10-12 0 0,24 126-483 0 0,-22-197 514 0 0,1 1 0 0 0,1-1 0 0 0,1 0 0 0 0,1 0 0 0 0,0 0-1 0 0,2-1 1 0 0,0 0 0 0 0,1 0 0 0 0,0-1 0 0 0,2 0 0 0 0,0 0 0 0 0,1-1-1 0 0,0-1 1 0 0,1 0 0 0 0,2 0-31 0 0,-6-8 13 0 0,0-1 1 0 0,-1 0-1 0 0,2-1 1 0 0,-1 1-1 0 0,1-2 0 0 0,0 1 1 0 0,0-2-1 0 0,0 1 1 0 0,0-1-1 0 0,0-1 0 0 0,1 0 1 0 0,-1 0-1 0 0,1-1 0 0 0,0 0 1 0 0,0-1-1 0 0,-1 0 1 0 0,1-1-1 0 0,0 0 0 0 0,-1-1 1 0 0,1 0-1 0 0,-1-1 0 0 0,0 0 1 0 0,0 0-1 0 0,0-1 1 0 0,0-1-1 0 0,0 1 0 0 0,8-7-13 0 0,4-5 60 0 0,0 0 0 0 0,-1-2 0 0 0,-1 0 0 0 0,-1-2 0 0 0,-1 0 0 0 0,0-1 0 0 0,-2 0 0 0 0,0-2 0 0 0,-2 0-1 0 0,0 0 1 0 0,-2-2 0 0 0,0 1 0 0 0,-2-1 0 0 0,-1-1 0 0 0,5-21-60 0 0,-1-9 30 0 0,-2-1 0 0 0,-3 0 0 0 0,-2-1 0 0 0,-3 0 0 0 0,-2 0 0 0 0,-3 0 1 0 0,-2 0-1 0 0,-3 1 0 0 0,-10-37-30 0 0,11 55 0 0 0,-3 1 0 0 0,0 0 0 0 0,-3 0 0 0 0,-1 1 1 0 0,-1 0-1 0 0,-3 2 0 0 0,-6-11 0 0 0,20 40-9 0 0,0 0-1 0 0,0 0 1 0 0,0 1 0 0 0,-1-1 0 0 0,0 1-1 0 0,0 0 1 0 0,0 0 0 0 0,-1 0 0 0 0,0 1-1 0 0,0-1 1 0 0,0 1 0 0 0,0 0-1 0 0,-1 1 1 0 0,1-1 0 0 0,-1 1 0 0 0,0 0-1 0 0,0 1 1 0 0,0-1 0 0 0,-1 1 0 0 0,1 0-1 0 0,0 1 1 0 0,-2-1 9 0 0,-1 3-249 0 0,0-1 0 0 0,0 1 0 0 0,1 1 0 0 0,-1 0 0 0 0,0 0 0 0 0,1 0 0 0 0,-1 1 0 0 0,1 1 0 0 0,0-1 0 0 0,0 1 0 0 0,0 1 0 0 0,1-1 0 0 0,0 1 0 0 0,0 1 0 0 0,0-1 0 0 0,-3 4 249 0 0,-16 15-1626 0 0</inkml:trace>
  <inkml:trace contextRef="#ctx0" brushRef="#br0" timeOffset="905.58">2111 332 5984 0 0,'-6'-33'873'0'0,"4"32"-535"0"0,1-1 0 0 0,-1 1 0 0 0,0-1-1 0 0,1 1 1 0 0,-1 0 0 0 0,0-1 0 0 0,0 1 0 0 0,0 0 0 0 0,0 0 0 0 0,0 0-1 0 0,0 1 1 0 0,-1-1 0 0 0,1 0 0 0 0,0 1 0 0 0,0-1 0 0 0,0 1-1 0 0,-1 0 1 0 0,1 0 0 0 0,0 0 0 0 0,-1 0 0 0 0,1 0 0 0 0,0 1 0 0 0,0-1-1 0 0,0 0 1 0 0,-1 1 0 0 0,1 0 0 0 0,0-1 0 0 0,-1 2-338 0 0,-13 0 517 0 0,7 1-375 0 0,1 1 0 0 0,-1 0 0 0 0,1 0 0 0 0,0 1 0 0 0,0-1 0 0 0,0 2 0 0 0,1-1 0 0 0,-1 1 0 0 0,2 0 0 0 0,-1 1 0 0 0,0 0 1 0 0,1 0-1 0 0,1 0 0 0 0,-1 1 0 0 0,1 0 0 0 0,0 0 0 0 0,1 0 0 0 0,0 0 0 0 0,-2 7-142 0 0,-23 48 18 0 0,3 2 0 0 0,3 1 1 0 0,3 0-1 0 0,2 2 0 0 0,4 0 1 0 0,3 1-1 0 0,2 0 0 0 0,3 17-18 0 0,3-50 0 0 0,1 0 0 0 0,1 1 0 0 0,2-1 0 0 0,2 0 0 0 0,2 0 0 0 0,0 0 0 0 0,3-1 0 0 0,1 0 0 0 0,1 0 0 0 0,2-1 0 0 0,2-1 0 0 0,1 0 0 0 0,1 0 0 0 0,2-2 0 0 0,3 3 0 0 0,-15-25 7 0 0,1-1 1 0 0,1 1-1 0 0,0-1 0 0 0,0 0 0 0 0,0-1 0 0 0,1 0 0 0 0,0 0 0 0 0,0-1 0 0 0,1 0 0 0 0,0-1 0 0 0,0 0 1 0 0,0 0-1 0 0,0-1 0 0 0,1 0 0 0 0,0-1 0 0 0,0-1 0 0 0,0 1 0 0 0,0-2 0 0 0,0 1 0 0 0,0-2 0 0 0,0 1 0 0 0,6-2-7 0 0,4-2 51 0 0,-1-1 0 0 0,0-2 0 0 0,0 1 0 0 0,-1-2 0 0 0,1-1-1 0 0,-2 0 1 0 0,1-2 0 0 0,-1 0 0 0 0,0-1 0 0 0,-1-1 0 0 0,-1 0 0 0 0,0-1-1 0 0,0-1 1 0 0,-1 0 0 0 0,1-4-51 0 0,8-8 34 0 0,-2-2 0 0 0,0-1 0 0 0,-2 0 0 0 0,-1-1 0 0 0,-2-2 0 0 0,-1 1 0 0 0,-1-2 0 0 0,2-12-34 0 0,-6 10 51 0 0,-2 0 0 0 0,-2 0 0 0 0,-1-1 0 0 0,-2 0 0 0 0,-1 0 0 0 0,-2-1 0 0 0,-1 1 0 0 0,-3 0 0 0 0,0 0 0 0 0,-2 0 1 0 0,-2 0-1 0 0,-1 1 0 0 0,-2 0 0 0 0,-3-3-51 0 0,-85-184 360 0 0,90 201-458 0 0,-1 1 0 0 0,-2 0 1 0 0,0 1-1 0 0,0 0 1 0 0,-2 0-1 0 0,0 2 0 0 0,-2-1 1 0 0,0 2-1 0 0,0 0 1 0 0,-2 0-1 0 0,0 2 1 0 0,0 0-1 0 0,-1 1 0 0 0,-1 1 1 0 0,-16-8 97 0 0,-36 7-2419 0 0,34 15 1172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30:34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345 699 13824 0 0,'0'0'314'0'0,"0"0"46"0"0,0 0 22 0 0,0-1-50 0 0,-2-1-283 0 0,1-1 1 0 0,0 1-1 0 0,0-1 1 0 0,-1 1-1 0 0,0-1 1 0 0,1 1 0 0 0,-1 0-1 0 0,0 0 1 0 0,0 0-1 0 0,0 0 1 0 0,0 0-1 0 0,-1 1 1 0 0,1-1 0 0 0,0 1-1 0 0,-1-1 1 0 0,1 1-1 0 0,-1 0 1 0 0,1 0-1 0 0,-1 0 1 0 0,0 0 0 0 0,1 0-1 0 0,-1 1 1 0 0,0-1-1 0 0,0 1 1 0 0,0 0-1 0 0,1 0 1 0 0,-1 0 0 0 0,0 0-1 0 0,0 0 1 0 0,0 0-1 0 0,1 1 1 0 0,-1-1-1 0 0,0 1 1 0 0,0 0-50 0 0,-79 44 2361 0 0,69-35-2346 0 0,1 0 0 0 0,0 1 0 0 0,1 1 0 0 0,0 0 0 0 0,0 0 0 0 0,2 1 0 0 0,0 1 0 0 0,0 0 0 0 0,1 0 0 0 0,1 0 0 0 0,-5 14-15 0 0,2-6 0 0 0,0 0 0 0 0,2 1 0 0 0,1 0 0 0 0,1 0 0 0 0,1 1 0 0 0,0 0 0 0 0,2 0 0 0 0,1 0 0 0 0,1 10 0 0 0,1-24 0 0 0,0-1 0 0 0,1 1 0 0 0,0-1 0 0 0,1 1 0 0 0,0-1 0 0 0,0 0 0 0 0,1 1 0 0 0,0-1 0 0 0,0 0 0 0 0,1-1 0 0 0,1 1 0 0 0,-1-1 0 0 0,1 0 0 0 0,1 0 0 0 0,-1 0 0 0 0,1-1 0 0 0,1 1 0 0 0,-1-2 0 0 0,1 1 0 0 0,1-1 0 0 0,-1 0 0 0 0,1 0 0 0 0,5 2 0 0 0,-4-4 0 0 0,-1 0 0 0 0,1-1 0 0 0,0-1 0 0 0,0 1 0 0 0,1-2 0 0 0,-1 1 0 0 0,0-1 0 0 0,1 0 0 0 0,-1-1 0 0 0,1 0 0 0 0,-1-1 0 0 0,0 0 0 0 0,1 0 0 0 0,-1-1 0 0 0,0 0 0 0 0,5-2 0 0 0,0-1 67 0 0,-1 1-1 0 0,1-2 1 0 0,-1 0-1 0 0,0-1 1 0 0,0 0-1 0 0,-1-1 1 0 0,0 0-1 0 0,0-1 1 0 0,-1 0-1 0 0,0-1 1 0 0,0 0-1 0 0,-2-1 1 0 0,1 0-1 0 0,7-12-66 0 0,-9 11 53 0 0,0 0 0 0 0,-1-1 1 0 0,0 0-1 0 0,-1 0 0 0 0,-1-1 0 0 0,0 0 0 0 0,-1 0 1 0 0,0 0-1 0 0,-1-1 0 0 0,-1 1 0 0 0,0-1 1 0 0,-1 1-1 0 0,-1-1 0 0 0,0 1 0 0 0,-1-1 0 0 0,0 0 1 0 0,-2 1-1 0 0,1 0 0 0 0,-2-1 0 0 0,0 1 0 0 0,-2-4-53 0 0,1 3-22 0 0,-1 0 0 0 0,0 0-1 0 0,-1 0 1 0 0,-1 1 0 0 0,0 0 0 0 0,-1 1-1 0 0,-1 0 1 0 0,0 0 0 0 0,0 1-1 0 0,-1 0 1 0 0,-1 1 0 0 0,0 0-1 0 0,0 1 1 0 0,-1 0 0 0 0,-1 1 0 0 0,0 1-1 0 0,0 0 1 0 0,-5-2 22 0 0,13 8-308 0 0,1 1 0 0 0,-1-1 1 0 0,1 1-1 0 0,-1 1 0 0 0,0-1 0 0 0,1 1 1 0 0,-1-1-1 0 0,0 2 0 0 0,1-1 0 0 0,-1 1 0 0 0,0-1 1 0 0,1 2-1 0 0,-1-1 0 0 0,1 0 0 0 0,-1 1 1 0 0,1 0-1 0 0,0 1 0 0 0,0-1 0 0 0,-4 3 308 0 0,-6 5-1534 0 0</inkml:trace>
  <inkml:trace contextRef="#ctx0" brushRef="#br0" timeOffset="300.197">1230 352 11976 0 0,'-16'-46'447'0'0,"-1"0"-1"0"0,-2 2 1 0 0,-3 0 0 0 0,-1 1 0 0 0,-4-2-447 0 0,22 37 197 0 0,0 1 0 0 0,0 0-1 0 0,-1 1 1 0 0,0-1 0 0 0,0 1 0 0 0,0 0-1 0 0,-1 1 1 0 0,0-1 0 0 0,0 1-1 0 0,0 1 1 0 0,-1-1 0 0 0,0 1-1 0 0,-4-1-196 0 0,7 4 115 0 0,0 0 0 0 0,0 1 0 0 0,0-1 0 0 0,0 1-1 0 0,0 0 1 0 0,0 1 0 0 0,0-1 0 0 0,-1 1 0 0 0,1 0-1 0 0,0 1 1 0 0,1-1 0 0 0,-1 1 0 0 0,0 0-1 0 0,0 0 1 0 0,1 0 0 0 0,-1 1 0 0 0,1-1 0 0 0,0 1-1 0 0,0 0 1 0 0,0 1 0 0 0,0-1 0 0 0,0 1-1 0 0,0 0-114 0 0,-5 7 2 0 0,1 0-1 0 0,0 0 1 0 0,1 1-1 0 0,0 0 1 0 0,0 1-1 0 0,1 0 1 0 0,1 0-1 0 0,0 0 1 0 0,1 0-1 0 0,1 1 0 0 0,0 0-1 0 0,-11 64 4 0 0,4-1-1 0 0,3 2 0 0 0,3-1 0 0 0,7 67-3 0 0,-2-31 59 0 0,18 202 1483 0 0,-13-91-4540 0 0,-6-210 2486 0 0</inkml:trace>
  <inkml:trace contextRef="#ctx0" brushRef="#br0" timeOffset="481.71">584 829 15664 0 0,'0'0'344'0'0,"0"0"71"0"0,0 0 9 0 0,0 0 24 0 0,10 10-360 0 0,1-2-88 0 0,4-3 0 0 0,6 5 0 0 0,-2-3 0 0 0,14-1 0 0 0,-3 4 0 0 0,11-6 0 0 0,-5 5 424 0 0,12-5 72 0 0,3 6 16 0 0,1-5-5463 0 0,-1-5-1089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4-23T05:30:04.121"/>
    </inkml:context>
    <inkml:brush xml:id="br0">
      <inkml:brushProperty name="width" value="0.1" units="cm"/>
      <inkml:brushProperty name="height" value="0.1" units="cm"/>
      <inkml:brushProperty name="color" value="#E71224"/>
    </inkml:brush>
    <inkml:brush xml:id="br1">
      <inkml:brushProperty name="width" value="0.05" units="cm"/>
      <inkml:brushProperty name="height" value="0.05" units="cm"/>
    </inkml:brush>
  </inkml:definitions>
  <inkml:trace contextRef="#ctx0" brushRef="#br0">597 3019 13824 0 0,'0'0'314'0'0,"0"0"46"0"0,0 0 22 0 0,1 0-50 0 0,20-3 228 0 0,-13 12 435 0 0,-3 2-729 0 0,-2 1-1 0 0,1 0 0 0 0,-1 0 0 0 0,-1 0 1 0 0,0 0-1 0 0,-1 1 0 0 0,0-1 0 0 0,-1 1 1 0 0,-1-1-1 0 0,0 0 0 0 0,0 2-265 0 0,-1 54 666 0 0,7 124 438 0 0,-6 46-1088 0 0,-4 111-16 0 0,5-155 0 0 0,-9-103 0 0 0,-1-117-876 0 0,4-65-224 0 0,-8 11 1083 0 0,-10-25 18 0 0,-14 29 43 0 0,9 15 522 0 0,-20 14 116 0 0,46 42-642 0 0,-1 1 0 0 0,0-1-1 0 0,0 1 1 0 0,0 0 0 0 0,-1 0 0 0 0,1 0-1 0 0,-1 1 1 0 0,0-1 0 0 0,0 1-1 0 0,0 0 1 0 0,-1 1 0 0 0,1-1-1 0 0,-1 1 1 0 0,1 0 0 0 0,-1 0 0 0 0,0 1-1 0 0,1 0 1 0 0,-4-1-40 0 0,-6 2 118 0 0,0 0 0 0 0,-1 1 0 0 0,1 0 0 0 0,0 2 0 0 0,0 0 0 0 0,0 0 0 0 0,0 1 0 0 0,0 1 0 0 0,1 0 0 0 0,0 1 0 0 0,0 1 0 0 0,-7 5-118 0 0,8-3 8 0 0,0 1 0 0 0,0 1 0 0 0,1 0 0 0 0,0 1 0 0 0,1 0 0 0 0,0 0 0 0 0,1 2 1 0 0,1-1-1 0 0,0 1 0 0 0,1 0 0 0 0,0 1 0 0 0,1 0 0 0 0,1 0 0 0 0,1 1 0 0 0,0-1 0 0 0,0 1 0 0 0,2 0 0 0 0,-2 15-8 0 0,4-11-7 0 0,0 0 0 0 0,1 0 0 0 0,1-1 0 0 0,1 1-1 0 0,1-1 1 0 0,1 1 0 0 0,0-1 0 0 0,1 0 0 0 0,1 0-1 0 0,8 14 8 0 0,-7-18-6 0 0,0-1 0 0 0,1 0-1 0 0,1 0 1 0 0,0-1-1 0 0,1 0 1 0 0,0-1 0 0 0,1 0-1 0 0,1-1 1 0 0,0 0-1 0 0,10 8 7 0 0,-11-12-20 0 0,-1-1-1 0 0,1 1 0 0 0,0-2 1 0 0,1 1-1 0 0,-1-2 0 0 0,1 1 0 0 0,0-2 1 0 0,0 1-1 0 0,0-2 0 0 0,1 0 1 0 0,-1 0-1 0 0,1-1 0 0 0,-1 0 1 0 0,1-1-1 0 0,-1-1 0 0 0,1 0 0 0 0,10-3 21 0 0,-1 0-303 0 0,1-2 0 0 0,-1 0 0 0 0,0-2 0 0 0,-1 0 0 0 0,0-1 0 0 0,0-1 0 0 0,-1-1 0 0 0,0-1-1 0 0,4-4 304 0 0,72-65-3970 0 0,-48 38 1925 0 0</inkml:trace>
  <inkml:trace contextRef="#ctx0" brushRef="#br0" timeOffset="261.298">1009 3681 10136 0 0,'31'-12'464'0'0,"-26"8"-10"0"0,-5 2-440 0 0,-1 1 0 0 0,1-1 1 0 0,0 1-1 0 0,0-1 0 0 0,0 1 0 0 0,0-1 0 0 0,0 1 0 0 0,0-1 0 0 0,0 1 0 0 0,1-1 0 0 0,-1 1 0 0 0,1-1 0 0 0,-1 1 0 0 0,1-1 0 0 0,-1 1 1 0 0,1-1-1 0 0,0 1 0 0 0,0 0 0 0 0,-1-1 0 0 0,1 1 0 0 0,0 0 0 0 0,0 0 0 0 0,0 0 0 0 0,1 0 0 0 0,-1 0 0 0 0,0 0 0 0 0,0 0-14 0 0,1-1 1051 0 0,-2 2 360 0 0,27-15 2340 0 0,-15 13-3075 0 0,-9 2-41 0 0,-1 2-34 0 0,0 2-494 0 0,0 0-1 0 0,-1 0 1 0 0,1 0-1 0 0,-1 0 0 0 0,0 1 1 0 0,0-1-1 0 0,-1 0 0 0 0,1 1 1 0 0,-1-1-1 0 0,0 1 1 0 0,0-1-1 0 0,0 1 0 0 0,-1-1 1 0 0,0 0-1 0 0,0 1 1 0 0,0-1-1 0 0,0 0 0 0 0,-1 3-106 0 0,-3 22 416 0 0,9 99 1048 0 0,-16-27-1299 0 0,13 52-165 0 0,-4-129 0 0 0,2 0 0 0 0,1 0 0 0 0,1 0 0 0 0,1 0 0 0 0,1 0 0 0 0,1 1 0 0 0,-3 36 0 0 0,13-16-202 0 0,-7-30-299 0 0,-3-23-5110 0 0,-4 8 5603 0 0,5-26-1901 0 0</inkml:trace>
  <inkml:trace contextRef="#ctx0" brushRef="#br0" timeOffset="408.904">1237 3180 6448 0 0,'0'0'576'0'0,"0"0"-464"0"0,0 0-112 0 0,0 0 0 0 0,-16-4 1816 0 0,7 4 336 0 0,9 0 72 0 0,0 0 16 0 0,-21-6-1648 0 0,21 6-329 0 0,0 0-63 0 0,0 0-8 0 0,0 0-192 0 0,0 0 0 0 0,0 0-80 0 0,21 6 80 0 0,4 4-1247 0 0,-4-6-193 0 0</inkml:trace>
  <inkml:trace contextRef="#ctx0" brushRef="#br0" timeOffset="672.203">1806 3285 7832 0 0,'5'-2'165'0'0,"-4"2"-149"0"0,0-1 0 0 0,0 1-1 0 0,-1 0 1 0 0,1 0 0 0 0,0 0 0 0 0,0-1 0 0 0,0 1 0 0 0,-1 0 0 0 0,1-1 0 0 0,0 1-1 0 0,-1-1 1 0 0,1 1 0 0 0,0-1 0 0 0,-1 1 0 0 0,1-1 0 0 0,-1 1 0 0 0,1-1 0 0 0,0 0 0 0 0,-1 1-1 0 0,1-1 1 0 0,-1 0 0 0 0,0 1 0 0 0,1-1 0 0 0,-1 0 0 0 0,0 0 0 0 0,1 1 0 0 0,-1-1-1 0 0,0 0 1 0 0,0 0 0 0 0,0 1 0 0 0,0-1 0 0 0,1 0 0 0 0,-1 0 0 0 0,0 0 0 0 0,0 0-1 0 0,-1 1 1 0 0,1-1 0 0 0,0 0 0 0 0,0 0 0 0 0,0 0 0 0 0,-1 1 0 0 0,1-1-16 0 0,-6-71 5450 0 0,3 66-5067 0 0,0 0 0 0 0,0 0 0 0 0,0 1 0 0 0,-1-1 0 0 0,0 0 0 0 0,0 1 0 0 0,0 0-1 0 0,-1 0 1 0 0,0 1 0 0 0,0-1 0 0 0,0 1 0 0 0,0 0 0 0 0,-1 0 0 0 0,1 1 0 0 0,-1-1 0 0 0,-6-1-383 0 0,9 3 141 0 0,0 0 1 0 0,0 1-1 0 0,0-1 1 0 0,0 1-1 0 0,0 0 1 0 0,-1 0-1 0 0,1 0 1 0 0,0 1-1 0 0,-1-1 1 0 0,1 1-1 0 0,0 0 1 0 0,-1 0-1 0 0,1 0 1 0 0,-1 0-1 0 0,1 1 1 0 0,0-1-1 0 0,-1 1 1 0 0,1 0-1 0 0,0 0 1 0 0,-1 0-1 0 0,1 0 1 0 0,0 0-1 0 0,0 1-141 0 0,-5 5 0 0 0,1-1 0 0 0,-1 1 0 0 0,1 1 0 0 0,1 0 0 0 0,0 0 0 0 0,0 0 0 0 0,0 0 0 0 0,1 1 0 0 0,0 0 0 0 0,-2 8 0 0 0,-26 93 0 0 0,5 42 0 0 0,19-82 0 0 0,-1-5 0 0 0,3 1 0 0 0,3-1 0 0 0,2 18 0 0 0,2 110 0 0 0,15 18 0 0 0,-4-110-197 0 0,-8-89-330 0 0,-2-11 301 0 0,0 1 1 0 0,0 0-1 0 0,0 0 1 0 0,0 0-1 0 0,-1 0 1 0 0,1 0-1 0 0,-1 0 0 0 0,0 0 1 0 0,0 1-1 0 0,0-1 1 0 0,0 0-1 0 0,0 0 0 0 0,0 0 1 0 0,0 0-1 0 0,0 0 1 0 0,-1 0-1 0 0,1 0 1 0 0,-1 0-1 0 0,0 0 0 0 0,0 1 226 0 0,0-2-6819 0 0</inkml:trace>
  <inkml:trace contextRef="#ctx0" brushRef="#br0" timeOffset="925.521">1330 3791 2304 0 0,'0'0'463'0'0,"2"1"1102"0"0,25 8 4571 0 0,-8 0-4492 0 0,74 9-476 0 0,-52-13-1463 0 0,0-1 0 0 0,0-3 1 0 0,35-2 294 0 0,-16-3-4420 0 0</inkml:trace>
  <inkml:trace contextRef="#ctx0" brushRef="#br0" timeOffset="1181.837">2700 3356 7368 0 0,'-1'-3'333'0'0,"-19"-30"-52"0"0,-22-33 1513 0 0,2 29 3799 0 0,32 31-4602 0 0,3 1-693 0 0,0 1-1 0 0,-1 0 1 0 0,1 0-1 0 0,-1 1 1 0 0,1 0-1 0 0,-1 0 1 0 0,0 0-1 0 0,0 0 1 0 0,-1 1-1 0 0,1 0 1 0 0,0 0-1 0 0,-1 1 1 0 0,1 0-1 0 0,-1 0 1 0 0,0 1-1 0 0,1-1 1 0 0,-1 1-1 0 0,1 1 1 0 0,-5 0-298 0 0,-2 4 86 0 0,-1 0 1 0 0,1 1 0 0 0,0 1 0 0 0,1 0 0 0 0,-1 1 0 0 0,1 1-1 0 0,1 0 1 0 0,0 0 0 0 0,0 1 0 0 0,1 0 0 0 0,0 1-1 0 0,1 0 1 0 0,0 1 0 0 0,-6 9-87 0 0,10-14 3 0 0,-13 19 34 0 0,1 2 0 0 0,2 0 1 0 0,0 1-1 0 0,2 1 0 0 0,-5 16-37 0 0,1-2 38 0 0,-5 17-138 0 0,3 2 0 0 0,-10 60 100 0 0,11-42-109 0 0,12-58 95 0 0,2 0 0 0 0,0 0-1 0 0,2 0 1 0 0,0 1 0 0 0,1 0 0 0 0,3 22 14 0 0,-2 65 68 0 0,6-16 180 0 0,2-52-295 0 0,-7-35-217 0 0,0 1 0 0 0,0 0-1 0 0,1-1 1 0 0,0 1 0 0 0,1-1-1 0 0,-1 1 1 0 0,2-1 0 0 0,-1 0 0 0 0,1 0-1 0 0,0-1 1 0 0,1 1 0 0 0,0-1-1 0 0,0 0 1 0 0,2 2 264 0 0,3-4-2015 0 0</inkml:trace>
  <inkml:trace contextRef="#ctx0" brushRef="#br0" timeOffset="1359.36">1976 3742 11920 0 0,'0'0'546'0'0,"0"0"-10"0"0,0 0-244 0 0,0 0 246 0 0,4 0 144 0 0,128 8 2469 0 0,-56 7-2904 0 0,-18-3-5105 0 0,-22-7-748 0 0</inkml:trace>
  <inkml:trace contextRef="#ctx0" brushRef="#br0" timeOffset="1908.894">2633 4131 10136 0 0,'0'0'464'0'0,"0"0"-10"0"0,1 3-294 0 0,0-1-80 0 0,0 0 0 0 0,0 0-1 0 0,0-1 1 0 0,0 1 0 0 0,1 0-1 0 0,-1 0 1 0 0,0-1-1 0 0,1 1 1 0 0,-1-1 0 0 0,1 1-1 0 0,0-1 1 0 0,-1 0 0 0 0,1 1-1 0 0,0-1 1 0 0,0 0-1 0 0,0 0 1 0 0,0 0 0 0 0,0-1-1 0 0,0 1 1 0 0,0 0 0 0 0,0-1-1 0 0,0 1 1 0 0,0-1 0 0 0,0 0-1 0 0,1 0 1 0 0,-1 1-1 0 0,0-1 1 0 0,0-1 0 0 0,0 1-1 0 0,0 0 1 0 0,0-1 0 0 0,0 1-1 0 0,1-1 1 0 0,-1 1 0 0 0,0-1-80 0 0,74-38 2909 0 0,46-34-1094 0 0,-101 57-1599 0 0,-1 0 0 0 0,-1-2-1 0 0,0-1 1 0 0,-2 0 0 0 0,0-1 0 0 0,-1-1-216 0 0,31-52 466 0 0,-41 61-403 0 0,-3 5 1 0 0,1 1-1 0 0,-1-1 1 0 0,-1 0-1 0 0,1 0 0 0 0,-1 0 1 0 0,0-1-1 0 0,-1 1 0 0 0,0-1 1 0 0,0 1-1 0 0,0 0 0 0 0,-1-1 1 0 0,0 1-1 0 0,-1-1 0 0 0,1 1 1 0 0,-2-2-64 0 0,0 1 13 0 0,2 4-3 0 0,-1 0 0 0 0,0 1-1 0 0,0-1 1 0 0,0 1 0 0 0,0-1-1 0 0,-1 1 1 0 0,1-1-1 0 0,-1 1 1 0 0,0 0 0 0 0,0 0-1 0 0,0 0 1 0 0,-1 0 0 0 0,1 0-1 0 0,0 0 1 0 0,-1 1 0 0 0,-1-2-10 0 0,-2 0 15 0 0,1 0 0 0 0,0 1 0 0 0,-1 0 0 0 0,1 0 0 0 0,-1 0 0 0 0,0 0 0 0 0,0 1 1 0 0,0 0-1 0 0,0 1 0 0 0,0-1 0 0 0,0 1 0 0 0,-1 0 0 0 0,1 1 0 0 0,0-1 0 0 0,-5 1-15 0 0,-6 3-27 0 0,1 1 0 0 0,-1 0-1 0 0,1 1 1 0 0,0 0 0 0 0,0 2 0 0 0,1 0-1 0 0,0 0 1 0 0,0 2 0 0 0,1 0-1 0 0,-1 0 1 0 0,2 1 0 0 0,0 1 0 0 0,0 0-1 0 0,1 1 1 0 0,0 1 0 0 0,1 0-1 0 0,0 1 28 0 0,-2 0 1 0 0,0 1-1 0 0,1 1 0 0 0,1 0 0 0 0,0 1 1 0 0,1 0-1 0 0,1 1 0 0 0,0 0 0 0 0,2 0 1 0 0,0 1-1 0 0,1 0 0 0 0,0 0 1 0 0,2 1-1 0 0,1-1 0 0 0,0 1 0 0 0,1 0 1 0 0,1 0-1 0 0,1-1 0 0 0,1 1 0 0 0,1 0 1 0 0,0 0-1 0 0,2-1 0 0 0,0 1 1 0 0,1-1-1 0 0,1 0 0 0 0,1 0 0 0 0,0-1 1 0 0,2 0-1 0 0,0 0 0 0 0,1-1 0 0 0,1 1 0 0 0,-3-10-8 0 0,0 0 1 0 0,1-1-1 0 0,0 1 0 0 0,1-2 0 0 0,0 1 0 0 0,0-1 0 0 0,0-1 0 0 0,1 0 0 0 0,-1 0 0 0 0,1-1 0 0 0,0-1 0 0 0,0 1 0 0 0,1-2 1 0 0,-1 0-1 0 0,1 0 0 0 0,10 0 8 0 0,-10-1-24 0 0,0 0 1 0 0,1 0 0 0 0,-1-1-1 0 0,1-1 1 0 0,-1 0 0 0 0,0 0-1 0 0,1-1 1 0 0,-1-1 0 0 0,0 0-1 0 0,9-5 24 0 0,4-2 0 0 0,-1-2 0 0 0,-1 0 0 0 0,0-2 0 0 0,0 0 0 0 0,-2-2 0 0 0,0 0 0 0 0,0-2 0 0 0,-2 0 0 0 0,0-1 0 0 0,-2-1 0 0 0,0 0 0 0 0,2-6 0 0 0,97-166 158 0 0,-55 57 42 0 0,-25 40 34 0 0,-35 93-162 0 0,-2 22 272 0 0,-13 55-241 0 0,3 0 0 0 0,4 0 0 0 0,1 38-103 0 0,6-94 27 0 0,-1 166 597 0 0,10-200-432 0 0,9-63-180 0 0,21-51-122 0 0,-33 105 165 0 0,0 0 0 0 0,1 1 0 0 0,1 0 0 0 0,1 1 1 0 0,7-12-56 0 0,-15 32 0 0 0,8-18-34 0 0,1-1 0 0 0,0 1 0 0 0,2 1-1 0 0,0 0 1 0 0,1 1 0 0 0,1 0 0 0 0,0 1-1 0 0,2 0 1 0 0,0 1 0 0 0,1 1 0 0 0,0 1-1 0 0,1 0 1 0 0,1 1 0 0 0,5-2 34 0 0,-11 11-478 0 0,-1 1 1 0 0,1-1-1 0 0,0 2 0 0 0,0 0 0 0 0,0 1 1 0 0,0 0-1 0 0,1 0 0 0 0,-1 2 0 0 0,0 0 1 0 0,7 1 477 0 0,0 2-1626 0 0</inkml:trace>
  <inkml:trace contextRef="#ctx0" brushRef="#br0" timeOffset="2160.218">4231 4128 920 0 0,'15'7'67'0'0,"1"-2"306"0"0,29-9 6663 0 0,-43 3-4643 0 0,-1 0-1184 0 0,33-29 746 0 0,-23 3-2158 0 0,-11 22 13 0 0</inkml:trace>
  <inkml:trace contextRef="#ctx0" brushRef="#br0" timeOffset="3235.342">4066 4128 5064 0 0,'0'0'389'0'0,"0"0"50"0"0,0 0 1134 0 0,0 0 526 0 0,0 0 107 0 0,0 0-247 0 0,7 9-587 0 0,3-6-1256 0 0,0 1 1 0 0,0-2-1 0 0,1 0 1 0 0,-1 0-1 0 0,1-1 0 0 0,-1 0 1 0 0,1 0-1 0 0,-1-2 1 0 0,1 1-1 0 0,0-1 1 0 0,-1-1-1 0 0,1 0 0 0 0,-1 0 1 0 0,0-1-1 0 0,0 0 1 0 0,0-1-1 0 0,0 0 1 0 0,0-1-1 0 0,4-3-116 0 0,12-1 80 0 0,5-3 236 0 0,-1-1 0 0 0,0-1 1 0 0,-1-1-1 0 0,-1-2 0 0 0,25-19-316 0 0,-45 31 90 0 0,0-1 0 0 0,-1-1 0 0 0,0 0 0 0 0,0 0 0 0 0,0 0 0 0 0,-1-1 0 0 0,0 0 0 0 0,0 0 0 0 0,-1 0 0 0 0,0-1 0 0 0,-1 1 0 0 0,0-1 0 0 0,0-1 0 0 0,-1 1 0 0 0,0 0 0 0 0,-1-1 0 0 0,0 0-1 0 0,0 1 1 0 0,-1-1 0 0 0,0 0 0 0 0,-1-7-90 0 0,0 16 9 0 0,0-5 19 0 0,-1 0 1 0 0,1 0 0 0 0,-1 1 0 0 0,0-1 0 0 0,-1 0 0 0 0,0 1 0 0 0,1-1 0 0 0,-2 1 0 0 0,1-1 0 0 0,-1 1 0 0 0,1 0-1 0 0,-2 0 1 0 0,0-1-29 0 0,0 1 21 0 0,0 0-1 0 0,0 1 1 0 0,-1-1-1 0 0,0 1 1 0 0,0 0-1 0 0,0 1 1 0 0,0-1-1 0 0,-1 1 1 0 0,1 0-1 0 0,-1 1 1 0 0,0-1-1 0 0,0 1 0 0 0,0 0 1 0 0,0 0-1 0 0,0 1 1 0 0,-1 0-1 0 0,-5-1-20 0 0,-6 3-4 0 0,0 1-1 0 0,1 0 0 0 0,-1 2 1 0 0,1 0-1 0 0,-1 0 0 0 0,1 2 1 0 0,1 0-1 0 0,-1 1 0 0 0,1 1 1 0 0,0 0-1 0 0,1 1 0 0 0,0 1 1 0 0,0 0-1 0 0,-9 10 5 0 0,2-2-2 0 0,1 1 1 0 0,0 1-1 0 0,2 1 1 0 0,1 0-1 0 0,0 2 1 0 0,1 0-1 0 0,-7 15 2 0 0,12-17 0 0 0,1 1 0 0 0,0 0 0 0 0,2 1 0 0 0,0-1 0 0 0,2 2 0 0 0,1-1 0 0 0,0 1 0 0 0,2 0 0 0 0,1 0 0 0 0,0 13 0 0 0,2-23 0 0 0,1 0 0 0 0,0 1 0 0 0,1-1 0 0 0,1 1 0 0 0,0-1 0 0 0,1 0 0 0 0,1 0 0 0 0,0 0 0 0 0,1 0 0 0 0,1-1 0 0 0,0 0 0 0 0,0 0 0 0 0,1 0 0 0 0,1-1 0 0 0,0 0 0 0 0,1 0 0 0 0,0-1 0 0 0,2 1 0 0 0,0-3 0 0 0,1 1 0 0 0,0-2 0 0 0,1 0 0 0 0,0 0 0 0 0,0-1 0 0 0,0 0 0 0 0,1-2 0 0 0,0 1 0 0 0,0-2 0 0 0,9 2 0 0 0,-5-2 6 0 0,0-2 0 0 0,0 0 0 0 0,0-1 0 0 0,1-1 0 0 0,-1-1 0 0 0,0 0 0 0 0,0-1 0 0 0,0-1 0 0 0,0-1 0 0 0,0-1 0 0 0,0 0 0 0 0,-1-1 0 0 0,0-1 0 0 0,-1 0 0 0 0,1-2 0 0 0,-1 0 0 0 0,-1 0 0 0 0,0-2 0 0 0,0 0 0 0 0,-1 0 0 0 0,0-2 0 0 0,-1 1 0 0 0,-1-2 0 0 0,6-7-6 0 0,7-11 52 0 0,0-1-1 0 0,-3-2 0 0 0,-1 0 0 0 0,-1-2 1 0 0,-2 0-1 0 0,-1-1 0 0 0,5-23-51 0 0,50-176 273 0 0,-81 324 234 0 0,-21 169-440 0 0,14-109 15 0 0,21-70-8 0 0,6-81 4 0 0,49-77-174 0 0,21-64-224 0 0,-50 86 147 0 0,2 1 0 0 0,3 1 1 0 0,17-17 172 0 0,-5 19-133 0 0,2 2 0 0 0,53-42 133 0 0,-97 90 7 0 0,1-1-1 0 0,-1 1 1 0 0,1 0-1 0 0,0 1 1 0 0,0 0-1 0 0,1 0 1 0 0,-1 0-1 0 0,1 1 0 0 0,-1 0 1 0 0,1 1-1 0 0,0 0 1 0 0,0 0-1 0 0,6 0-6 0 0,-11 3 24 0 0,1 0-1 0 0,-1 0 1 0 0,0 0-1 0 0,0 1 0 0 0,0-1 1 0 0,0 1-1 0 0,0 0 1 0 0,0 0-1 0 0,0 0 1 0 0,-1 0-1 0 0,1 0 0 0 0,-1 1 1 0 0,1-1-1 0 0,-1 1 1 0 0,0 0-1 0 0,0 0 1 0 0,0-1-1 0 0,0 1 0 0 0,-1 0 1 0 0,1 1-1 0 0,0 1-23 0 0,6 50 378 0 0,-2 14-40 0 0,-2 0 0 0 0,-4 43-338 0 0,0-44 38 0 0,-4 12-134 0 0,1-60-127 0 0,1 0 0 0 0,2 1 0 0 0,0 0 0 0 0,1-1 0 0 0,1 1 0 0 0,1-1 1 0 0,0 0-1 0 0,2 0 0 0 0,0 0 223 0 0,9 12-1663 0 0,-8-8-80 0 0</inkml:trace>
  <inkml:trace contextRef="#ctx0" brushRef="#br0" timeOffset="3517.589">6216 3828 8752 0 0,'2'-6'366'0'0,"0"4"-332"0"0,-2 1 1 0 0,1-1-1 0 0,0 0 1 0 0,0 1-1 0 0,0-1 1 0 0,-1 0-1 0 0,1 0 1 0 0,-1 0-1 0 0,1 1 1 0 0,-1-1-1 0 0,0 0 1 0 0,0 0-1 0 0,0 0 1 0 0,0 0 0 0 0,0 0-1 0 0,0 0 1 0 0,-1 1-1 0 0,1-1 1 0 0,0 0-1 0 0,-1 0 1 0 0,1 0-1 0 0,-1 1 1 0 0,0-2-35 0 0,-6-9 1692 0 0,6 9-1415 0 0,0 1 0 0 0,0-1 0 0 0,0 1 0 0 0,-1-1 0 0 0,1 1 0 0 0,0 0 0 0 0,-1 0 0 0 0,0 0 0 0 0,1 0-1 0 0,-1 0 1 0 0,0 0 0 0 0,0 0 0 0 0,0 0 0 0 0,0 1 0 0 0,-1-1 0 0 0,1 1 0 0 0,0 0 0 0 0,-1-1 0 0 0,1 1-1 0 0,0 0 1 0 0,-1 0 0 0 0,0 1 0 0 0,1-1 0 0 0,-1 1 0 0 0,1-1 0 0 0,-1 1 0 0 0,0 0-277 0 0,-6 1 282 0 0,0 0 0 0 0,0 1 0 0 0,0 0 0 0 0,0 1 0 0 0,0 0 1 0 0,1 0-1 0 0,-1 1 0 0 0,1 0 0 0 0,0 1 0 0 0,-1 0-282 0 0,-13 7 56 0 0,-61 54 369 0 0,69-50-420 0 0,1 0 0 0 0,1 0 0 0 0,0 1 1 0 0,1 1-1 0 0,1 0 0 0 0,1 1-5 0 0,-13 21-33 0 0,15-29 23 0 0,0 0 0 0 0,1 0 0 0 0,0 1 1 0 0,1-1-1 0 0,0 1 0 0 0,1 1 0 0 0,1-1 1 0 0,-1 1-1 0 0,2-1 0 0 0,0 1 0 0 0,1 0 1 0 0,0 0-1 0 0,1 0 0 0 0,0-1 0 0 0,1 1 1 0 0,0 0-1 0 0,1 0 0 0 0,1 0 0 0 0,2 6 10 0 0,46 72-380 0 0,-43-83 116 0 0,0-1-1 0 0,0 0 1 0 0,1-1-1 0 0,0 0 0 0 0,0 0 1 0 0,1-1-1 0 0,-1 0 1 0 0,1-1-1 0 0,0 0 0 0 0,0 0 1 0 0,0-1-1 0 0,1 0 1 0 0,-1-1-1 0 0,1-1 1 0 0,0 1-1 0 0,0-1 0 0 0,-1-1 1 0 0,8-1 264 0 0,34 2-6333 0 0</inkml:trace>
  <inkml:trace contextRef="#ctx0" brushRef="#br0" timeOffset="3927.494">6692 4151 8288 0 0,'0'0'190'0'0,"0"0"28"0"0,0 0 7 0 0,2 1-33 0 0,5 4-44 0 0,1-2 234 0 0,0-1 0 0 0,0 0-1 0 0,1 0 1 0 0,-1 0 0 0 0,0-1 0 0 0,1-1-1 0 0,-1 1 1 0 0,0-1 0 0 0,1-1 0 0 0,-1 0-1 0 0,1 0 1 0 0,-1 0 0 0 0,0-1 0 0 0,0 0 0 0 0,3-2-382 0 0,123-37 2382 0 0,-35-27-467 0 0,-88 59-1830 0 0,0-1 1 0 0,-1-1-1 0 0,0 0 1 0 0,-1 0 0 0 0,0 0-1 0 0,-1-1 1 0 0,0-1-1 0 0,0 0 1 0 0,-2 0-1 0 0,0 0 1 0 0,0 0-1 0 0,1-7-85 0 0,-1-55 338 0 0,-6 69-297 0 0,0-1 1 0 0,0 1 0 0 0,-1-1 0 0 0,1 1-1 0 0,-1-1 1 0 0,-1 1 0 0 0,1 0 0 0 0,-1-1-1 0 0,0 1 1 0 0,-1 0 0 0 0,0 0 0 0 0,1 0-1 0 0,-2 0-41 0 0,1-2 83 0 0,-1-1-1 0 0,-1 1 0 0 0,0-1 0 0 0,0 1 0 0 0,0 1 0 0 0,-1-1 1 0 0,0 1-1 0 0,0 0 0 0 0,-1 0 0 0 0,0 1 0 0 0,-6-5-82 0 0,10 9 25 0 0,-3-3 53 0 0,1 1 0 0 0,-1-1 0 0 0,-1 1 0 0 0,1 1 0 0 0,0-1 0 0 0,-1 1 0 0 0,0 0 0 0 0,0 0 0 0 0,0 1 0 0 0,0 0 0 0 0,0 0 0 0 0,0 1 0 0 0,-1 0 0 0 0,1 0 0 0 0,-1 1 1 0 0,1 0-1 0 0,0 0 0 0 0,-3 1-78 0 0,-6 1-18 0 0,1 2 0 0 0,0 0 0 0 0,1 1 1 0 0,-1 0-1 0 0,1 1 0 0 0,0 1 0 0 0,0 0 0 0 0,1 1 1 0 0,0 0-1 0 0,0 1 0 0 0,1 1 0 0 0,-7 6 18 0 0,11-8-21 0 0,-11 10-4 0 0,0 1-1 0 0,1 1 1 0 0,1 0-1 0 0,1 1 0 0 0,1 1 1 0 0,0 0-1 0 0,-8 20 26 0 0,11-10 45 0 0,0 2 1 0 0,3-1-1 0 0,0 1 0 0 0,3 1 0 0 0,0 0 0 0 0,2-1 0 0 0,2 10-45 0 0,1-22 12 0 0,1 0 0 0 0,2-1 0 0 0,0 1 0 0 0,1 0 0 0 0,1-1-1 0 0,1 0 1 0 0,1 0 0 0 0,1 0 0 0 0,0-1 0 0 0,2 0 0 0 0,0 0 0 0 0,2-1 0 0 0,0 0-1 0 0,1-1 1 0 0,1 1-12 0 0,-4-7-15 0 0,1 0-1 0 0,0-1 1 0 0,1 0-1 0 0,0-1 1 0 0,0 0-1 0 0,1-1 0 0 0,1 0 1 0 0,-1-1-1 0 0,1-1 1 0 0,1 0-1 0 0,-1 0 1 0 0,1-1-1 0 0,0-1 1 0 0,1 0-1 0 0,-1-1 1 0 0,1-1-1 0 0,0 0 0 0 0,0-1 1 0 0,0-1-1 0 0,0 0 1 0 0,0-1-1 0 0,2-1 16 0 0,-3 0-342 0 0,1 0 0 0 0,-1-1 0 0 0,0-1-1 0 0,0-1 1 0 0,0 0 0 0 0,-1 0 0 0 0,1-1-1 0 0,-1-1 1 0 0,0-1 0 0 0,11-6 342 0 0,56-39-1700 0 0,-13 1-18 0 0</inkml:trace>
  <inkml:trace contextRef="#ctx0" brushRef="#br1" timeOffset="21984.182">3031 6921 7368 0 0,'-2'-2'568'0'0,"-23"-45"738"0"0,6 7 2814 0 0,17 36-3916 0 0,0-1 0 0 0,0 1 0 0 0,-1-1 0 0 0,1 1 0 0 0,-1 0 0 0 0,0 0 0 0 0,-1 0 0 0 0,1 0 0 0 0,-1 1 0 0 0,1-1 0 0 0,-1 1 0 0 0,0 0 0 0 0,-1 0 0 0 0,1 1 0 0 0,0-1-1 0 0,-1 1 1 0 0,1 0 0 0 0,-1 0 0 0 0,0 0 0 0 0,0 1 0 0 0,1-1 0 0 0,-1 1 0 0 0,0 0 0 0 0,0 1 0 0 0,0-1 0 0 0,-1 1 0 0 0,1 0 0 0 0,0 0 0 0 0,0 1 0 0 0,-4 0-204 0 0,-1 3 101 0 0,1-1 1 0 0,-1 2-1 0 0,1-1 1 0 0,-1 1 0 0 0,1 1-1 0 0,1-1 1 0 0,-1 2-1 0 0,1-1 1 0 0,0 1-1 0 0,0 0 1 0 0,0 2-102 0 0,-65 103 73 0 0,63-88-94 0 0,0 1 0 0 0,2 1 0 0 0,1 0 0 0 0,1 0 0 0 0,1 0 0 0 0,1 0 0 0 0,1 1 0 0 0,2 0 0 0 0,1 0 0 0 0,2 14 21 0 0,2-13-128 0 0,3 0 1 0 0,0 0 0 0 0,1-1-1 0 0,12 23 128 0 0,-10-28-17 0 0,2 0 0 0 0,0-2-1 0 0,1 1 1 0 0,1-2 0 0 0,1 0-1 0 0,3 2 18 0 0,7 10 224 0 0,99 97 168 0 0,-22-22-210 0 0,-96-98-143 0 0,0 0 1 0 0,0 0 0 0 0,0 0-1 0 0,-1 1 1 0 0,-1 0 0 0 0,1 0-1 0 0,-2 0 1 0 0,1 0 0 0 0,-1 1 0 0 0,0-1-1 0 0,-1 1 1 0 0,0 0 0 0 0,-1 0-1 0 0,0 0 1 0 0,-1-1 0 0 0,0 1-1 0 0,-1 10-39 0 0,0-14 41 0 0,-1-1 0 0 0,0 0-1 0 0,0 0 1 0 0,-1 0-1 0 0,1 0 1 0 0,-1 0 0 0 0,0 0-1 0 0,0-1 1 0 0,-1 0-1 0 0,1 1 1 0 0,-1-1 0 0 0,0 0-1 0 0,0-1 1 0 0,-1 1 0 0 0,1-1-1 0 0,-1 0 1 0 0,1 0-1 0 0,-1 0 1 0 0,0 0 0 0 0,0-1-1 0 0,0 0 1 0 0,-1 0-1 0 0,1-1 1 0 0,0 1 0 0 0,-1-1-1 0 0,-2 0-40 0 0,-12-1 84 0 0,0-1 0 0 0,0-1 0 0 0,0-1-1 0 0,0-1 1 0 0,0 0 0 0 0,-18-8-84 0 0,37 12 1 0 0,-18-8 17 0 0,-1-1-1 0 0,1 0 0 0 0,0-2 1 0 0,1 0-1 0 0,0-1 0 0 0,1-1 1 0 0,0 0-1 0 0,1-2 0 0 0,1 1 1 0 0,-2-4-18 0 0,13 15-34 0 0,1-1 1 0 0,0 1-1 0 0,0 0 1 0 0,0-1-1 0 0,0 1 0 0 0,1-1 1 0 0,-1 0-1 0 0,1 0 1 0 0,0 0-1 0 0,0 0 1 0 0,0 0-1 0 0,1-1 1 0 0,-1 1-1 0 0,1 0 1 0 0,0-1-1 0 0,0 1 1 0 0,1-1-1 0 0,-1 1 1 0 0,1-1-1 0 0,0 0 0 0 0,1 1 1 0 0,-1-1-1 0 0,1 1 1 0 0,-1-1-1 0 0,1 1 1 0 0,1 0-1 0 0,0-4 34 0 0,79-83-572 0 0,-48 61 522 0 0,225-173-68 0 0,-209 159 152 0 0,-1-1-1 0 0,-3-2 0 0 0,-2-2 1 0 0,-1-3-1 0 0,15-28-33 0 0,-49 70 12 0 0,-1-1-1 0 0,-1 0 1 0 0,0 0 0 0 0,-1 0-1 0 0,0-1 1 0 0,0 0 0 0 0,-1 0-1 0 0,-1 0 1 0 0,0-1-1 0 0,-1 1 1 0 0,0-1 0 0 0,-1 1-1 0 0,0-1 1 0 0,-1 0 0 0 0,-1 0-12 0 0,1 8 52 0 0,-1 0 0 0 0,0 1 1 0 0,0-1-1 0 0,0 1 1 0 0,-1-1-1 0 0,1 1 0 0 0,-1-1 1 0 0,0 1-1 0 0,0 0 0 0 0,-1 0 1 0 0,1 0-1 0 0,-1 0 0 0 0,0 0 1 0 0,0 1-1 0 0,0-1 1 0 0,-1 1-1 0 0,1 0 0 0 0,-2-1-52 0 0,-5-3-110 0 0,0 1 0 0 0,0-1 0 0 0,0 2 0 0 0,0 0-1 0 0,-1 0 1 0 0,0 1 0 0 0,0 0 0 0 0,0 1 0 0 0,-1 0-1 0 0,1 1 1 0 0,-1 0 0 0 0,0 1 0 0 0,1 0 0 0 0,-11 1 110 0 0,-15 1-5191 0 0,0 2-1671 0 0</inkml:trace>
  <inkml:trace contextRef="#ctx0" brushRef="#br1" timeOffset="22452.927">4003 6866 5528 0 0,'1'-2'422'0'0,"3"-28"1538"0"0,-25-2 5687 0 0,19 29-7322 0 0,-1-1 0 0 0,0 1 0 0 0,-1 0 0 0 0,1 0 0 0 0,-1 1 0 0 0,1-1-1 0 0,-1 1 1 0 0,0-1 0 0 0,0 1 0 0 0,0 1 0 0 0,0-1 0 0 0,0 0 0 0 0,0 1 0 0 0,0 0 0 0 0,-1 0 0 0 0,-3 0-325 0 0,-1-2 99 0 0,-59 12 1381 0 0,6 23-977 0 0,45-21-482 0 0,0 2-1 0 0,1 0 1 0 0,0 1 0 0 0,1 0 0 0 0,1 1-1 0 0,0 1 1 0 0,-10 16-21 0 0,22-30 0 0 0,-16 26-78 0 0,1 0 0 0 0,1 1 0 0 0,2 1 1 0 0,1 1-1 0 0,1 0 0 0 0,2 0 0 0 0,1 1 0 0 0,1 0 0 0 0,2 1 0 0 0,1 0 0 0 0,0 23 78 0 0,2-31-134 0 0,-3 3 101 0 0,1 0 1 0 0,1 0-1 0 0,1 0 0 0 0,2 1 1 0 0,1-1-1 0 0,1 0 0 0 0,2 1 1 0 0,0-1-1 0 0,2 0 0 0 0,1 0 1 0 0,2-1-1 0 0,0 0 0 0 0,11 23 33 0 0,-9-33 33 0 0,0-1-1 0 0,1 0 0 0 0,1 0 0 0 0,0-2 1 0 0,1 1-1 0 0,1-1 0 0 0,0-1 0 0 0,0-1 0 0 0,2 0 1 0 0,-1 0-1 0 0,2-2 0 0 0,-1 0 0 0 0,1-1 1 0 0,1-1-1 0 0,0 0 0 0 0,0-1 0 0 0,5 0-32 0 0,-7-4 28 0 0,0-2-1 0 0,0 0 1 0 0,0 0-1 0 0,1-2 1 0 0,-1 0-1 0 0,0 0 0 0 0,0-2 1 0 0,-1 0-1 0 0,1-1 1 0 0,0 0-1 0 0,-1-2 1 0 0,0 0-28 0 0,10-4 63 0 0,0-2 0 0 0,-1 0 0 0 0,-1-2 0 0 0,0-1 0 0 0,-1-1 0 0 0,-1 0 0 0 0,0-2 0 0 0,-1 0 0 0 0,-1-2 0 0 0,5-7-63 0 0,-6 7 63 0 0,-1-1 0 0 0,-2-1 0 0 0,0 0-1 0 0,-1-1 1 0 0,-2 0 0 0 0,0-1 0 0 0,-1 0 0 0 0,-2-1-1 0 0,0 0 1 0 0,1-10-63 0 0,-2 3 168 0 0,-2-1 0 0 0,-1 0 0 0 0,-1 0 0 0 0,-1 0 0 0 0,-3 0 0 0 0,0-1 0 0 0,-2 1 0 0 0,-2 0 0 0 0,-1 0 0 0 0,-1 0 0 0 0,-5-11-168 0 0,-70-157 16 0 0,70 182-16 0 0,0 1 0 0 0,-2-1 0 0 0,0 2 0 0 0,-1 0 0 0 0,-1 1 0 0 0,-1 0 0 0 0,0 1 0 0 0,-1 1 0 0 0,0 0 0 0 0,-1 2 0 0 0,-1-1 0 0 0,-91-56-2858 0 0,85 59-5355 0 0</inkml:trace>
  <inkml:trace contextRef="#ctx0" brushRef="#br1" timeOffset="21098.55">1554 6921 9216 0 0,'0'0'706'0'0,"0"-2"-463"0"0,14-32 3241 0 0,5 12-839 0 0,-18 21-2226 0 0,-1 1 70 0 0,0 0 30 0 0,4 4-165 0 0,-2-3-268 0 0,0 0-1 0 0,0 1 1 0 0,0-1 0 0 0,-1 1 0 0 0,1 0 0 0 0,-1 0 0 0 0,1 0 0 0 0,-1 0-1 0 0,0 0 1 0 0,1 0 0 0 0,-1 0 0 0 0,0 0 0 0 0,0 0 0 0 0,0 0 0 0 0,-1 1-1 0 0,1-1 1 0 0,-1 0 0 0 0,1 1 0 0 0,-1-1 0 0 0,0 0 0 0 0,0 1 0 0 0,1-1 0 0 0,-2 0-1 0 0,1 2-85 0 0,-11 134 1112 0 0,-41 153-218 0 0,27-171-798 0 0,-2 41 61 0 0,22-141-129 0 0,2 1-1 0 0,0 0 1 0 0,2 0-1 0 0,0 0 1 0 0,1 0-1 0 0,2 7-27 0 0,-1-9 0 0 0,-1-15 0 0 0,0 0 0 0 0,0-1 0 0 0,0 1 0 0 0,1-1 0 0 0,-1 1 0 0 0,1-1 0 0 0,0 1 0 0 0,0-1 0 0 0,0 1 0 0 0,0-1 0 0 0,1 0 0 0 0,-1 0 0 0 0,1 1 0 0 0,0-1 0 0 0,0 0 0 0 0,0-1 0 0 0,0 1 0 0 0,1 0 0 0 0,-1-1 0 0 0,0 0-1 0 0,0 0 0 0 0,0 0 1 0 0,1 0-1 0 0,-1-1 0 0 0,1 1 0 0 0,-1-1 1 0 0,1 0-1 0 0,0 0 0 0 0,-1 0 1 0 0,1 0-1 0 0,0 0 0 0 0,0 0 1 0 0,0-1-1 0 0,0 1 0 0 0,0-1 0 0 0,0 0 1 0 0,-1 0-1 0 0,1 0 0 0 0,0 0 1 0 0,0 0-1 0 0,0-1 0 0 0,3 0 1 0 0,27-6-313 0 0,0-1 0 0 0,0-2 0 0 0,-1-1 0 0 0,-1-1 0 0 0,0-2 0 0 0,0-1-1 0 0,4-5 314 0 0,-1 2-1328 0 0</inkml:trace>
  <inkml:trace contextRef="#ctx0" brushRef="#br1" timeOffset="21380.796">2064 7274 7368 0 0,'0'0'144'0'0,"-1"0"0"0"0,0 0 1 0 0,1-1-1 0 0,-1 1 1 0 0,1 0-1 0 0,-1 0 0 0 0,1 0 1 0 0,-1 0-1 0 0,0 0 0 0 0,1 0 1 0 0,-1 0-1 0 0,1 0 0 0 0,-1 0 1 0 0,0 0-1 0 0,1 0 1 0 0,-1 0-1 0 0,1 0 0 0 0,-1 0 1 0 0,0 0-1 0 0,1 1 0 0 0,-1-1 1 0 0,1 0-1 0 0,-1 0 0 0 0,1 1 1 0 0,-1-1-1 0 0,1 0 1 0 0,-1 1-1 0 0,1-1 0 0 0,-1 1 1 0 0,1-1-1 0 0,0 0 0 0 0,-1 1 1 0 0,1-1-1 0 0,-1 1 0 0 0,1-1 1 0 0,0 1-1 0 0,0 0 0 0 0,-1-1 1 0 0,1 1-1 0 0,0-1 1 0 0,0 1-1 0 0,0-1 0 0 0,-1 1 1 0 0,1 0-1 0 0,0-1 0 0 0,0 1 1 0 0,0-1-1 0 0,0 1 0 0 0,0 0 1 0 0,0-1-1 0 0,0 1 1 0 0,1-1-1 0 0,-1 1 0 0 0,0 0 1 0 0,0-1-1 0 0,0 1 0 0 0,0-1 1 0 0,1 1-1 0 0,-1-1 0 0 0,0 1 1 0 0,1-1-1 0 0,-1 1-144 0 0,-1 8-489 0 0,-6 82 2842 0 0,-2 38-854 0 0,11-79-1544 0 0,-2 0 1 0 0,-2 0-1 0 0,-4 14 45 0 0,-7 47 614 0 0,7 45 270 0 0,5-132-901 0 0,1 0 1 0 0,1 1-1 0 0,2-1 1 0 0,0 0-1 0 0,6 20 17 0 0,11 7-1844 0 0,-10-36-5042 0 0</inkml:trace>
  <inkml:trace contextRef="#ctx0" brushRef="#br1" timeOffset="20482.2">954 7009 12928 0 0,'1'-1'297'0'0,"16"-23"702"0"0,-22-6-879 0 0,21-2-52 0 0,-20-28 2255 0 0,-19 21-221 0 0,21 36-2019 0 0,-1 1 0 0 0,1-1 0 0 0,-1 1 0 0 0,0-1 0 0 0,0 1 0 0 0,0 0 0 0 0,0 0 0 0 0,0 1 0 0 0,0-1 0 0 0,0 0 0 0 0,-1 1 1 0 0,1 0-1 0 0,0 0 0 0 0,-1 0 0 0 0,1 0 0 0 0,-1 1 0 0 0,0-1 0 0 0,1 1 0 0 0,-1 0 0 0 0,1 0 0 0 0,-2 0-83 0 0,-5-1 145 0 0,-75 3 524 0 0,-1 20-385 0 0,77-21-282 0 0,1 1-1 0 0,0 0 1 0 0,0 1-1 0 0,0 0 1 0 0,0 0-1 0 0,1 1 1 0 0,-1 0-1 0 0,1 0 0 0 0,0 1 1 0 0,0 0-1 0 0,-5 5-1 0 0,3-1-5 0 0,-4 2-52 0 0,0 1 0 0 0,1 0 0 0 0,1 1 0 0 0,0 0 0 0 0,1 0 0 0 0,0 1 0 0 0,1 1 0 0 0,1 0 0 0 0,-4 9 57 0 0,-12 44-226 0 0,21-64 197 0 0,1 0-1 0 0,-1 1 1 0 0,1-1-1 0 0,0 1 1 0 0,0 0-1 0 0,1 0 1 0 0,-1-1-1 0 0,1 1 1 0 0,0 0-1 0 0,0 0 1 0 0,1 0-1 0 0,-1 1 1 0 0,1-1 0 0 0,0 0-1 0 0,1 0 1 0 0,-1 0-1 0 0,2 5 30 0 0,10 50-611 0 0,-10-53 592 0 0,1-1 0 0 0,0 1-1 0 0,0-1 1 0 0,1 0-1 0 0,0 1 1 0 0,0-2 0 0 0,0 1-1 0 0,1 0 1 0 0,-1-1 0 0 0,2 0-1 0 0,-1 0 1 0 0,0 0-1 0 0,1-1 1 0 0,0 0 0 0 0,3 2 19 0 0,5 5-22 0 0,115 78 22 0 0,-30-25 119 0 0,-64-45-7 0 0,-2 2 1 0 0,0 1-1 0 0,-1 2 0 0 0,20 19-112 0 0,-24-18 56 0 0,-19-18-27 0 0,-1-1 0 0 0,0 2 0 0 0,0-1 1 0 0,-1 1-1 0 0,0 0 0 0 0,0 1 0 0 0,-1 0 0 0 0,0 0 0 0 0,0 0 0 0 0,-1 1 0 0 0,3 7-29 0 0,10 26 185 0 0,-14-37-132 0 0,-1 0 1 0 0,0 0-1 0 0,-1 0 1 0 0,1 0-1 0 0,-1 1 1 0 0,-1-1-1 0 0,1 0 1 0 0,-1 1-1 0 0,0 0 1 0 0,0-1-1 0 0,-1 1 1 0 0,0 0-1 0 0,0 5-53 0 0,-31 84 1154 0 0,25-83-1054 0 0,-1 0 1 0 0,-1 0-1 0 0,0-1 1 0 0,-1-1 0 0 0,0 1-1 0 0,-1-1 1 0 0,0-1-1 0 0,-1 0 1 0 0,0 0 0 0 0,-1-1-1 0 0,0 0-100 0 0,0-1 44 0 0,-1 0 1 0 0,1-1-1 0 0,-1 0 0 0 0,-1-1 0 0 0,1 0 0 0 0,-1-1 0 0 0,0-1 1 0 0,-2 0-45 0 0,2 1 42 0 0,-6-1-1 0 0,1-1-1 0 0,-1-1 0 0 0,1 0 1 0 0,-1-2-1 0 0,0 0 0 0 0,-7-2-40 0 0,19 1 16 0 0,-9 0-105 0 0,0-1 1 0 0,1-1 0 0 0,0-1-1 0 0,-1 0 1 0 0,1-1-1 0 0,1-1 1 0 0,-1 0 0 0 0,1-1-1 0 0,0-1 1 0 0,1 0 0 0 0,-8-6 88 0 0,-73-78-3394 0 0,59 52-3865 0 0</inkml:trace>
  <inkml:trace contextRef="#ctx0" brushRef="#br1" timeOffset="20773.42">664 6820 12440 0 0,'-21'4'2180'0'0,"12"15"2054"0"0,18 33-3402 0 0,-8 93-200 0 0,8-28-413 0 0,-19 107-13 0 0,20 15-130 0 0,-6-15-16 0 0,3 33-1158 0 0,-3-205-178 0 0,-3-2-70 0 0</inkml:trace>
  <inkml:trace contextRef="#ctx0" brushRef="#br1" timeOffset="24767.733">10813 3346 8288 0 0,'0'0'190'0'0,"-1"2"28"0"0,-61 161 646 0 0,-6 7 424 0 0,48-119-980 0 0,-3 0 0 0 0,-2-2 0 0 0,-1-1 0 0 0,-18 21-308 0 0,-17 32 192 0 0,-7 20-12 0 0,-16 30 141 0 0,-7-4-1 0 0,-8-1-320 0 0,-160 202 855 0 0,142-208-739 0 0,-46 57 761 0 0,-173 160-877 0 0,53-95 927 0 0,143-140-137 0 0,-131 87-790 0 0,-52 18 1197 0 0,2-18 131 0 0,103-86-216 0 0,-5-9 0 0 0,-230 81-1112 0 0,143-94 448 0 0,76-54-333 0 0,201-42-600 0 0,-62 6 484 0 0,33-19-6386 0 0,35-1-110 0 0</inkml:trace>
  <inkml:trace contextRef="#ctx0" brushRef="#br1" timeOffset="25235.483">6340 6535 9904 0 0,'0'0'454'0'0,"0"0"-11"0"0,0 0-210 0 0,0 0 177 0 0,0 0 108 0 0,-1 2 24 0 0,-28 47 2490 0 0,-38 71-114 0 0,-53 46-1053 0 0,-81 76 255 0 0,67-77-1494 0 0,20-17 436 0 0,112-145-1046 0 0,1 0 0 0 0,-1 0 0 0 0,0-1 0 0 0,1 1 0 0 0,0 0 0 0 0,0 0 0 0 0,0 0 0 0 0,0 1 0 0 0,0-1 0 0 0,0 0 0 0 0,1 0 0 0 0,0 0 0 0 0,-1 1 0 0 0,1-1 0 0 0,1 0 0 0 0,-1 0 0 0 0,0 1 0 0 0,1-1 0 0 0,-1 0 0 0 0,1 0 0 0 0,0 0-1 0 0,0 0 1 0 0,0 0 0 0 0,1 0 0 0 0,-1 0 0 0 0,1 0 0 0 0,0 0 0 0 0,-1-1 0 0 0,1 1 0 0 0,1 0 0 0 0,-1-1 0 0 0,0 0 0 0 0,0 1 0 0 0,1-1 0 0 0,-1 0 0 0 0,1 0 0 0 0,0 0-16 0 0,111 44 153 0 0,144 29-70 0 0,4-3-718 0 0,-166-49-3183 0 0,-82-17 1860 0 0</inkml:trace>
  <inkml:trace contextRef="#ctx0" brushRef="#br1" timeOffset="26704.55">7437 354 5984 0 0,'0'0'464'0'0,"0"0"-148"0"0,0 0 516 0 0,0-8 963 0 0,1 10 1932 0 0,13 69-2635 0 0,-8 154 1265 0 0,8 123-1110 0 0,11 181-774 0 0,-25-439-161 0 0,-50-350 1358 0 0,33 77-1553 0 0,-1 48-64 0 0,3 26-53 0 0,4-1 0 0 0,5-17 0 0 0,1-32 0 0 0,22 27-269 0 0,-4 105-174 0 0,-6 25 257 0 0,-2 5 231 0 0,0 2-1 0 0,0-1 1 0 0,-1 1 0 0 0,0-1 0 0 0,0 1 0 0 0,0 0-1 0 0,0 1 1 0 0,-1-1 0 0 0,0 1 0 0 0,0-1-1 0 0,0 1 1 0 0,1 5-45 0 0,8 13 211 0 0,63 127 201 0 0,179 399-346 0 0,-226-493-44 0 0,3-1-1 0 0,2-1 0 0 0,41 49-21 0 0,-61-86 9 0 0,1 0 0 0 0,0-1 0 0 0,2-1-1 0 0,0 0 1 0 0,0-1 0 0 0,2-1 0 0 0,0-1-1 0 0,0 0 1 0 0,8 3-9 0 0,-20-13 21 0 0,-5-2-12 0 0,0 0 0 0 0,1 0 0 0 0,-1 0 0 0 0,1 0 0 0 0,-1 0 0 0 0,1-1 0 0 0,-1 1 0 0 0,1 0-1 0 0,-1-1 1 0 0,1 1 0 0 0,0-1 0 0 0,-1 1 0 0 0,1-1 0 0 0,0 0 0 0 0,0 0 0 0 0,-1 0 0 0 0,1 0 0 0 0,0 0 0 0 0,-1 0 0 0 0,1 0-1 0 0,0-1 1 0 0,1 0-9 0 0,1-5 16 0 0,1 0-1 0 0,-1 0 1 0 0,-1-1 0 0 0,1 1-1 0 0,-1-1 1 0 0,0 0-1 0 0,0 0 1 0 0,-1-1-1 0 0,0 1 1 0 0,0 0-1 0 0,-1-1 1 0 0,0 1-1 0 0,0-1 1 0 0,-1 1 0 0 0,0-1-1 0 0,0 1 1 0 0,-1-1-1 0 0,0 0 1 0 0,-2-6-16 0 0,1-27 114 0 0,4-189 1687 0 0,-32 3-2052 0 0,-8 9 228 0 0,-9 1 0 0 0,-10-1 23 0 0,50 194 6 0 0,-30-105 58 0 0,-4 20-124 0 0,17 71-568 0 0,23 38 316 0 0,1 0-214 0 0,0 0-902 0 0,0 0-386 0 0</inkml:trace>
  <inkml:trace contextRef="#ctx0" brushRef="#br1" timeOffset="27133.405">8579 1199 6912 0 0,'0'0'314'0'0,"0"0"-6"0"0,2 1-198 0 0,1 0 153 0 0,-1 0-1 0 0,1 0 1 0 0,0 0 0 0 0,0-1 0 0 0,0 1 0 0 0,0-1 0 0 0,0 0 0 0 0,-1 1-1 0 0,1-2 1 0 0,0 1 0 0 0,0 0 0 0 0,0 0 0 0 0,0-1 0 0 0,0 0 0 0 0,-1 1-1 0 0,1-1 1 0 0,0 0 0 0 0,0 0 0 0 0,-1-1 0 0 0,1 1 0 0 0,-1-1-1 0 0,1 1 1 0 0,-1-1 0 0 0,0 0 0 0 0,1 1 0 0 0,-1-1 0 0 0,0-1 0 0 0,0 0-263 0 0,53-66 2353 0 0,-48 57-2157 0 0,0 0 1 0 0,-1-1-1 0 0,0 0 1 0 0,-1-1 0 0 0,0 1-1 0 0,-1-1 1 0 0,0 0-1 0 0,-1 0 1 0 0,-1 0-1 0 0,-1 0 1 0 0,0-1-1 0 0,0-11-196 0 0,0 10 88 0 0,-1 0-1 0 0,-1 0 1 0 0,0 0-1 0 0,-1 0 1 0 0,-1 0-1 0 0,0 0 1 0 0,-1 0-1 0 0,-1 1 1 0 0,0 0-1 0 0,-1 0 1 0 0,-1 0-1 0 0,0 1 1 0 0,-1 0-1 0 0,-1 0 1 0 0,0 1-1 0 0,-5-6-87 0 0,10 16 16 0 0,0 0 0 0 0,0 1 0 0 0,1-1 0 0 0,-2 1 0 0 0,1 0 0 0 0,0 0-1 0 0,0 0 1 0 0,-1 1 0 0 0,1 0 0 0 0,0-1 0 0 0,-1 2 0 0 0,0-1 0 0 0,1 0-1 0 0,-1 1 1 0 0,1 0 0 0 0,-1 0 0 0 0,0 0 0 0 0,1 1 0 0 0,-1 0 0 0 0,1-1-1 0 0,-1 1 1 0 0,1 1 0 0 0,-1-1 0 0 0,1 1 0 0 0,0 0 0 0 0,0 0 0 0 0,0 0-1 0 0,0 0 1 0 0,-4 4-16 0 0,-49 53-20 0 0,1 42-176 0 0,49-80 166 0 0,1-1 0 0 0,2 1-1 0 0,-1 1 1 0 0,2-1 0 0 0,1 0-1 0 0,1 3 31 0 0,-3 23-10 0 0,1-18-1 0 0,2 0 0 0 0,0 0 0 0 0,3-1 0 0 0,0 1 0 0 0,1 0 0 0 0,2-1 0 0 0,1 0 0 0 0,2 0 0 0 0,0 0 0 0 0,2-1 0 0 0,1 0 0 0 0,1-1 0 0 0,1 0 0 0 0,14 19 11 0 0,-20-35-81 0 0,0-1 1 0 0,0 0-1 0 0,1-1 1 0 0,0 1-1 0 0,1-2 1 0 0,0 1-1 0 0,0-1 1 0 0,1 0-1 0 0,0-1 1 0 0,0 0-1 0 0,0-1 1 0 0,1 0-1 0 0,-1 0 1 0 0,1-1-1 0 0,0-1 1 0 0,1 0 0 0 0,-1 0-1 0 0,0-1 1 0 0,1-1-1 0 0,0 0 1 0 0,-1 0-1 0 0,1-1 1 0 0,-1-1-1 0 0,1 0 1 0 0,0 0-1 0 0,-1-1 1 0 0,0-1-1 0 0,1 0 1 0 0,-1 0-1 0 0,0-1 1 0 0,-1-1-1 0 0,1 0 1 0 0,7-4 80 0 0,18-17-1502 0 0</inkml:trace>
  <inkml:trace contextRef="#ctx0" brushRef="#br1" timeOffset="27663.023">9065 708 1840 0 0,'-3'-4'1288'0'0,"2"5"2801"0"0,1 0 4220 0 0,18 148-4672 0 0,16 63-3002 0 0,11-25 805 0 0,17-12-1132 0 0,-27-112-87 0 0,-18-63-103 0 0,-15-1-113 0 0,1 0 1 0 0,-1-1 0 0 0,1 1-1 0 0,-1-1 1 0 0,0 0 0 0 0,0 0-1 0 0,1 1 1 0 0,-1-1 0 0 0,0-1-1 0 0,-1 1 1 0 0,1 0 0 0 0,0 0 0 0 0,-1-1-1 0 0,1 1 1 0 0,-1-1 0 0 0,0 1-1 0 0,0-1 1 0 0,0 0 0 0 0,0 1-1 0 0,0-1 1 0 0,0 0 0 0 0,-1 0-1 0 0,0 0 1 0 0,1 0 0 0 0,-1-1-6 0 0,1-4 15 0 0,13-72-39 0 0,-4-1-1 0 0,-3 0 1 0 0,-4 0-1 0 0,-5-44 25 0 0,2 37-89 0 0,10-59 9 0 0,-5 141 0 0 0,-3 30 83 0 0,-2-17-6 0 0,45 220-146 0 0,-42-215 142 0 0,4 31-14 0 0,3 0-1 0 0,2-1 1 0 0,1-1 0 0 0,2 0-1 0 0,2-1 1 0 0,1 0 0 0 0,3-2 0 0 0,1 0-1 0 0,3 1 22 0 0,-14-25 22 0 0,0 0 0 0 0,1-1 0 0 0,1 0 0 0 0,0-1 0 0 0,1 0 0 0 0,12 7-22 0 0,-5-5 0 0 0,-16-11 0 0 0,-1 1 0 0 0,0-1 0 0 0,1 0 0 0 0,0 0 0 0 0,-1-1 0 0 0,1 0 0 0 0,0 1 0 0 0,1-1 0 0 0,-1-1 0 0 0,0 1 0 0 0,0-1 0 0 0,1 0 0 0 0,-1 0 0 0 0,1-1 0 0 0,-1 0 0 0 0,4 0 0 0 0,-1-1 0 0 0,0-2 0 0 0,0 1 0 0 0,0-1 0 0 0,0-1 0 0 0,-1 1 0 0 0,0-1 0 0 0,1 0 0 0 0,-1-1 0 0 0,-1 0 0 0 0,1 0 0 0 0,-1 0 0 0 0,0-1 0 0 0,0 0 0 0 0,0 0 0 0 0,-1-1 0 0 0,0 1 0 0 0,0-1 0 0 0,-1 0 0 0 0,0 0 0 0 0,0-1 0 0 0,1-3 0 0 0,3-13 0 0 0,0-1 0 0 0,-2 0 0 0 0,0-1 0 0 0,-2 1 0 0 0,-1-1 0 0 0,-1-10 0 0 0,0-11 0 0 0,-2 0 0 0 0,-2 0 0 0 0,-8-46 0 0 0,-30-125 1432 0 0,-3 55-824 0 0,36 135-632 0 0,6 20-178 0 0,-1 0 1 0 0,0 1-1 0 0,0-1 1 0 0,-1 1-1 0 0,0-1 0 0 0,0 1 1 0 0,-1 0-1 0 0,0 0 1 0 0,0 1-1 0 0,-2-3 202 0 0,-36-27-3905 0 0,17 29 2491 0 0</inkml:trace>
  <inkml:trace contextRef="#ctx0" brushRef="#br1" timeOffset="28297.288">10574 736 8376 0 0,'55'0'1656'0'0,"-35"9"2532"0"0,-4 23-2678 0 0,-12-24-966 0 0,18 104 1952 0 0,-15-63-2168 0 0,10 198 542 0 0,-12-117 25 0 0,-3 242-316 0 0,-5-183-878 0 0,-6 26 606 0 0,3-173-286 0 0,1-37-42 0 0,-6-47-188 0 0,-40-276-57 0 0,36 78 210 0 0,11 162 150 0 0,4 0 0 0 0,3 0-1 0 0,3 0 1 0 0,11-38-94 0 0,-5 44-184 0 0,3 1 1 0 0,4 0-1 0 0,2 1 0 0 0,9-14 184 0 0,-22 67 0 0 0,0 0 0 0 0,0 1 0 0 0,2 0 0 0 0,0 1 0 0 0,1 0 0 0 0,11-13 0 0 0,-19 25 7 0 0,1 0-1 0 0,-1 1 0 0 0,0-1 0 0 0,1 1 0 0 0,-1 0 1 0 0,1 0-1 0 0,0 0 0 0 0,0 0 0 0 0,0 1 1 0 0,0 0-1 0 0,0-1 0 0 0,0 1 0 0 0,0 1 0 0 0,0-1 1 0 0,0 1-1 0 0,1-1 0 0 0,-1 1 0 0 0,0 1 1 0 0,0-1-1 0 0,0 0 0 0 0,1 1 0 0 0,-1 0 0 0 0,0 0 1 0 0,0 0-1 0 0,0 0 0 0 0,0 1 0 0 0,0 0 1 0 0,-1 0-1 0 0,1 0 0 0 0,0 0 0 0 0,-1 0 0 0 0,0 1 1 0 0,1-1-1 0 0,-1 1 0 0 0,0 0 0 0 0,0 0 1 0 0,-1 0-1 0 0,1 1 0 0 0,2 3-6 0 0,8 8 19 0 0,0 1 0 0 0,-1 0 0 0 0,-1 1 0 0 0,0 1 1 0 0,-1 0-1 0 0,-1 0 0 0 0,-1 1 0 0 0,0 0 0 0 0,-2 0 0 0 0,0 1 0 0 0,-1 0 0 0 0,1 12-19 0 0,-6-14 20 0 0,0 0 0 0 0,-1 0-1 0 0,-1 0 1 0 0,0 0-1 0 0,-2 0 1 0 0,0 0 0 0 0,-1-1-1 0 0,0 0 1 0 0,-2 0 0 0 0,0 0-1 0 0,-1-1 1 0 0,-4 7-20 0 0,6-14 28 0 0,0 0 1 0 0,0 0 0 0 0,0-1 0 0 0,-1 1-1 0 0,0-2 1 0 0,-1 1 0 0 0,0-1 0 0 0,0 0-1 0 0,0-1 1 0 0,-1 0 0 0 0,0 0-1 0 0,0-1 1 0 0,0 0 0 0 0,-1 0 0 0 0,0-1-1 0 0,0-1 1 0 0,0 1 0 0 0,0-2 0 0 0,-1 1-1 0 0,1-2 1 0 0,-9 2-29 0 0,-28 3 66 0 0,40-4-137 0 0,-1 0 1 0 0,0-1 0 0 0,0 0 0 0 0,0 0-1 0 0,0 0 1 0 0,1-1 0 0 0,-1-1-1 0 0,0 1 1 0 0,0-1 0 0 0,0-1 0 0 0,0 1-1 0 0,1-1 1 0 0,-4-2 70 0 0,8 2-206 0 0,0 0 0 0 0,0 0 0 0 0,1 0 0 0 0,-1-1 0 0 0,1 0 0 0 0,-1 1 0 0 0,1-1 0 0 0,0 0 0 0 0,0 0 0 0 0,0 0 0 0 0,1 0 0 0 0,-1 0 0 0 0,1-1 1 0 0,-1 1-1 0 0,1 0 0 0 0,0-1 0 0 0,0 1 0 0 0,1-1 0 0 0,-1 1 0 0 0,1-1 0 0 0,0 0 0 0 0,0 1 0 0 0,0-1 0 0 0,0 0 206 0 0,-1-4-506 0 0,-4-21-1307 0 0</inkml:trace>
  <inkml:trace contextRef="#ctx0" brushRef="#br1" timeOffset="28834.853">11216 635 5528 0 0,'0'0'422'0'0,"2"0"-276"0"0,20-3 2157 0 0,14 5 3370 0 0,-35-1-4655 0 0,22 27 2396 0 0,-19-20-2928 0 0,9 22-37 0 0,-2 2-1 0 0,-1-1 1 0 0,-2 1 0 0 0,-1 0-1 0 0,-1 1 1 0 0,-2-1 0 0 0,-1 1-1 0 0,-1 17-448 0 0,0-21 286 0 0,-1 132 384 0 0,-10-108-636 0 0,8-50 138 0 0,-9-9 294 0 0,-6-29 40 0 0,9 16-469 0 0,2-1 1 0 0,0 0-1 0 0,1 0 1 0 0,1 0-1 0 0,1 0 0 0 0,1-1 1 0 0,0 1-1 0 0,3-21-37 0 0,-1 3-239 0 0,22-97-630 0 0,-12 93 638 0 0,32-92 123 0 0,-39 126-31 0 0,0 0 1 0 0,0 0 0 0 0,1 0-1 0 0,0 1 1 0 0,1 0-1 0 0,-1 0 1 0 0,1 0 0 0 0,1 1-1 0 0,-1 0 1 0 0,1 0 0 0 0,0 0-1 0 0,0 1 1 0 0,7-3 138 0 0,50-15-1240 0 0,59 13-1257 0 0,-25-3 1355 0 0,-59 13 1162 0 0,-36 0 132 0 0,-3 0 28 0 0,0 0 48 0 0,0 0 184 0 0,0 0 79 0 0,0 0 18 0 0,0 0-6 0 0,0 0-39 0 0,0 0-15 0 0,11 6 830 0 0,-8-1-1156 0 0,-1 0 1 0 0,0 0-1 0 0,0 0 1 0 0,0 0-1 0 0,0 0 1 0 0,-1 1-1 0 0,0-1 1 0 0,0 1-1 0 0,-1-1 0 0 0,1 1 1 0 0,-1 5-124 0 0,1 10 154 0 0,21 306 343 0 0,-1-201-518 0 0,-5-102-2223 0 0,-13-24 565 0 0</inkml:trace>
  <inkml:trace contextRef="#ctx0" brushRef="#br1" timeOffset="29080.193">12043 37 5528 0 0,'0'0'488'0'0,"0"0"-392"0"0,0 0-96 0 0,0 0 0 0 0,0 0 1248 0 0,0 0 224 0 0,0 0 40 0 0,0 0 16 0 0,0 0-1712 0 0,6 13-336 0 0,-2-3-72 0 0,7-1-16 0 0</inkml:trace>
  <inkml:trace contextRef="#ctx0" brushRef="#br1" timeOffset="29310.58">12771 560 6448 0 0,'0'0'297'0'0,"0"-1"-9"0"0,0-20-177 0 0,-2 13 732 0 0,-1 0 1 0 0,0 0 0 0 0,0 0-1 0 0,-1 0 1 0 0,0 0 0 0 0,0 1-1 0 0,-1 0 1 0 0,0 0 0 0 0,0 0 0 0 0,-3-3-844 0 0,-7-10 1305 0 0,13 17-1100 0 0,-1-1 1 0 0,0 0-1 0 0,0 1 0 0 0,0-1 1 0 0,-1 1-1 0 0,1 0 0 0 0,-1 0 1 0 0,0 0-1 0 0,1 0 0 0 0,-1 1 1 0 0,0 0-1 0 0,-1 0 0 0 0,1 0 1 0 0,0 0-1 0 0,-1 0 0 0 0,1 1 1 0 0,-1 0-1 0 0,1 0 0 0 0,-1 0 1 0 0,0 1-1 0 0,1-1 0 0 0,-1 1 1 0 0,0 0-1 0 0,1 1 0 0 0,-1-1 1 0 0,0 1-1 0 0,1 0 0 0 0,-2 0-205 0 0,-2 1 34 0 0,0 0 1 0 0,0 1-1 0 0,0-1 0 0 0,0 2 0 0 0,1-1 0 0 0,-1 1 0 0 0,1 0 0 0 0,0 0 0 0 0,0 1 0 0 0,1 0 1 0 0,-1 0-1 0 0,1 1 0 0 0,0 0 0 0 0,0 0 0 0 0,1 0 0 0 0,0 1 0 0 0,-2 3-34 0 0,-5 8 34 0 0,1 1 0 0 0,1 0 0 0 0,0 0-1 0 0,2 1 1 0 0,0 0 0 0 0,1 0 0 0 0,1 1 0 0 0,2-1-1 0 0,-2 10-33 0 0,6-27-1 0 0,-3 13-20 0 0,0 1 0 0 0,1-1 0 0 0,1 1 0 0 0,1-1 0 0 0,0 1-1 0 0,1-1 1 0 0,1 1 0 0 0,0-1 0 0 0,2 0 0 0 0,0 0 0 0 0,0 0 0 0 0,4 6 21 0 0,-4-13-47 0 0,1 1 1 0 0,0-1 0 0 0,0 0-1 0 0,1 0 1 0 0,0-1-1 0 0,0 0 1 0 0,1 0 0 0 0,1 0-1 0 0,-1-1 1 0 0,1 0 0 0 0,0 0-1 0 0,1-1 1 0 0,-1 0-1 0 0,1-1 1 0 0,0 1 0 0 0,1-2-1 0 0,-1 0 1 0 0,5 2 46 0 0,3-3-365 0 0,0-1 0 0 0,0 0 1 0 0,1-1-1 0 0,-1-1 0 0 0,0 0 0 0 0,1-2 0 0 0,-1 0 0 0 0,7-2 365 0 0,-9 1-441 0 0,0 0-1 0 0,-1-2 0 0 0,1 0 0 0 0,-1 0 0 0 0,0-2 0 0 0,0 1 1 0 0,-1-2-1 0 0,0 0 442 0 0,-7 5-164 0 0,62-40-1737 0 0</inkml:trace>
  <inkml:trace contextRef="#ctx0" brushRef="#br1" timeOffset="29674.604">13159 643 10592 0 0,'0'0'818'0'0,"-4"8"910"0"0,5-6-1562 0 0,0 1 0 0 0,0 0 0 0 0,0 0 0 0 0,1-1 0 0 0,-1 1 0 0 0,1-1 0 0 0,-1 1 0 0 0,1-1 0 0 0,0 1 0 0 0,0-1 0 0 0,0 0 0 0 0,0 0 0 0 0,0 0 0 0 0,1 0 0 0 0,-1 0 0 0 0,0-1 0 0 0,1 1 0 0 0,0-1 0 0 0,-1 0 0 0 0,1 1 0 0 0,0-1 0 0 0,-1 0 0 0 0,1 0 0 0 0,0-1 0 0 0,0 1 0 0 0,0-1-166 0 0,14 7 497 0 0,-11-5-371 0 0,0 0-1 0 0,1 0 0 0 0,-1-1 0 0 0,1 0 0 0 0,0 0 0 0 0,-1 0 1 0 0,1-1-1 0 0,0 0 0 0 0,-1 0 0 0 0,1-1 0 0 0,0 0 1 0 0,-1 0-1 0 0,1 0 0 0 0,-1-1 0 0 0,0 0 0 0 0,1 0 0 0 0,-1-1-125 0 0,10-3 171 0 0,-2-1 0 0 0,1-1 0 0 0,-1 0 0 0 0,0 0 0 0 0,-1-2-1 0 0,0 0 1 0 0,-1 0 0 0 0,10-11-171 0 0,6-8 297 0 0,29-47 199 0 0,-49 58-417 0 0,-4 11-44 0 0,0 0 0 0 0,-1 0 0 0 0,0 0 0 0 0,0 0 0 0 0,-1-1 0 0 0,0 1 0 0 0,0-1 0 0 0,-1 1 0 0 0,0-1 0 0 0,0 0 0 0 0,-1-4-35 0 0,-1-1 49 0 0,0 1 1 0 0,-1 0-1 0 0,0-1 0 0 0,-1 1 0 0 0,0 0 0 0 0,-1 0 0 0 0,-1 0 0 0 0,0 1 1 0 0,0 0-1 0 0,-1-1 0 0 0,-1 2 0 0 0,1-1 0 0 0,-2 1 0 0 0,0-1-49 0 0,2 7 9 0 0,0-1-1 0 0,0 1 1 0 0,0 0-1 0 0,0 0 1 0 0,-1 1-1 0 0,1-1 1 0 0,-1 1-1 0 0,0 1 1 0 0,0 0-1 0 0,0 0 0 0 0,0 0 1 0 0,-1 1-1 0 0,1 0 1 0 0,0 0-1 0 0,-1 0 1 0 0,1 1-1 0 0,-7 1-8 0 0,4 0 22 0 0,-1 1-1 0 0,0 1 1 0 0,0 0-1 0 0,1 0 1 0 0,-1 1 0 0 0,1 0-1 0 0,0 0 1 0 0,0 2-1 0 0,0-1 1 0 0,1 1-1 0 0,0 0 1 0 0,0 1-1 0 0,-4 5-21 0 0,-6 5-52 0 0,2 0-1 0 0,0 2 1 0 0,1 0-1 0 0,1 1 0 0 0,1 0 1 0 0,1 1-1 0 0,-10 20 53 0 0,15-23 43 0 0,0 1 1 0 0,1 1-1 0 0,1-1 0 0 0,1 1 0 0 0,0 0 0 0 0,2 1 1 0 0,0-1-1 0 0,1 0 0 0 0,1 1 0 0 0,2 0 0 0 0,-1-1 1 0 0,2 1-1 0 0,1-1 0 0 0,1 0 0 0 0,2 9-43 0 0,0-13-37 0 0,1 0-1 0 0,0 0 1 0 0,2-1-1 0 0,-1 0 0 0 0,2-1 1 0 0,0 0-1 0 0,0 0 1 0 0,1-1-1 0 0,1 0 0 0 0,0-1 1 0 0,1 0-1 0 0,1-1 1 0 0,-1-1-1 0 0,2 0 0 0 0,-1-1 1 0 0,1 0-1 0 0,1-1 1 0 0,-1-1-1 0 0,1-1 1 0 0,1 0-1 0 0,3 0 38 0 0,36 8-1712 0 0,0-10-3393 0 0,1-6-2000 0 0</inkml:trace>
  <inkml:trace contextRef="#ctx0" brushRef="#br1" timeOffset="31087.822">12380 2160 14368 0 0,'0'0'330'0'0,"0"0"45"0"0,0 0 17 0 0,0 0-47 0 0,0 0-214 0 0,0 0-59 0 0,0 0 13 0 0,1 1 29 0 0,28 19 939 0 0,-20-1-725 0 0,-1 1 0 0 0,-1 0 0 0 0,-1 1 0 0 0,0-1 0 0 0,-2 1 0 0 0,0 0 0 0 0,-1 10-328 0 0,3 5 181 0 0,13 120 311 0 0,-4 74-492 0 0,-8-121-75 0 0,8 231-47 0 0,-12-315-65 0 0,1 9-626 0 0,-1 0 1 0 0,-1 1-1 0 0,-3-1 1 0 0,-2 20 812 0 0,-3-11-2291 0 0,4-11-3122 0 0</inkml:trace>
  <inkml:trace contextRef="#ctx0" brushRef="#br1" timeOffset="31366.083">11889 2293 16416 0 0,'0'0'373'0'0,"0"0"55"0"0,0 0 20 0 0,1-1-54 0 0,38-30-175 0 0,60-29 1928 0 0,83-4-287 0 0,18-9-1650 0 0,90-26-4195 0 0,-222 78 2562 0 0</inkml:trace>
  <inkml:trace contextRef="#ctx0" brushRef="#br1" timeOffset="31788.948">13041 1957 11976 0 0,'0'0'266'0'0,"0"0"44"0"0,2 2 15 0 0,13 12 75 0 0,-6-7 37 0 0,1 0-1 0 0,-2 0 1 0 0,1 1 0 0 0,-1 1-1 0 0,0 0 1 0 0,-1 0 0 0 0,0 0-1 0 0,-1 1 1 0 0,1-1-1 0 0,-2 2 1 0 0,0-1 0 0 0,3 9-437 0 0,46 128 1130 0 0,-8 2 0 0 0,22 126-1130 0 0,-51-205 165 0 0,47 191 7 0 0,-9-81-12 0 0,-49-162-171 0 0,-4-10-8 0 0,1 1 1 0 0,0-1-1 0 0,1 0 0 0 0,-1 0 0 0 0,1 0 1 0 0,1-1-1 0 0,0 1 0 0 0,0-1 0 0 0,0 0 1 0 0,1 0-1 0 0,0-1 0 0 0,5 5 19 0 0,-10-11-23 0 0,1 1-1 0 0,-1-1 1 0 0,1 0 0 0 0,0 0 0 0 0,-1 0-1 0 0,1 1 1 0 0,0-1 0 0 0,-1-1-1 0 0,1 1 1 0 0,-1 0 0 0 0,1 0-1 0 0,0-1 1 0 0,-1 1 0 0 0,1-1-1 0 0,-1 1 1 0 0,1-1 0 0 0,-1 0 0 0 0,1 1-1 0 0,-1-1 1 0 0,0 0 0 0 0,1 0-1 0 0,-1 0 1 0 0,1-1 23 0 0,60-73-720 0 0,-57 67 700 0 0,57-116-180 0 0,-46 86 296 0 0,-2 0 1 0 0,-1-1-1 0 0,-3-1 1 0 0,6-32-97 0 0,8-32 51 0 0,89-299-51 0 0,-56 197-101 0 0,-6 8-310 0 0,-8 46 1787 0 0,-37 137-973 0 0,-7 11-2846 0 0,1 4-4380 0 0</inkml:trace>
  <inkml:trace contextRef="#ctx0" brushRef="#br1" timeOffset="34167.582">1724 7767 8288 0 0,'0'0'190'0'0,"0"0"28"0"0,0 0 7 0 0,3-1-33 0 0,-1 0-155 0 0,0 1-26 0 0,17-7-20 0 0,32-12 9 0 0,-10 5 0 0 0,77-22-607 0 0,-102 27-2426 0 0</inkml:trace>
  <inkml:trace contextRef="#ctx0" brushRef="#br1" timeOffset="35152.947">2033 7674 6448 0 0,'0'0'141'0'0,"0"0"23"0"0,0 0 13 0 0,3 1-19 0 0,7 3-52 0 0,-7-3 276 0 0,-3-1 108 0 0,-35 3 1558 0 0,9 4-946 0 0,15 0-1086 0 0,-25 21-16 0 0,-25 13 0 0 0,-80 19 0 0 0,121-56 0 0 0,13-4 0 0 0,15-4 0 0 0,62-18 0 0 0,4-1 0 0 0,143-42-402 0 0,-164 43-1108 0 0,-50 21 1831 0 0,-25 2 1104 0 0,-34 17-1259 0 0,31-14-166 0 0,4 2 0 0 0,-119 53 0 0 0,68-28 0 0 0,-83 30 930 0 0,57-30 188 0 0,33-13-2002 0 0,63-18-3536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12CCF-53E9-4E63-BE40-83C3CD3D673B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CDE68-5681-4D47-ACF9-78B5D8986B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4302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148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ACA5A-336A-4257-8078-87414D0C6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24C0CC-D103-4A4B-8784-F76309E8A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856D3-8698-4770-8BFF-E81D3ECAC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7A07-E16D-48BB-B3AD-74EFB6F17082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FEE29-CA9E-46E3-9B45-391BE34BE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930D3-6A42-4693-999B-F63B13CA6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268B1-ADBA-42C4-AF57-CDB92EBFCA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7808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1CA4-D07C-42E2-8C49-4CCD2293A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D8BB3-8D4A-46F6-8A9C-A5A63566F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E39-067F-4823-9EC2-FA83323A6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7A07-E16D-48BB-B3AD-74EFB6F17082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F8D85-D939-4342-90C0-EE4DA3E6E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25CFF-4B1D-4AB7-A8CD-1F64D7546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268B1-ADBA-42C4-AF57-CDB92EBFCA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1096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142E3-AB5C-4C1A-B709-5700E4DB1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BE8DD-C6B1-4099-9953-617FAB7CC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5B4E6-30B3-4F66-8C23-5E22B41FF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7A07-E16D-48BB-B3AD-74EFB6F17082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2B572-933B-4EF1-BFCC-5EF599AC8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AA885-5183-4B61-B776-A16D22A7D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268B1-ADBA-42C4-AF57-CDB92EBFCA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764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E32BF-EDFA-4C30-ACA2-A99587CD6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D4BEC-AD5E-490D-8486-A09E7AD232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9AA91-E155-4022-8645-F12F969D8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B269D-77B6-41E8-890A-E5FB4972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7A07-E16D-48BB-B3AD-74EFB6F17082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FFB91F-EB0D-43FD-ADF2-8C638700D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BFB09D-DBFC-4303-9733-585769027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268B1-ADBA-42C4-AF57-CDB92EBFCA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2257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2D670-E2D6-4755-9949-697ED9F0C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23B69-F736-446C-9E67-F83941E06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8A7B9F-D9D9-476B-BD18-C255BC934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330025-4E96-4028-87C0-860149A8CC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E4FEF5-68D3-4701-8CFF-0F73BBD8F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5B8EF6-85AB-43C5-8698-08D5460D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7A07-E16D-48BB-B3AD-74EFB6F17082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395617-1F4F-460E-A42F-961104E94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E8613E-857A-479B-9A8F-EE72172D8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268B1-ADBA-42C4-AF57-CDB92EBFCA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3452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71BDE-A455-4ABF-8FBB-CD0889A35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D91E6E-8FC2-44EE-BAE7-39CE1FDD2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7A07-E16D-48BB-B3AD-74EFB6F17082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804ED1-949D-4217-B77E-6799A165C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935FAC-6788-462D-AA4B-AFCA0A8D1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268B1-ADBA-42C4-AF57-CDB92EBFCA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4100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3B57EB-D24D-4D4C-819C-6C320BB2E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7A07-E16D-48BB-B3AD-74EFB6F17082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22DA58-45C5-4DC4-B85D-7E400F72C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4B976-9A86-4CAF-9BAD-972CD3710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268B1-ADBA-42C4-AF57-CDB92EBFCA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5974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94FFC-6DB0-40C9-9F67-FBCF39654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EDC3E-1588-4E73-9202-F703C076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A4B8E-7B3D-4C71-A6C0-B927CDF3D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7E9F9-7302-480D-B9E7-5DFBEAC08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7A07-E16D-48BB-B3AD-74EFB6F17082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D98FB-10A2-406A-9912-F5E70A5CD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4CED0-4C02-4CB5-815B-8AF60DB73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268B1-ADBA-42C4-AF57-CDB92EBFCA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9990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85B1-3914-450F-8C17-B962EE40D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B3EDDE-B8EF-4A09-A858-D167104E6A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60CB2-87B7-41FB-8EF7-98CCD83B3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81DB9-79C2-4D21-A613-BC80DDCD9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7A07-E16D-48BB-B3AD-74EFB6F17082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6FB2D-DD52-4131-ACF6-F2F34C975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25B52A-F63C-48EA-8E5E-FCC4BFE95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268B1-ADBA-42C4-AF57-CDB92EBFCA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1052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CC7FD-7AA3-4985-A57A-68C1B66CD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F0AB5E-0A07-4B4B-B41A-D04B41429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D9C11-1FD0-4304-832F-6F472DAAC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7A07-E16D-48BB-B3AD-74EFB6F17082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EB8B6-DF8F-46C2-AA96-143C8910F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75B7C-17E2-4DA5-A51A-BD3DCC7FF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268B1-ADBA-42C4-AF57-CDB92EBFCA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4630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0EC3B2-A03E-49FC-8282-44CF7F9C23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35C944-48A1-4648-BD22-C34913BB5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88E33-7C00-4FA8-9AD6-F715DE783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7A07-E16D-48BB-B3AD-74EFB6F17082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BACD6-FD5E-4719-AAF8-1DC1255BE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B76F7-5C6C-41C0-B201-8782D0AF5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268B1-ADBA-42C4-AF57-CDB92EBFCA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21578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87634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9AB798-1C0B-46C7-9701-4BDFD1FF6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5E026-32D3-4E65-9A41-80F38848D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54811-BC9D-48BE-9264-EEDAD65577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B7A07-E16D-48BB-B3AD-74EFB6F17082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F84B3-792C-478F-8D02-C5FF6E56B1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02D7A-5C49-4A62-B9D5-9AB13F8DC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268B1-ADBA-42C4-AF57-CDB92EBFCA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3969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2.png"/><Relationship Id="rId26" Type="http://schemas.openxmlformats.org/officeDocument/2006/relationships/image" Target="../media/image16.png"/><Relationship Id="rId39" Type="http://schemas.openxmlformats.org/officeDocument/2006/relationships/customXml" Target="../ink/ink19.xml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34" Type="http://schemas.openxmlformats.org/officeDocument/2006/relationships/image" Target="../media/image20.png"/><Relationship Id="rId42" Type="http://schemas.openxmlformats.org/officeDocument/2006/relationships/image" Target="../media/image24.png"/><Relationship Id="rId47" Type="http://schemas.openxmlformats.org/officeDocument/2006/relationships/customXml" Target="../ink/ink23.xml"/><Relationship Id="rId50" Type="http://schemas.openxmlformats.org/officeDocument/2006/relationships/image" Target="../media/image28.png"/><Relationship Id="rId7" Type="http://schemas.openxmlformats.org/officeDocument/2006/relationships/customXml" Target="../ink/ink3.xml"/><Relationship Id="rId12" Type="http://schemas.openxmlformats.org/officeDocument/2006/relationships/image" Target="../media/image9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2.png"/><Relationship Id="rId46" Type="http://schemas.openxmlformats.org/officeDocument/2006/relationships/image" Target="../media/image26.png"/><Relationship Id="rId2" Type="http://schemas.openxmlformats.org/officeDocument/2006/relationships/image" Target="../media/image4.png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29" Type="http://schemas.openxmlformats.org/officeDocument/2006/relationships/customXml" Target="../ink/ink14.xml"/><Relationship Id="rId41" Type="http://schemas.openxmlformats.org/officeDocument/2006/relationships/customXml" Target="../ink/ink20.xml"/><Relationship Id="rId54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customXml" Target="../ink/ink5.xml"/><Relationship Id="rId24" Type="http://schemas.openxmlformats.org/officeDocument/2006/relationships/image" Target="../media/image15.png"/><Relationship Id="rId32" Type="http://schemas.openxmlformats.org/officeDocument/2006/relationships/image" Target="../media/image19.png"/><Relationship Id="rId37" Type="http://schemas.openxmlformats.org/officeDocument/2006/relationships/customXml" Target="../ink/ink18.xml"/><Relationship Id="rId40" Type="http://schemas.openxmlformats.org/officeDocument/2006/relationships/image" Target="../media/image23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7.png"/><Relationship Id="rId36" Type="http://schemas.openxmlformats.org/officeDocument/2006/relationships/image" Target="../media/image21.png"/><Relationship Id="rId49" Type="http://schemas.openxmlformats.org/officeDocument/2006/relationships/customXml" Target="../ink/ink24.xml"/><Relationship Id="rId10" Type="http://schemas.openxmlformats.org/officeDocument/2006/relationships/image" Target="../media/image8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25.png"/><Relationship Id="rId52" Type="http://schemas.openxmlformats.org/officeDocument/2006/relationships/image" Target="../media/image29.png"/><Relationship Id="rId4" Type="http://schemas.openxmlformats.org/officeDocument/2006/relationships/image" Target="../media/image5.png"/><Relationship Id="rId9" Type="http://schemas.openxmlformats.org/officeDocument/2006/relationships/customXml" Target="../ink/ink4.xml"/><Relationship Id="rId14" Type="http://schemas.openxmlformats.org/officeDocument/2006/relationships/image" Target="../media/image10.png"/><Relationship Id="rId22" Type="http://schemas.openxmlformats.org/officeDocument/2006/relationships/image" Target="../media/image14.png"/><Relationship Id="rId27" Type="http://schemas.openxmlformats.org/officeDocument/2006/relationships/customXml" Target="../ink/ink13.xml"/><Relationship Id="rId30" Type="http://schemas.openxmlformats.org/officeDocument/2006/relationships/image" Target="../media/image18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7.png"/><Relationship Id="rId8" Type="http://schemas.openxmlformats.org/officeDocument/2006/relationships/image" Target="../media/image7.png"/><Relationship Id="rId51" Type="http://schemas.openxmlformats.org/officeDocument/2006/relationships/customXml" Target="../ink/ink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customXml" Target="../ink/ink35.xml"/><Relationship Id="rId26" Type="http://schemas.openxmlformats.org/officeDocument/2006/relationships/customXml" Target="../ink/ink39.xml"/><Relationship Id="rId39" Type="http://schemas.openxmlformats.org/officeDocument/2006/relationships/image" Target="../media/image54.png"/><Relationship Id="rId21" Type="http://schemas.openxmlformats.org/officeDocument/2006/relationships/image" Target="../media/image45.png"/><Relationship Id="rId34" Type="http://schemas.openxmlformats.org/officeDocument/2006/relationships/customXml" Target="../ink/ink43.xml"/><Relationship Id="rId42" Type="http://schemas.openxmlformats.org/officeDocument/2006/relationships/customXml" Target="../ink/ink47.xml"/><Relationship Id="rId47" Type="http://schemas.openxmlformats.org/officeDocument/2006/relationships/image" Target="../media/image58.png"/><Relationship Id="rId50" Type="http://schemas.openxmlformats.org/officeDocument/2006/relationships/customXml" Target="../ink/ink51.xml"/><Relationship Id="rId55" Type="http://schemas.openxmlformats.org/officeDocument/2006/relationships/image" Target="../media/image62.png"/><Relationship Id="rId63" Type="http://schemas.openxmlformats.org/officeDocument/2006/relationships/image" Target="../media/image66.png"/><Relationship Id="rId68" Type="http://schemas.openxmlformats.org/officeDocument/2006/relationships/customXml" Target="../ink/ink60.xml"/><Relationship Id="rId7" Type="http://schemas.openxmlformats.org/officeDocument/2006/relationships/image" Target="../media/image38.png"/><Relationship Id="rId2" Type="http://schemas.openxmlformats.org/officeDocument/2006/relationships/customXml" Target="../ink/ink27.xml"/><Relationship Id="rId16" Type="http://schemas.openxmlformats.org/officeDocument/2006/relationships/customXml" Target="../ink/ink34.xml"/><Relationship Id="rId29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9.xml"/><Relationship Id="rId11" Type="http://schemas.openxmlformats.org/officeDocument/2006/relationships/image" Target="../media/image40.png"/><Relationship Id="rId24" Type="http://schemas.openxmlformats.org/officeDocument/2006/relationships/customXml" Target="../ink/ink38.xml"/><Relationship Id="rId32" Type="http://schemas.openxmlformats.org/officeDocument/2006/relationships/customXml" Target="../ink/ink42.xml"/><Relationship Id="rId37" Type="http://schemas.openxmlformats.org/officeDocument/2006/relationships/image" Target="../media/image53.png"/><Relationship Id="rId40" Type="http://schemas.openxmlformats.org/officeDocument/2006/relationships/customXml" Target="../ink/ink46.xml"/><Relationship Id="rId45" Type="http://schemas.openxmlformats.org/officeDocument/2006/relationships/image" Target="../media/image57.png"/><Relationship Id="rId53" Type="http://schemas.openxmlformats.org/officeDocument/2006/relationships/image" Target="../media/image61.png"/><Relationship Id="rId58" Type="http://schemas.openxmlformats.org/officeDocument/2006/relationships/customXml" Target="../ink/ink55.xml"/><Relationship Id="rId66" Type="http://schemas.openxmlformats.org/officeDocument/2006/relationships/customXml" Target="../ink/ink59.xml"/><Relationship Id="rId5" Type="http://schemas.openxmlformats.org/officeDocument/2006/relationships/image" Target="../media/image37.png"/><Relationship Id="rId15" Type="http://schemas.openxmlformats.org/officeDocument/2006/relationships/image" Target="../media/image42.png"/><Relationship Id="rId23" Type="http://schemas.openxmlformats.org/officeDocument/2006/relationships/image" Target="../media/image46.png"/><Relationship Id="rId28" Type="http://schemas.openxmlformats.org/officeDocument/2006/relationships/customXml" Target="../ink/ink40.xml"/><Relationship Id="rId36" Type="http://schemas.openxmlformats.org/officeDocument/2006/relationships/customXml" Target="../ink/ink44.xml"/><Relationship Id="rId49" Type="http://schemas.openxmlformats.org/officeDocument/2006/relationships/image" Target="../media/image59.png"/><Relationship Id="rId57" Type="http://schemas.openxmlformats.org/officeDocument/2006/relationships/image" Target="../media/image63.png"/><Relationship Id="rId61" Type="http://schemas.openxmlformats.org/officeDocument/2006/relationships/image" Target="../media/image65.png"/><Relationship Id="rId10" Type="http://schemas.openxmlformats.org/officeDocument/2006/relationships/customXml" Target="../ink/ink31.xml"/><Relationship Id="rId19" Type="http://schemas.openxmlformats.org/officeDocument/2006/relationships/image" Target="../media/image44.png"/><Relationship Id="rId31" Type="http://schemas.openxmlformats.org/officeDocument/2006/relationships/image" Target="../media/image50.png"/><Relationship Id="rId44" Type="http://schemas.openxmlformats.org/officeDocument/2006/relationships/customXml" Target="../ink/ink48.xml"/><Relationship Id="rId52" Type="http://schemas.openxmlformats.org/officeDocument/2006/relationships/customXml" Target="../ink/ink52.xml"/><Relationship Id="rId60" Type="http://schemas.openxmlformats.org/officeDocument/2006/relationships/customXml" Target="../ink/ink56.xml"/><Relationship Id="rId65" Type="http://schemas.openxmlformats.org/officeDocument/2006/relationships/image" Target="../media/image67.png"/><Relationship Id="rId4" Type="http://schemas.openxmlformats.org/officeDocument/2006/relationships/customXml" Target="../ink/ink28.xml"/><Relationship Id="rId9" Type="http://schemas.openxmlformats.org/officeDocument/2006/relationships/image" Target="../media/image39.png"/><Relationship Id="rId14" Type="http://schemas.openxmlformats.org/officeDocument/2006/relationships/customXml" Target="../ink/ink33.xml"/><Relationship Id="rId22" Type="http://schemas.openxmlformats.org/officeDocument/2006/relationships/customXml" Target="../ink/ink37.xml"/><Relationship Id="rId27" Type="http://schemas.openxmlformats.org/officeDocument/2006/relationships/image" Target="../media/image48.png"/><Relationship Id="rId30" Type="http://schemas.openxmlformats.org/officeDocument/2006/relationships/customXml" Target="../ink/ink41.xml"/><Relationship Id="rId35" Type="http://schemas.openxmlformats.org/officeDocument/2006/relationships/image" Target="../media/image52.png"/><Relationship Id="rId43" Type="http://schemas.openxmlformats.org/officeDocument/2006/relationships/image" Target="../media/image56.png"/><Relationship Id="rId48" Type="http://schemas.openxmlformats.org/officeDocument/2006/relationships/customXml" Target="../ink/ink50.xml"/><Relationship Id="rId56" Type="http://schemas.openxmlformats.org/officeDocument/2006/relationships/customXml" Target="../ink/ink54.xml"/><Relationship Id="rId64" Type="http://schemas.openxmlformats.org/officeDocument/2006/relationships/customXml" Target="../ink/ink58.xml"/><Relationship Id="rId69" Type="http://schemas.openxmlformats.org/officeDocument/2006/relationships/image" Target="../media/image69.png"/><Relationship Id="rId8" Type="http://schemas.openxmlformats.org/officeDocument/2006/relationships/customXml" Target="../ink/ink30.xml"/><Relationship Id="rId51" Type="http://schemas.openxmlformats.org/officeDocument/2006/relationships/image" Target="../media/image60.png"/><Relationship Id="rId3" Type="http://schemas.openxmlformats.org/officeDocument/2006/relationships/image" Target="../media/image36.png"/><Relationship Id="rId12" Type="http://schemas.openxmlformats.org/officeDocument/2006/relationships/customXml" Target="../ink/ink32.xml"/><Relationship Id="rId17" Type="http://schemas.openxmlformats.org/officeDocument/2006/relationships/image" Target="../media/image43.png"/><Relationship Id="rId25" Type="http://schemas.openxmlformats.org/officeDocument/2006/relationships/image" Target="../media/image47.png"/><Relationship Id="rId33" Type="http://schemas.openxmlformats.org/officeDocument/2006/relationships/image" Target="../media/image51.png"/><Relationship Id="rId38" Type="http://schemas.openxmlformats.org/officeDocument/2006/relationships/customXml" Target="../ink/ink45.xml"/><Relationship Id="rId46" Type="http://schemas.openxmlformats.org/officeDocument/2006/relationships/customXml" Target="../ink/ink49.xml"/><Relationship Id="rId59" Type="http://schemas.openxmlformats.org/officeDocument/2006/relationships/image" Target="../media/image64.png"/><Relationship Id="rId67" Type="http://schemas.openxmlformats.org/officeDocument/2006/relationships/image" Target="../media/image68.png"/><Relationship Id="rId20" Type="http://schemas.openxmlformats.org/officeDocument/2006/relationships/customXml" Target="../ink/ink36.xml"/><Relationship Id="rId41" Type="http://schemas.openxmlformats.org/officeDocument/2006/relationships/image" Target="../media/image55.png"/><Relationship Id="rId54" Type="http://schemas.openxmlformats.org/officeDocument/2006/relationships/customXml" Target="../ink/ink53.xml"/><Relationship Id="rId62" Type="http://schemas.openxmlformats.org/officeDocument/2006/relationships/customXml" Target="../ink/ink5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9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153917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NAPLAN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BEFB67-184A-4E59-8133-49BC35926EE6}"/>
              </a:ext>
            </a:extLst>
          </p:cNvPr>
          <p:cNvSpPr txBox="1">
            <a:spLocks/>
          </p:cNvSpPr>
          <p:nvPr/>
        </p:nvSpPr>
        <p:spPr>
          <a:xfrm>
            <a:off x="1372829" y="3181487"/>
            <a:ext cx="9446339" cy="1119144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NAPLAN Prep 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How do we use percentages?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6980E85-528D-4CA3-86FE-C99ECF94F2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61" b="4382"/>
          <a:stretch/>
        </p:blipFill>
        <p:spPr>
          <a:xfrm>
            <a:off x="996911" y="29422"/>
            <a:ext cx="10446151" cy="682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189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98B679-FD7E-4860-BB1C-9C5524365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6541"/>
            <a:ext cx="12192000" cy="630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31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933F72-E110-4F27-A022-B845C8516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330" y="0"/>
            <a:ext cx="96153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91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420BDA6-0487-435C-B9F3-1056F2C89464}"/>
              </a:ext>
            </a:extLst>
          </p:cNvPr>
          <p:cNvGrpSpPr/>
          <p:nvPr/>
        </p:nvGrpSpPr>
        <p:grpSpPr>
          <a:xfrm>
            <a:off x="472398" y="0"/>
            <a:ext cx="11414474" cy="6858000"/>
            <a:chOff x="472398" y="0"/>
            <a:chExt cx="11414474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6F8D061-0410-4AB9-859C-D4355E6E7D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2381"/>
            <a:stretch/>
          </p:blipFill>
          <p:spPr>
            <a:xfrm>
              <a:off x="472398" y="0"/>
              <a:ext cx="11414474" cy="6858000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B385F5A-D085-4D53-8670-070B509CC405}"/>
                </a:ext>
              </a:extLst>
            </p:cNvPr>
            <p:cNvSpPr/>
            <p:nvPr/>
          </p:nvSpPr>
          <p:spPr>
            <a:xfrm>
              <a:off x="4506686" y="1593669"/>
              <a:ext cx="6583680" cy="2632165"/>
            </a:xfrm>
            <a:prstGeom prst="rect">
              <a:avLst/>
            </a:prstGeom>
            <a:solidFill>
              <a:srgbClr val="F6F9FC"/>
            </a:solidFill>
            <a:ln>
              <a:solidFill>
                <a:srgbClr val="F6F9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298A6AB-C78C-43FD-9D61-D6B3842A7F9A}"/>
                  </a:ext>
                </a:extLst>
              </p14:cNvPr>
              <p14:cNvContentPartPr/>
              <p14:nvPr/>
            </p14:nvContentPartPr>
            <p14:xfrm>
              <a:off x="2814943" y="1980977"/>
              <a:ext cx="95400" cy="6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298A6AB-C78C-43FD-9D61-D6B3842A7F9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05943" y="1971977"/>
                <a:ext cx="1130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29162CA-4CDA-4CED-90C4-6E6E07547820}"/>
                  </a:ext>
                </a:extLst>
              </p14:cNvPr>
              <p14:cNvContentPartPr/>
              <p14:nvPr/>
            </p14:nvContentPartPr>
            <p14:xfrm>
              <a:off x="2773543" y="2055857"/>
              <a:ext cx="112320" cy="50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29162CA-4CDA-4CED-90C4-6E6E0754782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64903" y="2047217"/>
                <a:ext cx="12996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C601CA9-1BE0-4AC6-B041-E898909B5C0E}"/>
                  </a:ext>
                </a:extLst>
              </p14:cNvPr>
              <p14:cNvContentPartPr/>
              <p14:nvPr/>
            </p14:nvContentPartPr>
            <p14:xfrm>
              <a:off x="3259183" y="1823657"/>
              <a:ext cx="226080" cy="3916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C601CA9-1BE0-4AC6-B041-E898909B5C0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50543" y="1815017"/>
                <a:ext cx="243720" cy="4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CC34D7E-FD5B-46BD-B9EF-8525A64597DD}"/>
                  </a:ext>
                </a:extLst>
              </p14:cNvPr>
              <p14:cNvContentPartPr/>
              <p14:nvPr/>
            </p14:nvContentPartPr>
            <p14:xfrm>
              <a:off x="3659503" y="2017337"/>
              <a:ext cx="235080" cy="86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CC34D7E-FD5B-46BD-B9EF-8525A64597D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50863" y="2008697"/>
                <a:ext cx="25272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E5D76B3-CA0C-40BA-8966-16204283E105}"/>
                  </a:ext>
                </a:extLst>
              </p14:cNvPr>
              <p14:cNvContentPartPr/>
              <p14:nvPr/>
            </p14:nvContentPartPr>
            <p14:xfrm>
              <a:off x="3753103" y="1844177"/>
              <a:ext cx="44280" cy="374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E5D76B3-CA0C-40BA-8966-16204283E10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44463" y="1835537"/>
                <a:ext cx="6192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4563D84-F7F3-4BA5-B83E-99754269E8ED}"/>
                  </a:ext>
                </a:extLst>
              </p14:cNvPr>
              <p14:cNvContentPartPr/>
              <p14:nvPr/>
            </p14:nvContentPartPr>
            <p14:xfrm>
              <a:off x="3741583" y="2128937"/>
              <a:ext cx="33480" cy="56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4563D84-F7F3-4BA5-B83E-99754269E8E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732583" y="2119937"/>
                <a:ext cx="5112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0921B9E-904C-4E9C-B986-7E6B960C0A92}"/>
                  </a:ext>
                </a:extLst>
              </p14:cNvPr>
              <p14:cNvContentPartPr/>
              <p14:nvPr/>
            </p14:nvContentPartPr>
            <p14:xfrm>
              <a:off x="6213343" y="1918337"/>
              <a:ext cx="217800" cy="100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0921B9E-904C-4E9C-B986-7E6B960C0A9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204703" y="1909697"/>
                <a:ext cx="23544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92A2B07-7CE1-47A5-828A-935E8E7BFCFB}"/>
                  </a:ext>
                </a:extLst>
              </p14:cNvPr>
              <p14:cNvContentPartPr/>
              <p14:nvPr/>
            </p14:nvContentPartPr>
            <p14:xfrm>
              <a:off x="6196423" y="2006177"/>
              <a:ext cx="235080" cy="54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92A2B07-7CE1-47A5-828A-935E8E7BFCF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187423" y="1997177"/>
                <a:ext cx="25272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02E6CBF-9C28-4210-81D1-59DEC8090C25}"/>
                  </a:ext>
                </a:extLst>
              </p14:cNvPr>
              <p14:cNvContentPartPr/>
              <p14:nvPr/>
            </p14:nvContentPartPr>
            <p14:xfrm>
              <a:off x="5068903" y="1851017"/>
              <a:ext cx="806760" cy="3254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02E6CBF-9C28-4210-81D1-59DEC8090C2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060263" y="1842377"/>
                <a:ext cx="82440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4FBBE33-9701-45DA-99D2-4F6D2467512C}"/>
                  </a:ext>
                </a:extLst>
              </p14:cNvPr>
              <p14:cNvContentPartPr/>
              <p14:nvPr/>
            </p14:nvContentPartPr>
            <p14:xfrm>
              <a:off x="4640503" y="1963697"/>
              <a:ext cx="185040" cy="1656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4FBBE33-9701-45DA-99D2-4F6D2467512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631485" y="1955038"/>
                <a:ext cx="202714" cy="1832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85D4145-31A7-4EA7-A709-B35F6E76062D}"/>
                  </a:ext>
                </a:extLst>
              </p14:cNvPr>
              <p14:cNvContentPartPr/>
              <p14:nvPr/>
            </p14:nvContentPartPr>
            <p14:xfrm>
              <a:off x="4067383" y="1825457"/>
              <a:ext cx="249480" cy="3898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85D4145-31A7-4EA7-A709-B35F6E76062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058743" y="1816817"/>
                <a:ext cx="26712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0F07D9D-D8AB-40CE-AF2D-620E37C1FE5A}"/>
                  </a:ext>
                </a:extLst>
              </p14:cNvPr>
              <p14:cNvContentPartPr/>
              <p14:nvPr/>
            </p14:nvContentPartPr>
            <p14:xfrm>
              <a:off x="6738223" y="1657697"/>
              <a:ext cx="1050120" cy="5821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0F07D9D-D8AB-40CE-AF2D-620E37C1FE5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729583" y="1648703"/>
                <a:ext cx="1067760" cy="5997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25DEADF-B477-41E1-9139-0B954D1D32F3}"/>
                  </a:ext>
                </a:extLst>
              </p14:cNvPr>
              <p14:cNvContentPartPr/>
              <p14:nvPr/>
            </p14:nvContentPartPr>
            <p14:xfrm>
              <a:off x="3658063" y="3048377"/>
              <a:ext cx="188280" cy="194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25DEADF-B477-41E1-9139-0B954D1D32F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649423" y="3039737"/>
                <a:ext cx="2059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952E84C-DB10-4311-A3F1-DDB2A82E562F}"/>
                  </a:ext>
                </a:extLst>
              </p14:cNvPr>
              <p14:cNvContentPartPr/>
              <p14:nvPr/>
            </p14:nvContentPartPr>
            <p14:xfrm>
              <a:off x="3725023" y="2877737"/>
              <a:ext cx="33120" cy="381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D952E84C-DB10-4311-A3F1-DDB2A82E562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716023" y="2869097"/>
                <a:ext cx="507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902A16F-5C4F-47F7-91A9-AC8FA9F959E3}"/>
                  </a:ext>
                </a:extLst>
              </p14:cNvPr>
              <p14:cNvContentPartPr/>
              <p14:nvPr/>
            </p14:nvContentPartPr>
            <p14:xfrm>
              <a:off x="3696583" y="3166097"/>
              <a:ext cx="80640" cy="619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902A16F-5C4F-47F7-91A9-AC8FA9F959E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687943" y="3157097"/>
                <a:ext cx="9828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E55586D-1224-4F61-99D3-C9E559EF5874}"/>
                  </a:ext>
                </a:extLst>
              </p14:cNvPr>
              <p14:cNvContentPartPr/>
              <p14:nvPr/>
            </p14:nvContentPartPr>
            <p14:xfrm>
              <a:off x="4032103" y="2832377"/>
              <a:ext cx="272880" cy="3870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E55586D-1224-4F61-99D3-C9E559EF587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023463" y="2823737"/>
                <a:ext cx="290520" cy="4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80B63BD-1C2C-40A6-89C7-A16265F31B1E}"/>
                  </a:ext>
                </a:extLst>
              </p14:cNvPr>
              <p14:cNvContentPartPr/>
              <p14:nvPr/>
            </p14:nvContentPartPr>
            <p14:xfrm>
              <a:off x="5018863" y="2869817"/>
              <a:ext cx="24480" cy="2682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80B63BD-1C2C-40A6-89C7-A16265F31B1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009863" y="2861177"/>
                <a:ext cx="4212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23214890-3C80-4637-AFF1-76E126852B6E}"/>
                  </a:ext>
                </a:extLst>
              </p14:cNvPr>
              <p14:cNvContentPartPr/>
              <p14:nvPr/>
            </p14:nvContentPartPr>
            <p14:xfrm>
              <a:off x="6114343" y="2937857"/>
              <a:ext cx="168120" cy="133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23214890-3C80-4637-AFF1-76E126852B6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105703" y="2928857"/>
                <a:ext cx="18576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B428B86B-1B9D-4602-AB51-FE6255AF1804}"/>
                  </a:ext>
                </a:extLst>
              </p14:cNvPr>
              <p14:cNvContentPartPr/>
              <p14:nvPr/>
            </p14:nvContentPartPr>
            <p14:xfrm>
              <a:off x="6088063" y="3024977"/>
              <a:ext cx="255600" cy="284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B428B86B-1B9D-4602-AB51-FE6255AF180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079423" y="3016337"/>
                <a:ext cx="2732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0289BE2-E227-426B-98A2-812A3730CC4A}"/>
                  </a:ext>
                </a:extLst>
              </p14:cNvPr>
              <p14:cNvContentPartPr/>
              <p14:nvPr/>
            </p14:nvContentPartPr>
            <p14:xfrm>
              <a:off x="5172223" y="2843537"/>
              <a:ext cx="663480" cy="33444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0289BE2-E227-426B-98A2-812A3730CC4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163583" y="2834537"/>
                <a:ext cx="68112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9C74114-67F3-4518-B833-9B0194638699}"/>
                  </a:ext>
                </a:extLst>
              </p14:cNvPr>
              <p14:cNvContentPartPr/>
              <p14:nvPr/>
            </p14:nvContentPartPr>
            <p14:xfrm>
              <a:off x="4487863" y="2915537"/>
              <a:ext cx="207720" cy="2372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9C74114-67F3-4518-B833-9B019463869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478863" y="2906537"/>
                <a:ext cx="22536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9804E8BC-9AE7-4955-8371-720D89E01F9D}"/>
                  </a:ext>
                </a:extLst>
              </p14:cNvPr>
              <p14:cNvContentPartPr/>
              <p14:nvPr/>
            </p14:nvContentPartPr>
            <p14:xfrm>
              <a:off x="3207703" y="2886017"/>
              <a:ext cx="272160" cy="3297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9804E8BC-9AE7-4955-8371-720D89E01F9D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198703" y="2877017"/>
                <a:ext cx="28980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E12B8F75-6458-4871-872F-898EA7E6EE2B}"/>
                  </a:ext>
                </a:extLst>
              </p14:cNvPr>
              <p14:cNvContentPartPr/>
              <p14:nvPr/>
            </p14:nvContentPartPr>
            <p14:xfrm>
              <a:off x="7220623" y="2963777"/>
              <a:ext cx="9360" cy="2844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E12B8F75-6458-4871-872F-898EA7E6EE2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211623" y="2955137"/>
                <a:ext cx="2700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1AFD0ABA-0D4D-437F-A3D4-B28A45B8F8D6}"/>
                  </a:ext>
                </a:extLst>
              </p14:cNvPr>
              <p14:cNvContentPartPr/>
              <p14:nvPr/>
            </p14:nvContentPartPr>
            <p14:xfrm>
              <a:off x="8059783" y="2676497"/>
              <a:ext cx="419400" cy="53604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1AFD0ABA-0D4D-437F-A3D4-B28A45B8F8D6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050783" y="2667497"/>
                <a:ext cx="437040" cy="55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1D99D3ED-C45F-458B-9C10-4B9FF4B5BDE4}"/>
                  </a:ext>
                </a:extLst>
              </p14:cNvPr>
              <p14:cNvContentPartPr/>
              <p14:nvPr/>
            </p14:nvContentPartPr>
            <p14:xfrm>
              <a:off x="7452823" y="2750657"/>
              <a:ext cx="294840" cy="38196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1D99D3ED-C45F-458B-9C10-4B9FF4B5BDE4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444183" y="2741657"/>
                <a:ext cx="312480" cy="39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CCF15901-6820-4A64-A78D-C765D8689241}"/>
                  </a:ext>
                </a:extLst>
              </p14:cNvPr>
              <p14:cNvContentPartPr/>
              <p14:nvPr/>
            </p14:nvContentPartPr>
            <p14:xfrm>
              <a:off x="6567223" y="2757497"/>
              <a:ext cx="465120" cy="3999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CCF15901-6820-4A64-A78D-C765D8689241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558583" y="2748497"/>
                <a:ext cx="482760" cy="41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1186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CBF19C-156F-472E-A695-34EA50657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943" y="0"/>
            <a:ext cx="83801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259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6B3757F-4FA8-4B20-93EF-E8B316021E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048"/>
          <a:stretch/>
        </p:blipFill>
        <p:spPr>
          <a:xfrm>
            <a:off x="1144635" y="-1"/>
            <a:ext cx="9997982" cy="680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000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2BE4E7-255C-41FD-9772-0D0E6A0AE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37906" cy="609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84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1ABE51-8A5D-4A31-A71B-17B357E65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753" y="0"/>
            <a:ext cx="84624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237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42DAB9-4A4F-4ABF-A6BE-A67FCBECF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231" y="0"/>
            <a:ext cx="92575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954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C722D27-E35F-4B86-BCE5-B3070786F544}"/>
                  </a:ext>
                </a:extLst>
              </p14:cNvPr>
              <p14:cNvContentPartPr/>
              <p14:nvPr/>
            </p14:nvContentPartPr>
            <p14:xfrm>
              <a:off x="1431463" y="610097"/>
              <a:ext cx="201600" cy="378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C722D27-E35F-4B86-BCE5-B3070786F54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13463" y="592097"/>
                <a:ext cx="237240" cy="41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E9FBBF5-31C5-484C-A94B-147BD6588FB2}"/>
                  </a:ext>
                </a:extLst>
              </p14:cNvPr>
              <p14:cNvContentPartPr/>
              <p14:nvPr/>
            </p14:nvContentPartPr>
            <p14:xfrm>
              <a:off x="2398063" y="504257"/>
              <a:ext cx="25560" cy="129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E9FBBF5-31C5-484C-A94B-147BD6588FB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80423" y="486257"/>
                <a:ext cx="6120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80E8FB7-15F8-4526-9BB2-E24361177DE8}"/>
                  </a:ext>
                </a:extLst>
              </p14:cNvPr>
              <p14:cNvContentPartPr/>
              <p14:nvPr/>
            </p14:nvContentPartPr>
            <p14:xfrm>
              <a:off x="2398423" y="684257"/>
              <a:ext cx="40320" cy="360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80E8FB7-15F8-4526-9BB2-E24361177DE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80783" y="666617"/>
                <a:ext cx="7596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6B6289-E258-4656-A7D2-151B8C09B1DE}"/>
                  </a:ext>
                </a:extLst>
              </p14:cNvPr>
              <p14:cNvContentPartPr/>
              <p14:nvPr/>
            </p14:nvContentPartPr>
            <p14:xfrm>
              <a:off x="1852663" y="351977"/>
              <a:ext cx="212040" cy="5047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6B6289-E258-4656-A7D2-151B8C09B1D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34663" y="333977"/>
                <a:ext cx="247680" cy="54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64A1D22-F6CD-426F-8BEF-D4B77F7B97E2}"/>
                  </a:ext>
                </a:extLst>
              </p14:cNvPr>
              <p14:cNvContentPartPr/>
              <p14:nvPr/>
            </p14:nvContentPartPr>
            <p14:xfrm>
              <a:off x="682663" y="336857"/>
              <a:ext cx="643320" cy="5212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64A1D22-F6CD-426F-8BEF-D4B77F7B97E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4663" y="319217"/>
                <a:ext cx="678960" cy="55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BFC2731-7B24-404D-8D1A-E09F775C0A2B}"/>
                  </a:ext>
                </a:extLst>
              </p14:cNvPr>
              <p14:cNvContentPartPr/>
              <p14:nvPr/>
            </p14:nvContentPartPr>
            <p14:xfrm>
              <a:off x="4079263" y="215177"/>
              <a:ext cx="2687760" cy="9410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BFC2731-7B24-404D-8D1A-E09F775C0A2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61623" y="197177"/>
                <a:ext cx="2723400" cy="9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2B537428-7FB6-4C01-B7EC-3A103F9401C5}"/>
                  </a:ext>
                </a:extLst>
              </p14:cNvPr>
              <p14:cNvContentPartPr/>
              <p14:nvPr/>
            </p14:nvContentPartPr>
            <p14:xfrm>
              <a:off x="2756983" y="278537"/>
              <a:ext cx="856080" cy="5677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2B537428-7FB6-4C01-B7EC-3A103F9401C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39336" y="260897"/>
                <a:ext cx="891735" cy="6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1F56B82-C59C-4BA3-9F03-F39412740F23}"/>
                  </a:ext>
                </a:extLst>
              </p14:cNvPr>
              <p14:cNvContentPartPr/>
              <p14:nvPr/>
            </p14:nvContentPartPr>
            <p14:xfrm>
              <a:off x="627223" y="2217497"/>
              <a:ext cx="886680" cy="7020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1F56B82-C59C-4BA3-9F03-F39412740F2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18583" y="2208857"/>
                <a:ext cx="90432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07112DE-D2F1-40B8-9949-0567B2DAF752}"/>
                  </a:ext>
                </a:extLst>
              </p14:cNvPr>
              <p14:cNvContentPartPr/>
              <p14:nvPr/>
            </p14:nvContentPartPr>
            <p14:xfrm>
              <a:off x="769063" y="2452937"/>
              <a:ext cx="13680" cy="3924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07112DE-D2F1-40B8-9949-0567B2DAF75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60063" y="2443937"/>
                <a:ext cx="3132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370B3D8-5A8C-43E7-8C03-3E1E7EE7C9A9}"/>
                  </a:ext>
                </a:extLst>
              </p14:cNvPr>
              <p14:cNvContentPartPr/>
              <p14:nvPr/>
            </p14:nvContentPartPr>
            <p14:xfrm>
              <a:off x="2609743" y="1782257"/>
              <a:ext cx="933120" cy="5281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370B3D8-5A8C-43E7-8C03-3E1E7EE7C9A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600743" y="1773617"/>
                <a:ext cx="950760" cy="54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2343C5AB-BD56-455F-9FD7-C98B8220CAB5}"/>
                  </a:ext>
                </a:extLst>
              </p14:cNvPr>
              <p14:cNvContentPartPr/>
              <p14:nvPr/>
            </p14:nvContentPartPr>
            <p14:xfrm>
              <a:off x="1910263" y="2025617"/>
              <a:ext cx="264600" cy="3200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2343C5AB-BD56-455F-9FD7-C98B8220CAB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901623" y="2016977"/>
                <a:ext cx="28224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1F49D88-77A3-4C52-B797-992D675A2C14}"/>
                  </a:ext>
                </a:extLst>
              </p14:cNvPr>
              <p14:cNvContentPartPr/>
              <p14:nvPr/>
            </p14:nvContentPartPr>
            <p14:xfrm>
              <a:off x="939343" y="2449337"/>
              <a:ext cx="554760" cy="3686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1F49D88-77A3-4C52-B797-992D675A2C1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30343" y="2440337"/>
                <a:ext cx="57240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AA006EBB-59E9-4998-94F5-FA3878D28B80}"/>
                  </a:ext>
                </a:extLst>
              </p14:cNvPr>
              <p14:cNvContentPartPr/>
              <p14:nvPr/>
            </p14:nvContentPartPr>
            <p14:xfrm>
              <a:off x="723343" y="1655537"/>
              <a:ext cx="619200" cy="47520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AA006EBB-59E9-4998-94F5-FA3878D28B8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14703" y="1646537"/>
                <a:ext cx="636840" cy="49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3A49DB6-83FD-40BE-A7F3-48708F9C3A52}"/>
                  </a:ext>
                </a:extLst>
              </p14:cNvPr>
              <p14:cNvContentPartPr/>
              <p14:nvPr/>
            </p14:nvContentPartPr>
            <p14:xfrm>
              <a:off x="4693063" y="1779377"/>
              <a:ext cx="37080" cy="5065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3A49DB6-83FD-40BE-A7F3-48708F9C3A5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684063" y="1770737"/>
                <a:ext cx="54720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1807A4A-2379-4332-B1F7-9293D478182F}"/>
                  </a:ext>
                </a:extLst>
              </p14:cNvPr>
              <p14:cNvContentPartPr/>
              <p14:nvPr/>
            </p14:nvContentPartPr>
            <p14:xfrm>
              <a:off x="4995463" y="1754177"/>
              <a:ext cx="207360" cy="5245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1807A4A-2379-4332-B1F7-9293D478182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986463" y="1745537"/>
                <a:ext cx="225000" cy="54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FA7CA30-C057-4BED-AB5A-1FECDF397608}"/>
                  </a:ext>
                </a:extLst>
              </p14:cNvPr>
              <p14:cNvContentPartPr/>
              <p14:nvPr/>
            </p14:nvContentPartPr>
            <p14:xfrm>
              <a:off x="5372743" y="1772537"/>
              <a:ext cx="346680" cy="47088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FA7CA30-C057-4BED-AB5A-1FECDF39760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363743" y="1763897"/>
                <a:ext cx="364320" cy="48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1E5E7108-AA21-48D5-B211-7B6A35F732C9}"/>
                  </a:ext>
                </a:extLst>
              </p14:cNvPr>
              <p14:cNvContentPartPr/>
              <p14:nvPr/>
            </p14:nvContentPartPr>
            <p14:xfrm>
              <a:off x="3899623" y="1609097"/>
              <a:ext cx="601560" cy="6984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1E5E7108-AA21-48D5-B211-7B6A35F732C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890623" y="1600097"/>
                <a:ext cx="619200" cy="71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A8F2441-CE5C-483D-AB87-2DB7E7FAAEA7}"/>
                  </a:ext>
                </a:extLst>
              </p14:cNvPr>
              <p14:cNvContentPartPr/>
              <p14:nvPr/>
            </p14:nvContentPartPr>
            <p14:xfrm>
              <a:off x="2056783" y="3313697"/>
              <a:ext cx="223920" cy="45108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A8F2441-CE5C-483D-AB87-2DB7E7FAAEA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039143" y="3296057"/>
                <a:ext cx="259560" cy="4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E5730E2-49C2-4CE3-A734-FFFA12079966}"/>
                  </a:ext>
                </a:extLst>
              </p14:cNvPr>
              <p14:cNvContentPartPr/>
              <p14:nvPr/>
            </p14:nvContentPartPr>
            <p14:xfrm>
              <a:off x="2638183" y="3404057"/>
              <a:ext cx="3960" cy="266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E5730E2-49C2-4CE3-A734-FFFA1207996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620183" y="3386417"/>
                <a:ext cx="3960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6CADDE64-ADD4-4613-9828-73EB04A327DB}"/>
                  </a:ext>
                </a:extLst>
              </p14:cNvPr>
              <p14:cNvContentPartPr/>
              <p14:nvPr/>
            </p14:nvContentPartPr>
            <p14:xfrm>
              <a:off x="2620903" y="3579377"/>
              <a:ext cx="7920" cy="169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6CADDE64-ADD4-4613-9828-73EB04A327D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603263" y="3561737"/>
                <a:ext cx="4356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CA10787-E735-4194-AE73-682193D692B7}"/>
                  </a:ext>
                </a:extLst>
              </p14:cNvPr>
              <p14:cNvContentPartPr/>
              <p14:nvPr/>
            </p14:nvContentPartPr>
            <p14:xfrm>
              <a:off x="4766143" y="3189857"/>
              <a:ext cx="710640" cy="52740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CA10787-E735-4194-AE73-682193D692B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48143" y="3172217"/>
                <a:ext cx="746280" cy="56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F5E97731-768D-424E-8217-D1ECE5CE5442}"/>
                  </a:ext>
                </a:extLst>
              </p14:cNvPr>
              <p14:cNvContentPartPr/>
              <p14:nvPr/>
            </p14:nvContentPartPr>
            <p14:xfrm>
              <a:off x="2985943" y="3216857"/>
              <a:ext cx="1288080" cy="5202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F5E97731-768D-424E-8217-D1ECE5CE544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968303" y="3199205"/>
                <a:ext cx="1323720" cy="5558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64ABDD9A-C866-43BD-9E90-5B200CBF0AA8}"/>
                  </a:ext>
                </a:extLst>
              </p14:cNvPr>
              <p14:cNvContentPartPr/>
              <p14:nvPr/>
            </p14:nvContentPartPr>
            <p14:xfrm>
              <a:off x="843583" y="3346817"/>
              <a:ext cx="887400" cy="65520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64ABDD9A-C866-43BD-9E90-5B200CBF0AA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25583" y="3329177"/>
                <a:ext cx="923040" cy="69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923B7833-15BB-49C3-B8EE-55AB1FEE17C5}"/>
                  </a:ext>
                </a:extLst>
              </p14:cNvPr>
              <p14:cNvContentPartPr/>
              <p14:nvPr/>
            </p14:nvContentPartPr>
            <p14:xfrm>
              <a:off x="2464663" y="4932257"/>
              <a:ext cx="340920" cy="3924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923B7833-15BB-49C3-B8EE-55AB1FEE17C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456023" y="4923257"/>
                <a:ext cx="35856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61A9B67F-9DD1-47F4-AAA2-3771C0CB06BF}"/>
                  </a:ext>
                </a:extLst>
              </p14:cNvPr>
              <p14:cNvContentPartPr/>
              <p14:nvPr/>
            </p14:nvContentPartPr>
            <p14:xfrm>
              <a:off x="3778663" y="4686377"/>
              <a:ext cx="23760" cy="48528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61A9B67F-9DD1-47F4-AAA2-3771C0CB06B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769663" y="4677377"/>
                <a:ext cx="41400" cy="50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0E15DE7D-EE73-4257-82D2-F27D68FEFB42}"/>
                  </a:ext>
                </a:extLst>
              </p14:cNvPr>
              <p14:cNvContentPartPr/>
              <p14:nvPr/>
            </p14:nvContentPartPr>
            <p14:xfrm>
              <a:off x="4006183" y="4682417"/>
              <a:ext cx="254520" cy="47196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0E15DE7D-EE73-4257-82D2-F27D68FEFB4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997543" y="4673417"/>
                <a:ext cx="272160" cy="48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95D45D1E-4E4A-4C2A-A95F-14743BC92D67}"/>
                  </a:ext>
                </a:extLst>
              </p14:cNvPr>
              <p14:cNvContentPartPr/>
              <p14:nvPr/>
            </p14:nvContentPartPr>
            <p14:xfrm>
              <a:off x="4389583" y="4681697"/>
              <a:ext cx="342720" cy="52380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95D45D1E-4E4A-4C2A-A95F-14743BC92D6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380583" y="4672697"/>
                <a:ext cx="360360" cy="5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527158A7-F7CF-49AD-9BFC-C0D5303E3BCA}"/>
                  </a:ext>
                </a:extLst>
              </p14:cNvPr>
              <p14:cNvContentPartPr/>
              <p14:nvPr/>
            </p14:nvContentPartPr>
            <p14:xfrm>
              <a:off x="5221543" y="4785737"/>
              <a:ext cx="303840" cy="3528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527158A7-F7CF-49AD-9BFC-C0D5303E3BC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212903" y="4776737"/>
                <a:ext cx="32148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8DD9055C-8984-410F-A0E6-1F31F1C71E63}"/>
                  </a:ext>
                </a:extLst>
              </p14:cNvPr>
              <p14:cNvContentPartPr/>
              <p14:nvPr/>
            </p14:nvContentPartPr>
            <p14:xfrm>
              <a:off x="5212183" y="4931177"/>
              <a:ext cx="356040" cy="828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8DD9055C-8984-410F-A0E6-1F31F1C71E6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203183" y="4922537"/>
                <a:ext cx="37368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1E864D11-CCEB-482E-AB45-50366C788EE7}"/>
                  </a:ext>
                </a:extLst>
              </p14:cNvPr>
              <p14:cNvContentPartPr/>
              <p14:nvPr/>
            </p14:nvContentPartPr>
            <p14:xfrm>
              <a:off x="3256303" y="4595297"/>
              <a:ext cx="313920" cy="6681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1E864D11-CCEB-482E-AB45-50366C788EE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247303" y="4586657"/>
                <a:ext cx="331560" cy="68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C7C5EA4F-3E11-4CF8-A6EA-06CDF6D29503}"/>
                  </a:ext>
                </a:extLst>
              </p14:cNvPr>
              <p14:cNvContentPartPr/>
              <p14:nvPr/>
            </p14:nvContentPartPr>
            <p14:xfrm>
              <a:off x="728023" y="4562537"/>
              <a:ext cx="296640" cy="79056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C7C5EA4F-3E11-4CF8-A6EA-06CDF6D2950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19023" y="4553537"/>
                <a:ext cx="314280" cy="80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9F9CF5F3-48BC-4DF2-A9D2-C00541D0D957}"/>
                  </a:ext>
                </a:extLst>
              </p14:cNvPr>
              <p14:cNvContentPartPr/>
              <p14:nvPr/>
            </p14:nvContentPartPr>
            <p14:xfrm>
              <a:off x="1174783" y="4575137"/>
              <a:ext cx="935640" cy="63432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9F9CF5F3-48BC-4DF2-A9D2-C00541D0D95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66140" y="4566497"/>
                <a:ext cx="953287" cy="65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4D33E186-61F4-4D09-B515-138BCEA25323}"/>
                  </a:ext>
                </a:extLst>
              </p14:cNvPr>
              <p14:cNvContentPartPr/>
              <p14:nvPr/>
            </p14:nvContentPartPr>
            <p14:xfrm>
              <a:off x="11099623" y="1929497"/>
              <a:ext cx="442800" cy="47916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4D33E186-61F4-4D09-B515-138BCEA2532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090630" y="1920504"/>
                <a:ext cx="460426" cy="4967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8A2056EC-9341-4417-AFF2-3710F1629CA0}"/>
                  </a:ext>
                </a:extLst>
              </p14:cNvPr>
              <p14:cNvContentPartPr/>
              <p14:nvPr/>
            </p14:nvContentPartPr>
            <p14:xfrm>
              <a:off x="5877823" y="2064137"/>
              <a:ext cx="5060160" cy="296496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8A2056EC-9341-4417-AFF2-3710F1629CA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60183" y="2055497"/>
                <a:ext cx="5086800" cy="298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7004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69943B-0F80-466D-BE3C-E5710D578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294" y="0"/>
            <a:ext cx="91974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17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17</Words>
  <Application>Microsoft Office PowerPoint</Application>
  <PresentationFormat>Widescreen</PresentationFormat>
  <Paragraphs>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Fragment Core</vt:lpstr>
      <vt:lpstr>Office Theme</vt:lpstr>
      <vt:lpstr>NAPLAN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NAPLAN</dc:title>
  <dc:creator>STRETCH Nine [Baldivis Secondary College]</dc:creator>
  <cp:lastModifiedBy>STRETCH Nine [Baldivis Secondary College]</cp:lastModifiedBy>
  <cp:revision>4</cp:revision>
  <dcterms:created xsi:type="dcterms:W3CDTF">2019-04-23T05:17:02Z</dcterms:created>
  <dcterms:modified xsi:type="dcterms:W3CDTF">2019-04-23T05:34:24Z</dcterms:modified>
</cp:coreProperties>
</file>