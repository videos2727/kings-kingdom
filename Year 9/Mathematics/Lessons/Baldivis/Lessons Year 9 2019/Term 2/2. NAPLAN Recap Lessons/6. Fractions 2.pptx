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D618D-DBCB-49F0-84FB-6D00B7AD86A5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95164-A04F-4D38-AE12-3428F3D9AE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94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9B39-7520-4A66-9E93-CBC93C5CB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5CFF0-F7F3-4B6A-89ED-DF86E3ECF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A9758-2B7F-4ACB-BAC8-1C0A5868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BAAB6-319C-4EB4-B294-2585DF41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B9733-319D-4FA4-8F12-F2C2F656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03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B2DA-B208-4D3B-9AD8-02D46465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F52BD-5310-4544-9709-E5FA0B1F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CC593-C48E-4663-9D14-27A5E93E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A86DE-1721-4231-BACC-C271F403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E7B20-9484-4BEC-8DA9-7DB0D883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55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4D0C-A5F8-4445-906B-38987405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43D82-BCED-46BC-B4D7-BCF3C7E00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2AE37-CC27-4ED5-9A4E-4D0143F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91322-B42E-42F7-BB4F-34B41940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A305-768F-4FE2-B69D-51FCE228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66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65EE2-2D0D-44C3-A4D0-BCC17621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01E0E-0CFA-4717-A56B-FA5787B30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B98EA-CBE9-4C2C-A8E6-01CBE169F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4357-9CED-405F-AD7A-B4B2A234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1453B-FFCA-4FBC-86D0-F5701D05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F4621-9E7D-45D1-92D4-7C338262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208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50E7-6336-45A1-838E-F915536A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1119D-10FC-480F-9BD7-799AD4756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48CD4-8152-482E-BBA0-E2D54BC07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04AF5-88AD-446E-8AA3-BC7D5F26A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9051E-1300-4A1C-B768-96670947D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C1DE6-9EF6-441B-9385-5C726661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A8FDC-7E56-4D78-B34E-71A395FB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F7A82A-E939-4A7A-9ADC-99132AEB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49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1E5C-4AB1-43E2-9215-86D6189E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432BFC-C263-4BDF-A69D-D68AB9B6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248BD-9A24-4271-901D-B0A9B23D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FE729-B2A9-4298-B98D-C33ADBA7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27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4BE91-DF92-47D9-B81E-48E2C45E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8AB9C-05DC-4525-B620-B88756BB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6A4C-0E3F-4231-9E78-ECCB8A5E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03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8549-1C19-49F8-88AB-7291B732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8564-9B8F-46A2-9845-C89EB71E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8B460-C3FB-4A75-855C-BCB3E68FD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F5957-5CA9-4BEE-BDB7-34BF56E0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8EA7D-D313-47CB-AE6F-664661E71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FAE9-BE81-48C2-9A3C-F4188F55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0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7186-A791-480E-8E22-A6922A76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47036-5D82-4EA5-9A91-69FC4198B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CF84B-E630-4546-88F4-C4FA0E224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9E2C3-F65F-4388-BC97-F6B64C99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9DDF8-7727-47D9-9B07-3CCD7AF2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130B8-FCF9-4BC7-B7DB-F74C4BFB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17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026E-608A-444F-B992-97CC12D2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64C9B-B2DA-4DC9-B11F-D90AC328B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52FC4-CA46-499B-828F-90963E5D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865A5-01DC-48F8-AD2A-7B76BE37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2BD9C-8B56-433C-9890-77030BCC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71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DF1C2D-DF43-4143-8AAA-BCE37A877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31648-C063-4696-A24D-D229B5086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594B8-EA87-4E60-9EBA-5C1D3C68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9F02-8722-4766-A76A-471D12E5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09EE9-E2C7-4964-9AD9-3DF4E7B1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385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436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5E577-0DFA-46D5-AE3C-EE996530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7213A-77E1-4FB5-802C-7F939428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05445-826D-445F-B8EE-212BC6D39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F13EE-0B72-499C-AF88-291D9603094B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F73AB-518C-4E99-AA3F-B81E1A5FD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5DE14-776A-477C-A9C9-43BD6459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F1A23-856B-4C5D-A4D1-71C41199B8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75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NAPLAN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692331" y="3181487"/>
            <a:ext cx="10822578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NAPLAN Recap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add, subtract, multiply and divide fractions?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EB2C1A-DFC3-4889-8786-4906447BC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98"/>
            <a:ext cx="12192000" cy="648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5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D8DFCD-B77C-4D45-B739-F2F5D359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3" y="0"/>
            <a:ext cx="11939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1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152FE9-658C-466A-BD9A-D008C424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9"/>
            <a:ext cx="12192000" cy="401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7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1FB808-D567-4CD6-8335-E4153D197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402"/>
            <a:ext cx="12192000" cy="550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3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09913B-8E51-4A14-B9F9-3097395E2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6070"/>
            <a:ext cx="12192000" cy="488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6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FF4BC2-C693-4DCA-A541-82A36119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02"/>
            <a:ext cx="12192000" cy="661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70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564C05-AFAC-47DE-B9D6-E1D2AD9B8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30"/>
            <a:ext cx="12192000" cy="638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2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393331-F668-4D5E-AB5C-E1920EE4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58"/>
            <a:ext cx="12192000" cy="662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8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399FF0-B4DC-4A4C-80D7-016C0C0DD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3" y="130220"/>
            <a:ext cx="66770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0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9AEF80-4A72-4C0E-A1E9-E406F186F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958"/>
            <a:ext cx="12192000" cy="578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8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189A5E-EF35-4E24-B51F-2727F6A5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49" y="0"/>
            <a:ext cx="10767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5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</Words>
  <Application>Microsoft Office PowerPoint</Application>
  <PresentationFormat>Widescreen</PresentationFormat>
  <Paragraphs>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Fragment Core</vt:lpstr>
      <vt:lpstr>Office Theme</vt:lpstr>
      <vt:lpstr>NAPLAN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NAPLAN</dc:title>
  <dc:creator>STRETCH Nine [Baldivis Secondary College]</dc:creator>
  <cp:lastModifiedBy>STRETCH Nine [Baldivis Secondary College]</cp:lastModifiedBy>
  <cp:revision>3</cp:revision>
  <dcterms:created xsi:type="dcterms:W3CDTF">2019-05-05T05:30:16Z</dcterms:created>
  <dcterms:modified xsi:type="dcterms:W3CDTF">2019-05-05T05:35:44Z</dcterms:modified>
</cp:coreProperties>
</file>