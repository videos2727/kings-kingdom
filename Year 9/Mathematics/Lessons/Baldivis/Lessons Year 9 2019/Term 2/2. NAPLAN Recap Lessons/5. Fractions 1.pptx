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61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51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782B45-3405-41AE-BF46-5E2078924CA3}" type="datetimeFigureOut">
              <a:rPr lang="en-AU" smtClean="0"/>
              <a:t>5/05/2019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2DC65F-FD94-457F-83A1-763F49AEDF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8177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51485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80430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1205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1932E-F069-44E0-AF5A-EF87FE4865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86C193-8A6D-452E-B3AC-E1BB368CFD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190AC5-9F5C-484D-B7AE-CE88BF25F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27417-F63B-4AD9-8DAE-FE0D36AEE78B}" type="datetimeFigureOut">
              <a:rPr lang="en-AU" smtClean="0"/>
              <a:t>5/05/2019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E0D0DC-7943-44B9-B5D4-CFBBD31E5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B3D9D6-F4A6-4E0E-A7D8-FA6D75197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37926-ED8F-4205-AEB9-B25C8438AB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53907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2C5F6-BF6B-457B-B0AB-C141F0CC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96D45-3BAE-4778-96E9-B9ECAA9C0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A3407C-62CC-4F19-8EFF-CC1C37D45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27417-F63B-4AD9-8DAE-FE0D36AEE78B}" type="datetimeFigureOut">
              <a:rPr lang="en-AU" smtClean="0"/>
              <a:t>5/05/2019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B0A48-B7FB-4D88-A351-F96E92CFD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FAF58-635E-437D-A2CE-DF0B76BB9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37926-ED8F-4205-AEB9-B25C8438AB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8772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D994F-454D-40EA-85FD-DEA890E3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0248E-6882-4EB4-96D9-C9762330A0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F3E718-A7C0-4276-B9FB-1A06FBFCF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27417-F63B-4AD9-8DAE-FE0D36AEE78B}" type="datetimeFigureOut">
              <a:rPr lang="en-AU" smtClean="0"/>
              <a:t>5/05/2019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2489C-1F20-4A4A-909A-150DF32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0E78B5-A55C-4EB1-8130-96AD487FB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37926-ED8F-4205-AEB9-B25C8438AB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6234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E82F4-2E91-4427-A629-B331B5F94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79813-8E0A-4408-8AD1-998C1AF800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49DBF3-CBB5-4C2E-92D9-BC7012697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D104F2-2CFD-4F6F-A66E-4BA3B3DD5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27417-F63B-4AD9-8DAE-FE0D36AEE78B}" type="datetimeFigureOut">
              <a:rPr lang="en-AU" smtClean="0"/>
              <a:t>5/05/2019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82BB7A-DD35-4776-A30A-1C06C39F1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B840E9-3FC6-4CCA-88DC-508D75D4D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37926-ED8F-4205-AEB9-B25C8438AB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1023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63429-66A7-4868-9CB8-3CF916599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F1FD63-AAB8-41F1-8C74-96DA96909F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E21A6-737D-4AB3-AA2D-9DCF0FBEDA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A2345D-19E3-4877-BB56-2320D2A36A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21FE16-3D94-47F4-8B86-8A392DDAFA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D72F88-AA95-4AB6-9675-B181DCE65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27417-F63B-4AD9-8DAE-FE0D36AEE78B}" type="datetimeFigureOut">
              <a:rPr lang="en-AU" smtClean="0"/>
              <a:t>5/05/2019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AEADE1-0D63-44EC-BBED-E21EE9270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040695-A18A-4BD0-B7B8-CFBF7CBD5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37926-ED8F-4205-AEB9-B25C8438AB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3339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E3719-FD49-4519-B8A5-CD76BBF1A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41F630-A5D1-495D-8437-00F4110E5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27417-F63B-4AD9-8DAE-FE0D36AEE78B}" type="datetimeFigureOut">
              <a:rPr lang="en-AU" smtClean="0"/>
              <a:t>5/05/2019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44F587-4B0C-430D-9ABA-8FAE2C842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0C831F-698A-4D49-B5FD-0B3972567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37926-ED8F-4205-AEB9-B25C8438AB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1062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0A3399-B5F7-452D-AE07-DFAA925F0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27417-F63B-4AD9-8DAE-FE0D36AEE78B}" type="datetimeFigureOut">
              <a:rPr lang="en-AU" smtClean="0"/>
              <a:t>5/05/2019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932ECE-0771-4664-852E-B42E54BE3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C9B6B2-851E-4B03-B7A6-6CF2E7341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37926-ED8F-4205-AEB9-B25C8438AB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9927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78986-EC09-479D-9676-9FBF8A42C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EEE3B-068F-4335-B65B-646434956F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602964-8D45-4435-8EDB-D79C88C1CE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C0FC44-14C1-46DE-998E-23AD62B31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27417-F63B-4AD9-8DAE-FE0D36AEE78B}" type="datetimeFigureOut">
              <a:rPr lang="en-AU" smtClean="0"/>
              <a:t>5/05/2019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BBE546-B37B-4844-9E58-F50D80847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075052-9A8B-4B1E-9470-B5ECF89C5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37926-ED8F-4205-AEB9-B25C8438AB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2300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7C2FE-484E-4EC1-8A96-ABBB4876D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1AD81B-8D35-4F0D-8C43-5DB97A2D83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E043C3-AA49-424B-83D3-42501FD565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2B0D57-879C-4710-9C5E-0225F64E6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27417-F63B-4AD9-8DAE-FE0D36AEE78B}" type="datetimeFigureOut">
              <a:rPr lang="en-AU" smtClean="0"/>
              <a:t>5/05/2019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07DE22-29E0-4512-9277-8AB58E3A4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3FD4ED-14AC-4375-8460-1F45E0C47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37926-ED8F-4205-AEB9-B25C8438AB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4448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36091-E48B-46E4-A09B-36A6B320B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F9A72E-1580-497D-B84C-76B91165F5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5B9F3A-2ED6-4C9C-B517-4E8742807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27417-F63B-4AD9-8DAE-FE0D36AEE78B}" type="datetimeFigureOut">
              <a:rPr lang="en-AU" smtClean="0"/>
              <a:t>5/05/2019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58142-A739-40F8-9663-8D3441D3E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B14F27-D7AF-41AD-872C-FC96D286A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37926-ED8F-4205-AEB9-B25C8438AB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3624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BF0135-12E7-44CF-95FF-7804B04F40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7A5CA6-21A5-41EA-8548-2EC85B51F8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44F27-9035-4C01-AD73-23AFF3CCE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27417-F63B-4AD9-8DAE-FE0D36AEE78B}" type="datetimeFigureOut">
              <a:rPr lang="en-AU" smtClean="0"/>
              <a:t>5/05/2019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54543-9C5D-4758-9741-6BE656AD7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914C1C-E68F-4B49-8F01-49D03E13D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37926-ED8F-4205-AEB9-B25C8438AB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38058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1069270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151588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111454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2C012A-0146-4361-8D19-F7AC64F84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7F7C0-AF56-4176-8834-FD7E9A1C7B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C239C-7983-42A9-BD81-D936A4881C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C27417-F63B-4AD9-8DAE-FE0D36AEE78B}" type="datetimeFigureOut">
              <a:rPr lang="en-AU" smtClean="0"/>
              <a:t>5/05/2019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04CF4-F089-4D19-8729-4E86726C37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72FF69-CA15-4BA2-9E00-0289C11F59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937926-ED8F-4205-AEB9-B25C8438AB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6599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 err="1">
                <a:solidFill>
                  <a:srgbClr val="7C7F91"/>
                </a:solidFill>
                <a:latin typeface="Fragment Core" panose="02000504040000020003" pitchFamily="50" charset="0"/>
              </a:rPr>
              <a:t>Mrs</a:t>
            </a: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 Stretch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Year 9 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1539172"/>
          </a:xfrm>
        </p:spPr>
        <p:txBody>
          <a:bodyPr/>
          <a:lstStyle/>
          <a:p>
            <a:r>
              <a:rPr lang="en-AU" b="1" dirty="0">
                <a:latin typeface="Fragment Core" panose="02000504040000020003" pitchFamily="50" charset="0"/>
              </a:rPr>
              <a:t>NAPLAN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BEFB67-184A-4E59-8133-49BC35926EE6}"/>
              </a:ext>
            </a:extLst>
          </p:cNvPr>
          <p:cNvSpPr txBox="1">
            <a:spLocks/>
          </p:cNvSpPr>
          <p:nvPr/>
        </p:nvSpPr>
        <p:spPr>
          <a:xfrm>
            <a:off x="1372829" y="3181487"/>
            <a:ext cx="9446339" cy="1119144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Topic: NAPLAN Recap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EQ: How do we </a:t>
            </a:r>
            <a:r>
              <a:rPr lang="en-US" sz="3200" b="1">
                <a:solidFill>
                  <a:srgbClr val="7C7F91"/>
                </a:solidFill>
                <a:latin typeface="Fragment Core" panose="02000504040000020003" pitchFamily="50" charset="0"/>
              </a:rPr>
              <a:t>use Fractions?</a:t>
            </a:r>
            <a:endParaRPr lang="en-US" sz="3200" b="1" dirty="0">
              <a:solidFill>
                <a:srgbClr val="7C7F91"/>
              </a:solidFill>
              <a:latin typeface="Fragment Core" panose="02000504040000020003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NAPLAN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D58C1F8-893A-4F40-A34A-A9C830803D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45" y="0"/>
            <a:ext cx="7072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FE110AF-D459-459C-87B9-068C5F60EE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29301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0542308-80F0-4DF0-9F07-85CE160C71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858" y="3107929"/>
            <a:ext cx="10702834" cy="3689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37A94F-087C-427B-A0A3-F5A3BAD00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6137"/>
            <a:ext cx="12192000" cy="4145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393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06AB6A7-1F46-4C5F-B042-B3DD36803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90"/>
            <a:ext cx="12192000" cy="685401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F3C132A-FB56-471E-BCA9-43555E5DEE5C}"/>
              </a:ext>
            </a:extLst>
          </p:cNvPr>
          <p:cNvSpPr/>
          <p:nvPr/>
        </p:nvSpPr>
        <p:spPr>
          <a:xfrm>
            <a:off x="4859383" y="1711234"/>
            <a:ext cx="1384663" cy="5747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DE21AF-B64E-4794-B6F3-A93A924BC5E5}"/>
              </a:ext>
            </a:extLst>
          </p:cNvPr>
          <p:cNvSpPr/>
          <p:nvPr/>
        </p:nvSpPr>
        <p:spPr>
          <a:xfrm>
            <a:off x="2503715" y="2377627"/>
            <a:ext cx="5889171" cy="17700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1246D2-DD7B-4DF5-AEB0-36C7740CAD99}"/>
              </a:ext>
            </a:extLst>
          </p:cNvPr>
          <p:cNvSpPr/>
          <p:nvPr/>
        </p:nvSpPr>
        <p:spPr>
          <a:xfrm>
            <a:off x="4167051" y="4212769"/>
            <a:ext cx="5087983" cy="7837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21B8C9-00A0-48C5-B649-0062743CD442}"/>
              </a:ext>
            </a:extLst>
          </p:cNvPr>
          <p:cNvSpPr/>
          <p:nvPr/>
        </p:nvSpPr>
        <p:spPr>
          <a:xfrm>
            <a:off x="5018315" y="5064127"/>
            <a:ext cx="1180011" cy="4941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CDAB95-8BD0-4266-AF10-8594F8D7D749}"/>
              </a:ext>
            </a:extLst>
          </p:cNvPr>
          <p:cNvSpPr/>
          <p:nvPr/>
        </p:nvSpPr>
        <p:spPr>
          <a:xfrm>
            <a:off x="2647406" y="5558245"/>
            <a:ext cx="6659880" cy="12017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17457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C8937ED-014D-46B0-829D-F8CB3AC2F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4151"/>
            <a:ext cx="12192000" cy="590969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E2C684B-624B-4106-8D15-50BB82F09444}"/>
              </a:ext>
            </a:extLst>
          </p:cNvPr>
          <p:cNvSpPr/>
          <p:nvPr/>
        </p:nvSpPr>
        <p:spPr>
          <a:xfrm>
            <a:off x="5819504" y="1182187"/>
            <a:ext cx="1188720" cy="15675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E42A91-2BA6-48F0-820C-7D66A1E789BE}"/>
              </a:ext>
            </a:extLst>
          </p:cNvPr>
          <p:cNvSpPr/>
          <p:nvPr/>
        </p:nvSpPr>
        <p:spPr>
          <a:xfrm>
            <a:off x="7008224" y="910044"/>
            <a:ext cx="2481942" cy="15675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A24741-8F30-4951-BAED-519022D61016}"/>
              </a:ext>
            </a:extLst>
          </p:cNvPr>
          <p:cNvSpPr/>
          <p:nvPr/>
        </p:nvSpPr>
        <p:spPr>
          <a:xfrm>
            <a:off x="7170420" y="2477588"/>
            <a:ext cx="4351019" cy="10755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E59383-0F42-45BC-9C6A-E64E0B5BB73C}"/>
              </a:ext>
            </a:extLst>
          </p:cNvPr>
          <p:cNvSpPr/>
          <p:nvPr/>
        </p:nvSpPr>
        <p:spPr>
          <a:xfrm>
            <a:off x="5873933" y="4108271"/>
            <a:ext cx="1188720" cy="15675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5D035B-6A33-4E08-B706-A62069E9C5D6}"/>
              </a:ext>
            </a:extLst>
          </p:cNvPr>
          <p:cNvSpPr/>
          <p:nvPr/>
        </p:nvSpPr>
        <p:spPr>
          <a:xfrm>
            <a:off x="7112727" y="4108271"/>
            <a:ext cx="2638696" cy="11717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3C834D-E07E-490C-82F8-929B85765E69}"/>
              </a:ext>
            </a:extLst>
          </p:cNvPr>
          <p:cNvSpPr/>
          <p:nvPr/>
        </p:nvSpPr>
        <p:spPr>
          <a:xfrm>
            <a:off x="7060475" y="5280039"/>
            <a:ext cx="4460964" cy="9748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07386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BE99865-049D-4B07-8E76-FD38CA327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391" y="0"/>
            <a:ext cx="104692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051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299B3BD-CB0D-4FED-BE0A-DE1EDAC3A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1842"/>
            <a:ext cx="12192000" cy="5454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17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32F723F-EC3C-4670-89A0-199A9929A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6304"/>
            <a:ext cx="12192000" cy="4725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507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1D4225E-7D89-4415-B59E-EF09B92A3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9900"/>
            <a:ext cx="12192000" cy="59182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629FC1A-6501-4D1B-A9A0-548F44686590}"/>
              </a:ext>
            </a:extLst>
          </p:cNvPr>
          <p:cNvSpPr/>
          <p:nvPr/>
        </p:nvSpPr>
        <p:spPr>
          <a:xfrm>
            <a:off x="529046" y="4147457"/>
            <a:ext cx="3285308" cy="21619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1A1C8E-1B02-426B-B5A9-9C72EBA48A62}"/>
              </a:ext>
            </a:extLst>
          </p:cNvPr>
          <p:cNvSpPr/>
          <p:nvPr/>
        </p:nvSpPr>
        <p:spPr>
          <a:xfrm>
            <a:off x="4641669" y="4084320"/>
            <a:ext cx="3285308" cy="21619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4634C6-D95E-4DB2-AAFF-4438C2C84AE5}"/>
              </a:ext>
            </a:extLst>
          </p:cNvPr>
          <p:cNvSpPr/>
          <p:nvPr/>
        </p:nvSpPr>
        <p:spPr>
          <a:xfrm>
            <a:off x="8754292" y="4273732"/>
            <a:ext cx="3285308" cy="21619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17882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147922-236C-4568-9493-0D6126546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994"/>
            <a:ext cx="12192000" cy="265227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A3591C4-E280-4E7F-943A-054FAF6F07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04268"/>
            <a:ext cx="12192000" cy="4335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7690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03BCD2C-6BA6-4FCA-9E4E-BC9A1614521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3524"/>
          <a:stretch/>
        </p:blipFill>
        <p:spPr>
          <a:xfrm>
            <a:off x="54288" y="143692"/>
            <a:ext cx="12096600" cy="5199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6913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03BCD2C-6BA6-4FCA-9E4E-BC9A1614521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8762"/>
          <a:stretch/>
        </p:blipFill>
        <p:spPr>
          <a:xfrm>
            <a:off x="97062" y="1443444"/>
            <a:ext cx="12094938" cy="2442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9257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18</Words>
  <Application>Microsoft Office PowerPoint</Application>
  <PresentationFormat>Widescreen</PresentationFormat>
  <Paragraphs>6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Fragment Core</vt:lpstr>
      <vt:lpstr>Office Theme</vt:lpstr>
      <vt:lpstr>NAPLAN</vt:lpstr>
      <vt:lpstr>NAPLAN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NAPLAN</dc:title>
  <dc:creator>STRETCH Nine [Baldivis Secondary College]</dc:creator>
  <cp:lastModifiedBy>STRETCH Nine [Baldivis Secondary College]</cp:lastModifiedBy>
  <cp:revision>6</cp:revision>
  <dcterms:created xsi:type="dcterms:W3CDTF">2019-05-05T05:08:06Z</dcterms:created>
  <dcterms:modified xsi:type="dcterms:W3CDTF">2019-05-05T05:21:47Z</dcterms:modified>
</cp:coreProperties>
</file>