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61" r:id="rId3"/>
    <p:sldId id="272" r:id="rId4"/>
    <p:sldId id="263" r:id="rId5"/>
    <p:sldId id="291" r:id="rId6"/>
    <p:sldId id="298" r:id="rId7"/>
    <p:sldId id="292" r:id="rId8"/>
    <p:sldId id="294" r:id="rId9"/>
    <p:sldId id="290" r:id="rId10"/>
    <p:sldId id="293" r:id="rId11"/>
    <p:sldId id="295" r:id="rId12"/>
    <p:sldId id="296" r:id="rId13"/>
    <p:sldId id="299" r:id="rId14"/>
    <p:sldId id="309" r:id="rId15"/>
    <p:sldId id="300" r:id="rId16"/>
    <p:sldId id="301" r:id="rId17"/>
    <p:sldId id="310" r:id="rId18"/>
    <p:sldId id="29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41.wmf"/><Relationship Id="rId7" Type="http://schemas.openxmlformats.org/officeDocument/2006/relationships/image" Target="../media/image45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10" Type="http://schemas.openxmlformats.org/officeDocument/2006/relationships/image" Target="../media/image48.wmf"/><Relationship Id="rId4" Type="http://schemas.openxmlformats.org/officeDocument/2006/relationships/image" Target="../media/image42.wmf"/><Relationship Id="rId9" Type="http://schemas.openxmlformats.org/officeDocument/2006/relationships/image" Target="../media/image4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7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10" Type="http://schemas.openxmlformats.org/officeDocument/2006/relationships/image" Target="../media/image60.wmf"/><Relationship Id="rId4" Type="http://schemas.openxmlformats.org/officeDocument/2006/relationships/image" Target="../media/image54.wmf"/><Relationship Id="rId9" Type="http://schemas.openxmlformats.org/officeDocument/2006/relationships/image" Target="../media/image5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FEED8-0B9A-4D35-8B8F-EAD02FABD0E9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CFA49-A0E4-4123-8C12-59D1B7920B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609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4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043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9207-653A-4628-88B8-FA643C328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DE58E-96B8-43C5-954F-5AF57F0B4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1D308-3369-4DF6-A366-2358E772D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3937-A2AE-4AA0-A75E-026F9EF538AF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2E9EB-311F-456D-BC10-2C2C9B36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1BF3C-39CA-412A-ACFC-5344152C4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6823-63D9-4E0D-A4EF-C378D2D22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765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DA15B-5135-435B-91FB-B696D02EE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2328A-DC5E-4267-81AA-8EC014243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1D746-DBF4-4F22-8FC8-EDCAA585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3937-A2AE-4AA0-A75E-026F9EF538AF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33E2A-ED37-4E94-A13F-9C3B10CEB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14A79-512A-4FDD-8700-D3891731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6823-63D9-4E0D-A4EF-C378D2D22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67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571F-F89B-4179-BD2D-EE2C9B02A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AB001-36EE-47AF-8AB7-9E0F2375A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05FEA-F169-4B49-807F-CA6328AC1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3937-A2AE-4AA0-A75E-026F9EF538AF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43889-DC92-4AAD-BBB3-E08A2A399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1DF96-D2AF-4D0D-96C1-2CE681623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6823-63D9-4E0D-A4EF-C378D2D22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41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175B3-CA08-44AF-8E12-636AEC6A7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F0D89-83DD-41FC-91F6-4112F617D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78514-DCED-49F5-9625-04956905F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42FEC-92FF-4BAA-BE14-A7338F541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3937-A2AE-4AA0-A75E-026F9EF538AF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4E451-967D-4C7F-8401-6D93DFE67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193A6-2105-45CA-B204-9BE77C8E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6823-63D9-4E0D-A4EF-C378D2D22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2851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6A457-2BEF-4C26-BE0E-819A01439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DD4A0-6FDD-40AB-A92E-2E9B7553C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CBF78-78E9-4EFB-8055-084C109E1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E43FAD-4DDA-4313-BC18-390F74E31E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9018C3-1D04-4C8B-B0AF-74C89FCBC4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E115C3-3708-4CC8-8DFC-D07BBFC6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3937-A2AE-4AA0-A75E-026F9EF538AF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6EF88A-4F40-46A8-A2ED-5D0D7654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010D4C-4515-4DE1-A431-59D533A3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6823-63D9-4E0D-A4EF-C378D2D22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9334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02A04-148B-499E-8B0B-E9ED6D3DA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48704C-C14B-43EA-BE9A-F18E9BDB4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3937-A2AE-4AA0-A75E-026F9EF538AF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4F1A6-8E2E-46C8-887D-393CF05C1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1AB918-B5D9-4251-85F7-B2337782A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6823-63D9-4E0D-A4EF-C378D2D22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5485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58E387-34EA-4E81-A2C8-321B5FBF2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3937-A2AE-4AA0-A75E-026F9EF538AF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3590D6-1149-4564-941F-031AAB9FA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BBFBC-8E8D-495A-B9F2-589618AF6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6823-63D9-4E0D-A4EF-C378D2D22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8842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6B681-A2CF-49F9-8B64-0A790B9E4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2E8D1-F49A-46EE-8E28-213A6ACF0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A7CA6-90B8-4D7E-B7DF-4967345F6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2AC8B-3529-4214-B793-3A6F509CF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3937-A2AE-4AA0-A75E-026F9EF538AF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DEAF9-1450-4FC4-89E3-ECCC0F492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8056-EA1E-491B-AFF1-9D4BC5EF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6823-63D9-4E0D-A4EF-C378D2D22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237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681DE-1EAD-415E-9C09-CD93F256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6EDF4-B5C2-4A6C-BD62-DBB3886C7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C0FA2-5959-44F6-BB02-67CAF0770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051D8-719E-459E-B230-3A19DDB2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3937-A2AE-4AA0-A75E-026F9EF538AF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C905A-E777-4C2B-831C-5B82258E6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1E6FA-075F-43A5-86E9-B083CDF3A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6823-63D9-4E0D-A4EF-C378D2D22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3942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E7F55-568F-45D8-B0B1-F5A4F1E20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E976B2-D176-4C54-B6C9-96ED52EB3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3FD0B-506D-4A4B-ADBD-DCCC3B10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3937-A2AE-4AA0-A75E-026F9EF538AF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732C0-8583-4EAE-ADCD-24E6CAFD0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43501-F8A8-48C8-9244-3D452839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6823-63D9-4E0D-A4EF-C378D2D22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6084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1436F-6EA5-4FEB-A57C-F08CCB7CFF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6B4CC-3C43-493D-930C-3B990B597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7DA86-1B4F-4AB1-95B3-46864874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3937-A2AE-4AA0-A75E-026F9EF538AF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4AFC4-C486-4499-A30F-19512F6F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4320B-F054-4C70-8B81-906AF19D8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86823-63D9-4E0D-A4EF-C378D2D22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600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18292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32356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41DE3-990E-492F-8703-A21D2BFA0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61ED8-6204-4917-AA8A-5031BA879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6A90A-DDAD-4B1A-A7B6-39E824F864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13937-A2AE-4AA0-A75E-026F9EF538AF}" type="datetimeFigureOut">
              <a:rPr lang="en-AU" smtClean="0"/>
              <a:t>23/04/2019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D24ED-CE23-46CF-9E9D-1C1D02291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E83BC-6847-46A3-B252-91E1CE378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86823-63D9-4E0D-A4EF-C378D2D2298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1830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fSNxVqprvM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7" Type="http://schemas.openxmlformats.org/officeDocument/2006/relationships/image" Target="../media/image11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gif"/><Relationship Id="rId5" Type="http://schemas.openxmlformats.org/officeDocument/2006/relationships/image" Target="../media/image9.gif"/><Relationship Id="rId4" Type="http://schemas.openxmlformats.org/officeDocument/2006/relationships/image" Target="../media/image8.gi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8.gif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24.gi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25.gi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30.wmf"/><Relationship Id="rId3" Type="http://schemas.openxmlformats.org/officeDocument/2006/relationships/image" Target="../media/image31.gi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8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3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.wmf"/><Relationship Id="rId5" Type="http://schemas.openxmlformats.org/officeDocument/2006/relationships/image" Target="../media/image2.gif"/><Relationship Id="rId4" Type="http://schemas.openxmlformats.org/officeDocument/2006/relationships/image" Target="../media/image3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image" Target="../media/image5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0.gif"/><Relationship Id="rId5" Type="http://schemas.openxmlformats.org/officeDocument/2006/relationships/image" Target="../media/image6.gif"/><Relationship Id="rId4" Type="http://schemas.openxmlformats.org/officeDocument/2006/relationships/image" Target="../media/image3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43.wmf"/><Relationship Id="rId18" Type="http://schemas.openxmlformats.org/officeDocument/2006/relationships/oleObject" Target="../embeddings/oleObject31.bin"/><Relationship Id="rId3" Type="http://schemas.openxmlformats.org/officeDocument/2006/relationships/image" Target="../media/image31.gif"/><Relationship Id="rId21" Type="http://schemas.openxmlformats.org/officeDocument/2006/relationships/image" Target="../media/image47.wmf"/><Relationship Id="rId7" Type="http://schemas.openxmlformats.org/officeDocument/2006/relationships/image" Target="../media/image40.w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4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0.bin"/><Relationship Id="rId20" Type="http://schemas.openxmlformats.org/officeDocument/2006/relationships/oleObject" Target="../embeddings/oleObject32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42.wmf"/><Relationship Id="rId5" Type="http://schemas.openxmlformats.org/officeDocument/2006/relationships/image" Target="../media/image39.wmf"/><Relationship Id="rId15" Type="http://schemas.openxmlformats.org/officeDocument/2006/relationships/image" Target="../media/image44.wmf"/><Relationship Id="rId23" Type="http://schemas.openxmlformats.org/officeDocument/2006/relationships/image" Target="../media/image48.wmf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46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41.wmf"/><Relationship Id="rId14" Type="http://schemas.openxmlformats.org/officeDocument/2006/relationships/oleObject" Target="../embeddings/oleObject29.bin"/><Relationship Id="rId22" Type="http://schemas.openxmlformats.org/officeDocument/2006/relationships/oleObject" Target="../embeddings/oleObject3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5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55.wmf"/><Relationship Id="rId18" Type="http://schemas.openxmlformats.org/officeDocument/2006/relationships/oleObject" Target="../embeddings/oleObject43.bin"/><Relationship Id="rId3" Type="http://schemas.openxmlformats.org/officeDocument/2006/relationships/image" Target="../media/image31.gif"/><Relationship Id="rId21" Type="http://schemas.openxmlformats.org/officeDocument/2006/relationships/image" Target="../media/image59.wmf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5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2.bin"/><Relationship Id="rId20" Type="http://schemas.openxmlformats.org/officeDocument/2006/relationships/oleObject" Target="../embeddings/oleObject44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54.wmf"/><Relationship Id="rId5" Type="http://schemas.openxmlformats.org/officeDocument/2006/relationships/image" Target="../media/image51.wmf"/><Relationship Id="rId15" Type="http://schemas.openxmlformats.org/officeDocument/2006/relationships/image" Target="../media/image56.wmf"/><Relationship Id="rId23" Type="http://schemas.openxmlformats.org/officeDocument/2006/relationships/image" Target="../media/image60.wmf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58.w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53.wmf"/><Relationship Id="rId14" Type="http://schemas.openxmlformats.org/officeDocument/2006/relationships/oleObject" Target="../embeddings/oleObject41.bin"/><Relationship Id="rId22" Type="http://schemas.openxmlformats.org/officeDocument/2006/relationships/oleObject" Target="../embeddings/oleObject4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2.wmf"/><Relationship Id="rId11" Type="http://schemas.openxmlformats.org/officeDocument/2006/relationships/image" Target="../media/image65.wmf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4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9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NAPLAN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1372829" y="3181487"/>
            <a:ext cx="9446339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NAPLAN Prep 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else can we write big numbers?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NAPLAN Question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91221C-6836-4FD6-B8A7-4B7D36E8F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78" y="1371600"/>
            <a:ext cx="8454650" cy="37383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1F3E904-8C3A-4025-BFAC-8E33186E5B40}"/>
                  </a:ext>
                </a:extLst>
              </p:cNvPr>
              <p:cNvSpPr/>
              <p:nvPr/>
            </p:nvSpPr>
            <p:spPr>
              <a:xfrm>
                <a:off x="8512233" y="2371898"/>
                <a:ext cx="3014749" cy="3491999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2800" b="1" dirty="0">
                    <a:solidFill>
                      <a:srgbClr val="C00000"/>
                    </a:solidFill>
                  </a:rPr>
                  <a:t>Some Tips</a:t>
                </a:r>
              </a:p>
              <a:p>
                <a:pPr algn="ctr"/>
                <a:endParaRPr lang="en-AU" sz="2800" dirty="0">
                  <a:solidFill>
                    <a:srgbClr val="C00000"/>
                  </a:solidFill>
                </a:endParaRPr>
              </a:p>
              <a:p>
                <a:r>
                  <a:rPr lang="en-AU" sz="2800" dirty="0">
                    <a:solidFill>
                      <a:srgbClr val="C00000"/>
                    </a:solidFill>
                  </a:rPr>
                  <a:t>- What does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AU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2800" dirty="0">
                    <a:solidFill>
                      <a:srgbClr val="C00000"/>
                    </a:solidFill>
                  </a:rPr>
                  <a:t>mean?</a:t>
                </a:r>
              </a:p>
              <a:p>
                <a:pPr marL="457200" indent="-457200">
                  <a:buFontTx/>
                  <a:buChar char="-"/>
                </a:pPr>
                <a:endParaRPr lang="en-AU" sz="2800" dirty="0">
                  <a:solidFill>
                    <a:srgbClr val="C00000"/>
                  </a:solidFill>
                </a:endParaRPr>
              </a:p>
              <a:p>
                <a:r>
                  <a:rPr lang="en-AU" sz="2800" dirty="0">
                    <a:solidFill>
                      <a:srgbClr val="C00000"/>
                    </a:solidFill>
                  </a:rPr>
                  <a:t>- How many zeros does one thousand million have?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1F3E904-8C3A-4025-BFAC-8E33186E5B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233" y="2371898"/>
                <a:ext cx="3014749" cy="3491999"/>
              </a:xfrm>
              <a:prstGeom prst="rect">
                <a:avLst/>
              </a:prstGeom>
              <a:blipFill>
                <a:blip r:embed="rId4"/>
                <a:stretch>
                  <a:fillRect l="-3823" t="-1565" r="-4427" b="-5043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1B76C9C4-A204-4F76-8744-8C28B7395621}"/>
              </a:ext>
            </a:extLst>
          </p:cNvPr>
          <p:cNvSpPr/>
          <p:nvPr/>
        </p:nvSpPr>
        <p:spPr>
          <a:xfrm>
            <a:off x="3592182" y="4117897"/>
            <a:ext cx="598516" cy="41009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>
            <a:extLst>
              <a:ext uri="{FF2B5EF4-FFF2-40B4-BE49-F238E27FC236}">
                <a16:creationId xmlns:a16="http://schemas.microsoft.com/office/drawing/2014/main" id="{3E51C9EB-8A0A-498D-B862-D47BDA28B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1930400"/>
            <a:ext cx="69342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dirty="0"/>
              <a:t>First let’s check are understanding of very large and very small numbers.</a:t>
            </a:r>
          </a:p>
          <a:p>
            <a:endParaRPr lang="en-US" altLang="en-US" dirty="0"/>
          </a:p>
          <a:p>
            <a:r>
              <a:rPr lang="en-US" altLang="en-US" dirty="0"/>
              <a:t>The Cosmic Eye.</a:t>
            </a:r>
          </a:p>
          <a:p>
            <a:endParaRPr lang="en-US" altLang="en-US" dirty="0"/>
          </a:p>
          <a:p>
            <a:r>
              <a:rPr lang="en-US" altLang="en-US" dirty="0">
                <a:hlinkClick r:id="rId2"/>
              </a:rPr>
              <a:t>https://www.youtube.com/watch?v=jfSNxVqprvM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7" name="Title 12">
            <a:extLst>
              <a:ext uri="{FF2B5EF4-FFF2-40B4-BE49-F238E27FC236}">
                <a16:creationId xmlns:a16="http://schemas.microsoft.com/office/drawing/2014/main" id="{A9FB4AFF-F543-467C-BB50-ABF654AA1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Big??</a:t>
            </a:r>
          </a:p>
        </p:txBody>
      </p:sp>
    </p:spTree>
    <p:extLst>
      <p:ext uri="{BB962C8B-B14F-4D97-AF65-F5344CB8AC3E}">
        <p14:creationId xmlns:p14="http://schemas.microsoft.com/office/powerpoint/2010/main" val="1170720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6">
            <a:extLst>
              <a:ext uri="{FF2B5EF4-FFF2-40B4-BE49-F238E27FC236}">
                <a16:creationId xmlns:a16="http://schemas.microsoft.com/office/drawing/2014/main" id="{2FD01C68-7484-44F8-BBA6-F1EA3046DFA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 </a:t>
            </a:r>
          </a:p>
        </p:txBody>
      </p:sp>
      <p:sp>
        <p:nvSpPr>
          <p:cNvPr id="9283" name="Rectangle 67">
            <a:extLst>
              <a:ext uri="{FF2B5EF4-FFF2-40B4-BE49-F238E27FC236}">
                <a16:creationId xmlns:a16="http://schemas.microsoft.com/office/drawing/2014/main" id="{CA4AB191-3076-42AB-9F77-1853AC08A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482" y="189708"/>
            <a:ext cx="5486400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 dirty="0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Very large numbers!</a:t>
            </a:r>
          </a:p>
          <a:p>
            <a:pPr eaLnBrk="1" hangingPunct="1">
              <a:buFontTx/>
              <a:buNone/>
            </a:pPr>
            <a:endParaRPr lang="en-GB" altLang="en-US" sz="2400" i="1" dirty="0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  <p:pic>
        <p:nvPicPr>
          <p:cNvPr id="9286" name="Picture 70" descr="C:\Program Files\Microsoft Office\Clipart\homeanim\ag00433_.gif">
            <a:extLst>
              <a:ext uri="{FF2B5EF4-FFF2-40B4-BE49-F238E27FC236}">
                <a16:creationId xmlns:a16="http://schemas.microsoft.com/office/drawing/2014/main" id="{E096BAD3-D2DD-4F53-90D8-D98E0F5457E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765175"/>
            <a:ext cx="2128838" cy="167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87" name="Picture 71" descr="C:\Program Files\Microsoft Office\Clipart\Pub60Cor\mp00646_.wmf">
            <a:extLst>
              <a:ext uri="{FF2B5EF4-FFF2-40B4-BE49-F238E27FC236}">
                <a16:creationId xmlns:a16="http://schemas.microsoft.com/office/drawing/2014/main" id="{48C39691-867E-4DEF-8DFF-AF2D55EDC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775" y="4489450"/>
            <a:ext cx="1474788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98" name="Line 82">
            <a:extLst>
              <a:ext uri="{FF2B5EF4-FFF2-40B4-BE49-F238E27FC236}">
                <a16:creationId xmlns:a16="http://schemas.microsoft.com/office/drawing/2014/main" id="{EA8A5CC0-EC33-4850-95F7-76192E5D5A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4139" y="2295526"/>
            <a:ext cx="4441825" cy="250031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9300" name="Text Box 84">
            <a:extLst>
              <a:ext uri="{FF2B5EF4-FFF2-40B4-BE49-F238E27FC236}">
                <a16:creationId xmlns:a16="http://schemas.microsoft.com/office/drawing/2014/main" id="{58FFA2CF-A690-48C8-980C-CCC40D4A4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3613" y="3687764"/>
            <a:ext cx="1331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>
                <a:latin typeface="Comic Sans MS" panose="030F0702030302020204" pitchFamily="66" charset="0"/>
              </a:rPr>
              <a:t>How far?</a:t>
            </a:r>
          </a:p>
        </p:txBody>
      </p:sp>
      <p:sp>
        <p:nvSpPr>
          <p:cNvPr id="9299" name="Text Box 83">
            <a:extLst>
              <a:ext uri="{FF2B5EF4-FFF2-40B4-BE49-F238E27FC236}">
                <a16:creationId xmlns:a16="http://schemas.microsoft.com/office/drawing/2014/main" id="{45AF5500-FFCC-47F7-857A-0307B5F86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1214" y="3706813"/>
            <a:ext cx="2382837" cy="4000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>
                <a:solidFill>
                  <a:srgbClr val="FF3300"/>
                </a:solidFill>
                <a:latin typeface="Comic Sans MS" panose="030F0702030302020204" pitchFamily="66" charset="0"/>
              </a:rPr>
              <a:t>92,000,000 miles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3" grpId="0" animBg="1" autoUpdateAnimBg="0"/>
      <p:bldP spid="9300" grpId="0" autoUpdateAnimBg="0"/>
      <p:bldP spid="9299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68" name="Group 24">
            <a:extLst>
              <a:ext uri="{FF2B5EF4-FFF2-40B4-BE49-F238E27FC236}">
                <a16:creationId xmlns:a16="http://schemas.microsoft.com/office/drawing/2014/main" id="{60CCA5AC-BDAA-43C4-912E-EFCB58395950}"/>
              </a:ext>
            </a:extLst>
          </p:cNvPr>
          <p:cNvGrpSpPr>
            <a:grpSpLocks/>
          </p:cNvGrpSpPr>
          <p:nvPr/>
        </p:nvGrpSpPr>
        <p:grpSpPr bwMode="auto">
          <a:xfrm>
            <a:off x="2724151" y="3889375"/>
            <a:ext cx="6943725" cy="2211388"/>
            <a:chOff x="756" y="2522"/>
            <a:chExt cx="4374" cy="1393"/>
          </a:xfrm>
        </p:grpSpPr>
        <p:sp>
          <p:nvSpPr>
            <p:cNvPr id="18442" name="Text Box 23">
              <a:extLst>
                <a:ext uri="{FF2B5EF4-FFF2-40B4-BE49-F238E27FC236}">
                  <a16:creationId xmlns:a16="http://schemas.microsoft.com/office/drawing/2014/main" id="{D972CC83-7242-4D83-8757-78996EE73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" y="3588"/>
              <a:ext cx="41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800" b="1">
                  <a:latin typeface="Comic Sans MS" panose="030F0702030302020204" pitchFamily="66" charset="0"/>
                </a:rPr>
                <a:t>How many seconds in 70 years?</a:t>
              </a:r>
            </a:p>
          </p:txBody>
        </p:sp>
        <p:pic>
          <p:nvPicPr>
            <p:cNvPr id="18443" name="Picture 16" descr="C:\Program Files\Microsoft Office\Clipart\Pub60Cor\ag00174_.gif">
              <a:extLst>
                <a:ext uri="{FF2B5EF4-FFF2-40B4-BE49-F238E27FC236}">
                  <a16:creationId xmlns:a16="http://schemas.microsoft.com/office/drawing/2014/main" id="{783EDE6C-46A9-4F34-836B-3A7538702672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2" y="2522"/>
              <a:ext cx="878" cy="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7366" name="Text Box 22">
            <a:extLst>
              <a:ext uri="{FF2B5EF4-FFF2-40B4-BE49-F238E27FC236}">
                <a16:creationId xmlns:a16="http://schemas.microsoft.com/office/drawing/2014/main" id="{B48413F8-EF78-4C27-97E5-48DCF7052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5413" y="5681663"/>
            <a:ext cx="641985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FF3300"/>
                </a:solidFill>
                <a:latin typeface="Comic Sans MS" panose="030F0702030302020204" pitchFamily="66" charset="0"/>
              </a:rPr>
              <a:t>70 years = 2 200 000 000 seconds!</a:t>
            </a: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23F9478-62FD-4F83-96BE-6F70EA6228F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 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F33E5832-635A-475D-ACFA-15667E08F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6064"/>
            <a:ext cx="5486400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Very large numbers!</a:t>
            </a:r>
          </a:p>
          <a:p>
            <a:pPr eaLnBrk="1" hangingPunct="1">
              <a:buFontTx/>
              <a:buNone/>
            </a:pPr>
            <a:endParaRPr lang="en-GB" altLang="en-US" sz="2400" i="1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  <p:grpSp>
        <p:nvGrpSpPr>
          <p:cNvPr id="57365" name="Group 21">
            <a:extLst>
              <a:ext uri="{FF2B5EF4-FFF2-40B4-BE49-F238E27FC236}">
                <a16:creationId xmlns:a16="http://schemas.microsoft.com/office/drawing/2014/main" id="{A4C02E93-E06D-4D76-9FDE-B2CAA6AF5BFC}"/>
              </a:ext>
            </a:extLst>
          </p:cNvPr>
          <p:cNvGrpSpPr>
            <a:grpSpLocks/>
          </p:cNvGrpSpPr>
          <p:nvPr/>
        </p:nvGrpSpPr>
        <p:grpSpPr bwMode="auto">
          <a:xfrm>
            <a:off x="3614739" y="1304925"/>
            <a:ext cx="3825875" cy="3822700"/>
            <a:chOff x="1317" y="822"/>
            <a:chExt cx="2410" cy="2408"/>
          </a:xfrm>
        </p:grpSpPr>
        <p:sp>
          <p:nvSpPr>
            <p:cNvPr id="18440" name="AutoShape 20">
              <a:extLst>
                <a:ext uri="{FF2B5EF4-FFF2-40B4-BE49-F238E27FC236}">
                  <a16:creationId xmlns:a16="http://schemas.microsoft.com/office/drawing/2014/main" id="{CF75E315-CE9E-4EE0-B13F-6CA609560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7" y="822"/>
              <a:ext cx="2410" cy="576"/>
            </a:xfrm>
            <a:prstGeom prst="doubleWave">
              <a:avLst>
                <a:gd name="adj1" fmla="val 6500"/>
                <a:gd name="adj2" fmla="val 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chemeClr val="bg1"/>
                  </a:solidFill>
                  <a:latin typeface="Cooper Black" panose="0208090404030B020404" pitchFamily="18" charset="0"/>
                </a:rPr>
                <a:t>Happy 70</a:t>
              </a:r>
              <a:r>
                <a:rPr lang="en-GB" altLang="en-US" sz="2400" baseline="30000">
                  <a:solidFill>
                    <a:schemeClr val="bg1"/>
                  </a:solidFill>
                  <a:latin typeface="Cooper Black" panose="0208090404030B020404" pitchFamily="18" charset="0"/>
                </a:rPr>
                <a:t>th</a:t>
              </a:r>
              <a:r>
                <a:rPr lang="en-GB" altLang="en-US" sz="2400">
                  <a:solidFill>
                    <a:schemeClr val="bg1"/>
                  </a:solidFill>
                  <a:latin typeface="Cooper Black" panose="0208090404030B020404" pitchFamily="18" charset="0"/>
                </a:rPr>
                <a:t> Birthday!</a:t>
              </a:r>
            </a:p>
          </p:txBody>
        </p:sp>
        <p:pic>
          <p:nvPicPr>
            <p:cNvPr id="18441" name="Picture 15" descr="C:\Program Files\Microsoft Office\Clipart\homeanim\ag00624_.gif">
              <a:extLst>
                <a:ext uri="{FF2B5EF4-FFF2-40B4-BE49-F238E27FC236}">
                  <a16:creationId xmlns:a16="http://schemas.microsoft.com/office/drawing/2014/main" id="{8FE49236-377B-4AB2-95B6-2764CCAD8A7F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4" y="2017"/>
              <a:ext cx="1140" cy="1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7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7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7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7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66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94" name="Group 58">
            <a:extLst>
              <a:ext uri="{FF2B5EF4-FFF2-40B4-BE49-F238E27FC236}">
                <a16:creationId xmlns:a16="http://schemas.microsoft.com/office/drawing/2014/main" id="{0C991F10-5865-4C6E-901D-C73C477E27E1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185864"/>
            <a:ext cx="9144000" cy="5672137"/>
            <a:chOff x="0" y="747"/>
            <a:chExt cx="5760" cy="3573"/>
          </a:xfrm>
        </p:grpSpPr>
        <p:pic>
          <p:nvPicPr>
            <p:cNvPr id="19460" name="Picture 52" descr="\\gs251pfp001\teachers\kh5072d\My Pictures\AG00446_(p).gif">
              <a:extLst>
                <a:ext uri="{FF2B5EF4-FFF2-40B4-BE49-F238E27FC236}">
                  <a16:creationId xmlns:a16="http://schemas.microsoft.com/office/drawing/2014/main" id="{B8E664DC-7533-45BB-82C1-BF5F61B1BCBE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69"/>
              <a:ext cx="1144" cy="1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61" name="Picture 53" descr="\\gs251pfp001\teachers\kh5072d\My Pictures\AG00447_(p).gif">
              <a:extLst>
                <a:ext uri="{FF2B5EF4-FFF2-40B4-BE49-F238E27FC236}">
                  <a16:creationId xmlns:a16="http://schemas.microsoft.com/office/drawing/2014/main" id="{73BF1C92-4EF2-47CC-91FB-ED2C69931C82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4" y="2130"/>
              <a:ext cx="1956" cy="1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62" name="Picture 46" descr="C:\Program Files\Microsoft Office\Clipart\corpmm\motion\ag00630_.gif">
              <a:extLst>
                <a:ext uri="{FF2B5EF4-FFF2-40B4-BE49-F238E27FC236}">
                  <a16:creationId xmlns:a16="http://schemas.microsoft.com/office/drawing/2014/main" id="{46B3D5A2-726C-41C4-BE7C-268D43369D00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3" y="1807"/>
              <a:ext cx="2010" cy="17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63" name="Picture 54" descr="\\gs251pfp001\teachers\kh5072d\My Pictures\AG00448_(p).gif">
              <a:extLst>
                <a:ext uri="{FF2B5EF4-FFF2-40B4-BE49-F238E27FC236}">
                  <a16:creationId xmlns:a16="http://schemas.microsoft.com/office/drawing/2014/main" id="{FE246C47-0BE4-4838-8504-AD93ECA40953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" y="747"/>
              <a:ext cx="1157" cy="11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64" name="Picture 55" descr="\\gs251pfp001\teachers\kh5072d\My Pictures\AG00621_(p).gif">
              <a:extLst>
                <a:ext uri="{FF2B5EF4-FFF2-40B4-BE49-F238E27FC236}">
                  <a16:creationId xmlns:a16="http://schemas.microsoft.com/office/drawing/2014/main" id="{529FB3CE-36B0-4938-ADAF-85E38C8FBFF9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" y="2183"/>
              <a:ext cx="922" cy="1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65" name="Picture 13" descr="C:\Program Files\Microsoft Office\Clipart\homeanim\ag00043_.gif">
              <a:extLst>
                <a:ext uri="{FF2B5EF4-FFF2-40B4-BE49-F238E27FC236}">
                  <a16:creationId xmlns:a16="http://schemas.microsoft.com/office/drawing/2014/main" id="{46708F98-D0FF-4065-B498-5C935E2E5C71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" y="1913"/>
              <a:ext cx="1212" cy="2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5541" name="Text Box 5">
            <a:extLst>
              <a:ext uri="{FF2B5EF4-FFF2-40B4-BE49-F238E27FC236}">
                <a16:creationId xmlns:a16="http://schemas.microsoft.com/office/drawing/2014/main" id="{A64033E2-54A0-4903-8371-DC3A25386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7789" y="1222375"/>
            <a:ext cx="5068887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FF3300"/>
                </a:solidFill>
                <a:latin typeface="Comic Sans MS" panose="030F0702030302020204" pitchFamily="66" charset="0"/>
              </a:rPr>
              <a:t>Dinosaurs roamed the earth 228 million years ago</a:t>
            </a:r>
          </a:p>
        </p:txBody>
      </p:sp>
      <p:sp>
        <p:nvSpPr>
          <p:cNvPr id="19459" name="Rectangle 7">
            <a:extLst>
              <a:ext uri="{FF2B5EF4-FFF2-40B4-BE49-F238E27FC236}">
                <a16:creationId xmlns:a16="http://schemas.microsoft.com/office/drawing/2014/main" id="{2AF534B6-FAC4-42AA-8257-B692037AE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6064"/>
            <a:ext cx="5486400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Very large numbers!</a:t>
            </a:r>
          </a:p>
          <a:p>
            <a:pPr eaLnBrk="1" hangingPunct="1">
              <a:buFontTx/>
              <a:buNone/>
            </a:pPr>
            <a:endParaRPr lang="en-GB" altLang="en-US" sz="2400" i="1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4">
            <a:extLst>
              <a:ext uri="{FF2B5EF4-FFF2-40B4-BE49-F238E27FC236}">
                <a16:creationId xmlns:a16="http://schemas.microsoft.com/office/drawing/2014/main" id="{E41340BC-BB8E-4B2D-805F-3BB824949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6064"/>
            <a:ext cx="5486400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 dirty="0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Short hand!</a:t>
            </a:r>
          </a:p>
          <a:p>
            <a:pPr eaLnBrk="1" hangingPunct="1">
              <a:buFontTx/>
              <a:buNone/>
            </a:pPr>
            <a:endParaRPr lang="en-GB" altLang="en-US" sz="2400" i="1" dirty="0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  <p:sp>
        <p:nvSpPr>
          <p:cNvPr id="58379" name="Text Box 11">
            <a:extLst>
              <a:ext uri="{FF2B5EF4-FFF2-40B4-BE49-F238E27FC236}">
                <a16:creationId xmlns:a16="http://schemas.microsoft.com/office/drawing/2014/main" id="{C792A13F-38C2-42B0-8455-C067352FB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1" y="2381251"/>
            <a:ext cx="21256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>
                <a:solidFill>
                  <a:srgbClr val="FF0000"/>
                </a:solidFill>
                <a:latin typeface="Comic Sans MS" panose="030F0702030302020204" pitchFamily="66" charset="0"/>
              </a:rPr>
              <a:t>100 = 10 x 10 </a:t>
            </a:r>
          </a:p>
        </p:txBody>
      </p:sp>
      <p:sp>
        <p:nvSpPr>
          <p:cNvPr id="58380" name="Text Box 12">
            <a:extLst>
              <a:ext uri="{FF2B5EF4-FFF2-40B4-BE49-F238E27FC236}">
                <a16:creationId xmlns:a16="http://schemas.microsoft.com/office/drawing/2014/main" id="{3947BAA5-95ED-45AF-9F5B-A07BD44BA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1" y="2990851"/>
            <a:ext cx="3070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>
                <a:solidFill>
                  <a:srgbClr val="FF0000"/>
                </a:solidFill>
                <a:latin typeface="Comic Sans MS" panose="030F0702030302020204" pitchFamily="66" charset="0"/>
              </a:rPr>
              <a:t>1 000 = 10 x 10 x 10 </a:t>
            </a:r>
          </a:p>
        </p:txBody>
      </p:sp>
      <p:sp>
        <p:nvSpPr>
          <p:cNvPr id="58381" name="Text Box 13">
            <a:extLst>
              <a:ext uri="{FF2B5EF4-FFF2-40B4-BE49-F238E27FC236}">
                <a16:creationId xmlns:a16="http://schemas.microsoft.com/office/drawing/2014/main" id="{40373FFB-291D-403E-9BA6-EE4C9B47D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1351" y="4210051"/>
            <a:ext cx="4740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>
                <a:solidFill>
                  <a:srgbClr val="FF0000"/>
                </a:solidFill>
                <a:latin typeface="Comic Sans MS" panose="030F0702030302020204" pitchFamily="66" charset="0"/>
              </a:rPr>
              <a:t>100 000 = 10 x 10 x 10 x 10 x 10 </a:t>
            </a:r>
          </a:p>
        </p:txBody>
      </p:sp>
      <p:sp>
        <p:nvSpPr>
          <p:cNvPr id="58382" name="Text Box 14">
            <a:extLst>
              <a:ext uri="{FF2B5EF4-FFF2-40B4-BE49-F238E27FC236}">
                <a16:creationId xmlns:a16="http://schemas.microsoft.com/office/drawing/2014/main" id="{CA37C8F2-675B-489D-8B0D-5638CB0DF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9800" y="3600451"/>
            <a:ext cx="3905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>
                <a:solidFill>
                  <a:srgbClr val="FF0000"/>
                </a:solidFill>
                <a:latin typeface="Comic Sans MS" panose="030F0702030302020204" pitchFamily="66" charset="0"/>
              </a:rPr>
              <a:t>10 000 = 10 x 10 x 10 x 10 </a:t>
            </a:r>
          </a:p>
        </p:txBody>
      </p:sp>
      <p:sp>
        <p:nvSpPr>
          <p:cNvPr id="58383" name="Text Box 15">
            <a:extLst>
              <a:ext uri="{FF2B5EF4-FFF2-40B4-BE49-F238E27FC236}">
                <a16:creationId xmlns:a16="http://schemas.microsoft.com/office/drawing/2014/main" id="{97CB14EC-2FC5-40F8-917F-52ADB204D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4879976"/>
            <a:ext cx="5684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>
                <a:solidFill>
                  <a:srgbClr val="FF0000"/>
                </a:solidFill>
                <a:latin typeface="Comic Sans MS" panose="030F0702030302020204" pitchFamily="66" charset="0"/>
              </a:rPr>
              <a:t>1 000 000 = 10 x 10 x 10 x 10 x 10 x 10 </a:t>
            </a:r>
          </a:p>
        </p:txBody>
      </p:sp>
      <p:sp>
        <p:nvSpPr>
          <p:cNvPr id="58384" name="Text Box 16">
            <a:extLst>
              <a:ext uri="{FF2B5EF4-FFF2-40B4-BE49-F238E27FC236}">
                <a16:creationId xmlns:a16="http://schemas.microsoft.com/office/drawing/2014/main" id="{8C654B28-C721-4DAA-B07B-281EE636B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1" y="1828801"/>
            <a:ext cx="777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10 </a:t>
            </a:r>
          </a:p>
        </p:txBody>
      </p:sp>
      <p:graphicFrame>
        <p:nvGraphicFramePr>
          <p:cNvPr id="58387" name="Object 19">
            <a:extLst>
              <a:ext uri="{FF2B5EF4-FFF2-40B4-BE49-F238E27FC236}">
                <a16:creationId xmlns:a16="http://schemas.microsoft.com/office/drawing/2014/main" id="{6F0797D8-6D3A-4097-8CD9-F7018831BE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8225" y="2279650"/>
          <a:ext cx="87153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58387" name="Object 19">
                        <a:extLst>
                          <a:ext uri="{FF2B5EF4-FFF2-40B4-BE49-F238E27FC236}">
                            <a16:creationId xmlns:a16="http://schemas.microsoft.com/office/drawing/2014/main" id="{6F0797D8-6D3A-4097-8CD9-F7018831BE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8225" y="2279650"/>
                        <a:ext cx="87153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9" name="Object 21">
            <a:extLst>
              <a:ext uri="{FF2B5EF4-FFF2-40B4-BE49-F238E27FC236}">
                <a16:creationId xmlns:a16="http://schemas.microsoft.com/office/drawing/2014/main" id="{829E6DD5-6A29-4389-90D3-6807526E66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2895601"/>
          <a:ext cx="9144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58389" name="Object 21">
                        <a:extLst>
                          <a:ext uri="{FF2B5EF4-FFF2-40B4-BE49-F238E27FC236}">
                            <a16:creationId xmlns:a16="http://schemas.microsoft.com/office/drawing/2014/main" id="{829E6DD5-6A29-4389-90D3-6807526E66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895601"/>
                        <a:ext cx="9144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0" name="Object 22">
            <a:extLst>
              <a:ext uri="{FF2B5EF4-FFF2-40B4-BE49-F238E27FC236}">
                <a16:creationId xmlns:a16="http://schemas.microsoft.com/office/drawing/2014/main" id="{917B5727-9A83-4DD2-8140-1C7F9A79F9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1" y="3505200"/>
          <a:ext cx="900113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Equation" r:id="rId7" imgW="0" imgH="0" progId="Equation.3">
                  <p:embed/>
                </p:oleObj>
              </mc:Choice>
              <mc:Fallback>
                <p:oleObj name="Equation" r:id="rId7" imgW="0" imgH="0" progId="Equation.3">
                  <p:embed/>
                  <p:pic>
                    <p:nvPicPr>
                      <p:cNvPr id="58390" name="Object 22">
                        <a:extLst>
                          <a:ext uri="{FF2B5EF4-FFF2-40B4-BE49-F238E27FC236}">
                            <a16:creationId xmlns:a16="http://schemas.microsoft.com/office/drawing/2014/main" id="{917B5727-9A83-4DD2-8140-1C7F9A79F9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1" y="3505200"/>
                        <a:ext cx="900113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1" name="Object 23">
            <a:extLst>
              <a:ext uri="{FF2B5EF4-FFF2-40B4-BE49-F238E27FC236}">
                <a16:creationId xmlns:a16="http://schemas.microsoft.com/office/drawing/2014/main" id="{92F408BE-5AEA-4555-9643-B59266F99D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1" y="4114801"/>
          <a:ext cx="84296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58391" name="Object 23">
                        <a:extLst>
                          <a:ext uri="{FF2B5EF4-FFF2-40B4-BE49-F238E27FC236}">
                            <a16:creationId xmlns:a16="http://schemas.microsoft.com/office/drawing/2014/main" id="{92F408BE-5AEA-4555-9643-B59266F99D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1" y="4114801"/>
                        <a:ext cx="84296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2" name="Object 24">
            <a:extLst>
              <a:ext uri="{FF2B5EF4-FFF2-40B4-BE49-F238E27FC236}">
                <a16:creationId xmlns:a16="http://schemas.microsoft.com/office/drawing/2014/main" id="{AFDA9143-D854-44DF-ABA8-04FC7B9623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1752601"/>
          <a:ext cx="81438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58392" name="Object 24">
                        <a:extLst>
                          <a:ext uri="{FF2B5EF4-FFF2-40B4-BE49-F238E27FC236}">
                            <a16:creationId xmlns:a16="http://schemas.microsoft.com/office/drawing/2014/main" id="{AFDA9143-D854-44DF-ABA8-04FC7B9623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752601"/>
                        <a:ext cx="81438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3" name="Object 25">
            <a:extLst>
              <a:ext uri="{FF2B5EF4-FFF2-40B4-BE49-F238E27FC236}">
                <a16:creationId xmlns:a16="http://schemas.microsoft.com/office/drawing/2014/main" id="{EB599ECD-C2E2-4C4E-A36B-AB999B5880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0" y="4800600"/>
          <a:ext cx="8445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58393" name="Object 25">
                        <a:extLst>
                          <a:ext uri="{FF2B5EF4-FFF2-40B4-BE49-F238E27FC236}">
                            <a16:creationId xmlns:a16="http://schemas.microsoft.com/office/drawing/2014/main" id="{EB599ECD-C2E2-4C4E-A36B-AB999B5880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4800600"/>
                        <a:ext cx="8445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8394" name="Picture 26" descr="C:\Program Files\Microsoft Office\Clipart\homeanim\ag00218_.gif">
            <a:extLst>
              <a:ext uri="{FF2B5EF4-FFF2-40B4-BE49-F238E27FC236}">
                <a16:creationId xmlns:a16="http://schemas.microsoft.com/office/drawing/2014/main" id="{19E03EC3-C602-4064-8DF4-7D72CF606CA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689" y="1825625"/>
            <a:ext cx="1417637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8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8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8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8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8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 animBg="1" autoUpdateAnimBg="0"/>
      <p:bldP spid="58379" grpId="0" autoUpdateAnimBg="0"/>
      <p:bldP spid="58380" grpId="0" autoUpdateAnimBg="0"/>
      <p:bldP spid="58381" grpId="0" autoUpdateAnimBg="0"/>
      <p:bldP spid="58382" grpId="0" autoUpdateAnimBg="0"/>
      <p:bldP spid="58383" grpId="0" autoUpdateAnimBg="0"/>
      <p:bldP spid="5838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26">
            <a:extLst>
              <a:ext uri="{FF2B5EF4-FFF2-40B4-BE49-F238E27FC236}">
                <a16:creationId xmlns:a16="http://schemas.microsoft.com/office/drawing/2014/main" id="{74BFEC85-A6BC-47C5-BEAB-209720CA7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6064"/>
            <a:ext cx="5486400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Standard Form</a:t>
            </a:r>
          </a:p>
          <a:p>
            <a:pPr eaLnBrk="1" hangingPunct="1">
              <a:buFontTx/>
              <a:buNone/>
            </a:pPr>
            <a:endParaRPr lang="en-GB" altLang="en-US" sz="2400" i="1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  <p:sp>
        <p:nvSpPr>
          <p:cNvPr id="60419" name="Text Box 1027">
            <a:extLst>
              <a:ext uri="{FF2B5EF4-FFF2-40B4-BE49-F238E27FC236}">
                <a16:creationId xmlns:a16="http://schemas.microsoft.com/office/drawing/2014/main" id="{E0EA0B89-94EF-48B3-B4FB-4EA6BA7AF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301" y="1314451"/>
            <a:ext cx="21256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>
                <a:solidFill>
                  <a:srgbClr val="FF0000"/>
                </a:solidFill>
                <a:latin typeface="Comic Sans MS" panose="030F0702030302020204" pitchFamily="66" charset="0"/>
              </a:rPr>
              <a:t>200 = 2 x 100 </a:t>
            </a:r>
          </a:p>
        </p:txBody>
      </p:sp>
      <p:sp>
        <p:nvSpPr>
          <p:cNvPr id="60420" name="Text Box 1028">
            <a:extLst>
              <a:ext uri="{FF2B5EF4-FFF2-40B4-BE49-F238E27FC236}">
                <a16:creationId xmlns:a16="http://schemas.microsoft.com/office/drawing/2014/main" id="{DE842984-873C-44DE-91BA-2B157B232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9550" y="1962151"/>
            <a:ext cx="2546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>
                <a:solidFill>
                  <a:srgbClr val="FF0000"/>
                </a:solidFill>
                <a:latin typeface="Comic Sans MS" panose="030F0702030302020204" pitchFamily="66" charset="0"/>
              </a:rPr>
              <a:t>4 000 = 4 x 1000 </a:t>
            </a:r>
          </a:p>
        </p:txBody>
      </p:sp>
      <p:sp>
        <p:nvSpPr>
          <p:cNvPr id="60421" name="Text Box 1029">
            <a:extLst>
              <a:ext uri="{FF2B5EF4-FFF2-40B4-BE49-F238E27FC236}">
                <a16:creationId xmlns:a16="http://schemas.microsoft.com/office/drawing/2014/main" id="{9C53F416-0AAE-4660-95FD-3F854E31F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0" y="3181351"/>
            <a:ext cx="3278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>
                <a:solidFill>
                  <a:srgbClr val="FF0000"/>
                </a:solidFill>
                <a:latin typeface="Comic Sans MS" panose="030F0702030302020204" pitchFamily="66" charset="0"/>
              </a:rPr>
              <a:t>500 000 = 5 x 100 000 </a:t>
            </a:r>
          </a:p>
        </p:txBody>
      </p:sp>
      <p:sp>
        <p:nvSpPr>
          <p:cNvPr id="60422" name="Text Box 1030">
            <a:extLst>
              <a:ext uri="{FF2B5EF4-FFF2-40B4-BE49-F238E27FC236}">
                <a16:creationId xmlns:a16="http://schemas.microsoft.com/office/drawing/2014/main" id="{3380F850-9BE4-494B-B51F-3E3DADDF0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2700" y="2533651"/>
            <a:ext cx="2967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>
                <a:solidFill>
                  <a:srgbClr val="FF0000"/>
                </a:solidFill>
                <a:latin typeface="Comic Sans MS" panose="030F0702030302020204" pitchFamily="66" charset="0"/>
              </a:rPr>
              <a:t>70 000 = 7 x 10 000 </a:t>
            </a:r>
          </a:p>
        </p:txBody>
      </p:sp>
      <p:sp>
        <p:nvSpPr>
          <p:cNvPr id="60423" name="Text Box 1031">
            <a:extLst>
              <a:ext uri="{FF2B5EF4-FFF2-40B4-BE49-F238E27FC236}">
                <a16:creationId xmlns:a16="http://schemas.microsoft.com/office/drawing/2014/main" id="{2D2DD151-1D43-4077-9021-136DCB146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51" y="3813176"/>
            <a:ext cx="3808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000" b="1">
                <a:solidFill>
                  <a:srgbClr val="FF0000"/>
                </a:solidFill>
                <a:latin typeface="Comic Sans MS" panose="030F0702030302020204" pitchFamily="66" charset="0"/>
              </a:rPr>
              <a:t>3 000 000 = 3 x 1 000 000 </a:t>
            </a:r>
          </a:p>
        </p:txBody>
      </p:sp>
      <p:graphicFrame>
        <p:nvGraphicFramePr>
          <p:cNvPr id="60425" name="Object 1033">
            <a:extLst>
              <a:ext uri="{FF2B5EF4-FFF2-40B4-BE49-F238E27FC236}">
                <a16:creationId xmlns:a16="http://schemas.microsoft.com/office/drawing/2014/main" id="{67D2C913-B4F4-4FFD-84A5-2AB511143D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3325" y="1212851"/>
          <a:ext cx="141605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60425" name="Object 1033">
                        <a:extLst>
                          <a:ext uri="{FF2B5EF4-FFF2-40B4-BE49-F238E27FC236}">
                            <a16:creationId xmlns:a16="http://schemas.microsoft.com/office/drawing/2014/main" id="{67D2C913-B4F4-4FFD-84A5-2AB511143D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3325" y="1212851"/>
                        <a:ext cx="141605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6" name="Object 1034">
            <a:extLst>
              <a:ext uri="{FF2B5EF4-FFF2-40B4-BE49-F238E27FC236}">
                <a16:creationId xmlns:a16="http://schemas.microsoft.com/office/drawing/2014/main" id="{7E42BFF6-C790-4AF1-8410-FCA5328B7E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1439" y="1828800"/>
          <a:ext cx="15462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60426" name="Object 1034">
                        <a:extLst>
                          <a:ext uri="{FF2B5EF4-FFF2-40B4-BE49-F238E27FC236}">
                            <a16:creationId xmlns:a16="http://schemas.microsoft.com/office/drawing/2014/main" id="{7E42BFF6-C790-4AF1-8410-FCA5328B7E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1439" y="1828800"/>
                        <a:ext cx="154622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7" name="Object 1035">
            <a:extLst>
              <a:ext uri="{FF2B5EF4-FFF2-40B4-BE49-F238E27FC236}">
                <a16:creationId xmlns:a16="http://schemas.microsoft.com/office/drawing/2014/main" id="{3101F41C-B623-45CE-AC32-E6CFB32AED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3051" y="2419351"/>
          <a:ext cx="15081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Equation" r:id="rId7" imgW="0" imgH="0" progId="Equation.3">
                  <p:embed/>
                </p:oleObj>
              </mc:Choice>
              <mc:Fallback>
                <p:oleObj name="Equation" r:id="rId7" imgW="0" imgH="0" progId="Equation.3">
                  <p:embed/>
                  <p:pic>
                    <p:nvPicPr>
                      <p:cNvPr id="60427" name="Object 1035">
                        <a:extLst>
                          <a:ext uri="{FF2B5EF4-FFF2-40B4-BE49-F238E27FC236}">
                            <a16:creationId xmlns:a16="http://schemas.microsoft.com/office/drawing/2014/main" id="{3101F41C-B623-45CE-AC32-E6CFB32AED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3051" y="2419351"/>
                        <a:ext cx="150812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8" name="Object 1036">
            <a:extLst>
              <a:ext uri="{FF2B5EF4-FFF2-40B4-BE49-F238E27FC236}">
                <a16:creationId xmlns:a16="http://schemas.microsoft.com/office/drawing/2014/main" id="{8950A496-A445-44D7-9CD1-071C32E515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8938" y="3055939"/>
          <a:ext cx="153511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60428" name="Object 1036">
                        <a:extLst>
                          <a:ext uri="{FF2B5EF4-FFF2-40B4-BE49-F238E27FC236}">
                            <a16:creationId xmlns:a16="http://schemas.microsoft.com/office/drawing/2014/main" id="{8950A496-A445-44D7-9CD1-071C32E515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8938" y="3055939"/>
                        <a:ext cx="1535112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0" name="Object 1038">
            <a:extLst>
              <a:ext uri="{FF2B5EF4-FFF2-40B4-BE49-F238E27FC236}">
                <a16:creationId xmlns:a16="http://schemas.microsoft.com/office/drawing/2014/main" id="{3DDA2ACA-4030-4C0A-86C0-C3FBA526BC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2789" y="3670300"/>
          <a:ext cx="152558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Equation" r:id="rId11" imgW="0" imgH="0" progId="Equation.3">
                  <p:embed/>
                </p:oleObj>
              </mc:Choice>
              <mc:Fallback>
                <p:oleObj name="Equation" r:id="rId11" imgW="0" imgH="0" progId="Equation.3">
                  <p:embed/>
                  <p:pic>
                    <p:nvPicPr>
                      <p:cNvPr id="60430" name="Object 1038">
                        <a:extLst>
                          <a:ext uri="{FF2B5EF4-FFF2-40B4-BE49-F238E27FC236}">
                            <a16:creationId xmlns:a16="http://schemas.microsoft.com/office/drawing/2014/main" id="{3DDA2ACA-4030-4C0A-86C0-C3FBA526BC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789" y="3670300"/>
                        <a:ext cx="152558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33" name="Group 1041">
            <a:extLst>
              <a:ext uri="{FF2B5EF4-FFF2-40B4-BE49-F238E27FC236}">
                <a16:creationId xmlns:a16="http://schemas.microsoft.com/office/drawing/2014/main" id="{FA40218E-7BF0-4DE5-B525-72E483D1557D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498976"/>
            <a:ext cx="5183188" cy="2359025"/>
            <a:chOff x="0" y="2834"/>
            <a:chExt cx="3265" cy="1486"/>
          </a:xfrm>
        </p:grpSpPr>
        <p:pic>
          <p:nvPicPr>
            <p:cNvPr id="21518" name="Picture 1039" descr="C:\Program Files\Microsoft Office\Clipart\homeanim\j0076187.gif">
              <a:extLst>
                <a:ext uri="{FF2B5EF4-FFF2-40B4-BE49-F238E27FC236}">
                  <a16:creationId xmlns:a16="http://schemas.microsoft.com/office/drawing/2014/main" id="{CD9A0108-AB77-4354-8B27-951607A32130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834"/>
              <a:ext cx="1329" cy="1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9" name="Picture 1040" descr="C:\Program Files\Microsoft Office\Clipart\homeanim\j0076135.gif">
              <a:extLst>
                <a:ext uri="{FF2B5EF4-FFF2-40B4-BE49-F238E27FC236}">
                  <a16:creationId xmlns:a16="http://schemas.microsoft.com/office/drawing/2014/main" id="{5EFC9F1E-7A07-42D2-952D-3294ABCECD8F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6" y="3049"/>
              <a:ext cx="1929" cy="1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0434" name="AutoShape 1042">
            <a:extLst>
              <a:ext uri="{FF2B5EF4-FFF2-40B4-BE49-F238E27FC236}">
                <a16:creationId xmlns:a16="http://schemas.microsoft.com/office/drawing/2014/main" id="{5CEDA4D9-B5A9-4C71-84CD-B70C9A41F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4443414"/>
            <a:ext cx="3511550" cy="987425"/>
          </a:xfrm>
          <a:prstGeom prst="wedgeRoundRectCallout">
            <a:avLst>
              <a:gd name="adj1" fmla="val -88111"/>
              <a:gd name="adj2" fmla="val 60773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This is also known as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Scientific Notation.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0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8" dur="500"/>
                                        <p:tgtEl>
                                          <p:spTgt spid="60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animBg="1" autoUpdateAnimBg="0"/>
      <p:bldP spid="60419" grpId="0" autoUpdateAnimBg="0"/>
      <p:bldP spid="60420" grpId="0" autoUpdateAnimBg="0"/>
      <p:bldP spid="60421" grpId="0" autoUpdateAnimBg="0"/>
      <p:bldP spid="60422" grpId="0" autoUpdateAnimBg="0"/>
      <p:bldP spid="60423" grpId="0" autoUpdateAnimBg="0"/>
      <p:bldP spid="60434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BCFC5A7A-41D5-4637-943C-3AF7B2419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1" y="703264"/>
            <a:ext cx="7191375" cy="4865687"/>
          </a:xfrm>
          <a:prstGeom prst="rect">
            <a:avLst/>
          </a:prstGeom>
          <a:solidFill>
            <a:schemeClr val="bg1"/>
          </a:solidFill>
          <a:ln w="76200">
            <a:solidFill>
              <a:srgbClr val="CC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u="sng">
                <a:solidFill>
                  <a:srgbClr val="0BC738"/>
                </a:solidFill>
                <a:latin typeface="Comic Sans MS" panose="030F0702030302020204" pitchFamily="66" charset="0"/>
              </a:rPr>
              <a:t>Exercise 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GB" altLang="en-US" sz="2800" u="sng">
              <a:solidFill>
                <a:srgbClr val="0BC738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ct val="0"/>
              </a:spcBef>
              <a:buFontTx/>
              <a:buAutoNum type="arabicParenBoth"/>
            </a:pPr>
            <a:r>
              <a:rPr lang="en-GB" altLang="en-US" sz="2800">
                <a:solidFill>
                  <a:srgbClr val="0BC738"/>
                </a:solidFill>
                <a:latin typeface="Comic Sans MS" panose="030F0702030302020204" pitchFamily="66" charset="0"/>
              </a:rPr>
              <a:t>2 000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0BC738"/>
                </a:solidFill>
                <a:latin typeface="Comic Sans MS" panose="030F0702030302020204" pitchFamily="66" charset="0"/>
              </a:rPr>
              <a:t>(2) 20 000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0BC738"/>
                </a:solidFill>
                <a:latin typeface="Comic Sans MS" panose="030F0702030302020204" pitchFamily="66" charset="0"/>
              </a:rPr>
              <a:t>(3) 500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>
              <a:latin typeface="Comic Sans MS" panose="030F0702030302020204" pitchFamily="66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0BC738"/>
                </a:solidFill>
                <a:latin typeface="Comic Sans MS" panose="030F0702030302020204" pitchFamily="66" charset="0"/>
              </a:rPr>
              <a:t>(4) 800 000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>
              <a:solidFill>
                <a:srgbClr val="0BC738"/>
              </a:solidFill>
              <a:latin typeface="Comic Sans MS" panose="030F0702030302020204" pitchFamily="66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0BC738"/>
                </a:solidFill>
                <a:latin typeface="Comic Sans MS" panose="030F0702030302020204" pitchFamily="66" charset="0"/>
              </a:rPr>
              <a:t>(5) 9 000 000</a:t>
            </a:r>
          </a:p>
        </p:txBody>
      </p:sp>
      <p:pic>
        <p:nvPicPr>
          <p:cNvPr id="22531" name="Picture 3" descr="c:\Program Files\Microsoft Office\Clipart\corpmm\motion\ag00463_.gif">
            <a:extLst>
              <a:ext uri="{FF2B5EF4-FFF2-40B4-BE49-F238E27FC236}">
                <a16:creationId xmlns:a16="http://schemas.microsoft.com/office/drawing/2014/main" id="{26D232EF-BCC1-4332-B589-D93A46D9CAD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306888"/>
            <a:ext cx="2482850" cy="255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Text Box 5">
            <a:extLst>
              <a:ext uri="{FF2B5EF4-FFF2-40B4-BE49-F238E27FC236}">
                <a16:creationId xmlns:a16="http://schemas.microsoft.com/office/drawing/2014/main" id="{79CF9A86-76C7-4A7D-997F-CC22B6AB6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1" y="3313113"/>
            <a:ext cx="17827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= 5 x 100</a:t>
            </a:r>
            <a:r>
              <a:rPr lang="en-GB" altLang="en-US" sz="200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39942" name="Object 6">
            <a:extLst>
              <a:ext uri="{FF2B5EF4-FFF2-40B4-BE49-F238E27FC236}">
                <a16:creationId xmlns:a16="http://schemas.microsoft.com/office/drawing/2014/main" id="{AA7BAE00-1383-4F70-B582-675CBE2F8D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10263" y="3290888"/>
          <a:ext cx="147161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39942" name="Object 6">
                        <a:extLst>
                          <a:ext uri="{FF2B5EF4-FFF2-40B4-BE49-F238E27FC236}">
                            <a16:creationId xmlns:a16="http://schemas.microsoft.com/office/drawing/2014/main" id="{AA7BAE00-1383-4F70-B582-675CBE2F8D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0263" y="3290888"/>
                        <a:ext cx="1471612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Text Box 7">
            <a:extLst>
              <a:ext uri="{FF2B5EF4-FFF2-40B4-BE49-F238E27FC236}">
                <a16:creationId xmlns:a16="http://schemas.microsoft.com/office/drawing/2014/main" id="{32D7CFEB-A133-4EA5-BC9D-EA573F6C9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900" y="4132263"/>
            <a:ext cx="25415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= 8 x 100 000</a:t>
            </a:r>
            <a:r>
              <a:rPr lang="en-GB" altLang="en-US" sz="200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39944" name="Object 8">
            <a:extLst>
              <a:ext uri="{FF2B5EF4-FFF2-40B4-BE49-F238E27FC236}">
                <a16:creationId xmlns:a16="http://schemas.microsoft.com/office/drawing/2014/main" id="{12C77B2D-D626-47EE-A211-26B1A088AB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8063" y="4110038"/>
          <a:ext cx="147161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39944" name="Object 8">
                        <a:extLst>
                          <a:ext uri="{FF2B5EF4-FFF2-40B4-BE49-F238E27FC236}">
                            <a16:creationId xmlns:a16="http://schemas.microsoft.com/office/drawing/2014/main" id="{12C77B2D-D626-47EE-A211-26B1A088AB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8063" y="4110038"/>
                        <a:ext cx="1471612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Text Box 9">
            <a:extLst>
              <a:ext uri="{FF2B5EF4-FFF2-40B4-BE49-F238E27FC236}">
                <a16:creationId xmlns:a16="http://schemas.microsoft.com/office/drawing/2014/main" id="{D3AC3638-F7D8-45D6-B2B0-CF463D84A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0" y="2455863"/>
            <a:ext cx="2324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= 2 x 10 000</a:t>
            </a:r>
            <a:r>
              <a:rPr lang="en-GB" altLang="en-US" sz="200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39946" name="Object 10">
            <a:extLst>
              <a:ext uri="{FF2B5EF4-FFF2-40B4-BE49-F238E27FC236}">
                <a16:creationId xmlns:a16="http://schemas.microsoft.com/office/drawing/2014/main" id="{374DD33C-21A5-4723-8521-D06A520B20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0551" y="2414588"/>
          <a:ext cx="147002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39946" name="Object 10">
                        <a:extLst>
                          <a:ext uri="{FF2B5EF4-FFF2-40B4-BE49-F238E27FC236}">
                            <a16:creationId xmlns:a16="http://schemas.microsoft.com/office/drawing/2014/main" id="{374DD33C-21A5-4723-8521-D06A520B20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0551" y="2414588"/>
                        <a:ext cx="147002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7" name="Text Box 11">
            <a:extLst>
              <a:ext uri="{FF2B5EF4-FFF2-40B4-BE49-F238E27FC236}">
                <a16:creationId xmlns:a16="http://schemas.microsoft.com/office/drawing/2014/main" id="{7015C414-BB09-4646-8FCB-C348DB87B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5008563"/>
            <a:ext cx="28654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= 9 x 1 000 000</a:t>
            </a:r>
            <a:r>
              <a:rPr lang="en-GB" altLang="en-US" sz="200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39948" name="Object 12">
            <a:extLst>
              <a:ext uri="{FF2B5EF4-FFF2-40B4-BE49-F238E27FC236}">
                <a16:creationId xmlns:a16="http://schemas.microsoft.com/office/drawing/2014/main" id="{78A5A6E7-19B7-4094-9D91-ECE8C3FC85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75588" y="4986338"/>
          <a:ext cx="150336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39948" name="Object 12">
                        <a:extLst>
                          <a:ext uri="{FF2B5EF4-FFF2-40B4-BE49-F238E27FC236}">
                            <a16:creationId xmlns:a16="http://schemas.microsoft.com/office/drawing/2014/main" id="{78A5A6E7-19B7-4094-9D91-ECE8C3FC85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5588" y="4986338"/>
                        <a:ext cx="1503362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9" name="Text Box 13">
            <a:extLst>
              <a:ext uri="{FF2B5EF4-FFF2-40B4-BE49-F238E27FC236}">
                <a16:creationId xmlns:a16="http://schemas.microsoft.com/office/drawing/2014/main" id="{1D5757F2-04DF-42A9-87F0-F02FFE7D6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2450" y="1579563"/>
            <a:ext cx="2000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= 2 x 1000</a:t>
            </a:r>
            <a:r>
              <a:rPr lang="en-GB" altLang="en-US" sz="200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39950" name="Object 14">
            <a:extLst>
              <a:ext uri="{FF2B5EF4-FFF2-40B4-BE49-F238E27FC236}">
                <a16:creationId xmlns:a16="http://schemas.microsoft.com/office/drawing/2014/main" id="{46D6CAC9-2CDE-44F4-9A8A-0D31DDB6D5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8725" y="1538288"/>
          <a:ext cx="14732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39950" name="Object 14">
                        <a:extLst>
                          <a:ext uri="{FF2B5EF4-FFF2-40B4-BE49-F238E27FC236}">
                            <a16:creationId xmlns:a16="http://schemas.microsoft.com/office/drawing/2014/main" id="{46D6CAC9-2CDE-44F4-9A8A-0D31DDB6D5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8725" y="1538288"/>
                        <a:ext cx="14732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75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" grpId="0" autoUpdateAnimBg="0"/>
      <p:bldP spid="39943" grpId="0" autoUpdateAnimBg="0"/>
      <p:bldP spid="39945" grpId="0" autoUpdateAnimBg="0"/>
      <p:bldP spid="39947" grpId="0" autoUpdateAnimBg="0"/>
      <p:bldP spid="3994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42" name="Group 50">
            <a:extLst>
              <a:ext uri="{FF2B5EF4-FFF2-40B4-BE49-F238E27FC236}">
                <a16:creationId xmlns:a16="http://schemas.microsoft.com/office/drawing/2014/main" id="{CB2936D5-D736-4463-AFFD-334A81D0DC78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3276603"/>
            <a:ext cx="2133600" cy="1135063"/>
            <a:chOff x="720" y="2208"/>
            <a:chExt cx="1344" cy="715"/>
          </a:xfrm>
        </p:grpSpPr>
        <p:sp>
          <p:nvSpPr>
            <p:cNvPr id="23575" name="AutoShape 51">
              <a:extLst>
                <a:ext uri="{FF2B5EF4-FFF2-40B4-BE49-F238E27FC236}">
                  <a16:creationId xmlns:a16="http://schemas.microsoft.com/office/drawing/2014/main" id="{D69ED4BB-26E2-499A-9F30-592567A4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208"/>
              <a:ext cx="197" cy="432"/>
            </a:xfrm>
            <a:prstGeom prst="upArrow">
              <a:avLst>
                <a:gd name="adj1" fmla="val 50000"/>
                <a:gd name="adj2" fmla="val 54822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3576" name="Text Box 52">
              <a:extLst>
                <a:ext uri="{FF2B5EF4-FFF2-40B4-BE49-F238E27FC236}">
                  <a16:creationId xmlns:a16="http://schemas.microsoft.com/office/drawing/2014/main" id="{4AA94D45-40C7-4A2D-89D8-30064E9E2E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400"/>
              <a:ext cx="1344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Add the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decimal point</a:t>
              </a:r>
            </a:p>
          </p:txBody>
        </p:sp>
      </p:grpSp>
      <p:sp>
        <p:nvSpPr>
          <p:cNvPr id="59422" name="AutoShape 30">
            <a:extLst>
              <a:ext uri="{FF2B5EF4-FFF2-40B4-BE49-F238E27FC236}">
                <a16:creationId xmlns:a16="http://schemas.microsoft.com/office/drawing/2014/main" id="{037D00FF-C425-4EDA-A20B-9ED7C1CCD8D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09800" y="2270126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59418" name="AutoShape 26">
            <a:extLst>
              <a:ext uri="{FF2B5EF4-FFF2-40B4-BE49-F238E27FC236}">
                <a16:creationId xmlns:a16="http://schemas.microsoft.com/office/drawing/2014/main" id="{CE0EAD7F-A5D8-4747-BA25-928B911E829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590800" y="2270126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59416" name="AutoShape 24">
            <a:extLst>
              <a:ext uri="{FF2B5EF4-FFF2-40B4-BE49-F238E27FC236}">
                <a16:creationId xmlns:a16="http://schemas.microsoft.com/office/drawing/2014/main" id="{D95B3D01-2BD1-40D0-893F-BECB55012B4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895600" y="22987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59417" name="AutoShape 25">
            <a:extLst>
              <a:ext uri="{FF2B5EF4-FFF2-40B4-BE49-F238E27FC236}">
                <a16:creationId xmlns:a16="http://schemas.microsoft.com/office/drawing/2014/main" id="{8EFB827E-C2AB-48BB-A27A-29BD158667A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276600" y="2270126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6FFB7804-7465-4D4F-B3DB-D6A23A6AA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6064"/>
            <a:ext cx="5486400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A short cut</a:t>
            </a:r>
          </a:p>
          <a:p>
            <a:pPr eaLnBrk="1" hangingPunct="1">
              <a:buFontTx/>
              <a:buNone/>
            </a:pPr>
            <a:endParaRPr lang="en-GB" altLang="en-US" sz="2400" i="1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  <p:sp>
        <p:nvSpPr>
          <p:cNvPr id="59407" name="Text Box 15">
            <a:extLst>
              <a:ext uri="{FF2B5EF4-FFF2-40B4-BE49-F238E27FC236}">
                <a16:creationId xmlns:a16="http://schemas.microsoft.com/office/drawing/2014/main" id="{5FC83BE9-6C53-4A83-8A01-184DA3E13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714626"/>
            <a:ext cx="27320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8 000 000</a:t>
            </a:r>
            <a:r>
              <a:rPr lang="en-GB" altLang="en-US" sz="2000"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59408" name="Object 16">
            <a:extLst>
              <a:ext uri="{FF2B5EF4-FFF2-40B4-BE49-F238E27FC236}">
                <a16:creationId xmlns:a16="http://schemas.microsoft.com/office/drawing/2014/main" id="{2BE9ADCC-5009-4976-921C-253B5508B0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0725" y="2582863"/>
          <a:ext cx="2217738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59408" name="Object 16">
                        <a:extLst>
                          <a:ext uri="{FF2B5EF4-FFF2-40B4-BE49-F238E27FC236}">
                            <a16:creationId xmlns:a16="http://schemas.microsoft.com/office/drawing/2014/main" id="{2BE9ADCC-5009-4976-921C-253B5508B0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725" y="2582863"/>
                        <a:ext cx="2217738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2" name="AutoShape 20">
            <a:extLst>
              <a:ext uri="{FF2B5EF4-FFF2-40B4-BE49-F238E27FC236}">
                <a16:creationId xmlns:a16="http://schemas.microsoft.com/office/drawing/2014/main" id="{C9EF142C-78EA-4947-BD63-60C786FF527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657600" y="2270126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59413" name="AutoShape 21">
            <a:extLst>
              <a:ext uri="{FF2B5EF4-FFF2-40B4-BE49-F238E27FC236}">
                <a16:creationId xmlns:a16="http://schemas.microsoft.com/office/drawing/2014/main" id="{AA29F715-081E-4701-9A78-8572731854E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962400" y="22987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59420" name="Text Box 28">
            <a:extLst>
              <a:ext uri="{FF2B5EF4-FFF2-40B4-BE49-F238E27FC236}">
                <a16:creationId xmlns:a16="http://schemas.microsoft.com/office/drawing/2014/main" id="{5F3A8F42-A535-4FEF-B841-7D923B9F9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711451"/>
            <a:ext cx="31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59421" name="Text Box 29">
            <a:extLst>
              <a:ext uri="{FF2B5EF4-FFF2-40B4-BE49-F238E27FC236}">
                <a16:creationId xmlns:a16="http://schemas.microsoft.com/office/drawing/2014/main" id="{A70C1891-AB3E-4EEC-A5F2-721E20BF4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0" y="2727326"/>
            <a:ext cx="31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FF0000"/>
                </a:solidFill>
                <a:latin typeface="Comic Sans MS" panose="030F0702030302020204" pitchFamily="66" charset="0"/>
              </a:rPr>
              <a:t>.</a:t>
            </a:r>
          </a:p>
        </p:txBody>
      </p:sp>
      <p:grpSp>
        <p:nvGrpSpPr>
          <p:cNvPr id="59436" name="Group 44">
            <a:extLst>
              <a:ext uri="{FF2B5EF4-FFF2-40B4-BE49-F238E27FC236}">
                <a16:creationId xmlns:a16="http://schemas.microsoft.com/office/drawing/2014/main" id="{D3B20D4A-F166-4DA5-AFE0-B6A1D1B94222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3505200"/>
            <a:ext cx="2895600" cy="1676400"/>
            <a:chOff x="1419" y="2208"/>
            <a:chExt cx="1824" cy="1056"/>
          </a:xfrm>
        </p:grpSpPr>
        <p:sp>
          <p:nvSpPr>
            <p:cNvPr id="23573" name="AutoShape 32">
              <a:extLst>
                <a:ext uri="{FF2B5EF4-FFF2-40B4-BE49-F238E27FC236}">
                  <a16:creationId xmlns:a16="http://schemas.microsoft.com/office/drawing/2014/main" id="{C2950E85-1206-4FCC-B896-4D876F16F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7" y="2208"/>
              <a:ext cx="240" cy="720"/>
            </a:xfrm>
            <a:prstGeom prst="upArrow">
              <a:avLst>
                <a:gd name="adj1" fmla="val 50000"/>
                <a:gd name="adj2" fmla="val 75000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3574" name="Text Box 36">
              <a:extLst>
                <a:ext uri="{FF2B5EF4-FFF2-40B4-BE49-F238E27FC236}">
                  <a16:creationId xmlns:a16="http://schemas.microsoft.com/office/drawing/2014/main" id="{502F3D4D-CFDA-4192-AAF7-F6DEA57F71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9" y="2976"/>
              <a:ext cx="18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Between 1 and 10</a:t>
              </a:r>
            </a:p>
          </p:txBody>
        </p:sp>
      </p:grpSp>
      <p:grpSp>
        <p:nvGrpSpPr>
          <p:cNvPr id="59435" name="Group 43">
            <a:extLst>
              <a:ext uri="{FF2B5EF4-FFF2-40B4-BE49-F238E27FC236}">
                <a16:creationId xmlns:a16="http://schemas.microsoft.com/office/drawing/2014/main" id="{FA4D615D-1B90-4676-AE93-D52A021FA4C0}"/>
              </a:ext>
            </a:extLst>
          </p:cNvPr>
          <p:cNvGrpSpPr>
            <a:grpSpLocks/>
          </p:cNvGrpSpPr>
          <p:nvPr/>
        </p:nvGrpSpPr>
        <p:grpSpPr bwMode="auto">
          <a:xfrm>
            <a:off x="6748464" y="2590803"/>
            <a:ext cx="3690937" cy="830263"/>
            <a:chOff x="3291" y="1632"/>
            <a:chExt cx="2325" cy="523"/>
          </a:xfrm>
        </p:grpSpPr>
        <p:sp>
          <p:nvSpPr>
            <p:cNvPr id="23571" name="AutoShape 40">
              <a:extLst>
                <a:ext uri="{FF2B5EF4-FFF2-40B4-BE49-F238E27FC236}">
                  <a16:creationId xmlns:a16="http://schemas.microsoft.com/office/drawing/2014/main" id="{F54B2576-82C1-4809-8B00-9DD3CC6AE3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579" y="1392"/>
              <a:ext cx="144" cy="720"/>
            </a:xfrm>
            <a:prstGeom prst="upArrow">
              <a:avLst>
                <a:gd name="adj1" fmla="val 50000"/>
                <a:gd name="adj2" fmla="val 125000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3572" name="Text Box 41">
              <a:extLst>
                <a:ext uri="{FF2B5EF4-FFF2-40B4-BE49-F238E27FC236}">
                  <a16:creationId xmlns:a16="http://schemas.microsoft.com/office/drawing/2014/main" id="{BBED6A9E-AC41-4A89-A28F-064F11C0F3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632"/>
              <a:ext cx="1584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The point moved 6 places</a:t>
              </a:r>
            </a:p>
          </p:txBody>
        </p:sp>
      </p:grpSp>
      <p:sp>
        <p:nvSpPr>
          <p:cNvPr id="59438" name="Text Box 46">
            <a:extLst>
              <a:ext uri="{FF2B5EF4-FFF2-40B4-BE49-F238E27FC236}">
                <a16:creationId xmlns:a16="http://schemas.microsoft.com/office/drawing/2014/main" id="{275D2CD0-FBBB-4716-9008-129B1A180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371601"/>
            <a:ext cx="403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Move the point to get 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number between 1 and 10</a:t>
            </a:r>
          </a:p>
        </p:txBody>
      </p:sp>
      <p:grpSp>
        <p:nvGrpSpPr>
          <p:cNvPr id="59445" name="Group 53">
            <a:extLst>
              <a:ext uri="{FF2B5EF4-FFF2-40B4-BE49-F238E27FC236}">
                <a16:creationId xmlns:a16="http://schemas.microsoft.com/office/drawing/2014/main" id="{A0C98D37-1A7B-4F0F-B6C0-BC2CF23F028C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3124200"/>
            <a:ext cx="1981200" cy="1600200"/>
            <a:chOff x="816" y="1968"/>
            <a:chExt cx="1248" cy="1008"/>
          </a:xfrm>
        </p:grpSpPr>
        <p:sp>
          <p:nvSpPr>
            <p:cNvPr id="23569" name="Rectangle 48">
              <a:extLst>
                <a:ext uri="{FF2B5EF4-FFF2-40B4-BE49-F238E27FC236}">
                  <a16:creationId xmlns:a16="http://schemas.microsoft.com/office/drawing/2014/main" id="{DA44588E-A0F1-4C96-895F-F571C0E90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968"/>
              <a:ext cx="96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3570" name="Rectangle 49">
              <a:extLst>
                <a:ext uri="{FF2B5EF4-FFF2-40B4-BE49-F238E27FC236}">
                  <a16:creationId xmlns:a16="http://schemas.microsoft.com/office/drawing/2014/main" id="{5F47D5AB-9729-41A2-9C61-01A86F5E3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064"/>
              <a:ext cx="1248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9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9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22" grpId="0" animBg="1"/>
      <p:bldP spid="59418" grpId="0" animBg="1"/>
      <p:bldP spid="59416" grpId="0" animBg="1"/>
      <p:bldP spid="59417" grpId="0" animBg="1"/>
      <p:bldP spid="59394" grpId="0" animBg="1" autoUpdateAnimBg="0"/>
      <p:bldP spid="59407" grpId="0" autoUpdateAnimBg="0"/>
      <p:bldP spid="59412" grpId="0" animBg="1"/>
      <p:bldP spid="59413" grpId="0" animBg="1"/>
      <p:bldP spid="59420" grpId="0" autoUpdateAnimBg="0"/>
      <p:bldP spid="59421" grpId="0" autoUpdateAnimBg="0"/>
      <p:bldP spid="5943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4" name="AutoShape 24">
            <a:extLst>
              <a:ext uri="{FF2B5EF4-FFF2-40B4-BE49-F238E27FC236}">
                <a16:creationId xmlns:a16="http://schemas.microsoft.com/office/drawing/2014/main" id="{CE5C3FAB-D2D2-4ACC-B600-98FA6E86223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336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1442" name="AutoShape 2">
            <a:extLst>
              <a:ext uri="{FF2B5EF4-FFF2-40B4-BE49-F238E27FC236}">
                <a16:creationId xmlns:a16="http://schemas.microsoft.com/office/drawing/2014/main" id="{EA5365D4-5500-4D5A-BE82-CC1BA650508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5146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1443" name="AutoShape 3">
            <a:extLst>
              <a:ext uri="{FF2B5EF4-FFF2-40B4-BE49-F238E27FC236}">
                <a16:creationId xmlns:a16="http://schemas.microsoft.com/office/drawing/2014/main" id="{DC962A9F-0502-4479-B08D-63A74FACB8B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8956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1444" name="AutoShape 4">
            <a:extLst>
              <a:ext uri="{FF2B5EF4-FFF2-40B4-BE49-F238E27FC236}">
                <a16:creationId xmlns:a16="http://schemas.microsoft.com/office/drawing/2014/main" id="{D64B2ADB-321F-4D39-A591-C00B5E13302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200400" y="2314576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1445" name="AutoShape 5">
            <a:extLst>
              <a:ext uri="{FF2B5EF4-FFF2-40B4-BE49-F238E27FC236}">
                <a16:creationId xmlns:a16="http://schemas.microsoft.com/office/drawing/2014/main" id="{26E4CBC3-9720-43B2-A7FF-AB74B287894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5814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9A864C7F-BD05-4591-A0A2-134D68C5C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6064"/>
            <a:ext cx="5486400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A short cut</a:t>
            </a:r>
          </a:p>
          <a:p>
            <a:pPr eaLnBrk="1" hangingPunct="1">
              <a:buFontTx/>
              <a:buNone/>
            </a:pPr>
            <a:endParaRPr lang="en-GB" altLang="en-US" sz="2400" i="1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  <p:sp>
        <p:nvSpPr>
          <p:cNvPr id="61447" name="Text Box 7">
            <a:extLst>
              <a:ext uri="{FF2B5EF4-FFF2-40B4-BE49-F238E27FC236}">
                <a16:creationId xmlns:a16="http://schemas.microsoft.com/office/drawing/2014/main" id="{133D0D40-9712-4FB2-8448-6A86C9526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714626"/>
            <a:ext cx="30416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92 000 000</a:t>
            </a:r>
            <a:r>
              <a:rPr lang="en-GB" altLang="en-US" sz="2000"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61448" name="Object 8">
            <a:extLst>
              <a:ext uri="{FF2B5EF4-FFF2-40B4-BE49-F238E27FC236}">
                <a16:creationId xmlns:a16="http://schemas.microsoft.com/office/drawing/2014/main" id="{C2298420-BA05-446C-B6D1-296F44B33A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6950" y="2582863"/>
          <a:ext cx="273685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61448" name="Object 8">
                        <a:extLst>
                          <a:ext uri="{FF2B5EF4-FFF2-40B4-BE49-F238E27FC236}">
                            <a16:creationId xmlns:a16="http://schemas.microsoft.com/office/drawing/2014/main" id="{C2298420-BA05-446C-B6D1-296F44B33A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6950" y="2582863"/>
                        <a:ext cx="273685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9" name="AutoShape 9">
            <a:extLst>
              <a:ext uri="{FF2B5EF4-FFF2-40B4-BE49-F238E27FC236}">
                <a16:creationId xmlns:a16="http://schemas.microsoft.com/office/drawing/2014/main" id="{80BA9440-27AD-4E6B-88CD-9B25EE432A6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9624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1450" name="AutoShape 10">
            <a:extLst>
              <a:ext uri="{FF2B5EF4-FFF2-40B4-BE49-F238E27FC236}">
                <a16:creationId xmlns:a16="http://schemas.microsoft.com/office/drawing/2014/main" id="{2117FDDB-8697-4686-9021-6B7D71B39DE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267200" y="2314576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1451" name="Text Box 11">
            <a:extLst>
              <a:ext uri="{FF2B5EF4-FFF2-40B4-BE49-F238E27FC236}">
                <a16:creationId xmlns:a16="http://schemas.microsoft.com/office/drawing/2014/main" id="{623687C8-4CE7-426D-B1E2-586441443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1850" y="2711451"/>
            <a:ext cx="31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61452" name="Text Box 12">
            <a:extLst>
              <a:ext uri="{FF2B5EF4-FFF2-40B4-BE49-F238E27FC236}">
                <a16:creationId xmlns:a16="http://schemas.microsoft.com/office/drawing/2014/main" id="{4601A39F-2339-48B0-9F10-C8186675B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727326"/>
            <a:ext cx="31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FF0000"/>
                </a:solidFill>
                <a:latin typeface="Comic Sans MS" panose="030F0702030302020204" pitchFamily="66" charset="0"/>
              </a:rPr>
              <a:t>.</a:t>
            </a:r>
          </a:p>
        </p:txBody>
      </p:sp>
      <p:grpSp>
        <p:nvGrpSpPr>
          <p:cNvPr id="61470" name="Group 30">
            <a:extLst>
              <a:ext uri="{FF2B5EF4-FFF2-40B4-BE49-F238E27FC236}">
                <a16:creationId xmlns:a16="http://schemas.microsoft.com/office/drawing/2014/main" id="{2CFD9B36-B944-49CD-A7AD-2CF5376AFC79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3276603"/>
            <a:ext cx="2133600" cy="1135063"/>
            <a:chOff x="720" y="2208"/>
            <a:chExt cx="1344" cy="715"/>
          </a:xfrm>
        </p:grpSpPr>
        <p:sp>
          <p:nvSpPr>
            <p:cNvPr id="24605" name="AutoShape 14">
              <a:extLst>
                <a:ext uri="{FF2B5EF4-FFF2-40B4-BE49-F238E27FC236}">
                  <a16:creationId xmlns:a16="http://schemas.microsoft.com/office/drawing/2014/main" id="{7C41E78B-0F61-4651-897B-B146EB1F2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208"/>
              <a:ext cx="197" cy="432"/>
            </a:xfrm>
            <a:prstGeom prst="upArrow">
              <a:avLst>
                <a:gd name="adj1" fmla="val 50000"/>
                <a:gd name="adj2" fmla="val 54822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4606" name="Text Box 15">
              <a:extLst>
                <a:ext uri="{FF2B5EF4-FFF2-40B4-BE49-F238E27FC236}">
                  <a16:creationId xmlns:a16="http://schemas.microsoft.com/office/drawing/2014/main" id="{F01B3A17-9AB0-4409-9B24-93A3D375F3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400"/>
              <a:ext cx="1344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Add the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decimal point</a:t>
              </a:r>
            </a:p>
          </p:txBody>
        </p:sp>
      </p:grpSp>
      <p:grpSp>
        <p:nvGrpSpPr>
          <p:cNvPr id="61456" name="Group 16">
            <a:extLst>
              <a:ext uri="{FF2B5EF4-FFF2-40B4-BE49-F238E27FC236}">
                <a16:creationId xmlns:a16="http://schemas.microsoft.com/office/drawing/2014/main" id="{A00502D3-682D-4353-BCFF-18B50C1A49B0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05200"/>
            <a:ext cx="2895600" cy="1676400"/>
            <a:chOff x="1419" y="2208"/>
            <a:chExt cx="1824" cy="1056"/>
          </a:xfrm>
        </p:grpSpPr>
        <p:sp>
          <p:nvSpPr>
            <p:cNvPr id="24603" name="AutoShape 17">
              <a:extLst>
                <a:ext uri="{FF2B5EF4-FFF2-40B4-BE49-F238E27FC236}">
                  <a16:creationId xmlns:a16="http://schemas.microsoft.com/office/drawing/2014/main" id="{D4C72E0A-228D-4474-BE90-2F9E24C4D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7" y="2208"/>
              <a:ext cx="240" cy="720"/>
            </a:xfrm>
            <a:prstGeom prst="upArrow">
              <a:avLst>
                <a:gd name="adj1" fmla="val 50000"/>
                <a:gd name="adj2" fmla="val 75000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4604" name="Text Box 18">
              <a:extLst>
                <a:ext uri="{FF2B5EF4-FFF2-40B4-BE49-F238E27FC236}">
                  <a16:creationId xmlns:a16="http://schemas.microsoft.com/office/drawing/2014/main" id="{A1E79714-D4E6-4B16-AED9-AB75AD6419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9" y="2976"/>
              <a:ext cx="18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Between 1 and 10</a:t>
              </a:r>
            </a:p>
          </p:txBody>
        </p:sp>
      </p:grpSp>
      <p:grpSp>
        <p:nvGrpSpPr>
          <p:cNvPr id="61460" name="Group 20">
            <a:extLst>
              <a:ext uri="{FF2B5EF4-FFF2-40B4-BE49-F238E27FC236}">
                <a16:creationId xmlns:a16="http://schemas.microsoft.com/office/drawing/2014/main" id="{ED633557-3756-46E9-814D-468754BD29AE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22550"/>
            <a:ext cx="3048000" cy="1200150"/>
            <a:chOff x="3291" y="1632"/>
            <a:chExt cx="2325" cy="756"/>
          </a:xfrm>
        </p:grpSpPr>
        <p:sp>
          <p:nvSpPr>
            <p:cNvPr id="24601" name="AutoShape 21">
              <a:extLst>
                <a:ext uri="{FF2B5EF4-FFF2-40B4-BE49-F238E27FC236}">
                  <a16:creationId xmlns:a16="http://schemas.microsoft.com/office/drawing/2014/main" id="{5A13B2E6-858C-409B-86EE-3104E680F84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579" y="1392"/>
              <a:ext cx="144" cy="720"/>
            </a:xfrm>
            <a:prstGeom prst="upArrow">
              <a:avLst>
                <a:gd name="adj1" fmla="val 50000"/>
                <a:gd name="adj2" fmla="val 125000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4602" name="Text Box 22">
              <a:extLst>
                <a:ext uri="{FF2B5EF4-FFF2-40B4-BE49-F238E27FC236}">
                  <a16:creationId xmlns:a16="http://schemas.microsoft.com/office/drawing/2014/main" id="{DD158E47-C5EF-4FCA-AABD-B1D645C305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632"/>
              <a:ext cx="1584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The point moved 7 places</a:t>
              </a:r>
            </a:p>
          </p:txBody>
        </p:sp>
      </p:grpSp>
      <p:sp>
        <p:nvSpPr>
          <p:cNvPr id="61463" name="Text Box 23">
            <a:extLst>
              <a:ext uri="{FF2B5EF4-FFF2-40B4-BE49-F238E27FC236}">
                <a16:creationId xmlns:a16="http://schemas.microsoft.com/office/drawing/2014/main" id="{0D94C4DE-03FE-4E5E-99C2-C6BCDB9D7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371601"/>
            <a:ext cx="403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Move the point to get 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number between 1 and 10</a:t>
            </a:r>
          </a:p>
        </p:txBody>
      </p:sp>
      <p:grpSp>
        <p:nvGrpSpPr>
          <p:cNvPr id="61469" name="Group 29">
            <a:extLst>
              <a:ext uri="{FF2B5EF4-FFF2-40B4-BE49-F238E27FC236}">
                <a16:creationId xmlns:a16="http://schemas.microsoft.com/office/drawing/2014/main" id="{C305466E-1643-46B3-B704-2E84A8C20B3A}"/>
              </a:ext>
            </a:extLst>
          </p:cNvPr>
          <p:cNvGrpSpPr>
            <a:grpSpLocks/>
          </p:cNvGrpSpPr>
          <p:nvPr/>
        </p:nvGrpSpPr>
        <p:grpSpPr bwMode="auto">
          <a:xfrm>
            <a:off x="1828801" y="5246689"/>
            <a:ext cx="8626475" cy="1393825"/>
            <a:chOff x="192" y="3305"/>
            <a:chExt cx="5434" cy="878"/>
          </a:xfrm>
        </p:grpSpPr>
        <p:pic>
          <p:nvPicPr>
            <p:cNvPr id="24598" name="Picture 25" descr="C:\Program Files\Microsoft Office\Clipart\homeanim\ag00433_.gif">
              <a:extLst>
                <a:ext uri="{FF2B5EF4-FFF2-40B4-BE49-F238E27FC236}">
                  <a16:creationId xmlns:a16="http://schemas.microsoft.com/office/drawing/2014/main" id="{4986418D-DBA7-4EF9-B14D-219A889921E6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2" y="3305"/>
              <a:ext cx="1114" cy="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99" name="Picture 26" descr="C:\Program Files\Microsoft Office\Clipart\Pub60Cor\mp00646_.wmf">
              <a:extLst>
                <a:ext uri="{FF2B5EF4-FFF2-40B4-BE49-F238E27FC236}">
                  <a16:creationId xmlns:a16="http://schemas.microsoft.com/office/drawing/2014/main" id="{73B6365E-5109-4553-B893-A918B1CAF8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3447"/>
              <a:ext cx="737" cy="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00" name="Line 27">
              <a:extLst>
                <a:ext uri="{FF2B5EF4-FFF2-40B4-BE49-F238E27FC236}">
                  <a16:creationId xmlns:a16="http://schemas.microsoft.com/office/drawing/2014/main" id="{3892398E-1B83-4B3B-8612-2DFCF6A91A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3840"/>
              <a:ext cx="350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aphicFrame>
        <p:nvGraphicFramePr>
          <p:cNvPr id="61468" name="Object 28">
            <a:extLst>
              <a:ext uri="{FF2B5EF4-FFF2-40B4-BE49-F238E27FC236}">
                <a16:creationId xmlns:a16="http://schemas.microsoft.com/office/drawing/2014/main" id="{0B2B7024-DE16-4DEB-AAA6-B1FD7EDBE3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5233988"/>
          <a:ext cx="3681413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7" imgW="0" imgH="0" progId="Equation.3">
                  <p:embed/>
                </p:oleObj>
              </mc:Choice>
              <mc:Fallback>
                <p:oleObj name="Equation" r:id="rId7" imgW="0" imgH="0" progId="Equation.3">
                  <p:embed/>
                  <p:pic>
                    <p:nvPicPr>
                      <p:cNvPr id="61468" name="Object 28">
                        <a:extLst>
                          <a:ext uri="{FF2B5EF4-FFF2-40B4-BE49-F238E27FC236}">
                            <a16:creationId xmlns:a16="http://schemas.microsoft.com/office/drawing/2014/main" id="{0B2B7024-DE16-4DEB-AAA6-B1FD7EDBE3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5233988"/>
                        <a:ext cx="3681413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472" name="Group 32">
            <a:extLst>
              <a:ext uri="{FF2B5EF4-FFF2-40B4-BE49-F238E27FC236}">
                <a16:creationId xmlns:a16="http://schemas.microsoft.com/office/drawing/2014/main" id="{FC97A3CF-69E7-4C6B-A0D7-A7D4C1D0C0E0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3124200"/>
            <a:ext cx="1981200" cy="1600200"/>
            <a:chOff x="1008" y="1968"/>
            <a:chExt cx="1248" cy="1008"/>
          </a:xfrm>
        </p:grpSpPr>
        <p:sp>
          <p:nvSpPr>
            <p:cNvPr id="24596" name="Rectangle 19">
              <a:extLst>
                <a:ext uri="{FF2B5EF4-FFF2-40B4-BE49-F238E27FC236}">
                  <a16:creationId xmlns:a16="http://schemas.microsoft.com/office/drawing/2014/main" id="{2B42B6EF-72CD-44A9-A3DF-2EACC0EBF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968"/>
              <a:ext cx="96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4597" name="Rectangle 31">
              <a:extLst>
                <a:ext uri="{FF2B5EF4-FFF2-40B4-BE49-F238E27FC236}">
                  <a16:creationId xmlns:a16="http://schemas.microsoft.com/office/drawing/2014/main" id="{041A0AEB-51E5-466C-B302-DA2F7A823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064"/>
              <a:ext cx="1248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1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1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4" grpId="0" animBg="1"/>
      <p:bldP spid="61442" grpId="0" animBg="1"/>
      <p:bldP spid="61443" grpId="0" animBg="1"/>
      <p:bldP spid="61444" grpId="0" animBg="1"/>
      <p:bldP spid="61445" grpId="0" animBg="1"/>
      <p:bldP spid="61447" grpId="0" autoUpdateAnimBg="0"/>
      <p:bldP spid="61449" grpId="0" animBg="1"/>
      <p:bldP spid="61450" grpId="0" animBg="1"/>
      <p:bldP spid="61451" grpId="0" autoUpdateAnimBg="0"/>
      <p:bldP spid="61452" grpId="0" autoUpdateAnimBg="0"/>
      <p:bldP spid="6146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97" name="AutoShape 33">
            <a:extLst>
              <a:ext uri="{FF2B5EF4-FFF2-40B4-BE49-F238E27FC236}">
                <a16:creationId xmlns:a16="http://schemas.microsoft.com/office/drawing/2014/main" id="{A905159F-6532-4003-B59E-926666D53C5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0574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2496" name="AutoShape 32">
            <a:extLst>
              <a:ext uri="{FF2B5EF4-FFF2-40B4-BE49-F238E27FC236}">
                <a16:creationId xmlns:a16="http://schemas.microsoft.com/office/drawing/2014/main" id="{B80523BB-64B0-4E57-9738-2624168E456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4384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2466" name="AutoShape 2">
            <a:extLst>
              <a:ext uri="{FF2B5EF4-FFF2-40B4-BE49-F238E27FC236}">
                <a16:creationId xmlns:a16="http://schemas.microsoft.com/office/drawing/2014/main" id="{CBC035AF-63A3-438C-A888-E5079785DBD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7432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2467" name="AutoShape 3">
            <a:extLst>
              <a:ext uri="{FF2B5EF4-FFF2-40B4-BE49-F238E27FC236}">
                <a16:creationId xmlns:a16="http://schemas.microsoft.com/office/drawing/2014/main" id="{598D11D1-FF80-41E7-AEAC-3172DED7D3F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1242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2468" name="AutoShape 4">
            <a:extLst>
              <a:ext uri="{FF2B5EF4-FFF2-40B4-BE49-F238E27FC236}">
                <a16:creationId xmlns:a16="http://schemas.microsoft.com/office/drawing/2014/main" id="{C67EDCE8-F651-455F-A332-BF90195BB72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5052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2469" name="AutoShape 5">
            <a:extLst>
              <a:ext uri="{FF2B5EF4-FFF2-40B4-BE49-F238E27FC236}">
                <a16:creationId xmlns:a16="http://schemas.microsoft.com/office/drawing/2014/main" id="{528EB754-5B28-4F62-883F-2437DCBAD28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810000" y="2314576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2470" name="AutoShape 6">
            <a:extLst>
              <a:ext uri="{FF2B5EF4-FFF2-40B4-BE49-F238E27FC236}">
                <a16:creationId xmlns:a16="http://schemas.microsoft.com/office/drawing/2014/main" id="{F531C1FE-2338-46B2-BA2C-8A0C7C9F816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1910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25608" name="Rectangle 7">
            <a:extLst>
              <a:ext uri="{FF2B5EF4-FFF2-40B4-BE49-F238E27FC236}">
                <a16:creationId xmlns:a16="http://schemas.microsoft.com/office/drawing/2014/main" id="{C9F6CB02-6844-4608-BE77-9BFC7FADA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6064"/>
            <a:ext cx="5486400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A short cut</a:t>
            </a:r>
          </a:p>
          <a:p>
            <a:pPr eaLnBrk="1" hangingPunct="1">
              <a:buFontTx/>
              <a:buNone/>
            </a:pPr>
            <a:endParaRPr lang="en-GB" altLang="en-US" sz="2400" i="1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  <p:sp>
        <p:nvSpPr>
          <p:cNvPr id="62472" name="Text Box 8">
            <a:extLst>
              <a:ext uri="{FF2B5EF4-FFF2-40B4-BE49-F238E27FC236}">
                <a16:creationId xmlns:a16="http://schemas.microsoft.com/office/drawing/2014/main" id="{C9FEB038-E62D-42B9-80EB-48D91B681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1" y="2714626"/>
            <a:ext cx="38131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2 200 000 000</a:t>
            </a:r>
            <a:r>
              <a:rPr lang="en-GB" altLang="en-US" sz="2000"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62473" name="Object 9">
            <a:extLst>
              <a:ext uri="{FF2B5EF4-FFF2-40B4-BE49-F238E27FC236}">
                <a16:creationId xmlns:a16="http://schemas.microsoft.com/office/drawing/2014/main" id="{BA13D1E5-4F3F-4165-ACAE-948F0542AC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0364" y="2582863"/>
          <a:ext cx="2689225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62473" name="Object 9">
                        <a:extLst>
                          <a:ext uri="{FF2B5EF4-FFF2-40B4-BE49-F238E27FC236}">
                            <a16:creationId xmlns:a16="http://schemas.microsoft.com/office/drawing/2014/main" id="{BA13D1E5-4F3F-4165-ACAE-948F0542AC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0364" y="2582863"/>
                        <a:ext cx="2689225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4" name="AutoShape 10">
            <a:extLst>
              <a:ext uri="{FF2B5EF4-FFF2-40B4-BE49-F238E27FC236}">
                <a16:creationId xmlns:a16="http://schemas.microsoft.com/office/drawing/2014/main" id="{8F6DB0DC-CDFD-4FD9-AFDB-EA72BE14372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5720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2475" name="AutoShape 11">
            <a:extLst>
              <a:ext uri="{FF2B5EF4-FFF2-40B4-BE49-F238E27FC236}">
                <a16:creationId xmlns:a16="http://schemas.microsoft.com/office/drawing/2014/main" id="{029227EB-AF4E-4ECB-991A-18CD321F547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876800" y="2314576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2476" name="Text Box 12">
            <a:extLst>
              <a:ext uri="{FF2B5EF4-FFF2-40B4-BE49-F238E27FC236}">
                <a16:creationId xmlns:a16="http://schemas.microsoft.com/office/drawing/2014/main" id="{336DD77D-73F1-40BF-B523-BFA439B2B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1450" y="2711451"/>
            <a:ext cx="31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62477" name="Text Box 13">
            <a:extLst>
              <a:ext uri="{FF2B5EF4-FFF2-40B4-BE49-F238E27FC236}">
                <a16:creationId xmlns:a16="http://schemas.microsoft.com/office/drawing/2014/main" id="{E27655E2-4DCF-403C-BDB7-8EE92CCE9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727326"/>
            <a:ext cx="31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FF0000"/>
                </a:solidFill>
                <a:latin typeface="Comic Sans MS" panose="030F0702030302020204" pitchFamily="66" charset="0"/>
              </a:rPr>
              <a:t>.</a:t>
            </a:r>
          </a:p>
        </p:txBody>
      </p:sp>
      <p:grpSp>
        <p:nvGrpSpPr>
          <p:cNvPr id="62478" name="Group 14">
            <a:extLst>
              <a:ext uri="{FF2B5EF4-FFF2-40B4-BE49-F238E27FC236}">
                <a16:creationId xmlns:a16="http://schemas.microsoft.com/office/drawing/2014/main" id="{D10FFF2F-942C-42FC-BCEC-E812A60F1AA4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3276603"/>
            <a:ext cx="2133600" cy="1135063"/>
            <a:chOff x="720" y="2208"/>
            <a:chExt cx="1344" cy="715"/>
          </a:xfrm>
        </p:grpSpPr>
        <p:sp>
          <p:nvSpPr>
            <p:cNvPr id="25632" name="AutoShape 15">
              <a:extLst>
                <a:ext uri="{FF2B5EF4-FFF2-40B4-BE49-F238E27FC236}">
                  <a16:creationId xmlns:a16="http://schemas.microsoft.com/office/drawing/2014/main" id="{59B39874-FC04-4C8E-992F-74F00E9AD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208"/>
              <a:ext cx="197" cy="432"/>
            </a:xfrm>
            <a:prstGeom prst="upArrow">
              <a:avLst>
                <a:gd name="adj1" fmla="val 50000"/>
                <a:gd name="adj2" fmla="val 54822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5633" name="Text Box 16">
              <a:extLst>
                <a:ext uri="{FF2B5EF4-FFF2-40B4-BE49-F238E27FC236}">
                  <a16:creationId xmlns:a16="http://schemas.microsoft.com/office/drawing/2014/main" id="{46DD4CDC-425D-4EB5-9070-5EC228D9B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400"/>
              <a:ext cx="1344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Add the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decimal point</a:t>
              </a:r>
            </a:p>
          </p:txBody>
        </p:sp>
      </p:grpSp>
      <p:grpSp>
        <p:nvGrpSpPr>
          <p:cNvPr id="62481" name="Group 17">
            <a:extLst>
              <a:ext uri="{FF2B5EF4-FFF2-40B4-BE49-F238E27FC236}">
                <a16:creationId xmlns:a16="http://schemas.microsoft.com/office/drawing/2014/main" id="{A4CED6CA-5048-40AA-BD88-692E3DE6A7D7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3505200"/>
            <a:ext cx="2895600" cy="1676400"/>
            <a:chOff x="1419" y="2208"/>
            <a:chExt cx="1824" cy="1056"/>
          </a:xfrm>
        </p:grpSpPr>
        <p:sp>
          <p:nvSpPr>
            <p:cNvPr id="25630" name="AutoShape 18">
              <a:extLst>
                <a:ext uri="{FF2B5EF4-FFF2-40B4-BE49-F238E27FC236}">
                  <a16:creationId xmlns:a16="http://schemas.microsoft.com/office/drawing/2014/main" id="{9B091F15-C344-48D7-87E1-36F93F921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7" y="2208"/>
              <a:ext cx="240" cy="720"/>
            </a:xfrm>
            <a:prstGeom prst="upArrow">
              <a:avLst>
                <a:gd name="adj1" fmla="val 50000"/>
                <a:gd name="adj2" fmla="val 75000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5631" name="Text Box 19">
              <a:extLst>
                <a:ext uri="{FF2B5EF4-FFF2-40B4-BE49-F238E27FC236}">
                  <a16:creationId xmlns:a16="http://schemas.microsoft.com/office/drawing/2014/main" id="{23BC25E8-464F-4122-B287-0F80CAAF75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9" y="2976"/>
              <a:ext cx="18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Between 1 and 10</a:t>
              </a:r>
            </a:p>
          </p:txBody>
        </p:sp>
      </p:grpSp>
      <p:grpSp>
        <p:nvGrpSpPr>
          <p:cNvPr id="62484" name="Group 20">
            <a:extLst>
              <a:ext uri="{FF2B5EF4-FFF2-40B4-BE49-F238E27FC236}">
                <a16:creationId xmlns:a16="http://schemas.microsoft.com/office/drawing/2014/main" id="{C3A589B0-0349-4696-A381-61F8C34CECD4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2622550"/>
            <a:ext cx="3048000" cy="1200150"/>
            <a:chOff x="3291" y="1632"/>
            <a:chExt cx="2325" cy="756"/>
          </a:xfrm>
        </p:grpSpPr>
        <p:sp>
          <p:nvSpPr>
            <p:cNvPr id="25628" name="AutoShape 21">
              <a:extLst>
                <a:ext uri="{FF2B5EF4-FFF2-40B4-BE49-F238E27FC236}">
                  <a16:creationId xmlns:a16="http://schemas.microsoft.com/office/drawing/2014/main" id="{FC36BC3C-6839-49C9-9183-7D7FF86991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579" y="1392"/>
              <a:ext cx="144" cy="720"/>
            </a:xfrm>
            <a:prstGeom prst="upArrow">
              <a:avLst>
                <a:gd name="adj1" fmla="val 50000"/>
                <a:gd name="adj2" fmla="val 125000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5629" name="Text Box 22">
              <a:extLst>
                <a:ext uri="{FF2B5EF4-FFF2-40B4-BE49-F238E27FC236}">
                  <a16:creationId xmlns:a16="http://schemas.microsoft.com/office/drawing/2014/main" id="{DE2B37DA-17BC-4FE3-B91C-DE9A398755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632"/>
              <a:ext cx="1584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The point moved 9 places</a:t>
              </a:r>
            </a:p>
          </p:txBody>
        </p:sp>
      </p:grpSp>
      <p:sp>
        <p:nvSpPr>
          <p:cNvPr id="62487" name="Text Box 23">
            <a:extLst>
              <a:ext uri="{FF2B5EF4-FFF2-40B4-BE49-F238E27FC236}">
                <a16:creationId xmlns:a16="http://schemas.microsoft.com/office/drawing/2014/main" id="{8B743C91-FA3A-4AFD-9034-CF920025F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371601"/>
            <a:ext cx="403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Move the point to get 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number between 1 and 10</a:t>
            </a:r>
          </a:p>
        </p:txBody>
      </p:sp>
      <p:grpSp>
        <p:nvGrpSpPr>
          <p:cNvPr id="62493" name="Group 29">
            <a:extLst>
              <a:ext uri="{FF2B5EF4-FFF2-40B4-BE49-F238E27FC236}">
                <a16:creationId xmlns:a16="http://schemas.microsoft.com/office/drawing/2014/main" id="{A29390A5-9C64-4EF3-9D88-182E4DE6F414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3124200"/>
            <a:ext cx="1981200" cy="1600200"/>
            <a:chOff x="1008" y="1968"/>
            <a:chExt cx="1248" cy="1008"/>
          </a:xfrm>
        </p:grpSpPr>
        <p:sp>
          <p:nvSpPr>
            <p:cNvPr id="25626" name="Rectangle 30">
              <a:extLst>
                <a:ext uri="{FF2B5EF4-FFF2-40B4-BE49-F238E27FC236}">
                  <a16:creationId xmlns:a16="http://schemas.microsoft.com/office/drawing/2014/main" id="{5AD78E2B-6958-4280-BC8C-53D5BB060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968"/>
              <a:ext cx="96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5627" name="Rectangle 31">
              <a:extLst>
                <a:ext uri="{FF2B5EF4-FFF2-40B4-BE49-F238E27FC236}">
                  <a16:creationId xmlns:a16="http://schemas.microsoft.com/office/drawing/2014/main" id="{0B73D70F-719C-4337-8642-18699B91A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064"/>
              <a:ext cx="1248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62503" name="Group 39">
            <a:extLst>
              <a:ext uri="{FF2B5EF4-FFF2-40B4-BE49-F238E27FC236}">
                <a16:creationId xmlns:a16="http://schemas.microsoft.com/office/drawing/2014/main" id="{150969E7-BED4-410F-BA7E-70F818A46C51}"/>
              </a:ext>
            </a:extLst>
          </p:cNvPr>
          <p:cNvGrpSpPr>
            <a:grpSpLocks/>
          </p:cNvGrpSpPr>
          <p:nvPr/>
        </p:nvGrpSpPr>
        <p:grpSpPr bwMode="auto">
          <a:xfrm>
            <a:off x="1638300" y="4343400"/>
            <a:ext cx="8915400" cy="914400"/>
            <a:chOff x="72" y="2736"/>
            <a:chExt cx="5616" cy="576"/>
          </a:xfrm>
        </p:grpSpPr>
        <p:sp>
          <p:nvSpPr>
            <p:cNvPr id="25624" name="AutoShape 36">
              <a:extLst>
                <a:ext uri="{FF2B5EF4-FFF2-40B4-BE49-F238E27FC236}">
                  <a16:creationId xmlns:a16="http://schemas.microsoft.com/office/drawing/2014/main" id="{953FAD01-814F-4180-BEA7-05D936624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" y="2736"/>
              <a:ext cx="5616" cy="576"/>
            </a:xfrm>
            <a:prstGeom prst="doubleWave">
              <a:avLst>
                <a:gd name="adj1" fmla="val 6500"/>
                <a:gd name="adj2" fmla="val 0"/>
              </a:avLst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>
                  <a:latin typeface="Cooper Black" panose="0208090404030B020404" pitchFamily="18" charset="0"/>
                </a:rPr>
                <a:t>Happy Birthday:                           Seconds old! </a:t>
              </a:r>
            </a:p>
          </p:txBody>
        </p:sp>
        <p:graphicFrame>
          <p:nvGraphicFramePr>
            <p:cNvPr id="25625" name="Object 28">
              <a:extLst>
                <a:ext uri="{FF2B5EF4-FFF2-40B4-BE49-F238E27FC236}">
                  <a16:creationId xmlns:a16="http://schemas.microsoft.com/office/drawing/2014/main" id="{C686BFCE-829F-4BFF-97E0-37AD2AA6AF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68" y="2784"/>
            <a:ext cx="1392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3" name="Equation" r:id="rId5" imgW="0" imgH="0" progId="Equation.3">
                    <p:embed/>
                  </p:oleObj>
                </mc:Choice>
                <mc:Fallback>
                  <p:oleObj name="Equation" r:id="rId5" imgW="0" imgH="0" progId="Equation.3">
                    <p:embed/>
                    <p:pic>
                      <p:nvPicPr>
                        <p:cNvPr id="25625" name="Object 28">
                          <a:extLst>
                            <a:ext uri="{FF2B5EF4-FFF2-40B4-BE49-F238E27FC236}">
                              <a16:creationId xmlns:a16="http://schemas.microsoft.com/office/drawing/2014/main" id="{C686BFCE-829F-4BFF-97E0-37AD2AA6AF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8" y="2784"/>
                          <a:ext cx="1392" cy="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62499" name="Picture 35" descr="C:\Program Files\Microsoft Office\Clipart\homeanim\ag00624_.gif">
            <a:extLst>
              <a:ext uri="{FF2B5EF4-FFF2-40B4-BE49-F238E27FC236}">
                <a16:creationId xmlns:a16="http://schemas.microsoft.com/office/drawing/2014/main" id="{BB43256C-5FEB-456C-8F94-581F181D6E4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275" y="5032376"/>
            <a:ext cx="1697038" cy="180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2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2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2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6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6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2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2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97" grpId="0" animBg="1"/>
      <p:bldP spid="62496" grpId="0" animBg="1"/>
      <p:bldP spid="62466" grpId="0" animBg="1"/>
      <p:bldP spid="62467" grpId="0" animBg="1"/>
      <p:bldP spid="62468" grpId="0" animBg="1"/>
      <p:bldP spid="62469" grpId="0" animBg="1"/>
      <p:bldP spid="62470" grpId="0" animBg="1"/>
      <p:bldP spid="62472" grpId="0" autoUpdateAnimBg="0"/>
      <p:bldP spid="62474" grpId="0" animBg="1"/>
      <p:bldP spid="62475" grpId="0" animBg="1"/>
      <p:bldP spid="62476" grpId="0" autoUpdateAnimBg="0"/>
      <p:bldP spid="62477" grpId="0" autoUpdateAnimBg="0"/>
      <p:bldP spid="6248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AutoShape 3">
            <a:extLst>
              <a:ext uri="{FF2B5EF4-FFF2-40B4-BE49-F238E27FC236}">
                <a16:creationId xmlns:a16="http://schemas.microsoft.com/office/drawing/2014/main" id="{BF1CD535-86E2-4B68-A3FC-EB1B0329636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4384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7588" name="AutoShape 4">
            <a:extLst>
              <a:ext uri="{FF2B5EF4-FFF2-40B4-BE49-F238E27FC236}">
                <a16:creationId xmlns:a16="http://schemas.microsoft.com/office/drawing/2014/main" id="{EF121C0E-F91E-46C1-A65E-D0204D37EE9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7432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7589" name="AutoShape 5">
            <a:extLst>
              <a:ext uri="{FF2B5EF4-FFF2-40B4-BE49-F238E27FC236}">
                <a16:creationId xmlns:a16="http://schemas.microsoft.com/office/drawing/2014/main" id="{A30FD745-42A1-45D7-9D78-9BE280C8ADD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1242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7590" name="AutoShape 6">
            <a:extLst>
              <a:ext uri="{FF2B5EF4-FFF2-40B4-BE49-F238E27FC236}">
                <a16:creationId xmlns:a16="http://schemas.microsoft.com/office/drawing/2014/main" id="{98F3D761-01B5-4F1C-BB75-65FE9C798AA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5052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7591" name="AutoShape 7">
            <a:extLst>
              <a:ext uri="{FF2B5EF4-FFF2-40B4-BE49-F238E27FC236}">
                <a16:creationId xmlns:a16="http://schemas.microsoft.com/office/drawing/2014/main" id="{50FC9531-83B9-4B0E-A5DB-6D47AF197A0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810000" y="2314576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7592" name="AutoShape 8">
            <a:extLst>
              <a:ext uri="{FF2B5EF4-FFF2-40B4-BE49-F238E27FC236}">
                <a16:creationId xmlns:a16="http://schemas.microsoft.com/office/drawing/2014/main" id="{EB0F3E28-4F8E-44AB-91F6-675A358ACE7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1910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26631" name="Rectangle 9">
            <a:extLst>
              <a:ext uri="{FF2B5EF4-FFF2-40B4-BE49-F238E27FC236}">
                <a16:creationId xmlns:a16="http://schemas.microsoft.com/office/drawing/2014/main" id="{06182976-D1EA-406E-9063-9890BAC4B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6064"/>
            <a:ext cx="5486400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A short cut</a:t>
            </a:r>
          </a:p>
          <a:p>
            <a:pPr eaLnBrk="1" hangingPunct="1">
              <a:buFontTx/>
              <a:buNone/>
            </a:pPr>
            <a:endParaRPr lang="en-GB" altLang="en-US" sz="2400" i="1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  <p:sp>
        <p:nvSpPr>
          <p:cNvPr id="67594" name="Text Box 10">
            <a:extLst>
              <a:ext uri="{FF2B5EF4-FFF2-40B4-BE49-F238E27FC236}">
                <a16:creationId xmlns:a16="http://schemas.microsoft.com/office/drawing/2014/main" id="{3B86645A-1D18-4616-9A49-82E0F2E86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1" y="2714626"/>
            <a:ext cx="38084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   228 000 000</a:t>
            </a:r>
            <a:r>
              <a:rPr lang="en-GB" altLang="en-US" sz="2000"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67595" name="Object 11">
            <a:extLst>
              <a:ext uri="{FF2B5EF4-FFF2-40B4-BE49-F238E27FC236}">
                <a16:creationId xmlns:a16="http://schemas.microsoft.com/office/drawing/2014/main" id="{3F2903AA-C3BB-4AC1-B5B6-46244EABA0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4626" y="2601913"/>
          <a:ext cx="3065463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67595" name="Object 11">
                        <a:extLst>
                          <a:ext uri="{FF2B5EF4-FFF2-40B4-BE49-F238E27FC236}">
                            <a16:creationId xmlns:a16="http://schemas.microsoft.com/office/drawing/2014/main" id="{3F2903AA-C3BB-4AC1-B5B6-46244EABA0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26" y="2601913"/>
                        <a:ext cx="3065463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6" name="AutoShape 12">
            <a:extLst>
              <a:ext uri="{FF2B5EF4-FFF2-40B4-BE49-F238E27FC236}">
                <a16:creationId xmlns:a16="http://schemas.microsoft.com/office/drawing/2014/main" id="{BFB90768-4135-4437-B8F8-D8902D9AF93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572000" y="2286001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7597" name="AutoShape 13">
            <a:extLst>
              <a:ext uri="{FF2B5EF4-FFF2-40B4-BE49-F238E27FC236}">
                <a16:creationId xmlns:a16="http://schemas.microsoft.com/office/drawing/2014/main" id="{BEF309A4-2E59-4171-9A99-5A144E40B99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876800" y="2314576"/>
            <a:ext cx="457200" cy="504825"/>
          </a:xfrm>
          <a:prstGeom prst="curvedDownArrow">
            <a:avLst>
              <a:gd name="adj1" fmla="val 20000"/>
              <a:gd name="adj2" fmla="val 40000"/>
              <a:gd name="adj3" fmla="val 246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7598" name="Text Box 14">
            <a:extLst>
              <a:ext uri="{FF2B5EF4-FFF2-40B4-BE49-F238E27FC236}">
                <a16:creationId xmlns:a16="http://schemas.microsoft.com/office/drawing/2014/main" id="{7EE2F02D-69D4-4B8F-9F54-8B83587F7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775" y="2730501"/>
            <a:ext cx="31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67599" name="Text Box 15">
            <a:extLst>
              <a:ext uri="{FF2B5EF4-FFF2-40B4-BE49-F238E27FC236}">
                <a16:creationId xmlns:a16="http://schemas.microsoft.com/office/drawing/2014/main" id="{9A5E040C-1E71-4984-8EA0-7FA5AFB4B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727326"/>
            <a:ext cx="31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FF0000"/>
                </a:solidFill>
                <a:latin typeface="Comic Sans MS" panose="030F0702030302020204" pitchFamily="66" charset="0"/>
              </a:rPr>
              <a:t>.</a:t>
            </a:r>
          </a:p>
        </p:txBody>
      </p:sp>
      <p:grpSp>
        <p:nvGrpSpPr>
          <p:cNvPr id="67600" name="Group 16">
            <a:extLst>
              <a:ext uri="{FF2B5EF4-FFF2-40B4-BE49-F238E27FC236}">
                <a16:creationId xmlns:a16="http://schemas.microsoft.com/office/drawing/2014/main" id="{509531ED-CD5C-42C5-A00C-6FFC851DBCA8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3276603"/>
            <a:ext cx="2133600" cy="1135063"/>
            <a:chOff x="720" y="2208"/>
            <a:chExt cx="1344" cy="715"/>
          </a:xfrm>
        </p:grpSpPr>
        <p:sp>
          <p:nvSpPr>
            <p:cNvPr id="26653" name="AutoShape 17">
              <a:extLst>
                <a:ext uri="{FF2B5EF4-FFF2-40B4-BE49-F238E27FC236}">
                  <a16:creationId xmlns:a16="http://schemas.microsoft.com/office/drawing/2014/main" id="{C7C20DDF-67D7-4343-BA46-4D7B390BD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208"/>
              <a:ext cx="197" cy="432"/>
            </a:xfrm>
            <a:prstGeom prst="upArrow">
              <a:avLst>
                <a:gd name="adj1" fmla="val 50000"/>
                <a:gd name="adj2" fmla="val 54822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6654" name="Text Box 18">
              <a:extLst>
                <a:ext uri="{FF2B5EF4-FFF2-40B4-BE49-F238E27FC236}">
                  <a16:creationId xmlns:a16="http://schemas.microsoft.com/office/drawing/2014/main" id="{ACBC3ADD-30B9-4B84-BD2F-9E80BC124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400"/>
              <a:ext cx="1344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Add the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decimal point</a:t>
              </a:r>
            </a:p>
          </p:txBody>
        </p:sp>
      </p:grpSp>
      <p:grpSp>
        <p:nvGrpSpPr>
          <p:cNvPr id="67603" name="Group 19">
            <a:extLst>
              <a:ext uri="{FF2B5EF4-FFF2-40B4-BE49-F238E27FC236}">
                <a16:creationId xmlns:a16="http://schemas.microsoft.com/office/drawing/2014/main" id="{BC6475A5-4A62-4D28-A66A-E9D2DB28BDD8}"/>
              </a:ext>
            </a:extLst>
          </p:cNvPr>
          <p:cNvGrpSpPr>
            <a:grpSpLocks/>
          </p:cNvGrpSpPr>
          <p:nvPr/>
        </p:nvGrpSpPr>
        <p:grpSpPr bwMode="auto">
          <a:xfrm>
            <a:off x="5010150" y="3505200"/>
            <a:ext cx="2895600" cy="1676400"/>
            <a:chOff x="1419" y="2208"/>
            <a:chExt cx="1824" cy="1056"/>
          </a:xfrm>
        </p:grpSpPr>
        <p:sp>
          <p:nvSpPr>
            <p:cNvPr id="26651" name="AutoShape 20">
              <a:extLst>
                <a:ext uri="{FF2B5EF4-FFF2-40B4-BE49-F238E27FC236}">
                  <a16:creationId xmlns:a16="http://schemas.microsoft.com/office/drawing/2014/main" id="{5A3C60B5-150B-4A6B-A3C4-EF20E3FF4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7" y="2208"/>
              <a:ext cx="240" cy="720"/>
            </a:xfrm>
            <a:prstGeom prst="upArrow">
              <a:avLst>
                <a:gd name="adj1" fmla="val 50000"/>
                <a:gd name="adj2" fmla="val 75000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6652" name="Text Box 21">
              <a:extLst>
                <a:ext uri="{FF2B5EF4-FFF2-40B4-BE49-F238E27FC236}">
                  <a16:creationId xmlns:a16="http://schemas.microsoft.com/office/drawing/2014/main" id="{A2D3C4E5-38CD-4CF4-B760-227275BF23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9" y="2976"/>
              <a:ext cx="18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Between 1 and 10</a:t>
              </a:r>
            </a:p>
          </p:txBody>
        </p:sp>
      </p:grpSp>
      <p:grpSp>
        <p:nvGrpSpPr>
          <p:cNvPr id="67606" name="Group 22">
            <a:extLst>
              <a:ext uri="{FF2B5EF4-FFF2-40B4-BE49-F238E27FC236}">
                <a16:creationId xmlns:a16="http://schemas.microsoft.com/office/drawing/2014/main" id="{9EA2E445-7566-4C27-BE41-0F2F7EF0E0F5}"/>
              </a:ext>
            </a:extLst>
          </p:cNvPr>
          <p:cNvGrpSpPr>
            <a:grpSpLocks/>
          </p:cNvGrpSpPr>
          <p:nvPr/>
        </p:nvGrpSpPr>
        <p:grpSpPr bwMode="auto">
          <a:xfrm>
            <a:off x="8220075" y="2632075"/>
            <a:ext cx="3048000" cy="1200150"/>
            <a:chOff x="3291" y="1632"/>
            <a:chExt cx="2325" cy="756"/>
          </a:xfrm>
        </p:grpSpPr>
        <p:sp>
          <p:nvSpPr>
            <p:cNvPr id="26649" name="AutoShape 23">
              <a:extLst>
                <a:ext uri="{FF2B5EF4-FFF2-40B4-BE49-F238E27FC236}">
                  <a16:creationId xmlns:a16="http://schemas.microsoft.com/office/drawing/2014/main" id="{A8F70B5C-3EB6-4BF2-83D1-877BCB9438A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579" y="1392"/>
              <a:ext cx="144" cy="720"/>
            </a:xfrm>
            <a:prstGeom prst="upArrow">
              <a:avLst>
                <a:gd name="adj1" fmla="val 50000"/>
                <a:gd name="adj2" fmla="val 125000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6650" name="Text Box 24">
              <a:extLst>
                <a:ext uri="{FF2B5EF4-FFF2-40B4-BE49-F238E27FC236}">
                  <a16:creationId xmlns:a16="http://schemas.microsoft.com/office/drawing/2014/main" id="{D606140F-03D2-44DE-A019-51E3949CAD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632"/>
              <a:ext cx="1584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The point moved 8 places</a:t>
              </a:r>
            </a:p>
          </p:txBody>
        </p:sp>
      </p:grpSp>
      <p:sp>
        <p:nvSpPr>
          <p:cNvPr id="67609" name="Text Box 25">
            <a:extLst>
              <a:ext uri="{FF2B5EF4-FFF2-40B4-BE49-F238E27FC236}">
                <a16:creationId xmlns:a16="http://schemas.microsoft.com/office/drawing/2014/main" id="{9CBF7BCC-497E-42EF-BC7C-679FB2EE3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371601"/>
            <a:ext cx="403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Move the point to get 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number between 1 and 10</a:t>
            </a:r>
          </a:p>
        </p:txBody>
      </p:sp>
      <p:grpSp>
        <p:nvGrpSpPr>
          <p:cNvPr id="67610" name="Group 26">
            <a:extLst>
              <a:ext uri="{FF2B5EF4-FFF2-40B4-BE49-F238E27FC236}">
                <a16:creationId xmlns:a16="http://schemas.microsoft.com/office/drawing/2014/main" id="{168C37ED-4304-44AF-BB3A-35C56F8792B8}"/>
              </a:ext>
            </a:extLst>
          </p:cNvPr>
          <p:cNvGrpSpPr>
            <a:grpSpLocks/>
          </p:cNvGrpSpPr>
          <p:nvPr/>
        </p:nvGrpSpPr>
        <p:grpSpPr bwMode="auto">
          <a:xfrm>
            <a:off x="3705225" y="3162300"/>
            <a:ext cx="1981200" cy="1600200"/>
            <a:chOff x="1008" y="1968"/>
            <a:chExt cx="1248" cy="1008"/>
          </a:xfrm>
        </p:grpSpPr>
        <p:sp>
          <p:nvSpPr>
            <p:cNvPr id="26647" name="Rectangle 27">
              <a:extLst>
                <a:ext uri="{FF2B5EF4-FFF2-40B4-BE49-F238E27FC236}">
                  <a16:creationId xmlns:a16="http://schemas.microsoft.com/office/drawing/2014/main" id="{598B1157-F2F4-46A8-85BA-7AF1FDAB6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968"/>
              <a:ext cx="96" cy="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6648" name="Rectangle 28">
              <a:extLst>
                <a:ext uri="{FF2B5EF4-FFF2-40B4-BE49-F238E27FC236}">
                  <a16:creationId xmlns:a16="http://schemas.microsoft.com/office/drawing/2014/main" id="{D8D8E8C5-905D-45C5-853E-C06025F72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064"/>
              <a:ext cx="1248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67625" name="Group 41">
            <a:extLst>
              <a:ext uri="{FF2B5EF4-FFF2-40B4-BE49-F238E27FC236}">
                <a16:creationId xmlns:a16="http://schemas.microsoft.com/office/drawing/2014/main" id="{B413155C-693F-4811-AC47-20F5142C48A3}"/>
              </a:ext>
            </a:extLst>
          </p:cNvPr>
          <p:cNvGrpSpPr>
            <a:grpSpLocks/>
          </p:cNvGrpSpPr>
          <p:nvPr/>
        </p:nvGrpSpPr>
        <p:grpSpPr bwMode="auto">
          <a:xfrm>
            <a:off x="1390651" y="3744914"/>
            <a:ext cx="8734425" cy="3113087"/>
            <a:chOff x="-84" y="2359"/>
            <a:chExt cx="5502" cy="1961"/>
          </a:xfrm>
        </p:grpSpPr>
        <p:pic>
          <p:nvPicPr>
            <p:cNvPr id="26644" name="Picture 36" descr="\\gs251pfp001\teachers\kh5072d\My Pictures\AG00446_(p).gif">
              <a:extLst>
                <a:ext uri="{FF2B5EF4-FFF2-40B4-BE49-F238E27FC236}">
                  <a16:creationId xmlns:a16="http://schemas.microsoft.com/office/drawing/2014/main" id="{971AEE33-9C1B-4E74-B8E5-65C14B9039C2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6" y="2915"/>
              <a:ext cx="1405" cy="1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45" name="Picture 38" descr="\\gs251pfp001\teachers\kh5072d\My Pictures\AG00621_(p).gif">
              <a:extLst>
                <a:ext uri="{FF2B5EF4-FFF2-40B4-BE49-F238E27FC236}">
                  <a16:creationId xmlns:a16="http://schemas.microsoft.com/office/drawing/2014/main" id="{94AD2FBB-7C13-4619-B381-35CB8287C6C1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84" y="2359"/>
              <a:ext cx="1360" cy="1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6646" name="Object 37">
              <a:extLst>
                <a:ext uri="{FF2B5EF4-FFF2-40B4-BE49-F238E27FC236}">
                  <a16:creationId xmlns:a16="http://schemas.microsoft.com/office/drawing/2014/main" id="{C777E74A-8ABA-4D09-8330-005DA186CD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27" y="3666"/>
            <a:ext cx="3391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7" name="Equation" r:id="rId7" imgW="0" imgH="0" progId="Equation.3">
                    <p:embed/>
                  </p:oleObj>
                </mc:Choice>
                <mc:Fallback>
                  <p:oleObj name="Equation" r:id="rId7" imgW="0" imgH="0" progId="Equation.3">
                    <p:embed/>
                    <p:pic>
                      <p:nvPicPr>
                        <p:cNvPr id="26646" name="Object 37">
                          <a:extLst>
                            <a:ext uri="{FF2B5EF4-FFF2-40B4-BE49-F238E27FC236}">
                              <a16:creationId xmlns:a16="http://schemas.microsoft.com/office/drawing/2014/main" id="{C777E74A-8ABA-4D09-8330-005DA186CD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7" y="3666"/>
                          <a:ext cx="3391" cy="5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7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6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7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7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67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76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76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7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7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animBg="1"/>
      <p:bldP spid="67588" grpId="0" animBg="1"/>
      <p:bldP spid="67589" grpId="0" animBg="1"/>
      <p:bldP spid="67590" grpId="0" animBg="1"/>
      <p:bldP spid="67591" grpId="0" animBg="1"/>
      <p:bldP spid="67592" grpId="0" animBg="1"/>
      <p:bldP spid="67594" grpId="0" autoUpdateAnimBg="0"/>
      <p:bldP spid="67596" grpId="0" animBg="1"/>
      <p:bldP spid="67597" grpId="0" animBg="1"/>
      <p:bldP spid="67598" grpId="0" autoUpdateAnimBg="0"/>
      <p:bldP spid="67599" grpId="0" autoUpdateAnimBg="0"/>
      <p:bldP spid="6760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381A8CB5-A3AA-4502-9970-1E607FDCF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1" y="703264"/>
            <a:ext cx="7191375" cy="4865687"/>
          </a:xfrm>
          <a:prstGeom prst="rect">
            <a:avLst/>
          </a:prstGeom>
          <a:solidFill>
            <a:schemeClr val="bg1"/>
          </a:solidFill>
          <a:ln w="76200">
            <a:solidFill>
              <a:srgbClr val="CC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u="sng">
                <a:solidFill>
                  <a:schemeClr val="accent2"/>
                </a:solidFill>
                <a:latin typeface="Comic Sans MS" panose="030F0702030302020204" pitchFamily="66" charset="0"/>
              </a:rPr>
              <a:t>Exercise 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chemeClr val="accent2"/>
                </a:solidFill>
                <a:latin typeface="Comic Sans MS" panose="030F0702030302020204" pitchFamily="66" charset="0"/>
              </a:rPr>
              <a:t>(1) 30 000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chemeClr val="accent2"/>
                </a:solidFill>
                <a:latin typeface="Comic Sans MS" panose="030F0702030302020204" pitchFamily="66" charset="0"/>
              </a:rPr>
              <a:t>(2) 700 000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chemeClr val="accent2"/>
                </a:solidFill>
                <a:latin typeface="Comic Sans MS" panose="030F0702030302020204" pitchFamily="66" charset="0"/>
              </a:rPr>
              <a:t>(3) 5 300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chemeClr val="accent2"/>
                </a:solidFill>
                <a:latin typeface="Comic Sans MS" panose="030F0702030302020204" pitchFamily="66" charset="0"/>
              </a:rPr>
              <a:t>(4) 470 000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chemeClr val="accent2"/>
                </a:solidFill>
                <a:latin typeface="Comic Sans MS" panose="030F0702030302020204" pitchFamily="66" charset="0"/>
              </a:rPr>
              <a:t>(5) 9 500 000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chemeClr val="accent2"/>
                </a:solidFill>
                <a:latin typeface="Comic Sans MS" panose="030F0702030302020204" pitchFamily="66" charset="0"/>
              </a:rPr>
              <a:t>(6) 18 300 000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chemeClr val="accent2"/>
                </a:solidFill>
                <a:latin typeface="Comic Sans MS" panose="030F0702030302020204" pitchFamily="66" charset="0"/>
              </a:rPr>
              <a:t>(7) 329 000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chemeClr val="accent2"/>
                </a:solidFill>
                <a:latin typeface="Comic Sans MS" panose="030F0702030302020204" pitchFamily="66" charset="0"/>
              </a:rPr>
              <a:t>(8) 2 560 000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chemeClr val="accent2"/>
                </a:solidFill>
                <a:latin typeface="Comic Sans MS" panose="030F0702030302020204" pitchFamily="66" charset="0"/>
              </a:rPr>
              <a:t>(9) 12 000 000 000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chemeClr val="accent2"/>
                </a:solidFill>
                <a:latin typeface="Comic Sans MS" panose="030F0702030302020204" pitchFamily="66" charset="0"/>
              </a:rPr>
              <a:t>(10) 9 990 000</a:t>
            </a:r>
          </a:p>
        </p:txBody>
      </p:sp>
      <p:pic>
        <p:nvPicPr>
          <p:cNvPr id="27651" name="Picture 3" descr="c:\Program Files\Microsoft Office\Clipart\corpmm\motion\ag00463_.gif">
            <a:extLst>
              <a:ext uri="{FF2B5EF4-FFF2-40B4-BE49-F238E27FC236}">
                <a16:creationId xmlns:a16="http://schemas.microsoft.com/office/drawing/2014/main" id="{C928F30D-03F2-4605-BF72-687E9775F38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306888"/>
            <a:ext cx="2482850" cy="255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0901" name="Object 5">
            <a:extLst>
              <a:ext uri="{FF2B5EF4-FFF2-40B4-BE49-F238E27FC236}">
                <a16:creationId xmlns:a16="http://schemas.microsoft.com/office/drawing/2014/main" id="{553ACA19-9FF7-42FE-9E08-4C94D7F02A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1338" y="1993901"/>
          <a:ext cx="16891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"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80901" name="Object 5">
                        <a:extLst>
                          <a:ext uri="{FF2B5EF4-FFF2-40B4-BE49-F238E27FC236}">
                            <a16:creationId xmlns:a16="http://schemas.microsoft.com/office/drawing/2014/main" id="{553ACA19-9FF7-42FE-9E08-4C94D7F02A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338" y="1993901"/>
                        <a:ext cx="16891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3" name="Object 7">
            <a:extLst>
              <a:ext uri="{FF2B5EF4-FFF2-40B4-BE49-F238E27FC236}">
                <a16:creationId xmlns:a16="http://schemas.microsoft.com/office/drawing/2014/main" id="{45D92798-46CE-4B38-8572-E896E9DB1A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2350" y="2392364"/>
          <a:ext cx="17462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"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80903" name="Object 7">
                        <a:extLst>
                          <a:ext uri="{FF2B5EF4-FFF2-40B4-BE49-F238E27FC236}">
                            <a16:creationId xmlns:a16="http://schemas.microsoft.com/office/drawing/2014/main" id="{45D92798-46CE-4B38-8572-E896E9DB1A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2350" y="2392364"/>
                        <a:ext cx="174625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5" name="Object 9">
            <a:extLst>
              <a:ext uri="{FF2B5EF4-FFF2-40B4-BE49-F238E27FC236}">
                <a16:creationId xmlns:a16="http://schemas.microsoft.com/office/drawing/2014/main" id="{1A3D5F45-FD9C-47A5-992D-F6FA0E7EF8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2189" y="1555751"/>
          <a:ext cx="14192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6"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80905" name="Object 9">
                        <a:extLst>
                          <a:ext uri="{FF2B5EF4-FFF2-40B4-BE49-F238E27FC236}">
                            <a16:creationId xmlns:a16="http://schemas.microsoft.com/office/drawing/2014/main" id="{1A3D5F45-FD9C-47A5-992D-F6FA0E7EF8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2189" y="1555751"/>
                        <a:ext cx="14192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7" name="Object 11">
            <a:extLst>
              <a:ext uri="{FF2B5EF4-FFF2-40B4-BE49-F238E27FC236}">
                <a16:creationId xmlns:a16="http://schemas.microsoft.com/office/drawing/2014/main" id="{BEDA89DA-C5A4-4E19-ACA6-F0FC49BB1D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4139" y="2847976"/>
          <a:ext cx="17176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7"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80907" name="Object 11">
                        <a:extLst>
                          <a:ext uri="{FF2B5EF4-FFF2-40B4-BE49-F238E27FC236}">
                            <a16:creationId xmlns:a16="http://schemas.microsoft.com/office/drawing/2014/main" id="{BEDA89DA-C5A4-4E19-ACA6-F0FC49BB1D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139" y="2847976"/>
                        <a:ext cx="17176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9" name="Object 13">
            <a:extLst>
              <a:ext uri="{FF2B5EF4-FFF2-40B4-BE49-F238E27FC236}">
                <a16:creationId xmlns:a16="http://schemas.microsoft.com/office/drawing/2014/main" id="{1FE3C22F-260C-4759-91A9-A7B10E0716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2464" y="1157289"/>
          <a:ext cx="13938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"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80909" name="Object 13">
                        <a:extLst>
                          <a:ext uri="{FF2B5EF4-FFF2-40B4-BE49-F238E27FC236}">
                            <a16:creationId xmlns:a16="http://schemas.microsoft.com/office/drawing/2014/main" id="{1FE3C22F-260C-4759-91A9-A7B10E0716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2464" y="1157289"/>
                        <a:ext cx="13938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0" name="Object 14">
            <a:extLst>
              <a:ext uri="{FF2B5EF4-FFF2-40B4-BE49-F238E27FC236}">
                <a16:creationId xmlns:a16="http://schemas.microsoft.com/office/drawing/2014/main" id="{6D32AB54-02D6-4857-B0AF-FB6E56CDA4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6850" y="3286126"/>
          <a:ext cx="18669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80910" name="Object 14">
                        <a:extLst>
                          <a:ext uri="{FF2B5EF4-FFF2-40B4-BE49-F238E27FC236}">
                            <a16:creationId xmlns:a16="http://schemas.microsoft.com/office/drawing/2014/main" id="{6D32AB54-02D6-4857-B0AF-FB6E56CDA4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6850" y="3286126"/>
                        <a:ext cx="18669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1" name="Object 15">
            <a:extLst>
              <a:ext uri="{FF2B5EF4-FFF2-40B4-BE49-F238E27FC236}">
                <a16:creationId xmlns:a16="http://schemas.microsoft.com/office/drawing/2014/main" id="{33C8FA17-C84D-458B-A72B-756B3F433E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45051" y="3705226"/>
          <a:ext cx="19272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80911" name="Object 15">
                        <a:extLst>
                          <a:ext uri="{FF2B5EF4-FFF2-40B4-BE49-F238E27FC236}">
                            <a16:creationId xmlns:a16="http://schemas.microsoft.com/office/drawing/2014/main" id="{33C8FA17-C84D-458B-A72B-756B3F433E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1" y="3705226"/>
                        <a:ext cx="19272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2" name="Object 16">
            <a:extLst>
              <a:ext uri="{FF2B5EF4-FFF2-40B4-BE49-F238E27FC236}">
                <a16:creationId xmlns:a16="http://schemas.microsoft.com/office/drawing/2014/main" id="{2AA57081-0D9D-42AD-A95A-6655564000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2389" y="4124326"/>
          <a:ext cx="19256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80912" name="Object 16">
                        <a:extLst>
                          <a:ext uri="{FF2B5EF4-FFF2-40B4-BE49-F238E27FC236}">
                            <a16:creationId xmlns:a16="http://schemas.microsoft.com/office/drawing/2014/main" id="{2AA57081-0D9D-42AD-A95A-6655564000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2389" y="4124326"/>
                        <a:ext cx="192563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3" name="Object 17">
            <a:extLst>
              <a:ext uri="{FF2B5EF4-FFF2-40B4-BE49-F238E27FC236}">
                <a16:creationId xmlns:a16="http://schemas.microsoft.com/office/drawing/2014/main" id="{3032149B-9E13-4263-BD6A-1437F11F5D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8226" y="4562476"/>
          <a:ext cx="17176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2"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80913" name="Object 17">
                        <a:extLst>
                          <a:ext uri="{FF2B5EF4-FFF2-40B4-BE49-F238E27FC236}">
                            <a16:creationId xmlns:a16="http://schemas.microsoft.com/office/drawing/2014/main" id="{3032149B-9E13-4263-BD6A-1437F11F5D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8226" y="4562476"/>
                        <a:ext cx="17176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4" name="Object 18">
            <a:extLst>
              <a:ext uri="{FF2B5EF4-FFF2-40B4-BE49-F238E27FC236}">
                <a16:creationId xmlns:a16="http://schemas.microsoft.com/office/drawing/2014/main" id="{C954D6CF-0940-4D0E-87BB-BF7FE9756B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1939" y="5000626"/>
          <a:ext cx="19256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"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80914" name="Object 18">
                        <a:extLst>
                          <a:ext uri="{FF2B5EF4-FFF2-40B4-BE49-F238E27FC236}">
                            <a16:creationId xmlns:a16="http://schemas.microsoft.com/office/drawing/2014/main" id="{C954D6CF-0940-4D0E-87BB-BF7FE9756B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1939" y="5000626"/>
                        <a:ext cx="192563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8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AutoShape 3">
            <a:extLst>
              <a:ext uri="{FF2B5EF4-FFF2-40B4-BE49-F238E27FC236}">
                <a16:creationId xmlns:a16="http://schemas.microsoft.com/office/drawing/2014/main" id="{23334EEE-623D-40B5-ACC4-8C880BD02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75" y="2419351"/>
            <a:ext cx="401638" cy="504825"/>
          </a:xfrm>
          <a:prstGeom prst="curvedDownArrow">
            <a:avLst>
              <a:gd name="adj1" fmla="val 20000"/>
              <a:gd name="adj2" fmla="val 40000"/>
              <a:gd name="adj3" fmla="val 2802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9636" name="AutoShape 4">
            <a:extLst>
              <a:ext uri="{FF2B5EF4-FFF2-40B4-BE49-F238E27FC236}">
                <a16:creationId xmlns:a16="http://schemas.microsoft.com/office/drawing/2014/main" id="{532FFEDE-E97D-47A5-923D-E2DDAE91F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5" y="2417764"/>
            <a:ext cx="401638" cy="504825"/>
          </a:xfrm>
          <a:prstGeom prst="curvedDownArrow">
            <a:avLst>
              <a:gd name="adj1" fmla="val 20000"/>
              <a:gd name="adj2" fmla="val 40000"/>
              <a:gd name="adj3" fmla="val 2802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9637" name="AutoShape 5">
            <a:extLst>
              <a:ext uri="{FF2B5EF4-FFF2-40B4-BE49-F238E27FC236}">
                <a16:creationId xmlns:a16="http://schemas.microsoft.com/office/drawing/2014/main" id="{01353BAE-D2BB-4321-A5AA-562571210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9489" y="2397126"/>
            <a:ext cx="401637" cy="504825"/>
          </a:xfrm>
          <a:prstGeom prst="curvedDownArrow">
            <a:avLst>
              <a:gd name="adj1" fmla="val 20000"/>
              <a:gd name="adj2" fmla="val 40000"/>
              <a:gd name="adj3" fmla="val 2802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9638" name="AutoShape 6">
            <a:extLst>
              <a:ext uri="{FF2B5EF4-FFF2-40B4-BE49-F238E27FC236}">
                <a16:creationId xmlns:a16="http://schemas.microsoft.com/office/drawing/2014/main" id="{55CCAF00-D4F2-4A94-B209-F9DE3F751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2408239"/>
            <a:ext cx="401638" cy="504825"/>
          </a:xfrm>
          <a:prstGeom prst="curvedDownArrow">
            <a:avLst>
              <a:gd name="adj1" fmla="val 20000"/>
              <a:gd name="adj2" fmla="val 40000"/>
              <a:gd name="adj3" fmla="val 2802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9639" name="AutoShape 7">
            <a:extLst>
              <a:ext uri="{FF2B5EF4-FFF2-40B4-BE49-F238E27FC236}">
                <a16:creationId xmlns:a16="http://schemas.microsoft.com/office/drawing/2014/main" id="{E8DEDBF1-0D41-43AC-9612-524A752D1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4" y="2419351"/>
            <a:ext cx="401637" cy="504825"/>
          </a:xfrm>
          <a:prstGeom prst="curvedDownArrow">
            <a:avLst>
              <a:gd name="adj1" fmla="val 20000"/>
              <a:gd name="adj2" fmla="val 40000"/>
              <a:gd name="adj3" fmla="val 2802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9640" name="Rectangle 8">
            <a:extLst>
              <a:ext uri="{FF2B5EF4-FFF2-40B4-BE49-F238E27FC236}">
                <a16:creationId xmlns:a16="http://schemas.microsoft.com/office/drawing/2014/main" id="{B7D22810-6D7F-42CF-82AB-CD1DC4C26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6064"/>
            <a:ext cx="6510338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Changing back </a:t>
            </a:r>
          </a:p>
          <a:p>
            <a:pPr eaLnBrk="1" hangingPunct="1">
              <a:buFontTx/>
              <a:buNone/>
            </a:pPr>
            <a:endParaRPr lang="en-GB" altLang="en-US" sz="2400" i="1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  <p:sp>
        <p:nvSpPr>
          <p:cNvPr id="69641" name="Text Box 9">
            <a:extLst>
              <a:ext uri="{FF2B5EF4-FFF2-40B4-BE49-F238E27FC236}">
                <a16:creationId xmlns:a16="http://schemas.microsoft.com/office/drawing/2014/main" id="{FE1F15CA-F2FA-4EB1-9A38-00CF90120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7588" y="2754314"/>
            <a:ext cx="33004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=86 000 000</a:t>
            </a:r>
            <a:r>
              <a:rPr lang="en-GB" altLang="en-US" sz="2000"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69642" name="Object 10">
            <a:extLst>
              <a:ext uri="{FF2B5EF4-FFF2-40B4-BE49-F238E27FC236}">
                <a16:creationId xmlns:a16="http://schemas.microsoft.com/office/drawing/2014/main" id="{9BBC4428-BE3C-4042-A954-0E3B10FEE0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5588" y="2676526"/>
          <a:ext cx="27813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69642" name="Object 10">
                        <a:extLst>
                          <a:ext uri="{FF2B5EF4-FFF2-40B4-BE49-F238E27FC236}">
                            <a16:creationId xmlns:a16="http://schemas.microsoft.com/office/drawing/2014/main" id="{9BBC4428-BE3C-4042-A954-0E3B10FEE0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2676526"/>
                        <a:ext cx="278130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669" name="Group 37">
            <a:extLst>
              <a:ext uri="{FF2B5EF4-FFF2-40B4-BE49-F238E27FC236}">
                <a16:creationId xmlns:a16="http://schemas.microsoft.com/office/drawing/2014/main" id="{5B004EC7-176E-4C71-A4CD-1B0B5BF43D51}"/>
              </a:ext>
            </a:extLst>
          </p:cNvPr>
          <p:cNvGrpSpPr>
            <a:grpSpLocks/>
          </p:cNvGrpSpPr>
          <p:nvPr/>
        </p:nvGrpSpPr>
        <p:grpSpPr bwMode="auto">
          <a:xfrm>
            <a:off x="6897688" y="3409951"/>
            <a:ext cx="3103562" cy="1481138"/>
            <a:chOff x="3385" y="2148"/>
            <a:chExt cx="1955" cy="933"/>
          </a:xfrm>
        </p:grpSpPr>
        <p:sp>
          <p:nvSpPr>
            <p:cNvPr id="28693" name="AutoShape 16">
              <a:extLst>
                <a:ext uri="{FF2B5EF4-FFF2-40B4-BE49-F238E27FC236}">
                  <a16:creationId xmlns:a16="http://schemas.microsoft.com/office/drawing/2014/main" id="{D74CEBD7-0395-46A1-858B-E0D550360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4" y="2148"/>
              <a:ext cx="197" cy="432"/>
            </a:xfrm>
            <a:prstGeom prst="upArrow">
              <a:avLst>
                <a:gd name="adj1" fmla="val 50000"/>
                <a:gd name="adj2" fmla="val 54822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8694" name="Text Box 17">
              <a:extLst>
                <a:ext uri="{FF2B5EF4-FFF2-40B4-BE49-F238E27FC236}">
                  <a16:creationId xmlns:a16="http://schemas.microsoft.com/office/drawing/2014/main" id="{90BDD0EF-A259-47B4-8B38-384CBD6898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5" y="2558"/>
              <a:ext cx="1955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Zeros after the point aren’t needed.</a:t>
              </a:r>
            </a:p>
          </p:txBody>
        </p:sp>
      </p:grpSp>
      <p:grpSp>
        <p:nvGrpSpPr>
          <p:cNvPr id="69666" name="Group 34">
            <a:extLst>
              <a:ext uri="{FF2B5EF4-FFF2-40B4-BE49-F238E27FC236}">
                <a16:creationId xmlns:a16="http://schemas.microsoft.com/office/drawing/2014/main" id="{28F64537-0A47-464F-BA78-BA0E163209B3}"/>
              </a:ext>
            </a:extLst>
          </p:cNvPr>
          <p:cNvGrpSpPr>
            <a:grpSpLocks/>
          </p:cNvGrpSpPr>
          <p:nvPr/>
        </p:nvGrpSpPr>
        <p:grpSpPr bwMode="auto">
          <a:xfrm>
            <a:off x="2451100" y="968376"/>
            <a:ext cx="2076450" cy="1776413"/>
            <a:chOff x="3959" y="818"/>
            <a:chExt cx="1308" cy="1119"/>
          </a:xfrm>
        </p:grpSpPr>
        <p:sp>
          <p:nvSpPr>
            <p:cNvPr id="28691" name="AutoShape 22">
              <a:extLst>
                <a:ext uri="{FF2B5EF4-FFF2-40B4-BE49-F238E27FC236}">
                  <a16:creationId xmlns:a16="http://schemas.microsoft.com/office/drawing/2014/main" id="{761BBA71-043A-4D92-9D76-FCDE79B6D7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604" y="1342"/>
              <a:ext cx="144" cy="595"/>
            </a:xfrm>
            <a:prstGeom prst="upArrow">
              <a:avLst>
                <a:gd name="adj1" fmla="val 50000"/>
                <a:gd name="adj2" fmla="val 103299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8692" name="Text Box 23">
              <a:extLst>
                <a:ext uri="{FF2B5EF4-FFF2-40B4-BE49-F238E27FC236}">
                  <a16:creationId xmlns:a16="http://schemas.microsoft.com/office/drawing/2014/main" id="{8E7374E3-26D3-483E-858C-2FD3B57141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9" y="818"/>
              <a:ext cx="1308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The point moves 7 places</a:t>
              </a:r>
            </a:p>
          </p:txBody>
        </p:sp>
      </p:grpSp>
      <p:sp>
        <p:nvSpPr>
          <p:cNvPr id="69664" name="Text Box 32">
            <a:extLst>
              <a:ext uri="{FF2B5EF4-FFF2-40B4-BE49-F238E27FC236}">
                <a16:creationId xmlns:a16="http://schemas.microsoft.com/office/drawing/2014/main" id="{3D0C8BAB-796A-42B0-AEB3-D616873F2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1176" y="2740026"/>
            <a:ext cx="9302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8.6</a:t>
            </a:r>
            <a:endParaRPr lang="en-GB" altLang="en-US" sz="2000">
              <a:latin typeface="Comic Sans MS" panose="030F0702030302020204" pitchFamily="66" charset="0"/>
            </a:endParaRPr>
          </a:p>
        </p:txBody>
      </p:sp>
      <p:sp>
        <p:nvSpPr>
          <p:cNvPr id="69665" name="Text Box 33">
            <a:extLst>
              <a:ext uri="{FF2B5EF4-FFF2-40B4-BE49-F238E27FC236}">
                <a16:creationId xmlns:a16="http://schemas.microsoft.com/office/drawing/2014/main" id="{C6BF2C44-F901-4CF5-BBF6-F0AEB17C8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8414" y="2746376"/>
            <a:ext cx="23510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0000000</a:t>
            </a:r>
            <a:endParaRPr lang="en-GB" altLang="en-US" sz="2000">
              <a:latin typeface="Comic Sans MS" panose="030F0702030302020204" pitchFamily="66" charset="0"/>
            </a:endParaRPr>
          </a:p>
        </p:txBody>
      </p:sp>
      <p:sp>
        <p:nvSpPr>
          <p:cNvPr id="69643" name="AutoShape 11">
            <a:extLst>
              <a:ext uri="{FF2B5EF4-FFF2-40B4-BE49-F238E27FC236}">
                <a16:creationId xmlns:a16="http://schemas.microsoft.com/office/drawing/2014/main" id="{922784F3-234A-450B-9E32-3FE3A8115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0" y="2420939"/>
            <a:ext cx="401638" cy="504825"/>
          </a:xfrm>
          <a:prstGeom prst="curvedDownArrow">
            <a:avLst>
              <a:gd name="adj1" fmla="val 20000"/>
              <a:gd name="adj2" fmla="val 40000"/>
              <a:gd name="adj3" fmla="val 2802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9644" name="AutoShape 12">
            <a:extLst>
              <a:ext uri="{FF2B5EF4-FFF2-40B4-BE49-F238E27FC236}">
                <a16:creationId xmlns:a16="http://schemas.microsoft.com/office/drawing/2014/main" id="{44FA123C-00B2-4E70-BF96-CC30E5AC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9175" y="2390776"/>
            <a:ext cx="401638" cy="504825"/>
          </a:xfrm>
          <a:prstGeom prst="curvedDownArrow">
            <a:avLst>
              <a:gd name="adj1" fmla="val 20000"/>
              <a:gd name="adj2" fmla="val 40000"/>
              <a:gd name="adj3" fmla="val 2802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9646" name="Text Box 14">
            <a:extLst>
              <a:ext uri="{FF2B5EF4-FFF2-40B4-BE49-F238E27FC236}">
                <a16:creationId xmlns:a16="http://schemas.microsoft.com/office/drawing/2014/main" id="{CE680198-AA18-46EC-B668-B7EAECE7D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7525" y="2747964"/>
            <a:ext cx="31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FF0000"/>
                </a:solidFill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69667" name="AutoShape 35">
            <a:extLst>
              <a:ext uri="{FF2B5EF4-FFF2-40B4-BE49-F238E27FC236}">
                <a16:creationId xmlns:a16="http://schemas.microsoft.com/office/drawing/2014/main" id="{C0654512-B511-4C2B-A9CE-A68FBD3AB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0" y="3419475"/>
            <a:ext cx="4260850" cy="1150938"/>
          </a:xfrm>
          <a:prstGeom prst="wedgeRoundRectCallout">
            <a:avLst>
              <a:gd name="adj1" fmla="val -52759"/>
              <a:gd name="adj2" fmla="val 148481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000" b="1" u="sng">
                <a:latin typeface="Comic Sans MS" panose="030F0702030302020204" pitchFamily="66" charset="0"/>
              </a:rPr>
              <a:t>Hint: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000" b="1">
                <a:latin typeface="Comic Sans MS" panose="030F0702030302020204" pitchFamily="66" charset="0"/>
              </a:rPr>
              <a:t>Add </a:t>
            </a:r>
            <a:r>
              <a:rPr lang="en-GB" altLang="en-US" sz="2000" b="1">
                <a:solidFill>
                  <a:srgbClr val="FF3300"/>
                </a:solidFill>
                <a:latin typeface="Comic Sans MS" panose="030F0702030302020204" pitchFamily="66" charset="0"/>
              </a:rPr>
              <a:t>7</a:t>
            </a:r>
            <a:r>
              <a:rPr lang="en-GB" altLang="en-US" sz="2000" b="1">
                <a:latin typeface="Comic Sans MS" panose="030F0702030302020204" pitchFamily="66" charset="0"/>
              </a:rPr>
              <a:t> zeros, although you probably won’t need them all.</a:t>
            </a:r>
          </a:p>
        </p:txBody>
      </p:sp>
      <p:sp>
        <p:nvSpPr>
          <p:cNvPr id="69658" name="Rectangle 26">
            <a:extLst>
              <a:ext uri="{FF2B5EF4-FFF2-40B4-BE49-F238E27FC236}">
                <a16:creationId xmlns:a16="http://schemas.microsoft.com/office/drawing/2014/main" id="{FFB7414B-B946-4247-8B0C-49315CE3F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588" y="3160713"/>
            <a:ext cx="1524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69668" name="Line 36">
            <a:extLst>
              <a:ext uri="{FF2B5EF4-FFF2-40B4-BE49-F238E27FC236}">
                <a16:creationId xmlns:a16="http://schemas.microsoft.com/office/drawing/2014/main" id="{8D07AC9A-8029-4363-8DF0-C2D312FCF1D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5963" y="2798764"/>
            <a:ext cx="182562" cy="547687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9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6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6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6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6" dur="500"/>
                                        <p:tgtEl>
                                          <p:spTgt spid="6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animBg="1"/>
      <p:bldP spid="69636" grpId="0" animBg="1"/>
      <p:bldP spid="69637" grpId="0" animBg="1"/>
      <p:bldP spid="69638" grpId="0" animBg="1"/>
      <p:bldP spid="69639" grpId="0" animBg="1"/>
      <p:bldP spid="69640" grpId="0" animBg="1" autoUpdateAnimBg="0"/>
      <p:bldP spid="69641" grpId="0" autoUpdateAnimBg="0"/>
      <p:bldP spid="69664" grpId="0" autoUpdateAnimBg="0"/>
      <p:bldP spid="69665" grpId="0" autoUpdateAnimBg="0"/>
      <p:bldP spid="69643" grpId="0" animBg="1"/>
      <p:bldP spid="69644" grpId="0" animBg="1"/>
      <p:bldP spid="69646" grpId="0" autoUpdateAnimBg="0"/>
      <p:bldP spid="69667" grpId="0" animBg="1" autoUpdateAnimBg="0"/>
      <p:bldP spid="6965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AutoShape 4">
            <a:extLst>
              <a:ext uri="{FF2B5EF4-FFF2-40B4-BE49-F238E27FC236}">
                <a16:creationId xmlns:a16="http://schemas.microsoft.com/office/drawing/2014/main" id="{2CBEF311-6C73-40C8-9A0E-9623552BC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039" y="2397126"/>
            <a:ext cx="401637" cy="504825"/>
          </a:xfrm>
          <a:prstGeom prst="curvedDownArrow">
            <a:avLst>
              <a:gd name="adj1" fmla="val 20000"/>
              <a:gd name="adj2" fmla="val 40000"/>
              <a:gd name="adj3" fmla="val 2802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0661" name="AutoShape 5">
            <a:extLst>
              <a:ext uri="{FF2B5EF4-FFF2-40B4-BE49-F238E27FC236}">
                <a16:creationId xmlns:a16="http://schemas.microsoft.com/office/drawing/2014/main" id="{0E1B2D97-8F9E-4616-9231-26F2A944C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350" y="2408239"/>
            <a:ext cx="401638" cy="504825"/>
          </a:xfrm>
          <a:prstGeom prst="curvedDownArrow">
            <a:avLst>
              <a:gd name="adj1" fmla="val 20000"/>
              <a:gd name="adj2" fmla="val 40000"/>
              <a:gd name="adj3" fmla="val 2802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0662" name="AutoShape 6">
            <a:extLst>
              <a:ext uri="{FF2B5EF4-FFF2-40B4-BE49-F238E27FC236}">
                <a16:creationId xmlns:a16="http://schemas.microsoft.com/office/drawing/2014/main" id="{229C1342-6FF3-4871-8A71-79D1A88A4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3614" y="2419351"/>
            <a:ext cx="401637" cy="504825"/>
          </a:xfrm>
          <a:prstGeom prst="curvedDownArrow">
            <a:avLst>
              <a:gd name="adj1" fmla="val 20000"/>
              <a:gd name="adj2" fmla="val 40000"/>
              <a:gd name="adj3" fmla="val 2802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0664" name="Text Box 8">
            <a:extLst>
              <a:ext uri="{FF2B5EF4-FFF2-40B4-BE49-F238E27FC236}">
                <a16:creationId xmlns:a16="http://schemas.microsoft.com/office/drawing/2014/main" id="{E1D5F9B1-EAD3-439C-A604-5FC75432F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1439" y="2754314"/>
            <a:ext cx="24526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=346 000</a:t>
            </a:r>
            <a:endParaRPr lang="en-GB" altLang="en-US" sz="2000">
              <a:latin typeface="Comic Sans MS" panose="030F0702030302020204" pitchFamily="66" charset="0"/>
            </a:endParaRPr>
          </a:p>
        </p:txBody>
      </p:sp>
      <p:graphicFrame>
        <p:nvGraphicFramePr>
          <p:cNvPr id="70665" name="Object 9">
            <a:extLst>
              <a:ext uri="{FF2B5EF4-FFF2-40B4-BE49-F238E27FC236}">
                <a16:creationId xmlns:a16="http://schemas.microsoft.com/office/drawing/2014/main" id="{80AB7AD7-9457-469E-B460-6BDE37D15D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1038" y="2676526"/>
          <a:ext cx="31115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70665" name="Object 9">
                        <a:extLst>
                          <a:ext uri="{FF2B5EF4-FFF2-40B4-BE49-F238E27FC236}">
                            <a16:creationId xmlns:a16="http://schemas.microsoft.com/office/drawing/2014/main" id="{80AB7AD7-9457-469E-B460-6BDE37D15D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038" y="2676526"/>
                        <a:ext cx="311150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666" name="Group 10">
            <a:extLst>
              <a:ext uri="{FF2B5EF4-FFF2-40B4-BE49-F238E27FC236}">
                <a16:creationId xmlns:a16="http://schemas.microsoft.com/office/drawing/2014/main" id="{85DB72D8-F7E4-4513-B339-BEF76E3F7F35}"/>
              </a:ext>
            </a:extLst>
          </p:cNvPr>
          <p:cNvGrpSpPr>
            <a:grpSpLocks/>
          </p:cNvGrpSpPr>
          <p:nvPr/>
        </p:nvGrpSpPr>
        <p:grpSpPr bwMode="auto">
          <a:xfrm>
            <a:off x="7031038" y="3500439"/>
            <a:ext cx="3103562" cy="1481138"/>
            <a:chOff x="3385" y="2148"/>
            <a:chExt cx="1955" cy="933"/>
          </a:xfrm>
        </p:grpSpPr>
        <p:sp>
          <p:nvSpPr>
            <p:cNvPr id="29716" name="AutoShape 11">
              <a:extLst>
                <a:ext uri="{FF2B5EF4-FFF2-40B4-BE49-F238E27FC236}">
                  <a16:creationId xmlns:a16="http://schemas.microsoft.com/office/drawing/2014/main" id="{7E3DAECE-0324-46F1-ADE8-6C24A3175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4" y="2148"/>
              <a:ext cx="197" cy="432"/>
            </a:xfrm>
            <a:prstGeom prst="upArrow">
              <a:avLst>
                <a:gd name="adj1" fmla="val 50000"/>
                <a:gd name="adj2" fmla="val 54822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9717" name="Text Box 12">
              <a:extLst>
                <a:ext uri="{FF2B5EF4-FFF2-40B4-BE49-F238E27FC236}">
                  <a16:creationId xmlns:a16="http://schemas.microsoft.com/office/drawing/2014/main" id="{875965D3-79A8-49B6-B9F0-AAB7ABEE1F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5" y="2558"/>
              <a:ext cx="1955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Zeros after the point aren’t needed.</a:t>
              </a:r>
            </a:p>
          </p:txBody>
        </p:sp>
      </p:grpSp>
      <p:grpSp>
        <p:nvGrpSpPr>
          <p:cNvPr id="70669" name="Group 13">
            <a:extLst>
              <a:ext uri="{FF2B5EF4-FFF2-40B4-BE49-F238E27FC236}">
                <a16:creationId xmlns:a16="http://schemas.microsoft.com/office/drawing/2014/main" id="{0522AA02-253E-432B-99C8-8FE73E439CBE}"/>
              </a:ext>
            </a:extLst>
          </p:cNvPr>
          <p:cNvGrpSpPr>
            <a:grpSpLocks/>
          </p:cNvGrpSpPr>
          <p:nvPr/>
        </p:nvGrpSpPr>
        <p:grpSpPr bwMode="auto">
          <a:xfrm>
            <a:off x="3175000" y="968376"/>
            <a:ext cx="2076450" cy="1776413"/>
            <a:chOff x="3959" y="818"/>
            <a:chExt cx="1308" cy="1119"/>
          </a:xfrm>
        </p:grpSpPr>
        <p:sp>
          <p:nvSpPr>
            <p:cNvPr id="29714" name="AutoShape 14">
              <a:extLst>
                <a:ext uri="{FF2B5EF4-FFF2-40B4-BE49-F238E27FC236}">
                  <a16:creationId xmlns:a16="http://schemas.microsoft.com/office/drawing/2014/main" id="{4356A02E-1CCA-4664-A69E-3F3CDF6AA3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604" y="1342"/>
              <a:ext cx="144" cy="595"/>
            </a:xfrm>
            <a:prstGeom prst="upArrow">
              <a:avLst>
                <a:gd name="adj1" fmla="val 50000"/>
                <a:gd name="adj2" fmla="val 103299"/>
              </a:avLst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Comic Sans MS" panose="030F0702030302020204" pitchFamily="66" charset="0"/>
              </a:endParaRPr>
            </a:p>
          </p:txBody>
        </p:sp>
        <p:sp>
          <p:nvSpPr>
            <p:cNvPr id="29715" name="Text Box 15">
              <a:extLst>
                <a:ext uri="{FF2B5EF4-FFF2-40B4-BE49-F238E27FC236}">
                  <a16:creationId xmlns:a16="http://schemas.microsoft.com/office/drawing/2014/main" id="{2B1E69A1-2587-41CC-9E55-AA201C689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9" y="818"/>
              <a:ext cx="1308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>
                  <a:solidFill>
                    <a:srgbClr val="FF0000"/>
                  </a:solidFill>
                  <a:latin typeface="Comic Sans MS" panose="030F0702030302020204" pitchFamily="66" charset="0"/>
                </a:rPr>
                <a:t>The point moves 5 places</a:t>
              </a:r>
            </a:p>
          </p:txBody>
        </p:sp>
      </p:grpSp>
      <p:sp>
        <p:nvSpPr>
          <p:cNvPr id="70672" name="Text Box 16">
            <a:extLst>
              <a:ext uri="{FF2B5EF4-FFF2-40B4-BE49-F238E27FC236}">
                <a16:creationId xmlns:a16="http://schemas.microsoft.com/office/drawing/2014/main" id="{066A642C-AF2C-49E3-A3B8-78CE72584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725" y="2740026"/>
            <a:ext cx="12398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3.46</a:t>
            </a:r>
            <a:endParaRPr lang="en-GB" altLang="en-US" sz="2000">
              <a:latin typeface="Comic Sans MS" panose="030F0702030302020204" pitchFamily="66" charset="0"/>
            </a:endParaRPr>
          </a:p>
        </p:txBody>
      </p:sp>
      <p:sp>
        <p:nvSpPr>
          <p:cNvPr id="70673" name="Text Box 17">
            <a:extLst>
              <a:ext uri="{FF2B5EF4-FFF2-40B4-BE49-F238E27FC236}">
                <a16:creationId xmlns:a16="http://schemas.microsoft.com/office/drawing/2014/main" id="{86DBE065-1B2D-456F-A14B-B072E8927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763" y="2746376"/>
            <a:ext cx="17319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latin typeface="Comic Sans MS" panose="030F0702030302020204" pitchFamily="66" charset="0"/>
              </a:rPr>
              <a:t>00000</a:t>
            </a:r>
            <a:endParaRPr lang="en-GB" altLang="en-US" sz="2000">
              <a:latin typeface="Comic Sans MS" panose="030F0702030302020204" pitchFamily="66" charset="0"/>
            </a:endParaRPr>
          </a:p>
        </p:txBody>
      </p:sp>
      <p:sp>
        <p:nvSpPr>
          <p:cNvPr id="70674" name="AutoShape 18">
            <a:extLst>
              <a:ext uri="{FF2B5EF4-FFF2-40B4-BE49-F238E27FC236}">
                <a16:creationId xmlns:a16="http://schemas.microsoft.com/office/drawing/2014/main" id="{14BD585E-B1E6-44E0-A466-FADAF869D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4050" y="2420939"/>
            <a:ext cx="401638" cy="504825"/>
          </a:xfrm>
          <a:prstGeom prst="curvedDownArrow">
            <a:avLst>
              <a:gd name="adj1" fmla="val 20000"/>
              <a:gd name="adj2" fmla="val 40000"/>
              <a:gd name="adj3" fmla="val 2802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0675" name="AutoShape 19">
            <a:extLst>
              <a:ext uri="{FF2B5EF4-FFF2-40B4-BE49-F238E27FC236}">
                <a16:creationId xmlns:a16="http://schemas.microsoft.com/office/drawing/2014/main" id="{36943583-C54D-400C-AB97-E5EF68F0D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725" y="2390776"/>
            <a:ext cx="401638" cy="504825"/>
          </a:xfrm>
          <a:prstGeom prst="curvedDownArrow">
            <a:avLst>
              <a:gd name="adj1" fmla="val 20000"/>
              <a:gd name="adj2" fmla="val 40000"/>
              <a:gd name="adj3" fmla="val 2802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0676" name="Text Box 20">
            <a:extLst>
              <a:ext uri="{FF2B5EF4-FFF2-40B4-BE49-F238E27FC236}">
                <a16:creationId xmlns:a16="http://schemas.microsoft.com/office/drawing/2014/main" id="{E4F5A027-06D4-4A14-A144-7E19A7D91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775" y="2747964"/>
            <a:ext cx="311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FF0000"/>
                </a:solidFill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70677" name="AutoShape 21">
            <a:extLst>
              <a:ext uri="{FF2B5EF4-FFF2-40B4-BE49-F238E27FC236}">
                <a16:creationId xmlns:a16="http://schemas.microsoft.com/office/drawing/2014/main" id="{83E3351B-ABEF-4A86-812F-C5B996F82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788" y="3582989"/>
            <a:ext cx="4260850" cy="1150937"/>
          </a:xfrm>
          <a:prstGeom prst="wedgeRoundRectCallout">
            <a:avLst>
              <a:gd name="adj1" fmla="val -56185"/>
              <a:gd name="adj2" fmla="val 151657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000" b="1" u="sng">
                <a:latin typeface="Comic Sans MS" panose="030F0702030302020204" pitchFamily="66" charset="0"/>
              </a:rPr>
              <a:t>Hint: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000" b="1">
                <a:latin typeface="Comic Sans MS" panose="030F0702030302020204" pitchFamily="66" charset="0"/>
              </a:rPr>
              <a:t>Add </a:t>
            </a:r>
            <a:r>
              <a:rPr lang="en-GB" altLang="en-US" sz="2000" b="1">
                <a:solidFill>
                  <a:srgbClr val="FF3300"/>
                </a:solidFill>
                <a:latin typeface="Comic Sans MS" panose="030F0702030302020204" pitchFamily="66" charset="0"/>
              </a:rPr>
              <a:t>5</a:t>
            </a:r>
            <a:r>
              <a:rPr lang="en-GB" altLang="en-US" sz="2000" b="1">
                <a:latin typeface="Comic Sans MS" panose="030F0702030302020204" pitchFamily="66" charset="0"/>
              </a:rPr>
              <a:t> zeros, although you probably won’t need them all.</a:t>
            </a:r>
          </a:p>
        </p:txBody>
      </p:sp>
      <p:sp>
        <p:nvSpPr>
          <p:cNvPr id="70678" name="Rectangle 22">
            <a:extLst>
              <a:ext uri="{FF2B5EF4-FFF2-40B4-BE49-F238E27FC236}">
                <a16:creationId xmlns:a16="http://schemas.microsoft.com/office/drawing/2014/main" id="{51B2B323-44C5-44A3-80B9-94A633418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138" y="3160713"/>
            <a:ext cx="1524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</p:txBody>
      </p:sp>
      <p:sp>
        <p:nvSpPr>
          <p:cNvPr id="70679" name="Line 23">
            <a:extLst>
              <a:ext uri="{FF2B5EF4-FFF2-40B4-BE49-F238E27FC236}">
                <a16:creationId xmlns:a16="http://schemas.microsoft.com/office/drawing/2014/main" id="{610D0042-6544-4C7D-B57F-4F2269BF75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3263" y="2817814"/>
            <a:ext cx="182562" cy="547687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70680" name="Line 24">
            <a:extLst>
              <a:ext uri="{FF2B5EF4-FFF2-40B4-BE49-F238E27FC236}">
                <a16:creationId xmlns:a16="http://schemas.microsoft.com/office/drawing/2014/main" id="{166B25D5-FE0A-4B5C-9663-0D856CC7D4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9013" y="2798764"/>
            <a:ext cx="182562" cy="547687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9713" name="Rectangle 25">
            <a:extLst>
              <a:ext uri="{FF2B5EF4-FFF2-40B4-BE49-F238E27FC236}">
                <a16:creationId xmlns:a16="http://schemas.microsoft.com/office/drawing/2014/main" id="{9EBE95F8-134D-4963-81D2-F65D5D247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6064"/>
            <a:ext cx="6510338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Changing back</a:t>
            </a:r>
          </a:p>
          <a:p>
            <a:pPr eaLnBrk="1" hangingPunct="1">
              <a:buFontTx/>
              <a:buNone/>
            </a:pPr>
            <a:endParaRPr lang="en-GB" altLang="en-US" sz="2400" i="1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7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0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7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7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7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0" grpId="0" animBg="1"/>
      <p:bldP spid="70661" grpId="0" animBg="1"/>
      <p:bldP spid="70662" grpId="0" animBg="1"/>
      <p:bldP spid="70664" grpId="0" autoUpdateAnimBg="0"/>
      <p:bldP spid="70672" grpId="0" autoUpdateAnimBg="0"/>
      <p:bldP spid="70673" grpId="0" autoUpdateAnimBg="0"/>
      <p:bldP spid="70674" grpId="0" animBg="1"/>
      <p:bldP spid="70675" grpId="0" animBg="1"/>
      <p:bldP spid="70676" grpId="0" autoUpdateAnimBg="0"/>
      <p:bldP spid="70677" grpId="0" animBg="1" autoUpdateAnimBg="0"/>
      <p:bldP spid="7067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>
            <a:extLst>
              <a:ext uri="{FF2B5EF4-FFF2-40B4-BE49-F238E27FC236}">
                <a16:creationId xmlns:a16="http://schemas.microsoft.com/office/drawing/2014/main" id="{173093EF-1DA8-413F-ADB3-5D09E6BF7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7939" y="668339"/>
            <a:ext cx="7191375" cy="4865687"/>
          </a:xfrm>
          <a:prstGeom prst="rect">
            <a:avLst/>
          </a:prstGeom>
          <a:solidFill>
            <a:schemeClr val="bg1"/>
          </a:solidFill>
          <a:ln w="76200">
            <a:solidFill>
              <a:srgbClr val="CC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u="sng">
                <a:latin typeface="Comic Sans MS" panose="030F0702030302020204" pitchFamily="66" charset="0"/>
              </a:rPr>
              <a:t>Exercise 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(2)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(3)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(4)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(5)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(6)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(7)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(8)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(9)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(10)</a:t>
            </a:r>
          </a:p>
        </p:txBody>
      </p:sp>
      <p:pic>
        <p:nvPicPr>
          <p:cNvPr id="30723" name="Picture 3" descr="c:\Program Files\Microsoft Office\Clipart\corpmm\motion\ag00463_.gif">
            <a:extLst>
              <a:ext uri="{FF2B5EF4-FFF2-40B4-BE49-F238E27FC236}">
                <a16:creationId xmlns:a16="http://schemas.microsoft.com/office/drawing/2014/main" id="{4CD950F1-DAB7-414A-BD9C-D0790A776F8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306888"/>
            <a:ext cx="2482850" cy="255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0724" name="Object 4">
            <a:extLst>
              <a:ext uri="{FF2B5EF4-FFF2-40B4-BE49-F238E27FC236}">
                <a16:creationId xmlns:a16="http://schemas.microsoft.com/office/drawing/2014/main" id="{F55E211B-ACBA-472E-BE67-9E6C8F1CE9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6938" y="1993901"/>
          <a:ext cx="14224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6"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30724" name="Object 4">
                        <a:extLst>
                          <a:ext uri="{FF2B5EF4-FFF2-40B4-BE49-F238E27FC236}">
                            <a16:creationId xmlns:a16="http://schemas.microsoft.com/office/drawing/2014/main" id="{F55E211B-ACBA-472E-BE67-9E6C8F1CE9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6938" y="1993901"/>
                        <a:ext cx="14224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5">
            <a:extLst>
              <a:ext uri="{FF2B5EF4-FFF2-40B4-BE49-F238E27FC236}">
                <a16:creationId xmlns:a16="http://schemas.microsoft.com/office/drawing/2014/main" id="{34BD8C47-7382-4365-A90C-7B868462C1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8213" y="2392364"/>
          <a:ext cx="133191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7"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30725" name="Object 5">
                        <a:extLst>
                          <a:ext uri="{FF2B5EF4-FFF2-40B4-BE49-F238E27FC236}">
                            <a16:creationId xmlns:a16="http://schemas.microsoft.com/office/drawing/2014/main" id="{34BD8C47-7382-4365-A90C-7B868462C1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3" y="2392364"/>
                        <a:ext cx="1331912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>
            <a:extLst>
              <a:ext uri="{FF2B5EF4-FFF2-40B4-BE49-F238E27FC236}">
                <a16:creationId xmlns:a16="http://schemas.microsoft.com/office/drawing/2014/main" id="{53C79F61-D555-408B-9C34-00A0959FA1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1064" y="1555751"/>
          <a:ext cx="109378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8"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30726" name="Object 6">
                        <a:extLst>
                          <a:ext uri="{FF2B5EF4-FFF2-40B4-BE49-F238E27FC236}">
                            <a16:creationId xmlns:a16="http://schemas.microsoft.com/office/drawing/2014/main" id="{53C79F61-D555-408B-9C34-00A0959FA1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1064" y="1555751"/>
                        <a:ext cx="109378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>
            <a:extLst>
              <a:ext uri="{FF2B5EF4-FFF2-40B4-BE49-F238E27FC236}">
                <a16:creationId xmlns:a16="http://schemas.microsoft.com/office/drawing/2014/main" id="{9574B802-7490-470C-8150-B0B92B0016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7414" y="2847976"/>
          <a:ext cx="15700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9"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30727" name="Object 7">
                        <a:extLst>
                          <a:ext uri="{FF2B5EF4-FFF2-40B4-BE49-F238E27FC236}">
                            <a16:creationId xmlns:a16="http://schemas.microsoft.com/office/drawing/2014/main" id="{9574B802-7490-470C-8150-B0B92B001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7414" y="2847976"/>
                        <a:ext cx="157003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8">
            <a:extLst>
              <a:ext uri="{FF2B5EF4-FFF2-40B4-BE49-F238E27FC236}">
                <a16:creationId xmlns:a16="http://schemas.microsoft.com/office/drawing/2014/main" id="{F63AD79E-F7B0-4C2A-A728-6B72D977D7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4714" y="1157289"/>
          <a:ext cx="11255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"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30728" name="Object 8">
                        <a:extLst>
                          <a:ext uri="{FF2B5EF4-FFF2-40B4-BE49-F238E27FC236}">
                            <a16:creationId xmlns:a16="http://schemas.microsoft.com/office/drawing/2014/main" id="{F63AD79E-F7B0-4C2A-A728-6B72D977D7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714" y="1157289"/>
                        <a:ext cx="112553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9">
            <a:extLst>
              <a:ext uri="{FF2B5EF4-FFF2-40B4-BE49-F238E27FC236}">
                <a16:creationId xmlns:a16="http://schemas.microsoft.com/office/drawing/2014/main" id="{706DEDDF-E33A-44C3-8308-7EE9E3C1E3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1700" y="3286126"/>
          <a:ext cx="14224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30729" name="Object 9">
                        <a:extLst>
                          <a:ext uri="{FF2B5EF4-FFF2-40B4-BE49-F238E27FC236}">
                            <a16:creationId xmlns:a16="http://schemas.microsoft.com/office/drawing/2014/main" id="{706DEDDF-E33A-44C3-8308-7EE9E3C1E3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3286126"/>
                        <a:ext cx="14224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0" name="Object 10">
            <a:extLst>
              <a:ext uri="{FF2B5EF4-FFF2-40B4-BE49-F238E27FC236}">
                <a16:creationId xmlns:a16="http://schemas.microsoft.com/office/drawing/2014/main" id="{050DE15E-8DA9-4666-AE3F-9B80F6A03D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2651" y="3705226"/>
          <a:ext cx="15716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2"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30730" name="Object 10">
                        <a:extLst>
                          <a:ext uri="{FF2B5EF4-FFF2-40B4-BE49-F238E27FC236}">
                            <a16:creationId xmlns:a16="http://schemas.microsoft.com/office/drawing/2014/main" id="{050DE15E-8DA9-4666-AE3F-9B80F6A03D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2651" y="3705226"/>
                        <a:ext cx="15716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11">
            <a:extLst>
              <a:ext uri="{FF2B5EF4-FFF2-40B4-BE49-F238E27FC236}">
                <a16:creationId xmlns:a16="http://schemas.microsoft.com/office/drawing/2014/main" id="{5F6485BF-BEF7-4673-A077-57A11A6000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6939" y="4124326"/>
          <a:ext cx="16589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3"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30731" name="Object 11">
                        <a:extLst>
                          <a:ext uri="{FF2B5EF4-FFF2-40B4-BE49-F238E27FC236}">
                            <a16:creationId xmlns:a16="http://schemas.microsoft.com/office/drawing/2014/main" id="{5F6485BF-BEF7-4673-A077-57A11A6000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6939" y="4124326"/>
                        <a:ext cx="165893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2" name="Object 12">
            <a:extLst>
              <a:ext uri="{FF2B5EF4-FFF2-40B4-BE49-F238E27FC236}">
                <a16:creationId xmlns:a16="http://schemas.microsoft.com/office/drawing/2014/main" id="{09333214-62E6-43C5-BE57-237EDD59B6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4581526"/>
          <a:ext cx="15700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4"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30732" name="Object 12">
                        <a:extLst>
                          <a:ext uri="{FF2B5EF4-FFF2-40B4-BE49-F238E27FC236}">
                            <a16:creationId xmlns:a16="http://schemas.microsoft.com/office/drawing/2014/main" id="{09333214-62E6-43C5-BE57-237EDD59B6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581526"/>
                        <a:ext cx="157003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3" name="Object 13">
            <a:extLst>
              <a:ext uri="{FF2B5EF4-FFF2-40B4-BE49-F238E27FC236}">
                <a16:creationId xmlns:a16="http://schemas.microsoft.com/office/drawing/2014/main" id="{3938E50E-CED5-46E6-8AEF-E0B25DBA8C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2339" y="5019676"/>
          <a:ext cx="183673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5"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30733" name="Object 13">
                        <a:extLst>
                          <a:ext uri="{FF2B5EF4-FFF2-40B4-BE49-F238E27FC236}">
                            <a16:creationId xmlns:a16="http://schemas.microsoft.com/office/drawing/2014/main" id="{3938E50E-CED5-46E6-8AEF-E0B25DBA8C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339" y="5019676"/>
                        <a:ext cx="183673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4" name="Text Box 14">
            <a:extLst>
              <a:ext uri="{FF2B5EF4-FFF2-40B4-BE49-F238E27FC236}">
                <a16:creationId xmlns:a16="http://schemas.microsoft.com/office/drawing/2014/main" id="{978CDF2C-4520-4F86-AD17-5EC185D4E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1" y="1155701"/>
            <a:ext cx="1882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600 000</a:t>
            </a:r>
          </a:p>
        </p:txBody>
      </p:sp>
      <p:sp>
        <p:nvSpPr>
          <p:cNvPr id="81935" name="Text Box 15">
            <a:extLst>
              <a:ext uri="{FF2B5EF4-FFF2-40B4-BE49-F238E27FC236}">
                <a16:creationId xmlns:a16="http://schemas.microsoft.com/office/drawing/2014/main" id="{8BAB8616-4BAB-42E1-A75A-DB6D4D7F9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0" y="155575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8 000</a:t>
            </a:r>
          </a:p>
        </p:txBody>
      </p:sp>
      <p:sp>
        <p:nvSpPr>
          <p:cNvPr id="81936" name="Text Box 16">
            <a:extLst>
              <a:ext uri="{FF2B5EF4-FFF2-40B4-BE49-F238E27FC236}">
                <a16:creationId xmlns:a16="http://schemas.microsoft.com/office/drawing/2014/main" id="{80C0DC98-4A22-4C2A-B55D-2004E5F31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1" y="1993901"/>
            <a:ext cx="1882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650 000</a:t>
            </a:r>
          </a:p>
        </p:txBody>
      </p:sp>
      <p:sp>
        <p:nvSpPr>
          <p:cNvPr id="81937" name="Text Box 17">
            <a:extLst>
              <a:ext uri="{FF2B5EF4-FFF2-40B4-BE49-F238E27FC236}">
                <a16:creationId xmlns:a16="http://schemas.microsoft.com/office/drawing/2014/main" id="{305B73D2-33F2-410C-A9DE-30E1EE4E2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0" y="2393951"/>
            <a:ext cx="2584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120 000 000</a:t>
            </a:r>
          </a:p>
        </p:txBody>
      </p:sp>
      <p:sp>
        <p:nvSpPr>
          <p:cNvPr id="81938" name="Text Box 18">
            <a:extLst>
              <a:ext uri="{FF2B5EF4-FFF2-40B4-BE49-F238E27FC236}">
                <a16:creationId xmlns:a16="http://schemas.microsoft.com/office/drawing/2014/main" id="{11F5779B-A6AC-4B82-91E5-6F1A56C40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1" y="2870201"/>
            <a:ext cx="2149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3 710 000</a:t>
            </a:r>
          </a:p>
        </p:txBody>
      </p:sp>
      <p:sp>
        <p:nvSpPr>
          <p:cNvPr id="81939" name="Text Box 19">
            <a:extLst>
              <a:ext uri="{FF2B5EF4-FFF2-40B4-BE49-F238E27FC236}">
                <a16:creationId xmlns:a16="http://schemas.microsoft.com/office/drawing/2014/main" id="{EA664847-05BC-447A-B1A8-60F2DEC95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0" y="3289301"/>
            <a:ext cx="1665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33 000</a:t>
            </a:r>
          </a:p>
        </p:txBody>
      </p:sp>
      <p:sp>
        <p:nvSpPr>
          <p:cNvPr id="81940" name="Text Box 20">
            <a:extLst>
              <a:ext uri="{FF2B5EF4-FFF2-40B4-BE49-F238E27FC236}">
                <a16:creationId xmlns:a16="http://schemas.microsoft.com/office/drawing/2014/main" id="{1C0F2923-A48E-4201-841A-745161158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1776" y="3665538"/>
            <a:ext cx="2149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7 910 000</a:t>
            </a:r>
          </a:p>
        </p:txBody>
      </p:sp>
      <p:sp>
        <p:nvSpPr>
          <p:cNvPr id="81941" name="Text Box 21">
            <a:extLst>
              <a:ext uri="{FF2B5EF4-FFF2-40B4-BE49-F238E27FC236}">
                <a16:creationId xmlns:a16="http://schemas.microsoft.com/office/drawing/2014/main" id="{F23771E3-194F-4797-AEAE-07DF9EE26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1" y="4089401"/>
            <a:ext cx="2424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55 500 000</a:t>
            </a:r>
          </a:p>
        </p:txBody>
      </p:sp>
      <p:sp>
        <p:nvSpPr>
          <p:cNvPr id="81942" name="Text Box 22">
            <a:extLst>
              <a:ext uri="{FF2B5EF4-FFF2-40B4-BE49-F238E27FC236}">
                <a16:creationId xmlns:a16="http://schemas.microsoft.com/office/drawing/2014/main" id="{9C1FB71F-DBF7-49EF-8952-02F3EB38F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0" y="4546601"/>
            <a:ext cx="1608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10 500</a:t>
            </a:r>
          </a:p>
        </p:txBody>
      </p:sp>
      <p:sp>
        <p:nvSpPr>
          <p:cNvPr id="81943" name="Text Box 23">
            <a:extLst>
              <a:ext uri="{FF2B5EF4-FFF2-40B4-BE49-F238E27FC236}">
                <a16:creationId xmlns:a16="http://schemas.microsoft.com/office/drawing/2014/main" id="{70E1BF31-B6DA-4E18-A507-3950F2327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00" y="4997451"/>
            <a:ext cx="2965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FF3300"/>
                </a:solidFill>
                <a:latin typeface="Comic Sans MS" panose="030F0702030302020204" pitchFamily="66" charset="0"/>
              </a:rPr>
              <a:t>= 3 033 000 000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8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34" grpId="0" autoUpdateAnimBg="0"/>
      <p:bldP spid="81935" grpId="0" autoUpdateAnimBg="0"/>
      <p:bldP spid="81936" grpId="0" autoUpdateAnimBg="0"/>
      <p:bldP spid="81937" grpId="0" autoUpdateAnimBg="0"/>
      <p:bldP spid="81938" grpId="0" autoUpdateAnimBg="0"/>
      <p:bldP spid="81939" grpId="0" autoUpdateAnimBg="0"/>
      <p:bldP spid="81940" grpId="0" autoUpdateAnimBg="0"/>
      <p:bldP spid="81941" grpId="0" autoUpdateAnimBg="0"/>
      <p:bldP spid="81942" grpId="0" autoUpdateAnimBg="0"/>
      <p:bldP spid="8194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46" name="Text Box 58">
            <a:extLst>
              <a:ext uri="{FF2B5EF4-FFF2-40B4-BE49-F238E27FC236}">
                <a16:creationId xmlns:a16="http://schemas.microsoft.com/office/drawing/2014/main" id="{EA415D9A-4EAA-4988-8B90-6D7ADCD77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7113" y="1690689"/>
            <a:ext cx="3994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Comic Sans MS" panose="030F0702030302020204" pitchFamily="66" charset="0"/>
              </a:rPr>
              <a:t>What’s this called?</a:t>
            </a:r>
          </a:p>
        </p:txBody>
      </p:sp>
      <p:sp>
        <p:nvSpPr>
          <p:cNvPr id="63545" name="Text Box 57">
            <a:extLst>
              <a:ext uri="{FF2B5EF4-FFF2-40B4-BE49-F238E27FC236}">
                <a16:creationId xmlns:a16="http://schemas.microsoft.com/office/drawing/2014/main" id="{A4A6D3B7-0691-4065-AAF1-72DADE82C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1054100"/>
            <a:ext cx="3994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Comic Sans MS" panose="030F0702030302020204" pitchFamily="66" charset="0"/>
              </a:rPr>
              <a:t>What’s this called?</a:t>
            </a:r>
          </a:p>
        </p:txBody>
      </p:sp>
      <p:sp>
        <p:nvSpPr>
          <p:cNvPr id="63547" name="Text Box 59">
            <a:extLst>
              <a:ext uri="{FF2B5EF4-FFF2-40B4-BE49-F238E27FC236}">
                <a16:creationId xmlns:a16="http://schemas.microsoft.com/office/drawing/2014/main" id="{3D24A15E-6739-4B5E-B97D-BD9D88B0D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326" y="2405064"/>
            <a:ext cx="28368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Comic Sans MS" panose="030F0702030302020204" pitchFamily="66" charset="0"/>
              </a:rPr>
              <a:t>and this one?</a:t>
            </a:r>
          </a:p>
        </p:txBody>
      </p:sp>
      <p:sp>
        <p:nvSpPr>
          <p:cNvPr id="63548" name="Text Box 60">
            <a:extLst>
              <a:ext uri="{FF2B5EF4-FFF2-40B4-BE49-F238E27FC236}">
                <a16:creationId xmlns:a16="http://schemas.microsoft.com/office/drawing/2014/main" id="{69698406-C3B4-4E5F-AF84-96EFAF4CC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0475" y="6235700"/>
            <a:ext cx="3994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Comic Sans MS" panose="030F0702030302020204" pitchFamily="66" charset="0"/>
              </a:rPr>
              <a:t>What’s this called?</a:t>
            </a:r>
          </a:p>
        </p:txBody>
      </p:sp>
      <p:sp>
        <p:nvSpPr>
          <p:cNvPr id="63497" name="Rectangle 9">
            <a:extLst>
              <a:ext uri="{FF2B5EF4-FFF2-40B4-BE49-F238E27FC236}">
                <a16:creationId xmlns:a16="http://schemas.microsoft.com/office/drawing/2014/main" id="{E40F583D-2380-4163-9655-9D929CC26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6064"/>
            <a:ext cx="5486400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GB" altLang="en-US" sz="4000" b="1">
                <a:solidFill>
                  <a:schemeClr val="bg1"/>
                </a:solidFill>
                <a:latin typeface="Comic Sans MS" panose="030F0702030302020204" pitchFamily="66" charset="0"/>
                <a:ea typeface="PMingLiU" panose="020B0604030504040204" pitchFamily="18" charset="-120"/>
              </a:rPr>
              <a:t>Name that number!</a:t>
            </a:r>
          </a:p>
          <a:p>
            <a:pPr eaLnBrk="1" hangingPunct="1">
              <a:buFontTx/>
              <a:buNone/>
            </a:pPr>
            <a:endParaRPr lang="en-GB" altLang="en-US" sz="2400" i="1">
              <a:solidFill>
                <a:schemeClr val="bg1"/>
              </a:solidFill>
              <a:ea typeface="PMingLiU" panose="020B0604030504040204" pitchFamily="18" charset="-120"/>
            </a:endParaRPr>
          </a:p>
        </p:txBody>
      </p:sp>
      <p:sp>
        <p:nvSpPr>
          <p:cNvPr id="63530" name="Text Box 42">
            <a:extLst>
              <a:ext uri="{FF2B5EF4-FFF2-40B4-BE49-F238E27FC236}">
                <a16:creationId xmlns:a16="http://schemas.microsoft.com/office/drawing/2014/main" id="{45E984E6-21AA-45BA-A1FC-F51128A93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3127376"/>
            <a:ext cx="761365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0BC738"/>
                </a:solidFill>
                <a:latin typeface="Comic Sans MS" panose="030F0702030302020204" pitchFamily="66" charset="0"/>
              </a:rPr>
              <a:t>10 000 000 000 000 000 000	                                                                           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0BC738"/>
                </a:solidFill>
                <a:latin typeface="Comic Sans MS" panose="030F0702030302020204" pitchFamily="66" charset="0"/>
              </a:rPr>
              <a:t>000 000 000 000 000 000 000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0BC738"/>
                </a:solidFill>
                <a:latin typeface="Comic Sans MS" panose="030F0702030302020204" pitchFamily="66" charset="0"/>
              </a:rPr>
              <a:t>000 000</a:t>
            </a:r>
            <a:r>
              <a:rPr lang="en-GB" altLang="en-US" sz="2000">
                <a:solidFill>
                  <a:srgbClr val="0BC738"/>
                </a:solidFill>
                <a:latin typeface="Comic Sans MS" panose="030F0702030302020204" pitchFamily="66" charset="0"/>
              </a:rPr>
              <a:t> </a:t>
            </a:r>
            <a:r>
              <a:rPr lang="en-GB" altLang="en-US" sz="4000">
                <a:solidFill>
                  <a:srgbClr val="0BC738"/>
                </a:solidFill>
                <a:latin typeface="Comic Sans MS" panose="030F0702030302020204" pitchFamily="66" charset="0"/>
              </a:rPr>
              <a:t>000 000 000</a:t>
            </a:r>
            <a:r>
              <a:rPr lang="en-GB" altLang="en-US" sz="2000">
                <a:solidFill>
                  <a:srgbClr val="0BC738"/>
                </a:solidFill>
                <a:latin typeface="Comic Sans MS" panose="030F0702030302020204" pitchFamily="66" charset="0"/>
              </a:rPr>
              <a:t> </a:t>
            </a:r>
            <a:r>
              <a:rPr lang="en-GB" altLang="en-US" sz="4000">
                <a:solidFill>
                  <a:srgbClr val="0BC738"/>
                </a:solidFill>
                <a:latin typeface="Comic Sans MS" panose="030F0702030302020204" pitchFamily="66" charset="0"/>
              </a:rPr>
              <a:t>000 000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0BC738"/>
                </a:solidFill>
                <a:latin typeface="Comic Sans MS" panose="030F0702030302020204" pitchFamily="66" charset="0"/>
              </a:rPr>
              <a:t>000</a:t>
            </a:r>
            <a:r>
              <a:rPr lang="en-GB" altLang="en-US" sz="2000">
                <a:solidFill>
                  <a:srgbClr val="0BC738"/>
                </a:solidFill>
                <a:latin typeface="Comic Sans MS" panose="030F0702030302020204" pitchFamily="66" charset="0"/>
              </a:rPr>
              <a:t> </a:t>
            </a:r>
            <a:r>
              <a:rPr lang="en-GB" altLang="en-US" sz="4000">
                <a:solidFill>
                  <a:srgbClr val="0BC738"/>
                </a:solidFill>
                <a:latin typeface="Comic Sans MS" panose="030F0702030302020204" pitchFamily="66" charset="0"/>
              </a:rPr>
              <a:t>000 000 000</a:t>
            </a:r>
            <a:r>
              <a:rPr lang="en-GB" altLang="en-US" sz="2000">
                <a:solidFill>
                  <a:srgbClr val="0BC738"/>
                </a:solidFill>
                <a:latin typeface="Comic Sans MS" panose="030F0702030302020204" pitchFamily="66" charset="0"/>
              </a:rPr>
              <a:t> </a:t>
            </a:r>
            <a:r>
              <a:rPr lang="en-GB" altLang="en-US" sz="4000">
                <a:solidFill>
                  <a:srgbClr val="0BC738"/>
                </a:solidFill>
                <a:latin typeface="Comic Sans MS" panose="030F0702030302020204" pitchFamily="66" charset="0"/>
              </a:rPr>
              <a:t>000 000 000</a:t>
            </a:r>
            <a:r>
              <a:rPr lang="en-GB" altLang="en-US" sz="2000">
                <a:solidFill>
                  <a:srgbClr val="0BC738"/>
                </a:solidFill>
                <a:latin typeface="Comic Sans MS" panose="030F0702030302020204" pitchFamily="66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0BC738"/>
                </a:solidFill>
                <a:latin typeface="Comic Sans MS" panose="030F0702030302020204" pitchFamily="66" charset="0"/>
              </a:rPr>
              <a:t>000 000 000</a:t>
            </a:r>
            <a:r>
              <a:rPr lang="en-GB" altLang="en-US" sz="2000">
                <a:solidFill>
                  <a:srgbClr val="0BC738"/>
                </a:solidFill>
                <a:latin typeface="Comic Sans MS" panose="030F0702030302020204" pitchFamily="66" charset="0"/>
              </a:rPr>
              <a:t> </a:t>
            </a:r>
            <a:r>
              <a:rPr lang="en-GB" altLang="en-US" sz="4000">
                <a:solidFill>
                  <a:srgbClr val="0BC738"/>
                </a:solidFill>
                <a:latin typeface="Comic Sans MS" panose="030F0702030302020204" pitchFamily="66" charset="0"/>
              </a:rPr>
              <a:t>000 000 000</a:t>
            </a:r>
            <a:r>
              <a:rPr lang="en-GB" altLang="en-US" sz="2000">
                <a:solidFill>
                  <a:srgbClr val="0BC738"/>
                </a:solidFill>
                <a:latin typeface="Comic Sans MS" panose="030F0702030302020204" pitchFamily="66" charset="0"/>
              </a:rPr>
              <a:t> </a:t>
            </a:r>
          </a:p>
        </p:txBody>
      </p:sp>
      <p:graphicFrame>
        <p:nvGraphicFramePr>
          <p:cNvPr id="63532" name="Object 44">
            <a:extLst>
              <a:ext uri="{FF2B5EF4-FFF2-40B4-BE49-F238E27FC236}">
                <a16:creationId xmlns:a16="http://schemas.microsoft.com/office/drawing/2014/main" id="{5C494455-F83C-48FB-841F-A670A7DB5A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4363" y="5475288"/>
          <a:ext cx="2392362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63532" name="Object 44">
                        <a:extLst>
                          <a:ext uri="{FF2B5EF4-FFF2-40B4-BE49-F238E27FC236}">
                            <a16:creationId xmlns:a16="http://schemas.microsoft.com/office/drawing/2014/main" id="{5C494455-F83C-48FB-841F-A670A7DB5A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4363" y="5475288"/>
                        <a:ext cx="2392362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33" name="Text Box 45">
            <a:extLst>
              <a:ext uri="{FF2B5EF4-FFF2-40B4-BE49-F238E27FC236}">
                <a16:creationId xmlns:a16="http://schemas.microsoft.com/office/drawing/2014/main" id="{232D6316-7707-443A-AECF-707CBCB62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1038226"/>
            <a:ext cx="14938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0BC738"/>
                </a:solidFill>
                <a:latin typeface="Comic Sans MS" panose="030F0702030302020204" pitchFamily="66" charset="0"/>
              </a:rPr>
              <a:t>1 000</a:t>
            </a:r>
          </a:p>
        </p:txBody>
      </p:sp>
      <p:sp>
        <p:nvSpPr>
          <p:cNvPr id="63535" name="Text Box 47">
            <a:extLst>
              <a:ext uri="{FF2B5EF4-FFF2-40B4-BE49-F238E27FC236}">
                <a16:creationId xmlns:a16="http://schemas.microsoft.com/office/drawing/2014/main" id="{97F3F1EB-BD0E-4798-B674-37A65DE99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1" y="1679576"/>
            <a:ext cx="25749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0BC738"/>
                </a:solidFill>
                <a:latin typeface="Comic Sans MS" panose="030F0702030302020204" pitchFamily="66" charset="0"/>
              </a:rPr>
              <a:t>1 000 000</a:t>
            </a:r>
          </a:p>
        </p:txBody>
      </p:sp>
      <p:sp>
        <p:nvSpPr>
          <p:cNvPr id="63536" name="Text Box 48">
            <a:extLst>
              <a:ext uri="{FF2B5EF4-FFF2-40B4-BE49-F238E27FC236}">
                <a16:creationId xmlns:a16="http://schemas.microsoft.com/office/drawing/2014/main" id="{0C6FED78-818E-48B6-91FD-EACB76EDF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3401" y="2425701"/>
            <a:ext cx="36560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>
                <a:solidFill>
                  <a:srgbClr val="0BC738"/>
                </a:solidFill>
                <a:latin typeface="Comic Sans MS" panose="030F0702030302020204" pitchFamily="66" charset="0"/>
              </a:rPr>
              <a:t>1 000 000 000</a:t>
            </a:r>
          </a:p>
        </p:txBody>
      </p:sp>
      <p:graphicFrame>
        <p:nvGraphicFramePr>
          <p:cNvPr id="63537" name="Object 49">
            <a:extLst>
              <a:ext uri="{FF2B5EF4-FFF2-40B4-BE49-F238E27FC236}">
                <a16:creationId xmlns:a16="http://schemas.microsoft.com/office/drawing/2014/main" id="{CCE9D0DA-6F95-4D82-9F36-40FEB880C3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0114" y="990600"/>
          <a:ext cx="1881187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63537" name="Object 49">
                        <a:extLst>
                          <a:ext uri="{FF2B5EF4-FFF2-40B4-BE49-F238E27FC236}">
                            <a16:creationId xmlns:a16="http://schemas.microsoft.com/office/drawing/2014/main" id="{CCE9D0DA-6F95-4D82-9F36-40FEB880C3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114" y="990600"/>
                        <a:ext cx="1881187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38" name="Object 50">
            <a:extLst>
              <a:ext uri="{FF2B5EF4-FFF2-40B4-BE49-F238E27FC236}">
                <a16:creationId xmlns:a16="http://schemas.microsoft.com/office/drawing/2014/main" id="{DE803460-898F-47F2-931C-AABB8ED35B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21175" y="1608139"/>
          <a:ext cx="1881188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name="Equation" r:id="rId7" imgW="0" imgH="0" progId="Equation.3">
                  <p:embed/>
                </p:oleObj>
              </mc:Choice>
              <mc:Fallback>
                <p:oleObj name="Equation" r:id="rId7" imgW="0" imgH="0" progId="Equation.3">
                  <p:embed/>
                  <p:pic>
                    <p:nvPicPr>
                      <p:cNvPr id="63538" name="Object 50">
                        <a:extLst>
                          <a:ext uri="{FF2B5EF4-FFF2-40B4-BE49-F238E27FC236}">
                            <a16:creationId xmlns:a16="http://schemas.microsoft.com/office/drawing/2014/main" id="{DE803460-898F-47F2-931C-AABB8ED35B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1175" y="1608139"/>
                        <a:ext cx="1881188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39" name="Object 51">
            <a:extLst>
              <a:ext uri="{FF2B5EF4-FFF2-40B4-BE49-F238E27FC236}">
                <a16:creationId xmlns:a16="http://schemas.microsoft.com/office/drawing/2014/main" id="{6B963DC1-4144-4719-852E-265F521193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9875" y="2357439"/>
          <a:ext cx="1881188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5" name="Equation" r:id="rId9" imgW="0" imgH="0" progId="Equation.3">
                  <p:embed/>
                </p:oleObj>
              </mc:Choice>
              <mc:Fallback>
                <p:oleObj name="Equation" r:id="rId9" imgW="0" imgH="0" progId="Equation.3">
                  <p:embed/>
                  <p:pic>
                    <p:nvPicPr>
                      <p:cNvPr id="63539" name="Object 51">
                        <a:extLst>
                          <a:ext uri="{FF2B5EF4-FFF2-40B4-BE49-F238E27FC236}">
                            <a16:creationId xmlns:a16="http://schemas.microsoft.com/office/drawing/2014/main" id="{6B963DC1-4144-4719-852E-265F521193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75" y="2357439"/>
                        <a:ext cx="1881188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40" name="Text Box 52">
            <a:extLst>
              <a:ext uri="{FF2B5EF4-FFF2-40B4-BE49-F238E27FC236}">
                <a16:creationId xmlns:a16="http://schemas.microsoft.com/office/drawing/2014/main" id="{FEFEC863-A213-4FC1-86CF-6E86B0819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076" y="1046164"/>
            <a:ext cx="4327525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Comic Sans MS" panose="030F0702030302020204" pitchFamily="66" charset="0"/>
              </a:rPr>
              <a:t>one thousand         </a:t>
            </a:r>
          </a:p>
        </p:txBody>
      </p:sp>
      <p:sp>
        <p:nvSpPr>
          <p:cNvPr id="63541" name="Text Box 53">
            <a:extLst>
              <a:ext uri="{FF2B5EF4-FFF2-40B4-BE49-F238E27FC236}">
                <a16:creationId xmlns:a16="http://schemas.microsoft.com/office/drawing/2014/main" id="{C42E2921-8056-4A30-B770-CB45F0710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0775" y="1682750"/>
            <a:ext cx="3970338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Comic Sans MS" panose="030F0702030302020204" pitchFamily="66" charset="0"/>
              </a:rPr>
              <a:t>one million          </a:t>
            </a:r>
          </a:p>
        </p:txBody>
      </p:sp>
      <p:sp>
        <p:nvSpPr>
          <p:cNvPr id="63542" name="Text Box 54">
            <a:extLst>
              <a:ext uri="{FF2B5EF4-FFF2-40B4-BE49-F238E27FC236}">
                <a16:creationId xmlns:a16="http://schemas.microsoft.com/office/drawing/2014/main" id="{91F51A99-5DBD-468D-AAD2-C7652F7EE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4725" y="2444750"/>
            <a:ext cx="3068638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FF0000"/>
                </a:solidFill>
                <a:latin typeface="Comic Sans MS" panose="030F0702030302020204" pitchFamily="66" charset="0"/>
              </a:rPr>
              <a:t>one billion       </a:t>
            </a:r>
          </a:p>
        </p:txBody>
      </p:sp>
      <p:sp>
        <p:nvSpPr>
          <p:cNvPr id="63543" name="Text Box 55">
            <a:extLst>
              <a:ext uri="{FF2B5EF4-FFF2-40B4-BE49-F238E27FC236}">
                <a16:creationId xmlns:a16="http://schemas.microsoft.com/office/drawing/2014/main" id="{A8614256-4178-4E4C-8F91-677CD1484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2550" y="6156326"/>
            <a:ext cx="4624388" cy="701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4000" b="1">
                <a:solidFill>
                  <a:srgbClr val="FF0000"/>
                </a:solidFill>
                <a:latin typeface="Comic Sans MS" panose="030F0702030302020204" pitchFamily="66" charset="0"/>
              </a:rPr>
              <a:t>one googal !!!      </a:t>
            </a:r>
          </a:p>
        </p:txBody>
      </p:sp>
      <p:pic>
        <p:nvPicPr>
          <p:cNvPr id="63549" name="Picture 61" descr="C:\Program Files\Common Files\Microsoft Shared\Clipart\cagcat50\bd00028_.wmf">
            <a:extLst>
              <a:ext uri="{FF2B5EF4-FFF2-40B4-BE49-F238E27FC236}">
                <a16:creationId xmlns:a16="http://schemas.microsoft.com/office/drawing/2014/main" id="{6036CFDE-70CD-4564-9FF0-D36AA05DB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4150" y="0"/>
            <a:ext cx="159385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635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635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3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3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63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3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6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3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63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3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63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63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63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6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63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6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46" grpId="0" autoUpdateAnimBg="0"/>
      <p:bldP spid="63545" grpId="0" autoUpdateAnimBg="0"/>
      <p:bldP spid="63547" grpId="0" autoUpdateAnimBg="0"/>
      <p:bldP spid="63548" grpId="0" autoUpdateAnimBg="0"/>
      <p:bldP spid="63497" grpId="0" animBg="1" autoUpdateAnimBg="0"/>
      <p:bldP spid="63530" grpId="0" build="p" autoUpdateAnimBg="0"/>
      <p:bldP spid="63533" grpId="0" autoUpdateAnimBg="0"/>
      <p:bldP spid="63535" grpId="0" autoUpdateAnimBg="0"/>
      <p:bldP spid="63536" grpId="0" autoUpdateAnimBg="0"/>
      <p:bldP spid="63540" grpId="0" animBg="1" autoUpdateAnimBg="0"/>
      <p:bldP spid="63541" grpId="0" animBg="1" autoUpdateAnimBg="0"/>
      <p:bldP spid="63542" grpId="0" animBg="1" autoUpdateAnimBg="0"/>
      <p:bldP spid="63543" grpId="0" animBg="1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621</Words>
  <Application>Microsoft Office PowerPoint</Application>
  <PresentationFormat>Widescreen</PresentationFormat>
  <Paragraphs>171</Paragraphs>
  <Slides>18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PMingLiU</vt:lpstr>
      <vt:lpstr>Arial</vt:lpstr>
      <vt:lpstr>Calibri</vt:lpstr>
      <vt:lpstr>Calibri Light</vt:lpstr>
      <vt:lpstr>Cambria Math</vt:lpstr>
      <vt:lpstr>Comic Sans MS</vt:lpstr>
      <vt:lpstr>Cooper Black</vt:lpstr>
      <vt:lpstr>Fragment Core</vt:lpstr>
      <vt:lpstr>Times New Roman</vt:lpstr>
      <vt:lpstr>Office Theme</vt:lpstr>
      <vt:lpstr>Equation</vt:lpstr>
      <vt:lpstr>NAPLAN</vt:lpstr>
      <vt:lpstr>NAPLAN Question</vt:lpstr>
      <vt:lpstr>How Big??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NAPLAN</dc:title>
  <dc:creator>STRETCH Nine [Baldivis Secondary College]</dc:creator>
  <cp:lastModifiedBy>STRETCH Nine [Baldivis Secondary College]</cp:lastModifiedBy>
  <cp:revision>7</cp:revision>
  <dcterms:created xsi:type="dcterms:W3CDTF">2019-04-23T04:26:41Z</dcterms:created>
  <dcterms:modified xsi:type="dcterms:W3CDTF">2019-04-23T04:55:53Z</dcterms:modified>
</cp:coreProperties>
</file>