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1" r:id="rId3"/>
    <p:sldId id="302" r:id="rId4"/>
    <p:sldId id="303" r:id="rId5"/>
    <p:sldId id="305" r:id="rId6"/>
    <p:sldId id="304" r:id="rId7"/>
    <p:sldId id="311" r:id="rId8"/>
    <p:sldId id="308" r:id="rId9"/>
    <p:sldId id="306" r:id="rId10"/>
    <p:sldId id="307" r:id="rId11"/>
    <p:sldId id="31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10" Type="http://schemas.openxmlformats.org/officeDocument/2006/relationships/image" Target="../media/image17.wmf"/><Relationship Id="rId4" Type="http://schemas.openxmlformats.org/officeDocument/2006/relationships/image" Target="../media/image11.wmf"/><Relationship Id="rId9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10" Type="http://schemas.openxmlformats.org/officeDocument/2006/relationships/image" Target="../media/image31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BAFC5-83A8-42C8-B4E3-493964A085E0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A1011-4968-48BA-956A-B8B1381AC0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6398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043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A67B-371F-4E13-B6C9-F620F5570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CA3E3-3CFB-4DC7-AEEC-4B0ECAF17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4FAA1-7147-45BA-9FAF-1DCDCD43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7732D-98A4-4F53-90F9-BE38F79D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3CF8E-4E82-41C8-9ED8-77454258F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607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C41AE-2925-401B-AA13-D3EB2655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7A461-05AB-43DF-A01B-AA4B4DE34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29FDA-FD3C-4A55-949E-6AC7EF48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8A4D4-BD5E-4C1E-9BC7-A51226F1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3C9F1-3B51-4D95-A658-26F623FE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42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DF10E-62D4-4D56-BFCE-79293448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3FF0B-7A3E-418D-9E5A-85BB1205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680AF-E3DB-4A1A-A4B7-77CEDD653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26EB6-94D5-43C5-A804-7A2621367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4ABFC-BFDB-4650-9067-7DD573A45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898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32AA-0D93-4CBC-96D3-1805FC5F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47503-3B5C-4AA2-B04D-65290F962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2B3C6-B48B-4DF8-80C6-84B6A3BE5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D01E4-4CF8-43F3-A6D0-57BADAF16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E2C17-72F5-49FC-A2CD-C3C871823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B06D5-EF5C-4F62-A758-35164AD8D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3305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7B735-6670-48AA-A42A-70BF24EEC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B8A86-4A7F-4CE3-A777-93EA32343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80F78-AE0F-4149-98B5-1E703835C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2BE2A-7EED-43CD-B0C2-74A1F76E51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3F3B5-73AB-4A08-961F-91A89F23FA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B2C028-94E7-4A15-ACBC-EA5CD5AF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115A0E-CDB5-4E8D-86FA-C7C40E63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96DB5-94B3-46F1-A138-93F0C6F44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35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51027-EC37-4179-B9A2-8DE1BE55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BCB9D-0537-41A7-8787-A48CFFA8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DB838-644B-42A5-B928-3C515089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69BBE-3983-4A12-B86E-BF1D31BD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4627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338F3-2527-4FAC-9F2D-995846FBB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7777BE-D072-4C9A-99DB-35A98B712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E3B65-DA8C-46D0-A3B6-D66D26C9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1284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F352-C707-47FF-B364-A1C73240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887C0-8CBC-4E33-AF12-BDC1CCA9E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EBF82-5109-4B35-97E5-0907A3070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6A06-02F0-4848-B162-0897EBCA1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33792-D015-41CD-A55D-40CBB5D5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A6E73-94A2-4679-B44F-12709F15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8398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A338-85AB-422E-B58C-2F77AAC1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8AAC97-A35C-48C6-ADF5-4390DD830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D623-73C6-46D9-9FC7-5ADD1CA7C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9B311-3333-4CDE-A3BA-8C11FD0F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0F6F7-A1FB-4216-B6E7-913F9406D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0904F-DAA5-4129-8B09-B2ECBBB5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555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B3B7-892A-4566-BBDD-5AE0CBE6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463CF-D7FD-4754-A199-559B14178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ECF30-B6C4-4431-95B5-C90AE93FE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E1D3F-9738-4ABE-940C-4A1A4BA0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76729-2780-4801-B2A0-39BB42C5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555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8A9B00-123F-4A4A-8F78-7CDD544C8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F65A7-FDA4-43FD-8400-580DEAD40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26B1B-493F-4722-96E7-5D1C62F2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4CE25-B8DB-4CD4-96C7-2BFFE9C8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FAB5A-7202-4C5C-98A6-2443D370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9531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90499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510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7CE058-BA4E-4D50-9C18-860CF8571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CA47F-57A9-413F-8D2B-0F1E19567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6833D-8164-46B8-8C52-45C5D53545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F13AD-2EB7-4F17-ADFD-6056570C85B3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446C3-A8FA-4DF0-B2CD-387C73311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763BA-8198-4430-8EDA-09E889A42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D63-5491-49F4-B67F-9EB6AA1A56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96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gif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2.wmf"/><Relationship Id="rId18" Type="http://schemas.openxmlformats.org/officeDocument/2006/relationships/oleObject" Target="../embeddings/oleObject12.bin"/><Relationship Id="rId3" Type="http://schemas.openxmlformats.org/officeDocument/2006/relationships/image" Target="../media/image18.gif"/><Relationship Id="rId21" Type="http://schemas.openxmlformats.org/officeDocument/2006/relationships/image" Target="../media/image16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23" Type="http://schemas.openxmlformats.org/officeDocument/2006/relationships/image" Target="../media/image17.wmf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15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10.bin"/><Relationship Id="rId22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25.bin"/><Relationship Id="rId3" Type="http://schemas.openxmlformats.org/officeDocument/2006/relationships/image" Target="../media/image18.gif"/><Relationship Id="rId21" Type="http://schemas.openxmlformats.org/officeDocument/2006/relationships/image" Target="../media/image30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23" Type="http://schemas.openxmlformats.org/officeDocument/2006/relationships/image" Target="../media/image31.w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29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3.bin"/><Relationship Id="rId22" Type="http://schemas.openxmlformats.org/officeDocument/2006/relationships/oleObject" Target="../embeddings/oleObject2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9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NAPLAN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NAPLAN Prep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else can we write very small numbers?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NAPLAN Question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6E399E-EE5B-4FEE-98F6-6CC254D2D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1469571"/>
            <a:ext cx="7571738" cy="46307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DD5D01F9-5727-4CE4-8E48-9A1B5F31D668}"/>
                  </a:ext>
                </a:extLst>
              </p:cNvPr>
              <p:cNvSpPr/>
              <p:nvPr/>
            </p:nvSpPr>
            <p:spPr>
              <a:xfrm>
                <a:off x="8256815" y="2122716"/>
                <a:ext cx="2892333" cy="235131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400" dirty="0"/>
                  <a:t>Top Tips</a:t>
                </a:r>
              </a:p>
              <a:p>
                <a:pPr algn="ctr"/>
                <a:endParaRPr lang="en-AU" sz="2400" dirty="0"/>
              </a:p>
              <a:p>
                <a:r>
                  <a:rPr lang="en-AU" sz="2400" dirty="0"/>
                  <a:t>- What does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</m:oMath>
                </a14:m>
                <a:r>
                  <a:rPr lang="en-AU" sz="2400" dirty="0"/>
                  <a:t>equal?</a:t>
                </a:r>
              </a:p>
            </p:txBody>
          </p:sp>
        </mc:Choice>
        <mc:Fallback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DD5D01F9-5727-4CE4-8E48-9A1B5F31D6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815" y="2122716"/>
                <a:ext cx="2892333" cy="235131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4E3FC848-7027-4B8A-BF10-323661492118}"/>
              </a:ext>
            </a:extLst>
          </p:cNvPr>
          <p:cNvSpPr/>
          <p:nvPr/>
        </p:nvSpPr>
        <p:spPr>
          <a:xfrm>
            <a:off x="2697479" y="5140234"/>
            <a:ext cx="607423" cy="5159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3AA1C633-CE5B-435D-92BB-A48588BAA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 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5E10450-26DD-43F3-A0FD-29BC94272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54864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Very small numbers!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pic>
        <p:nvPicPr>
          <p:cNvPr id="71697" name="Picture 17" descr="C:\Program Files\Microsoft Office\Clipart\corpmm\motion\ag00564_.gif">
            <a:extLst>
              <a:ext uri="{FF2B5EF4-FFF2-40B4-BE49-F238E27FC236}">
                <a16:creationId xmlns:a16="http://schemas.microsoft.com/office/drawing/2014/main" id="{CCF692B2-3EB5-42A1-B291-008F4A89D83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850" y="1501776"/>
            <a:ext cx="3754438" cy="28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98" name="Line 18">
            <a:extLst>
              <a:ext uri="{FF2B5EF4-FFF2-40B4-BE49-F238E27FC236}">
                <a16:creationId xmlns:a16="http://schemas.microsoft.com/office/drawing/2014/main" id="{12140145-78A9-438C-9790-D2928580E3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413" y="4562475"/>
            <a:ext cx="366395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699" name="Text Box 19">
            <a:extLst>
              <a:ext uri="{FF2B5EF4-FFF2-40B4-BE49-F238E27FC236}">
                <a16:creationId xmlns:a16="http://schemas.microsoft.com/office/drawing/2014/main" id="{E2A23455-AC9A-4A56-BB92-751B2C356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6" y="4660900"/>
            <a:ext cx="3192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3300"/>
                </a:solidFill>
                <a:latin typeface="Comic Sans MS" panose="030F0702030302020204" pitchFamily="66" charset="0"/>
              </a:rPr>
              <a:t>How wide is an atom?</a:t>
            </a:r>
          </a:p>
        </p:txBody>
      </p:sp>
      <p:sp>
        <p:nvSpPr>
          <p:cNvPr id="71700" name="Text Box 20">
            <a:extLst>
              <a:ext uri="{FF2B5EF4-FFF2-40B4-BE49-F238E27FC236}">
                <a16:creationId xmlns:a16="http://schemas.microsoft.com/office/drawing/2014/main" id="{58ACA104-41D0-47DA-8195-A281FC55E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975" y="5559425"/>
            <a:ext cx="4425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3300"/>
                </a:solidFill>
                <a:latin typeface="Comic Sans MS" panose="030F0702030302020204" pitchFamily="66" charset="0"/>
              </a:rPr>
              <a:t>0.000 000 000 1 metres wide!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animBg="1" autoUpdateAnimBg="0"/>
      <p:bldP spid="71699" grpId="0" autoUpdateAnimBg="0"/>
      <p:bldP spid="7170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40" name="AutoShape 1060">
            <a:extLst>
              <a:ext uri="{FF2B5EF4-FFF2-40B4-BE49-F238E27FC236}">
                <a16:creationId xmlns:a16="http://schemas.microsoft.com/office/drawing/2014/main" id="{FC6389BD-2392-473E-A3BD-028807C3F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50" y="2371726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2717" name="AutoShape 1037">
            <a:extLst>
              <a:ext uri="{FF2B5EF4-FFF2-40B4-BE49-F238E27FC236}">
                <a16:creationId xmlns:a16="http://schemas.microsoft.com/office/drawing/2014/main" id="{1D6E00B6-C8C6-4B9A-82FF-2782B463E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352676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2716" name="AutoShape 1036">
            <a:extLst>
              <a:ext uri="{FF2B5EF4-FFF2-40B4-BE49-F238E27FC236}">
                <a16:creationId xmlns:a16="http://schemas.microsoft.com/office/drawing/2014/main" id="{0C53C5AB-015D-462D-B9F6-323475B6D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9150" y="23431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2712" name="AutoShape 1032">
            <a:extLst>
              <a:ext uri="{FF2B5EF4-FFF2-40B4-BE49-F238E27FC236}">
                <a16:creationId xmlns:a16="http://schemas.microsoft.com/office/drawing/2014/main" id="{F4C10583-8F55-48A2-9C18-B0174CA2F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232410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2713" name="Rectangle 1033">
            <a:extLst>
              <a:ext uri="{FF2B5EF4-FFF2-40B4-BE49-F238E27FC236}">
                <a16:creationId xmlns:a16="http://schemas.microsoft.com/office/drawing/2014/main" id="{95D6B884-415C-40E8-AFBF-1B20B3E18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6064"/>
            <a:ext cx="8869363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Standard Form for small numbers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72714" name="Text Box 1034">
            <a:extLst>
              <a:ext uri="{FF2B5EF4-FFF2-40B4-BE49-F238E27FC236}">
                <a16:creationId xmlns:a16="http://schemas.microsoft.com/office/drawing/2014/main" id="{416A4688-4DFD-4B89-A3E4-504A6C356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1" y="2714626"/>
            <a:ext cx="4168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0.000 000 000 1</a:t>
            </a:r>
            <a:r>
              <a:rPr lang="en-GB" altLang="en-US" sz="200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72715" name="Object 1035">
            <a:extLst>
              <a:ext uri="{FF2B5EF4-FFF2-40B4-BE49-F238E27FC236}">
                <a16:creationId xmlns:a16="http://schemas.microsoft.com/office/drawing/2014/main" id="{6506B4FC-8CF5-40E5-828E-85AC68ADD3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4375" y="2617788"/>
          <a:ext cx="245268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72715" name="Object 1035">
                        <a:extLst>
                          <a:ext uri="{FF2B5EF4-FFF2-40B4-BE49-F238E27FC236}">
                            <a16:creationId xmlns:a16="http://schemas.microsoft.com/office/drawing/2014/main" id="{6506B4FC-8CF5-40E5-828E-85AC68ADD3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5" y="2617788"/>
                        <a:ext cx="2452688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9" name="Text Box 1039">
            <a:extLst>
              <a:ext uri="{FF2B5EF4-FFF2-40B4-BE49-F238E27FC236}">
                <a16:creationId xmlns:a16="http://schemas.microsoft.com/office/drawing/2014/main" id="{3EB52807-6E80-4CAB-B52F-4062082FD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2713039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72741" name="Group 1061">
            <a:extLst>
              <a:ext uri="{FF2B5EF4-FFF2-40B4-BE49-F238E27FC236}">
                <a16:creationId xmlns:a16="http://schemas.microsoft.com/office/drawing/2014/main" id="{F4F72BF2-2826-4399-AB60-CD23939B6BAF}"/>
              </a:ext>
            </a:extLst>
          </p:cNvPr>
          <p:cNvGrpSpPr>
            <a:grpSpLocks/>
          </p:cNvGrpSpPr>
          <p:nvPr/>
        </p:nvGrpSpPr>
        <p:grpSpPr bwMode="auto">
          <a:xfrm>
            <a:off x="6753225" y="3076576"/>
            <a:ext cx="3201988" cy="2136775"/>
            <a:chOff x="3294" y="1938"/>
            <a:chExt cx="2017" cy="1346"/>
          </a:xfrm>
        </p:grpSpPr>
        <p:sp>
          <p:nvSpPr>
            <p:cNvPr id="33813" name="AutoShape 1047">
              <a:extLst>
                <a:ext uri="{FF2B5EF4-FFF2-40B4-BE49-F238E27FC236}">
                  <a16:creationId xmlns:a16="http://schemas.microsoft.com/office/drawing/2014/main" id="{88E97F06-37ED-4A8E-A369-CABCB4E27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1938"/>
              <a:ext cx="144" cy="541"/>
            </a:xfrm>
            <a:prstGeom prst="upArrow">
              <a:avLst>
                <a:gd name="adj1" fmla="val 50000"/>
                <a:gd name="adj2" fmla="val 93924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33814" name="Text Box 1048">
              <a:extLst>
                <a:ext uri="{FF2B5EF4-FFF2-40B4-BE49-F238E27FC236}">
                  <a16:creationId xmlns:a16="http://schemas.microsoft.com/office/drawing/2014/main" id="{DC35BFF2-8D82-4EEB-AFC4-C66E9F2E6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" y="2528"/>
              <a:ext cx="2017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The point moved 10 places. Negative sign for small numbers.</a:t>
              </a:r>
            </a:p>
          </p:txBody>
        </p:sp>
      </p:grpSp>
      <p:sp>
        <p:nvSpPr>
          <p:cNvPr id="72729" name="Text Box 1049">
            <a:extLst>
              <a:ext uri="{FF2B5EF4-FFF2-40B4-BE49-F238E27FC236}">
                <a16:creationId xmlns:a16="http://schemas.microsoft.com/office/drawing/2014/main" id="{4370222F-D686-421F-8CB3-87FDB5BD5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371601"/>
            <a:ext cx="403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Move the point to get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number between 1 and 10</a:t>
            </a:r>
          </a:p>
        </p:txBody>
      </p:sp>
      <p:sp>
        <p:nvSpPr>
          <p:cNvPr id="72731" name="Rectangle 1051">
            <a:extLst>
              <a:ext uri="{FF2B5EF4-FFF2-40B4-BE49-F238E27FC236}">
                <a16:creationId xmlns:a16="http://schemas.microsoft.com/office/drawing/2014/main" id="{BF9396A0-2F5F-4F20-8E48-D40C77807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575" y="3127375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2711" name="AutoShape 1031">
            <a:extLst>
              <a:ext uri="{FF2B5EF4-FFF2-40B4-BE49-F238E27FC236}">
                <a16:creationId xmlns:a16="http://schemas.microsoft.com/office/drawing/2014/main" id="{DF120895-AF12-4953-9C03-14DC57300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333626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2710" name="AutoShape 1030">
            <a:extLst>
              <a:ext uri="{FF2B5EF4-FFF2-40B4-BE49-F238E27FC236}">
                <a16:creationId xmlns:a16="http://schemas.microsoft.com/office/drawing/2014/main" id="{AC06F1FF-DBDA-45DC-8317-4F91BF91C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350" y="232410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2709" name="AutoShape 1029">
            <a:extLst>
              <a:ext uri="{FF2B5EF4-FFF2-40B4-BE49-F238E27FC236}">
                <a16:creationId xmlns:a16="http://schemas.microsoft.com/office/drawing/2014/main" id="{BF50F2C7-75C1-4F93-A2FB-CCE2DC545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0" y="232410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2708" name="AutoShape 1028">
            <a:extLst>
              <a:ext uri="{FF2B5EF4-FFF2-40B4-BE49-F238E27FC236}">
                <a16:creationId xmlns:a16="http://schemas.microsoft.com/office/drawing/2014/main" id="{68DAA70E-4265-4DD5-AC84-72AB3891D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232410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2707" name="AutoShape 1027">
            <a:extLst>
              <a:ext uri="{FF2B5EF4-FFF2-40B4-BE49-F238E27FC236}">
                <a16:creationId xmlns:a16="http://schemas.microsoft.com/office/drawing/2014/main" id="{0A275CD4-5AF6-430D-B14E-48EA091C8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232410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2706" name="AutoShape 1026">
            <a:extLst>
              <a:ext uri="{FF2B5EF4-FFF2-40B4-BE49-F238E27FC236}">
                <a16:creationId xmlns:a16="http://schemas.microsoft.com/office/drawing/2014/main" id="{14253418-F697-42CB-9C6B-2971062BA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232410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pic>
        <p:nvPicPr>
          <p:cNvPr id="72742" name="Picture 1062" descr="C:\Program Files\Microsoft Office\Clipart\corpmm\motion\ag00564_.gif">
            <a:extLst>
              <a:ext uri="{FF2B5EF4-FFF2-40B4-BE49-F238E27FC236}">
                <a16:creationId xmlns:a16="http://schemas.microsoft.com/office/drawing/2014/main" id="{157935EE-27C1-43E5-A57C-060B3C3829C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360739"/>
            <a:ext cx="3754438" cy="28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43" name="Line 1063">
            <a:extLst>
              <a:ext uri="{FF2B5EF4-FFF2-40B4-BE49-F238E27FC236}">
                <a16:creationId xmlns:a16="http://schemas.microsoft.com/office/drawing/2014/main" id="{2B7BD883-6417-4873-8498-8A9D7606CF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5338" y="6275389"/>
            <a:ext cx="3663950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72744" name="Object 1064">
            <a:extLst>
              <a:ext uri="{FF2B5EF4-FFF2-40B4-BE49-F238E27FC236}">
                <a16:creationId xmlns:a16="http://schemas.microsoft.com/office/drawing/2014/main" id="{96A1D4AD-604C-4443-93B5-DFC890115C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8700" y="6265864"/>
          <a:ext cx="33464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72744" name="Object 1064">
                        <a:extLst>
                          <a:ext uri="{FF2B5EF4-FFF2-40B4-BE49-F238E27FC236}">
                            <a16:creationId xmlns:a16="http://schemas.microsoft.com/office/drawing/2014/main" id="{96A1D4AD-604C-4443-93B5-DFC890115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6265864"/>
                        <a:ext cx="33464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7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7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2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2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2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2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7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40" grpId="0" animBg="1"/>
      <p:bldP spid="72717" grpId="0" animBg="1"/>
      <p:bldP spid="72716" grpId="0" animBg="1"/>
      <p:bldP spid="72712" grpId="0" animBg="1"/>
      <p:bldP spid="72713" grpId="0" animBg="1" autoUpdateAnimBg="0"/>
      <p:bldP spid="72714" grpId="0" autoUpdateAnimBg="0"/>
      <p:bldP spid="72719" grpId="0" autoUpdateAnimBg="0"/>
      <p:bldP spid="72729" grpId="0" autoUpdateAnimBg="0"/>
      <p:bldP spid="72731" grpId="0" animBg="1"/>
      <p:bldP spid="72711" grpId="0" animBg="1"/>
      <p:bldP spid="72710" grpId="0" animBg="1"/>
      <p:bldP spid="72709" grpId="0" animBg="1"/>
      <p:bldP spid="72708" grpId="0" animBg="1"/>
      <p:bldP spid="72707" grpId="0" animBg="1"/>
      <p:bldP spid="7270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AutoShape 1026">
            <a:extLst>
              <a:ext uri="{FF2B5EF4-FFF2-40B4-BE49-F238E27FC236}">
                <a16:creationId xmlns:a16="http://schemas.microsoft.com/office/drawing/2014/main" id="{874887CE-6C35-4E92-B7B1-BB8A9CF8D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650" y="24574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34818" name="Rectangle 1027">
            <a:extLst>
              <a:ext uri="{FF2B5EF4-FFF2-40B4-BE49-F238E27FC236}">
                <a16:creationId xmlns:a16="http://schemas.microsoft.com/office/drawing/2014/main" id="{69B8AC92-99E6-41C3-8C34-96A244D3B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6064"/>
            <a:ext cx="8869363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Standard Form for small numbers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74756" name="Text Box 1028">
            <a:extLst>
              <a:ext uri="{FF2B5EF4-FFF2-40B4-BE49-F238E27FC236}">
                <a16:creationId xmlns:a16="http://schemas.microsoft.com/office/drawing/2014/main" id="{0B36B14D-1F17-4231-AB81-0E408439E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1" y="2847976"/>
            <a:ext cx="3478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0.000 000 76</a:t>
            </a:r>
            <a:r>
              <a:rPr lang="en-GB" altLang="en-US" sz="200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74757" name="Object 1029">
            <a:extLst>
              <a:ext uri="{FF2B5EF4-FFF2-40B4-BE49-F238E27FC236}">
                <a16:creationId xmlns:a16="http://schemas.microsoft.com/office/drawing/2014/main" id="{DE67DCD4-3084-4E81-88BF-B6849F9D0F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7575" y="2860676"/>
          <a:ext cx="2649538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74757" name="Object 1029">
                        <a:extLst>
                          <a:ext uri="{FF2B5EF4-FFF2-40B4-BE49-F238E27FC236}">
                            <a16:creationId xmlns:a16="http://schemas.microsoft.com/office/drawing/2014/main" id="{DE67DCD4-3084-4E81-88BF-B6849F9D0F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575" y="2860676"/>
                        <a:ext cx="2649538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Text Box 1030">
            <a:extLst>
              <a:ext uri="{FF2B5EF4-FFF2-40B4-BE49-F238E27FC236}">
                <a16:creationId xmlns:a16="http://schemas.microsoft.com/office/drawing/2014/main" id="{DB3C095F-20CB-40FE-A4EB-A19F61F10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150" y="2846389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74759" name="Group 1031">
            <a:extLst>
              <a:ext uri="{FF2B5EF4-FFF2-40B4-BE49-F238E27FC236}">
                <a16:creationId xmlns:a16="http://schemas.microsoft.com/office/drawing/2014/main" id="{F1DF118C-BE15-4CF1-AB30-AEE803835479}"/>
              </a:ext>
            </a:extLst>
          </p:cNvPr>
          <p:cNvGrpSpPr>
            <a:grpSpLocks/>
          </p:cNvGrpSpPr>
          <p:nvPr/>
        </p:nvGrpSpPr>
        <p:grpSpPr bwMode="auto">
          <a:xfrm>
            <a:off x="7229475" y="3286126"/>
            <a:ext cx="3201988" cy="2136775"/>
            <a:chOff x="3294" y="1938"/>
            <a:chExt cx="2017" cy="1346"/>
          </a:xfrm>
        </p:grpSpPr>
        <p:sp>
          <p:nvSpPr>
            <p:cNvPr id="34831" name="AutoShape 1032">
              <a:extLst>
                <a:ext uri="{FF2B5EF4-FFF2-40B4-BE49-F238E27FC236}">
                  <a16:creationId xmlns:a16="http://schemas.microsoft.com/office/drawing/2014/main" id="{7BB74E05-2BF6-46E9-A8DF-5CB772861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1938"/>
              <a:ext cx="144" cy="541"/>
            </a:xfrm>
            <a:prstGeom prst="upArrow">
              <a:avLst>
                <a:gd name="adj1" fmla="val 50000"/>
                <a:gd name="adj2" fmla="val 93924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34832" name="Text Box 1033">
              <a:extLst>
                <a:ext uri="{FF2B5EF4-FFF2-40B4-BE49-F238E27FC236}">
                  <a16:creationId xmlns:a16="http://schemas.microsoft.com/office/drawing/2014/main" id="{8904077A-DDE5-4EBC-9675-BE5F9A42A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" y="2528"/>
              <a:ext cx="2017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The point moved 7 places. Negative sign for small numbers.</a:t>
              </a:r>
            </a:p>
          </p:txBody>
        </p:sp>
      </p:grpSp>
      <p:sp>
        <p:nvSpPr>
          <p:cNvPr id="74762" name="Text Box 1034">
            <a:extLst>
              <a:ext uri="{FF2B5EF4-FFF2-40B4-BE49-F238E27FC236}">
                <a16:creationId xmlns:a16="http://schemas.microsoft.com/office/drawing/2014/main" id="{ADB90DE6-44DC-44DD-B7B3-2BFE39DE6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504951"/>
            <a:ext cx="403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Move the point to get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number between 1 and 10</a:t>
            </a:r>
          </a:p>
        </p:txBody>
      </p:sp>
      <p:sp>
        <p:nvSpPr>
          <p:cNvPr id="74763" name="Rectangle 1035">
            <a:extLst>
              <a:ext uri="{FF2B5EF4-FFF2-40B4-BE49-F238E27FC236}">
                <a16:creationId xmlns:a16="http://schemas.microsoft.com/office/drawing/2014/main" id="{EDD0A324-84EC-4F50-A963-4CCE499D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260725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4764" name="AutoShape 1036">
            <a:extLst>
              <a:ext uri="{FF2B5EF4-FFF2-40B4-BE49-F238E27FC236}">
                <a16:creationId xmlns:a16="http://schemas.microsoft.com/office/drawing/2014/main" id="{8C2E80B8-3DDA-4ABD-837F-9BD08D2B2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466976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4765" name="AutoShape 1037">
            <a:extLst>
              <a:ext uri="{FF2B5EF4-FFF2-40B4-BE49-F238E27FC236}">
                <a16:creationId xmlns:a16="http://schemas.microsoft.com/office/drawing/2014/main" id="{C5E3E6B5-AFCE-4515-A118-C76AEAA4F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24574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4766" name="AutoShape 1038">
            <a:extLst>
              <a:ext uri="{FF2B5EF4-FFF2-40B4-BE49-F238E27FC236}">
                <a16:creationId xmlns:a16="http://schemas.microsoft.com/office/drawing/2014/main" id="{4B65EA6D-82CB-4A1B-9D64-8EC0B6CA1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24574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4767" name="AutoShape 1039">
            <a:extLst>
              <a:ext uri="{FF2B5EF4-FFF2-40B4-BE49-F238E27FC236}">
                <a16:creationId xmlns:a16="http://schemas.microsoft.com/office/drawing/2014/main" id="{1EF8B03E-9BCE-4460-835F-2C08A915D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4574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4768" name="AutoShape 1040">
            <a:extLst>
              <a:ext uri="{FF2B5EF4-FFF2-40B4-BE49-F238E27FC236}">
                <a16:creationId xmlns:a16="http://schemas.microsoft.com/office/drawing/2014/main" id="{931FE15E-B3A2-4BE7-A750-5C6468FF4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9950" y="24574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4769" name="AutoShape 1041">
            <a:extLst>
              <a:ext uri="{FF2B5EF4-FFF2-40B4-BE49-F238E27FC236}">
                <a16:creationId xmlns:a16="http://schemas.microsoft.com/office/drawing/2014/main" id="{704B4E11-14B1-491E-8C14-76CD848D3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4574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nimBg="1"/>
      <p:bldP spid="74756" grpId="0" autoUpdateAnimBg="0"/>
      <p:bldP spid="74758" grpId="0" autoUpdateAnimBg="0"/>
      <p:bldP spid="74762" grpId="0" autoUpdateAnimBg="0"/>
      <p:bldP spid="74763" grpId="0" animBg="1"/>
      <p:bldP spid="74764" grpId="0" animBg="1"/>
      <p:bldP spid="74765" grpId="0" animBg="1"/>
      <p:bldP spid="74766" grpId="0" animBg="1"/>
      <p:bldP spid="74767" grpId="0" animBg="1"/>
      <p:bldP spid="74768" grpId="0" animBg="1"/>
      <p:bldP spid="7476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6">
            <a:extLst>
              <a:ext uri="{FF2B5EF4-FFF2-40B4-BE49-F238E27FC236}">
                <a16:creationId xmlns:a16="http://schemas.microsoft.com/office/drawing/2014/main" id="{42C3ABE0-1D54-49E6-A0B4-4E7D7A0C5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6064"/>
            <a:ext cx="8869363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Standard Form for small numbers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73735" name="Text Box 7">
            <a:extLst>
              <a:ext uri="{FF2B5EF4-FFF2-40B4-BE49-F238E27FC236}">
                <a16:creationId xmlns:a16="http://schemas.microsoft.com/office/drawing/2014/main" id="{79510E33-23EA-4141-99C7-305EBBFF0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847976"/>
            <a:ext cx="33972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0.000 001 93</a:t>
            </a:r>
            <a:r>
              <a:rPr lang="en-GB" altLang="en-US" sz="200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73736" name="Object 8">
            <a:extLst>
              <a:ext uri="{FF2B5EF4-FFF2-40B4-BE49-F238E27FC236}">
                <a16:creationId xmlns:a16="http://schemas.microsoft.com/office/drawing/2014/main" id="{F7E29DD6-E3AD-496F-A918-6DA3039D89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3438" y="2860676"/>
          <a:ext cx="28194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73736" name="Object 8">
                        <a:extLst>
                          <a:ext uri="{FF2B5EF4-FFF2-40B4-BE49-F238E27FC236}">
                            <a16:creationId xmlns:a16="http://schemas.microsoft.com/office/drawing/2014/main" id="{F7E29DD6-E3AD-496F-A918-6DA3039D89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3438" y="2860676"/>
                        <a:ext cx="28194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7" name="Text Box 9">
            <a:extLst>
              <a:ext uri="{FF2B5EF4-FFF2-40B4-BE49-F238E27FC236}">
                <a16:creationId xmlns:a16="http://schemas.microsoft.com/office/drawing/2014/main" id="{E19487F4-FBAC-4358-87F6-6C3A1A353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865439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73738" name="Group 10">
            <a:extLst>
              <a:ext uri="{FF2B5EF4-FFF2-40B4-BE49-F238E27FC236}">
                <a16:creationId xmlns:a16="http://schemas.microsoft.com/office/drawing/2014/main" id="{5F313C43-2F9A-4251-8D77-74529D3CEA17}"/>
              </a:ext>
            </a:extLst>
          </p:cNvPr>
          <p:cNvGrpSpPr>
            <a:grpSpLocks/>
          </p:cNvGrpSpPr>
          <p:nvPr/>
        </p:nvGrpSpPr>
        <p:grpSpPr bwMode="auto">
          <a:xfrm>
            <a:off x="7343775" y="3305176"/>
            <a:ext cx="3201988" cy="2136775"/>
            <a:chOff x="3294" y="1938"/>
            <a:chExt cx="2017" cy="1346"/>
          </a:xfrm>
        </p:grpSpPr>
        <p:sp>
          <p:nvSpPr>
            <p:cNvPr id="35854" name="AutoShape 11">
              <a:extLst>
                <a:ext uri="{FF2B5EF4-FFF2-40B4-BE49-F238E27FC236}">
                  <a16:creationId xmlns:a16="http://schemas.microsoft.com/office/drawing/2014/main" id="{D1748700-379B-48B4-AA29-476351782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1938"/>
              <a:ext cx="144" cy="541"/>
            </a:xfrm>
            <a:prstGeom prst="upArrow">
              <a:avLst>
                <a:gd name="adj1" fmla="val 50000"/>
                <a:gd name="adj2" fmla="val 93924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35855" name="Text Box 12">
              <a:extLst>
                <a:ext uri="{FF2B5EF4-FFF2-40B4-BE49-F238E27FC236}">
                  <a16:creationId xmlns:a16="http://schemas.microsoft.com/office/drawing/2014/main" id="{411F2B99-99AB-4294-BD37-49B86BEAC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" y="2528"/>
              <a:ext cx="2017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The point moved 6 places. Negative sign for small numbers.</a:t>
              </a:r>
            </a:p>
          </p:txBody>
        </p:sp>
      </p:grpSp>
      <p:sp>
        <p:nvSpPr>
          <p:cNvPr id="73741" name="Text Box 13">
            <a:extLst>
              <a:ext uri="{FF2B5EF4-FFF2-40B4-BE49-F238E27FC236}">
                <a16:creationId xmlns:a16="http://schemas.microsoft.com/office/drawing/2014/main" id="{F55509A4-A96C-4C5C-A56D-E9080FAEE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504951"/>
            <a:ext cx="403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Move the point to get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number between 1 and 10</a:t>
            </a:r>
          </a:p>
        </p:txBody>
      </p:sp>
      <p:sp>
        <p:nvSpPr>
          <p:cNvPr id="73742" name="Rectangle 14">
            <a:extLst>
              <a:ext uri="{FF2B5EF4-FFF2-40B4-BE49-F238E27FC236}">
                <a16:creationId xmlns:a16="http://schemas.microsoft.com/office/drawing/2014/main" id="{88691FC1-92C2-40E2-8FD7-1A2CC52E5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260725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3743" name="AutoShape 15">
            <a:extLst>
              <a:ext uri="{FF2B5EF4-FFF2-40B4-BE49-F238E27FC236}">
                <a16:creationId xmlns:a16="http://schemas.microsoft.com/office/drawing/2014/main" id="{DA4A78B1-AFEB-4FC0-9F4A-4E0EC342D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2466976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3744" name="AutoShape 16">
            <a:extLst>
              <a:ext uri="{FF2B5EF4-FFF2-40B4-BE49-F238E27FC236}">
                <a16:creationId xmlns:a16="http://schemas.microsoft.com/office/drawing/2014/main" id="{445C8709-1440-4236-BD45-D4D93441A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4574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3745" name="AutoShape 17">
            <a:extLst>
              <a:ext uri="{FF2B5EF4-FFF2-40B4-BE49-F238E27FC236}">
                <a16:creationId xmlns:a16="http://schemas.microsoft.com/office/drawing/2014/main" id="{FD2C74FA-3CF0-4019-85FF-71D459015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24574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3746" name="AutoShape 18">
            <a:extLst>
              <a:ext uri="{FF2B5EF4-FFF2-40B4-BE49-F238E27FC236}">
                <a16:creationId xmlns:a16="http://schemas.microsoft.com/office/drawing/2014/main" id="{D7C8F2A7-F0BC-4D6F-9B20-EDA66029E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24574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3747" name="AutoShape 19">
            <a:extLst>
              <a:ext uri="{FF2B5EF4-FFF2-40B4-BE49-F238E27FC236}">
                <a16:creationId xmlns:a16="http://schemas.microsoft.com/office/drawing/2014/main" id="{5A3A15C3-D96D-4D1B-8473-0FB5668BB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574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3748" name="AutoShape 20">
            <a:extLst>
              <a:ext uri="{FF2B5EF4-FFF2-40B4-BE49-F238E27FC236}">
                <a16:creationId xmlns:a16="http://schemas.microsoft.com/office/drawing/2014/main" id="{F0ED41E1-62E0-4B8D-86C8-576AD1A7E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245745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5" grpId="0" autoUpdateAnimBg="0"/>
      <p:bldP spid="73737" grpId="0" autoUpdateAnimBg="0"/>
      <p:bldP spid="73741" grpId="0" autoUpdateAnimBg="0"/>
      <p:bldP spid="73742" grpId="0" animBg="1"/>
      <p:bldP spid="73743" grpId="0" animBg="1"/>
      <p:bldP spid="73744" grpId="0" animBg="1"/>
      <p:bldP spid="73745" grpId="0" animBg="1"/>
      <p:bldP spid="73746" grpId="0" animBg="1"/>
      <p:bldP spid="73747" grpId="0" animBg="1"/>
      <p:bldP spid="7374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8D747686-91DD-45F4-BBDB-64F0EE9C2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1" y="703264"/>
            <a:ext cx="7191375" cy="4865687"/>
          </a:xfrm>
          <a:prstGeom prst="rect">
            <a:avLst/>
          </a:prstGeom>
          <a:solidFill>
            <a:schemeClr val="bg1"/>
          </a:solidFill>
          <a:ln w="76200">
            <a:solidFill>
              <a:srgbClr val="CC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u="sng">
                <a:solidFill>
                  <a:srgbClr val="FF3300"/>
                </a:solidFill>
                <a:latin typeface="Comic Sans MS" panose="030F0702030302020204" pitchFamily="66" charset="0"/>
              </a:rPr>
              <a:t>Exercise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(1) 0. 000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(2) 0.000 07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(3) 0.000 45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(4) 0.003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(5) 0. 000 724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(6) 0.000 000 494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(7) 0.000 095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(8) 0.000 000 098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(9) 0.000 1 03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(10) 0.000 000 000 66</a:t>
            </a:r>
          </a:p>
        </p:txBody>
      </p:sp>
      <p:pic>
        <p:nvPicPr>
          <p:cNvPr id="36867" name="Picture 3" descr="c:\Program Files\Microsoft Office\Clipart\corpmm\motion\ag00463_.gif">
            <a:extLst>
              <a:ext uri="{FF2B5EF4-FFF2-40B4-BE49-F238E27FC236}">
                <a16:creationId xmlns:a16="http://schemas.microsoft.com/office/drawing/2014/main" id="{83BE65ED-D6E1-442B-BB02-2F8D30B2EBB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306888"/>
            <a:ext cx="2482850" cy="255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2948" name="Object 4">
            <a:extLst>
              <a:ext uri="{FF2B5EF4-FFF2-40B4-BE49-F238E27FC236}">
                <a16:creationId xmlns:a16="http://schemas.microsoft.com/office/drawing/2014/main" id="{7E639B72-E26C-4B82-8AC1-7F9C69978A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1576" y="1974851"/>
          <a:ext cx="18383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82948" name="Object 4">
                        <a:extLst>
                          <a:ext uri="{FF2B5EF4-FFF2-40B4-BE49-F238E27FC236}">
                            <a16:creationId xmlns:a16="http://schemas.microsoft.com/office/drawing/2014/main" id="{7E639B72-E26C-4B82-8AC1-7F9C69978A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1576" y="1974851"/>
                        <a:ext cx="18383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9" name="Object 5">
            <a:extLst>
              <a:ext uri="{FF2B5EF4-FFF2-40B4-BE49-F238E27FC236}">
                <a16:creationId xmlns:a16="http://schemas.microsoft.com/office/drawing/2014/main" id="{70071309-9AB4-4295-A933-D5BF0BA0E6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0" y="2430464"/>
          <a:ext cx="18351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82949" name="Object 5">
                        <a:extLst>
                          <a:ext uri="{FF2B5EF4-FFF2-40B4-BE49-F238E27FC236}">
                            <a16:creationId xmlns:a16="http://schemas.microsoft.com/office/drawing/2014/main" id="{70071309-9AB4-4295-A933-D5BF0BA0E6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2430464"/>
                        <a:ext cx="18351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6">
            <a:extLst>
              <a:ext uri="{FF2B5EF4-FFF2-40B4-BE49-F238E27FC236}">
                <a16:creationId xmlns:a16="http://schemas.microsoft.com/office/drawing/2014/main" id="{0C90988D-FE83-48FC-86CF-D88955C704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2050" y="1555751"/>
          <a:ext cx="15382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82950" name="Object 6">
                        <a:extLst>
                          <a:ext uri="{FF2B5EF4-FFF2-40B4-BE49-F238E27FC236}">
                            <a16:creationId xmlns:a16="http://schemas.microsoft.com/office/drawing/2014/main" id="{0C90988D-FE83-48FC-86CF-D88955C704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1555751"/>
                        <a:ext cx="153828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1" name="Object 7">
            <a:extLst>
              <a:ext uri="{FF2B5EF4-FFF2-40B4-BE49-F238E27FC236}">
                <a16:creationId xmlns:a16="http://schemas.microsoft.com/office/drawing/2014/main" id="{9EC80F0B-3DF2-4490-8E44-94F2B74918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6389" y="2847976"/>
          <a:ext cx="20732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82951" name="Object 7">
                        <a:extLst>
                          <a:ext uri="{FF2B5EF4-FFF2-40B4-BE49-F238E27FC236}">
                            <a16:creationId xmlns:a16="http://schemas.microsoft.com/office/drawing/2014/main" id="{9EC80F0B-3DF2-4490-8E44-94F2B74918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389" y="2847976"/>
                        <a:ext cx="20732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2" name="Object 8">
            <a:extLst>
              <a:ext uri="{FF2B5EF4-FFF2-40B4-BE49-F238E27FC236}">
                <a16:creationId xmlns:a16="http://schemas.microsoft.com/office/drawing/2014/main" id="{FFC7E4F2-0406-42B2-8DDB-8584C5FE33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8075" y="1157289"/>
          <a:ext cx="15128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82952" name="Object 8">
                        <a:extLst>
                          <a:ext uri="{FF2B5EF4-FFF2-40B4-BE49-F238E27FC236}">
                            <a16:creationId xmlns:a16="http://schemas.microsoft.com/office/drawing/2014/main" id="{FFC7E4F2-0406-42B2-8DDB-8584C5FE33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5" y="1157289"/>
                        <a:ext cx="151288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9">
            <a:extLst>
              <a:ext uri="{FF2B5EF4-FFF2-40B4-BE49-F238E27FC236}">
                <a16:creationId xmlns:a16="http://schemas.microsoft.com/office/drawing/2014/main" id="{A9F8D3FC-16BA-4F86-A9D8-8F69CA9974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4713" y="3267076"/>
          <a:ext cx="20748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82953" name="Object 9">
                        <a:extLst>
                          <a:ext uri="{FF2B5EF4-FFF2-40B4-BE49-F238E27FC236}">
                            <a16:creationId xmlns:a16="http://schemas.microsoft.com/office/drawing/2014/main" id="{A9F8D3FC-16BA-4F86-A9D8-8F69CA9974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4713" y="3267076"/>
                        <a:ext cx="2074862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4" name="Object 10">
            <a:extLst>
              <a:ext uri="{FF2B5EF4-FFF2-40B4-BE49-F238E27FC236}">
                <a16:creationId xmlns:a16="http://schemas.microsoft.com/office/drawing/2014/main" id="{27A19930-47A0-49BF-A81B-C91FAC4DF4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7151" y="3705226"/>
          <a:ext cx="18383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82954" name="Object 10">
                        <a:extLst>
                          <a:ext uri="{FF2B5EF4-FFF2-40B4-BE49-F238E27FC236}">
                            <a16:creationId xmlns:a16="http://schemas.microsoft.com/office/drawing/2014/main" id="{27A19930-47A0-49BF-A81B-C91FAC4DF4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151" y="3705226"/>
                        <a:ext cx="18383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5" name="Object 11">
            <a:extLst>
              <a:ext uri="{FF2B5EF4-FFF2-40B4-BE49-F238E27FC236}">
                <a16:creationId xmlns:a16="http://schemas.microsoft.com/office/drawing/2014/main" id="{DA0D16D3-9DBB-46A3-8A48-35E896317D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8839" y="4124326"/>
          <a:ext cx="18367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82955" name="Object 11">
                        <a:extLst>
                          <a:ext uri="{FF2B5EF4-FFF2-40B4-BE49-F238E27FC236}">
                            <a16:creationId xmlns:a16="http://schemas.microsoft.com/office/drawing/2014/main" id="{DA0D16D3-9DBB-46A3-8A48-35E896317D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839" y="4124326"/>
                        <a:ext cx="18367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6" name="Object 12">
            <a:extLst>
              <a:ext uri="{FF2B5EF4-FFF2-40B4-BE49-F238E27FC236}">
                <a16:creationId xmlns:a16="http://schemas.microsoft.com/office/drawing/2014/main" id="{954ACBA6-55DA-49DB-9651-6587C1B887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0976" y="4562476"/>
          <a:ext cx="19843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82956" name="Object 12">
                        <a:extLst>
                          <a:ext uri="{FF2B5EF4-FFF2-40B4-BE49-F238E27FC236}">
                            <a16:creationId xmlns:a16="http://schemas.microsoft.com/office/drawing/2014/main" id="{954ACBA6-55DA-49DB-9651-6587C1B887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976" y="4562476"/>
                        <a:ext cx="19843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7" name="Object 13">
            <a:extLst>
              <a:ext uri="{FF2B5EF4-FFF2-40B4-BE49-F238E27FC236}">
                <a16:creationId xmlns:a16="http://schemas.microsoft.com/office/drawing/2014/main" id="{033E635E-8A6B-46ED-B1B9-2433CD361C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9239" y="5000626"/>
          <a:ext cx="19256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82957" name="Object 13">
                        <a:extLst>
                          <a:ext uri="{FF2B5EF4-FFF2-40B4-BE49-F238E27FC236}">
                            <a16:creationId xmlns:a16="http://schemas.microsoft.com/office/drawing/2014/main" id="{033E635E-8A6B-46ED-B1B9-2433CD361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239" y="5000626"/>
                        <a:ext cx="19256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AutoShape 4">
            <a:extLst>
              <a:ext uri="{FF2B5EF4-FFF2-40B4-BE49-F238E27FC236}">
                <a16:creationId xmlns:a16="http://schemas.microsoft.com/office/drawing/2014/main" id="{CF1EE54E-47BB-4ECB-9A81-D0DF6C408F0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62538" y="2947988"/>
            <a:ext cx="349250" cy="468312"/>
          </a:xfrm>
          <a:prstGeom prst="curvedDownArrow">
            <a:avLst>
              <a:gd name="adj1" fmla="val 20000"/>
              <a:gd name="adj2" fmla="val 40000"/>
              <a:gd name="adj3" fmla="val 2989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9877" name="AutoShape 5">
            <a:extLst>
              <a:ext uri="{FF2B5EF4-FFF2-40B4-BE49-F238E27FC236}">
                <a16:creationId xmlns:a16="http://schemas.microsoft.com/office/drawing/2014/main" id="{E39AFDE1-299D-4751-9613-CB9779472D1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375276" y="2932114"/>
            <a:ext cx="385763" cy="504825"/>
          </a:xfrm>
          <a:prstGeom prst="curvedDownArrow">
            <a:avLst>
              <a:gd name="adj1" fmla="val 20000"/>
              <a:gd name="adj2" fmla="val 40000"/>
              <a:gd name="adj3" fmla="val 2917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9878" name="AutoShape 6">
            <a:extLst>
              <a:ext uri="{FF2B5EF4-FFF2-40B4-BE49-F238E27FC236}">
                <a16:creationId xmlns:a16="http://schemas.microsoft.com/office/drawing/2014/main" id="{69CCFA73-C80E-445A-8EA7-1649D741AEB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705475" y="293370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37892" name="Rectangle 7">
            <a:extLst>
              <a:ext uri="{FF2B5EF4-FFF2-40B4-BE49-F238E27FC236}">
                <a16:creationId xmlns:a16="http://schemas.microsoft.com/office/drawing/2014/main" id="{EFC752C9-7D5C-4D28-8A56-2AFED68B7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7551738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Changing back small numbers 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79880" name="Text Box 8">
            <a:extLst>
              <a:ext uri="{FF2B5EF4-FFF2-40B4-BE49-F238E27FC236}">
                <a16:creationId xmlns:a16="http://schemas.microsoft.com/office/drawing/2014/main" id="{9D204F1F-8706-484C-BEA1-CBDBC6079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6" y="4146551"/>
            <a:ext cx="20367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= 0.002</a:t>
            </a:r>
            <a:r>
              <a:rPr lang="en-GB" altLang="en-US" sz="200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79881" name="Object 9">
            <a:extLst>
              <a:ext uri="{FF2B5EF4-FFF2-40B4-BE49-F238E27FC236}">
                <a16:creationId xmlns:a16="http://schemas.microsoft.com/office/drawing/2014/main" id="{B6125B0B-ADA1-4664-A000-F61935E7A1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5026" y="3190876"/>
          <a:ext cx="230981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79881" name="Object 9">
                        <a:extLst>
                          <a:ext uri="{FF2B5EF4-FFF2-40B4-BE49-F238E27FC236}">
                            <a16:creationId xmlns:a16="http://schemas.microsoft.com/office/drawing/2014/main" id="{B6125B0B-ADA1-4664-A000-F61935E7A1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6" y="3190876"/>
                        <a:ext cx="2309813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2" name="Text Box 10">
            <a:extLst>
              <a:ext uri="{FF2B5EF4-FFF2-40B4-BE49-F238E27FC236}">
                <a16:creationId xmlns:a16="http://schemas.microsoft.com/office/drawing/2014/main" id="{65E18528-ED4B-4301-BA78-B453A7C9F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026" y="3275014"/>
            <a:ext cx="493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2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79883" name="Text Box 11">
            <a:extLst>
              <a:ext uri="{FF2B5EF4-FFF2-40B4-BE49-F238E27FC236}">
                <a16:creationId xmlns:a16="http://schemas.microsoft.com/office/drawing/2014/main" id="{51885B95-5FB5-4FD3-B2B1-9F576220E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175" y="3282951"/>
            <a:ext cx="1112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000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79884" name="Text Box 12">
            <a:extLst>
              <a:ext uri="{FF2B5EF4-FFF2-40B4-BE49-F238E27FC236}">
                <a16:creationId xmlns:a16="http://schemas.microsoft.com/office/drawing/2014/main" id="{699C0DA5-A18A-4DC2-9AE4-FA84729F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063" y="3303589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79885" name="AutoShape 13">
            <a:extLst>
              <a:ext uri="{FF2B5EF4-FFF2-40B4-BE49-F238E27FC236}">
                <a16:creationId xmlns:a16="http://schemas.microsoft.com/office/drawing/2014/main" id="{03303406-6688-49AC-BB2E-6ABD2DC2C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0" y="1593850"/>
            <a:ext cx="4260850" cy="1150938"/>
          </a:xfrm>
          <a:prstGeom prst="wedgeRoundRectCallout">
            <a:avLst>
              <a:gd name="adj1" fmla="val 59278"/>
              <a:gd name="adj2" fmla="val 12296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 b="1" u="sng">
                <a:latin typeface="Comic Sans MS" panose="030F0702030302020204" pitchFamily="66" charset="0"/>
              </a:rPr>
              <a:t>Hint: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Comic Sans MS" panose="030F0702030302020204" pitchFamily="66" charset="0"/>
              </a:rPr>
              <a:t>Add </a:t>
            </a:r>
            <a:r>
              <a:rPr lang="en-GB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3</a:t>
            </a:r>
            <a:r>
              <a:rPr lang="en-GB" altLang="en-US" sz="2000" b="1">
                <a:latin typeface="Comic Sans MS" panose="030F0702030302020204" pitchFamily="66" charset="0"/>
              </a:rPr>
              <a:t> zeros to the left of the number.</a:t>
            </a:r>
          </a:p>
        </p:txBody>
      </p:sp>
      <p:grpSp>
        <p:nvGrpSpPr>
          <p:cNvPr id="79892" name="Group 20">
            <a:extLst>
              <a:ext uri="{FF2B5EF4-FFF2-40B4-BE49-F238E27FC236}">
                <a16:creationId xmlns:a16="http://schemas.microsoft.com/office/drawing/2014/main" id="{142E1213-06AE-4586-A149-3C52DCDCA1E5}"/>
              </a:ext>
            </a:extLst>
          </p:cNvPr>
          <p:cNvGrpSpPr>
            <a:grpSpLocks/>
          </p:cNvGrpSpPr>
          <p:nvPr/>
        </p:nvGrpSpPr>
        <p:grpSpPr bwMode="auto">
          <a:xfrm>
            <a:off x="1984376" y="1452564"/>
            <a:ext cx="3032125" cy="1804987"/>
            <a:chOff x="290" y="927"/>
            <a:chExt cx="1910" cy="1137"/>
          </a:xfrm>
        </p:grpSpPr>
        <p:sp>
          <p:nvSpPr>
            <p:cNvPr id="37902" name="AutoShape 16">
              <a:extLst>
                <a:ext uri="{FF2B5EF4-FFF2-40B4-BE49-F238E27FC236}">
                  <a16:creationId xmlns:a16="http://schemas.microsoft.com/office/drawing/2014/main" id="{F81BE826-FEE0-4072-BADB-642835F320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326" y="1653"/>
              <a:ext cx="155" cy="411"/>
            </a:xfrm>
            <a:prstGeom prst="upArrow">
              <a:avLst>
                <a:gd name="adj1" fmla="val 50000"/>
                <a:gd name="adj2" fmla="val 6629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37903" name="Text Box 17">
              <a:extLst>
                <a:ext uri="{FF2B5EF4-FFF2-40B4-BE49-F238E27FC236}">
                  <a16:creationId xmlns:a16="http://schemas.microsoft.com/office/drawing/2014/main" id="{07F7989D-43BD-4A2E-A6CE-803450129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" y="927"/>
              <a:ext cx="191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-3 so remember to move point </a:t>
              </a:r>
              <a:r>
                <a:rPr lang="en-GB" altLang="en-US" sz="2400" u="sng">
                  <a:solidFill>
                    <a:srgbClr val="FF0000"/>
                  </a:solidFill>
                  <a:latin typeface="Comic Sans MS" panose="030F0702030302020204" pitchFamily="66" charset="0"/>
                </a:rPr>
                <a:t>left</a:t>
              </a: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 for small numbers.</a:t>
              </a:r>
            </a:p>
          </p:txBody>
        </p:sp>
      </p:grpSp>
      <p:sp>
        <p:nvSpPr>
          <p:cNvPr id="79891" name="Text Box 19">
            <a:extLst>
              <a:ext uri="{FF2B5EF4-FFF2-40B4-BE49-F238E27FC236}">
                <a16:creationId xmlns:a16="http://schemas.microsoft.com/office/drawing/2014/main" id="{8FED29DF-6699-4668-8624-3A3623341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3313114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.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79886" name="Rectangle 14">
            <a:extLst>
              <a:ext uri="{FF2B5EF4-FFF2-40B4-BE49-F238E27FC236}">
                <a16:creationId xmlns:a16="http://schemas.microsoft.com/office/drawing/2014/main" id="{8B561370-40B0-4658-B357-478C7B712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3732213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animBg="1"/>
      <p:bldP spid="79877" grpId="0" animBg="1"/>
      <p:bldP spid="79878" grpId="0" animBg="1"/>
      <p:bldP spid="79880" grpId="0" autoUpdateAnimBg="0"/>
      <p:bldP spid="79882" grpId="0" autoUpdateAnimBg="0"/>
      <p:bldP spid="79883" grpId="0" autoUpdateAnimBg="0"/>
      <p:bldP spid="79884" grpId="0" autoUpdateAnimBg="0"/>
      <p:bldP spid="79885" grpId="0" animBg="1" autoUpdateAnimBg="0"/>
      <p:bldP spid="79891" grpId="0" autoUpdateAnimBg="0"/>
      <p:bldP spid="7988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2" name="AutoShape 6">
            <a:extLst>
              <a:ext uri="{FF2B5EF4-FFF2-40B4-BE49-F238E27FC236}">
                <a16:creationId xmlns:a16="http://schemas.microsoft.com/office/drawing/2014/main" id="{251BD38E-A069-45F6-A082-BC491CD3809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332413" y="2971801"/>
            <a:ext cx="349250" cy="504825"/>
          </a:xfrm>
          <a:prstGeom prst="curvedDownArrow">
            <a:avLst>
              <a:gd name="adj1" fmla="val 20000"/>
              <a:gd name="adj2" fmla="val 40000"/>
              <a:gd name="adj3" fmla="val 3222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5781" name="AutoShape 5">
            <a:extLst>
              <a:ext uri="{FF2B5EF4-FFF2-40B4-BE49-F238E27FC236}">
                <a16:creationId xmlns:a16="http://schemas.microsoft.com/office/drawing/2014/main" id="{C3BF6B55-B2B6-4A12-B506-C0ADAAD8F5C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45150" y="2960689"/>
            <a:ext cx="349250" cy="504825"/>
          </a:xfrm>
          <a:prstGeom prst="curvedDownArrow">
            <a:avLst>
              <a:gd name="adj1" fmla="val 20000"/>
              <a:gd name="adj2" fmla="val 40000"/>
              <a:gd name="adj3" fmla="val 3222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5780" name="AutoShape 4">
            <a:extLst>
              <a:ext uri="{FF2B5EF4-FFF2-40B4-BE49-F238E27FC236}">
                <a16:creationId xmlns:a16="http://schemas.microsoft.com/office/drawing/2014/main" id="{5446F366-4433-4E1D-9673-F2220DA5F93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976938" y="2986088"/>
            <a:ext cx="349250" cy="468312"/>
          </a:xfrm>
          <a:prstGeom prst="curvedDownArrow">
            <a:avLst>
              <a:gd name="adj1" fmla="val 20000"/>
              <a:gd name="adj2" fmla="val 40000"/>
              <a:gd name="adj3" fmla="val 2989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5779" name="AutoShape 3">
            <a:extLst>
              <a:ext uri="{FF2B5EF4-FFF2-40B4-BE49-F238E27FC236}">
                <a16:creationId xmlns:a16="http://schemas.microsoft.com/office/drawing/2014/main" id="{4A2C6048-2AA0-4BEE-ACEA-41B62B1DEDD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89676" y="2970214"/>
            <a:ext cx="385763" cy="504825"/>
          </a:xfrm>
          <a:prstGeom prst="curvedDownArrow">
            <a:avLst>
              <a:gd name="adj1" fmla="val 20000"/>
              <a:gd name="adj2" fmla="val 40000"/>
              <a:gd name="adj3" fmla="val 2917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5778" name="AutoShape 2">
            <a:extLst>
              <a:ext uri="{FF2B5EF4-FFF2-40B4-BE49-F238E27FC236}">
                <a16:creationId xmlns:a16="http://schemas.microsoft.com/office/drawing/2014/main" id="{6FB041F9-632F-42A1-90D1-9F628CAA4E9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19875" y="297180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5783" name="Rectangle 7">
            <a:extLst>
              <a:ext uri="{FF2B5EF4-FFF2-40B4-BE49-F238E27FC236}">
                <a16:creationId xmlns:a16="http://schemas.microsoft.com/office/drawing/2014/main" id="{0D35A232-5135-4AE4-9F24-F411E01D4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7551738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Changing back small numbers 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75784" name="Text Box 8">
            <a:extLst>
              <a:ext uri="{FF2B5EF4-FFF2-40B4-BE49-F238E27FC236}">
                <a16:creationId xmlns:a16="http://schemas.microsoft.com/office/drawing/2014/main" id="{275CDCBD-67E3-4CE7-A444-3913274CA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338" y="4167189"/>
            <a:ext cx="31178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= 0.000 086</a:t>
            </a:r>
            <a:r>
              <a:rPr lang="en-GB" altLang="en-US" sz="200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75785" name="Object 9">
            <a:extLst>
              <a:ext uri="{FF2B5EF4-FFF2-40B4-BE49-F238E27FC236}">
                <a16:creationId xmlns:a16="http://schemas.microsoft.com/office/drawing/2014/main" id="{6A5258D8-6A27-4766-A50B-8FE2CFD5E0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3439" y="3228976"/>
          <a:ext cx="292258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75785" name="Object 9">
                        <a:extLst>
                          <a:ext uri="{FF2B5EF4-FFF2-40B4-BE49-F238E27FC236}">
                            <a16:creationId xmlns:a16="http://schemas.microsoft.com/office/drawing/2014/main" id="{6A5258D8-6A27-4766-A50B-8FE2CFD5E0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39" y="3228976"/>
                        <a:ext cx="2922587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2" name="Text Box 16">
            <a:extLst>
              <a:ext uri="{FF2B5EF4-FFF2-40B4-BE49-F238E27FC236}">
                <a16:creationId xmlns:a16="http://schemas.microsoft.com/office/drawing/2014/main" id="{195605E4-C5D7-45ED-87DC-1B99D3384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5426" y="3313114"/>
            <a:ext cx="9302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8.6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75793" name="Text Box 17">
            <a:extLst>
              <a:ext uri="{FF2B5EF4-FFF2-40B4-BE49-F238E27FC236}">
                <a16:creationId xmlns:a16="http://schemas.microsoft.com/office/drawing/2014/main" id="{0AD8967C-C9F1-4FC6-97AD-1CB0E84D9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6976" y="3321051"/>
            <a:ext cx="17319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00000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75796" name="Text Box 20">
            <a:extLst>
              <a:ext uri="{FF2B5EF4-FFF2-40B4-BE49-F238E27FC236}">
                <a16:creationId xmlns:a16="http://schemas.microsoft.com/office/drawing/2014/main" id="{3AEB1322-28A6-471D-953A-E5D33E675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9863" y="3341689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75797" name="AutoShape 21">
            <a:extLst>
              <a:ext uri="{FF2B5EF4-FFF2-40B4-BE49-F238E27FC236}">
                <a16:creationId xmlns:a16="http://schemas.microsoft.com/office/drawing/2014/main" id="{5845A105-23FC-4C2D-8EF8-F9B32F58C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8" y="1612900"/>
            <a:ext cx="4260850" cy="1150938"/>
          </a:xfrm>
          <a:prstGeom prst="wedgeRoundRectCallout">
            <a:avLst>
              <a:gd name="adj1" fmla="val 67810"/>
              <a:gd name="adj2" fmla="val 11496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 b="1" u="sng">
                <a:latin typeface="Comic Sans MS" panose="030F0702030302020204" pitchFamily="66" charset="0"/>
              </a:rPr>
              <a:t>Hint: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Comic Sans MS" panose="030F0702030302020204" pitchFamily="66" charset="0"/>
              </a:rPr>
              <a:t>Add </a:t>
            </a:r>
            <a:r>
              <a:rPr lang="en-GB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5</a:t>
            </a:r>
            <a:r>
              <a:rPr lang="en-GB" altLang="en-US" sz="2000" b="1">
                <a:latin typeface="Comic Sans MS" panose="030F0702030302020204" pitchFamily="66" charset="0"/>
              </a:rPr>
              <a:t> zeros to the left of the number.</a:t>
            </a:r>
          </a:p>
        </p:txBody>
      </p:sp>
      <p:sp>
        <p:nvSpPr>
          <p:cNvPr id="75798" name="Rectangle 22">
            <a:extLst>
              <a:ext uri="{FF2B5EF4-FFF2-40B4-BE49-F238E27FC236}">
                <a16:creationId xmlns:a16="http://schemas.microsoft.com/office/drawing/2014/main" id="{A276136F-FDCC-4B5D-9470-D591D1710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13" y="3751263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grpSp>
        <p:nvGrpSpPr>
          <p:cNvPr id="75802" name="Group 26">
            <a:extLst>
              <a:ext uri="{FF2B5EF4-FFF2-40B4-BE49-F238E27FC236}">
                <a16:creationId xmlns:a16="http://schemas.microsoft.com/office/drawing/2014/main" id="{4C1F5432-B69F-4AB5-969F-71AE42A90EC8}"/>
              </a:ext>
            </a:extLst>
          </p:cNvPr>
          <p:cNvGrpSpPr>
            <a:grpSpLocks/>
          </p:cNvGrpSpPr>
          <p:nvPr/>
        </p:nvGrpSpPr>
        <p:grpSpPr bwMode="auto">
          <a:xfrm>
            <a:off x="2498726" y="1471614"/>
            <a:ext cx="3032125" cy="1804987"/>
            <a:chOff x="290" y="927"/>
            <a:chExt cx="1910" cy="1137"/>
          </a:xfrm>
        </p:grpSpPr>
        <p:sp>
          <p:nvSpPr>
            <p:cNvPr id="38927" name="AutoShape 27">
              <a:extLst>
                <a:ext uri="{FF2B5EF4-FFF2-40B4-BE49-F238E27FC236}">
                  <a16:creationId xmlns:a16="http://schemas.microsoft.com/office/drawing/2014/main" id="{51EC29FF-9A5A-4CC1-AFA7-E0A2AC2DAA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326" y="1653"/>
              <a:ext cx="155" cy="411"/>
            </a:xfrm>
            <a:prstGeom prst="upArrow">
              <a:avLst>
                <a:gd name="adj1" fmla="val 50000"/>
                <a:gd name="adj2" fmla="val 6629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38928" name="Text Box 28">
              <a:extLst>
                <a:ext uri="{FF2B5EF4-FFF2-40B4-BE49-F238E27FC236}">
                  <a16:creationId xmlns:a16="http://schemas.microsoft.com/office/drawing/2014/main" id="{008A2B34-B84B-42C5-9C0F-52DCCDD8A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" y="927"/>
              <a:ext cx="191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-3 so remember to move point </a:t>
              </a:r>
              <a:r>
                <a:rPr lang="en-GB" altLang="en-US" sz="2400" u="sng">
                  <a:solidFill>
                    <a:srgbClr val="FF0000"/>
                  </a:solidFill>
                  <a:latin typeface="Comic Sans MS" panose="030F0702030302020204" pitchFamily="66" charset="0"/>
                </a:rPr>
                <a:t>left</a:t>
              </a: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 for small numbers.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8" dur="500"/>
                                        <p:tgtEl>
                                          <p:spTgt spid="7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2" grpId="0" animBg="1"/>
      <p:bldP spid="75781" grpId="0" animBg="1"/>
      <p:bldP spid="75780" grpId="0" animBg="1"/>
      <p:bldP spid="75779" grpId="0" animBg="1"/>
      <p:bldP spid="75778" grpId="0" animBg="1"/>
      <p:bldP spid="75783" grpId="0" animBg="1" autoUpdateAnimBg="0"/>
      <p:bldP spid="75784" grpId="0" autoUpdateAnimBg="0"/>
      <p:bldP spid="75792" grpId="0" autoUpdateAnimBg="0"/>
      <p:bldP spid="75793" grpId="0" autoUpdateAnimBg="0"/>
      <p:bldP spid="75796" grpId="0" autoUpdateAnimBg="0"/>
      <p:bldP spid="75797" grpId="0" animBg="1" autoUpdateAnimBg="0"/>
      <p:bldP spid="7579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AutoShape 2">
            <a:extLst>
              <a:ext uri="{FF2B5EF4-FFF2-40B4-BE49-F238E27FC236}">
                <a16:creationId xmlns:a16="http://schemas.microsoft.com/office/drawing/2014/main" id="{719CBE23-E71B-4524-9309-BA90293F564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332413" y="2933701"/>
            <a:ext cx="349250" cy="504825"/>
          </a:xfrm>
          <a:prstGeom prst="curvedDownArrow">
            <a:avLst>
              <a:gd name="adj1" fmla="val 20000"/>
              <a:gd name="adj2" fmla="val 40000"/>
              <a:gd name="adj3" fmla="val 3222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7827" name="AutoShape 3">
            <a:extLst>
              <a:ext uri="{FF2B5EF4-FFF2-40B4-BE49-F238E27FC236}">
                <a16:creationId xmlns:a16="http://schemas.microsoft.com/office/drawing/2014/main" id="{B36DDF80-A1FA-4505-9547-3FBFC14822B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45150" y="2922589"/>
            <a:ext cx="349250" cy="504825"/>
          </a:xfrm>
          <a:prstGeom prst="curvedDownArrow">
            <a:avLst>
              <a:gd name="adj1" fmla="val 20000"/>
              <a:gd name="adj2" fmla="val 40000"/>
              <a:gd name="adj3" fmla="val 3222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7828" name="AutoShape 4">
            <a:extLst>
              <a:ext uri="{FF2B5EF4-FFF2-40B4-BE49-F238E27FC236}">
                <a16:creationId xmlns:a16="http://schemas.microsoft.com/office/drawing/2014/main" id="{324F5E19-01BF-4CDC-B480-532FB41E4A9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976938" y="2947988"/>
            <a:ext cx="349250" cy="468312"/>
          </a:xfrm>
          <a:prstGeom prst="curvedDownArrow">
            <a:avLst>
              <a:gd name="adj1" fmla="val 20000"/>
              <a:gd name="adj2" fmla="val 40000"/>
              <a:gd name="adj3" fmla="val 2989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7829" name="AutoShape 5">
            <a:extLst>
              <a:ext uri="{FF2B5EF4-FFF2-40B4-BE49-F238E27FC236}">
                <a16:creationId xmlns:a16="http://schemas.microsoft.com/office/drawing/2014/main" id="{9BF38D16-6FCF-43BF-B951-19210F958AD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89676" y="2932114"/>
            <a:ext cx="385763" cy="504825"/>
          </a:xfrm>
          <a:prstGeom prst="curvedDownArrow">
            <a:avLst>
              <a:gd name="adj1" fmla="val 20000"/>
              <a:gd name="adj2" fmla="val 40000"/>
              <a:gd name="adj3" fmla="val 2917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7830" name="AutoShape 6">
            <a:extLst>
              <a:ext uri="{FF2B5EF4-FFF2-40B4-BE49-F238E27FC236}">
                <a16:creationId xmlns:a16="http://schemas.microsoft.com/office/drawing/2014/main" id="{34CBDB5A-9F84-4E93-AC44-1A5FA22F51A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19875" y="2933701"/>
            <a:ext cx="439738" cy="504825"/>
          </a:xfrm>
          <a:prstGeom prst="curvedDownArrow">
            <a:avLst>
              <a:gd name="adj1" fmla="val 20000"/>
              <a:gd name="adj2" fmla="val 40000"/>
              <a:gd name="adj3" fmla="val 255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39942" name="Rectangle 7">
            <a:extLst>
              <a:ext uri="{FF2B5EF4-FFF2-40B4-BE49-F238E27FC236}">
                <a16:creationId xmlns:a16="http://schemas.microsoft.com/office/drawing/2014/main" id="{794E6132-11C6-4501-A027-03CDA373C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7551738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Changing back small numbers 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77832" name="Text Box 8">
            <a:extLst>
              <a:ext uri="{FF2B5EF4-FFF2-40B4-BE49-F238E27FC236}">
                <a16:creationId xmlns:a16="http://schemas.microsoft.com/office/drawing/2014/main" id="{6040CED5-6A34-46C0-86E3-FBC1DE53A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6" y="4146551"/>
            <a:ext cx="36560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= 0.000 00516</a:t>
            </a:r>
            <a:r>
              <a:rPr lang="en-GB" altLang="en-US" sz="200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77833" name="Object 9">
            <a:extLst>
              <a:ext uri="{FF2B5EF4-FFF2-40B4-BE49-F238E27FC236}">
                <a16:creationId xmlns:a16="http://schemas.microsoft.com/office/drawing/2014/main" id="{5B2E3697-C764-482C-B2D4-618426CE36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1164" y="3190876"/>
          <a:ext cx="315753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77833" name="Object 9">
                        <a:extLst>
                          <a:ext uri="{FF2B5EF4-FFF2-40B4-BE49-F238E27FC236}">
                            <a16:creationId xmlns:a16="http://schemas.microsoft.com/office/drawing/2014/main" id="{5B2E3697-C764-482C-B2D4-618426CE36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164" y="3190876"/>
                        <a:ext cx="3157537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4" name="Text Box 10">
            <a:extLst>
              <a:ext uri="{FF2B5EF4-FFF2-40B4-BE49-F238E27FC236}">
                <a16:creationId xmlns:a16="http://schemas.microsoft.com/office/drawing/2014/main" id="{81553BF1-9B8F-44F5-9DED-B4B6E8F38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5426" y="3275014"/>
            <a:ext cx="11588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5.16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77835" name="Text Box 11">
            <a:extLst>
              <a:ext uri="{FF2B5EF4-FFF2-40B4-BE49-F238E27FC236}">
                <a16:creationId xmlns:a16="http://schemas.microsoft.com/office/drawing/2014/main" id="{4A1CADBA-2B47-4466-80A6-24D928055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176" y="3282951"/>
            <a:ext cx="20415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000000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77836" name="Text Box 12">
            <a:extLst>
              <a:ext uri="{FF2B5EF4-FFF2-40B4-BE49-F238E27FC236}">
                <a16:creationId xmlns:a16="http://schemas.microsoft.com/office/drawing/2014/main" id="{196EE148-19B0-4477-A993-0F71038A1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063" y="3303589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77837" name="AutoShape 13">
            <a:extLst>
              <a:ext uri="{FF2B5EF4-FFF2-40B4-BE49-F238E27FC236}">
                <a16:creationId xmlns:a16="http://schemas.microsoft.com/office/drawing/2014/main" id="{479A3E31-3CE0-4539-B21A-08D877B3B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0" y="1593850"/>
            <a:ext cx="4260850" cy="1150938"/>
          </a:xfrm>
          <a:prstGeom prst="wedgeRoundRectCallout">
            <a:avLst>
              <a:gd name="adj1" fmla="val 59278"/>
              <a:gd name="adj2" fmla="val 12296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 b="1" u="sng">
                <a:latin typeface="Comic Sans MS" panose="030F0702030302020204" pitchFamily="66" charset="0"/>
              </a:rPr>
              <a:t>Hint: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Comic Sans MS" panose="030F0702030302020204" pitchFamily="66" charset="0"/>
              </a:rPr>
              <a:t>Add </a:t>
            </a:r>
            <a:r>
              <a:rPr lang="en-GB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6</a:t>
            </a:r>
            <a:r>
              <a:rPr lang="en-GB" altLang="en-US" sz="2000" b="1">
                <a:latin typeface="Comic Sans MS" panose="030F0702030302020204" pitchFamily="66" charset="0"/>
              </a:rPr>
              <a:t> zeros to the left of the number.</a:t>
            </a:r>
          </a:p>
        </p:txBody>
      </p:sp>
      <p:sp>
        <p:nvSpPr>
          <p:cNvPr id="77838" name="Rectangle 14">
            <a:extLst>
              <a:ext uri="{FF2B5EF4-FFF2-40B4-BE49-F238E27FC236}">
                <a16:creationId xmlns:a16="http://schemas.microsoft.com/office/drawing/2014/main" id="{410C949B-98D4-4F79-B6FB-1D5391B57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3713163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7842" name="AutoShape 18">
            <a:extLst>
              <a:ext uri="{FF2B5EF4-FFF2-40B4-BE49-F238E27FC236}">
                <a16:creationId xmlns:a16="http://schemas.microsoft.com/office/drawing/2014/main" id="{9D94FD56-9E10-4F1F-AA91-22D8B09FF32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46663" y="2914651"/>
            <a:ext cx="349250" cy="504825"/>
          </a:xfrm>
          <a:prstGeom prst="curvedDownArrow">
            <a:avLst>
              <a:gd name="adj1" fmla="val 20000"/>
              <a:gd name="adj2" fmla="val 40000"/>
              <a:gd name="adj3" fmla="val 3222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grpSp>
        <p:nvGrpSpPr>
          <p:cNvPr id="77843" name="Group 19">
            <a:extLst>
              <a:ext uri="{FF2B5EF4-FFF2-40B4-BE49-F238E27FC236}">
                <a16:creationId xmlns:a16="http://schemas.microsoft.com/office/drawing/2014/main" id="{9CE96ED5-0CAC-4584-B3ED-7A66302D58A9}"/>
              </a:ext>
            </a:extLst>
          </p:cNvPr>
          <p:cNvGrpSpPr>
            <a:grpSpLocks/>
          </p:cNvGrpSpPr>
          <p:nvPr/>
        </p:nvGrpSpPr>
        <p:grpSpPr bwMode="auto">
          <a:xfrm>
            <a:off x="2346326" y="1452564"/>
            <a:ext cx="3032125" cy="1804987"/>
            <a:chOff x="290" y="927"/>
            <a:chExt cx="1910" cy="1137"/>
          </a:xfrm>
        </p:grpSpPr>
        <p:sp>
          <p:nvSpPr>
            <p:cNvPr id="39952" name="AutoShape 20">
              <a:extLst>
                <a:ext uri="{FF2B5EF4-FFF2-40B4-BE49-F238E27FC236}">
                  <a16:creationId xmlns:a16="http://schemas.microsoft.com/office/drawing/2014/main" id="{B083C46A-90ED-447C-90FB-3B790E1E8D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326" y="1653"/>
              <a:ext cx="155" cy="411"/>
            </a:xfrm>
            <a:prstGeom prst="upArrow">
              <a:avLst>
                <a:gd name="adj1" fmla="val 50000"/>
                <a:gd name="adj2" fmla="val 6629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39953" name="Text Box 21">
              <a:extLst>
                <a:ext uri="{FF2B5EF4-FFF2-40B4-BE49-F238E27FC236}">
                  <a16:creationId xmlns:a16="http://schemas.microsoft.com/office/drawing/2014/main" id="{7DE001F6-A7F4-4078-BE68-1F4189427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" y="927"/>
              <a:ext cx="1910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-3 so remember to move point </a:t>
              </a:r>
              <a:r>
                <a:rPr lang="en-GB" altLang="en-US" sz="2400" u="sng">
                  <a:solidFill>
                    <a:srgbClr val="FF0000"/>
                  </a:solidFill>
                  <a:latin typeface="Comic Sans MS" panose="030F0702030302020204" pitchFamily="66" charset="0"/>
                </a:rPr>
                <a:t>left</a:t>
              </a: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 for small numbers.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7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animBg="1"/>
      <p:bldP spid="77827" grpId="0" animBg="1"/>
      <p:bldP spid="77828" grpId="0" animBg="1"/>
      <p:bldP spid="77829" grpId="0" animBg="1"/>
      <p:bldP spid="77830" grpId="0" animBg="1"/>
      <p:bldP spid="77832" grpId="0" autoUpdateAnimBg="0"/>
      <p:bldP spid="77834" grpId="0" autoUpdateAnimBg="0"/>
      <p:bldP spid="77835" grpId="0" autoUpdateAnimBg="0"/>
      <p:bldP spid="77836" grpId="0" autoUpdateAnimBg="0"/>
      <p:bldP spid="77837" grpId="0" animBg="1" autoUpdateAnimBg="0"/>
      <p:bldP spid="77838" grpId="0" animBg="1"/>
      <p:bldP spid="778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214F3EBC-525B-4ED3-A588-E288EF84C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7939" y="668339"/>
            <a:ext cx="7191375" cy="4865687"/>
          </a:xfrm>
          <a:prstGeom prst="rect">
            <a:avLst/>
          </a:prstGeom>
          <a:solidFill>
            <a:schemeClr val="bg1"/>
          </a:solidFill>
          <a:ln w="76200">
            <a:solidFill>
              <a:srgbClr val="CC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u="sng">
                <a:latin typeface="Comic Sans MS" panose="030F0702030302020204" pitchFamily="66" charset="0"/>
              </a:rPr>
              <a:t>Exercise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(2)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(3)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(4)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(5)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(6)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(7)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(8)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(9)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(10)</a:t>
            </a:r>
          </a:p>
        </p:txBody>
      </p:sp>
      <p:pic>
        <p:nvPicPr>
          <p:cNvPr id="40963" name="Picture 3" descr="c:\Program Files\Microsoft Office\Clipart\corpmm\motion\ag00463_.gif">
            <a:extLst>
              <a:ext uri="{FF2B5EF4-FFF2-40B4-BE49-F238E27FC236}">
                <a16:creationId xmlns:a16="http://schemas.microsoft.com/office/drawing/2014/main" id="{24F54185-0B4E-4174-9413-E3FF313B037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306888"/>
            <a:ext cx="2482850" cy="255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59F6F93B-A22E-4E00-B253-A29EA1D24E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8201" y="1993901"/>
          <a:ext cx="15414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40964" name="Object 4">
                        <a:extLst>
                          <a:ext uri="{FF2B5EF4-FFF2-40B4-BE49-F238E27FC236}">
                            <a16:creationId xmlns:a16="http://schemas.microsoft.com/office/drawing/2014/main" id="{59F6F93B-A22E-4E00-B253-A29EA1D24E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1" y="1993901"/>
                        <a:ext cx="15414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>
            <a:extLst>
              <a:ext uri="{FF2B5EF4-FFF2-40B4-BE49-F238E27FC236}">
                <a16:creationId xmlns:a16="http://schemas.microsoft.com/office/drawing/2014/main" id="{76DFB079-C246-44CF-B54E-026826CFC6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5026" y="2392364"/>
          <a:ext cx="15398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40965" name="Object 5">
                        <a:extLst>
                          <a:ext uri="{FF2B5EF4-FFF2-40B4-BE49-F238E27FC236}">
                            <a16:creationId xmlns:a16="http://schemas.microsoft.com/office/drawing/2014/main" id="{76DFB079-C246-44CF-B54E-026826CFC6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026" y="2392364"/>
                        <a:ext cx="15398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>
            <a:extLst>
              <a:ext uri="{FF2B5EF4-FFF2-40B4-BE49-F238E27FC236}">
                <a16:creationId xmlns:a16="http://schemas.microsoft.com/office/drawing/2014/main" id="{1E5F8F97-8C0D-4203-82F4-1F66AB22D1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6451" y="1555751"/>
          <a:ext cx="12430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40966" name="Object 6">
                        <a:extLst>
                          <a:ext uri="{FF2B5EF4-FFF2-40B4-BE49-F238E27FC236}">
                            <a16:creationId xmlns:a16="http://schemas.microsoft.com/office/drawing/2014/main" id="{1E5F8F97-8C0D-4203-82F4-1F66AB22D1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1" y="1555751"/>
                        <a:ext cx="12430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>
            <a:extLst>
              <a:ext uri="{FF2B5EF4-FFF2-40B4-BE49-F238E27FC236}">
                <a16:creationId xmlns:a16="http://schemas.microsoft.com/office/drawing/2014/main" id="{A3429262-E1E1-46AE-AB0F-9AF5B80312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8514" y="2847976"/>
          <a:ext cx="17478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40967" name="Object 7">
                        <a:extLst>
                          <a:ext uri="{FF2B5EF4-FFF2-40B4-BE49-F238E27FC236}">
                            <a16:creationId xmlns:a16="http://schemas.microsoft.com/office/drawing/2014/main" id="{A3429262-E1E1-46AE-AB0F-9AF5B80312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4" y="2847976"/>
                        <a:ext cx="17478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>
            <a:extLst>
              <a:ext uri="{FF2B5EF4-FFF2-40B4-BE49-F238E27FC236}">
                <a16:creationId xmlns:a16="http://schemas.microsoft.com/office/drawing/2014/main" id="{9FF8FCB1-0493-4808-A8F6-1F72609012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5975" y="1157289"/>
          <a:ext cx="12446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40968" name="Object 8">
                        <a:extLst>
                          <a:ext uri="{FF2B5EF4-FFF2-40B4-BE49-F238E27FC236}">
                            <a16:creationId xmlns:a16="http://schemas.microsoft.com/office/drawing/2014/main" id="{9FF8FCB1-0493-4808-A8F6-1F72609012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1157289"/>
                        <a:ext cx="12446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9">
            <a:extLst>
              <a:ext uri="{FF2B5EF4-FFF2-40B4-BE49-F238E27FC236}">
                <a16:creationId xmlns:a16="http://schemas.microsoft.com/office/drawing/2014/main" id="{EFAB9054-7FBC-4E8F-B9D4-F5C71CEC0F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2964" y="3286126"/>
          <a:ext cx="15398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40969" name="Object 9">
                        <a:extLst>
                          <a:ext uri="{FF2B5EF4-FFF2-40B4-BE49-F238E27FC236}">
                            <a16:creationId xmlns:a16="http://schemas.microsoft.com/office/drawing/2014/main" id="{EFAB9054-7FBC-4E8F-B9D4-F5C71CEC0F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964" y="3286126"/>
                        <a:ext cx="15398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10">
            <a:extLst>
              <a:ext uri="{FF2B5EF4-FFF2-40B4-BE49-F238E27FC236}">
                <a16:creationId xmlns:a16="http://schemas.microsoft.com/office/drawing/2014/main" id="{BF2E265D-01CA-4437-A4EA-62EB947807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9626" y="3705226"/>
          <a:ext cx="17192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40970" name="Object 10">
                        <a:extLst>
                          <a:ext uri="{FF2B5EF4-FFF2-40B4-BE49-F238E27FC236}">
                            <a16:creationId xmlns:a16="http://schemas.microsoft.com/office/drawing/2014/main" id="{BF2E265D-01CA-4437-A4EA-62EB947807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6" y="3705226"/>
                        <a:ext cx="17192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11">
            <a:extLst>
              <a:ext uri="{FF2B5EF4-FFF2-40B4-BE49-F238E27FC236}">
                <a16:creationId xmlns:a16="http://schemas.microsoft.com/office/drawing/2014/main" id="{BD2EA39A-2CD2-4284-A068-2722818CF8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2651" y="4124326"/>
          <a:ext cx="16875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40971" name="Object 11">
                        <a:extLst>
                          <a:ext uri="{FF2B5EF4-FFF2-40B4-BE49-F238E27FC236}">
                            <a16:creationId xmlns:a16="http://schemas.microsoft.com/office/drawing/2014/main" id="{BD2EA39A-2CD2-4284-A068-2722818CF8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651" y="4124326"/>
                        <a:ext cx="16875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2" name="Object 12">
            <a:extLst>
              <a:ext uri="{FF2B5EF4-FFF2-40B4-BE49-F238E27FC236}">
                <a16:creationId xmlns:a16="http://schemas.microsoft.com/office/drawing/2014/main" id="{E3B3148C-A3E6-43DE-9C2A-D9F9D1E69A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0" y="4581526"/>
          <a:ext cx="17478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40972" name="Object 12">
                        <a:extLst>
                          <a:ext uri="{FF2B5EF4-FFF2-40B4-BE49-F238E27FC236}">
                            <a16:creationId xmlns:a16="http://schemas.microsoft.com/office/drawing/2014/main" id="{E3B3148C-A3E6-43DE-9C2A-D9F9D1E69A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4581526"/>
                        <a:ext cx="17478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3" name="Object 13">
            <a:extLst>
              <a:ext uri="{FF2B5EF4-FFF2-40B4-BE49-F238E27FC236}">
                <a16:creationId xmlns:a16="http://schemas.microsoft.com/office/drawing/2014/main" id="{E1FA49AE-3DCA-469E-9154-15D134AC2E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7726" y="5019676"/>
          <a:ext cx="19859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40973" name="Object 13">
                        <a:extLst>
                          <a:ext uri="{FF2B5EF4-FFF2-40B4-BE49-F238E27FC236}">
                            <a16:creationId xmlns:a16="http://schemas.microsoft.com/office/drawing/2014/main" id="{E1FA49AE-3DCA-469E-9154-15D134AC2E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726" y="5019676"/>
                        <a:ext cx="19859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2" name="Text Box 14">
            <a:extLst>
              <a:ext uri="{FF2B5EF4-FFF2-40B4-BE49-F238E27FC236}">
                <a16:creationId xmlns:a16="http://schemas.microsoft.com/office/drawing/2014/main" id="{322FA751-DC35-4AD4-992C-DE7CDB7D4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1155701"/>
            <a:ext cx="1754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0.000 5</a:t>
            </a:r>
          </a:p>
        </p:txBody>
      </p:sp>
      <p:sp>
        <p:nvSpPr>
          <p:cNvPr id="83983" name="Text Box 15">
            <a:extLst>
              <a:ext uri="{FF2B5EF4-FFF2-40B4-BE49-F238E27FC236}">
                <a16:creationId xmlns:a16="http://schemas.microsoft.com/office/drawing/2014/main" id="{D29C7522-987A-4C96-A3F4-D1D1DD2BC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1" y="1555751"/>
            <a:ext cx="1971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0.000 09</a:t>
            </a:r>
          </a:p>
        </p:txBody>
      </p:sp>
      <p:sp>
        <p:nvSpPr>
          <p:cNvPr id="83984" name="Text Box 16">
            <a:extLst>
              <a:ext uri="{FF2B5EF4-FFF2-40B4-BE49-F238E27FC236}">
                <a16:creationId xmlns:a16="http://schemas.microsoft.com/office/drawing/2014/main" id="{99C982FD-AAAB-415D-9D8C-AD33937F7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1993901"/>
            <a:ext cx="1754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0.005 8</a:t>
            </a:r>
          </a:p>
        </p:txBody>
      </p:sp>
      <p:sp>
        <p:nvSpPr>
          <p:cNvPr id="83985" name="Text Box 17">
            <a:extLst>
              <a:ext uri="{FF2B5EF4-FFF2-40B4-BE49-F238E27FC236}">
                <a16:creationId xmlns:a16="http://schemas.microsoft.com/office/drawing/2014/main" id="{076FD9DA-8033-4A84-99EA-A36C78E96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2393951"/>
            <a:ext cx="2730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0.000 000 62</a:t>
            </a:r>
          </a:p>
        </p:txBody>
      </p:sp>
      <p:sp>
        <p:nvSpPr>
          <p:cNvPr id="83986" name="Text Box 18">
            <a:extLst>
              <a:ext uri="{FF2B5EF4-FFF2-40B4-BE49-F238E27FC236}">
                <a16:creationId xmlns:a16="http://schemas.microsoft.com/office/drawing/2014/main" id="{936E2593-4145-436D-BCA7-BC48D74F5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2870201"/>
            <a:ext cx="2730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0.000 006 45</a:t>
            </a:r>
          </a:p>
        </p:txBody>
      </p:sp>
      <p:sp>
        <p:nvSpPr>
          <p:cNvPr id="83987" name="Text Box 19">
            <a:extLst>
              <a:ext uri="{FF2B5EF4-FFF2-40B4-BE49-F238E27FC236}">
                <a16:creationId xmlns:a16="http://schemas.microsoft.com/office/drawing/2014/main" id="{6276B23E-34A5-4362-B85D-700A04627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3289301"/>
            <a:ext cx="2730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0.000 000 53</a:t>
            </a:r>
          </a:p>
        </p:txBody>
      </p:sp>
      <p:sp>
        <p:nvSpPr>
          <p:cNvPr id="83988" name="Text Box 20">
            <a:extLst>
              <a:ext uri="{FF2B5EF4-FFF2-40B4-BE49-F238E27FC236}">
                <a16:creationId xmlns:a16="http://schemas.microsoft.com/office/drawing/2014/main" id="{B75021B7-CB33-4D0F-8BCE-69AA0D483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1775" y="3665538"/>
            <a:ext cx="2673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0.000 009 17</a:t>
            </a:r>
          </a:p>
        </p:txBody>
      </p:sp>
      <p:sp>
        <p:nvSpPr>
          <p:cNvPr id="83989" name="Text Box 21">
            <a:extLst>
              <a:ext uri="{FF2B5EF4-FFF2-40B4-BE49-F238E27FC236}">
                <a16:creationId xmlns:a16="http://schemas.microsoft.com/office/drawing/2014/main" id="{F7C1AA6B-9A91-42B6-B1D3-CCC593D1B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1" y="4089401"/>
            <a:ext cx="1914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0.002 12</a:t>
            </a:r>
          </a:p>
        </p:txBody>
      </p:sp>
      <p:sp>
        <p:nvSpPr>
          <p:cNvPr id="83990" name="Text Box 22">
            <a:extLst>
              <a:ext uri="{FF2B5EF4-FFF2-40B4-BE49-F238E27FC236}">
                <a16:creationId xmlns:a16="http://schemas.microsoft.com/office/drawing/2014/main" id="{A70E5ADE-6F04-46A7-B01C-68F017A8E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1" y="4546601"/>
            <a:ext cx="2513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0.000 020 3</a:t>
            </a:r>
          </a:p>
        </p:txBody>
      </p:sp>
      <p:sp>
        <p:nvSpPr>
          <p:cNvPr id="83991" name="Text Box 23">
            <a:extLst>
              <a:ext uri="{FF2B5EF4-FFF2-40B4-BE49-F238E27FC236}">
                <a16:creationId xmlns:a16="http://schemas.microsoft.com/office/drawing/2014/main" id="{E02F4ED7-9AB7-4607-B533-E4BBFEDD0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1" y="4997451"/>
            <a:ext cx="3706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0.000 000 006 032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82" grpId="0" autoUpdateAnimBg="0"/>
      <p:bldP spid="83983" grpId="0" autoUpdateAnimBg="0"/>
      <p:bldP spid="83984" grpId="0" autoUpdateAnimBg="0"/>
      <p:bldP spid="83985" grpId="0" autoUpdateAnimBg="0"/>
      <p:bldP spid="83986" grpId="0" autoUpdateAnimBg="0"/>
      <p:bldP spid="83987" grpId="0" autoUpdateAnimBg="0"/>
      <p:bldP spid="83988" grpId="0" autoUpdateAnimBg="0"/>
      <p:bldP spid="83989" grpId="0" autoUpdateAnimBg="0"/>
      <p:bldP spid="83990" grpId="0" autoUpdateAnimBg="0"/>
      <p:bldP spid="83991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377</Words>
  <Application>Microsoft Office PowerPoint</Application>
  <PresentationFormat>Widescreen</PresentationFormat>
  <Paragraphs>88</Paragraphs>
  <Slides>11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PMingLiU</vt:lpstr>
      <vt:lpstr>Arial</vt:lpstr>
      <vt:lpstr>Calibri</vt:lpstr>
      <vt:lpstr>Calibri Light</vt:lpstr>
      <vt:lpstr>Cambria Math</vt:lpstr>
      <vt:lpstr>Comic Sans MS</vt:lpstr>
      <vt:lpstr>Fragment Core</vt:lpstr>
      <vt:lpstr>Times New Roman</vt:lpstr>
      <vt:lpstr>Office Theme</vt:lpstr>
      <vt:lpstr>Microsoft Equation 3.0</vt:lpstr>
      <vt:lpstr>NAPLAN</vt:lpstr>
      <vt:lpstr>NAPLAN Question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NAPLAN</dc:title>
  <dc:creator>STRETCH Nine [Baldivis Secondary College]</dc:creator>
  <cp:lastModifiedBy>STRETCH Nine [Baldivis Secondary College]</cp:lastModifiedBy>
  <cp:revision>3</cp:revision>
  <dcterms:created xsi:type="dcterms:W3CDTF">2019-04-23T04:56:09Z</dcterms:created>
  <dcterms:modified xsi:type="dcterms:W3CDTF">2019-04-23T05:01:19Z</dcterms:modified>
</cp:coreProperties>
</file>