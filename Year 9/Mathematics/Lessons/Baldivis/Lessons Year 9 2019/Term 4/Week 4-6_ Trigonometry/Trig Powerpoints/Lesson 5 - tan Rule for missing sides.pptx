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71" r:id="rId7"/>
    <p:sldId id="262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 snapToObjects="1">
      <p:cViewPr varScale="1">
        <p:scale>
          <a:sx n="64" d="100"/>
          <a:sy n="64" d="100"/>
        </p:scale>
        <p:origin x="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95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17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49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951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2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600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726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99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71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1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85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00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63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134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236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12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65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83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EB46E97-1BBD-C745-A04D-2432D49679E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02E3BC-96DA-F447-A129-47D5E6974F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10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Tangent Ratio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EQ: How do I find missing side lengths using cos Ratio?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B5A80-42F4-4BE9-8225-A59E9EF3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7" y="52069"/>
            <a:ext cx="3289510" cy="383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3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21" y="123165"/>
            <a:ext cx="2384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/>
              <a:t>Tangent Ratio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2724884" y="5645970"/>
            <a:ext cx="2026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701688" y="4973217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/>
              <a:t>ϴ</a:t>
            </a:r>
            <a:endParaRPr lang="en-GB" sz="4400" baseline="300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588" y="78415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31450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821" y="860369"/>
            <a:ext cx="5568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find missing side lengths using Tangent Ratio?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7327392" y="1926336"/>
            <a:ext cx="44013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Tangent Ratio is used when you have the </a:t>
            </a:r>
            <a:r>
              <a:rPr lang="en-AU" b="1" dirty="0"/>
              <a:t>Opposite</a:t>
            </a:r>
            <a:r>
              <a:rPr lang="en-AU" dirty="0"/>
              <a:t> and </a:t>
            </a:r>
            <a:r>
              <a:rPr lang="en-AU" b="1" dirty="0"/>
              <a:t>Adjacent</a:t>
            </a:r>
            <a:r>
              <a:rPr lang="en-AU" dirty="0"/>
              <a:t> sides on a right angle triangle. </a:t>
            </a:r>
          </a:p>
          <a:p>
            <a:endParaRPr lang="en-AU" dirty="0"/>
          </a:p>
          <a:p>
            <a:r>
              <a:rPr lang="en-AU" dirty="0"/>
              <a:t>Remember- the </a:t>
            </a:r>
            <a:r>
              <a:rPr lang="en-AU" b="1" dirty="0"/>
              <a:t>opposite side</a:t>
            </a:r>
            <a:r>
              <a:rPr lang="en-AU" dirty="0"/>
              <a:t> is always opposite from the angle. The </a:t>
            </a:r>
            <a:r>
              <a:rPr lang="en-AU" b="1" dirty="0"/>
              <a:t>adjacent </a:t>
            </a:r>
            <a:r>
              <a:rPr lang="en-AU" dirty="0"/>
              <a:t>is the side next to the angle.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7522465" y="4718304"/>
                <a:ext cx="4206240" cy="803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 Tan(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465" y="4718304"/>
                <a:ext cx="4206240" cy="8036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B9CB28E-C811-467D-90D8-0D0E47BE857B}"/>
              </a:ext>
            </a:extLst>
          </p:cNvPr>
          <p:cNvSpPr txBox="1"/>
          <p:nvPr/>
        </p:nvSpPr>
        <p:spPr>
          <a:xfrm rot="16200000">
            <a:off x="-412517" y="3345110"/>
            <a:ext cx="2548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OPPOSITE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F54FD84-5B03-40E5-A2DA-5E8BB3582FAB}"/>
              </a:ext>
            </a:extLst>
          </p:cNvPr>
          <p:cNvCxnSpPr/>
          <p:nvPr/>
        </p:nvCxnSpPr>
        <p:spPr>
          <a:xfrm flipH="1" flipV="1">
            <a:off x="1988510" y="3957661"/>
            <a:ext cx="3347988" cy="1112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1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Tangent- Opposite is unknown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056489" y="5742658"/>
            <a:ext cx="1234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12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74968" y="4973217"/>
            <a:ext cx="9941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/>
              <a:t>42</a:t>
            </a:r>
            <a:r>
              <a:rPr lang="en-AU" sz="4400" baseline="30000" dirty="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549351" y="3441341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3979" y="1914144"/>
                <a:ext cx="4584192" cy="357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1- </a:t>
                </a:r>
                <a:r>
                  <a:rPr lang="en-AU" dirty="0">
                    <a:solidFill>
                      <a:srgbClr val="FF0000"/>
                    </a:solidFill>
                  </a:rPr>
                  <a:t>Label</a:t>
                </a:r>
                <a:r>
                  <a:rPr lang="en-AU" dirty="0"/>
                  <a:t> the sides</a:t>
                </a:r>
              </a:p>
              <a:p>
                <a:endParaRPr lang="en-AU" dirty="0"/>
              </a:p>
              <a:p>
                <a:r>
                  <a:rPr lang="en-AU" dirty="0"/>
                  <a:t>2- Write the equation as Tan(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 </a:t>
                </a:r>
                <a:r>
                  <a:rPr lang="en-AU" b="1" dirty="0"/>
                  <a:t>Tan(42) = Y/12</a:t>
                </a:r>
              </a:p>
              <a:p>
                <a:endParaRPr lang="en-AU" i="1" dirty="0"/>
              </a:p>
              <a:p>
                <a:endParaRPr lang="en-AU" i="1" dirty="0"/>
              </a:p>
              <a:p>
                <a:r>
                  <a:rPr lang="en-AU" dirty="0"/>
                  <a:t>3- Because the 12 is below the y, we multiply. </a:t>
                </a:r>
              </a:p>
              <a:p>
                <a:r>
                  <a:rPr lang="en-AU" b="1" dirty="0"/>
                  <a:t>12 x Tan(42) =</a:t>
                </a:r>
              </a:p>
              <a:p>
                <a:endParaRPr lang="en-AU" b="1" dirty="0"/>
              </a:p>
              <a:p>
                <a:r>
                  <a:rPr lang="en-AU" dirty="0"/>
                  <a:t>4- Use your calculator to solve 12xTan(42)</a:t>
                </a:r>
              </a:p>
              <a:p>
                <a:r>
                  <a:rPr lang="en-AU" dirty="0"/>
                  <a:t> y = 9.30815</a:t>
                </a:r>
                <a:r>
                  <a:rPr lang="is-IS" dirty="0"/>
                  <a:t>…*round to 2 dp* -&gt; 9.31m</a:t>
                </a:r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979" y="1914144"/>
                <a:ext cx="4584192" cy="3573607"/>
              </a:xfrm>
              <a:prstGeom prst="rect">
                <a:avLst/>
              </a:prstGeom>
              <a:blipFill>
                <a:blip r:embed="rId2"/>
                <a:stretch>
                  <a:fillRect l="-1064" t="-8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4757" y="239495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Opposite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1853" y="6301363"/>
            <a:ext cx="101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Adjacent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503" y="1072429"/>
            <a:ext cx="5568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find missing side lengths using Tangent Ratio?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012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259C6-E515-45F9-8C46-9A6C7CA71577}"/>
              </a:ext>
            </a:extLst>
          </p:cNvPr>
          <p:cNvSpPr txBox="1"/>
          <p:nvPr/>
        </p:nvSpPr>
        <p:spPr>
          <a:xfrm>
            <a:off x="3147417" y="5742658"/>
            <a:ext cx="609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 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62CB-FA2A-408C-9BA9-138AB907F41F}"/>
              </a:ext>
            </a:extLst>
          </p:cNvPr>
          <p:cNvSpPr txBox="1"/>
          <p:nvPr/>
        </p:nvSpPr>
        <p:spPr>
          <a:xfrm>
            <a:off x="5262442" y="4915307"/>
            <a:ext cx="954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/>
              <a:t>32</a:t>
            </a:r>
            <a:r>
              <a:rPr lang="en-AU" sz="4400" baseline="30000"/>
              <a:t>o</a:t>
            </a:r>
            <a:endParaRPr lang="en-GB" sz="4400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03BFB-06CC-4A8E-BB00-4C2590B5C14E}"/>
              </a:ext>
            </a:extLst>
          </p:cNvPr>
          <p:cNvSpPr txBox="1"/>
          <p:nvPr/>
        </p:nvSpPr>
        <p:spPr>
          <a:xfrm>
            <a:off x="311955" y="3159617"/>
            <a:ext cx="950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 m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7503" y="-18452"/>
            <a:ext cx="10515600" cy="1325563"/>
          </a:xfrm>
        </p:spPr>
        <p:txBody>
          <a:bodyPr/>
          <a:lstStyle/>
          <a:p>
            <a:r>
              <a:rPr lang="en-AU" dirty="0"/>
              <a:t>tangent – Adjacent is unknown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-13730" y="99621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-15318" y="152656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503" y="1072429"/>
            <a:ext cx="5568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find missing side lengths using Tangent Ratio?</a:t>
            </a:r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00602" y="2404922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Opposite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7417" y="6342843"/>
            <a:ext cx="101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Adjacent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7315201" y="1914144"/>
                <a:ext cx="4584192" cy="3296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1- </a:t>
                </a:r>
                <a:r>
                  <a:rPr lang="en-AU" dirty="0">
                    <a:solidFill>
                      <a:srgbClr val="FF0000"/>
                    </a:solidFill>
                  </a:rPr>
                  <a:t>Label</a:t>
                </a:r>
                <a:r>
                  <a:rPr lang="en-AU" dirty="0"/>
                  <a:t> the sides</a:t>
                </a:r>
              </a:p>
              <a:p>
                <a:endParaRPr lang="en-AU" dirty="0"/>
              </a:p>
              <a:p>
                <a:r>
                  <a:rPr lang="en-AU" dirty="0"/>
                  <a:t>2- Write the equation as Tan(</a:t>
                </a:r>
                <a:r>
                  <a:rPr lang="el-GR" dirty="0"/>
                  <a:t>ϴ</a:t>
                </a:r>
                <a:r>
                  <a:rPr lang="en-AU" baseline="30000" dirty="0"/>
                  <a:t>o</a:t>
                </a:r>
                <a:r>
                  <a:rPr lang="en-GB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𝑂𝑝𝑝𝑜𝑠𝑖𝑡𝑒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𝐴𝑑𝑗𝑎𝑐𝑒𝑛𝑡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 </a:t>
                </a:r>
                <a:r>
                  <a:rPr lang="en-AU" b="1" dirty="0"/>
                  <a:t>Tan(32) = 5/Y</a:t>
                </a:r>
              </a:p>
              <a:p>
                <a:endParaRPr lang="en-AU" i="1" dirty="0"/>
              </a:p>
              <a:p>
                <a:endParaRPr lang="en-AU" i="1" dirty="0"/>
              </a:p>
              <a:p>
                <a:r>
                  <a:rPr lang="en-AU" dirty="0"/>
                  <a:t>3- Because the 12 is on top of the y, we divide. </a:t>
                </a:r>
              </a:p>
              <a:p>
                <a:r>
                  <a:rPr lang="en-AU" b="1" dirty="0"/>
                  <a:t>5/ Tan(32) =</a:t>
                </a:r>
              </a:p>
              <a:p>
                <a:endParaRPr lang="en-AU" b="1" dirty="0"/>
              </a:p>
              <a:p>
                <a:r>
                  <a:rPr lang="en-AU" dirty="0"/>
                  <a:t>4- Use your calculator to solve 5/Tan(42)</a:t>
                </a:r>
              </a:p>
              <a:p>
                <a:r>
                  <a:rPr lang="en-AU" dirty="0"/>
                  <a:t> y = 9.0949</a:t>
                </a:r>
                <a:r>
                  <a:rPr lang="is-IS" dirty="0"/>
                  <a:t>…*round to 2 dp* -&gt; 9.09m</a:t>
                </a:r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1" y="1914144"/>
                <a:ext cx="4584192" cy="3296608"/>
              </a:xfrm>
              <a:prstGeom prst="rect">
                <a:avLst/>
              </a:prstGeom>
              <a:blipFill>
                <a:blip r:embed="rId2"/>
                <a:stretch>
                  <a:fillRect l="-1064" t="-924" r="-266" b="-20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19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information from yesterday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/>
              <a:t>When the number is below the variable – Multiply both sides by the Variable. [TIMES]</a:t>
            </a:r>
          </a:p>
          <a:p>
            <a:r>
              <a:rPr lang="en-AU" dirty="0"/>
              <a:t>When the number is above the variable – Divide the number by (Ratio x Angle). [SWAP]</a:t>
            </a:r>
          </a:p>
        </p:txBody>
      </p:sp>
    </p:spTree>
    <p:extLst>
      <p:ext uri="{BB962C8B-B14F-4D97-AF65-F5344CB8AC3E}">
        <p14:creationId xmlns:p14="http://schemas.microsoft.com/office/powerpoint/2010/main" val="1930729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7768" y="44624"/>
            <a:ext cx="3981128" cy="954360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5400" dirty="0">
                <a:latin typeface="Brandish" pitchFamily="2" charset="0"/>
              </a:rPr>
              <a:t>Practise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07294"/>
            <a:ext cx="8229600" cy="4525963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GB" dirty="0"/>
              <a:t>Use Tangent to find the missing lengths on these triangles:</a:t>
            </a:r>
          </a:p>
        </p:txBody>
      </p:sp>
      <p:sp>
        <p:nvSpPr>
          <p:cNvPr id="20" name="Right Triangle 19"/>
          <p:cNvSpPr/>
          <p:nvPr/>
        </p:nvSpPr>
        <p:spPr>
          <a:xfrm>
            <a:off x="2520793" y="1907554"/>
            <a:ext cx="1224136" cy="1008112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21" name="TextBox 20"/>
          <p:cNvSpPr txBox="1"/>
          <p:nvPr/>
        </p:nvSpPr>
        <p:spPr>
          <a:xfrm flipH="1">
            <a:off x="2125216" y="2132856"/>
            <a:ext cx="22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2024" y="2939309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15cm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2441" y="257505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42˚</a:t>
            </a:r>
          </a:p>
        </p:txBody>
      </p:sp>
      <p:sp>
        <p:nvSpPr>
          <p:cNvPr id="24" name="Right Triangle 23"/>
          <p:cNvSpPr/>
          <p:nvPr/>
        </p:nvSpPr>
        <p:spPr>
          <a:xfrm>
            <a:off x="5589013" y="1907554"/>
            <a:ext cx="1800200" cy="1008112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</p:txBody>
      </p:sp>
      <p:sp>
        <p:nvSpPr>
          <p:cNvPr id="25" name="TextBox 24"/>
          <p:cNvSpPr txBox="1"/>
          <p:nvPr/>
        </p:nvSpPr>
        <p:spPr>
          <a:xfrm>
            <a:off x="6042490" y="2939309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11cm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5601" y="2316499"/>
            <a:ext cx="25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0048" y="210421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60˚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248128" y="1907555"/>
            <a:ext cx="3059832" cy="646331"/>
            <a:chOff x="5184576" y="3020759"/>
            <a:chExt cx="3059832" cy="646331"/>
          </a:xfrm>
        </p:grpSpPr>
        <p:sp>
          <p:nvSpPr>
            <p:cNvPr id="28" name="TextBox 27"/>
            <p:cNvSpPr txBox="1"/>
            <p:nvPr/>
          </p:nvSpPr>
          <p:spPr>
            <a:xfrm>
              <a:off x="5184576" y="3155483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>
                  <a:solidFill>
                    <a:schemeClr val="accent4">
                      <a:lumMod val="75000"/>
                    </a:schemeClr>
                  </a:solidFill>
                </a:rPr>
                <a:t>Tan</a:t>
              </a:r>
              <a:r>
                <a:rPr lang="el-GR" b="1" dirty="0">
                  <a:solidFill>
                    <a:schemeClr val="accent4">
                      <a:lumMod val="75000"/>
                    </a:schemeClr>
                  </a:solidFill>
                </a:rPr>
                <a:t>ϴ</a:t>
              </a:r>
              <a:r>
                <a:rPr lang="en-GB" b="1" dirty="0">
                  <a:solidFill>
                    <a:schemeClr val="accent4">
                      <a:lumMod val="75000"/>
                    </a:schemeClr>
                  </a:solidFill>
                </a:rPr>
                <a:t>=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24128" y="3020759"/>
              <a:ext cx="25202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 dirty="0">
                  <a:solidFill>
                    <a:schemeClr val="accent4">
                      <a:lumMod val="75000"/>
                    </a:schemeClr>
                  </a:solidFill>
                </a:rPr>
                <a:t>Opposite</a:t>
              </a:r>
            </a:p>
            <a:p>
              <a:pPr algn="ctr"/>
              <a:r>
                <a:rPr lang="en-GB" b="1" dirty="0">
                  <a:solidFill>
                    <a:schemeClr val="accent4">
                      <a:lumMod val="75000"/>
                    </a:schemeClr>
                  </a:solidFill>
                </a:rPr>
                <a:t>Adjacent</a:t>
              </a:r>
              <a:endParaRPr lang="en-GB" b="1" u="sng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pic>
        <p:nvPicPr>
          <p:cNvPr id="14339" name="Picture 3" descr="C:\Users\Ben\AppData\Local\Microsoft\Windows\Temporary Internet Files\Content.IE5\W2NO9NUW\MC90041745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68208" y="0"/>
            <a:ext cx="1222136" cy="10496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54E856-322A-42FD-850B-611DA34459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3" r="7135" b="3354"/>
          <a:stretch/>
        </p:blipFill>
        <p:spPr>
          <a:xfrm>
            <a:off x="0" y="0"/>
            <a:ext cx="73451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3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6D50A2-890A-41E1-980A-470D1D3609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88" t="18127" r="20517" b="13138"/>
          <a:stretch/>
        </p:blipFill>
        <p:spPr>
          <a:xfrm>
            <a:off x="134911" y="115246"/>
            <a:ext cx="9323882" cy="667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8749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106</TotalTime>
  <Words>335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Brandish</vt:lpstr>
      <vt:lpstr>Calibri</vt:lpstr>
      <vt:lpstr>Cambria Math</vt:lpstr>
      <vt:lpstr>Tw Cen MT</vt:lpstr>
      <vt:lpstr>Droplet</vt:lpstr>
      <vt:lpstr>Tangent Ratio</vt:lpstr>
      <vt:lpstr>PowerPoint Presentation</vt:lpstr>
      <vt:lpstr>Tangent- Opposite is unknown</vt:lpstr>
      <vt:lpstr>tangent – Adjacent is unknown</vt:lpstr>
      <vt:lpstr>Key information from yesterday</vt:lpstr>
      <vt:lpstr>Practise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Cosine Ratio</dc:title>
  <dc:creator>POWER Travis [Baldivis Secondary College]</dc:creator>
  <cp:lastModifiedBy>CRAIG Mason [Baldivis Secondary College]</cp:lastModifiedBy>
  <cp:revision>13</cp:revision>
  <dcterms:created xsi:type="dcterms:W3CDTF">2018-10-07T11:57:23Z</dcterms:created>
  <dcterms:modified xsi:type="dcterms:W3CDTF">2018-10-14T12:03:08Z</dcterms:modified>
</cp:coreProperties>
</file>