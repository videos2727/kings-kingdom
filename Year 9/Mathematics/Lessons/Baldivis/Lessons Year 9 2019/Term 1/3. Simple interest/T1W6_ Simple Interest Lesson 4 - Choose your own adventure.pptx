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2/28/2019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74095-B4A9-4988-ABAB-F93957BDFA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Simple interest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0A28459-994E-4429-9B04-6AFA10A23F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3313" y="3978739"/>
            <a:ext cx="8045373" cy="742279"/>
          </a:xfrm>
        </p:spPr>
        <p:txBody>
          <a:bodyPr/>
          <a:lstStyle/>
          <a:p>
            <a:r>
              <a:rPr lang="en-AU" dirty="0"/>
              <a:t>Choose your Own Adventure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12278D-D30D-45C8-8861-6CD363BD3DD1}"/>
              </a:ext>
            </a:extLst>
          </p:cNvPr>
          <p:cNvSpPr txBox="1"/>
          <p:nvPr/>
        </p:nvSpPr>
        <p:spPr>
          <a:xfrm>
            <a:off x="532660" y="5859262"/>
            <a:ext cx="3417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Ms. Latham </a:t>
            </a:r>
          </a:p>
          <a:p>
            <a:r>
              <a:rPr lang="en-AU" dirty="0"/>
              <a:t>Year 9</a:t>
            </a:r>
          </a:p>
        </p:txBody>
      </p:sp>
    </p:spTree>
    <p:extLst>
      <p:ext uri="{BB962C8B-B14F-4D97-AF65-F5344CB8AC3E}">
        <p14:creationId xmlns:p14="http://schemas.microsoft.com/office/powerpoint/2010/main" val="11992959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6372C-FDC9-4D71-BEC3-FFCDC17D4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will……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4F345-E2D1-4B88-8669-5180F7F6B5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389893"/>
            <a:ext cx="10178322" cy="4149773"/>
          </a:xfrm>
        </p:spPr>
        <p:txBody>
          <a:bodyPr>
            <a:normAutofit/>
          </a:bodyPr>
          <a:lstStyle/>
          <a:p>
            <a:r>
              <a:rPr lang="en-AU" sz="2400" dirty="0"/>
              <a:t>Choose your own </a:t>
            </a:r>
          </a:p>
          <a:p>
            <a:pPr lvl="1"/>
            <a:r>
              <a:rPr lang="en-AU" sz="2000" dirty="0"/>
              <a:t>Career</a:t>
            </a:r>
          </a:p>
          <a:p>
            <a:pPr lvl="1"/>
            <a:r>
              <a:rPr lang="en-AU" sz="2000" dirty="0"/>
              <a:t>Car </a:t>
            </a:r>
          </a:p>
          <a:p>
            <a:pPr lvl="1"/>
            <a:r>
              <a:rPr lang="en-AU" sz="2000" dirty="0"/>
              <a:t>House</a:t>
            </a:r>
          </a:p>
          <a:p>
            <a:pPr lvl="1"/>
            <a:r>
              <a:rPr lang="en-AU" sz="2000" dirty="0"/>
              <a:t>Weekly budget </a:t>
            </a:r>
          </a:p>
          <a:p>
            <a:r>
              <a:rPr lang="en-AU" sz="2400" dirty="0"/>
              <a:t>And determine if you can sustain your ideal life style with your remaining budget</a:t>
            </a:r>
          </a:p>
          <a:p>
            <a:endParaRPr lang="en-AU" sz="2400" dirty="0"/>
          </a:p>
          <a:p>
            <a:r>
              <a:rPr lang="en-AU" sz="2400" dirty="0"/>
              <a:t>You need a Choose Your Destiny WS and calculator to be successful</a:t>
            </a:r>
          </a:p>
        </p:txBody>
      </p:sp>
    </p:spTree>
    <p:extLst>
      <p:ext uri="{BB962C8B-B14F-4D97-AF65-F5344CB8AC3E}">
        <p14:creationId xmlns:p14="http://schemas.microsoft.com/office/powerpoint/2010/main" val="2537227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1. Career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253659"/>
              </p:ext>
            </p:extLst>
          </p:nvPr>
        </p:nvGraphicFramePr>
        <p:xfrm>
          <a:off x="1401684" y="1681564"/>
          <a:ext cx="9148020" cy="330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9604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  <a:gridCol w="1829604">
                  <a:extLst>
                    <a:ext uri="{9D8B030D-6E8A-4147-A177-3AD203B41FA5}">
                      <a16:colId xmlns:a16="http://schemas.microsoft.com/office/drawing/2014/main" val="11425117"/>
                    </a:ext>
                  </a:extLst>
                </a:gridCol>
              </a:tblGrid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Job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Truck Driver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Engineer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Retail Worker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Amount of study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&gt;5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Training course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&gt;5 years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none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Responsibility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High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Annual Pay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$82,000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$38,000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4015666" y="13053"/>
            <a:ext cx="817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(No FIFO) WA job ads, full time (40 hours a week)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766656" y="5122416"/>
            <a:ext cx="82651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career and fill in the section on your WS, then calculate your weekly pay. </a:t>
            </a:r>
          </a:p>
        </p:txBody>
      </p:sp>
    </p:spTree>
    <p:extLst>
      <p:ext uri="{BB962C8B-B14F-4D97-AF65-F5344CB8AC3E}">
        <p14:creationId xmlns:p14="http://schemas.microsoft.com/office/powerpoint/2010/main" val="2959345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2. Car 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36747"/>
              </p:ext>
            </p:extLst>
          </p:nvPr>
        </p:nvGraphicFramePr>
        <p:xfrm>
          <a:off x="902334" y="1128451"/>
          <a:ext cx="9523010" cy="499376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9866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2118360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2135580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1904602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  <a:gridCol w="1904602">
                  <a:extLst>
                    <a:ext uri="{9D8B030D-6E8A-4147-A177-3AD203B41FA5}">
                      <a16:colId xmlns:a16="http://schemas.microsoft.com/office/drawing/2014/main" val="11425117"/>
                    </a:ext>
                  </a:extLst>
                </a:gridCol>
              </a:tblGrid>
              <a:tr h="1552955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dirty="0"/>
                        <a:t>Make/Model</a:t>
                      </a:r>
                    </a:p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Porsche Cayman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Suzuki Swift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Holden </a:t>
                      </a:r>
                      <a:r>
                        <a:rPr lang="en-AU" dirty="0" err="1"/>
                        <a:t>Maloo</a:t>
                      </a:r>
                      <a:r>
                        <a:rPr lang="en-AU" dirty="0"/>
                        <a:t> R8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Volkswagen Beetle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2010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Used/New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Used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  <a:tr h="860202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$17,000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661159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3271520" y="13053"/>
            <a:ext cx="8920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Australian car sales, carsales.com.au and Redbook.com.au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766656" y="6106283"/>
            <a:ext cx="82651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car and choose a loan length (3, 5, or 10 years). Calculate simple interest and total to pay over then loan length. Then find weekly payment. 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6D99EFD-AD5B-4B6B-8D0A-6E6760F08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0717" y="1303388"/>
            <a:ext cx="2007535" cy="13322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4FAB43-B83B-4543-8CF8-C16BAA9700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6949" y="1303387"/>
            <a:ext cx="2000683" cy="133227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5F39207-39EE-40F9-9F79-395C6D8FF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607" y="1208379"/>
            <a:ext cx="2000685" cy="133227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3E48229-34D8-42E8-87F4-BA405240F7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142" y="1226655"/>
            <a:ext cx="1844202" cy="138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431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0B36E-A9E3-4E4D-B72A-9755778E67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3. Home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B1C9FA-4B80-4164-BF6C-1EA59C626A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8868860"/>
              </p:ext>
            </p:extLst>
          </p:nvPr>
        </p:nvGraphicFramePr>
        <p:xfrm>
          <a:off x="1917563" y="1296900"/>
          <a:ext cx="9476877" cy="4642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4799">
                  <a:extLst>
                    <a:ext uri="{9D8B030D-6E8A-4147-A177-3AD203B41FA5}">
                      <a16:colId xmlns:a16="http://schemas.microsoft.com/office/drawing/2014/main" val="1910503672"/>
                    </a:ext>
                  </a:extLst>
                </a:gridCol>
                <a:gridCol w="2602958">
                  <a:extLst>
                    <a:ext uri="{9D8B030D-6E8A-4147-A177-3AD203B41FA5}">
                      <a16:colId xmlns:a16="http://schemas.microsoft.com/office/drawing/2014/main" val="2649129413"/>
                    </a:ext>
                  </a:extLst>
                </a:gridCol>
                <a:gridCol w="2184400">
                  <a:extLst>
                    <a:ext uri="{9D8B030D-6E8A-4147-A177-3AD203B41FA5}">
                      <a16:colId xmlns:a16="http://schemas.microsoft.com/office/drawing/2014/main" val="2262997121"/>
                    </a:ext>
                  </a:extLst>
                </a:gridCol>
                <a:gridCol w="2204720">
                  <a:extLst>
                    <a:ext uri="{9D8B030D-6E8A-4147-A177-3AD203B41FA5}">
                      <a16:colId xmlns:a16="http://schemas.microsoft.com/office/drawing/2014/main" val="110746918"/>
                    </a:ext>
                  </a:extLst>
                </a:gridCol>
              </a:tblGrid>
              <a:tr h="825480"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0383255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Apartment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House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2489827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Bathrooms/Rooms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1 /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 / 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2 / 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967026"/>
                  </a:ext>
                </a:extLst>
              </a:tr>
              <a:tr h="63610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Outside Space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none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small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medium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5627830"/>
                  </a:ext>
                </a:extLst>
              </a:tr>
              <a:tr h="70470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Fremantle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East Perth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Baldivis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9925056"/>
                  </a:ext>
                </a:extLst>
              </a:tr>
              <a:tr h="825480"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Cost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$405,000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$1,200,000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/>
                        <a:t>$380,000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7312492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7CEEC08-E2EC-46FD-B7EA-FBBE41AEC6BC}"/>
              </a:ext>
            </a:extLst>
          </p:cNvPr>
          <p:cNvSpPr txBox="1"/>
          <p:nvPr/>
        </p:nvSpPr>
        <p:spPr>
          <a:xfrm>
            <a:off x="6656001" y="-29887"/>
            <a:ext cx="81763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Estimates based on current local ads, realestate.com.au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AE8824-4967-42AF-8CB9-64821C8CDB6A}"/>
              </a:ext>
            </a:extLst>
          </p:cNvPr>
          <p:cNvSpPr txBox="1"/>
          <p:nvPr/>
        </p:nvSpPr>
        <p:spPr>
          <a:xfrm>
            <a:off x="1826948" y="6060601"/>
            <a:ext cx="9476877" cy="6582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Choose a home (everyone will use the standard 30 – year mortgage) calculate simple interest, total to pay, and weekly mortgage payments.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F8D899-7367-40E6-ADE1-08453337AF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2552" y="468265"/>
            <a:ext cx="2224661" cy="16684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A2AFD5-36AA-4946-8539-15D75C016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5132" y="451658"/>
            <a:ext cx="2224661" cy="16684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5D7705-8C77-4DA6-8213-5FBB0D4A21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6058" y="427562"/>
            <a:ext cx="2545725" cy="171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1141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F1A2E-B100-48BB-99D3-F2367896EF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4. Expenses </a:t>
            </a:r>
            <a:r>
              <a:rPr lang="en-AU" cap="none" dirty="0"/>
              <a:t>and</a:t>
            </a:r>
            <a:r>
              <a:rPr lang="en-AU" dirty="0"/>
              <a:t> life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69CED-31CB-4612-B84F-846E928449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632204"/>
            <a:ext cx="7313202" cy="49616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dirty="0"/>
              <a:t>Weekly Pay $$$$$</a:t>
            </a:r>
          </a:p>
          <a:p>
            <a:pPr marL="0" indent="0">
              <a:buNone/>
            </a:pPr>
            <a:r>
              <a:rPr lang="en-AU" dirty="0"/>
              <a:t>	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  <a:r>
              <a:rPr lang="en-AU" dirty="0"/>
              <a:t>Weekly Car Payments</a:t>
            </a:r>
          </a:p>
          <a:p>
            <a:pPr marL="0" indent="0">
              <a:buNone/>
            </a:pPr>
            <a:r>
              <a:rPr lang="en-AU" dirty="0"/>
              <a:t>       </a:t>
            </a:r>
            <a:r>
              <a:rPr lang="en-AU" dirty="0">
                <a:latin typeface="Century Gothic" panose="020B0502020202020204" pitchFamily="34" charset="0"/>
              </a:rPr>
              <a:t>─</a:t>
            </a:r>
            <a:r>
              <a:rPr lang="en-AU" dirty="0"/>
              <a:t>	</a:t>
            </a:r>
            <a:r>
              <a:rPr lang="en-AU" dirty="0">
                <a:latin typeface="Century Gothic" panose="020B0502020202020204" pitchFamily="34" charset="0"/>
              </a:rPr>
              <a:t> </a:t>
            </a:r>
            <a:r>
              <a:rPr lang="en-AU" dirty="0"/>
              <a:t>Weekly House Payments</a:t>
            </a:r>
          </a:p>
          <a:p>
            <a:pPr marL="0" indent="0">
              <a:buNone/>
            </a:pPr>
            <a:endParaRPr lang="en-AU" sz="700" dirty="0"/>
          </a:p>
          <a:p>
            <a:pPr marL="0" indent="0">
              <a:buNone/>
            </a:pPr>
            <a:r>
              <a:rPr lang="en-AU" dirty="0"/>
              <a:t>	Remaining amount 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Brainstorm with others what other expenses there might be?</a:t>
            </a:r>
          </a:p>
          <a:p>
            <a:pPr marL="0" indent="0">
              <a:buNone/>
            </a:pPr>
            <a:r>
              <a:rPr lang="en-AU" dirty="0">
                <a:solidFill>
                  <a:srgbClr val="FF0000"/>
                </a:solidFill>
              </a:rPr>
              <a:t>Examples: insurance, fuel, food, activities, shopping, traveling, pets……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A34BD82-3561-45BF-9BDC-960F0871A6BB}"/>
              </a:ext>
            </a:extLst>
          </p:cNvPr>
          <p:cNvCxnSpPr>
            <a:cxnSpLocks/>
          </p:cNvCxnSpPr>
          <p:nvPr/>
        </p:nvCxnSpPr>
        <p:spPr>
          <a:xfrm>
            <a:off x="1251678" y="2936240"/>
            <a:ext cx="3962400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1FB8B18-6724-4F49-9239-62A424E420EF}"/>
              </a:ext>
            </a:extLst>
          </p:cNvPr>
          <p:cNvSpPr txBox="1"/>
          <p:nvPr/>
        </p:nvSpPr>
        <p:spPr>
          <a:xfrm>
            <a:off x="5214078" y="4983484"/>
            <a:ext cx="6459762" cy="1477328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AU" b="1" dirty="0"/>
              <a:t>What kind of life style can you afford?</a:t>
            </a:r>
          </a:p>
          <a:p>
            <a:endParaRPr lang="en-AU" dirty="0"/>
          </a:p>
          <a:p>
            <a:r>
              <a:rPr lang="en-AU" dirty="0"/>
              <a:t>Luxury…….. (traveling, meals out, shopping)</a:t>
            </a:r>
          </a:p>
          <a:p>
            <a:r>
              <a:rPr lang="en-AU" dirty="0"/>
              <a:t>Moderate….. (some traveling, occasional meals out and shopping)</a:t>
            </a:r>
          </a:p>
          <a:p>
            <a:r>
              <a:rPr lang="en-AU" dirty="0"/>
              <a:t>Basic……………… (no traveling, no shopping or meals out)</a:t>
            </a:r>
          </a:p>
        </p:txBody>
      </p:sp>
    </p:spTree>
    <p:extLst>
      <p:ext uri="{BB962C8B-B14F-4D97-AF65-F5344CB8AC3E}">
        <p14:creationId xmlns:p14="http://schemas.microsoft.com/office/powerpoint/2010/main" val="1449945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595FA0-2AD5-498A-B389-B843F1423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Reflection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A7F9A-AA81-4B69-8623-3274D1C087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51678" y="1290321"/>
            <a:ext cx="10178322" cy="458927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What would you do differently next time?</a:t>
            </a: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AU" sz="24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AU" sz="2400" dirty="0">
                <a:solidFill>
                  <a:schemeClr val="accent2"/>
                </a:solidFill>
              </a:rPr>
              <a:t>What surprised you about the simple interest values?</a:t>
            </a:r>
          </a:p>
        </p:txBody>
      </p:sp>
    </p:spTree>
    <p:extLst>
      <p:ext uri="{BB962C8B-B14F-4D97-AF65-F5344CB8AC3E}">
        <p14:creationId xmlns:p14="http://schemas.microsoft.com/office/powerpoint/2010/main" val="245880136"/>
      </p:ext>
    </p:extLst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171312"/>
      </a:dk2>
      <a:lt2>
        <a:srgbClr val="F7F0DF"/>
      </a:lt2>
      <a:accent1>
        <a:srgbClr val="53AE6E"/>
      </a:accent1>
      <a:accent2>
        <a:srgbClr val="326267"/>
      </a:accent2>
      <a:accent3>
        <a:srgbClr val="C5C34A"/>
      </a:accent3>
      <a:accent4>
        <a:srgbClr val="BF6546"/>
      </a:accent4>
      <a:accent5>
        <a:srgbClr val="81B5A8"/>
      </a:accent5>
      <a:accent6>
        <a:srgbClr val="636455"/>
      </a:accent6>
      <a:hlink>
        <a:srgbClr val="81B5A8"/>
      </a:hlink>
      <a:folHlink>
        <a:srgbClr val="936888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A1A3E1F0-B5EF-49C5-810A-B1B32AEDDC8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Badge</Template>
  <TotalTime>862</TotalTime>
  <Words>360</Words>
  <Application>Microsoft Office PowerPoint</Application>
  <PresentationFormat>Widescreen</PresentationFormat>
  <Paragraphs>102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Century Gothic</vt:lpstr>
      <vt:lpstr>Gill Sans MT</vt:lpstr>
      <vt:lpstr>Impact</vt:lpstr>
      <vt:lpstr>Badge</vt:lpstr>
      <vt:lpstr>Simple interest </vt:lpstr>
      <vt:lpstr>You will……</vt:lpstr>
      <vt:lpstr>1. Career </vt:lpstr>
      <vt:lpstr>2. Car </vt:lpstr>
      <vt:lpstr>3. Home</vt:lpstr>
      <vt:lpstr>4. Expenses and life style</vt:lpstr>
      <vt:lpstr>Reflection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Simple interest</dc:title>
  <dc:creator>E4092707</dc:creator>
  <cp:lastModifiedBy>Sarah James</cp:lastModifiedBy>
  <cp:revision>18</cp:revision>
  <dcterms:created xsi:type="dcterms:W3CDTF">2018-02-05T22:46:17Z</dcterms:created>
  <dcterms:modified xsi:type="dcterms:W3CDTF">2019-02-28T12:02:09Z</dcterms:modified>
</cp:coreProperties>
</file>