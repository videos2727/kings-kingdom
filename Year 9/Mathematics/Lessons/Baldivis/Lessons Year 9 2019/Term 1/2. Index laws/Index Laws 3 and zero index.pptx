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</p:sldMasterIdLst>
  <p:notesMasterIdLst>
    <p:notesMasterId r:id="rId8"/>
  </p:notesMasterIdLst>
  <p:sldIdLst>
    <p:sldId id="256" r:id="rId2"/>
    <p:sldId id="265" r:id="rId3"/>
    <p:sldId id="264" r:id="rId4"/>
    <p:sldId id="257" r:id="rId5"/>
    <p:sldId id="258" r:id="rId6"/>
    <p:sldId id="263" r:id="rId7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66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AU" sz="2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notes format</a:t>
            </a:r>
          </a:p>
        </p:txBody>
      </p:sp>
      <p:sp>
        <p:nvSpPr>
          <p:cNvPr id="149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AU" sz="1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&lt;header&gt;</a:t>
            </a:r>
          </a:p>
        </p:txBody>
      </p:sp>
      <p:sp>
        <p:nvSpPr>
          <p:cNvPr id="150" name="PlaceHolder 3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AU" sz="1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&lt;date/time&gt;</a:t>
            </a:r>
          </a:p>
        </p:txBody>
      </p:sp>
      <p:sp>
        <p:nvSpPr>
          <p:cNvPr id="151" name="PlaceHolder 4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AU" sz="1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&lt;footer&gt;</a:t>
            </a:r>
          </a:p>
        </p:txBody>
      </p:sp>
      <p:sp>
        <p:nvSpPr>
          <p:cNvPr id="152" name="PlaceHolder 5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6FDB90D0-00CF-4963-9AA0-9F8975CD698A}" type="slidenum">
              <a:rPr lang="en-AU" sz="1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AU" sz="1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CustomShape 1"/>
          <p:cNvSpPr/>
          <p:nvPr/>
        </p:nvSpPr>
        <p:spPr>
          <a:xfrm>
            <a:off x="755280" y="5078520"/>
            <a:ext cx="6048000" cy="481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CustomShape 1"/>
          <p:cNvSpPr/>
          <p:nvPr/>
        </p:nvSpPr>
        <p:spPr>
          <a:xfrm>
            <a:off x="755280" y="5078520"/>
            <a:ext cx="6048000" cy="481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CustomShape 1"/>
          <p:cNvSpPr/>
          <p:nvPr/>
        </p:nvSpPr>
        <p:spPr>
          <a:xfrm>
            <a:off x="755280" y="5078520"/>
            <a:ext cx="6048000" cy="481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6D7BE-D7B4-4F67-92D3-64E809E43C92}" type="datetimeFigureOut">
              <a:rPr lang="en-AU" smtClean="0"/>
              <a:t>26/02/2019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EEF71-2C11-41D1-885F-163EBA721C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2975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6D7BE-D7B4-4F67-92D3-64E809E43C92}" type="datetimeFigureOut">
              <a:rPr lang="en-AU" smtClean="0"/>
              <a:t>26/02/2019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EEF71-2C11-41D1-885F-163EBA721C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0052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6D7BE-D7B4-4F67-92D3-64E809E43C92}" type="datetimeFigureOut">
              <a:rPr lang="en-AU" smtClean="0"/>
              <a:t>26/02/2019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EEF71-2C11-41D1-885F-163EBA721C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6818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6D7BE-D7B4-4F67-92D3-64E809E43C92}" type="datetimeFigureOut">
              <a:rPr lang="en-AU" smtClean="0"/>
              <a:t>26/02/2019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EEF71-2C11-41D1-885F-163EBA721C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0959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6D7BE-D7B4-4F67-92D3-64E809E43C92}" type="datetimeFigureOut">
              <a:rPr lang="en-AU" smtClean="0"/>
              <a:t>26/02/2019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EEF71-2C11-41D1-885F-163EBA721C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6972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6D7BE-D7B4-4F67-92D3-64E809E43C92}" type="datetimeFigureOut">
              <a:rPr lang="en-AU" smtClean="0"/>
              <a:t>26/02/2019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EEF71-2C11-41D1-885F-163EBA721C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8771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6D7BE-D7B4-4F67-92D3-64E809E43C92}" type="datetimeFigureOut">
              <a:rPr lang="en-AU" smtClean="0"/>
              <a:t>26/02/2019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EEF71-2C11-41D1-885F-163EBA721C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8857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6D7BE-D7B4-4F67-92D3-64E809E43C92}" type="datetimeFigureOut">
              <a:rPr lang="en-AU" smtClean="0"/>
              <a:t>26/02/2019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EEF71-2C11-41D1-885F-163EBA721C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4673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6D7BE-D7B4-4F67-92D3-64E809E43C92}" type="datetimeFigureOut">
              <a:rPr lang="en-AU" smtClean="0"/>
              <a:t>26/02/2019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EEF71-2C11-41D1-885F-163EBA721C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346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6D7BE-D7B4-4F67-92D3-64E809E43C92}" type="datetimeFigureOut">
              <a:rPr lang="en-AU" smtClean="0"/>
              <a:t>26/02/2019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EEF71-2C11-41D1-885F-163EBA721C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4582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6D7BE-D7B4-4F67-92D3-64E809E43C92}" type="datetimeFigureOut">
              <a:rPr lang="en-AU" smtClean="0"/>
              <a:t>26/02/2019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EEF71-2C11-41D1-885F-163EBA721C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72157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2520"/>
            <a:ext cx="822780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604880"/>
            <a:ext cx="8227800" cy="3974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2115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6D7BE-D7B4-4F67-92D3-64E809E43C92}" type="datetimeFigureOut">
              <a:rPr lang="en-AU" smtClean="0"/>
              <a:t>26/02/2019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FEEF71-2C11-41D1-885F-163EBA721C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1877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CustomShape 1"/>
          <p:cNvSpPr/>
          <p:nvPr/>
        </p:nvSpPr>
        <p:spPr>
          <a:xfrm>
            <a:off x="503280" y="685800"/>
            <a:ext cx="7848360" cy="3993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6240" rIns="90000" bIns="45000"/>
          <a:lstStyle/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From yesterday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1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1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1.  2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2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x 2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3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=					2.   a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3  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x a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2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=					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3. 2.21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4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x  2.21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6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 =  				4.  17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6 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÷ 17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4  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=				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5. y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6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 ÷ y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3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 = 					6.  r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9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 x r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3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 ÷ r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6 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=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– Write in expanded form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457200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25</m:t>
                            </m:r>
                          </m:e>
                        </m:d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457200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457200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457200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sup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0" t="-16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8812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Task – Write in expanded form and find the value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AU" dirty="0" smtClean="0"/>
                  <a:t>=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AU" dirty="0" smtClean="0"/>
                  <a:t>=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 smtClean="0"/>
                  <a:t>=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/>
                  <a:t>=</a:t>
                </a:r>
              </a:p>
              <a:p>
                <a:r>
                  <a:rPr lang="en-AU" dirty="0" smtClean="0"/>
                  <a:t>Look at the pattern- Can you find the value of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=</m:t>
                    </m:r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0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:endParaRPr lang="en-AU" dirty="0" smtClean="0"/>
              </a:p>
              <a:p>
                <a:endParaRPr lang="en-AU" dirty="0" smtClean="0"/>
              </a:p>
              <a:p>
                <a:pPr marL="0" indent="0">
                  <a:buNone/>
                </a:pPr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482" r="-44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9453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CustomShape 1"/>
          <p:cNvSpPr/>
          <p:nvPr/>
        </p:nvSpPr>
        <p:spPr>
          <a:xfrm>
            <a:off x="8748720" y="6488280"/>
            <a:ext cx="549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5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5" name="Line 2"/>
          <p:cNvSpPr/>
          <p:nvPr/>
        </p:nvSpPr>
        <p:spPr>
          <a:xfrm>
            <a:off x="0" y="981000"/>
            <a:ext cx="9144000" cy="1800"/>
          </a:xfrm>
          <a:prstGeom prst="line">
            <a:avLst/>
          </a:prstGeom>
          <a:ln w="9360">
            <a:solidFill>
              <a:srgbClr val="BE4B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6" name="Line 3"/>
          <p:cNvSpPr/>
          <p:nvPr/>
        </p:nvSpPr>
        <p:spPr>
          <a:xfrm>
            <a:off x="0" y="1916280"/>
            <a:ext cx="9144000" cy="1440"/>
          </a:xfrm>
          <a:prstGeom prst="line">
            <a:avLst/>
          </a:prstGeom>
          <a:ln w="9360">
            <a:solidFill>
              <a:srgbClr val="BE4B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7" name="CustomShape 4"/>
          <p:cNvSpPr/>
          <p:nvPr/>
        </p:nvSpPr>
        <p:spPr>
          <a:xfrm>
            <a:off x="93600" y="149400"/>
            <a:ext cx="576000" cy="820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6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24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AU" sz="16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7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AU" sz="16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30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8" name="Line 5"/>
          <p:cNvSpPr/>
          <p:nvPr/>
        </p:nvSpPr>
        <p:spPr>
          <a:xfrm>
            <a:off x="2916360" y="1916280"/>
            <a:ext cx="1440" cy="5113080"/>
          </a:xfrm>
          <a:prstGeom prst="line">
            <a:avLst/>
          </a:prstGeom>
          <a:ln w="9360">
            <a:solidFill>
              <a:srgbClr val="BE4B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9" name="CustomShape 6"/>
          <p:cNvSpPr/>
          <p:nvPr/>
        </p:nvSpPr>
        <p:spPr>
          <a:xfrm>
            <a:off x="1125360" y="404640"/>
            <a:ext cx="1754640" cy="516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2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Index Laws 3 and the zero law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0" name="CustomShape 7"/>
          <p:cNvSpPr/>
          <p:nvPr/>
        </p:nvSpPr>
        <p:spPr>
          <a:xfrm>
            <a:off x="7439040" y="106200"/>
            <a:ext cx="158400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Date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1" name="CustomShape 8"/>
          <p:cNvSpPr/>
          <p:nvPr/>
        </p:nvSpPr>
        <p:spPr>
          <a:xfrm>
            <a:off x="119160" y="1063800"/>
            <a:ext cx="8619840" cy="821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ea typeface="DejaVu Sans"/>
              </a:rPr>
              <a:t>EQ – Describe how the index laws can be used to simplify expressions with indices.  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162" name="CustomShape 9"/>
          <p:cNvSpPr/>
          <p:nvPr/>
        </p:nvSpPr>
        <p:spPr>
          <a:xfrm>
            <a:off x="108000" y="1973160"/>
            <a:ext cx="25272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ea typeface="DejaVu Sans"/>
              </a:rPr>
              <a:t>What are the index laws?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163" name="Line 10"/>
          <p:cNvSpPr/>
          <p:nvPr/>
        </p:nvSpPr>
        <p:spPr>
          <a:xfrm>
            <a:off x="5940360" y="2089080"/>
            <a:ext cx="1800" cy="4330800"/>
          </a:xfrm>
          <a:prstGeom prst="line">
            <a:avLst/>
          </a:prstGeom>
          <a:ln w="9360">
            <a:solidFill>
              <a:srgbClr val="4A7EB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4" name="CustomShape 11"/>
          <p:cNvSpPr/>
          <p:nvPr/>
        </p:nvSpPr>
        <p:spPr>
          <a:xfrm>
            <a:off x="3719520" y="2003400"/>
            <a:ext cx="12762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u="sng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ea typeface="DejaVu Sans"/>
              </a:rPr>
              <a:t>Index Law 3</a:t>
            </a:r>
            <a:endParaRPr lang="en-AU" sz="1800" u="sng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165" name="CustomShape 12"/>
          <p:cNvSpPr/>
          <p:nvPr/>
        </p:nvSpPr>
        <p:spPr>
          <a:xfrm>
            <a:off x="7104240" y="2038320"/>
            <a:ext cx="9651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ea typeface="DejaVu Sans"/>
              </a:rPr>
              <a:t>Example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166" name="CustomShape 13"/>
          <p:cNvSpPr/>
          <p:nvPr/>
        </p:nvSpPr>
        <p:spPr>
          <a:xfrm>
            <a:off x="3189240" y="2451240"/>
            <a:ext cx="2338200" cy="521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7" name="CustomShape 14"/>
          <p:cNvSpPr/>
          <p:nvPr/>
        </p:nvSpPr>
        <p:spPr>
          <a:xfrm>
            <a:off x="3189240" y="2451240"/>
            <a:ext cx="2338200" cy="52164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168" name="CustomShape 15"/>
          <p:cNvSpPr/>
          <p:nvPr/>
        </p:nvSpPr>
        <p:spPr>
          <a:xfrm>
            <a:off x="6084720" y="2398680"/>
            <a:ext cx="2755800" cy="460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9" name="CustomShape 16"/>
          <p:cNvSpPr/>
          <p:nvPr/>
        </p:nvSpPr>
        <p:spPr>
          <a:xfrm>
            <a:off x="6084720" y="2398680"/>
            <a:ext cx="2755800" cy="46008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170" name="CustomShape 17"/>
          <p:cNvSpPr/>
          <p:nvPr/>
        </p:nvSpPr>
        <p:spPr>
          <a:xfrm>
            <a:off x="3719520" y="3357720"/>
            <a:ext cx="12762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ea typeface="DejaVu Sans"/>
              </a:rPr>
              <a:t> Zero Index </a:t>
            </a:r>
            <a:r>
              <a:rPr lang="en-AU" sz="1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ea typeface="DejaVu Sans"/>
              </a:rPr>
              <a:t>Law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1" name="CustomShape 18"/>
              <p:cNvSpPr/>
              <p:nvPr/>
            </p:nvSpPr>
            <p:spPr>
              <a:xfrm>
                <a:off x="3160800" y="3947013"/>
                <a:ext cx="2536560" cy="11142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60840" rIns="90000" bIns="45000"/>
              <a:lstStyle/>
              <a:p>
                <a:pPr>
                  <a:lnSpc>
                    <a:spcPct val="93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trike="noStrike" spc="-1" smtClean="0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trike="noStrike" spc="-1" smtClean="0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sz="2400" b="0" i="1" strike="noStrike" spc="-1" smtClean="0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AU" sz="2400" b="0" i="0" strike="noStrike" spc="-1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AU" sz="240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</a:endParaRPr>
              </a:p>
              <a:p>
                <a:pPr>
                  <a:lnSpc>
                    <a:spcPct val="93000"/>
                  </a:lnSpc>
                </a:pPr>
                <a:r>
                  <a:rPr lang="en-AU" sz="1800" strike="noStrike" spc="-1" dirty="0">
                    <a:solidFill>
                      <a:srgbClr val="000000"/>
                    </a:solidFill>
                    <a:uFill>
                      <a:solidFill>
                        <a:srgbClr val="FFFFFF"/>
                      </a:solidFill>
                    </a:uFill>
                    <a:ea typeface="DejaVu Sans"/>
                  </a:rPr>
                  <a:t> </a:t>
                </a:r>
                <a:endParaRPr lang="en-AU" sz="180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</a:endParaRPr>
              </a:p>
              <a:p>
                <a:pPr>
                  <a:lnSpc>
                    <a:spcPct val="93000"/>
                  </a:lnSpc>
                </a:pPr>
                <a:endParaRPr lang="en-AU" sz="180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</a:endParaRPr>
              </a:p>
            </p:txBody>
          </p:sp>
        </mc:Choice>
        <mc:Fallback>
          <p:sp>
            <p:nvSpPr>
              <p:cNvPr id="171" name="CustomShap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800" y="3947013"/>
                <a:ext cx="2536560" cy="11142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2" name="CustomShape 19"/>
          <p:cNvSpPr/>
          <p:nvPr/>
        </p:nvSpPr>
        <p:spPr>
          <a:xfrm>
            <a:off x="6912000" y="3379680"/>
            <a:ext cx="9651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ea typeface="DejaVu Sans"/>
              </a:rPr>
              <a:t>Examples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4" name="CustomShape 21"/>
              <p:cNvSpPr/>
              <p:nvPr/>
            </p:nvSpPr>
            <p:spPr>
              <a:xfrm>
                <a:off x="7152800" y="3838600"/>
                <a:ext cx="740880" cy="345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60840" rIns="90000" bIns="45000"/>
              <a:lstStyle/>
              <a:p>
                <a:pPr>
                  <a:lnSpc>
                    <a:spcPct val="93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800" i="1" strike="noStrike" spc="-1" dirty="0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  <a:ea typeface="DejaVu Sans"/>
                        </a:rPr>
                        <m:t>5</m:t>
                      </m:r>
                      <m:r>
                        <a:rPr lang="en-AU" sz="1800" i="1" strike="noStrike" spc="-1" baseline="33000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  <a:ea typeface="DejaVu Sans"/>
                        </a:rPr>
                        <m:t>0 </m:t>
                      </m:r>
                      <m:r>
                        <a:rPr lang="en-AU" sz="1800" i="1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  <a:ea typeface="DejaVu Sans"/>
                        </a:rPr>
                        <m:t>= 1</m:t>
                      </m:r>
                    </m:oMath>
                  </m:oMathPara>
                </a14:m>
                <a:endParaRPr lang="en-AU" sz="1800" strike="noStrike" spc="-1" dirty="0" smtClean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</a:endParaRPr>
              </a:p>
              <a:p>
                <a:pPr>
                  <a:lnSpc>
                    <a:spcPct val="93000"/>
                  </a:lnSpc>
                </a:pPr>
                <a:endParaRPr lang="en-AU" sz="1800" strike="noStrike" spc="-1" dirty="0" smtClean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</a:endParaRPr>
              </a:p>
              <a:p>
                <a:pPr>
                  <a:lnSpc>
                    <a:spcPct val="93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1800" i="1" strike="noStrike" spc="-1" smtClean="0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1800" b="0" i="1" strike="noStrike" spc="-1" smtClean="0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AU" sz="1800" b="0" i="1" strike="noStrike" spc="-1" smtClean="0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AU" sz="1800" b="0" i="1" strike="noStrike" spc="-1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AU" sz="1800" strike="noStrike" spc="-1" dirty="0" smtClean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</a:endParaRPr>
              </a:p>
              <a:p>
                <a:pPr>
                  <a:lnSpc>
                    <a:spcPct val="93000"/>
                  </a:lnSpc>
                </a:pPr>
                <a:endParaRPr lang="en-AU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</a:endParaRPr>
              </a:p>
              <a:p>
                <a:pPr>
                  <a:lnSpc>
                    <a:spcPct val="93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800" b="0" i="1" strike="noStrike" spc="-1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AU" sz="1800" b="0" i="1" strike="noStrike" spc="-1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AU" sz="1800" b="0" i="1" strike="noStrike" spc="-1" smtClean="0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1800" b="0" i="1" strike="noStrike" spc="-1" smtClean="0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e>
                        <m:sup>
                          <m:r>
                            <a:rPr lang="en-AU" sz="1800" b="0" i="1" strike="noStrike" spc="-1" smtClean="0">
                              <a:solidFill>
                                <a:srgbClr val="000000"/>
                              </a:solidFill>
                              <a:uFill>
                                <a:solidFill>
                                  <a:srgbClr val="FFFFFF"/>
                                </a:solidFill>
                              </a:u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AU" sz="1800" b="0" i="1" strike="noStrike" spc="-1" smtClean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AU" sz="1800" strike="noStrike" spc="-1" dirty="0">
                  <a:solidFill>
                    <a:srgbClr val="000000"/>
                  </a:solidFill>
                  <a:uFill>
                    <a:solidFill>
                      <a:srgbClr val="FFFFFF"/>
                    </a:solidFill>
                  </a:uFill>
                </a:endParaRPr>
              </a:p>
            </p:txBody>
          </p:sp>
        </mc:Choice>
        <mc:Fallback>
          <p:sp>
            <p:nvSpPr>
              <p:cNvPr id="174" name="CustomShap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2800" y="3838600"/>
                <a:ext cx="740880" cy="345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r="-99180" b="-2982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CustomShape 1"/>
          <p:cNvSpPr/>
          <p:nvPr/>
        </p:nvSpPr>
        <p:spPr>
          <a:xfrm>
            <a:off x="457200" y="274320"/>
            <a:ext cx="8229240" cy="11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100000"/>
              </a:lnSpc>
            </a:pPr>
            <a:r>
              <a:rPr lang="en-AU" sz="26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Try the following..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8" name="CustomShape 2"/>
          <p:cNvSpPr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marL="431640" indent="-323640">
              <a:lnSpc>
                <a:spcPct val="100000"/>
              </a:lnSpc>
            </a:pPr>
            <a:r>
              <a:rPr lang="en-AU" sz="3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1640" indent="-323640">
              <a:lnSpc>
                <a:spcPct val="100000"/>
              </a:lnSpc>
            </a:pPr>
            <a:r>
              <a:rPr lang="en-AU" sz="3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9" name="CustomShape 3"/>
          <p:cNvSpPr/>
          <p:nvPr/>
        </p:nvSpPr>
        <p:spPr>
          <a:xfrm>
            <a:off x="576360" y="1600200"/>
            <a:ext cx="6030360" cy="41684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66240" rIns="90000" bIns="45000"/>
          <a:lstStyle/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1.  (21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4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)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5 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=						2.  (3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3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)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5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= 		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3.   (4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7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)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2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=						4.  (a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2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)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3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 =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5.  (m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7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)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3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=						6.  (4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3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)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0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 =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endParaRPr lang="en-AU" sz="24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ejaVu Sans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7.  2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3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x (2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5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)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2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=					8.  n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2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(n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4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)</a:t>
            </a:r>
            <a:r>
              <a:rPr lang="en-AU" sz="24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2</a:t>
            </a: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= 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 			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3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F88F9E5-BFB1-4C29-87E3-1778CAE59A6C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7226E3-043F-45B6-8A64-73CF54AE0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669647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1934</TotalTime>
  <Words>84</Words>
  <Application>Microsoft Office PowerPoint</Application>
  <PresentationFormat>On-screen Show (4:3)</PresentationFormat>
  <Paragraphs>63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DejaVu Sans</vt:lpstr>
      <vt:lpstr>Times New Roman</vt:lpstr>
      <vt:lpstr>1_Office Theme</vt:lpstr>
      <vt:lpstr>PowerPoint Presentation</vt:lpstr>
      <vt:lpstr>Task – Write in expanded form </vt:lpstr>
      <vt:lpstr>Task – Write in expanded form and find the value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 [Baldivis Secondary College]</cp:lastModifiedBy>
  <cp:revision>87</cp:revision>
  <cp:lastPrinted>2016-02-04T11:51:09Z</cp:lastPrinted>
  <dcterms:created xsi:type="dcterms:W3CDTF">2014-05-14T02:58:57Z</dcterms:created>
  <dcterms:modified xsi:type="dcterms:W3CDTF">2019-02-26T11:58:50Z</dcterms:modified>
  <dc:language>en-AU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Company">
    <vt:lpwstr>The Department of Education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11</vt:i4>
  </property>
</Properties>
</file>