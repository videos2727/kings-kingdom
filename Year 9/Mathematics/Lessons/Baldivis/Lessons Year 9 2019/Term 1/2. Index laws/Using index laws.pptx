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330" r:id="rId3"/>
    <p:sldId id="259" r:id="rId4"/>
    <p:sldId id="258" r:id="rId5"/>
    <p:sldId id="331" r:id="rId6"/>
    <p:sldId id="303" r:id="rId7"/>
    <p:sldId id="332" r:id="rId8"/>
    <p:sldId id="329" r:id="rId9"/>
    <p:sldId id="327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6625" autoAdjust="0"/>
  </p:normalViewPr>
  <p:slideViewPr>
    <p:cSldViewPr>
      <p:cViewPr varScale="1">
        <p:scale>
          <a:sx n="83" d="100"/>
          <a:sy n="83" d="100"/>
        </p:scale>
        <p:origin x="1445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27/02/2019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27/02/2019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27/02/2019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27/02/2019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27/02/2019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27/02/2019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27/02/2019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8453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Evaluate the following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b="0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−2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3837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9168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0009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Problems with 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problems using the rules for indices. 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08BCBADC-F63F-4E1D-8479-87E62779A9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53281" y="2157166"/>
                <a:ext cx="6881648" cy="3685792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(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  <m:r>
                          <a:rPr lang="en-AU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charset="0"/>
                          </a:rPr>
                          <m:t>×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𝑏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AU" dirty="0" smtClean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𝑏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</m:sup>
                    </m:sSup>
                  </m:oMath>
                </a14:m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endParaRPr lang="en-AU" dirty="0">
                  <a:latin typeface="Cambria Math" charset="0"/>
                  <a:ea typeface="Cambria Math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charset="0"/>
                            </a:rPr>
                            <m:t>𝑛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  <a:ea typeface="Cambria Math" charset="0"/>
                        </a:rPr>
                        <m:t>=</m:t>
                      </m:r>
                      <m:d>
                        <m:d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AU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AU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08BCBADC-F63F-4E1D-8479-87E62779A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281" y="2157166"/>
                <a:ext cx="6881648" cy="3685792"/>
              </a:xfrm>
              <a:prstGeom prst="rect">
                <a:avLst/>
              </a:prstGeom>
              <a:blipFill>
                <a:blip r:embed="rId2"/>
                <a:stretch>
                  <a:fillRect l="-886" t="-24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907704" y="3815396"/>
                <a:ext cx="1393138" cy="24702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Simplify: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p>
                          <m:sSup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r>
                          <a:rPr lang="en-AU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b="0" dirty="0" smtClean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(3</m:t>
                        </m:r>
                        <m:sSup>
                          <m:sSup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AU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𝑡𝑢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AU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A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p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sup>
                                    </m:sSup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3815396"/>
                <a:ext cx="1393138" cy="2470292"/>
              </a:xfrm>
              <a:prstGeom prst="rect">
                <a:avLst/>
              </a:prstGeom>
              <a:blipFill>
                <a:blip r:embed="rId3"/>
                <a:stretch>
                  <a:fillRect l="-3947" t="-14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691680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0009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Problems with index laws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solve problems using the rules for indices.  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08BCBADC-F63F-4E1D-8479-87E62779A9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053281" y="2157166"/>
                <a:ext cx="6881648" cy="3685792"/>
              </a:xfrm>
              <a:prstGeom prst="rect">
                <a:avLst/>
              </a:prstGeom>
            </p:spPr>
            <p:txBody>
              <a:bodyPr vert="horz" lIns="68580" tIns="34290" rIns="68580" bIns="3429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  <a:ea typeface="Cambria Math" charset="0"/>
                        <a:cs typeface="Cambria Math" charset="0"/>
                      </a:rPr>
                      <m:t>(</m:t>
                    </m:r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𝑥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 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𝑏</m:t>
                        </m:r>
                        <m: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)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𝑎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>
                    <a:latin typeface="Cambria Math" charset="0"/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  <a:ea typeface="Cambria Math" charset="0"/>
                            <a:cs typeface="Cambria Math" charset="0"/>
                          </a:rPr>
                          <m:t>𝑏</m:t>
                        </m:r>
                      </m:e>
                      <m:sup>
                        <m:r>
                          <a:rPr lang="en-AU" i="1"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𝑚</m:t>
                        </m:r>
                      </m:sup>
                    </m:sSup>
                  </m:oMath>
                </a14:m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endParaRPr lang="en-AU" dirty="0">
                  <a:latin typeface="Cambria Math" charset="0"/>
                  <a:ea typeface="Cambria Math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AU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  <m:t>𝑦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  <a:ea typeface="Cambria Math" charset="0"/>
                            </a:rPr>
                            <m:t>𝑛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  <a:ea typeface="Cambria Math" charset="0"/>
                        </a:rPr>
                        <m:t>=</m:t>
                      </m:r>
                      <m:d>
                        <m:dPr>
                          <m:ctrlPr>
                            <a:rPr lang="en-AU" i="1" smtClean="0">
                              <a:latin typeface="Cambria Math" panose="02040503050406030204" pitchFamily="18" charset="0"/>
                              <a:ea typeface="Cambria Math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AU" i="1" smtClean="0">
                                  <a:latin typeface="Cambria Math" panose="02040503050406030204" pitchFamily="18" charset="0"/>
                                  <a:ea typeface="Cambria Math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AU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AU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AU" b="0" i="1" smtClean="0">
                                      <a:latin typeface="Cambria Math" panose="02040503050406030204" pitchFamily="18" charset="0"/>
                                      <a:ea typeface="Cambria Math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  <a:p>
                <a:pPr marL="0" indent="0">
                  <a:buNone/>
                </a:pPr>
                <a:endParaRPr lang="en-AU" dirty="0">
                  <a:latin typeface="Cambria Math" charset="0"/>
                  <a:ea typeface="Cambria Math" charset="0"/>
                  <a:cs typeface="Cambria Math" charset="0"/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08BCBADC-F63F-4E1D-8479-87E62779A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281" y="2157166"/>
                <a:ext cx="6881648" cy="3685792"/>
              </a:xfrm>
              <a:prstGeom prst="rect">
                <a:avLst/>
              </a:prstGeom>
              <a:blipFill>
                <a:blip r:embed="rId2"/>
                <a:stretch>
                  <a:fillRect l="-886" t="-248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907704" y="3815396"/>
                <a:ext cx="2386551" cy="25049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Simplify:</a:t>
                </a:r>
              </a:p>
              <a:p>
                <a:endParaRPr lang="en-AU" dirty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p>
                          <m:sSup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r>
                          <a:rPr lang="en-AU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27</m:t>
                        </m:r>
                      </m:sup>
                    </m:sSup>
                  </m:oMath>
                </a14:m>
                <a:endParaRPr lang="en-AU" b="0" dirty="0" smtClean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(3</m:t>
                        </m:r>
                        <m:sSup>
                          <m:sSup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AU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AU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=9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𝑡𝑢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a:rPr lang="en-AU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AU" b="0" i="0" smtClean="0">
                        <a:latin typeface="Cambria Math" panose="02040503050406030204" pitchFamily="18" charset="0"/>
                      </a:rPr>
                      <m:t>=16</m:t>
                    </m:r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sSup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AU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18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</m:oMath>
                </a14:m>
                <a:endParaRPr lang="en-AU" dirty="0" smtClean="0"/>
              </a:p>
              <a:p>
                <a:pPr marL="342900" indent="-342900"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AU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p>
                                      <m:sSupPr>
                                        <m:ctrlP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p>
                                        <m:r>
                                          <a:rPr lang="en-AU" b="0" i="1" smtClean="0">
                                            <a:latin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sup>
                                    </m:sSup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p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p>
                                </m:sSup>
                              </m:num>
                              <m:den>
                                <m:sSup>
                                  <m:sSupPr>
                                    <m:ctrlP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AU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p>
                                    <m:r>
                                      <a:rPr lang="en-AU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AU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p>
                        </m:sSup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18</m:t>
                            </m:r>
                          </m:sup>
                        </m:sSup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3815396"/>
                <a:ext cx="2386551" cy="2504981"/>
              </a:xfrm>
              <a:prstGeom prst="rect">
                <a:avLst/>
              </a:prstGeom>
              <a:blipFill>
                <a:blip r:embed="rId3"/>
                <a:stretch>
                  <a:fillRect l="-2302" t="-14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1303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 344 and 345</a:t>
            </a:r>
          </a:p>
          <a:p>
            <a:r>
              <a:rPr lang="en-AU" dirty="0" smtClean="0"/>
              <a:t>First two columns q 3-6</a:t>
            </a:r>
          </a:p>
          <a:p>
            <a:r>
              <a:rPr lang="en-AU" dirty="0" smtClean="0"/>
              <a:t>8-11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62757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Plenary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 smtClean="0"/>
                  <a:t>Write a question with a solution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04" t="-16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6068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1593</TotalTime>
  <Words>168</Words>
  <Application>Microsoft Office PowerPoint</Application>
  <PresentationFormat>On-screen Show (4:3)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My Number Interactive Notebook</vt:lpstr>
      <vt:lpstr>PowerPoint Presentation</vt:lpstr>
      <vt:lpstr>PowerPoint Presentation</vt:lpstr>
      <vt:lpstr>PowerPoint Presentation</vt:lpstr>
      <vt:lpstr>Evaluate the following</vt:lpstr>
      <vt:lpstr>PowerPoint Presentation</vt:lpstr>
      <vt:lpstr>PowerPoint Presentation</vt:lpstr>
      <vt:lpstr>Task</vt:lpstr>
      <vt:lpstr>Plenary 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 [Baldivis Secondary College]</cp:lastModifiedBy>
  <cp:revision>78</cp:revision>
  <dcterms:created xsi:type="dcterms:W3CDTF">2014-05-14T02:58:57Z</dcterms:created>
  <dcterms:modified xsi:type="dcterms:W3CDTF">2019-02-27T14:09:45Z</dcterms:modified>
</cp:coreProperties>
</file>