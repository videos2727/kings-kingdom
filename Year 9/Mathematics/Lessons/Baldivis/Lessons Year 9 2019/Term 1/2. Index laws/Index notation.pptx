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03" r:id="rId5"/>
    <p:sldId id="329" r:id="rId6"/>
    <p:sldId id="307" r:id="rId7"/>
    <p:sldId id="308" r:id="rId8"/>
    <p:sldId id="309" r:id="rId9"/>
    <p:sldId id="310" r:id="rId10"/>
    <p:sldId id="330" r:id="rId11"/>
    <p:sldId id="331" r:id="rId12"/>
    <p:sldId id="292" r:id="rId13"/>
    <p:sldId id="291" r:id="rId14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81" d="100"/>
          <a:sy n="81" d="100"/>
        </p:scale>
        <p:origin x="149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a number written in index form?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2363481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450625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67944" y="2265959"/>
            <a:ext cx="0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17208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05064" y="1987418"/>
            <a:ext cx="26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03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</a:t>
            </a:r>
            <a:r>
              <a:rPr lang="en-AU" sz="2400" dirty="0" smtClean="0"/>
              <a:t>and evaluate a number </a:t>
            </a:r>
            <a:r>
              <a:rPr lang="en-AU" sz="2400" dirty="0"/>
              <a:t>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6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</a:t>
            </a:r>
            <a:r>
              <a:rPr lang="en-AU" sz="2400" dirty="0" smtClean="0"/>
              <a:t>and evaluate a number </a:t>
            </a:r>
            <a:r>
              <a:rPr lang="en-AU" sz="2400" dirty="0"/>
              <a:t>written in index form? </a:t>
            </a:r>
          </a:p>
        </p:txBody>
      </p:sp>
    </p:spTree>
    <p:extLst>
      <p:ext uri="{BB962C8B-B14F-4D97-AF65-F5344CB8AC3E}">
        <p14:creationId xmlns:p14="http://schemas.microsoft.com/office/powerpoint/2010/main" val="413307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an index number?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277018" y="5264333"/>
                <a:ext cx="1432828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sz="3200" dirty="0" smtClean="0"/>
                  <a:t>=243</a:t>
                </a:r>
                <a:endParaRPr lang="en-AU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18" y="5264333"/>
                <a:ext cx="1432828" cy="590418"/>
              </a:xfrm>
              <a:prstGeom prst="rect">
                <a:avLst/>
              </a:prstGeom>
              <a:blipFill>
                <a:blip r:embed="rId3"/>
                <a:stretch>
                  <a:fillRect t="-11458" r="-9787" b="-35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</a:t>
            </a:r>
            <a:r>
              <a:rPr lang="en-AU" sz="2400" dirty="0" smtClean="0"/>
              <a:t>and evaluate a number </a:t>
            </a:r>
            <a:r>
              <a:rPr lang="en-AU" sz="2400" dirty="0"/>
              <a:t>written in index form? </a:t>
            </a:r>
          </a:p>
        </p:txBody>
      </p:sp>
    </p:spTree>
    <p:extLst>
      <p:ext uri="{BB962C8B-B14F-4D97-AF65-F5344CB8AC3E}">
        <p14:creationId xmlns:p14="http://schemas.microsoft.com/office/powerpoint/2010/main" val="343045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 Do</a:t>
            </a:r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A. 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62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 smtClean="0"/>
              <a:t>B. Evaluate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262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53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an index number?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277018" y="5264333"/>
                <a:ext cx="1432828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sz="3200" dirty="0" smtClean="0"/>
                  <a:t>=243</a:t>
                </a:r>
                <a:endParaRPr lang="en-AU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18" y="5264333"/>
                <a:ext cx="1432828" cy="590418"/>
              </a:xfrm>
              <a:prstGeom prst="rect">
                <a:avLst/>
              </a:prstGeom>
              <a:blipFill>
                <a:blip r:embed="rId3"/>
                <a:stretch>
                  <a:fillRect t="-11458" r="-9787" b="-35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19124" y="6309320"/>
            <a:ext cx="226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Exercise : 3A page 329</a:t>
            </a:r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</a:t>
            </a:r>
            <a:r>
              <a:rPr lang="en-AU" sz="2400" dirty="0" smtClean="0"/>
              <a:t>and evaluate a number </a:t>
            </a:r>
            <a:r>
              <a:rPr lang="en-AU" sz="2400" dirty="0"/>
              <a:t>written in index form? </a:t>
            </a:r>
          </a:p>
        </p:txBody>
      </p:sp>
    </p:spTree>
    <p:extLst>
      <p:ext uri="{BB962C8B-B14F-4D97-AF65-F5344CB8AC3E}">
        <p14:creationId xmlns:p14="http://schemas.microsoft.com/office/powerpoint/2010/main" val="13225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398</Words>
  <Application>Microsoft Office PowerPoint</Application>
  <PresentationFormat>On-screen Show (4:3)</PresentationFormat>
  <Paragraphs>153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Do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72</cp:revision>
  <dcterms:created xsi:type="dcterms:W3CDTF">2014-05-14T02:58:57Z</dcterms:created>
  <dcterms:modified xsi:type="dcterms:W3CDTF">2019-02-25T12:51:38Z</dcterms:modified>
</cp:coreProperties>
</file>