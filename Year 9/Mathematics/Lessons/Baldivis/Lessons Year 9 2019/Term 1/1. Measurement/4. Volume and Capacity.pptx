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1" r:id="rId3"/>
    <p:sldId id="268" r:id="rId4"/>
    <p:sldId id="269" r:id="rId5"/>
    <p:sldId id="263" r:id="rId6"/>
    <p:sldId id="265" r:id="rId7"/>
    <p:sldId id="264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EB4D3-0800-4AB9-AAD9-739B2A6DB2B9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199489-C509-4A15-A1C6-0B12887B86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29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081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E372-64EB-4219-9542-411B0D2E3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126F4-AE14-4E7A-9056-51812920E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114D5-3277-4FD5-A3CC-4D69E3D6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7A26C-2961-413B-B2B2-12D4FEBB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C191D-7E5F-427C-8FA6-043E01B8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441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832E-4F3B-4834-A4A5-7269714E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75584-6CBF-4AF7-B1ED-AA55114DA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8852-1B47-413D-AD77-38DE2601B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1D7D0-CD31-4CCA-B8BD-01C9FA7C6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D026-0D95-437A-B27B-5C9A8DE3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543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6A95-8093-4F57-A4F5-372C69E62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C2B06-5F59-46A3-B295-44F6A622F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55F51-7111-4ED8-8283-55157075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1BDB-2E56-40D7-9386-3E1DB160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3E366-C921-4207-A16B-946B92ADA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031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EF168-4C63-480D-913D-BE676A4C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9580-AF9B-434A-880A-A6BE616F26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57A6E-E8BC-4C5B-B42D-03C00386F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8C798-A874-4F08-B775-9D6C14EB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58379-35BF-44C9-B8D5-849B7CA0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A9CC0-8EDF-4DE0-A33D-D62FE8B7F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4529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9405-38F3-4374-AAE2-F6EE95D8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E1750-F3C5-423B-8958-3748E1A60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9B6FA-37B0-4065-9CCE-4FFC2729D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836C7-8EEC-4FAE-8ACF-EFCB44F46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DBEC0-C39F-44BB-A731-E240F2267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D8379-CC17-41E0-B405-52E96F01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FF730-EF10-4891-AA82-BF068BB8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DC28B6-7260-4F32-9D17-A6F36ACF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764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6FFE4-E8A8-4B6E-ABD1-C401CBF9D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10E58-C003-4307-A36A-862D2B9E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B5DD-18D2-49A3-891B-B8096E76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ABCC6-AF2A-4471-B878-CC9DFF9A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197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F8D58D-5E2B-4865-9EBD-0773FE3EF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198C1-230B-47A6-9A4C-2761D06AB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1035A-DBD7-462A-B56B-F22203334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03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1B726-48C2-4D56-8323-69854A737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B7DEC-4066-4DCD-8DA3-C124D3379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6BA02-9E86-4354-B37F-451CF0477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2A594-4CD4-4564-8F49-BED48D501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11534-E9A1-49C2-93DA-E27BD30FB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207AD-6C15-4983-9C07-1026FACB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523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C2F5-3A2B-45B6-8779-B26E8EBE3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0A85F6-2D08-4FC0-8530-B7E309A62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ABD4C-4649-4026-9891-F0A8F13A4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A2A74-D57C-41EF-BE7D-2F2D4616E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B686D-39C6-4FCA-A249-36C73B99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64095-EFE0-4A28-ADA6-E2CC6E0F4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9203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6F78-D2C0-4C60-8E12-91570F9A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370D4-859C-4463-8095-981F3D3FF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54CC-CC01-4AAF-A202-D62D2FD8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0592B-8C69-4306-9CA0-DF4B2DEA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729D8-E2DB-4815-ACF2-271C852E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818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FA0447-F72E-4792-8DA9-C5C4481705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0E490-25E3-4F71-8412-86A2D8615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BB0E3-5E4E-412A-B98A-3C44B155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5B025-DAB6-4A96-AA4E-5A365E26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98139-E4D3-4F3A-886B-991AA34C3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4700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15123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05797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548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10237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992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FEFFE-9E29-4C9C-8F10-F66354FA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81A58-E0FE-471B-9442-49086C7A3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36974-A672-4BA6-8063-C98CDA854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97C60-1AC7-4DA4-9B48-2BC561A35C8F}" type="datetimeFigureOut">
              <a:rPr lang="en-AU" smtClean="0"/>
              <a:t>16/02/2019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AA7CE-7C73-4714-8C2A-32CB5608C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EE1E-A256-4BAD-BDDF-ECE3282F1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3CF0E-E75D-4042-9C6F-12C7E51FE9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Measurement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Volume and Capacity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the capacity of prisms?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24 - 7 - 30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18565" y="1571518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For each lesson done so far, go back and: </a:t>
            </a:r>
          </a:p>
          <a:p>
            <a:pPr marL="1352535" lvl="1" indent="-742950">
              <a:buFont typeface="+mj-lt"/>
              <a:buAutoNum type="arabicPeriod"/>
            </a:pPr>
            <a:r>
              <a:rPr lang="en-AU" sz="4000" dirty="0">
                <a:latin typeface="Kiwi School Handwriting" panose="00000500000000000000" pitchFamily="2" charset="0"/>
              </a:rPr>
              <a:t>Highlight the important sections</a:t>
            </a:r>
          </a:p>
          <a:p>
            <a:pPr marL="1352535" lvl="1" indent="-742950">
              <a:buFont typeface="+mj-lt"/>
              <a:buAutoNum type="arabicPeriod"/>
            </a:pPr>
            <a:r>
              <a:rPr lang="en-AU" sz="4000" dirty="0">
                <a:latin typeface="Kiwi School Handwriting" panose="00000500000000000000" pitchFamily="2" charset="0"/>
              </a:rPr>
              <a:t>Write a summary 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65" y="4946893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02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Capacity?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capacity of prisms?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658255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Capacity is a measure of how much a container can hold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Usually refers to liquids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Common units are: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B1E67A3-C52B-4ABA-8968-6E49CDADE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274" y="3429000"/>
            <a:ext cx="6404084" cy="30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8022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Volume and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Capacity?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capacity of prisms?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562166"/>
            <a:ext cx="95449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To calculate the capacity of a container we use the same formulas for measuring volume.</a:t>
            </a: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endParaRPr lang="en-AU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Then we convert the units for volume to capacity units</a:t>
            </a:r>
            <a:endParaRPr lang="en-US" sz="28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C2797F-BDA3-4051-8732-BCD055780F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50961" b="-7252"/>
          <a:stretch/>
        </p:blipFill>
        <p:spPr>
          <a:xfrm>
            <a:off x="2560077" y="3639240"/>
            <a:ext cx="7889003" cy="9441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F41810-1B7E-468C-99B4-7D0B73335F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961" t="-18760" b="-1"/>
          <a:stretch/>
        </p:blipFill>
        <p:spPr>
          <a:xfrm>
            <a:off x="2413735" y="4830109"/>
            <a:ext cx="8181686" cy="10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4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662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8ECE77-7BFC-473F-A118-AB9FF9ABE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61826" cy="54124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7A5502-D874-49EE-99BD-37FEECEE9AA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078"/>
          <a:stretch/>
        </p:blipFill>
        <p:spPr>
          <a:xfrm>
            <a:off x="4041513" y="1293028"/>
            <a:ext cx="7758561" cy="15262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5DDA36-E025-47A1-9955-1F23D1E00F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832"/>
          <a:stretch/>
        </p:blipFill>
        <p:spPr>
          <a:xfrm>
            <a:off x="4242547" y="5175005"/>
            <a:ext cx="7201180" cy="118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C18129-DA45-4CB5-9FFB-75E547D82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9718"/>
            <a:ext cx="12192000" cy="2944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571FA1-80C7-4A45-B611-81305FB937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50961" b="-7252"/>
          <a:stretch/>
        </p:blipFill>
        <p:spPr>
          <a:xfrm>
            <a:off x="1564995" y="156452"/>
            <a:ext cx="7889003" cy="944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24FFBE-8595-4B97-A0E6-A3D877B3FF7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961" t="-18760" b="-1"/>
          <a:stretch/>
        </p:blipFill>
        <p:spPr>
          <a:xfrm>
            <a:off x="1418653" y="857020"/>
            <a:ext cx="8181686" cy="108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FC948A-AC44-4261-B850-355C5DA8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7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645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140</Words>
  <Application>Microsoft Office PowerPoint</Application>
  <PresentationFormat>Widescreen</PresentationFormat>
  <Paragraphs>34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Fragment Core</vt:lpstr>
      <vt:lpstr>Kiwi School Handwriting</vt:lpstr>
      <vt:lpstr>Office Theme</vt:lpstr>
      <vt:lpstr>Measurement </vt:lpstr>
      <vt:lpstr>24 - 7 - 30</vt:lpstr>
      <vt:lpstr>PowerPoint Presentation</vt:lpstr>
      <vt:lpstr>PowerPoint Presentation</vt:lpstr>
      <vt:lpstr>Practice</vt:lpstr>
      <vt:lpstr>PowerPoint Presentation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</dc:title>
  <dc:creator>STRETCH Nine [Baldivis Secondary College]</dc:creator>
  <cp:lastModifiedBy>STRETCH Nine [Baldivis Secondary College]</cp:lastModifiedBy>
  <cp:revision>5</cp:revision>
  <dcterms:created xsi:type="dcterms:W3CDTF">2019-02-16T01:09:02Z</dcterms:created>
  <dcterms:modified xsi:type="dcterms:W3CDTF">2019-02-16T01:18:20Z</dcterms:modified>
</cp:coreProperties>
</file>