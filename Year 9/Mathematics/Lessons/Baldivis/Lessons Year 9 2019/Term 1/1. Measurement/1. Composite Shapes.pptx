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1" r:id="rId3"/>
    <p:sldId id="271" r:id="rId4"/>
    <p:sldId id="265" r:id="rId5"/>
    <p:sldId id="335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30C4E-DAC3-49A8-8C71-4673EE0037EA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F466B-8FB7-4ECE-A845-303E35979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65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909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0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39CB9-FB48-44A0-A263-BE6A73631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AEE05-90F0-48D6-AFE9-8648EEE00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17836-751D-4C89-8763-A1EDCB19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4295B-2384-4D32-8965-A363B9B1A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BFF43-E145-4FCE-8083-0D90EF4C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1601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4FF1-9F3B-4F01-B317-8B92551F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1068D-323A-43DD-B99D-30C76BCA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9271B-71C6-4DAA-AB07-B39F1796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08D9C-454F-4895-ACD1-EDD48C10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A2A60-10DD-45AB-A4FE-14D84B17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55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1B58-3CF3-41CC-80BC-8F0A1BF4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3F57D-0320-403E-8A0D-F4511C32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DA82F-0C01-42A3-AC7D-F87A93DE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787C3-9096-4550-867A-84B25AAA1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731A6-AF31-4C46-A0E8-D8289896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3563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0F03-AFAE-42FA-8AF9-4F421236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245E9-5ED6-4F77-BA20-F979C41BF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5C792-7043-4316-92E6-6BD76A4DF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40E14-92AE-4FDA-8A67-385B31A5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6EA9D-8929-4E58-A92A-8512A07F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DEE40-D8F4-41A4-A478-8A6E39E54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3363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EF2D-4B2D-41B1-933E-9291AF22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77152-E891-4906-887D-A766DA05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15C08-1423-426C-B797-9D1A4F682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535955-B0D5-4BFD-89F3-7B66A6C47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EC435-7766-4C69-A2DD-E29922E5F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1B2892-9FF4-4AD7-B8B9-7B53B291C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245C3-D0B4-4CB0-B714-AB2C56E2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60CAE-7090-4F69-B0F3-8DC56A13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664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01C3-FB8D-4665-A743-B5CF4044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9D620-A38A-440D-9DEA-DE81CE618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32268-11C5-4A6D-8111-AE04D858E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E46C5-BD92-41B4-9FCB-C44615E7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24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6D5EBE-FBDB-4CC5-B8CB-DFB90A4D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686E0-2FAE-4B4D-92C3-A3919CDB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11BED-4262-4EC5-B2A8-7E6F07AD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32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1A79-08B9-4751-9F7F-491647D0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2E97-8C38-4E25-B3CD-3CAFFB6DB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A3C7D-4B0C-4DD3-88FE-EF5622998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250E3-3B56-46BA-A19C-9405249E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289B6-F919-4E8B-AC7F-9AEFC553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1102F-5BDE-4835-96AE-A4356266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174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5787-DB2A-41B5-BCD4-DA91BC46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5FD6D-1241-4187-9515-0D9CD2412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9E4B9-40D2-4C34-A3B2-33A978BB5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8C2C6-FD3F-4716-9E33-D4EEF335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4550D-AAA7-45F4-9F6F-0E3B02AA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B32EA-DEC8-4D94-B5C9-272C048F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7462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65ADC-EF7C-402F-8C2E-D7B8A82B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173DA-05E3-45FE-B904-7C1A62452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EC29B-903D-46E8-947E-AB4162A1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78A25-FC02-4CCD-B7FB-FE6B9D2E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30A00-2D45-437C-A7C4-A1311A41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5653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40A28C-423A-4DC8-871F-308889344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CF16E-B2EE-42BD-9817-1E182F914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19BA4-7C2F-42C1-86FA-80E48BF05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F9DC8-4A7C-46DE-B375-59A72F1C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C448E-E252-4A3C-BC8C-5B739165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1762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29693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8333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95550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4016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B22258-542D-4531-9900-24C117EB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46EDB-B18D-405F-B4F3-5D9F03121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3244-3238-4332-B3A4-518F9B92A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7F675-E695-4958-BF81-B488F7388B36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3EC51-45CD-427F-89E7-C62B4B0E4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2419-2509-43BE-9501-39F5AA34A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D821B-DE80-4FD7-BF70-98BDF6507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8560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Measurement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Area of Composite Shapes 1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find the area of composite shapes?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98AF4026-9E1B-49E1-A8EF-3A5394DC66AD}"/>
              </a:ext>
            </a:extLst>
          </p:cNvPr>
          <p:cNvSpPr/>
          <p:nvPr/>
        </p:nvSpPr>
        <p:spPr>
          <a:xfrm>
            <a:off x="8791303" y="548979"/>
            <a:ext cx="2899954" cy="2184432"/>
          </a:xfrm>
          <a:prstGeom prst="cloud">
            <a:avLst/>
          </a:prstGeom>
          <a:solidFill>
            <a:srgbClr val="FF99F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82428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1C5A00-C7AD-448E-A75C-55B99ADB3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57" y="906154"/>
            <a:ext cx="4144892" cy="17593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FD8E76-D5C3-407A-B949-947A31640297}"/>
              </a:ext>
            </a:extLst>
          </p:cNvPr>
          <p:cNvSpPr txBox="1"/>
          <p:nvPr/>
        </p:nvSpPr>
        <p:spPr>
          <a:xfrm>
            <a:off x="473057" y="490656"/>
            <a:ext cx="368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Parallelogram </a:t>
            </a:r>
          </a:p>
          <a:p>
            <a:endParaRPr lang="en-A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F7C68-60A2-4394-9A9B-DA3CC5C2A0D9}"/>
              </a:ext>
            </a:extLst>
          </p:cNvPr>
          <p:cNvSpPr txBox="1"/>
          <p:nvPr/>
        </p:nvSpPr>
        <p:spPr>
          <a:xfrm>
            <a:off x="8393376" y="3720191"/>
            <a:ext cx="368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Triangle</a:t>
            </a:r>
          </a:p>
          <a:p>
            <a:endParaRPr lang="en-AU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7FBECF-1484-48AD-AF05-917824A82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844" y="4256354"/>
            <a:ext cx="3527146" cy="21335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F229C8-4C68-4099-9D2E-AC6E59E8CCB3}"/>
              </a:ext>
            </a:extLst>
          </p:cNvPr>
          <p:cNvSpPr txBox="1"/>
          <p:nvPr/>
        </p:nvSpPr>
        <p:spPr>
          <a:xfrm>
            <a:off x="5746855" y="1968098"/>
            <a:ext cx="2093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Kite</a:t>
            </a:r>
          </a:p>
          <a:p>
            <a:endParaRPr lang="en-AU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22E76E-7BFF-471E-B8BE-3D017DA20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668" y="2534871"/>
            <a:ext cx="2331925" cy="3576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C8C92F-DE9A-49AA-BE67-F918592FB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67" y="2992445"/>
            <a:ext cx="2966418" cy="15587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04D069-71CC-483E-BC78-3FD75655AB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6160"/>
          <a:stretch/>
        </p:blipFill>
        <p:spPr>
          <a:xfrm>
            <a:off x="8227790" y="2128249"/>
            <a:ext cx="3420200" cy="146211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AABD1DB-4E28-440E-9F70-F4B7820E3BD0}"/>
              </a:ext>
            </a:extLst>
          </p:cNvPr>
          <p:cNvSpPr/>
          <p:nvPr/>
        </p:nvSpPr>
        <p:spPr>
          <a:xfrm>
            <a:off x="10306754" y="2709564"/>
            <a:ext cx="1163159" cy="880801"/>
          </a:xfrm>
          <a:prstGeom prst="rect">
            <a:avLst/>
          </a:prstGeom>
          <a:solidFill>
            <a:srgbClr val="EEF7F7"/>
          </a:solidFill>
          <a:ln>
            <a:solidFill>
              <a:srgbClr val="EE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64D2ABC-2A31-4A46-8FD7-0968FA0D11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4668" y="775369"/>
            <a:ext cx="2551824" cy="120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59150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Area of Composite 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find the area of composite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D066FD-81DC-4E12-B6D5-762B852918C9}"/>
              </a:ext>
            </a:extLst>
          </p:cNvPr>
          <p:cNvSpPr txBox="1"/>
          <p:nvPr/>
        </p:nvSpPr>
        <p:spPr>
          <a:xfrm>
            <a:off x="11887" y="1961057"/>
            <a:ext cx="18356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What are composite shapes?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B9D5C8E-6015-430B-A242-9222021FFC44}"/>
              </a:ext>
            </a:extLst>
          </p:cNvPr>
          <p:cNvSpPr txBox="1">
            <a:spLocks/>
          </p:cNvSpPr>
          <p:nvPr/>
        </p:nvSpPr>
        <p:spPr>
          <a:xfrm>
            <a:off x="1921125" y="1945396"/>
            <a:ext cx="6167656" cy="89187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u="sng" dirty="0">
                <a:solidFill>
                  <a:srgbClr val="FF0000"/>
                </a:solidFill>
              </a:rPr>
              <a:t>Composite shape:</a:t>
            </a:r>
            <a:r>
              <a:rPr lang="en-GB" sz="2400" dirty="0"/>
              <a:t> a 2D shape made up of many shapes</a:t>
            </a:r>
          </a:p>
        </p:txBody>
      </p:sp>
      <p:sp>
        <p:nvSpPr>
          <p:cNvPr id="18" name="Down Arrow 15">
            <a:extLst>
              <a:ext uri="{FF2B5EF4-FFF2-40B4-BE49-F238E27FC236}">
                <a16:creationId xmlns:a16="http://schemas.microsoft.com/office/drawing/2014/main" id="{B6EABE70-F7D0-464F-AB91-6EAB0CEF1105}"/>
              </a:ext>
            </a:extLst>
          </p:cNvPr>
          <p:cNvSpPr/>
          <p:nvPr/>
        </p:nvSpPr>
        <p:spPr>
          <a:xfrm>
            <a:off x="8498539" y="4383738"/>
            <a:ext cx="1845933" cy="2189721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L-Shape 18">
            <a:extLst>
              <a:ext uri="{FF2B5EF4-FFF2-40B4-BE49-F238E27FC236}">
                <a16:creationId xmlns:a16="http://schemas.microsoft.com/office/drawing/2014/main" id="{FA664C79-3777-4655-9946-FD99709D93C9}"/>
              </a:ext>
            </a:extLst>
          </p:cNvPr>
          <p:cNvSpPr/>
          <p:nvPr/>
        </p:nvSpPr>
        <p:spPr>
          <a:xfrm>
            <a:off x="10135881" y="2008860"/>
            <a:ext cx="1845938" cy="1875098"/>
          </a:xfrm>
          <a:prstGeom prst="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D5550F-00F3-4891-B0FB-3472FB6E0096}"/>
              </a:ext>
            </a:extLst>
          </p:cNvPr>
          <p:cNvSpPr txBox="1"/>
          <p:nvPr/>
        </p:nvSpPr>
        <p:spPr>
          <a:xfrm>
            <a:off x="-10298" y="4138432"/>
            <a:ext cx="18356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How do we find the area of composite shapes?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AEA45C8-80C5-48BA-AA39-B016CDD79FC9}"/>
              </a:ext>
            </a:extLst>
          </p:cNvPr>
          <p:cNvSpPr txBox="1">
            <a:spLocks/>
          </p:cNvSpPr>
          <p:nvPr/>
        </p:nvSpPr>
        <p:spPr>
          <a:xfrm>
            <a:off x="1921159" y="3701985"/>
            <a:ext cx="6059645" cy="31196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/>
              <a:t>To find the area of compound shapes, split them up into their composite shapes.</a:t>
            </a:r>
          </a:p>
          <a:p>
            <a:endParaRPr lang="en-GB" sz="2800" dirty="0"/>
          </a:p>
          <a:p>
            <a:r>
              <a:rPr lang="en-GB" sz="2800" dirty="0"/>
              <a:t>Find the area of each shape, then add them together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19" grpId="0" animBg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-Shape 3"/>
          <p:cNvSpPr/>
          <p:nvPr/>
        </p:nvSpPr>
        <p:spPr>
          <a:xfrm rot="5400000">
            <a:off x="1847528" y="2492896"/>
            <a:ext cx="3096344" cy="1800200"/>
          </a:xfrm>
          <a:prstGeom prst="corner">
            <a:avLst>
              <a:gd name="adj1" fmla="val 32299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295800" y="20608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1664" y="364502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3672" y="147549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9849" y="494116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495600" y="2736630"/>
            <a:ext cx="576064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71664" y="1844825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9849" y="3392997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3952" y="166015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A = 8 x 5</a:t>
            </a:r>
          </a:p>
          <a:p>
            <a:r>
              <a:rPr lang="en-GB" sz="3200" dirty="0"/>
              <a:t>             = 40cm</a:t>
            </a:r>
            <a:r>
              <a:rPr lang="en-GB" sz="3200" baseline="300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3952" y="285583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B = 11 x 2</a:t>
            </a:r>
          </a:p>
          <a:p>
            <a:r>
              <a:rPr lang="en-GB" sz="3200" dirty="0"/>
              <a:t>             = 22cm</a:t>
            </a:r>
            <a:r>
              <a:rPr lang="en-GB" sz="3200" baseline="300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3952" y="4007966"/>
            <a:ext cx="3744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Total Area = 40 + 22</a:t>
            </a:r>
          </a:p>
          <a:p>
            <a:r>
              <a:rPr lang="en-GB" sz="3200" dirty="0"/>
              <a:t>                   = 62cm</a:t>
            </a:r>
            <a:r>
              <a:rPr lang="en-GB" sz="3200" baseline="30000" dirty="0"/>
              <a:t>2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91D9B15-4AC7-476F-A305-8D76DB146748}"/>
              </a:ext>
            </a:extLst>
          </p:cNvPr>
          <p:cNvSpPr txBox="1">
            <a:spLocks/>
          </p:cNvSpPr>
          <p:nvPr/>
        </p:nvSpPr>
        <p:spPr>
          <a:xfrm>
            <a:off x="2999656" y="404664"/>
            <a:ext cx="8608358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43AED-AEFD-42B9-8C66-00A2CE586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6" y="404664"/>
            <a:ext cx="54102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145</Words>
  <Application>Microsoft Office PowerPoint</Application>
  <PresentationFormat>Widescreen</PresentationFormat>
  <Paragraphs>40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Fragment Core</vt:lpstr>
      <vt:lpstr>Harrington</vt:lpstr>
      <vt:lpstr>Office Theme</vt:lpstr>
      <vt:lpstr>Measurement </vt:lpstr>
      <vt:lpstr>Recap</vt:lpstr>
      <vt:lpstr>PowerPoint Presentation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</dc:title>
  <dc:creator>Nine Stretch</dc:creator>
  <cp:lastModifiedBy>Nine Stretch</cp:lastModifiedBy>
  <cp:revision>5</cp:revision>
  <dcterms:created xsi:type="dcterms:W3CDTF">2019-02-05T07:41:26Z</dcterms:created>
  <dcterms:modified xsi:type="dcterms:W3CDTF">2019-02-05T08:15:12Z</dcterms:modified>
</cp:coreProperties>
</file>