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59" r:id="rId3"/>
    <p:sldId id="273" r:id="rId4"/>
    <p:sldId id="262" r:id="rId5"/>
    <p:sldId id="263" r:id="rId6"/>
    <p:sldId id="275" r:id="rId7"/>
    <p:sldId id="276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>
        <p:scale>
          <a:sx n="66" d="100"/>
          <a:sy n="66" d="100"/>
        </p:scale>
        <p:origin x="1330" y="490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2/10/2019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2/10/2019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6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52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8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5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2/10/2019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2/10/2019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tiff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tiff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34" y="3429000"/>
            <a:ext cx="10523838" cy="1231776"/>
          </a:xfrm>
        </p:spPr>
        <p:txBody>
          <a:bodyPr/>
          <a:lstStyle/>
          <a:p>
            <a:r>
              <a:rPr lang="en-US" sz="6000" dirty="0"/>
              <a:t>Topic: Volume Introduction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convert volume units?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3244" y="482035"/>
            <a:ext cx="9601200" cy="838200"/>
          </a:xfrm>
        </p:spPr>
        <p:txBody>
          <a:bodyPr>
            <a:normAutofit/>
          </a:bodyPr>
          <a:lstStyle/>
          <a:p>
            <a:r>
              <a:rPr lang="en-US" dirty="0"/>
              <a:t>Judging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AE758-9B7A-49A9-BA46-8E2364A50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7A2BE-085E-44E2-849B-BCA368DDA6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53" t="34246" r="1557" b="50000"/>
          <a:stretch/>
        </p:blipFill>
        <p:spPr>
          <a:xfrm>
            <a:off x="171416" y="2348879"/>
            <a:ext cx="12353051" cy="1304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1A1E0C-A8F1-4888-AD69-8EFC72D82A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45" t="76256" r="1557" b="15341"/>
          <a:stretch/>
        </p:blipFill>
        <p:spPr>
          <a:xfrm>
            <a:off x="189757" y="1665176"/>
            <a:ext cx="12050286" cy="68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9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Volume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we convert volume units?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888" y="1250760"/>
            <a:ext cx="1440160" cy="12119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volume?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004" y="1278800"/>
            <a:ext cx="9289024" cy="151216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3-D measurement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amount of space that an object occupies or is held within a container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A8F94E3-14C4-4412-BC4C-88B23C6DD7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57" t="60476" r="30980" b="11282"/>
          <a:stretch/>
        </p:blipFill>
        <p:spPr>
          <a:xfrm>
            <a:off x="2430913" y="3490972"/>
            <a:ext cx="5328589" cy="2194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40C4D8-00DB-4380-90E6-7D08F2E43F83}"/>
              </a:ext>
            </a:extLst>
          </p:cNvPr>
          <p:cNvSpPr txBox="1"/>
          <p:nvPr/>
        </p:nvSpPr>
        <p:spPr>
          <a:xfrm>
            <a:off x="500261" y="3004799"/>
            <a:ext cx="1432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Units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91614-4FBE-4C9F-ADD5-2745378FC207}"/>
              </a:ext>
            </a:extLst>
          </p:cNvPr>
          <p:cNvSpPr txBox="1"/>
          <p:nvPr/>
        </p:nvSpPr>
        <p:spPr>
          <a:xfrm>
            <a:off x="2349996" y="2778773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consists of CUBED units (3-D) so we need to CUBE all of normal length conversions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AABEF7-B6C8-4DA2-A2FA-E2DE479861CD}"/>
              </a:ext>
            </a:extLst>
          </p:cNvPr>
          <p:cNvSpPr txBox="1"/>
          <p:nvPr/>
        </p:nvSpPr>
        <p:spPr>
          <a:xfrm>
            <a:off x="2422004" y="5814673"/>
            <a:ext cx="158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 m³ = __ cm³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AE31C-1A43-4425-8628-9EE9291A6176}"/>
              </a:ext>
            </a:extLst>
          </p:cNvPr>
          <p:cNvSpPr txBox="1"/>
          <p:nvPr/>
        </p:nvSpPr>
        <p:spPr>
          <a:xfrm>
            <a:off x="500261" y="5864668"/>
            <a:ext cx="143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88D73A-8271-455E-8372-1E7D12C2651A}"/>
              </a:ext>
            </a:extLst>
          </p:cNvPr>
          <p:cNvSpPr txBox="1"/>
          <p:nvPr/>
        </p:nvSpPr>
        <p:spPr>
          <a:xfrm>
            <a:off x="4185055" y="5814673"/>
            <a:ext cx="2664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need to multiply it by 100³ or </a:t>
            </a:r>
          </a:p>
          <a:p>
            <a:r>
              <a:rPr lang="en-AU" dirty="0">
                <a:highlight>
                  <a:srgbClr val="FFFF00"/>
                </a:highlight>
              </a:rPr>
              <a:t>3×100×100 ×100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C9ECFB-5ED1-46AB-BB2D-E9BF51399B8F}"/>
              </a:ext>
            </a:extLst>
          </p:cNvPr>
          <p:cNvSpPr txBox="1"/>
          <p:nvPr/>
        </p:nvSpPr>
        <p:spPr>
          <a:xfrm>
            <a:off x="7066516" y="5907006"/>
            <a:ext cx="158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3,000,000 cm³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7988" y="75008"/>
            <a:ext cx="9601200" cy="603769"/>
          </a:xfrm>
        </p:spPr>
        <p:txBody>
          <a:bodyPr/>
          <a:lstStyle/>
          <a:p>
            <a:r>
              <a:rPr lang="en-US" dirty="0"/>
              <a:t>How to do this on your calculator??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9FD65E-D89E-440F-96EE-BD29BE8B5E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6" t="4838" r="79539" b="25844"/>
          <a:stretch/>
        </p:blipFill>
        <p:spPr>
          <a:xfrm>
            <a:off x="3086863" y="1796916"/>
            <a:ext cx="2376264" cy="47525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54CCB9-F15C-4D63-90B6-1D66D95DFB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66" t="3789" r="78948" b="23743"/>
          <a:stretch/>
        </p:blipFill>
        <p:spPr>
          <a:xfrm>
            <a:off x="7966620" y="1814439"/>
            <a:ext cx="2448272" cy="49685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C4B814-9E21-4F3F-9BA9-1159364466E8}"/>
              </a:ext>
            </a:extLst>
          </p:cNvPr>
          <p:cNvSpPr txBox="1"/>
          <p:nvPr/>
        </p:nvSpPr>
        <p:spPr>
          <a:xfrm>
            <a:off x="477788" y="1628800"/>
            <a:ext cx="24482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raise a number, in this case 100, to any power you need to first type in the number and then press this button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27870-0832-4FA3-8026-14E6DAF6F5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63" t="38324" r="85220" b="52223"/>
          <a:stretch/>
        </p:blipFill>
        <p:spPr>
          <a:xfrm>
            <a:off x="447074" y="3709359"/>
            <a:ext cx="2232248" cy="223224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AAD2AE-CF87-4A00-B8CC-9266571C2AC3}"/>
              </a:ext>
            </a:extLst>
          </p:cNvPr>
          <p:cNvCxnSpPr>
            <a:cxnSpLocks/>
          </p:cNvCxnSpPr>
          <p:nvPr/>
        </p:nvCxnSpPr>
        <p:spPr>
          <a:xfrm flipH="1">
            <a:off x="1989956" y="3162115"/>
            <a:ext cx="432048" cy="11366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7B842C-2474-4863-BE8D-522222E7B5A9}"/>
              </a:ext>
            </a:extLst>
          </p:cNvPr>
          <p:cNvCxnSpPr>
            <a:cxnSpLocks/>
          </p:cNvCxnSpPr>
          <p:nvPr/>
        </p:nvCxnSpPr>
        <p:spPr>
          <a:xfrm>
            <a:off x="2277988" y="4333149"/>
            <a:ext cx="194421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EA4D4D-9C0B-41E3-B6E9-E63B5A63BB4F}"/>
              </a:ext>
            </a:extLst>
          </p:cNvPr>
          <p:cNvSpPr txBox="1"/>
          <p:nvPr/>
        </p:nvSpPr>
        <p:spPr>
          <a:xfrm>
            <a:off x="3206372" y="873586"/>
            <a:ext cx="2664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Which will make a little box appear in the index location of 100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811249-686A-4103-A510-FC1EA3FA2831}"/>
              </a:ext>
            </a:extLst>
          </p:cNvPr>
          <p:cNvSpPr txBox="1"/>
          <p:nvPr/>
        </p:nvSpPr>
        <p:spPr>
          <a:xfrm>
            <a:off x="5870668" y="2401379"/>
            <a:ext cx="23042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Then you can type whichever index (exponent/power) you need. For volume units we will use a 3.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EA6732-02EC-404C-9BBE-FA5B5498FA74}"/>
              </a:ext>
            </a:extLst>
          </p:cNvPr>
          <p:cNvCxnSpPr>
            <a:cxnSpLocks/>
          </p:cNvCxnSpPr>
          <p:nvPr/>
        </p:nvCxnSpPr>
        <p:spPr>
          <a:xfrm flipV="1">
            <a:off x="7202816" y="2996952"/>
            <a:ext cx="1627900" cy="10081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03972B6-0C96-4856-B470-6068C2CAEB71}"/>
              </a:ext>
            </a:extLst>
          </p:cNvPr>
          <p:cNvSpPr txBox="1"/>
          <p:nvPr/>
        </p:nvSpPr>
        <p:spPr>
          <a:xfrm>
            <a:off x="8902724" y="188640"/>
            <a:ext cx="3286101" cy="12003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Your turn to practice on the calculator. </a:t>
            </a:r>
          </a:p>
          <a:p>
            <a:endParaRPr lang="en-AU" dirty="0"/>
          </a:p>
          <a:p>
            <a:r>
              <a:rPr lang="en-AU" dirty="0"/>
              <a:t>4 × 1000³ =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ABE8F93-3F9A-49AA-9813-4317A75B6A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47" t="9415" r="79765" b="23877"/>
          <a:stretch/>
        </p:blipFill>
        <p:spPr>
          <a:xfrm>
            <a:off x="10091093" y="548680"/>
            <a:ext cx="2204642" cy="457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1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5" grpId="0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00F0B3-E76C-4C8F-A981-F33B2E8F51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57" t="60476" r="30980" b="11282"/>
          <a:stretch/>
        </p:blipFill>
        <p:spPr>
          <a:xfrm>
            <a:off x="405780" y="764704"/>
            <a:ext cx="5328589" cy="21941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1F3FB5-139C-4124-BD56-4578696D7F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415" t="32145" r="56283" b="26894"/>
          <a:stretch/>
        </p:blipFill>
        <p:spPr>
          <a:xfrm>
            <a:off x="6814492" y="1196752"/>
            <a:ext cx="4680520" cy="5311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C31CAC-7979-4B35-9103-15CBCC75BA30}"/>
              </a:ext>
            </a:extLst>
          </p:cNvPr>
          <p:cNvSpPr txBox="1"/>
          <p:nvPr/>
        </p:nvSpPr>
        <p:spPr>
          <a:xfrm>
            <a:off x="7279069" y="474038"/>
            <a:ext cx="449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Practice Time!! – On your LHS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0EF4B-2E09-4E1F-83B5-236BFEF9E9E2}"/>
              </a:ext>
            </a:extLst>
          </p:cNvPr>
          <p:cNvSpPr/>
          <p:nvPr/>
        </p:nvSpPr>
        <p:spPr>
          <a:xfrm>
            <a:off x="9722551" y="1861764"/>
            <a:ext cx="864096" cy="415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56406-5D06-46AD-A8F4-1E7B86186B7C}"/>
              </a:ext>
            </a:extLst>
          </p:cNvPr>
          <p:cNvSpPr/>
          <p:nvPr/>
        </p:nvSpPr>
        <p:spPr>
          <a:xfrm>
            <a:off x="9838828" y="2327734"/>
            <a:ext cx="864096" cy="415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BF442-FCFF-4B7A-A2BA-E389A97DA395}"/>
              </a:ext>
            </a:extLst>
          </p:cNvPr>
          <p:cNvSpPr/>
          <p:nvPr/>
        </p:nvSpPr>
        <p:spPr>
          <a:xfrm>
            <a:off x="9838828" y="2822527"/>
            <a:ext cx="864096" cy="415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99F322-E3D8-4D02-B0C6-A1064D6878F9}"/>
              </a:ext>
            </a:extLst>
          </p:cNvPr>
          <p:cNvSpPr/>
          <p:nvPr/>
        </p:nvSpPr>
        <p:spPr>
          <a:xfrm>
            <a:off x="9642864" y="3298069"/>
            <a:ext cx="1204076" cy="415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28B0A8-1B87-4ECD-B388-3A78CAF62564}"/>
              </a:ext>
            </a:extLst>
          </p:cNvPr>
          <p:cNvSpPr/>
          <p:nvPr/>
        </p:nvSpPr>
        <p:spPr>
          <a:xfrm>
            <a:off x="9642864" y="3773611"/>
            <a:ext cx="1204076" cy="415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813687-53A7-43F1-9D44-A6C161BADB39}"/>
              </a:ext>
            </a:extLst>
          </p:cNvPr>
          <p:cNvSpPr/>
          <p:nvPr/>
        </p:nvSpPr>
        <p:spPr>
          <a:xfrm>
            <a:off x="9642864" y="4249153"/>
            <a:ext cx="1204076" cy="415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204706-4E30-407D-9EDC-8937BE450C11}"/>
              </a:ext>
            </a:extLst>
          </p:cNvPr>
          <p:cNvSpPr/>
          <p:nvPr/>
        </p:nvSpPr>
        <p:spPr>
          <a:xfrm>
            <a:off x="9642864" y="4734374"/>
            <a:ext cx="1204076" cy="415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6CE839-2E1C-4549-9939-823643699D76}"/>
              </a:ext>
            </a:extLst>
          </p:cNvPr>
          <p:cNvSpPr/>
          <p:nvPr/>
        </p:nvSpPr>
        <p:spPr>
          <a:xfrm>
            <a:off x="9838828" y="5453694"/>
            <a:ext cx="864096" cy="415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0DE9A-7B23-42F6-B916-79EB1A39057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2550"/>
          <a:stretch/>
        </p:blipFill>
        <p:spPr>
          <a:xfrm>
            <a:off x="693813" y="5149482"/>
            <a:ext cx="5818159" cy="11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1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Volume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we convert volume units?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888" y="1250760"/>
            <a:ext cx="1440160" cy="12119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capacity?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003" y="1278801"/>
            <a:ext cx="9937101" cy="494016"/>
          </a:xfrm>
        </p:spPr>
        <p:txBody>
          <a:bodyPr>
            <a:noAutofit/>
          </a:bodyPr>
          <a:lstStyle/>
          <a:p>
            <a:r>
              <a:rPr lang="en-US" dirty="0"/>
              <a:t>The amount of liquid that can fit into a space, based on the L ‘</a:t>
            </a:r>
            <a:r>
              <a:rPr lang="en-US" dirty="0" err="1"/>
              <a:t>litre</a:t>
            </a:r>
            <a:r>
              <a:rPr lang="en-US" dirty="0"/>
              <a:t>’ unit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18975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40C4D8-00DB-4380-90E6-7D08F2E43F83}"/>
              </a:ext>
            </a:extLst>
          </p:cNvPr>
          <p:cNvSpPr txBox="1"/>
          <p:nvPr/>
        </p:nvSpPr>
        <p:spPr>
          <a:xfrm>
            <a:off x="578921" y="2462716"/>
            <a:ext cx="1432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Capacity units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AABEF7-B6C8-4DA2-A2FA-E2DE479861CD}"/>
              </a:ext>
            </a:extLst>
          </p:cNvPr>
          <p:cNvSpPr txBox="1"/>
          <p:nvPr/>
        </p:nvSpPr>
        <p:spPr>
          <a:xfrm>
            <a:off x="2369476" y="5394533"/>
            <a:ext cx="158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325 mL to 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AE31C-1A43-4425-8628-9EE9291A6176}"/>
              </a:ext>
            </a:extLst>
          </p:cNvPr>
          <p:cNvSpPr txBox="1"/>
          <p:nvPr/>
        </p:nvSpPr>
        <p:spPr>
          <a:xfrm>
            <a:off x="481686" y="5363953"/>
            <a:ext cx="143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88D73A-8271-455E-8372-1E7D12C2651A}"/>
              </a:ext>
            </a:extLst>
          </p:cNvPr>
          <p:cNvSpPr txBox="1"/>
          <p:nvPr/>
        </p:nvSpPr>
        <p:spPr>
          <a:xfrm>
            <a:off x="4143971" y="5398715"/>
            <a:ext cx="2989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need to divide by 1000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C9ECFB-5ED1-46AB-BB2D-E9BF51399B8F}"/>
              </a:ext>
            </a:extLst>
          </p:cNvPr>
          <p:cNvSpPr txBox="1"/>
          <p:nvPr/>
        </p:nvSpPr>
        <p:spPr>
          <a:xfrm>
            <a:off x="7494394" y="5363953"/>
            <a:ext cx="158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0.325 L</a:t>
            </a:r>
          </a:p>
        </p:txBody>
      </p:sp>
      <p:pic>
        <p:nvPicPr>
          <p:cNvPr id="2050" name="Picture 2" descr="Image result for capacity units conversions">
            <a:extLst>
              <a:ext uri="{FF2B5EF4-FFF2-40B4-BE49-F238E27FC236}">
                <a16:creationId xmlns:a16="http://schemas.microsoft.com/office/drawing/2014/main" id="{D7B7CE31-8D55-4C2F-8C97-2B0948099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16873"/>
          <a:stretch/>
        </p:blipFill>
        <p:spPr bwMode="auto">
          <a:xfrm>
            <a:off x="2479335" y="2041158"/>
            <a:ext cx="6372025" cy="253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3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C31CAC-7979-4B35-9103-15CBCC75BA30}"/>
              </a:ext>
            </a:extLst>
          </p:cNvPr>
          <p:cNvSpPr txBox="1"/>
          <p:nvPr/>
        </p:nvSpPr>
        <p:spPr>
          <a:xfrm>
            <a:off x="7279069" y="474038"/>
            <a:ext cx="449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Practice Time!! – On your LHS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0DE9A-7B23-42F6-B916-79EB1A3905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315" b="82550"/>
          <a:stretch/>
        </p:blipFill>
        <p:spPr>
          <a:xfrm>
            <a:off x="1165098" y="3530679"/>
            <a:ext cx="10223200" cy="2574343"/>
          </a:xfrm>
          <a:prstGeom prst="rect">
            <a:avLst/>
          </a:prstGeom>
        </p:spPr>
      </p:pic>
      <p:pic>
        <p:nvPicPr>
          <p:cNvPr id="1026" name="Picture 2" descr="Image result for capacity units conversions">
            <a:extLst>
              <a:ext uri="{FF2B5EF4-FFF2-40B4-BE49-F238E27FC236}">
                <a16:creationId xmlns:a16="http://schemas.microsoft.com/office/drawing/2014/main" id="{E8EBD716-F9EF-4289-AA74-0FA15B04D0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32" b="17830"/>
          <a:stretch/>
        </p:blipFill>
        <p:spPr bwMode="auto">
          <a:xfrm>
            <a:off x="6276698" y="905298"/>
            <a:ext cx="5912127" cy="2194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C6AE75-EAE6-4797-98FF-0E80217FCA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857" t="60476" r="30980" b="11282"/>
          <a:stretch/>
        </p:blipFill>
        <p:spPr>
          <a:xfrm>
            <a:off x="691258" y="927783"/>
            <a:ext cx="5328589" cy="219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5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59</TotalTime>
  <Words>242</Words>
  <Application>Microsoft Office PowerPoint</Application>
  <PresentationFormat>Custom</PresentationFormat>
  <Paragraphs>40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Palatino Linotype</vt:lpstr>
      <vt:lpstr>Watercolor_16x9</vt:lpstr>
      <vt:lpstr>Topic: Volume Introduction </vt:lpstr>
      <vt:lpstr>Judging Standards</vt:lpstr>
      <vt:lpstr>Topic: Volume Introduction</vt:lpstr>
      <vt:lpstr>How to do this on your calculator??</vt:lpstr>
      <vt:lpstr>PowerPoint Presentation</vt:lpstr>
      <vt:lpstr>Topic: Volume Introduction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Alexandria Latham</cp:lastModifiedBy>
  <cp:revision>8</cp:revision>
  <dcterms:created xsi:type="dcterms:W3CDTF">2018-07-29T09:37:46Z</dcterms:created>
  <dcterms:modified xsi:type="dcterms:W3CDTF">2019-02-10T11:57:44Z</dcterms:modified>
</cp:coreProperties>
</file>