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1" r:id="rId3"/>
    <p:sldId id="268" r:id="rId4"/>
    <p:sldId id="265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99964-F699-4C25-B1A4-864E6019E637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F98CB-A9AC-46C0-BADF-D1F77D1F39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8502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04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09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909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205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547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978C-A597-43CD-9B7A-D2676661B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8820E-06FA-4DE4-9AD4-3FC19DF2D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FA62E-1E41-4D69-A78C-6B49F52A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C8D66-0DDF-4624-B0D5-5F511D4A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1214D-ED7D-48B5-9D6D-8F8CFC45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68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9A240-C7F3-4B46-82B7-FF07F535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8A69-B7C7-4016-8E45-C8E40EE14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B9C95-37B1-4A93-874C-745B6625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789EB-7206-4632-BBF9-368011C5B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561BF-F69F-4788-92BF-A1191DD42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32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9950D-8133-4BDA-A139-EE2D2C667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4982A-9560-4EF1-9BC0-E9084BEF9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87E05-3971-47BF-B5D4-05BB3168D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27C2B-9E7B-4C43-AE1E-2C0ED3081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46E54-AD72-44F0-A9AB-601AEFAC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340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06AF-EA01-4B08-B49F-32AF4DFA4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47892-CC07-497A-9AE6-DBD3EF27C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82EAD-EDA3-4CC8-83E5-EB3E70E08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19019-5D91-4428-BD7B-1489FFE8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D33D2-A010-44C9-8405-DA2B984D7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564CB-395D-4CBA-85AB-2D5468240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8041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3F14D-F1F8-41F7-8CE9-FDE07D4B1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19218-E7B9-4718-9982-6DF7B6702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8C05C-D3FE-4796-A87E-9CB6C1387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5F2E4-DD48-4A2A-9398-712E05564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0EED8B-A913-479C-B36E-574BB78F0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54E577-D0A8-47EF-9DF2-A448FEFCE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B7109-8135-464A-9131-CBFEE55E2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FDBB6-E201-4529-9375-F3B2B700D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802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C2F0-7F54-4511-BA56-2E82DD994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02E5D-924F-44B9-AD49-FC22A4D92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29DC3-DD4A-47F4-9774-AE61DA225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42FFA-C47D-4C9E-B73C-CC5699DF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924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48781-9220-4CF7-96CF-1FBEE3EC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CEFFF-6F45-4725-A1BB-1D8396CAB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B7B48-5772-451D-884A-22EDA5FA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286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7F23-90DA-4166-92D5-D8EC2F706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33513-4B8E-4763-B650-BE23A72AA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B8B26-5360-4925-890D-3DDA4DABE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0050F-A3E0-405E-9B61-02118C099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577DC-0471-4AA3-B3EC-C0BCDA97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F53B7-6F56-478C-8AD1-A629D183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0515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FF77C-FEFB-4F54-8DF8-5914267B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15E92B-0362-426D-8A35-974BE04E3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B299F-F73D-4D3E-943A-448A9AE83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4F602-631C-4CD0-902A-CEDAF764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40C1B-B146-45F1-B109-22CF5806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EE945-7C65-4D00-959E-0FB7823C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959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B2B6-43C2-420B-880B-5EC220F1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EFCAA-CFD3-469C-AE6C-F1B0C8A84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10B05-2A8A-45DB-8171-7955B696E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9F1CC-9694-4362-AC69-471EC3C2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F7257-009C-4E85-9FA3-500B47D3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3954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C5212-5292-4E58-B633-984DAF238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3622E7-D670-4E0E-9AF7-3D136B21F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771DE-36C0-4547-94CA-B641E0B4A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62C2E-E309-4A14-ABF3-E68B52D5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684E9-A431-4292-8DDF-91E83AB3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7855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58355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28719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31528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24638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7040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EDEC6C-EFBE-4E07-9044-FA4A088BD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88BDB-35A5-4D1F-BF13-31AD56C19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6A40-792C-4282-87F0-49022006B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3BA7E-B64B-4E15-BB9E-673D3D689558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42B50-FC54-4BB0-8540-705D3A175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4A6BC-AE50-4F7A-A33C-7EE5E104C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342CB-43A9-4416-A1C2-80CE942AC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82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9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Measurement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914400" y="3181487"/>
            <a:ext cx="10428193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Volume of Complex Shapes 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work out the volume of complex shapes?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766" y="-7199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Surface Area Re-Cap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410136" y="947635"/>
            <a:ext cx="6474758" cy="67638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Kiwi School Handwriting" panose="00000500000000000000" pitchFamily="2" charset="0"/>
              </a:rPr>
              <a:t>Find the S.A of the following shapes: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55B9D-EEBB-4007-8DCA-34ADF95CC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2" y="1563510"/>
            <a:ext cx="4563169" cy="1865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AD17E6-DE98-4A30-B1BC-4D242E8FC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041" y="1191103"/>
            <a:ext cx="4241426" cy="20500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53C61D-08FB-4474-B75E-71BE77E82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136" y="3580660"/>
            <a:ext cx="3559647" cy="2745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BF342C-1615-44FD-A028-3D4762B35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925" y="3866030"/>
            <a:ext cx="2393512" cy="269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712837-1BD4-4DAB-AC36-C6509DBFD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721" y="4014368"/>
            <a:ext cx="4371975" cy="2693082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1484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Volume of Complex Shapes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work out the volume of complex shapes?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3D59077-1F7E-45FA-B1D7-89286680F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426584"/>
            <a:ext cx="4752081" cy="2526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00B60F-338A-4DAC-BC1E-70FC0DA92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44" y="1444283"/>
            <a:ext cx="5220397" cy="1362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9E484A-1DEF-4864-8FBE-E517CEDB8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44" y="2949735"/>
            <a:ext cx="5187154" cy="1362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99B959-1F4D-4063-B483-132ECC7B18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161" y="5222571"/>
            <a:ext cx="5738253" cy="8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163DBF-BE62-4647-9737-EC108ED2C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7" y="404665"/>
            <a:ext cx="5512014" cy="296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91B9D4-3C17-4245-9014-CE4766EF2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68" y="646514"/>
            <a:ext cx="10568769" cy="534520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832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</Words>
  <Application>Microsoft Office PowerPoint</Application>
  <PresentationFormat>Widescreen</PresentationFormat>
  <Paragraphs>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Fragment Core</vt:lpstr>
      <vt:lpstr>Kiwi School Handwriting</vt:lpstr>
      <vt:lpstr>Office Theme</vt:lpstr>
      <vt:lpstr>Measurement </vt:lpstr>
      <vt:lpstr>Surface Area Re-Cap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</dc:title>
  <dc:creator>STRETCH Nine [Baldivis Secondary College]</dc:creator>
  <cp:lastModifiedBy>STRETCH Nine [Baldivis Secondary College]</cp:lastModifiedBy>
  <cp:revision>4</cp:revision>
  <dcterms:created xsi:type="dcterms:W3CDTF">2019-02-16T00:58:10Z</dcterms:created>
  <dcterms:modified xsi:type="dcterms:W3CDTF">2019-02-16T01:06:22Z</dcterms:modified>
</cp:coreProperties>
</file>