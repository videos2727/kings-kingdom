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3896-E33A-42A7-8501-56C520C6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C4A28E-347E-4AC0-A7CE-EC56642A1A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7369" t="45770" r="52985" b="8114"/>
          <a:stretch/>
        </p:blipFill>
        <p:spPr>
          <a:xfrm>
            <a:off x="4977354" y="450131"/>
            <a:ext cx="3930976" cy="5190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E8A63-B494-4E38-88BA-C64F92783101}"/>
                  </a:ext>
                </a:extLst>
              </p:cNvPr>
              <p:cNvSpPr txBox="1"/>
              <p:nvPr/>
            </p:nvSpPr>
            <p:spPr>
              <a:xfrm>
                <a:off x="8908330" y="450131"/>
                <a:ext cx="2878413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𝟏𝟔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𝒇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E8A63-B494-4E38-88BA-C64F92783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8330" y="450131"/>
                <a:ext cx="2878413" cy="4154984"/>
              </a:xfrm>
              <a:prstGeom prst="rect">
                <a:avLst/>
              </a:prstGeom>
              <a:blipFill>
                <a:blip r:embed="rId3"/>
                <a:stretch>
                  <a:fillRect l="-3171" t="-10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83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BC648-DF6F-4D0E-AEDB-343D92181C20}"/>
              </a:ext>
            </a:extLst>
          </p:cNvPr>
          <p:cNvSpPr txBox="1"/>
          <p:nvPr/>
        </p:nvSpPr>
        <p:spPr>
          <a:xfrm>
            <a:off x="122548" y="2516957"/>
            <a:ext cx="2318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multiply and divide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/>
              <p:nvPr/>
            </p:nvSpPr>
            <p:spPr>
              <a:xfrm>
                <a:off x="2698017" y="2516957"/>
                <a:ext cx="585209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Simplify the following expressions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×4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𝑚𝑛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×−2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AU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²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AU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017" y="2516957"/>
                <a:ext cx="5852094" cy="3416320"/>
              </a:xfrm>
              <a:prstGeom prst="rect">
                <a:avLst/>
              </a:prstGeom>
              <a:blipFill>
                <a:blip r:embed="rId2"/>
                <a:stretch>
                  <a:fillRect l="-938" t="-10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7985CE-686C-4E07-B1EE-96E9E47F9A27}"/>
              </a:ext>
            </a:extLst>
          </p:cNvPr>
          <p:cNvSpPr txBox="1"/>
          <p:nvPr/>
        </p:nvSpPr>
        <p:spPr>
          <a:xfrm>
            <a:off x="8347586" y="2749462"/>
            <a:ext cx="2851355" cy="193899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forget</a:t>
            </a:r>
          </a:p>
          <a:p>
            <a:pPr algn="ctr"/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NUMBERS first</a:t>
            </a:r>
          </a:p>
          <a:p>
            <a:pPr algn="ctr"/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ALPHABET (in order) second</a:t>
            </a:r>
          </a:p>
        </p:txBody>
      </p:sp>
    </p:spTree>
    <p:extLst>
      <p:ext uri="{BB962C8B-B14F-4D97-AF65-F5344CB8AC3E}">
        <p14:creationId xmlns:p14="http://schemas.microsoft.com/office/powerpoint/2010/main" val="13182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E76DA0-7355-4D7B-919E-A6F45F04E0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36" t="21168" r="30335" b="74571"/>
          <a:stretch/>
        </p:blipFill>
        <p:spPr>
          <a:xfrm>
            <a:off x="1051561" y="2110215"/>
            <a:ext cx="9026090" cy="454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4E3D37-05CC-4D18-8A87-63105C6BF6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77" t="46817" r="31494" b="48922"/>
          <a:stretch/>
        </p:blipFill>
        <p:spPr>
          <a:xfrm>
            <a:off x="1051561" y="3248409"/>
            <a:ext cx="9026090" cy="454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E74269-99CB-4AE8-9C90-312EC8D9FD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936" t="54322" r="28194" b="41934"/>
          <a:stretch/>
        </p:blipFill>
        <p:spPr>
          <a:xfrm>
            <a:off x="1051561" y="4386603"/>
            <a:ext cx="9026090" cy="3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7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BC648-DF6F-4D0E-AEDB-343D92181C20}"/>
              </a:ext>
            </a:extLst>
          </p:cNvPr>
          <p:cNvSpPr txBox="1"/>
          <p:nvPr/>
        </p:nvSpPr>
        <p:spPr>
          <a:xfrm>
            <a:off x="122548" y="2516957"/>
            <a:ext cx="2318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multiply and divide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/>
              <p:nvPr/>
            </p:nvSpPr>
            <p:spPr>
              <a:xfrm>
                <a:off x="2803894" y="2399640"/>
                <a:ext cx="5852094" cy="4079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Simplify the following expressions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÷2=   </m:t>
                    </m:r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4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en-AU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𝑎𝑦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÷4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𝑎𝑦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9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894" y="2399640"/>
                <a:ext cx="5852094" cy="4079194"/>
              </a:xfrm>
              <a:prstGeom prst="rect">
                <a:avLst/>
              </a:prstGeom>
              <a:blipFill>
                <a:blip r:embed="rId2"/>
                <a:stretch>
                  <a:fillRect l="-938" t="-8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250593-6ED0-4573-BD12-F111A3A2C9E9}"/>
              </a:ext>
            </a:extLst>
          </p:cNvPr>
          <p:cNvCxnSpPr>
            <a:cxnSpLocks/>
          </p:cNvCxnSpPr>
          <p:nvPr/>
        </p:nvCxnSpPr>
        <p:spPr>
          <a:xfrm flipH="1">
            <a:off x="5033913" y="4138367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3283A0-F655-4971-A698-609DF0430FA8}"/>
              </a:ext>
            </a:extLst>
          </p:cNvPr>
          <p:cNvCxnSpPr>
            <a:cxnSpLocks/>
          </p:cNvCxnSpPr>
          <p:nvPr/>
        </p:nvCxnSpPr>
        <p:spPr>
          <a:xfrm flipH="1">
            <a:off x="5033913" y="4467518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DD8D1A-2A9E-4742-982A-6CE260265751}"/>
              </a:ext>
            </a:extLst>
          </p:cNvPr>
          <p:cNvCxnSpPr>
            <a:cxnSpLocks/>
          </p:cNvCxnSpPr>
          <p:nvPr/>
        </p:nvCxnSpPr>
        <p:spPr>
          <a:xfrm flipH="1">
            <a:off x="5484843" y="5035484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495C9A-9212-4B33-8F4D-3791231D4252}"/>
              </a:ext>
            </a:extLst>
          </p:cNvPr>
          <p:cNvCxnSpPr>
            <a:cxnSpLocks/>
          </p:cNvCxnSpPr>
          <p:nvPr/>
        </p:nvCxnSpPr>
        <p:spPr>
          <a:xfrm flipH="1">
            <a:off x="5494270" y="5362853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16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4A2A57-B596-4BAD-9829-2F1B4D6C58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05" t="44741" r="29374" b="51037"/>
          <a:stretch/>
        </p:blipFill>
        <p:spPr>
          <a:xfrm>
            <a:off x="608796" y="2286246"/>
            <a:ext cx="10181123" cy="503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A7F657-4C7C-4F33-BBDA-732012F42D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76" t="68832" r="29603" b="27454"/>
          <a:stretch/>
        </p:blipFill>
        <p:spPr>
          <a:xfrm>
            <a:off x="608797" y="3378467"/>
            <a:ext cx="10104119" cy="4396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5A2E8F-AEDF-4586-A940-B5D498C762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89" t="64690" r="28789" b="31649"/>
          <a:stretch/>
        </p:blipFill>
        <p:spPr>
          <a:xfrm>
            <a:off x="608796" y="4572000"/>
            <a:ext cx="10104119" cy="4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8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C17E-2303-48D6-938F-5720697A0C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7673" y="677358"/>
            <a:ext cx="10394707" cy="3311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ESSENTIAL MATHEMATICS: 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/>
              <a:t>PAGE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308745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117</TotalTime>
  <Words>242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Simplifying Expressions  </vt:lpstr>
      <vt:lpstr>Revision - lhs</vt:lpstr>
      <vt:lpstr>Simplifying Expressions  </vt:lpstr>
      <vt:lpstr>practice: - lhs</vt:lpstr>
      <vt:lpstr>Simplifying Expressions  </vt:lpstr>
      <vt:lpstr>practice: - lhs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D'SOUZA Jillian [Baldivis Secondary College]</cp:lastModifiedBy>
  <cp:revision>44</cp:revision>
  <dcterms:created xsi:type="dcterms:W3CDTF">2018-03-11T07:42:05Z</dcterms:created>
  <dcterms:modified xsi:type="dcterms:W3CDTF">2018-03-11T10:18:11Z</dcterms:modified>
</cp:coreProperties>
</file>