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89" r:id="rId2"/>
    <p:sldId id="259" r:id="rId3"/>
    <p:sldId id="258" r:id="rId4"/>
    <p:sldId id="399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5" autoAdjust="0"/>
    <p:restoredTop sz="94660"/>
  </p:normalViewPr>
  <p:slideViewPr>
    <p:cSldViewPr>
      <p:cViewPr varScale="1">
        <p:scale>
          <a:sx n="93" d="100"/>
          <a:sy n="93" d="100"/>
        </p:scale>
        <p:origin x="84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BCFE2-6253-4348-9B09-420E3B58B207}" type="datetimeFigureOut">
              <a:rPr lang="en-GB" smtClean="0"/>
              <a:t>05/09/2018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B26D4-533B-4C79-A515-52D7EF59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56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0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7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71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580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8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07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81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8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0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5362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007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7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615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A539F4-62A1-496D-8D5C-97AA3DBD9314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AU" dirty="0"/>
                  <a:t>Linear Relationships – Sketching a Line Given</a:t>
                </a:r>
                <a:br>
                  <a:rPr lang="en-A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A539F4-62A1-496D-8D5C-97AA3DBD93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l="-3419" t="-40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72049166-CC40-4F73-91D8-81ACD3004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 Maths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9E1E61-6F2E-45A1-8E20-D5EFB0DD3C4A}"/>
              </a:ext>
            </a:extLst>
          </p:cNvPr>
          <p:cNvCxnSpPr/>
          <p:nvPr/>
        </p:nvCxnSpPr>
        <p:spPr>
          <a:xfrm>
            <a:off x="9336360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9FB6ED-18E6-41B3-9B04-71246F5B2B0D}"/>
              </a:ext>
            </a:extLst>
          </p:cNvPr>
          <p:cNvSpPr txBox="1"/>
          <p:nvPr/>
        </p:nvSpPr>
        <p:spPr>
          <a:xfrm>
            <a:off x="9346972" y="1196751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Steps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BF69CC-851A-45BB-9582-9F218D26C672}"/>
              </a:ext>
            </a:extLst>
          </p:cNvPr>
          <p:cNvSpPr txBox="1"/>
          <p:nvPr/>
        </p:nvSpPr>
        <p:spPr>
          <a:xfrm>
            <a:off x="939815" y="788557"/>
            <a:ext cx="4580121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Complete the tasks on this side (left) of your page</a:t>
            </a:r>
            <a:endParaRPr lang="en-AU" sz="2333" dirty="0"/>
          </a:p>
        </p:txBody>
      </p:sp>
      <p:pic>
        <p:nvPicPr>
          <p:cNvPr id="21" name="Picture 20" descr="Image result for finger you">
            <a:extLst>
              <a:ext uri="{FF2B5EF4-FFF2-40B4-BE49-F238E27FC236}">
                <a16:creationId xmlns:a16="http://schemas.microsoft.com/office/drawing/2014/main" id="{8EDE0A71-0B31-47FC-8116-A1F1E0C4683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169" y="2164094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C89346-A77D-4BA1-9F84-C8C332506CA6}"/>
              </a:ext>
            </a:extLst>
          </p:cNvPr>
          <p:cNvSpPr txBox="1"/>
          <p:nvPr/>
        </p:nvSpPr>
        <p:spPr>
          <a:xfrm>
            <a:off x="537185" y="5064654"/>
            <a:ext cx="516817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27" name="Right Arrow 20">
            <a:extLst>
              <a:ext uri="{FF2B5EF4-FFF2-40B4-BE49-F238E27FC236}">
                <a16:creationId xmlns:a16="http://schemas.microsoft.com/office/drawing/2014/main" id="{5386C233-1672-4F1F-95FE-C741EB5A2D49}"/>
              </a:ext>
            </a:extLst>
          </p:cNvPr>
          <p:cNvSpPr/>
          <p:nvPr/>
        </p:nvSpPr>
        <p:spPr>
          <a:xfrm rot="11903126">
            <a:off x="6355904" y="189622"/>
            <a:ext cx="1908624" cy="10202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B974D-84DF-409D-A9C4-0ECD4359A6ED}"/>
              </a:ext>
            </a:extLst>
          </p:cNvPr>
          <p:cNvSpPr txBox="1"/>
          <p:nvPr/>
        </p:nvSpPr>
        <p:spPr>
          <a:xfrm>
            <a:off x="8218331" y="664949"/>
            <a:ext cx="1961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91817-3DB0-421A-8D4D-1CE79938934A}"/>
              </a:ext>
            </a:extLst>
          </p:cNvPr>
          <p:cNvSpPr txBox="1"/>
          <p:nvPr/>
        </p:nvSpPr>
        <p:spPr>
          <a:xfrm>
            <a:off x="7637972" y="2105473"/>
            <a:ext cx="2850292" cy="11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Write your notes on this side (right) of your page</a:t>
            </a:r>
            <a:endParaRPr lang="en-AU" sz="2333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260C7911-4221-4C73-9ED2-216672ABED77}"/>
              </a:ext>
            </a:extLst>
          </p:cNvPr>
          <p:cNvSpPr txBox="1">
            <a:spLocks/>
          </p:cNvSpPr>
          <p:nvPr/>
        </p:nvSpPr>
        <p:spPr>
          <a:xfrm>
            <a:off x="6410842" y="5600297"/>
            <a:ext cx="4548257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095E9-004E-44AF-8FAD-E2A30996A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3" y="0"/>
            <a:ext cx="12192000" cy="50611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7A72C1-1276-4FAF-B2A1-55B2EB0C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4149080"/>
            <a:ext cx="3097785" cy="149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7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497780" y="1941617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r>
              <a:rPr lang="en-US" dirty="0"/>
              <a:t>If x = 0 , y =1   	If x = 1 , y =3	If x =2,   y= 5</a:t>
            </a:r>
          </a:p>
          <a:p>
            <a:endParaRPr lang="en-US" dirty="0"/>
          </a:p>
          <a:p>
            <a:r>
              <a:rPr lang="en-US" dirty="0"/>
              <a:t>y = 2(0) +1 </a:t>
            </a:r>
            <a:endParaRPr lang="en-AU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C566DC-A3E1-4207-8A97-A612404D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78133"/>
              </p:ext>
            </p:extLst>
          </p:nvPr>
        </p:nvGraphicFramePr>
        <p:xfrm>
          <a:off x="3935760" y="2882656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30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497780" y="1941617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r>
              <a:rPr lang="en-US" dirty="0"/>
              <a:t>If x = 0 , y =1   	If x = 1 , y =3	If x =2,   y= 5</a:t>
            </a:r>
          </a:p>
          <a:p>
            <a:endParaRPr lang="en-US" dirty="0"/>
          </a:p>
          <a:p>
            <a:r>
              <a:rPr lang="en-US" dirty="0"/>
              <a:t>y = 2(0) +1 </a:t>
            </a:r>
            <a:endParaRPr lang="en-AU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C566DC-A3E1-4207-8A97-A612404D33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5760" y="2882656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8BA97A1-1453-4EF7-9D28-FB27CADF4059}"/>
              </a:ext>
            </a:extLst>
          </p:cNvPr>
          <p:cNvSpPr txBox="1"/>
          <p:nvPr/>
        </p:nvSpPr>
        <p:spPr>
          <a:xfrm>
            <a:off x="2664299" y="4005064"/>
            <a:ext cx="2664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use these values as coordinates and plot them on the axes. Then join them up with a straight line (</a:t>
            </a:r>
            <a:r>
              <a:rPr lang="en-US" b="1" dirty="0"/>
              <a:t>use a ruler</a:t>
            </a:r>
            <a:r>
              <a:rPr lang="en-US" dirty="0"/>
              <a:t>), putting arrows on the end indicating the line goes on forever</a:t>
            </a:r>
            <a:endParaRPr lang="en-AU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1A8708-269A-4E54-B449-53D666BCA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04" y="3986115"/>
            <a:ext cx="2634209" cy="26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6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497780" y="1941617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r>
              <a:rPr lang="en-US" dirty="0"/>
              <a:t>If x = 0 , y =1   	If x = 1 , y =3	If x =2,   y= 5</a:t>
            </a:r>
          </a:p>
          <a:p>
            <a:endParaRPr lang="en-US" dirty="0"/>
          </a:p>
          <a:p>
            <a:r>
              <a:rPr lang="en-US" dirty="0"/>
              <a:t>y = 2(0) +1 </a:t>
            </a:r>
            <a:endParaRPr lang="en-AU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C566DC-A3E1-4207-8A97-A612404D33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5760" y="2882656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8BA97A1-1453-4EF7-9D28-FB27CADF4059}"/>
              </a:ext>
            </a:extLst>
          </p:cNvPr>
          <p:cNvSpPr txBox="1"/>
          <p:nvPr/>
        </p:nvSpPr>
        <p:spPr>
          <a:xfrm>
            <a:off x="2664299" y="4005064"/>
            <a:ext cx="2664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use these values as coordinates and plot them on the axes. Then join them up with a straight line (</a:t>
            </a:r>
            <a:r>
              <a:rPr lang="en-US" b="1" dirty="0"/>
              <a:t>use a ruler</a:t>
            </a:r>
            <a:r>
              <a:rPr lang="en-US" dirty="0"/>
              <a:t>), putting arrows on the end indicating the line goes on forever</a:t>
            </a:r>
            <a:endParaRPr lang="en-AU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1A8708-269A-4E54-B449-53D666BCA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04" y="3692871"/>
            <a:ext cx="2925941" cy="294110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8D5F58EB-48DB-4627-8499-0F1125E6A94D}"/>
              </a:ext>
            </a:extLst>
          </p:cNvPr>
          <p:cNvSpPr/>
          <p:nvPr/>
        </p:nvSpPr>
        <p:spPr>
          <a:xfrm>
            <a:off x="6881075" y="4941168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94C49A-C523-41D7-A64D-7372BF328C38}"/>
              </a:ext>
            </a:extLst>
          </p:cNvPr>
          <p:cNvSpPr/>
          <p:nvPr/>
        </p:nvSpPr>
        <p:spPr>
          <a:xfrm>
            <a:off x="7130269" y="4401108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1D7691-E1E3-4D11-9B97-BB1EEC31578C}"/>
              </a:ext>
            </a:extLst>
          </p:cNvPr>
          <p:cNvSpPr/>
          <p:nvPr/>
        </p:nvSpPr>
        <p:spPr>
          <a:xfrm>
            <a:off x="7392144" y="3905894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981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76029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do I form a graph from a rule?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4B0C-61EF-494B-A67D-17D7CF3D9036}"/>
              </a:ext>
            </a:extLst>
          </p:cNvPr>
          <p:cNvSpPr txBox="1"/>
          <p:nvPr/>
        </p:nvSpPr>
        <p:spPr>
          <a:xfrm>
            <a:off x="2497780" y="1941617"/>
            <a:ext cx="6156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substitution to fill in the table. </a:t>
            </a:r>
          </a:p>
          <a:p>
            <a:r>
              <a:rPr lang="en-US" i="1" dirty="0"/>
              <a:t>Example: Draw a graph of the equation y = 2x +1</a:t>
            </a:r>
          </a:p>
          <a:p>
            <a:r>
              <a:rPr lang="en-US" dirty="0"/>
              <a:t>If x = 0 , y =1   	If x = 1 , y =3	If x =2,   y= 5</a:t>
            </a:r>
          </a:p>
          <a:p>
            <a:endParaRPr lang="en-US" dirty="0"/>
          </a:p>
          <a:p>
            <a:r>
              <a:rPr lang="en-US" dirty="0"/>
              <a:t>y = 2(0) +1 </a:t>
            </a:r>
            <a:endParaRPr lang="en-AU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EC566DC-A3E1-4207-8A97-A612404D33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5760" y="2882656"/>
          <a:ext cx="4462010" cy="7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8BA97A1-1453-4EF7-9D28-FB27CADF4059}"/>
              </a:ext>
            </a:extLst>
          </p:cNvPr>
          <p:cNvSpPr txBox="1"/>
          <p:nvPr/>
        </p:nvSpPr>
        <p:spPr>
          <a:xfrm>
            <a:off x="2664299" y="4005064"/>
            <a:ext cx="2664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Next, use these values as coordinates and plot them on the axes. Then join them up with a straight line (</a:t>
            </a:r>
            <a:r>
              <a:rPr lang="en-US" b="1" dirty="0"/>
              <a:t>use a ruler</a:t>
            </a:r>
            <a:r>
              <a:rPr lang="en-US" dirty="0"/>
              <a:t>), putting arrows on the end indicating the line goes on forever</a:t>
            </a:r>
            <a:endParaRPr lang="en-AU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1A8708-269A-4E54-B449-53D666BCA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04" y="3692871"/>
            <a:ext cx="2925941" cy="294110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8D5F58EB-48DB-4627-8499-0F1125E6A94D}"/>
              </a:ext>
            </a:extLst>
          </p:cNvPr>
          <p:cNvSpPr/>
          <p:nvPr/>
        </p:nvSpPr>
        <p:spPr>
          <a:xfrm>
            <a:off x="6881075" y="4941168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94C49A-C523-41D7-A64D-7372BF328C38}"/>
              </a:ext>
            </a:extLst>
          </p:cNvPr>
          <p:cNvSpPr/>
          <p:nvPr/>
        </p:nvSpPr>
        <p:spPr>
          <a:xfrm>
            <a:off x="7130269" y="4401108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1D7691-E1E3-4D11-9B97-BB1EEC31578C}"/>
              </a:ext>
            </a:extLst>
          </p:cNvPr>
          <p:cNvSpPr/>
          <p:nvPr/>
        </p:nvSpPr>
        <p:spPr>
          <a:xfrm>
            <a:off x="7392144" y="3905894"/>
            <a:ext cx="128199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03B810-06EF-4DB7-B737-9BD6FB82E003}"/>
              </a:ext>
            </a:extLst>
          </p:cNvPr>
          <p:cNvCxnSpPr>
            <a:cxnSpLocks/>
          </p:cNvCxnSpPr>
          <p:nvPr/>
        </p:nvCxnSpPr>
        <p:spPr>
          <a:xfrm flipH="1">
            <a:off x="6096001" y="3686656"/>
            <a:ext cx="1512167" cy="301196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12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E64D-5227-43FC-BB33-FF2A3257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FA02-9E91-4EFA-866F-5572A1C4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Dwyer Page 53- All questions</a:t>
            </a:r>
          </a:p>
          <a:p>
            <a:r>
              <a:rPr lang="en-US" dirty="0"/>
              <a:t>Fast finishers- Q 9, 6, 8 Essentials Book (</a:t>
            </a:r>
            <a:r>
              <a:rPr lang="en-US" dirty="0" err="1"/>
              <a:t>pg</a:t>
            </a:r>
            <a:r>
              <a:rPr lang="en-US" dirty="0"/>
              <a:t> 200)</a:t>
            </a:r>
            <a:endParaRPr lang="en-AU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7513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1FC6DF-00DD-40D4-BA10-A89F21820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915" y="50096"/>
            <a:ext cx="7608169" cy="67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04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5A9F-E9D6-4F2B-A8F8-45F0BCE4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527577-51F3-470C-A932-DBEE8F650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564904"/>
            <a:ext cx="10820400" cy="218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5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3183-D8BF-4697-AFDA-D82A045A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EB8599-DDBA-4C18-8B6E-03D1791F4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65" y="2492896"/>
            <a:ext cx="10820400" cy="209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7514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741</TotalTime>
  <Words>474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BSC Theme</vt:lpstr>
      <vt:lpstr>Linear Relationships – Sketching a Line Given y=mx+c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Task</vt:lpstr>
      <vt:lpstr>TAsk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LUM Magdeline [Baldivis Secondary College]</cp:lastModifiedBy>
  <cp:revision>50</cp:revision>
  <dcterms:created xsi:type="dcterms:W3CDTF">2017-03-06T12:42:44Z</dcterms:created>
  <dcterms:modified xsi:type="dcterms:W3CDTF">2018-09-04T17:53:40Z</dcterms:modified>
</cp:coreProperties>
</file>