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29" r:id="rId5"/>
    <p:sldId id="334" r:id="rId6"/>
    <p:sldId id="328" r:id="rId7"/>
    <p:sldId id="331" r:id="rId8"/>
    <p:sldId id="333" r:id="rId9"/>
    <p:sldId id="325" r:id="rId10"/>
    <p:sldId id="335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9/2/18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FE8B9BD-F70A-C84B-98CC-ED0372510D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638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 sz="3200">
                <a:ea typeface="ＭＳ Ｐゴシック" panose="020B0600070205080204" pitchFamily="34" charset="-128"/>
              </a:rPr>
              <a:t>Area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18D14D6-80E2-3F4B-9C77-E8B86BE193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5000" y="1566863"/>
            <a:ext cx="6623050" cy="5842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GB" altLang="en-US" sz="2800">
                <a:solidFill>
                  <a:srgbClr val="000000"/>
                </a:solidFill>
                <a:ea typeface="ＭＳ Ｐゴシック" panose="020B0600070205080204" pitchFamily="34" charset="-128"/>
              </a:rPr>
              <a:t>Area measures the surface of something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73E1EE50-4668-E84F-8D5F-178DB7E48D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5" y="3500438"/>
            <a:ext cx="1439863" cy="1439862"/>
          </a:xfrm>
          <a:prstGeom prst="rect">
            <a:avLst/>
          </a:prstGeom>
          <a:solidFill>
            <a:srgbClr val="008000">
              <a:alpha val="87842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168FA276-F63D-A24C-803C-7565C60DFCB9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2800350"/>
            <a:ext cx="1439863" cy="530225"/>
            <a:chOff x="1066" y="1781"/>
            <a:chExt cx="907" cy="334"/>
          </a:xfrm>
        </p:grpSpPr>
        <p:sp>
          <p:nvSpPr>
            <p:cNvPr id="7194" name="Line 5">
              <a:extLst>
                <a:ext uri="{FF2B5EF4-FFF2-40B4-BE49-F238E27FC236}">
                  <a16:creationId xmlns:a16="http://schemas.microsoft.com/office/drawing/2014/main" id="{67516194-A26C-454B-8A6E-61B05445F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115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Text Box 6">
              <a:extLst>
                <a:ext uri="{FF2B5EF4-FFF2-40B4-BE49-F238E27FC236}">
                  <a16:creationId xmlns:a16="http://schemas.microsoft.com/office/drawing/2014/main" id="{3CE24855-981B-8C40-A7CC-F0C8F2934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781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1</a:t>
              </a: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 </a:t>
              </a:r>
              <a:r>
                <a:rPr lang="en-GB" altLang="en-US">
                  <a:latin typeface="Calibri" panose="020F0502020204030204" pitchFamily="34" charset="0"/>
                </a:rPr>
                <a:t>metre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6EC8FCBE-1C09-F746-9946-3083953932A8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3498850"/>
            <a:ext cx="1439862" cy="1439863"/>
            <a:chOff x="159" y="2204"/>
            <a:chExt cx="907" cy="907"/>
          </a:xfrm>
        </p:grpSpPr>
        <p:sp>
          <p:nvSpPr>
            <p:cNvPr id="7192" name="Line 7">
              <a:extLst>
                <a:ext uri="{FF2B5EF4-FFF2-40B4-BE49-F238E27FC236}">
                  <a16:creationId xmlns:a16="http://schemas.microsoft.com/office/drawing/2014/main" id="{85CA5378-831C-F040-A51E-64825245ED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22" y="2658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Text Box 8">
              <a:extLst>
                <a:ext uri="{FF2B5EF4-FFF2-40B4-BE49-F238E27FC236}">
                  <a16:creationId xmlns:a16="http://schemas.microsoft.com/office/drawing/2014/main" id="{D8A2F194-440C-814D-AA0D-6CF0D9F99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" y="2478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 metre</a:t>
              </a:r>
            </a:p>
          </p:txBody>
        </p:sp>
      </p:grpSp>
      <p:sp>
        <p:nvSpPr>
          <p:cNvPr id="40971" name="Rectangle 11">
            <a:extLst>
              <a:ext uri="{FF2B5EF4-FFF2-40B4-BE49-F238E27FC236}">
                <a16:creationId xmlns:a16="http://schemas.microsoft.com/office/drawing/2014/main" id="{76EDC0E4-92E4-F44A-9320-22FE712D2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5070475"/>
            <a:ext cx="2519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 square metre</a:t>
            </a: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344F480C-4920-724E-979B-87406CD78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933825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1 m</a:t>
            </a:r>
            <a:r>
              <a:rPr lang="en-GB" altLang="en-US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40973" name="Rectangle 13">
            <a:extLst>
              <a:ext uri="{FF2B5EF4-FFF2-40B4-BE49-F238E27FC236}">
                <a16:creationId xmlns:a16="http://schemas.microsoft.com/office/drawing/2014/main" id="{27E90907-05F2-D141-8D47-D1B1EDD03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695700"/>
            <a:ext cx="1079500" cy="1079500"/>
          </a:xfrm>
          <a:prstGeom prst="rect">
            <a:avLst/>
          </a:prstGeom>
          <a:solidFill>
            <a:schemeClr val="tx1">
              <a:alpha val="27843"/>
            </a:scheme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6CF756DF-7ADF-284C-8531-47982B508BEC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3122613"/>
            <a:ext cx="2160588" cy="1674812"/>
            <a:chOff x="2290" y="1967"/>
            <a:chExt cx="1361" cy="1055"/>
          </a:xfrm>
        </p:grpSpPr>
        <p:grpSp>
          <p:nvGrpSpPr>
            <p:cNvPr id="7187" name="Group 33">
              <a:extLst>
                <a:ext uri="{FF2B5EF4-FFF2-40B4-BE49-F238E27FC236}">
                  <a16:creationId xmlns:a16="http://schemas.microsoft.com/office/drawing/2014/main" id="{9FBE741A-00DA-F749-B814-29BC8BBAAA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1967"/>
              <a:ext cx="726" cy="288"/>
              <a:chOff x="2925" y="1967"/>
              <a:chExt cx="726" cy="288"/>
            </a:xfrm>
          </p:grpSpPr>
          <p:sp>
            <p:nvSpPr>
              <p:cNvPr id="7190" name="Text Box 16">
                <a:extLst>
                  <a:ext uri="{FF2B5EF4-FFF2-40B4-BE49-F238E27FC236}">
                    <a16:creationId xmlns:a16="http://schemas.microsoft.com/office/drawing/2014/main" id="{486C2933-41D5-BE45-A5BE-EE72C4D4B3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2" y="1967"/>
                <a:ext cx="6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GB" altLang="en-US">
                    <a:latin typeface="Calibri" panose="020F0502020204030204" pitchFamily="34" charset="0"/>
                  </a:rPr>
                  <a:t>1</a:t>
                </a:r>
                <a:r>
                  <a:rPr lang="en-GB" altLang="en-US">
                    <a:solidFill>
                      <a:srgbClr val="000000"/>
                    </a:solidFill>
                    <a:latin typeface="Calibri" panose="020F0502020204030204" pitchFamily="34" charset="0"/>
                  </a:rPr>
                  <a:t> </a:t>
                </a:r>
                <a:r>
                  <a:rPr lang="en-GB" altLang="en-US">
                    <a:latin typeface="Calibri" panose="020F0502020204030204" pitchFamily="34" charset="0"/>
                  </a:rPr>
                  <a:t>cm</a:t>
                </a:r>
              </a:p>
            </p:txBody>
          </p:sp>
          <p:sp>
            <p:nvSpPr>
              <p:cNvPr id="7191" name="Line 15">
                <a:extLst>
                  <a:ext uri="{FF2B5EF4-FFF2-40B4-BE49-F238E27FC236}">
                    <a16:creationId xmlns:a16="http://schemas.microsoft.com/office/drawing/2014/main" id="{28337A4C-D9E7-D04F-A1FD-09E306EDF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5" y="2255"/>
                <a:ext cx="6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88" name="Line 18">
              <a:extLst>
                <a:ext uri="{FF2B5EF4-FFF2-40B4-BE49-F238E27FC236}">
                  <a16:creationId xmlns:a16="http://schemas.microsoft.com/office/drawing/2014/main" id="{798612C2-0E0B-FC4C-BCE2-20DDBF09BD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18" y="2682"/>
              <a:ext cx="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Text Box 19">
              <a:extLst>
                <a:ext uri="{FF2B5EF4-FFF2-40B4-BE49-F238E27FC236}">
                  <a16:creationId xmlns:a16="http://schemas.microsoft.com/office/drawing/2014/main" id="{0FEAA0A4-BB94-4F4A-84C5-3F86A15B2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523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1 cm</a:t>
              </a:r>
            </a:p>
          </p:txBody>
        </p:sp>
      </p:grpSp>
      <p:sp>
        <p:nvSpPr>
          <p:cNvPr id="40981" name="Rectangle 21">
            <a:extLst>
              <a:ext uri="{FF2B5EF4-FFF2-40B4-BE49-F238E27FC236}">
                <a16:creationId xmlns:a16="http://schemas.microsoft.com/office/drawing/2014/main" id="{578119E2-55C7-A746-A018-4963FFFF3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4005263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 cm</a:t>
            </a:r>
            <a:r>
              <a:rPr lang="en-GB" altLang="en-US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40986" name="Rectangle 26">
            <a:extLst>
              <a:ext uri="{FF2B5EF4-FFF2-40B4-BE49-F238E27FC236}">
                <a16:creationId xmlns:a16="http://schemas.microsoft.com/office/drawing/2014/main" id="{EB3230EF-D31C-7547-B2D0-B47B7CE9F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3714750"/>
            <a:ext cx="900113" cy="900113"/>
          </a:xfrm>
          <a:prstGeom prst="rect">
            <a:avLst/>
          </a:prstGeom>
          <a:solidFill>
            <a:srgbClr val="FF3300">
              <a:alpha val="59999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76AF36FF-266A-7F4B-951A-7FBC9A1B9E94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3141663"/>
            <a:ext cx="2085975" cy="1474787"/>
            <a:chOff x="3833" y="1979"/>
            <a:chExt cx="1314" cy="929"/>
          </a:xfrm>
        </p:grpSpPr>
        <p:sp>
          <p:nvSpPr>
            <p:cNvPr id="7183" name="Text Box 25">
              <a:extLst>
                <a:ext uri="{FF2B5EF4-FFF2-40B4-BE49-F238E27FC236}">
                  <a16:creationId xmlns:a16="http://schemas.microsoft.com/office/drawing/2014/main" id="{FC086986-D125-9E43-960F-34A64BE77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979"/>
              <a:ext cx="6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 mm</a:t>
              </a:r>
            </a:p>
          </p:txBody>
        </p:sp>
        <p:sp>
          <p:nvSpPr>
            <p:cNvPr id="7184" name="Line 27">
              <a:extLst>
                <a:ext uri="{FF2B5EF4-FFF2-40B4-BE49-F238E27FC236}">
                  <a16:creationId xmlns:a16="http://schemas.microsoft.com/office/drawing/2014/main" id="{E40F4C16-B8D2-654D-8B73-18D8E2654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0" y="2296"/>
              <a:ext cx="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28">
              <a:extLst>
                <a:ext uri="{FF2B5EF4-FFF2-40B4-BE49-F238E27FC236}">
                  <a16:creationId xmlns:a16="http://schemas.microsoft.com/office/drawing/2014/main" id="{85BE1557-1A9A-3B42-B28B-EE5E375F6F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138" y="2625"/>
              <a:ext cx="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Text Box 29">
              <a:extLst>
                <a:ext uri="{FF2B5EF4-FFF2-40B4-BE49-F238E27FC236}">
                  <a16:creationId xmlns:a16="http://schemas.microsoft.com/office/drawing/2014/main" id="{D13D76BA-D1F8-2548-A0A3-E8C15CF5E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2432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 mm</a:t>
              </a:r>
            </a:p>
          </p:txBody>
        </p:sp>
      </p:grpSp>
      <p:sp>
        <p:nvSpPr>
          <p:cNvPr id="40990" name="Rectangle 30">
            <a:extLst>
              <a:ext uri="{FF2B5EF4-FFF2-40B4-BE49-F238E27FC236}">
                <a16:creationId xmlns:a16="http://schemas.microsoft.com/office/drawing/2014/main" id="{3C21A2D8-3064-1746-9F05-0FE09E866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860800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 mm</a:t>
            </a:r>
            <a:r>
              <a:rPr lang="en-GB" altLang="en-US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311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  <p:bldP spid="40964" grpId="0" animBg="1"/>
      <p:bldP spid="40971" grpId="0" build="p"/>
      <p:bldP spid="40972" grpId="0" build="p"/>
      <p:bldP spid="40973" grpId="0" animBg="1"/>
      <p:bldP spid="40981" grpId="0" build="p"/>
      <p:bldP spid="40986" grpId="0" animBg="1"/>
      <p:bldP spid="40990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passyworldofmathematics.com/Images/pwmImagesFour/ConvertMetricOne550x407JPG.jpg">
            <a:extLst>
              <a:ext uri="{FF2B5EF4-FFF2-40B4-BE49-F238E27FC236}">
                <a16:creationId xmlns:a16="http://schemas.microsoft.com/office/drawing/2014/main" id="{777EF3A0-5D10-084B-9930-472ECEA0E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04664"/>
            <a:ext cx="4032448" cy="2984013"/>
          </a:xfrm>
          <a:prstGeom prst="rect">
            <a:avLst/>
          </a:prstGeom>
          <a:noFill/>
        </p:spPr>
      </p:pic>
      <p:pic>
        <p:nvPicPr>
          <p:cNvPr id="3" name="Picture 2" descr="http://passyworldofmathematics.com/Images/pwmImagesFour/ConvertMetricTwo550x392JPG.jpg">
            <a:extLst>
              <a:ext uri="{FF2B5EF4-FFF2-40B4-BE49-F238E27FC236}">
                <a16:creationId xmlns:a16="http://schemas.microsoft.com/office/drawing/2014/main" id="{DAFD7A42-790A-434F-A49A-A93DB0081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347827"/>
            <a:ext cx="3901342" cy="278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419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different shapes?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find the area of 2 dimensional shapes?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5483" y="1950169"/>
            <a:ext cx="5988517" cy="49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987" y="404664"/>
            <a:ext cx="158417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710043" y="124901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13cm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688" y="692696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4cm</a:t>
            </a:r>
          </a:p>
        </p:txBody>
      </p:sp>
      <p:sp>
        <p:nvSpPr>
          <p:cNvPr id="7" name="Rectangle 6"/>
          <p:cNvSpPr/>
          <p:nvPr/>
        </p:nvSpPr>
        <p:spPr>
          <a:xfrm>
            <a:off x="2987824" y="205020"/>
            <a:ext cx="720080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073687" y="1570647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2cm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4331" y="74495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9cm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5615224" y="260008"/>
            <a:ext cx="864096" cy="136562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759240" y="1628160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3cm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31" y="799947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9cm</a:t>
            </a:r>
          </a:p>
        </p:txBody>
      </p:sp>
      <p:cxnSp>
        <p:nvCxnSpPr>
          <p:cNvPr id="14" name="Straight Arrow Connector 13"/>
          <p:cNvCxnSpPr>
            <a:stCxn id="10" idx="0"/>
            <a:endCxn id="10" idx="3"/>
          </p:cNvCxnSpPr>
          <p:nvPr/>
        </p:nvCxnSpPr>
        <p:spPr>
          <a:xfrm>
            <a:off x="6047272" y="260008"/>
            <a:ext cx="0" cy="136562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01087" y="110772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8cm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7539598" y="278589"/>
            <a:ext cx="1512168" cy="1240516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7899638" y="151910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10cm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184" y="78893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9cm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5542" y="744958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9cm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1767" y="64605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12cm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4968044" y="2300240"/>
            <a:ext cx="1944216" cy="2432248"/>
            <a:chOff x="107504" y="2220888"/>
            <a:chExt cx="1944216" cy="2432248"/>
          </a:xfrm>
        </p:grpSpPr>
        <p:sp>
          <p:nvSpPr>
            <p:cNvPr id="20" name="Right Triangle 19"/>
            <p:cNvSpPr/>
            <p:nvPr/>
          </p:nvSpPr>
          <p:spPr>
            <a:xfrm rot="5400000">
              <a:off x="236445" y="2996952"/>
              <a:ext cx="2160240" cy="1152128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2220888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5cm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7504" y="3248115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12cm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59632" y="3419127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13cm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07504" y="2484647"/>
            <a:ext cx="2304256" cy="1908447"/>
            <a:chOff x="5004048" y="2528665"/>
            <a:chExt cx="2304256" cy="1908447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5436096" y="2550580"/>
              <a:ext cx="288032" cy="15985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36096" y="2528665"/>
              <a:ext cx="917047" cy="16204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24128" y="4149080"/>
              <a:ext cx="6290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724128" y="4129335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1cm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828425" y="3231733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11cm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04048" y="3284984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14cm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6652802" y="2570325"/>
              <a:ext cx="0" cy="15787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516216" y="3284983"/>
              <a:ext cx="7920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  12cm</a:t>
              </a:r>
            </a:p>
          </p:txBody>
        </p:sp>
      </p:grpSp>
      <p:cxnSp>
        <p:nvCxnSpPr>
          <p:cNvPr id="44" name="Straight Connector 43"/>
          <p:cNvCxnSpPr/>
          <p:nvPr/>
        </p:nvCxnSpPr>
        <p:spPr>
          <a:xfrm flipH="1">
            <a:off x="8090493" y="2708920"/>
            <a:ext cx="724036" cy="12961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616498" y="2708920"/>
            <a:ext cx="473995" cy="12961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16498" y="2708920"/>
            <a:ext cx="11980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342637" y="3297658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7cm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0312" y="323173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5cm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9638" y="240114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6cm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7616498" y="2708920"/>
            <a:ext cx="870039" cy="5228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956376" y="2780928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4cm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39598" y="1415501"/>
            <a:ext cx="103604" cy="1036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/>
          <p:cNvSpPr/>
          <p:nvPr/>
        </p:nvSpPr>
        <p:spPr>
          <a:xfrm>
            <a:off x="5592814" y="2578759"/>
            <a:ext cx="103604" cy="1036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07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5490102" y="3470987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6cm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276999"/>
            <a:ext cx="28417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Calculate the </a:t>
            </a:r>
            <a:r>
              <a:rPr lang="en-GB" sz="1050" b="1" u="sng" dirty="0"/>
              <a:t>area</a:t>
            </a:r>
            <a:r>
              <a:rPr lang="en-GB" sz="1050" dirty="0"/>
              <a:t> of the following shapes.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2162268" y="674694"/>
            <a:ext cx="1113588" cy="540060"/>
          </a:xfrm>
          <a:prstGeom prst="parallelogram">
            <a:avLst>
              <a:gd name="adj" fmla="val 10533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TextBox 6"/>
          <p:cNvSpPr txBox="1"/>
          <p:nvPr/>
        </p:nvSpPr>
        <p:spPr>
          <a:xfrm>
            <a:off x="2249742" y="1214754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3cm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3848" y="840849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4cm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329862" y="674694"/>
            <a:ext cx="0" cy="5400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5736" y="72870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7cm</a:t>
            </a:r>
          </a:p>
        </p:txBody>
      </p:sp>
      <p:sp>
        <p:nvSpPr>
          <p:cNvPr id="12" name="Trapezoid 11"/>
          <p:cNvSpPr/>
          <p:nvPr/>
        </p:nvSpPr>
        <p:spPr>
          <a:xfrm>
            <a:off x="3951919" y="674694"/>
            <a:ext cx="1160141" cy="540060"/>
          </a:xfrm>
          <a:prstGeom prst="trapezoid">
            <a:avLst>
              <a:gd name="adj" fmla="val 7683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3" name="TextBox 12"/>
          <p:cNvSpPr txBox="1"/>
          <p:nvPr/>
        </p:nvSpPr>
        <p:spPr>
          <a:xfrm>
            <a:off x="3869922" y="790981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7cm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6036" y="790981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7cm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982" y="1223029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12cm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9982" y="512676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6cm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94" y="840849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8cm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544009" y="674694"/>
            <a:ext cx="0" cy="5400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Manual Input 18"/>
          <p:cNvSpPr/>
          <p:nvPr/>
        </p:nvSpPr>
        <p:spPr>
          <a:xfrm>
            <a:off x="5652120" y="512676"/>
            <a:ext cx="918102" cy="702078"/>
          </a:xfrm>
          <a:prstGeom prst="flowChartManualIn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0" name="TextBox 19"/>
          <p:cNvSpPr txBox="1"/>
          <p:nvPr/>
        </p:nvSpPr>
        <p:spPr>
          <a:xfrm>
            <a:off x="5328084" y="72870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9cm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6156" y="1214754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8cm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2150" y="358933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0222" y="75984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13m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79712" y="458670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74436" y="443812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2628" y="235677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3)</a:t>
            </a:r>
          </a:p>
        </p:txBody>
      </p:sp>
      <p:sp>
        <p:nvSpPr>
          <p:cNvPr id="44" name="Parallelogram 43"/>
          <p:cNvSpPr/>
          <p:nvPr/>
        </p:nvSpPr>
        <p:spPr>
          <a:xfrm>
            <a:off x="2514296" y="2798785"/>
            <a:ext cx="1113588" cy="540060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5" name="TextBox 44"/>
          <p:cNvSpPr txBox="1"/>
          <p:nvPr/>
        </p:nvSpPr>
        <p:spPr>
          <a:xfrm>
            <a:off x="2871800" y="3338845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5cm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3898" y="2960803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4cm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3681890" y="2798785"/>
            <a:ext cx="0" cy="5400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291729" y="2960803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3cm</a:t>
            </a:r>
          </a:p>
        </p:txBody>
      </p:sp>
      <p:sp>
        <p:nvSpPr>
          <p:cNvPr id="49" name="Trapezoid 48"/>
          <p:cNvSpPr/>
          <p:nvPr/>
        </p:nvSpPr>
        <p:spPr>
          <a:xfrm rot="10800000">
            <a:off x="4441016" y="3294698"/>
            <a:ext cx="1160141" cy="540060"/>
          </a:xfrm>
          <a:prstGeom prst="trapezoid">
            <a:avLst>
              <a:gd name="adj" fmla="val 2759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0" name="TextBox 49"/>
          <p:cNvSpPr txBox="1"/>
          <p:nvPr/>
        </p:nvSpPr>
        <p:spPr>
          <a:xfrm>
            <a:off x="4193958" y="3460853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6cm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9079" y="3843032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7cm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9079" y="313268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8cm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07091" y="3460853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7cm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5033105" y="3294698"/>
            <a:ext cx="0" cy="5400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68144" y="342900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2cm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0192" y="3113239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5cm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40" y="2582761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4)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3533" y="3063815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5)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80670" y="2957971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6)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2901" y="4434209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7)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61858" y="4434288"/>
            <a:ext cx="5195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/>
              <a:t>8)</a:t>
            </a:r>
          </a:p>
        </p:txBody>
      </p:sp>
      <p:sp>
        <p:nvSpPr>
          <p:cNvPr id="2" name="Parallelogram 1"/>
          <p:cNvSpPr/>
          <p:nvPr/>
        </p:nvSpPr>
        <p:spPr>
          <a:xfrm rot="15519164">
            <a:off x="6224329" y="3202315"/>
            <a:ext cx="561917" cy="632444"/>
          </a:xfrm>
          <a:prstGeom prst="parallelogram">
            <a:avLst>
              <a:gd name="adj" fmla="val 2241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7" name="TextBox 76"/>
          <p:cNvSpPr txBox="1"/>
          <p:nvPr/>
        </p:nvSpPr>
        <p:spPr>
          <a:xfrm>
            <a:off x="6502220" y="342900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3cm</a:t>
            </a:r>
          </a:p>
        </p:txBody>
      </p:sp>
      <p:cxnSp>
        <p:nvCxnSpPr>
          <p:cNvPr id="78" name="Straight Arrow Connector 77"/>
          <p:cNvCxnSpPr>
            <a:endCxn id="2" idx="5"/>
          </p:cNvCxnSpPr>
          <p:nvPr/>
        </p:nvCxnSpPr>
        <p:spPr>
          <a:xfrm>
            <a:off x="6508305" y="3308260"/>
            <a:ext cx="39871" cy="42399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22915" y="4560123"/>
            <a:ext cx="1327178" cy="132717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9" name="Oval 78"/>
          <p:cNvSpPr/>
          <p:nvPr/>
        </p:nvSpPr>
        <p:spPr>
          <a:xfrm>
            <a:off x="4783993" y="4674423"/>
            <a:ext cx="1840235" cy="17249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30" name="Straight Connector 29"/>
          <p:cNvCxnSpPr>
            <a:stCxn id="9" idx="2"/>
          </p:cNvCxnSpPr>
          <p:nvPr/>
        </p:nvCxnSpPr>
        <p:spPr>
          <a:xfrm>
            <a:off x="2722916" y="5223712"/>
            <a:ext cx="6635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951820" y="5057456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6cm</a:t>
            </a:r>
          </a:p>
        </p:txBody>
      </p:sp>
      <p:cxnSp>
        <p:nvCxnSpPr>
          <p:cNvPr id="82" name="Straight Connector 81"/>
          <p:cNvCxnSpPr>
            <a:stCxn id="79" idx="1"/>
            <a:endCxn id="79" idx="5"/>
          </p:cNvCxnSpPr>
          <p:nvPr/>
        </p:nvCxnSpPr>
        <p:spPr>
          <a:xfrm>
            <a:off x="5053489" y="4927030"/>
            <a:ext cx="1301243" cy="12196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46187" y="5380681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15cm</a:t>
            </a:r>
          </a:p>
        </p:txBody>
      </p:sp>
    </p:spTree>
    <p:extLst>
      <p:ext uri="{BB962C8B-B14F-4D97-AF65-F5344CB8AC3E}">
        <p14:creationId xmlns:p14="http://schemas.microsoft.com/office/powerpoint/2010/main" val="80539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Answers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96325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390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424310-B2EB-094F-8D25-68B99E11A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859269"/>
            <a:ext cx="3137272" cy="2777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54C85D-4F35-304B-9D5C-563518657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823295"/>
            <a:ext cx="3740894" cy="33522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92B202-5589-4F4D-9115-EE43855FEFFA}"/>
              </a:ext>
            </a:extLst>
          </p:cNvPr>
          <p:cNvSpPr txBox="1"/>
          <p:nvPr/>
        </p:nvSpPr>
        <p:spPr>
          <a:xfrm>
            <a:off x="1691680" y="116632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Extension Questions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47C00-98E9-B746-BC5D-09D369514AF7}"/>
              </a:ext>
            </a:extLst>
          </p:cNvPr>
          <p:cNvSpPr txBox="1"/>
          <p:nvPr/>
        </p:nvSpPr>
        <p:spPr>
          <a:xfrm>
            <a:off x="467544" y="485964"/>
            <a:ext cx="3137272" cy="373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the Tables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033FD6-9E7F-5948-BAE4-1C678D3C3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08" y="4365104"/>
            <a:ext cx="5796136" cy="223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3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223</Words>
  <Application>Microsoft Macintosh PowerPoint</Application>
  <PresentationFormat>On-screen Show (4:3)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ＭＳ Ｐゴシック</vt:lpstr>
      <vt:lpstr>Arial</vt:lpstr>
      <vt:lpstr>Calibri</vt:lpstr>
      <vt:lpstr>Times New Roman</vt:lpstr>
      <vt:lpstr>Office Theme</vt:lpstr>
      <vt:lpstr>My Measurement Interactive Notebook</vt:lpstr>
      <vt:lpstr>PowerPoint Presentation</vt:lpstr>
      <vt:lpstr>PowerPoint Presentation</vt:lpstr>
      <vt:lpstr>Area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90</cp:revision>
  <dcterms:created xsi:type="dcterms:W3CDTF">2014-05-14T02:58:57Z</dcterms:created>
  <dcterms:modified xsi:type="dcterms:W3CDTF">2018-02-09T03:29:47Z</dcterms:modified>
</cp:coreProperties>
</file>