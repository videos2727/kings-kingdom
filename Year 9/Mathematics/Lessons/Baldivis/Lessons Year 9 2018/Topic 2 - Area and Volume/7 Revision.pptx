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258" r:id="rId4"/>
    <p:sldId id="337" r:id="rId5"/>
    <p:sldId id="338" r:id="rId6"/>
    <p:sldId id="339" r:id="rId7"/>
    <p:sldId id="343" r:id="rId8"/>
    <p:sldId id="344" r:id="rId9"/>
    <p:sldId id="340" r:id="rId10"/>
    <p:sldId id="342" r:id="rId11"/>
    <p:sldId id="345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43" autoAdjust="0"/>
    <p:restoredTop sz="95673" autoAdjust="0"/>
  </p:normalViewPr>
  <p:slideViewPr>
    <p:cSldViewPr>
      <p:cViewPr varScale="1">
        <p:scale>
          <a:sx n="103" d="100"/>
          <a:sy n="103" d="100"/>
        </p:scale>
        <p:origin x="132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20/2/18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20/2/18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tif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tif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we need to know for the test?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278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Test Revision</a:t>
            </a:r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5D51D7-D047-FA49-933D-BD8EFC6F1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254586"/>
            <a:ext cx="2692400" cy="1308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FDDC3C-66A5-C644-88F6-E60A9737D4E1}"/>
                  </a:ext>
                </a:extLst>
              </p:cNvPr>
              <p:cNvSpPr txBox="1"/>
              <p:nvPr/>
            </p:nvSpPr>
            <p:spPr>
              <a:xfrm>
                <a:off x="2555776" y="2780928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𝑅𝑇</m:t>
                        </m:r>
                      </m:den>
                    </m:f>
                    <m:r>
                      <a:rPr lang="en-AU" sz="4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4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AU" sz="4000" dirty="0">
                    <a:solidFill>
                      <a:srgbClr val="FF0000"/>
                    </a:solidFill>
                  </a:rPr>
                  <a:t> </a:t>
                </a:r>
                <a:endParaRPr lang="en-AU" sz="4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FDDC3C-66A5-C644-88F6-E60A9737D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2780928"/>
                <a:ext cx="3355755" cy="963149"/>
              </a:xfrm>
              <a:prstGeom prst="rect">
                <a:avLst/>
              </a:prstGeom>
              <a:blipFill>
                <a:blip r:embed="rId3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BC4092-5C96-0B47-BA55-9278467B6B5A}"/>
                  </a:ext>
                </a:extLst>
              </p:cNvPr>
              <p:cNvSpPr txBox="1"/>
              <p:nvPr/>
            </p:nvSpPr>
            <p:spPr>
              <a:xfrm>
                <a:off x="5428007" y="1375580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𝑃𝑇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R 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0BC4092-5C96-0B47-BA55-9278467B6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007" y="1375580"/>
                <a:ext cx="3355755" cy="963149"/>
              </a:xfrm>
              <a:prstGeom prst="rect">
                <a:avLst/>
              </a:prstGeom>
              <a:blipFill>
                <a:blip r:embed="rId4"/>
                <a:stretch>
                  <a:fillRect b="-1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955356-63B3-4144-BCC3-77242198BFCD}"/>
                  </a:ext>
                </a:extLst>
              </p:cNvPr>
              <p:cNvSpPr txBox="1"/>
              <p:nvPr/>
            </p:nvSpPr>
            <p:spPr>
              <a:xfrm>
                <a:off x="4875508" y="2780928"/>
                <a:ext cx="3355755" cy="96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num>
                      <m:den>
                        <m:r>
                          <a:rPr lang="en-AU" sz="4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𝑃𝑅</m:t>
                        </m:r>
                      </m:den>
                    </m:f>
                    <m:r>
                      <a:rPr lang="en-AU" sz="4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4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AU" sz="40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B955356-63B3-4144-BCC3-77242198B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508" y="2780928"/>
                <a:ext cx="3355755" cy="963149"/>
              </a:xfrm>
              <a:prstGeom prst="rect">
                <a:avLst/>
              </a:prstGeom>
              <a:blipFill>
                <a:blip r:embed="rId5"/>
                <a:stretch>
                  <a:fillRect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64AFE5E-C0EE-7A4C-B58A-F69E605736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05" y="3856443"/>
            <a:ext cx="83947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1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we need to know for the test?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278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Test Revision</a:t>
            </a:r>
            <a:endParaRPr lang="en-AU" sz="2400" dirty="0"/>
          </a:p>
        </p:txBody>
      </p:sp>
      <p:pic>
        <p:nvPicPr>
          <p:cNvPr id="14" name="Picture 4" descr="http://passyworldofmathematics.com/Images/pwmImagesFour/ConvertMetricOne550x407JPG.jpg">
            <a:extLst>
              <a:ext uri="{FF2B5EF4-FFF2-40B4-BE49-F238E27FC236}">
                <a16:creationId xmlns:a16="http://schemas.microsoft.com/office/drawing/2014/main" id="{5B229F74-DED0-C34B-916C-80CE9352D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882" y="1416584"/>
            <a:ext cx="3136095" cy="2320711"/>
          </a:xfrm>
          <a:prstGeom prst="rect">
            <a:avLst/>
          </a:prstGeom>
          <a:noFill/>
        </p:spPr>
      </p:pic>
      <p:pic>
        <p:nvPicPr>
          <p:cNvPr id="16" name="Picture 15" descr="http://passyworldofmathematics.com/Images/pwmImagesFour/ConvertMetricTwo550x392JPG.jpg">
            <a:extLst>
              <a:ext uri="{FF2B5EF4-FFF2-40B4-BE49-F238E27FC236}">
                <a16:creationId xmlns:a16="http://schemas.microsoft.com/office/drawing/2014/main" id="{3C64D938-C054-E94B-9217-E253D5D80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416584"/>
            <a:ext cx="3168352" cy="2258171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2CEA5D-39BF-8343-A489-1E14FB8F4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3875031"/>
            <a:ext cx="40132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0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18348" y="1213259"/>
            <a:ext cx="16205" cy="58261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we need to know for the test?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278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Test Revision</a:t>
            </a:r>
            <a:endParaRPr lang="en-AU" sz="2400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2DF78C0-4A7F-1543-B53B-1C17BD52E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251096"/>
            <a:ext cx="5988517" cy="49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0453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-Shape 3"/>
          <p:cNvSpPr/>
          <p:nvPr/>
        </p:nvSpPr>
        <p:spPr>
          <a:xfrm rot="5400000">
            <a:off x="323528" y="2492896"/>
            <a:ext cx="3096344" cy="1800200"/>
          </a:xfrm>
          <a:prstGeom prst="corner">
            <a:avLst>
              <a:gd name="adj1" fmla="val 32299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771800" y="20608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7664" y="36450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672" y="147549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9" y="494116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971600" y="2736630"/>
            <a:ext cx="576064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47664" y="1844824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9" y="3392996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9952" y="166015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A = 8 x 5</a:t>
            </a:r>
          </a:p>
          <a:p>
            <a:r>
              <a:rPr lang="en-GB" sz="3200" dirty="0"/>
              <a:t>             = 40cm</a:t>
            </a:r>
            <a:r>
              <a:rPr lang="en-GB" sz="32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9952" y="285583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B = 11 x 2</a:t>
            </a:r>
          </a:p>
          <a:p>
            <a:r>
              <a:rPr lang="en-GB" sz="3200" dirty="0"/>
              <a:t>             = 22cm</a:t>
            </a:r>
            <a:r>
              <a:rPr lang="en-GB" sz="3200" baseline="30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952" y="4007966"/>
            <a:ext cx="3744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Total Area = 40 + 22</a:t>
            </a:r>
          </a:p>
          <a:p>
            <a:r>
              <a:rPr lang="en-GB" sz="3200" dirty="0"/>
              <a:t>                   = 62cm</a:t>
            </a:r>
            <a:r>
              <a:rPr lang="en-GB" sz="32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864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Volume of Cuboids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cuboid is a 3-dimensional object made up of a rectangles and squares</a:t>
            </a:r>
          </a:p>
        </p:txBody>
      </p:sp>
      <p:sp>
        <p:nvSpPr>
          <p:cNvPr id="4" name="Cube 3"/>
          <p:cNvSpPr/>
          <p:nvPr/>
        </p:nvSpPr>
        <p:spPr>
          <a:xfrm>
            <a:off x="971600" y="3068960"/>
            <a:ext cx="3240360" cy="2088232"/>
          </a:xfrm>
          <a:prstGeom prst="cube">
            <a:avLst>
              <a:gd name="adj" fmla="val 5791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439652" y="5112894"/>
            <a:ext cx="1332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width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96" y="4407495"/>
            <a:ext cx="1332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45886" y="4407495"/>
            <a:ext cx="1332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4008" y="3068960"/>
            <a:ext cx="4320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Volume = height x width x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8064" y="4113076"/>
            <a:ext cx="399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Units: cm</a:t>
            </a:r>
            <a:r>
              <a:rPr lang="en-GB" sz="2400" baseline="30000" dirty="0"/>
              <a:t>3</a:t>
            </a:r>
            <a:r>
              <a:rPr lang="en-GB" sz="2400" dirty="0"/>
              <a:t>, m</a:t>
            </a:r>
            <a:r>
              <a:rPr lang="en-GB" sz="2400" baseline="30000" dirty="0"/>
              <a:t>3</a:t>
            </a:r>
            <a:r>
              <a:rPr lang="en-GB" sz="2400" dirty="0"/>
              <a:t>, mm</a:t>
            </a:r>
            <a:r>
              <a:rPr lang="en-GB" sz="2400" baseline="30000" dirty="0"/>
              <a:t>3</a:t>
            </a:r>
            <a:r>
              <a:rPr lang="en-GB" sz="2400" dirty="0"/>
              <a:t>, km</a:t>
            </a:r>
            <a:r>
              <a:rPr lang="en-GB" sz="2400" baseline="30000" dirty="0"/>
              <a:t>3</a:t>
            </a:r>
            <a:r>
              <a:rPr lang="en-GB" sz="2400" dirty="0"/>
              <a:t>, </a:t>
            </a:r>
            <a:r>
              <a:rPr lang="en-GB" sz="2400" dirty="0" err="1"/>
              <a:t>etc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76023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we need to know for the test?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278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Test Revision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8A8A5AF-38B2-BA4D-967E-E451D9D37E8A}"/>
              </a:ext>
            </a:extLst>
          </p:cNvPr>
          <p:cNvSpPr txBox="1">
            <a:spLocks/>
          </p:cNvSpPr>
          <p:nvPr/>
        </p:nvSpPr>
        <p:spPr>
          <a:xfrm>
            <a:off x="518864" y="1660847"/>
            <a:ext cx="8229600" cy="1912169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Remember: Volume = Height x Width x Depth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Surface Area = Face 1 Length x Width x 2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		       Face 2  Length x Width x 2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		       Face 3  Length x Width x 2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Add the areas together. </a:t>
            </a:r>
          </a:p>
          <a:p>
            <a:pPr marL="0" indent="0">
              <a:buFont typeface="Arial" pitchFamily="34" charset="0"/>
              <a:buNone/>
            </a:pPr>
            <a:r>
              <a:rPr lang="en-US" dirty="0"/>
              <a:t> 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DB42695-CC63-B64C-964E-BDF74B1DEAAA}"/>
              </a:ext>
            </a:extLst>
          </p:cNvPr>
          <p:cNvSpPr txBox="1">
            <a:spLocks/>
          </p:cNvSpPr>
          <p:nvPr/>
        </p:nvSpPr>
        <p:spPr>
          <a:xfrm>
            <a:off x="755576" y="3717032"/>
            <a:ext cx="5717880" cy="223579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To find the area of compound shapes, split them up into their composite shapes.</a:t>
            </a:r>
          </a:p>
          <a:p>
            <a:endParaRPr lang="en-GB" sz="2000" dirty="0"/>
          </a:p>
          <a:p>
            <a:r>
              <a:rPr lang="en-GB" sz="2000" dirty="0"/>
              <a:t>Find the area of each shape, then add them together</a:t>
            </a:r>
          </a:p>
        </p:txBody>
      </p:sp>
    </p:spTree>
    <p:extLst>
      <p:ext uri="{BB962C8B-B14F-4D97-AF65-F5344CB8AC3E}">
        <p14:creationId xmlns:p14="http://schemas.microsoft.com/office/powerpoint/2010/main" val="268049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we need to know for the test?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278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Test Revision</a:t>
            </a:r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DA8648-18EB-BA4A-9449-BEECC73BD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09" y="1280294"/>
            <a:ext cx="7556500" cy="144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7D973C-8503-004F-9D52-3DF8B88BC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92" y="2804277"/>
            <a:ext cx="80010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001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919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0324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860" y="-37506"/>
            <a:ext cx="48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60" y="74244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do we need to know for the test?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765" y="283971"/>
            <a:ext cx="278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 Test Revision</a:t>
            </a:r>
            <a:endParaRPr lang="en-AU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BEBE5E-73C2-0243-BBBD-60FD3CFA8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2" y="1401656"/>
            <a:ext cx="6781800" cy="2438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564ADB-1E16-B945-8131-8C3BF06C958D}"/>
              </a:ext>
            </a:extLst>
          </p:cNvPr>
          <p:cNvSpPr txBox="1"/>
          <p:nvPr/>
        </p:nvSpPr>
        <p:spPr>
          <a:xfrm>
            <a:off x="591905" y="3933056"/>
            <a:ext cx="4772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volume of the following shapes.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EE3C0F-630D-B740-99CF-168291CB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4401945"/>
            <a:ext cx="45593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718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1816</TotalTime>
  <Words>328</Words>
  <Application>Microsoft Macintosh PowerPoint</Application>
  <PresentationFormat>On-screen Show (4:3)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Volume of Cuboids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116</cp:revision>
  <dcterms:created xsi:type="dcterms:W3CDTF">2014-05-14T02:58:57Z</dcterms:created>
  <dcterms:modified xsi:type="dcterms:W3CDTF">2018-02-20T00:25:42Z</dcterms:modified>
</cp:coreProperties>
</file>