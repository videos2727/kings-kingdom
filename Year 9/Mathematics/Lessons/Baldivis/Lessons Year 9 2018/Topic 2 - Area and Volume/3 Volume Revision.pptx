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59" r:id="rId3"/>
    <p:sldId id="258" r:id="rId4"/>
    <p:sldId id="337" r:id="rId5"/>
    <p:sldId id="338" r:id="rId6"/>
    <p:sldId id="339" r:id="rId7"/>
    <p:sldId id="340" r:id="rId8"/>
    <p:sldId id="335" r:id="rId9"/>
    <p:sldId id="336" r:id="rId10"/>
    <p:sldId id="321" r:id="rId11"/>
    <p:sldId id="327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5" autoAdjust="0"/>
    <p:restoredTop sz="95673" autoAdjust="0"/>
  </p:normalViewPr>
  <p:slideViewPr>
    <p:cSldViewPr>
      <p:cViewPr varScale="1">
        <p:scale>
          <a:sx n="103" d="100"/>
          <a:sy n="103" d="100"/>
        </p:scale>
        <p:origin x="13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12/2/18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12/2/18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Mr Evans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 prism?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51626" y="1496274"/>
            <a:ext cx="58474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To find the volume of a prism, find the area of the base and</a:t>
            </a:r>
          </a:p>
          <a:p>
            <a:r>
              <a:rPr lang="en-AU" b="1" dirty="0"/>
              <a:t>Multiply it by the height or length of the prism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2115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Volume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744" y="3599748"/>
            <a:ext cx="6026003" cy="23896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1744" y="5989370"/>
            <a:ext cx="606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Cylinder		   Rectangular Prism      Triangular Prism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1744" y="2618793"/>
            <a:ext cx="196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Area of the base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308684" y="2954034"/>
            <a:ext cx="144379" cy="10284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400158" y="2988125"/>
            <a:ext cx="2266716" cy="8860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593680" y="2973396"/>
            <a:ext cx="4287004" cy="1378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959769" y="3874168"/>
            <a:ext cx="1203158" cy="2045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Parallelogram 23"/>
          <p:cNvSpPr/>
          <p:nvPr/>
        </p:nvSpPr>
        <p:spPr>
          <a:xfrm rot="450462">
            <a:off x="5355375" y="3778915"/>
            <a:ext cx="615981" cy="244829"/>
          </a:xfrm>
          <a:prstGeom prst="parallelogram">
            <a:avLst>
              <a:gd name="adj" fmla="val 13793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Isosceles Triangle 24"/>
          <p:cNvSpPr/>
          <p:nvPr/>
        </p:nvSpPr>
        <p:spPr>
          <a:xfrm rot="21044169">
            <a:off x="7460701" y="4038193"/>
            <a:ext cx="809619" cy="522939"/>
          </a:xfrm>
          <a:prstGeom prst="triangle">
            <a:avLst>
              <a:gd name="adj" fmla="val 538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6124074" y="2569723"/>
            <a:ext cx="2183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Height/length of the prism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559968" y="3976436"/>
            <a:ext cx="0" cy="375102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216315" y="3874168"/>
            <a:ext cx="52138" cy="637674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6825598" y="4348712"/>
            <a:ext cx="559723" cy="366489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4572000" y="3171492"/>
            <a:ext cx="1605747" cy="99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264691" y="3263745"/>
            <a:ext cx="144379" cy="870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6651877" y="3296561"/>
            <a:ext cx="273855" cy="1062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7FB803-3C99-3444-B63E-FBC0C1F83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742"/>
            <a:ext cx="9144000" cy="535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4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Volume of Cuboids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cuboid is a 3-dimensional object made up of a rectangles and squares</a:t>
            </a:r>
          </a:p>
        </p:txBody>
      </p:sp>
      <p:sp>
        <p:nvSpPr>
          <p:cNvPr id="4" name="Cube 3"/>
          <p:cNvSpPr/>
          <p:nvPr/>
        </p:nvSpPr>
        <p:spPr>
          <a:xfrm>
            <a:off x="971600" y="3068960"/>
            <a:ext cx="3240360" cy="2088232"/>
          </a:xfrm>
          <a:prstGeom prst="cube">
            <a:avLst>
              <a:gd name="adj" fmla="val 5791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439652" y="5112894"/>
            <a:ext cx="1332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width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96" y="4407495"/>
            <a:ext cx="1332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5886" y="4407495"/>
            <a:ext cx="1332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008" y="306896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Volume = height x width x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8064" y="4113076"/>
            <a:ext cx="399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Units: cm</a:t>
            </a:r>
            <a:r>
              <a:rPr lang="en-GB" sz="2400" baseline="30000" dirty="0"/>
              <a:t>3</a:t>
            </a:r>
            <a:r>
              <a:rPr lang="en-GB" sz="2400" dirty="0"/>
              <a:t>, m</a:t>
            </a:r>
            <a:r>
              <a:rPr lang="en-GB" sz="2400" baseline="30000" dirty="0"/>
              <a:t>3</a:t>
            </a:r>
            <a:r>
              <a:rPr lang="en-GB" sz="2400" dirty="0"/>
              <a:t>, mm</a:t>
            </a:r>
            <a:r>
              <a:rPr lang="en-GB" sz="2400" baseline="30000" dirty="0"/>
              <a:t>3</a:t>
            </a:r>
            <a:r>
              <a:rPr lang="en-GB" sz="2400" dirty="0"/>
              <a:t>, km</a:t>
            </a:r>
            <a:r>
              <a:rPr lang="en-GB" sz="2400" baseline="30000" dirty="0"/>
              <a:t>3</a:t>
            </a:r>
            <a:r>
              <a:rPr lang="en-GB" sz="2400" dirty="0"/>
              <a:t>, </a:t>
            </a:r>
            <a:r>
              <a:rPr lang="en-GB" sz="2400" dirty="0" err="1"/>
              <a:t>etc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9096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Volume of Cuboids</a:t>
            </a:r>
          </a:p>
        </p:txBody>
      </p:sp>
      <p:sp>
        <p:nvSpPr>
          <p:cNvPr id="4" name="Cube 3"/>
          <p:cNvSpPr/>
          <p:nvPr/>
        </p:nvSpPr>
        <p:spPr>
          <a:xfrm>
            <a:off x="467544" y="1268760"/>
            <a:ext cx="1656184" cy="2808312"/>
          </a:xfrm>
          <a:prstGeom prst="cub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683568" y="407707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5696" y="377974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3728" y="230358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7864" y="1484784"/>
            <a:ext cx="57961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Volume = width x height x depth</a:t>
            </a:r>
          </a:p>
          <a:p>
            <a:endParaRPr lang="en-GB" sz="3200" dirty="0"/>
          </a:p>
          <a:p>
            <a:r>
              <a:rPr lang="en-GB" sz="3200" dirty="0"/>
              <a:t>V = 4 x 3 x 12</a:t>
            </a:r>
          </a:p>
          <a:p>
            <a:endParaRPr lang="en-GB" sz="3200" dirty="0"/>
          </a:p>
          <a:p>
            <a:r>
              <a:rPr lang="en-GB" sz="3200" dirty="0"/>
              <a:t>V = 144cm</a:t>
            </a:r>
            <a:r>
              <a:rPr lang="en-GB" sz="3200" baseline="30000" dirty="0"/>
              <a:t>3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437112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be 10"/>
          <p:cNvSpPr/>
          <p:nvPr/>
        </p:nvSpPr>
        <p:spPr>
          <a:xfrm>
            <a:off x="539552" y="5229200"/>
            <a:ext cx="2304256" cy="10801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1187624" y="630932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0292" y="609238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508" y="558459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15" name="Cube 14"/>
          <p:cNvSpPr/>
          <p:nvPr/>
        </p:nvSpPr>
        <p:spPr>
          <a:xfrm>
            <a:off x="3995936" y="4797152"/>
            <a:ext cx="1152128" cy="1696834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4355976" y="449982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2040" y="627705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64" y="539992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11m</a:t>
            </a:r>
          </a:p>
        </p:txBody>
      </p:sp>
      <p:sp>
        <p:nvSpPr>
          <p:cNvPr id="19" name="Cube 18"/>
          <p:cNvSpPr/>
          <p:nvPr/>
        </p:nvSpPr>
        <p:spPr>
          <a:xfrm>
            <a:off x="6516216" y="4849289"/>
            <a:ext cx="1566428" cy="1592560"/>
          </a:xfrm>
          <a:prstGeom prst="cube">
            <a:avLst/>
          </a:prstGeom>
          <a:solidFill>
            <a:schemeClr val="bg1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6831378" y="644184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4168" y="480265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384" y="530120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596" y="5645569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80cm</a:t>
            </a:r>
            <a:r>
              <a:rPr lang="en-GB" sz="2400" baseline="30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9912" y="5538427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00B050"/>
                </a:solidFill>
              </a:rPr>
              <a:t>396m</a:t>
            </a:r>
            <a:r>
              <a:rPr lang="en-GB" sz="2400" baseline="30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4208" y="5568210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FF0066"/>
                </a:solidFill>
              </a:rPr>
              <a:t>343mm</a:t>
            </a:r>
            <a:r>
              <a:rPr lang="en-GB" sz="2400" baseline="30000" dirty="0">
                <a:solidFill>
                  <a:srgbClr val="FF006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6855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2990"/>
            <a:ext cx="8229600" cy="1143000"/>
          </a:xfrm>
        </p:spPr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A7BAC778-AEC3-144F-BCED-F55F1F743C26}"/>
              </a:ext>
            </a:extLst>
          </p:cNvPr>
          <p:cNvSpPr/>
          <p:nvPr/>
        </p:nvSpPr>
        <p:spPr>
          <a:xfrm>
            <a:off x="935596" y="2852936"/>
            <a:ext cx="2304256" cy="10801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71066-F8C6-6647-B90A-F7F34F2BE1D7}"/>
              </a:ext>
            </a:extLst>
          </p:cNvPr>
          <p:cNvSpPr txBox="1"/>
          <p:nvPr/>
        </p:nvSpPr>
        <p:spPr>
          <a:xfrm>
            <a:off x="395536" y="32083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66836-F58E-864B-B7A2-284070A94DCD}"/>
              </a:ext>
            </a:extLst>
          </p:cNvPr>
          <p:cNvSpPr txBox="1"/>
          <p:nvPr/>
        </p:nvSpPr>
        <p:spPr>
          <a:xfrm>
            <a:off x="1583668" y="393305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A0FBB5-C2C0-8D4A-9F20-F9F88C0729FC}"/>
              </a:ext>
            </a:extLst>
          </p:cNvPr>
          <p:cNvSpPr txBox="1"/>
          <p:nvPr/>
        </p:nvSpPr>
        <p:spPr>
          <a:xfrm>
            <a:off x="2986336" y="37161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2cm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06026B5E-0077-A945-95CD-2917B4256C2B}"/>
              </a:ext>
            </a:extLst>
          </p:cNvPr>
          <p:cNvSpPr/>
          <p:nvPr/>
        </p:nvSpPr>
        <p:spPr>
          <a:xfrm>
            <a:off x="4391980" y="2420888"/>
            <a:ext cx="1152128" cy="1696834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08E73-0A72-3742-8E92-7AC0AE35A0B0}"/>
              </a:ext>
            </a:extLst>
          </p:cNvPr>
          <p:cNvSpPr txBox="1"/>
          <p:nvPr/>
        </p:nvSpPr>
        <p:spPr>
          <a:xfrm>
            <a:off x="4826585" y="210369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4BD04-F0CC-E349-AA82-F2D296363D44}"/>
              </a:ext>
            </a:extLst>
          </p:cNvPr>
          <p:cNvSpPr txBox="1"/>
          <p:nvPr/>
        </p:nvSpPr>
        <p:spPr>
          <a:xfrm>
            <a:off x="5544108" y="30236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080BE-B3D0-D942-8A61-EC549E9DD904}"/>
              </a:ext>
            </a:extLst>
          </p:cNvPr>
          <p:cNvSpPr txBox="1"/>
          <p:nvPr/>
        </p:nvSpPr>
        <p:spPr>
          <a:xfrm>
            <a:off x="5328084" y="390079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6m</a:t>
            </a:r>
          </a:p>
        </p:txBody>
      </p:sp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2BB85C-26C7-B646-99AD-DB424441D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566" y="836712"/>
            <a:ext cx="6139123" cy="593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B41FDF-44D4-9543-8910-1FF374297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920" y="0"/>
            <a:ext cx="5818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215</Words>
  <Application>Microsoft Macintosh PowerPoint</Application>
  <PresentationFormat>On-screen Show (4:3)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Volume of Cuboids</vt:lpstr>
      <vt:lpstr>Volume of Cuboids</vt:lpstr>
      <vt:lpstr>I Do</vt:lpstr>
      <vt:lpstr>We Do</vt:lpstr>
      <vt:lpstr>You Do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95</cp:revision>
  <dcterms:created xsi:type="dcterms:W3CDTF">2014-05-14T02:58:57Z</dcterms:created>
  <dcterms:modified xsi:type="dcterms:W3CDTF">2018-02-12T00:02:06Z</dcterms:modified>
</cp:coreProperties>
</file>