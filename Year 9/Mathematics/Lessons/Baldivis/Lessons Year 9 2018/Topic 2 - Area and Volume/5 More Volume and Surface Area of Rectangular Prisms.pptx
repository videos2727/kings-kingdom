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46" r:id="rId5"/>
    <p:sldId id="337" r:id="rId6"/>
    <p:sldId id="341" r:id="rId7"/>
    <p:sldId id="342" r:id="rId8"/>
    <p:sldId id="343" r:id="rId9"/>
    <p:sldId id="347" r:id="rId10"/>
    <p:sldId id="335" r:id="rId11"/>
    <p:sldId id="336" r:id="rId12"/>
    <p:sldId id="327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23C65-B715-5240-9D15-BF03AC5AB532}"/>
              </a:ext>
            </a:extLst>
          </p:cNvPr>
          <p:cNvSpPr txBox="1"/>
          <p:nvPr/>
        </p:nvSpPr>
        <p:spPr>
          <a:xfrm>
            <a:off x="1331640" y="1052736"/>
            <a:ext cx="6624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our last lesson we looked at how to find the surface area of a cuboid.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learned:</a:t>
            </a:r>
          </a:p>
        </p:txBody>
      </p:sp>
    </p:spTree>
    <p:extLst>
      <p:ext uri="{BB962C8B-B14F-4D97-AF65-F5344CB8AC3E}">
        <p14:creationId xmlns:p14="http://schemas.microsoft.com/office/powerpoint/2010/main" val="335409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and surface area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1626" y="1496274"/>
            <a:ext cx="5847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 find the volume of a prism, find the area of the base and</a:t>
            </a:r>
          </a:p>
          <a:p>
            <a:r>
              <a:rPr lang="en-AU" b="1" dirty="0"/>
              <a:t>Multiply it by the height or length of the prism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7189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and Surface Area of Rectangular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96274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2915816" y="248093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height x width x depth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D38C6-A22D-D941-9A04-CE542FF8F0D9}"/>
              </a:ext>
            </a:extLst>
          </p:cNvPr>
          <p:cNvSpPr txBox="1"/>
          <p:nvPr/>
        </p:nvSpPr>
        <p:spPr>
          <a:xfrm>
            <a:off x="0" y="3429000"/>
            <a:ext cx="2418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surface area of a rectangular prism?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a rectangle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Area of a rectangle = length x width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2852936"/>
            <a:ext cx="3456384" cy="2232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88032" y="3717032"/>
            <a:ext cx="11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44" y="5085184"/>
            <a:ext cx="11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8104" y="2852936"/>
            <a:ext cx="2952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= 4 x 12</a:t>
            </a:r>
          </a:p>
          <a:p>
            <a:endParaRPr lang="en-GB" sz="3200" dirty="0"/>
          </a:p>
          <a:p>
            <a:r>
              <a:rPr lang="en-GB" sz="3200" dirty="0"/>
              <a:t>Area = 48cm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954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Cuboids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cuboid is a 3-dimensional shape made up of rectangles and/or squares</a:t>
            </a:r>
          </a:p>
        </p:txBody>
      </p:sp>
      <p:sp>
        <p:nvSpPr>
          <p:cNvPr id="4" name="Cube 3"/>
          <p:cNvSpPr/>
          <p:nvPr/>
        </p:nvSpPr>
        <p:spPr>
          <a:xfrm>
            <a:off x="971600" y="3212976"/>
            <a:ext cx="1872208" cy="2304256"/>
          </a:xfrm>
          <a:prstGeom prst="cube">
            <a:avLst>
              <a:gd name="adj" fmla="val 568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851920" y="3212976"/>
            <a:ext cx="48965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3200" dirty="0"/>
              <a:t>It has 6 </a:t>
            </a:r>
            <a:r>
              <a:rPr lang="en-GB" sz="3200" u="sng" dirty="0">
                <a:solidFill>
                  <a:srgbClr val="FF0000"/>
                </a:solidFill>
              </a:rPr>
              <a:t>faces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3200" u="sng" dirty="0">
              <a:solidFill>
                <a:srgbClr val="FF000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GB" sz="3200" dirty="0"/>
              <a:t>There are three pairs of identical faces</a:t>
            </a:r>
          </a:p>
        </p:txBody>
      </p:sp>
    </p:spTree>
    <p:extLst>
      <p:ext uri="{BB962C8B-B14F-4D97-AF65-F5344CB8AC3E}">
        <p14:creationId xmlns:p14="http://schemas.microsoft.com/office/powerpoint/2010/main" val="170351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A = 6 x 12</a:t>
            </a:r>
          </a:p>
          <a:p>
            <a:r>
              <a:rPr lang="en-GB" sz="2400" dirty="0"/>
              <a:t>S.A of A = 72cm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A,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72 = 144cm</a:t>
            </a:r>
            <a:r>
              <a:rPr lang="en-GB" sz="2400" baseline="30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find the surface area, find the area of the three different faces</a:t>
            </a:r>
          </a:p>
        </p:txBody>
      </p:sp>
      <p:sp>
        <p:nvSpPr>
          <p:cNvPr id="4" name="Cube 3"/>
          <p:cNvSpPr/>
          <p:nvPr/>
        </p:nvSpPr>
        <p:spPr>
          <a:xfrm>
            <a:off x="827584" y="3068960"/>
            <a:ext cx="3672408" cy="2448272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907704" y="55172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516" y="430077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9952" y="511401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7565" y="3729022"/>
            <a:ext cx="1080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912" y="3501008"/>
            <a:ext cx="1080120" cy="1446550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8800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008458" y="258726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7030A0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B = 5 x 6</a:t>
            </a:r>
          </a:p>
          <a:p>
            <a:r>
              <a:rPr lang="en-GB" sz="2400" dirty="0"/>
              <a:t>S.A of B = 30cm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B,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30 = 60cm</a:t>
            </a:r>
            <a:r>
              <a:rPr lang="en-GB" sz="2400" baseline="30000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C = 5 x 12</a:t>
            </a:r>
          </a:p>
          <a:p>
            <a:r>
              <a:rPr lang="en-GB" sz="2400" dirty="0"/>
              <a:t>S.A of C = 60cm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C,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60 = 120cm</a:t>
            </a:r>
            <a:r>
              <a:rPr lang="en-GB" sz="24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4199" y="2612085"/>
            <a:ext cx="5554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Total Surface Area = 144 + 60 + 120</a:t>
            </a:r>
          </a:p>
          <a:p>
            <a:r>
              <a:rPr lang="en-GB" sz="2400" baseline="30000" dirty="0"/>
              <a:t>		</a:t>
            </a:r>
            <a:r>
              <a:rPr lang="en-GB" sz="2400" dirty="0"/>
              <a:t>       = 324cm</a:t>
            </a:r>
            <a:r>
              <a:rPr lang="en-GB" sz="2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773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allAtOnce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2" grpId="0" build="allAtOnce"/>
      <p:bldP spid="1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E52C-F013-3640-85BA-41873BE9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04406-2C69-1A49-8461-67700ADB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 we are going to put it all together and find both the volume and surface area of the following cuboids.</a:t>
            </a:r>
          </a:p>
          <a:p>
            <a:r>
              <a:rPr lang="en-US" dirty="0"/>
              <a:t>Remember: Volume = Height x Width x Depth</a:t>
            </a:r>
          </a:p>
          <a:p>
            <a:pPr marL="0" indent="0">
              <a:buNone/>
            </a:pPr>
            <a:r>
              <a:rPr lang="en-US" dirty="0"/>
              <a:t>Surface Area = Face 1 Length x Width x 2</a:t>
            </a:r>
          </a:p>
          <a:p>
            <a:pPr marL="0" indent="0">
              <a:buNone/>
            </a:pPr>
            <a:r>
              <a:rPr lang="en-US" dirty="0"/>
              <a:t>		       Face 2  Length x Width x 2</a:t>
            </a:r>
          </a:p>
          <a:p>
            <a:pPr marL="0" indent="0">
              <a:buNone/>
            </a:pPr>
            <a:r>
              <a:rPr lang="en-US" dirty="0"/>
              <a:t>		       Face 3  Length x Width x 2</a:t>
            </a:r>
          </a:p>
          <a:p>
            <a:pPr marL="0" indent="0">
              <a:buNone/>
            </a:pPr>
            <a:r>
              <a:rPr lang="en-US" dirty="0"/>
              <a:t>Add the areas together.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8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4391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4826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5544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5328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893768"/>
            <a:ext cx="7063060" cy="552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424</Words>
  <Application>Microsoft Macintosh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Area of a rectangle</vt:lpstr>
      <vt:lpstr>Cuboids</vt:lpstr>
      <vt:lpstr>Surface Area</vt:lpstr>
      <vt:lpstr>PowerPoint Presentation</vt:lpstr>
      <vt:lpstr>I Do</vt:lpstr>
      <vt:lpstr>We Do</vt:lpstr>
      <vt:lpstr>You Do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100</cp:revision>
  <dcterms:created xsi:type="dcterms:W3CDTF">2014-05-14T02:58:57Z</dcterms:created>
  <dcterms:modified xsi:type="dcterms:W3CDTF">2018-02-16T03:51:34Z</dcterms:modified>
</cp:coreProperties>
</file>