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37" r:id="rId5"/>
    <p:sldId id="348" r:id="rId6"/>
    <p:sldId id="335" r:id="rId7"/>
    <p:sldId id="336" r:id="rId8"/>
    <p:sldId id="327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19/2/18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compound prism?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4834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of Compound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89599" y="4176872"/>
            <a:ext cx="2159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____________ prism?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D6F72-CA32-BF47-AC1B-3FA8CFC46AD5}"/>
              </a:ext>
            </a:extLst>
          </p:cNvPr>
          <p:cNvSpPr txBox="1"/>
          <p:nvPr/>
        </p:nvSpPr>
        <p:spPr>
          <a:xfrm>
            <a:off x="107860" y="1340768"/>
            <a:ext cx="1943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 compound prism?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19987C0-740D-F84F-9DA3-78A4F5087405}"/>
              </a:ext>
            </a:extLst>
          </p:cNvPr>
          <p:cNvSpPr txBox="1">
            <a:spLocks/>
          </p:cNvSpPr>
          <p:nvPr/>
        </p:nvSpPr>
        <p:spPr>
          <a:xfrm>
            <a:off x="2426450" y="1340768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u="sng" dirty="0">
                <a:solidFill>
                  <a:srgbClr val="FF0000"/>
                </a:solidFill>
              </a:rPr>
              <a:t>Compound prism:</a:t>
            </a:r>
            <a:r>
              <a:rPr lang="en-GB" sz="2200" dirty="0"/>
              <a:t> a 3D shape made up of more than one  prism.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F2A205F-8ADD-BB49-984A-69BDC86857F6}"/>
              </a:ext>
            </a:extLst>
          </p:cNvPr>
          <p:cNvSpPr txBox="1">
            <a:spLocks/>
          </p:cNvSpPr>
          <p:nvPr/>
        </p:nvSpPr>
        <p:spPr>
          <a:xfrm>
            <a:off x="2603418" y="4655672"/>
            <a:ext cx="5717880" cy="223579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endParaRPr lang="en-GB" sz="2000" dirty="0"/>
          </a:p>
          <a:p>
            <a:r>
              <a:rPr lang="en-GB" sz="2000" dirty="0"/>
              <a:t>Find the area of each shape, then add them together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A43035-2920-9642-A6B3-ED21B4341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37" y="2312183"/>
            <a:ext cx="3670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compound prism?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4834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of Compound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21447"/>
            <a:ext cx="2159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____________ prism?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F2A205F-8ADD-BB49-984A-69BDC86857F6}"/>
              </a:ext>
            </a:extLst>
          </p:cNvPr>
          <p:cNvSpPr txBox="1">
            <a:spLocks/>
          </p:cNvSpPr>
          <p:nvPr/>
        </p:nvSpPr>
        <p:spPr>
          <a:xfrm>
            <a:off x="2614574" y="1421447"/>
            <a:ext cx="5717880" cy="223579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endParaRPr lang="en-GB" sz="2000" dirty="0"/>
          </a:p>
          <a:p>
            <a:r>
              <a:rPr lang="en-GB" sz="2000" dirty="0"/>
              <a:t>Find the area of each shape, then add them together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C78E92-564F-7343-85EB-70F7B40D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574" y="3657238"/>
            <a:ext cx="6053176" cy="226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2CBD0-C5A1-594A-A61A-07FDAAEB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161496"/>
            <a:ext cx="20320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55080-DBC0-1540-9EDB-116C2D94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42" y="1268760"/>
            <a:ext cx="29337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7A2BE8-DE43-F54D-92A4-017A11E85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73150"/>
            <a:ext cx="7282290" cy="422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223</Words>
  <Application>Microsoft Macintosh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I Do</vt:lpstr>
      <vt:lpstr>We Do</vt:lpstr>
      <vt:lpstr>You Do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106</cp:revision>
  <dcterms:created xsi:type="dcterms:W3CDTF">2014-05-14T02:58:57Z</dcterms:created>
  <dcterms:modified xsi:type="dcterms:W3CDTF">2018-02-19T00:11:05Z</dcterms:modified>
</cp:coreProperties>
</file>