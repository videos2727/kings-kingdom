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0" r:id="rId2"/>
    <p:sldId id="319" r:id="rId3"/>
    <p:sldId id="259" r:id="rId4"/>
    <p:sldId id="258" r:id="rId5"/>
    <p:sldId id="303" r:id="rId6"/>
    <p:sldId id="305" r:id="rId7"/>
    <p:sldId id="306" r:id="rId8"/>
    <p:sldId id="307" r:id="rId9"/>
    <p:sldId id="308" r:id="rId10"/>
    <p:sldId id="311" r:id="rId11"/>
    <p:sldId id="314" r:id="rId12"/>
    <p:sldId id="317" r:id="rId13"/>
    <p:sldId id="318" r:id="rId14"/>
    <p:sldId id="292" r:id="rId15"/>
    <p:sldId id="29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7691" autoAdjust="0"/>
  </p:normalViewPr>
  <p:slideViewPr>
    <p:cSldViewPr>
      <p:cViewPr varScale="1">
        <p:scale>
          <a:sx n="83" d="100"/>
          <a:sy n="83" d="100"/>
        </p:scale>
        <p:origin x="145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21/04/2018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21/04/2018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21/04/2018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21/04/2018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21/04/2018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21/04/2018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21/04/2018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21/04/2018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21/04/2018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21/04/2018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21/04/2018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21/04/2018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21/04/2018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Starter – Use your calculator to find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 2million x 15million</a:t>
                </a:r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0" smtClean="0">
                            <a:latin typeface="Cambria Math"/>
                          </a:rPr>
                          <m:t>12</m:t>
                        </m:r>
                      </m:e>
                      <m:sup>
                        <m:r>
                          <a:rPr lang="en-AU" b="0" i="0" smtClean="0">
                            <a:latin typeface="Cambria Math"/>
                          </a:rPr>
                          <m:t>16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12345678910 +10987654321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 smtClean="0"/>
                  <a:t>What do you notice?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926" t="-20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7337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10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numbers?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73228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scientific notation?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 number expressed in the form </a:t>
                </a:r>
              </a:p>
              <a:p>
                <a:endParaRPr lang="en-AU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Where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&lt;10</m:t>
                    </m:r>
                  </m:oMath>
                </a14:m>
                <a:r>
                  <a:rPr lang="en-AU" dirty="0" smtClean="0"/>
                  <a:t> and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AU" dirty="0" smtClean="0"/>
                  <a:t> is an integer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1477328"/>
              </a:xfrm>
              <a:prstGeom prst="rect">
                <a:avLst/>
              </a:prstGeom>
              <a:blipFill rotWithShape="1">
                <a:blip r:embed="rId2"/>
                <a:stretch>
                  <a:fillRect l="-910" t="-20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395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5911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scientific notation or standard form?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929302" y="1929066"/>
            <a:ext cx="60339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 smtClean="0"/>
          </a:p>
          <a:p>
            <a:endParaRPr lang="en-AU" dirty="0"/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r>
              <a:rPr lang="en-AU" dirty="0" smtClean="0"/>
              <a:t>Write 2 778 000 in scientific notation.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929302" y="1929066"/>
                <a:ext cx="603391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 number expressed in the form </a:t>
                </a:r>
              </a:p>
              <a:p>
                <a:endParaRPr lang="en-AU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Where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&lt;10</m:t>
                    </m:r>
                  </m:oMath>
                </a14:m>
                <a:r>
                  <a:rPr lang="en-AU" dirty="0" smtClean="0"/>
                  <a:t> and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AU" dirty="0" smtClean="0"/>
                  <a:t> is an integer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1477328"/>
              </a:xfrm>
              <a:prstGeom prst="rect">
                <a:avLst/>
              </a:prstGeom>
              <a:blipFill rotWithShape="1">
                <a:blip r:embed="rId2"/>
                <a:stretch>
                  <a:fillRect l="-910" t="-20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6179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5911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scientific notation or standard form?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AU" dirty="0" smtClean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Write 2 778 000 in scientific notation.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2.778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2585323"/>
              </a:xfrm>
              <a:prstGeom prst="rect">
                <a:avLst/>
              </a:prstGeom>
              <a:blipFill rotWithShape="1">
                <a:blip r:embed="rId2"/>
                <a:stretch>
                  <a:fillRect l="-91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929302" y="1929066"/>
                <a:ext cx="603391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 number expressed in the form </a:t>
                </a:r>
              </a:p>
              <a:p>
                <a:endParaRPr lang="en-AU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Where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&lt;10</m:t>
                    </m:r>
                  </m:oMath>
                </a14:m>
                <a:r>
                  <a:rPr lang="en-AU" dirty="0" smtClean="0"/>
                  <a:t> and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AU" dirty="0" smtClean="0"/>
                  <a:t> is an integer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1477328"/>
              </a:xfrm>
              <a:prstGeom prst="rect">
                <a:avLst/>
              </a:prstGeom>
              <a:blipFill rotWithShape="1">
                <a:blip r:embed="rId3"/>
                <a:stretch>
                  <a:fillRect l="-910" t="-20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6603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5911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scientific notation or standard form?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AU" dirty="0" smtClean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Write 2 778 000 in scientific notation.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2.778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2585323"/>
              </a:xfrm>
              <a:prstGeom prst="rect">
                <a:avLst/>
              </a:prstGeom>
              <a:blipFill rotWithShape="1">
                <a:blip r:embed="rId2"/>
                <a:stretch>
                  <a:fillRect l="-91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>
            <a:off x="4211960" y="3861048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0" y="3676382"/>
            <a:ext cx="3833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of digits past the first digit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929302" y="1929066"/>
                <a:ext cx="603391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 number expressed in the form </a:t>
                </a:r>
              </a:p>
              <a:p>
                <a:endParaRPr lang="en-AU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Where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&lt;10</m:t>
                    </m:r>
                  </m:oMath>
                </a14:m>
                <a:r>
                  <a:rPr lang="en-AU" dirty="0" smtClean="0"/>
                  <a:t> and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AU" dirty="0" smtClean="0"/>
                  <a:t> is an integer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1477328"/>
              </a:xfrm>
              <a:prstGeom prst="rect">
                <a:avLst/>
              </a:prstGeom>
              <a:blipFill rotWithShape="1">
                <a:blip r:embed="rId3"/>
                <a:stretch>
                  <a:fillRect l="-910" t="-20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1607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75033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5911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scientific notation or standard form?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AU" dirty="0" smtClean="0"/>
              </a:p>
              <a:p>
                <a:endParaRPr lang="en-AU" dirty="0"/>
              </a:p>
              <a:p>
                <a:endParaRPr lang="en-AU" dirty="0" smtClean="0"/>
              </a:p>
              <a:p>
                <a:r>
                  <a:rPr lang="en-AU" dirty="0" smtClean="0"/>
                  <a:t>Write 2 778 000 in scientific notation.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2.778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2031325"/>
              </a:xfrm>
              <a:prstGeom prst="rect">
                <a:avLst/>
              </a:prstGeom>
              <a:blipFill rotWithShape="1">
                <a:blip r:embed="rId2"/>
                <a:stretch>
                  <a:fillRect l="-91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>
            <a:off x="4211960" y="3356992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55480" y="3172326"/>
            <a:ext cx="3833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of digits past the first digit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895518" y="4221088"/>
                <a:ext cx="4111190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.31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4  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as an ordinary number.</a:t>
                </a:r>
              </a:p>
              <a:p>
                <a:endParaRPr lang="en-AU" dirty="0"/>
              </a:p>
              <a:p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518" y="4221088"/>
                <a:ext cx="4111190" cy="923330"/>
              </a:xfrm>
              <a:prstGeom prst="rect">
                <a:avLst/>
              </a:prstGeom>
              <a:blipFill rotWithShape="1">
                <a:blip r:embed="rId3"/>
                <a:stretch>
                  <a:fillRect l="-1335" t="-3289" r="-44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915816" y="1580063"/>
                <a:ext cx="603391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 number expressed in the form </a:t>
                </a:r>
              </a:p>
              <a:p>
                <a:endParaRPr lang="en-AU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Where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&lt;10</m:t>
                    </m:r>
                  </m:oMath>
                </a14:m>
                <a:r>
                  <a:rPr lang="en-AU" dirty="0" smtClean="0"/>
                  <a:t> and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AU" dirty="0" smtClean="0"/>
                  <a:t> is an integer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1580063"/>
                <a:ext cx="6033910" cy="1477328"/>
              </a:xfrm>
              <a:prstGeom prst="rect">
                <a:avLst/>
              </a:prstGeom>
              <a:blipFill rotWithShape="1">
                <a:blip r:embed="rId4"/>
                <a:stretch>
                  <a:fillRect l="-808" t="-20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332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5911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scientific notation or standard form?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AU" dirty="0" smtClean="0"/>
              </a:p>
              <a:p>
                <a:endParaRPr lang="en-AU" dirty="0"/>
              </a:p>
              <a:p>
                <a:endParaRPr lang="en-AU" dirty="0" smtClean="0"/>
              </a:p>
              <a:p>
                <a:r>
                  <a:rPr lang="en-AU" dirty="0" smtClean="0"/>
                  <a:t>Write 2 778 000 in scientific notation.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2.778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2031325"/>
              </a:xfrm>
              <a:prstGeom prst="rect">
                <a:avLst/>
              </a:prstGeom>
              <a:blipFill rotWithShape="1">
                <a:blip r:embed="rId2"/>
                <a:stretch>
                  <a:fillRect l="-91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>
            <a:off x="4211960" y="3356992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55480" y="3172326"/>
            <a:ext cx="3833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of digits past the first digit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975034" y="4679558"/>
                <a:ext cx="4111190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.31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4  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as an ordinary number.</a:t>
                </a: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Move the decimal point 4 spaces right.</a:t>
                </a:r>
              </a:p>
              <a:p>
                <a:r>
                  <a:rPr lang="en-AU" dirty="0" smtClean="0"/>
                  <a:t>= 23 100</a:t>
                </a:r>
                <a:endParaRPr lang="en-AU" dirty="0"/>
              </a:p>
              <a:p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5034" y="4679558"/>
                <a:ext cx="4111190" cy="1200329"/>
              </a:xfrm>
              <a:prstGeom prst="rect">
                <a:avLst/>
              </a:prstGeom>
              <a:blipFill rotWithShape="1">
                <a:blip r:embed="rId4"/>
                <a:stretch>
                  <a:fillRect l="-1187" t="-2538" r="-5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929302" y="1929066"/>
                <a:ext cx="603391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 number expressed in the form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Where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&lt;10</m:t>
                    </m:r>
                  </m:oMath>
                </a14:m>
                <a:r>
                  <a:rPr lang="en-AU" dirty="0" smtClean="0"/>
                  <a:t> and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AU" dirty="0" smtClean="0"/>
                  <a:t> is an integer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1200329"/>
              </a:xfrm>
              <a:prstGeom prst="rect">
                <a:avLst/>
              </a:prstGeom>
              <a:blipFill rotWithShape="1">
                <a:blip r:embed="rId5"/>
                <a:stretch>
                  <a:fillRect l="-910" t="-2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26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04" t="4891" r="41045" b="6424"/>
          <a:stretch/>
        </p:blipFill>
        <p:spPr bwMode="auto">
          <a:xfrm>
            <a:off x="395536" y="116632"/>
            <a:ext cx="3441700" cy="6487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H="1">
            <a:off x="2116386" y="4149080"/>
            <a:ext cx="2959670" cy="2016224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76056" y="422108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6674212" y="691704"/>
            <a:ext cx="57606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EXP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0" y="3779748"/>
            <a:ext cx="2590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Use for scientific notation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0" y="692696"/>
            <a:ext cx="2147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Some calculators use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3970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Textbook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Page 354 Exercise 6F</a:t>
            </a:r>
          </a:p>
          <a:p>
            <a:r>
              <a:rPr lang="en-AU" dirty="0" smtClean="0"/>
              <a:t>Q4 and 7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0145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1508</TotalTime>
  <Words>454</Words>
  <Application>Microsoft Office PowerPoint</Application>
  <PresentationFormat>On-screen Show (4:3)</PresentationFormat>
  <Paragraphs>195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 Math</vt:lpstr>
      <vt:lpstr>Office Theme</vt:lpstr>
      <vt:lpstr>My Number Interactive Notebook</vt:lpstr>
      <vt:lpstr>Starter – Use your calculator to find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Textbook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 [Baldivis Secondary College]</cp:lastModifiedBy>
  <cp:revision>72</cp:revision>
  <dcterms:created xsi:type="dcterms:W3CDTF">2014-05-14T02:58:57Z</dcterms:created>
  <dcterms:modified xsi:type="dcterms:W3CDTF">2018-04-21T05:13:10Z</dcterms:modified>
</cp:coreProperties>
</file>