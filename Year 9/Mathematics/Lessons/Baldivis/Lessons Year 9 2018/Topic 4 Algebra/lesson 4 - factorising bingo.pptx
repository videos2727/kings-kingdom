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  <p:sldId id="259" r:id="rId10"/>
    <p:sldId id="265" r:id="rId11"/>
    <p:sldId id="266" r:id="rId12"/>
    <p:sldId id="267" r:id="rId13"/>
    <p:sldId id="275" r:id="rId14"/>
    <p:sldId id="269" r:id="rId15"/>
    <p:sldId id="270" r:id="rId16"/>
    <p:sldId id="271" r:id="rId17"/>
    <p:sldId id="272" r:id="rId18"/>
    <p:sldId id="273" r:id="rId19"/>
    <p:sldId id="268" r:id="rId20"/>
    <p:sldId id="274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58" autoAdjust="0"/>
    <p:restoredTop sz="94590" autoAdjust="0"/>
  </p:normalViewPr>
  <p:slideViewPr>
    <p:cSldViewPr>
      <p:cViewPr varScale="1">
        <p:scale>
          <a:sx n="64" d="100"/>
          <a:sy n="64" d="100"/>
        </p:scale>
        <p:origin x="8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BC6EF-AAFE-446A-94FF-715EC0FE807C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8F571-59E0-41BD-9E30-78F0839F57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37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663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081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98F571-59E0-41BD-9E30-78F0839F57E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6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2" y="1812927"/>
            <a:ext cx="34712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1812927"/>
            <a:ext cx="347127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1387058"/>
            <a:ext cx="3297953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3" y="2500312"/>
            <a:ext cx="3297954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  <p:grpSp>
        <p:nvGrpSpPr>
          <p:cNvPr id="16" name="Group 15"/>
          <p:cNvGrpSpPr/>
          <p:nvPr/>
        </p:nvGrpSpPr>
        <p:grpSpPr>
          <a:xfrm>
            <a:off x="4516154" y="994387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674192" y="1601512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val 55"/>
          <p:cNvSpPr>
            <a:spLocks noChangeAspect="1"/>
          </p:cNvSpPr>
          <p:nvPr/>
        </p:nvSpPr>
        <p:spPr>
          <a:xfrm>
            <a:off x="-69625" y="4042576"/>
            <a:ext cx="1743945" cy="1909234"/>
          </a:xfrm>
          <a:custGeom>
            <a:avLst/>
            <a:gdLst/>
            <a:ahLst/>
            <a:cxnLst/>
            <a:rect l="l" t="t" r="r" b="b"/>
            <a:pathLst>
              <a:path w="1743945" h="1909234">
                <a:moveTo>
                  <a:pt x="789328" y="0"/>
                </a:moveTo>
                <a:cubicBezTo>
                  <a:pt x="1316548" y="0"/>
                  <a:pt x="1743945" y="427397"/>
                  <a:pt x="1743945" y="954617"/>
                </a:cubicBezTo>
                <a:cubicBezTo>
                  <a:pt x="1743945" y="1481837"/>
                  <a:pt x="1316548" y="1909234"/>
                  <a:pt x="789328" y="1909234"/>
                </a:cubicBezTo>
                <a:cubicBezTo>
                  <a:pt x="461080" y="1909234"/>
                  <a:pt x="171527" y="1743562"/>
                  <a:pt x="0" y="1491086"/>
                </a:cubicBezTo>
                <a:lnTo>
                  <a:pt x="0" y="418149"/>
                </a:lnTo>
                <a:cubicBezTo>
                  <a:pt x="171527" y="165673"/>
                  <a:pt x="461080" y="0"/>
                  <a:pt x="789328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3" name="Oval 52"/>
          <p:cNvSpPr>
            <a:spLocks noChangeAspect="1"/>
          </p:cNvSpPr>
          <p:nvPr/>
        </p:nvSpPr>
        <p:spPr>
          <a:xfrm>
            <a:off x="520638" y="1095310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878729" y="28293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520637" y="5729135"/>
            <a:ext cx="1909234" cy="1193756"/>
          </a:xfrm>
          <a:custGeom>
            <a:avLst/>
            <a:gdLst/>
            <a:ahLst/>
            <a:cxnLst/>
            <a:rect l="l" t="t" r="r" b="b"/>
            <a:pathLst>
              <a:path w="1909234" h="1193756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037305"/>
                  <a:pt x="1898721" y="1117537"/>
                  <a:pt x="1877819" y="1193756"/>
                </a:cubicBezTo>
                <a:lnTo>
                  <a:pt x="31415" y="1193756"/>
                </a:lnTo>
                <a:cubicBezTo>
                  <a:pt x="10513" y="1117537"/>
                  <a:pt x="0" y="103730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0" name="Oval 129"/>
          <p:cNvSpPr>
            <a:spLocks noChangeAspect="1"/>
          </p:cNvSpPr>
          <p:nvPr/>
        </p:nvSpPr>
        <p:spPr>
          <a:xfrm>
            <a:off x="-46711" y="-61709"/>
            <a:ext cx="1449107" cy="1677064"/>
          </a:xfrm>
          <a:custGeom>
            <a:avLst/>
            <a:gdLst/>
            <a:ahLst/>
            <a:cxnLst/>
            <a:rect l="l" t="t" r="r" b="b"/>
            <a:pathLst>
              <a:path w="1449107" h="1677064">
                <a:moveTo>
                  <a:pt x="0" y="0"/>
                </a:moveTo>
                <a:lnTo>
                  <a:pt x="1112019" y="0"/>
                </a:lnTo>
                <a:cubicBezTo>
                  <a:pt x="1319407" y="171874"/>
                  <a:pt x="1449107" y="432014"/>
                  <a:pt x="1449107" y="722447"/>
                </a:cubicBezTo>
                <a:cubicBezTo>
                  <a:pt x="1449107" y="1249667"/>
                  <a:pt x="1021710" y="1677064"/>
                  <a:pt x="494490" y="1677064"/>
                </a:cubicBezTo>
                <a:cubicBezTo>
                  <a:pt x="313232" y="1677064"/>
                  <a:pt x="143772" y="1626546"/>
                  <a:pt x="0" y="1537872"/>
                </a:cubicBezTo>
                <a:close/>
              </a:path>
            </a:pathLst>
          </a:custGeom>
          <a:solidFill>
            <a:schemeClr val="tx2">
              <a:lumMod val="75000"/>
              <a:alpha val="14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1" name="Oval 130"/>
          <p:cNvSpPr>
            <a:spLocks noChangeAspect="1"/>
          </p:cNvSpPr>
          <p:nvPr/>
        </p:nvSpPr>
        <p:spPr>
          <a:xfrm>
            <a:off x="924113" y="-16162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2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2" name="Oval 131"/>
          <p:cNvSpPr>
            <a:spLocks noChangeAspect="1"/>
          </p:cNvSpPr>
          <p:nvPr/>
        </p:nvSpPr>
        <p:spPr>
          <a:xfrm>
            <a:off x="0" y="66073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3" name="Oval 132"/>
          <p:cNvSpPr>
            <a:spLocks noChangeAspect="1"/>
          </p:cNvSpPr>
          <p:nvPr/>
        </p:nvSpPr>
        <p:spPr>
          <a:xfrm>
            <a:off x="7497531" y="-61709"/>
            <a:ext cx="1694467" cy="1677064"/>
          </a:xfrm>
          <a:custGeom>
            <a:avLst/>
            <a:gdLst/>
            <a:ahLst/>
            <a:cxnLst/>
            <a:rect l="l" t="t" r="r" b="b"/>
            <a:pathLst>
              <a:path w="1694467" h="1677064">
                <a:moveTo>
                  <a:pt x="337088" y="0"/>
                </a:moveTo>
                <a:lnTo>
                  <a:pt x="1573463" y="0"/>
                </a:lnTo>
                <a:cubicBezTo>
                  <a:pt x="1618202" y="37449"/>
                  <a:pt x="1658454" y="79950"/>
                  <a:pt x="1694467" y="126010"/>
                </a:cubicBezTo>
                <a:lnTo>
                  <a:pt x="1694467" y="1318884"/>
                </a:lnTo>
                <a:cubicBezTo>
                  <a:pt x="1522840" y="1538397"/>
                  <a:pt x="1254922" y="1677064"/>
                  <a:pt x="954617" y="1677064"/>
                </a:cubicBezTo>
                <a:cubicBezTo>
                  <a:pt x="427397" y="1677064"/>
                  <a:pt x="0" y="1249667"/>
                  <a:pt x="0" y="722447"/>
                </a:cubicBezTo>
                <a:cubicBezTo>
                  <a:pt x="0" y="432014"/>
                  <a:pt x="129700" y="171874"/>
                  <a:pt x="337088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6117502" y="-61708"/>
            <a:ext cx="1909234" cy="1705448"/>
          </a:xfrm>
          <a:custGeom>
            <a:avLst/>
            <a:gdLst/>
            <a:ahLst/>
            <a:cxnLst/>
            <a:rect l="l" t="t" r="r" b="b"/>
            <a:pathLst>
              <a:path w="1909234" h="1705448">
                <a:moveTo>
                  <a:pt x="371490" y="0"/>
                </a:moveTo>
                <a:lnTo>
                  <a:pt x="1537745" y="0"/>
                </a:lnTo>
                <a:cubicBezTo>
                  <a:pt x="1764760" y="171517"/>
                  <a:pt x="1909234" y="444302"/>
                  <a:pt x="1909234" y="750831"/>
                </a:cubicBezTo>
                <a:cubicBezTo>
                  <a:pt x="1909234" y="1278051"/>
                  <a:pt x="1481837" y="1705448"/>
                  <a:pt x="954617" y="1705448"/>
                </a:cubicBezTo>
                <a:cubicBezTo>
                  <a:pt x="427397" y="1705448"/>
                  <a:pt x="0" y="1278051"/>
                  <a:pt x="0" y="750831"/>
                </a:cubicBezTo>
                <a:cubicBezTo>
                  <a:pt x="0" y="444302"/>
                  <a:pt x="144474" y="171517"/>
                  <a:pt x="37149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5" name="Oval 134"/>
          <p:cNvSpPr>
            <a:spLocks noChangeAspect="1"/>
          </p:cNvSpPr>
          <p:nvPr/>
        </p:nvSpPr>
        <p:spPr>
          <a:xfrm>
            <a:off x="7494454" y="1095309"/>
            <a:ext cx="1697544" cy="1909234"/>
          </a:xfrm>
          <a:custGeom>
            <a:avLst/>
            <a:gdLst/>
            <a:ahLst/>
            <a:cxnLst/>
            <a:rect l="l" t="t" r="r" b="b"/>
            <a:pathLst>
              <a:path w="1697544" h="1909234">
                <a:moveTo>
                  <a:pt x="954617" y="0"/>
                </a:moveTo>
                <a:cubicBezTo>
                  <a:pt x="1256666" y="0"/>
                  <a:pt x="1525952" y="140283"/>
                  <a:pt x="1697544" y="361910"/>
                </a:cubicBezTo>
                <a:lnTo>
                  <a:pt x="1697544" y="1547324"/>
                </a:lnTo>
                <a:cubicBezTo>
                  <a:pt x="1525952" y="1768951"/>
                  <a:pt x="1256666" y="1909234"/>
                  <a:pt x="954617" y="1909234"/>
                </a:cubicBezTo>
                <a:cubicBezTo>
                  <a:pt x="427397" y="1909234"/>
                  <a:pt x="0" y="1481837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6" name="Oval 135"/>
          <p:cNvSpPr>
            <a:spLocks noChangeAspect="1"/>
          </p:cNvSpPr>
          <p:nvPr/>
        </p:nvSpPr>
        <p:spPr>
          <a:xfrm>
            <a:off x="8056674" y="5140346"/>
            <a:ext cx="1137194" cy="1759729"/>
          </a:xfrm>
          <a:custGeom>
            <a:avLst/>
            <a:gdLst/>
            <a:ahLst/>
            <a:cxnLst/>
            <a:rect l="l" t="t" r="r" b="b"/>
            <a:pathLst>
              <a:path w="1137194" h="1759729">
                <a:moveTo>
                  <a:pt x="954617" y="0"/>
                </a:moveTo>
                <a:cubicBezTo>
                  <a:pt x="1017088" y="0"/>
                  <a:pt x="1078157" y="6001"/>
                  <a:pt x="1137194" y="17897"/>
                </a:cubicBezTo>
                <a:lnTo>
                  <a:pt x="1137194" y="1759729"/>
                </a:lnTo>
                <a:lnTo>
                  <a:pt x="443151" y="1759729"/>
                </a:lnTo>
                <a:cubicBezTo>
                  <a:pt x="176544" y="1591075"/>
                  <a:pt x="0" y="1293463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7" name="Oval 136"/>
          <p:cNvSpPr>
            <a:spLocks noChangeAspect="1"/>
          </p:cNvSpPr>
          <p:nvPr/>
        </p:nvSpPr>
        <p:spPr>
          <a:xfrm>
            <a:off x="6661711" y="4362912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8" name="Oval 137"/>
          <p:cNvSpPr>
            <a:spLocks noChangeAspect="1"/>
          </p:cNvSpPr>
          <p:nvPr/>
        </p:nvSpPr>
        <p:spPr>
          <a:xfrm>
            <a:off x="-69625" y="4948766"/>
            <a:ext cx="1353860" cy="1909234"/>
          </a:xfrm>
          <a:custGeom>
            <a:avLst/>
            <a:gdLst/>
            <a:ahLst/>
            <a:cxnLst/>
            <a:rect l="l" t="t" r="r" b="b"/>
            <a:pathLst>
              <a:path w="1353860" h="1909234">
                <a:moveTo>
                  <a:pt x="399243" y="0"/>
                </a:moveTo>
                <a:cubicBezTo>
                  <a:pt x="926463" y="0"/>
                  <a:pt x="1353860" y="427397"/>
                  <a:pt x="1353860" y="954617"/>
                </a:cubicBezTo>
                <a:cubicBezTo>
                  <a:pt x="1353860" y="1481837"/>
                  <a:pt x="926463" y="1909234"/>
                  <a:pt x="399243" y="1909234"/>
                </a:cubicBezTo>
                <a:cubicBezTo>
                  <a:pt x="256544" y="1909234"/>
                  <a:pt x="121158" y="1877924"/>
                  <a:pt x="0" y="1820890"/>
                </a:cubicBezTo>
                <a:lnTo>
                  <a:pt x="0" y="88345"/>
                </a:lnTo>
                <a:cubicBezTo>
                  <a:pt x="121158" y="31311"/>
                  <a:pt x="256544" y="0"/>
                  <a:pt x="399243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9" name="Oval 138"/>
          <p:cNvSpPr>
            <a:spLocks noChangeAspect="1"/>
          </p:cNvSpPr>
          <p:nvPr/>
        </p:nvSpPr>
        <p:spPr>
          <a:xfrm>
            <a:off x="708471" y="479033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0" name="Oval 139"/>
          <p:cNvSpPr>
            <a:spLocks noChangeAspect="1"/>
          </p:cNvSpPr>
          <p:nvPr/>
        </p:nvSpPr>
        <p:spPr>
          <a:xfrm>
            <a:off x="6117503" y="78398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6459053" y="514034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18" name="Oval 117"/>
          <p:cNvSpPr>
            <a:spLocks noChangeAspect="1"/>
          </p:cNvSpPr>
          <p:nvPr/>
        </p:nvSpPr>
        <p:spPr>
          <a:xfrm>
            <a:off x="8398204" y="597861"/>
            <a:ext cx="793794" cy="1252918"/>
          </a:xfrm>
          <a:custGeom>
            <a:avLst/>
            <a:gdLst/>
            <a:ahLst/>
            <a:cxnLst/>
            <a:rect l="l" t="t" r="r" b="b"/>
            <a:pathLst>
              <a:path w="793794" h="1252918">
                <a:moveTo>
                  <a:pt x="626459" y="0"/>
                </a:moveTo>
                <a:cubicBezTo>
                  <a:pt x="684682" y="0"/>
                  <a:pt x="741049" y="7943"/>
                  <a:pt x="793794" y="25480"/>
                </a:cubicBezTo>
                <a:lnTo>
                  <a:pt x="793794" y="1227438"/>
                </a:lnTo>
                <a:cubicBezTo>
                  <a:pt x="741049" y="1244975"/>
                  <a:pt x="684682" y="1252918"/>
                  <a:pt x="626459" y="1252918"/>
                </a:cubicBezTo>
                <a:cubicBezTo>
                  <a:pt x="280475" y="1252918"/>
                  <a:pt x="0" y="972443"/>
                  <a:pt x="0" y="626459"/>
                </a:cubicBezTo>
                <a:cubicBezTo>
                  <a:pt x="0" y="280475"/>
                  <a:pt x="280475" y="0"/>
                  <a:pt x="626459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>
            <a:spLocks noChangeAspect="1"/>
          </p:cNvSpPr>
          <p:nvPr/>
        </p:nvSpPr>
        <p:spPr>
          <a:xfrm>
            <a:off x="6350100" y="206512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>
            <a:spLocks noChangeAspect="1"/>
          </p:cNvSpPr>
          <p:nvPr/>
        </p:nvSpPr>
        <p:spPr>
          <a:xfrm>
            <a:off x="6872127" y="1450645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>
            <a:spLocks noChangeAspect="1"/>
          </p:cNvSpPr>
          <p:nvPr/>
        </p:nvSpPr>
        <p:spPr>
          <a:xfrm>
            <a:off x="7219068" y="2049927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>
            <a:spLocks noChangeAspect="1"/>
          </p:cNvSpPr>
          <p:nvPr/>
        </p:nvSpPr>
        <p:spPr>
          <a:xfrm>
            <a:off x="7749416" y="2661634"/>
            <a:ext cx="721308" cy="721308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>
            <a:spLocks noChangeAspect="1"/>
          </p:cNvSpPr>
          <p:nvPr/>
        </p:nvSpPr>
        <p:spPr>
          <a:xfrm>
            <a:off x="685054" y="-100976"/>
            <a:ext cx="1193676" cy="697815"/>
          </a:xfrm>
          <a:custGeom>
            <a:avLst/>
            <a:gdLst/>
            <a:ahLst/>
            <a:cxnLst/>
            <a:rect l="l" t="t" r="r" b="b"/>
            <a:pathLst>
              <a:path w="1193676" h="697815">
                <a:moveTo>
                  <a:pt x="10179" y="0"/>
                </a:moveTo>
                <a:lnTo>
                  <a:pt x="1183497" y="0"/>
                </a:lnTo>
                <a:cubicBezTo>
                  <a:pt x="1190746" y="32633"/>
                  <a:pt x="1193676" y="66463"/>
                  <a:pt x="1193676" y="100977"/>
                </a:cubicBezTo>
                <a:cubicBezTo>
                  <a:pt x="1193676" y="430602"/>
                  <a:pt x="926463" y="697815"/>
                  <a:pt x="596838" y="697815"/>
                </a:cubicBezTo>
                <a:cubicBezTo>
                  <a:pt x="267213" y="697815"/>
                  <a:pt x="0" y="430602"/>
                  <a:pt x="0" y="100977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>
            <a:spLocks noChangeAspect="1"/>
          </p:cNvSpPr>
          <p:nvPr/>
        </p:nvSpPr>
        <p:spPr>
          <a:xfrm>
            <a:off x="1502638" y="-100976"/>
            <a:ext cx="1029028" cy="459889"/>
          </a:xfrm>
          <a:custGeom>
            <a:avLst/>
            <a:gdLst/>
            <a:ahLst/>
            <a:cxnLst/>
            <a:rect l="l" t="t" r="r" b="b"/>
            <a:pathLst>
              <a:path w="1029028" h="459889">
                <a:moveTo>
                  <a:pt x="0" y="0"/>
                </a:moveTo>
                <a:lnTo>
                  <a:pt x="1029028" y="0"/>
                </a:lnTo>
                <a:cubicBezTo>
                  <a:pt x="1001386" y="259074"/>
                  <a:pt x="781401" y="459889"/>
                  <a:pt x="514514" y="459889"/>
                </a:cubicBezTo>
                <a:cubicBezTo>
                  <a:pt x="247627" y="459889"/>
                  <a:pt x="27642" y="259074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>
            <a:spLocks noChangeAspect="1"/>
          </p:cNvSpPr>
          <p:nvPr/>
        </p:nvSpPr>
        <p:spPr>
          <a:xfrm>
            <a:off x="-69624" y="-100976"/>
            <a:ext cx="590263" cy="612289"/>
          </a:xfrm>
          <a:custGeom>
            <a:avLst/>
            <a:gdLst/>
            <a:ahLst/>
            <a:cxnLst/>
            <a:rect l="l" t="t" r="r" b="b"/>
            <a:pathLst>
              <a:path w="590263" h="612289">
                <a:moveTo>
                  <a:pt x="0" y="0"/>
                </a:moveTo>
                <a:lnTo>
                  <a:pt x="581024" y="0"/>
                </a:lnTo>
                <a:cubicBezTo>
                  <a:pt x="587493" y="29611"/>
                  <a:pt x="590263" y="60308"/>
                  <a:pt x="590263" y="91651"/>
                </a:cubicBezTo>
                <a:cubicBezTo>
                  <a:pt x="590263" y="379191"/>
                  <a:pt x="357165" y="612289"/>
                  <a:pt x="69625" y="612289"/>
                </a:cubicBezTo>
                <a:lnTo>
                  <a:pt x="0" y="605270"/>
                </a:ln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>
            <a:spLocks noChangeAspect="1"/>
          </p:cNvSpPr>
          <p:nvPr/>
        </p:nvSpPr>
        <p:spPr>
          <a:xfrm>
            <a:off x="277432" y="4321783"/>
            <a:ext cx="1396887" cy="1396887"/>
          </a:xfrm>
          <a:prstGeom prst="ellipse">
            <a:avLst/>
          </a:pr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ChangeAspect="1"/>
          </p:cNvSpPr>
          <p:nvPr/>
        </p:nvSpPr>
        <p:spPr>
          <a:xfrm>
            <a:off x="5792131" y="6489965"/>
            <a:ext cx="1115939" cy="443769"/>
          </a:xfrm>
          <a:custGeom>
            <a:avLst/>
            <a:gdLst/>
            <a:ahLst/>
            <a:cxnLst/>
            <a:rect l="l" t="t" r="r" b="b"/>
            <a:pathLst>
              <a:path w="1115939" h="443769">
                <a:moveTo>
                  <a:pt x="557969" y="0"/>
                </a:moveTo>
                <a:cubicBezTo>
                  <a:pt x="830120" y="0"/>
                  <a:pt x="1058049" y="189335"/>
                  <a:pt x="1115939" y="443769"/>
                </a:cubicBezTo>
                <a:lnTo>
                  <a:pt x="0" y="443769"/>
                </a:lnTo>
                <a:cubicBezTo>
                  <a:pt x="57889" y="189335"/>
                  <a:pt x="285818" y="0"/>
                  <a:pt x="55796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>
            <a:spLocks noChangeAspect="1"/>
          </p:cNvSpPr>
          <p:nvPr/>
        </p:nvSpPr>
        <p:spPr>
          <a:xfrm>
            <a:off x="6127999" y="6408840"/>
            <a:ext cx="1237019" cy="524894"/>
          </a:xfrm>
          <a:custGeom>
            <a:avLst/>
            <a:gdLst/>
            <a:ahLst/>
            <a:cxnLst/>
            <a:rect l="l" t="t" r="r" b="b"/>
            <a:pathLst>
              <a:path w="1237019" h="524894">
                <a:moveTo>
                  <a:pt x="618509" y="0"/>
                </a:moveTo>
                <a:cubicBezTo>
                  <a:pt x="930325" y="0"/>
                  <a:pt x="1189147" y="226891"/>
                  <a:pt x="1237019" y="524894"/>
                </a:cubicBezTo>
                <a:lnTo>
                  <a:pt x="0" y="524894"/>
                </a:lnTo>
                <a:cubicBezTo>
                  <a:pt x="47872" y="226891"/>
                  <a:pt x="306694" y="0"/>
                  <a:pt x="61850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>
            <a:spLocks noChangeAspect="1"/>
          </p:cNvSpPr>
          <p:nvPr/>
        </p:nvSpPr>
        <p:spPr>
          <a:xfrm>
            <a:off x="7577655" y="6408841"/>
            <a:ext cx="1211408" cy="524893"/>
          </a:xfrm>
          <a:custGeom>
            <a:avLst/>
            <a:gdLst/>
            <a:ahLst/>
            <a:cxnLst/>
            <a:rect l="l" t="t" r="r" b="b"/>
            <a:pathLst>
              <a:path w="1211408" h="524893">
                <a:moveTo>
                  <a:pt x="605704" y="0"/>
                </a:moveTo>
                <a:cubicBezTo>
                  <a:pt x="914574" y="0"/>
                  <a:pt x="1170243" y="227782"/>
                  <a:pt x="1211408" y="524893"/>
                </a:cubicBezTo>
                <a:lnTo>
                  <a:pt x="0" y="524893"/>
                </a:lnTo>
                <a:cubicBezTo>
                  <a:pt x="41165" y="227782"/>
                  <a:pt x="296834" y="0"/>
                  <a:pt x="605704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>
            <a:spLocks noChangeAspect="1"/>
          </p:cNvSpPr>
          <p:nvPr/>
        </p:nvSpPr>
        <p:spPr>
          <a:xfrm>
            <a:off x="11073" y="4941986"/>
            <a:ext cx="611230" cy="61123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>
            <a:spLocks noChangeAspect="1"/>
          </p:cNvSpPr>
          <p:nvPr/>
        </p:nvSpPr>
        <p:spPr>
          <a:xfrm>
            <a:off x="-69625" y="6172569"/>
            <a:ext cx="778097" cy="750322"/>
          </a:xfrm>
          <a:custGeom>
            <a:avLst/>
            <a:gdLst/>
            <a:ahLst/>
            <a:cxnLst/>
            <a:rect l="l" t="t" r="r" b="b"/>
            <a:pathLst>
              <a:path w="778097" h="750322">
                <a:moveTo>
                  <a:pt x="261411" y="0"/>
                </a:moveTo>
                <a:cubicBezTo>
                  <a:pt x="546769" y="0"/>
                  <a:pt x="778097" y="231328"/>
                  <a:pt x="778097" y="516686"/>
                </a:cubicBezTo>
                <a:cubicBezTo>
                  <a:pt x="778097" y="601179"/>
                  <a:pt x="757816" y="680934"/>
                  <a:pt x="719843" y="750322"/>
                </a:cubicBezTo>
                <a:lnTo>
                  <a:pt x="0" y="750322"/>
                </a:lnTo>
                <a:lnTo>
                  <a:pt x="0" y="73330"/>
                </a:lnTo>
                <a:cubicBezTo>
                  <a:pt x="75863" y="26083"/>
                  <a:pt x="165591" y="0"/>
                  <a:pt x="26141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>
            <a:spLocks noChangeAspect="1"/>
          </p:cNvSpPr>
          <p:nvPr/>
        </p:nvSpPr>
        <p:spPr>
          <a:xfrm>
            <a:off x="-69625" y="5158575"/>
            <a:ext cx="563524" cy="897560"/>
          </a:xfrm>
          <a:custGeom>
            <a:avLst/>
            <a:gdLst/>
            <a:ahLst/>
            <a:cxnLst/>
            <a:rect l="l" t="t" r="r" b="b"/>
            <a:pathLst>
              <a:path w="563524" h="897560">
                <a:moveTo>
                  <a:pt x="114744" y="0"/>
                </a:moveTo>
                <a:cubicBezTo>
                  <a:pt x="362598" y="0"/>
                  <a:pt x="563524" y="200926"/>
                  <a:pt x="563524" y="448780"/>
                </a:cubicBezTo>
                <a:cubicBezTo>
                  <a:pt x="563524" y="696634"/>
                  <a:pt x="362598" y="897560"/>
                  <a:pt x="114744" y="897560"/>
                </a:cubicBezTo>
                <a:cubicBezTo>
                  <a:pt x="74918" y="897560"/>
                  <a:pt x="36304" y="892373"/>
                  <a:pt x="0" y="880900"/>
                </a:cubicBezTo>
                <a:lnTo>
                  <a:pt x="0" y="16661"/>
                </a:lnTo>
                <a:cubicBezTo>
                  <a:pt x="36304" y="5188"/>
                  <a:pt x="74918" y="0"/>
                  <a:pt x="11474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>
            <a:spLocks noChangeAspect="1"/>
          </p:cNvSpPr>
          <p:nvPr/>
        </p:nvSpPr>
        <p:spPr>
          <a:xfrm>
            <a:off x="-25758" y="482386"/>
            <a:ext cx="598416" cy="905704"/>
          </a:xfrm>
          <a:custGeom>
            <a:avLst/>
            <a:gdLst/>
            <a:ahLst/>
            <a:cxnLst/>
            <a:rect l="l" t="t" r="r" b="b"/>
            <a:pathLst>
              <a:path w="598416" h="905704">
                <a:moveTo>
                  <a:pt x="145564" y="0"/>
                </a:moveTo>
                <a:cubicBezTo>
                  <a:pt x="395667" y="0"/>
                  <a:pt x="598416" y="202749"/>
                  <a:pt x="598416" y="452852"/>
                </a:cubicBezTo>
                <a:cubicBezTo>
                  <a:pt x="598416" y="702955"/>
                  <a:pt x="395667" y="905704"/>
                  <a:pt x="145564" y="905704"/>
                </a:cubicBezTo>
                <a:cubicBezTo>
                  <a:pt x="94398" y="905704"/>
                  <a:pt x="45214" y="897218"/>
                  <a:pt x="0" y="879648"/>
                </a:cubicBezTo>
                <a:lnTo>
                  <a:pt x="0" y="26056"/>
                </a:lnTo>
                <a:cubicBezTo>
                  <a:pt x="45214" y="8486"/>
                  <a:pt x="94398" y="0"/>
                  <a:pt x="14556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>
            <a:spLocks noChangeAspect="1"/>
          </p:cNvSpPr>
          <p:nvPr/>
        </p:nvSpPr>
        <p:spPr>
          <a:xfrm>
            <a:off x="474208" y="836793"/>
            <a:ext cx="910817" cy="91081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>
            <a:spLocks noChangeAspect="1"/>
          </p:cNvSpPr>
          <p:nvPr/>
        </p:nvSpPr>
        <p:spPr>
          <a:xfrm>
            <a:off x="319223" y="1452260"/>
            <a:ext cx="772993" cy="772993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>
            <a:spLocks noChangeAspect="1"/>
          </p:cNvSpPr>
          <p:nvPr/>
        </p:nvSpPr>
        <p:spPr>
          <a:xfrm>
            <a:off x="371257" y="1886983"/>
            <a:ext cx="610366" cy="610366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>
            <a:spLocks noChangeAspect="1"/>
          </p:cNvSpPr>
          <p:nvPr/>
        </p:nvSpPr>
        <p:spPr>
          <a:xfrm>
            <a:off x="154676" y="1919682"/>
            <a:ext cx="521764" cy="52176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>
            <a:spLocks noChangeAspect="1"/>
          </p:cNvSpPr>
          <p:nvPr/>
        </p:nvSpPr>
        <p:spPr>
          <a:xfrm>
            <a:off x="7302517" y="-61709"/>
            <a:ext cx="910818" cy="750833"/>
          </a:xfrm>
          <a:custGeom>
            <a:avLst/>
            <a:gdLst/>
            <a:ahLst/>
            <a:cxnLst/>
            <a:rect l="l" t="t" r="r" b="b"/>
            <a:pathLst>
              <a:path w="910818" h="750833">
                <a:moveTo>
                  <a:pt x="111441" y="0"/>
                </a:moveTo>
                <a:lnTo>
                  <a:pt x="799378" y="0"/>
                </a:lnTo>
                <a:cubicBezTo>
                  <a:pt x="869408" y="78400"/>
                  <a:pt x="910818" y="182076"/>
                  <a:pt x="910818" y="295424"/>
                </a:cubicBezTo>
                <a:cubicBezTo>
                  <a:pt x="910818" y="546939"/>
                  <a:pt x="706924" y="750833"/>
                  <a:pt x="455409" y="750833"/>
                </a:cubicBezTo>
                <a:cubicBezTo>
                  <a:pt x="203894" y="750833"/>
                  <a:pt x="0" y="546939"/>
                  <a:pt x="0" y="295424"/>
                </a:cubicBezTo>
                <a:cubicBezTo>
                  <a:pt x="0" y="182076"/>
                  <a:pt x="41410" y="78400"/>
                  <a:pt x="11144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>
            <a:spLocks noChangeAspect="1"/>
          </p:cNvSpPr>
          <p:nvPr/>
        </p:nvSpPr>
        <p:spPr>
          <a:xfrm>
            <a:off x="8718124" y="-61709"/>
            <a:ext cx="473874" cy="613011"/>
          </a:xfrm>
          <a:custGeom>
            <a:avLst/>
            <a:gdLst/>
            <a:ahLst/>
            <a:cxnLst/>
            <a:rect l="l" t="t" r="r" b="b"/>
            <a:pathLst>
              <a:path w="473874" h="613011">
                <a:moveTo>
                  <a:pt x="29684" y="0"/>
                </a:moveTo>
                <a:lnTo>
                  <a:pt x="473874" y="0"/>
                </a:lnTo>
                <a:lnTo>
                  <a:pt x="473874" y="611150"/>
                </a:lnTo>
                <a:cubicBezTo>
                  <a:pt x="467789" y="612887"/>
                  <a:pt x="461614" y="613011"/>
                  <a:pt x="455409" y="613011"/>
                </a:cubicBezTo>
                <a:cubicBezTo>
                  <a:pt x="203894" y="613011"/>
                  <a:pt x="0" y="409117"/>
                  <a:pt x="0" y="157602"/>
                </a:cubicBezTo>
                <a:cubicBezTo>
                  <a:pt x="0" y="101995"/>
                  <a:pt x="9966" y="48716"/>
                  <a:pt x="2968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>
            <a:spLocks noChangeAspect="1"/>
          </p:cNvSpPr>
          <p:nvPr/>
        </p:nvSpPr>
        <p:spPr>
          <a:xfrm>
            <a:off x="7748238" y="282933"/>
            <a:ext cx="1128521" cy="1128521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>
            <a:spLocks noChangeAspect="1"/>
          </p:cNvSpPr>
          <p:nvPr/>
        </p:nvSpPr>
        <p:spPr>
          <a:xfrm>
            <a:off x="8914718" y="749603"/>
            <a:ext cx="277280" cy="907992"/>
          </a:xfrm>
          <a:custGeom>
            <a:avLst/>
            <a:gdLst/>
            <a:ahLst/>
            <a:cxnLst/>
            <a:rect l="l" t="t" r="r" b="b"/>
            <a:pathLst>
              <a:path w="277280" h="907992">
                <a:moveTo>
                  <a:pt x="277280" y="0"/>
                </a:moveTo>
                <a:lnTo>
                  <a:pt x="277280" y="907992"/>
                </a:lnTo>
                <a:cubicBezTo>
                  <a:pt x="112021" y="824131"/>
                  <a:pt x="0" y="652146"/>
                  <a:pt x="0" y="453996"/>
                </a:cubicBezTo>
                <a:cubicBezTo>
                  <a:pt x="0" y="255847"/>
                  <a:pt x="112021" y="83861"/>
                  <a:pt x="27728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>
            <a:spLocks noChangeAspect="1"/>
          </p:cNvSpPr>
          <p:nvPr/>
        </p:nvSpPr>
        <p:spPr>
          <a:xfrm>
            <a:off x="7590871" y="728498"/>
            <a:ext cx="969734" cy="9697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>
            <a:spLocks noChangeAspect="1"/>
          </p:cNvSpPr>
          <p:nvPr/>
        </p:nvSpPr>
        <p:spPr>
          <a:xfrm>
            <a:off x="7470041" y="1326476"/>
            <a:ext cx="608190" cy="60819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7629941" y="5611427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6972882" y="5242254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7494454" y="4928166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>
            <a:spLocks noChangeAspect="1"/>
          </p:cNvSpPr>
          <p:nvPr/>
        </p:nvSpPr>
        <p:spPr>
          <a:xfrm>
            <a:off x="8229034" y="5666511"/>
            <a:ext cx="605634" cy="6056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>
            <a:spLocks noChangeAspect="1"/>
          </p:cNvSpPr>
          <p:nvPr/>
        </p:nvSpPr>
        <p:spPr>
          <a:xfrm>
            <a:off x="8078231" y="4097842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>
            <a:spLocks noChangeAspect="1"/>
          </p:cNvSpPr>
          <p:nvPr/>
        </p:nvSpPr>
        <p:spPr>
          <a:xfrm>
            <a:off x="8411816" y="5057878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>
            <a:spLocks noChangeAspect="1"/>
          </p:cNvSpPr>
          <p:nvPr/>
        </p:nvSpPr>
        <p:spPr>
          <a:xfrm>
            <a:off x="8688590" y="4790335"/>
            <a:ext cx="503408" cy="553550"/>
          </a:xfrm>
          <a:custGeom>
            <a:avLst/>
            <a:gdLst/>
            <a:ahLst/>
            <a:cxnLst/>
            <a:rect l="l" t="t" r="r" b="b"/>
            <a:pathLst>
              <a:path w="503408" h="553550">
                <a:moveTo>
                  <a:pt x="276775" y="0"/>
                </a:moveTo>
                <a:cubicBezTo>
                  <a:pt x="370698" y="0"/>
                  <a:pt x="453694" y="46784"/>
                  <a:pt x="503408" y="118545"/>
                </a:cubicBezTo>
                <a:lnTo>
                  <a:pt x="503408" y="435005"/>
                </a:lnTo>
                <a:cubicBezTo>
                  <a:pt x="453694" y="506767"/>
                  <a:pt x="370698" y="553550"/>
                  <a:pt x="276775" y="553550"/>
                </a:cubicBezTo>
                <a:cubicBezTo>
                  <a:pt x="123916" y="553550"/>
                  <a:pt x="0" y="429634"/>
                  <a:pt x="0" y="276775"/>
                </a:cubicBezTo>
                <a:cubicBezTo>
                  <a:pt x="0" y="123916"/>
                  <a:pt x="123916" y="0"/>
                  <a:pt x="27677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A4F32-313C-40B2-9011-023BCB55F9A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B53A8-0239-4221-B0B3-54F20C0E6828}" type="slidenum">
              <a:rPr lang="en-GB" smtClean="0"/>
              <a:t>‹#›</a:t>
            </a:fld>
            <a:endParaRPr lang="en-GB"/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1583172" y="5454223"/>
            <a:ext cx="1909234" cy="1468668"/>
          </a:xfrm>
          <a:custGeom>
            <a:avLst/>
            <a:gdLst/>
            <a:ahLst/>
            <a:cxnLst/>
            <a:rect l="l" t="t" r="r" b="b"/>
            <a:pathLst>
              <a:path w="1909234" h="1468668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144075"/>
                  <a:pt x="1854043" y="1320642"/>
                  <a:pt x="1758159" y="1468668"/>
                </a:cubicBezTo>
                <a:lnTo>
                  <a:pt x="151075" y="1468668"/>
                </a:lnTo>
                <a:cubicBezTo>
                  <a:pt x="55192" y="1320642"/>
                  <a:pt x="0" y="114407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8570944" y="3382942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8398204" y="35360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8608408" y="36884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154676" y="2698928"/>
            <a:ext cx="467627" cy="4676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474208" y="3166555"/>
            <a:ext cx="458770" cy="45877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270258" y="3382942"/>
            <a:ext cx="352045" cy="3520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-86601" y="2581479"/>
            <a:ext cx="1360441" cy="1909234"/>
          </a:xfrm>
          <a:custGeom>
            <a:avLst/>
            <a:gdLst/>
            <a:ahLst/>
            <a:cxnLst/>
            <a:rect l="l" t="t" r="r" b="b"/>
            <a:pathLst>
              <a:path w="1360441" h="1909234">
                <a:moveTo>
                  <a:pt x="405824" y="0"/>
                </a:moveTo>
                <a:cubicBezTo>
                  <a:pt x="933044" y="0"/>
                  <a:pt x="1360441" y="427397"/>
                  <a:pt x="1360441" y="954617"/>
                </a:cubicBezTo>
                <a:cubicBezTo>
                  <a:pt x="1360441" y="1481837"/>
                  <a:pt x="933044" y="1909234"/>
                  <a:pt x="405824" y="1909234"/>
                </a:cubicBezTo>
                <a:cubicBezTo>
                  <a:pt x="260527" y="1909234"/>
                  <a:pt x="122812" y="1876773"/>
                  <a:pt x="0" y="1817719"/>
                </a:cubicBezTo>
                <a:lnTo>
                  <a:pt x="0" y="91515"/>
                </a:lnTo>
                <a:cubicBezTo>
                  <a:pt x="122812" y="32461"/>
                  <a:pt x="260527" y="0"/>
                  <a:pt x="405824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64" name="Oval 63"/>
          <p:cNvSpPr>
            <a:spLocks noChangeAspect="1"/>
          </p:cNvSpPr>
          <p:nvPr/>
        </p:nvSpPr>
        <p:spPr>
          <a:xfrm>
            <a:off x="6173123" y="2395416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-900000">
            <a:off x="71210" y="1098544"/>
            <a:ext cx="8622725" cy="1606102"/>
          </a:xfrm>
        </p:spPr>
        <p:txBody>
          <a:bodyPr>
            <a:noAutofit/>
          </a:bodyPr>
          <a:lstStyle/>
          <a:p>
            <a:pPr algn="ctr"/>
            <a:r>
              <a:rPr lang="en-GB" sz="5400" dirty="0"/>
              <a:t>Factorising Bingo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3931452"/>
            <a:ext cx="6368752" cy="1296144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80000"/>
              </a:lnSpc>
            </a:pPr>
            <a:r>
              <a:rPr lang="en-GB" sz="2800" dirty="0"/>
              <a:t>Aim:  3 in a row</a:t>
            </a:r>
          </a:p>
          <a:p>
            <a:pPr algn="l">
              <a:lnSpc>
                <a:spcPct val="80000"/>
              </a:lnSpc>
            </a:pPr>
            <a:r>
              <a:rPr lang="en-GB" sz="2800" dirty="0"/>
              <a:t>Grid: 9 Grid</a:t>
            </a:r>
          </a:p>
          <a:p>
            <a:pPr algn="l">
              <a:lnSpc>
                <a:spcPct val="80000"/>
              </a:lnSpc>
            </a:pPr>
            <a:r>
              <a:rPr lang="en-GB" sz="2800" dirty="0"/>
              <a:t>Play: Calculate answer &amp; cross it off</a:t>
            </a:r>
            <a:endParaRPr lang="en-US" sz="2800" dirty="0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660232" y="3140968"/>
            <a:ext cx="2016125" cy="2016125"/>
            <a:chOff x="3424" y="1752"/>
            <a:chExt cx="1270" cy="127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424" y="1752"/>
              <a:ext cx="1270" cy="127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3878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4286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424" y="2205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424" y="2614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0585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7125113" cy="924475"/>
          </a:xfrm>
        </p:spPr>
        <p:txBody>
          <a:bodyPr/>
          <a:lstStyle/>
          <a:p>
            <a:r>
              <a:rPr lang="en-GB" dirty="0"/>
              <a:t>Choose 9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3603588"/>
                  </p:ext>
                </p:extLst>
              </p:nvPr>
            </p:nvGraphicFramePr>
            <p:xfrm>
              <a:off x="539552" y="1556792"/>
              <a:ext cx="8208910" cy="47897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6417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22489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−3)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−4)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3(2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3490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  <a:effectLst/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7(2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−3)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(5+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4(2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459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3(4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2(2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−5)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(6−5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3(3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+5)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537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(4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+5)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(5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4(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2400" b="0" i="1" baseline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GB" sz="2400" b="0" baseline="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(9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sz="2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 anchorCtr="1">
                        <a:solidFill>
                          <a:schemeClr val="tx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3603588"/>
                  </p:ext>
                </p:extLst>
              </p:nvPr>
            </p:nvGraphicFramePr>
            <p:xfrm>
              <a:off x="539552" y="1556792"/>
              <a:ext cx="8208910" cy="4789764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6417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17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2248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70" t="-498" r="-40074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100743" t="-498" r="-302230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000" t="-498" r="-20111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01115" t="-498" r="-101859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99630" t="-498" r="-1481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349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70" t="-108021" r="-400741" b="-214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100743" t="-108021" r="-302230" b="-214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000" t="-108021" r="-201111" b="-214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01115" t="-108021" r="-101859" b="-214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99630" t="-108021" r="-1481" b="-214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45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70" t="-200515" r="-400741" b="-106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100743" t="-200515" r="-302230" b="-106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000" t="-200515" r="-201111" b="-106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01115" t="-200515" r="-101859" b="-1067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99630" t="-200515" r="-1481" b="-1067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53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70" t="-284390" r="-400741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100743" t="-284390" r="-302230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200000" t="-284390" r="-201111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01115" t="-284390" r="-101859" b="-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99630" t="-284390" r="-1481" b="-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396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1640" y="2060848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𝑟𝑡</m:t>
                      </m:r>
                    </m:oMath>
                  </m:oMathPara>
                </a14:m>
                <a:endParaRPr lang="en-GB" sz="115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1640" y="2060848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41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115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7272808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𝑎𝑑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7272808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+15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79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5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𝑟𝑦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𝑟𝑓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115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115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115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500" i="1" baseline="30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−21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6400800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624" y="2132856"/>
                <a:ext cx="7344816" cy="3048001"/>
              </a:xfrm>
            </p:spPr>
            <p:txBody>
              <a:bodyPr anchor="ctr" anchorCtr="0">
                <a:noAutofit/>
              </a:bodyPr>
              <a:lstStyle/>
              <a:p>
                <a:pPr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𝑔h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150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9600" baseline="30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24" y="2132856"/>
                <a:ext cx="7344816" cy="30480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393705"/>
      </p:ext>
    </p:extLst>
  </p:cSld>
  <p:clrMapOvr>
    <a:masterClrMapping/>
  </p:clrMapOvr>
</p:sld>
</file>

<file path=ppt/theme/theme1.xml><?xml version="1.0" encoding="utf-8"?>
<a:theme xmlns:a="http://schemas.openxmlformats.org/drawingml/2006/main" name="Summer">
  <a:themeElements>
    <a:clrScheme name="Summer">
      <a:dk1>
        <a:sysClr val="windowText" lastClr="000000"/>
      </a:dk1>
      <a:lt1>
        <a:sysClr val="window" lastClr="FFFFFF"/>
      </a:lt1>
      <a:dk2>
        <a:srgbClr val="E89117"/>
      </a:dk2>
      <a:lt2>
        <a:srgbClr val="FEDD78"/>
      </a:lt2>
      <a:accent1>
        <a:srgbClr val="A1B633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Summer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ummer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2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30000"/>
                <a:lumMod val="10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TC101972873[[fn=Summer]]</Template>
  <TotalTime>96</TotalTime>
  <Words>273</Words>
  <Application>Microsoft Office PowerPoint</Application>
  <PresentationFormat>On-screen Show (4:3)</PresentationFormat>
  <Paragraphs>88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Courier New</vt:lpstr>
      <vt:lpstr>Trebuchet MS</vt:lpstr>
      <vt:lpstr>Verdana</vt:lpstr>
      <vt:lpstr>Wingdings 2</vt:lpstr>
      <vt:lpstr>Summer</vt:lpstr>
      <vt:lpstr>Factorising Bingo</vt:lpstr>
      <vt:lpstr>Choose 9 expressions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Negative and Fractional Indices bingo</dc:title>
  <dc:creator>CLEA RODGERS</dc:creator>
  <cp:lastModifiedBy>D'SOUZA Jillian [Baldivis Secondary College]</cp:lastModifiedBy>
  <cp:revision>16</cp:revision>
  <dcterms:created xsi:type="dcterms:W3CDTF">2011-03-06T18:14:49Z</dcterms:created>
  <dcterms:modified xsi:type="dcterms:W3CDTF">2018-03-11T12:10:03Z</dcterms:modified>
</cp:coreProperties>
</file>