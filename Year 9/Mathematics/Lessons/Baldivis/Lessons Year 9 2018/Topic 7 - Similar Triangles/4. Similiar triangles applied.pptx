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77" r:id="rId3"/>
    <p:sldId id="272" r:id="rId4"/>
    <p:sldId id="261" r:id="rId5"/>
    <p:sldId id="278" r:id="rId6"/>
    <p:sldId id="279" r:id="rId7"/>
    <p:sldId id="280" r:id="rId8"/>
    <p:sldId id="281" r:id="rId9"/>
    <p:sldId id="282" r:id="rId10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91" autoAdjust="0"/>
    <p:restoredTop sz="94660"/>
  </p:normalViewPr>
  <p:slideViewPr>
    <p:cSldViewPr snapToGrid="0">
      <p:cViewPr varScale="1">
        <p:scale>
          <a:sx n="82" d="100"/>
          <a:sy n="82" d="100"/>
        </p:scale>
        <p:origin x="4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FDDF-AC33-48E9-8A5D-98AF07B56FA6}" type="datetimeFigureOut">
              <a:rPr lang="en-AU" smtClean="0"/>
              <a:t>20/06/2018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DA40-49E6-42E1-BCBD-F8F6408B39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1734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FDDF-AC33-48E9-8A5D-98AF07B56FA6}" type="datetimeFigureOut">
              <a:rPr lang="en-AU" smtClean="0"/>
              <a:t>20/06/2018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DA40-49E6-42E1-BCBD-F8F6408B39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8345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FDDF-AC33-48E9-8A5D-98AF07B56FA6}" type="datetimeFigureOut">
              <a:rPr lang="en-AU" smtClean="0"/>
              <a:t>20/06/2018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DA40-49E6-42E1-BCBD-F8F6408B39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8380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FDDF-AC33-48E9-8A5D-98AF07B56FA6}" type="datetimeFigureOut">
              <a:rPr lang="en-AU" smtClean="0"/>
              <a:t>20/06/2018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DA40-49E6-42E1-BCBD-F8F6408B39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3606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FDDF-AC33-48E9-8A5D-98AF07B56FA6}" type="datetimeFigureOut">
              <a:rPr lang="en-AU" smtClean="0"/>
              <a:t>20/06/2018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DA40-49E6-42E1-BCBD-F8F6408B39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8966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FDDF-AC33-48E9-8A5D-98AF07B56FA6}" type="datetimeFigureOut">
              <a:rPr lang="en-AU" smtClean="0"/>
              <a:t>20/06/2018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DA40-49E6-42E1-BCBD-F8F6408B39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6227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FDDF-AC33-48E9-8A5D-98AF07B56FA6}" type="datetimeFigureOut">
              <a:rPr lang="en-AU" smtClean="0"/>
              <a:t>20/06/2018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DA40-49E6-42E1-BCBD-F8F6408B39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2625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FDDF-AC33-48E9-8A5D-98AF07B56FA6}" type="datetimeFigureOut">
              <a:rPr lang="en-AU" smtClean="0"/>
              <a:t>20/06/2018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DA40-49E6-42E1-BCBD-F8F6408B39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0548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FDDF-AC33-48E9-8A5D-98AF07B56FA6}" type="datetimeFigureOut">
              <a:rPr lang="en-AU" smtClean="0"/>
              <a:t>20/06/2018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DA40-49E6-42E1-BCBD-F8F6408B39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1416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FDDF-AC33-48E9-8A5D-98AF07B56FA6}" type="datetimeFigureOut">
              <a:rPr lang="en-AU" smtClean="0"/>
              <a:t>20/06/2018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DA40-49E6-42E1-BCBD-F8F6408B39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6620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FDDF-AC33-48E9-8A5D-98AF07B56FA6}" type="datetimeFigureOut">
              <a:rPr lang="en-AU" smtClean="0"/>
              <a:t>20/06/2018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DA40-49E6-42E1-BCBD-F8F6408B39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8891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3FDDF-AC33-48E9-8A5D-98AF07B56FA6}" type="datetimeFigureOut">
              <a:rPr lang="en-AU" smtClean="0"/>
              <a:t>20/06/2018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ADA40-49E6-42E1-BCBD-F8F6408B39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0637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958BD-6979-4362-ACD0-8033CD1DBA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284" y="138133"/>
            <a:ext cx="7813431" cy="1989667"/>
          </a:xfrm>
        </p:spPr>
        <p:txBody>
          <a:bodyPr/>
          <a:lstStyle/>
          <a:p>
            <a:r>
              <a:rPr lang="en-AU" dirty="0"/>
              <a:t>Solving similar triangle problems.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70B040-B420-4E48-B75C-88B34CE147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5769" y="2127800"/>
            <a:ext cx="6858000" cy="667625"/>
          </a:xfrm>
        </p:spPr>
        <p:txBody>
          <a:bodyPr/>
          <a:lstStyle/>
          <a:p>
            <a:r>
              <a:rPr lang="en-AU" dirty="0"/>
              <a:t>L.O. Use the concept of similar triangles to solve mathematical problems.</a:t>
            </a:r>
          </a:p>
        </p:txBody>
      </p:sp>
    </p:spTree>
    <p:extLst>
      <p:ext uri="{BB962C8B-B14F-4D97-AF65-F5344CB8AC3E}">
        <p14:creationId xmlns:p14="http://schemas.microsoft.com/office/powerpoint/2010/main" val="1664788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1790F6-0262-4E7E-9726-958BF5CF8696}"/>
              </a:ext>
            </a:extLst>
          </p:cNvPr>
          <p:cNvSpPr txBox="1"/>
          <p:nvPr/>
        </p:nvSpPr>
        <p:spPr>
          <a:xfrm>
            <a:off x="539262" y="293078"/>
            <a:ext cx="8299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From last lesson;</a:t>
            </a:r>
          </a:p>
          <a:p>
            <a:r>
              <a:rPr lang="en-AU" dirty="0"/>
              <a:t>	can you write a proof that shows why we know these 2 triangles are similar?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68B806-27C1-4148-9709-136433953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25" y="939409"/>
            <a:ext cx="539115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928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348EB-5A31-4403-94C5-343BCDC97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516344"/>
          </a:xfrm>
        </p:spPr>
        <p:txBody>
          <a:bodyPr>
            <a:normAutofit fontScale="90000"/>
          </a:bodyPr>
          <a:lstStyle/>
          <a:p>
            <a:r>
              <a:rPr lang="en-AU" dirty="0"/>
              <a:t>Similarity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397250-E1B7-4852-9E6F-0F1158273BEF}"/>
              </a:ext>
            </a:extLst>
          </p:cNvPr>
          <p:cNvSpPr/>
          <p:nvPr/>
        </p:nvSpPr>
        <p:spPr>
          <a:xfrm>
            <a:off x="967989" y="1177264"/>
            <a:ext cx="720802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Similar triangles are triangles having the same </a:t>
            </a:r>
            <a:r>
              <a:rPr lang="en-AU" i="1" dirty="0"/>
              <a:t>shape </a:t>
            </a:r>
            <a:r>
              <a:rPr lang="en-AU" dirty="0"/>
              <a:t>but different </a:t>
            </a:r>
            <a:r>
              <a:rPr lang="en-AU" i="1" dirty="0"/>
              <a:t>size.</a:t>
            </a:r>
          </a:p>
          <a:p>
            <a:endParaRPr lang="en-AU" i="1" dirty="0"/>
          </a:p>
          <a:p>
            <a:r>
              <a:rPr lang="en-AU" i="1" dirty="0"/>
              <a:t>When we try and solve problems with similar triangles it is important to remember.;</a:t>
            </a:r>
          </a:p>
          <a:p>
            <a:r>
              <a:rPr lang="en-AU" i="1" dirty="0"/>
              <a:t>	1.  All three sets of angles are the same on both triangles.</a:t>
            </a:r>
          </a:p>
          <a:p>
            <a:r>
              <a:rPr lang="en-AU" dirty="0"/>
              <a:t>	2.  All three sets of sides have the same scale factor.</a:t>
            </a:r>
          </a:p>
        </p:txBody>
      </p:sp>
    </p:spTree>
    <p:extLst>
      <p:ext uri="{BB962C8B-B14F-4D97-AF65-F5344CB8AC3E}">
        <p14:creationId xmlns:p14="http://schemas.microsoft.com/office/powerpoint/2010/main" val="3661033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73202D-7731-4E0B-BFD5-83FBCD396E2E}"/>
              </a:ext>
            </a:extLst>
          </p:cNvPr>
          <p:cNvCxnSpPr/>
          <p:nvPr/>
        </p:nvCxnSpPr>
        <p:spPr>
          <a:xfrm>
            <a:off x="0" y="74626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061F7B-CB80-494E-945D-4F45A3B117C0}"/>
              </a:ext>
            </a:extLst>
          </p:cNvPr>
          <p:cNvCxnSpPr/>
          <p:nvPr/>
        </p:nvCxnSpPr>
        <p:spPr>
          <a:xfrm>
            <a:off x="0" y="125840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A98E95-C4FC-4B23-B9BE-FC619FBBDCA6}"/>
              </a:ext>
            </a:extLst>
          </p:cNvPr>
          <p:cNvCxnSpPr>
            <a:cxnSpLocks/>
          </p:cNvCxnSpPr>
          <p:nvPr/>
        </p:nvCxnSpPr>
        <p:spPr>
          <a:xfrm>
            <a:off x="1659850" y="1308878"/>
            <a:ext cx="0" cy="442090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9EEBF07-6530-478C-9A7D-EC278755BF3C}"/>
              </a:ext>
            </a:extLst>
          </p:cNvPr>
          <p:cNvSpPr txBox="1"/>
          <p:nvPr/>
        </p:nvSpPr>
        <p:spPr>
          <a:xfrm>
            <a:off x="971600" y="242210"/>
            <a:ext cx="11135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Proofs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191581-EF2B-4C02-A348-19AC4CF6FBDD}"/>
              </a:ext>
            </a:extLst>
          </p:cNvPr>
          <p:cNvSpPr txBox="1"/>
          <p:nvPr/>
        </p:nvSpPr>
        <p:spPr>
          <a:xfrm>
            <a:off x="107860" y="79674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solve problems using similarity?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B4BE5-35A1-4E77-97A2-D8DF35FCE108}"/>
              </a:ext>
            </a:extLst>
          </p:cNvPr>
          <p:cNvSpPr txBox="1"/>
          <p:nvPr/>
        </p:nvSpPr>
        <p:spPr>
          <a:xfrm>
            <a:off x="1768586" y="1406770"/>
            <a:ext cx="59920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1. Read  the question carefully.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4EAF4B-B569-4FC1-9B99-75E23572A01D}"/>
              </a:ext>
            </a:extLst>
          </p:cNvPr>
          <p:cNvSpPr txBox="1"/>
          <p:nvPr/>
        </p:nvSpPr>
        <p:spPr>
          <a:xfrm>
            <a:off x="1768586" y="2518354"/>
            <a:ext cx="5992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2. Draw a picture</a:t>
            </a:r>
          </a:p>
          <a:p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B69C9A-1C91-4B42-ACB0-CE4838EA1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643" y="1770901"/>
            <a:ext cx="4885957" cy="5062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2FFD9B-241C-41AA-B1EC-4E093BF60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253" y="2238047"/>
            <a:ext cx="1913494" cy="2671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FA51E8-4A64-4E7C-AB69-C5579BC2A3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992" y="2567745"/>
            <a:ext cx="2640853" cy="138136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62D26A-79D2-4F25-9851-3DC7F495F512}"/>
              </a:ext>
            </a:extLst>
          </p:cNvPr>
          <p:cNvSpPr txBox="1"/>
          <p:nvPr/>
        </p:nvSpPr>
        <p:spPr>
          <a:xfrm>
            <a:off x="1796576" y="3114776"/>
            <a:ext cx="36496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3. Write all known angle sizes and lengths onto the triangle</a:t>
            </a:r>
          </a:p>
          <a:p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1B1DFD-951D-493E-931A-36BA18CEE6BE}"/>
              </a:ext>
            </a:extLst>
          </p:cNvPr>
          <p:cNvSpPr txBox="1"/>
          <p:nvPr/>
        </p:nvSpPr>
        <p:spPr>
          <a:xfrm>
            <a:off x="1796577" y="3917710"/>
            <a:ext cx="599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4. Find corresponding sides to find the scale factor.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49A67C5-B571-49BD-B203-EDD9B6ED8B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7292" y="2788406"/>
            <a:ext cx="506051" cy="71460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53E0710-BF14-46EF-8633-0C205D65B1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3735" y="3564677"/>
            <a:ext cx="1175664" cy="38443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349194F-D30C-4CFC-82B6-B7020EE22A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142" y="3564677"/>
            <a:ext cx="1175664" cy="38443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78A9E0E-AEE0-45AE-AC40-430293705C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4842" y="4222350"/>
            <a:ext cx="2222304" cy="52953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4EA72F6-4469-495B-9AC3-F92E035A8B27}"/>
              </a:ext>
            </a:extLst>
          </p:cNvPr>
          <p:cNvSpPr txBox="1"/>
          <p:nvPr/>
        </p:nvSpPr>
        <p:spPr>
          <a:xfrm>
            <a:off x="1885817" y="4704523"/>
            <a:ext cx="599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4. Use your scale factor to find any missing sides 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6D450DE-13B9-4931-9C02-D213527B16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8013" y="4989404"/>
            <a:ext cx="2159587" cy="6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91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5" grpId="0"/>
      <p:bldP spid="16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6E9C23-4FF7-4E66-8908-60E1D4CF7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67" y="568624"/>
            <a:ext cx="3905250" cy="876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FDA00E-957E-4709-AA32-23BC6DF98820}"/>
              </a:ext>
            </a:extLst>
          </p:cNvPr>
          <p:cNvSpPr txBox="1"/>
          <p:nvPr/>
        </p:nvSpPr>
        <p:spPr>
          <a:xfrm>
            <a:off x="234462" y="199292"/>
            <a:ext cx="3317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do.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66EF2B-D350-44D5-9223-BEFAF7DD1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67" y="1814256"/>
            <a:ext cx="263842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667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242D04-DEC1-4C71-97CB-602445525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64" y="654660"/>
            <a:ext cx="3781425" cy="7715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EFB902-AB66-4BFF-8A72-F88F15AA830B}"/>
              </a:ext>
            </a:extLst>
          </p:cNvPr>
          <p:cNvSpPr txBox="1"/>
          <p:nvPr/>
        </p:nvSpPr>
        <p:spPr>
          <a:xfrm>
            <a:off x="234462" y="199292"/>
            <a:ext cx="3317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do.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3F146E-FF01-4323-9B40-83061FECE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979" y="1750768"/>
            <a:ext cx="1800225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649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197B07-A6D6-41C1-AC0B-0FE861F77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92" y="898174"/>
            <a:ext cx="8393723" cy="17800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64C321-ED76-4DDF-82BF-40BC2218C31D}"/>
              </a:ext>
            </a:extLst>
          </p:cNvPr>
          <p:cNvSpPr txBox="1"/>
          <p:nvPr/>
        </p:nvSpPr>
        <p:spPr>
          <a:xfrm>
            <a:off x="222738" y="187569"/>
            <a:ext cx="2016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Your turn</a:t>
            </a:r>
          </a:p>
        </p:txBody>
      </p:sp>
    </p:spTree>
    <p:extLst>
      <p:ext uri="{BB962C8B-B14F-4D97-AF65-F5344CB8AC3E}">
        <p14:creationId xmlns:p14="http://schemas.microsoft.com/office/powerpoint/2010/main" val="3262784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4A77E3-8174-43DD-9A94-0E9AE7A470E4}"/>
              </a:ext>
            </a:extLst>
          </p:cNvPr>
          <p:cNvSpPr txBox="1"/>
          <p:nvPr/>
        </p:nvSpPr>
        <p:spPr>
          <a:xfrm>
            <a:off x="433755" y="93784"/>
            <a:ext cx="7338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Complete questions 6 – 11 from ex 7H, 433  </a:t>
            </a:r>
            <a:r>
              <a:rPr lang="en-AU" dirty="0" err="1"/>
              <a:t>Yr</a:t>
            </a:r>
            <a:r>
              <a:rPr lang="en-AU" dirty="0"/>
              <a:t> 9 Essentials book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F83FC4-1E20-4C12-831D-FE66CE925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54" y="463116"/>
            <a:ext cx="8866891" cy="338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202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B420DC-F0B3-4A18-9A4A-BF04BFE79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83" y="0"/>
            <a:ext cx="8671034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98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2451</TotalTime>
  <Words>137</Words>
  <Application>Microsoft Office PowerPoint</Application>
  <PresentationFormat>On-screen Show (16:10)</PresentationFormat>
  <Paragraphs>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Solving similar triangle problems.</vt:lpstr>
      <vt:lpstr>PowerPoint Presentation</vt:lpstr>
      <vt:lpstr>Similarity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Geometric Proofs</dc:title>
  <dc:creator>WILSON James [Baldivis Secondary College]</dc:creator>
  <cp:lastModifiedBy>WILSON James [Baldivis Secondary College]</cp:lastModifiedBy>
  <cp:revision>37</cp:revision>
  <dcterms:created xsi:type="dcterms:W3CDTF">2018-03-05T06:28:48Z</dcterms:created>
  <dcterms:modified xsi:type="dcterms:W3CDTF">2018-06-20T13:57:43Z</dcterms:modified>
</cp:coreProperties>
</file>