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0853E-B1C8-454A-831F-288A648A3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133E1-415D-42A7-A67B-324CBDCA0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73BDE-ACF3-468A-BD44-CDD91336D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25D5-4A50-4BA2-BE3E-75AC047297DB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5815-D17B-497E-A774-473A38BDD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00DA8-C635-4962-ABC7-FB51D25EB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64F8-50BA-4651-B3BB-395A5321D9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90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76F50-AE5B-4A49-8D0A-39243EB71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4B81F-216F-4C7D-B5FE-CAFC8CF43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46BF6-ED73-44D9-919B-774A09D25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25D5-4A50-4BA2-BE3E-75AC047297DB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2033C-A70D-479D-83E8-3C094A311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E088A-8FBA-4F4A-981B-7C960F698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64F8-50BA-4651-B3BB-395A5321D9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649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2909-0AA0-484C-9718-04101C9CC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1FAB3-9FDA-48EA-8EA3-0CD097C4E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834CB-E85E-40D0-8D28-A305DBCBF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25D5-4A50-4BA2-BE3E-75AC047297DB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AD74A-976E-4D0B-8829-A5CDCBA95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37311-93AA-4F72-B296-4243DE2B4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64F8-50BA-4651-B3BB-395A5321D9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9673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B068-9AC3-4D08-8A59-7070FD636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ADC6E-208A-492A-A849-8EA3524A9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C373C-3F1F-444A-A83C-8B6DF701B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00D3B-E563-4A63-A2D7-5550A4351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25D5-4A50-4BA2-BE3E-75AC047297DB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D49DB-4986-4CE6-BFD7-22B8267D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3B8D3-03D0-4D24-83ED-168CFA45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64F8-50BA-4651-B3BB-395A5321D9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7941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C59F-B52D-47DF-9FC3-B88B645E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B207C-411F-46C4-89A4-BAA443990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434FE-69CD-47DB-BE02-9E16B7EEE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6B785-D392-4142-B469-74D37A432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FB831D-3E65-4A57-910E-3C84A4F37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36AED1-AD3D-48ED-A6FE-21392D08D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25D5-4A50-4BA2-BE3E-75AC047297DB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778C32-B9B7-43CC-8A19-D8E8D5C5B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43F7B3-45C4-408B-AE83-F3ADFD56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64F8-50BA-4651-B3BB-395A5321D9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7078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C9E1-AF96-4594-97D9-BFD8B37BC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8877F4-C30D-4E47-B64D-5B44EBE45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25D5-4A50-4BA2-BE3E-75AC047297DB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453EA-8B87-4923-9D3F-2A0A73A7C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2FD9C-6EE5-4113-A447-5D6AE0699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64F8-50BA-4651-B3BB-395A5321D9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1991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9BB442-F692-4449-943F-35C2E3B3B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25D5-4A50-4BA2-BE3E-75AC047297DB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C34BFF-D977-4377-8F5D-1ADBDCFCF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E130D-D76F-4830-B0BF-AD158040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64F8-50BA-4651-B3BB-395A5321D9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9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F2A69-BD79-4757-87B9-A7541689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40E62-31D7-4CB4-B851-EEBCAB47E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08B23-D1A3-49B4-9729-CF6D0DCA8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E0952-4F7B-4551-B038-04C2FE050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25D5-4A50-4BA2-BE3E-75AC047297DB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9C1C2-C235-43C4-A230-1D26EC50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11FD4-BE02-4C58-8851-974D3C41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64F8-50BA-4651-B3BB-395A5321D9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1649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EAC9-9E7D-4808-A214-108FFAE58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98BCA4-E9BF-4E50-ABF0-3783B799CF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5EC76F-E2C4-424F-A4B9-1A440508D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F37D2-76FE-4552-9F9F-84A5D75DB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25D5-4A50-4BA2-BE3E-75AC047297DB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8587C-E5CF-4EFF-95EB-A0AB7D0D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2D56E-968A-4524-8C2A-7904129A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64F8-50BA-4651-B3BB-395A5321D9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2341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584B6-2BC1-46B7-9606-67189D1F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FCB1F-AF2D-4CA8-A62A-23632C91C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F833A-7650-45CC-A81D-C1F0EBC50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25D5-4A50-4BA2-BE3E-75AC047297DB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041DB-DC55-4BDB-B4D1-4A51ADFF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08866-96E8-4CB0-BEAB-D3D795AC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64F8-50BA-4651-B3BB-395A5321D9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6375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63741F-06FE-42D6-9AFD-B2EC87406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FFAA6-3C00-456C-B22B-D2C1EB121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9379C-8CFC-47C3-A193-85BAC15AC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25D5-4A50-4BA2-BE3E-75AC047297DB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75A11-136B-4958-94F2-7529C4721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50042-117A-45CC-93A2-E7853A7A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64F8-50BA-4651-B3BB-395A5321D9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1703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5D58B0-58D9-448D-B1E4-509F6AF70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B8C77-1A93-4360-8D45-841E77D19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2204-0879-4C78-B88F-9B43EC6032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C25D5-4A50-4BA2-BE3E-75AC047297DB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DF661-1C99-4379-B6F2-A7CD23858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0FE9D-F64D-4E3F-B31D-6244CBECE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A64F8-50BA-4651-B3BB-395A5321D9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999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9AE206-7EBA-4D33-8BC9-9D8158553F0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8E38ED-369A-44C2-B635-0BED0E48A6E8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00392" y="4525347"/>
            <a:ext cx="0" cy="173736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672F332-AF08-46C6-94F0-77684310D7B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5001" y="2466604"/>
            <a:ext cx="962395" cy="9623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244EF8-D73A-40E1-BE73-D46E6B4B04E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5829" y="2327988"/>
            <a:ext cx="293695" cy="293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37D937-A7F1-4011-92B4-328E5BE1B16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567" y="620480"/>
            <a:ext cx="2243800" cy="22437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84D7E8-4ECB-42D7-ADBF-01689B0F24A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2113" y="0"/>
            <a:ext cx="5699887" cy="4059244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928AF7-4044-4564-83F5-51B7914F5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4525347"/>
            <a:ext cx="6801321" cy="1737360"/>
          </a:xfrm>
        </p:spPr>
        <p:txBody>
          <a:bodyPr anchor="ctr">
            <a:normAutofit/>
          </a:bodyPr>
          <a:lstStyle/>
          <a:p>
            <a:pPr algn="r"/>
            <a:r>
              <a:rPr lang="en-AU" dirty="0"/>
              <a:t>Mini Murder Mystery 16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3A89B-D823-4C16-88DA-4D2716048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1258" y="4525347"/>
            <a:ext cx="3258675" cy="1737360"/>
          </a:xfrm>
        </p:spPr>
        <p:txBody>
          <a:bodyPr anchor="ctr">
            <a:normAutofit/>
          </a:bodyPr>
          <a:lstStyle/>
          <a:p>
            <a:pPr algn="l"/>
            <a:r>
              <a:rPr lang="en-AU" dirty="0"/>
              <a:t>Probability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07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4F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28CA4F4E-CBA8-43A8-BD9E-8667C2520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396" t="30167" r="59906" b="34955"/>
          <a:stretch/>
        </p:blipFill>
        <p:spPr>
          <a:xfrm>
            <a:off x="2147887" y="632418"/>
            <a:ext cx="7896225" cy="559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8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4F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7D68C8-FC46-47C3-9D2F-85EAC64846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56" t="65417" r="60078" b="9222"/>
          <a:stretch/>
        </p:blipFill>
        <p:spPr>
          <a:xfrm>
            <a:off x="1311948" y="922974"/>
            <a:ext cx="10041852" cy="525398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BB014-0683-4165-9CEF-203863754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8598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4F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8C0204-079B-4613-9E1A-95C9C3F203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062" t="19444" r="28281" b="59028"/>
          <a:stretch/>
        </p:blipFill>
        <p:spPr>
          <a:xfrm>
            <a:off x="1305478" y="1111568"/>
            <a:ext cx="9360690" cy="409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3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4F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3E832B-D177-418B-8E0D-85A39B51A6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297" t="40972" r="27969" b="21111"/>
          <a:stretch/>
        </p:blipFill>
        <p:spPr>
          <a:xfrm>
            <a:off x="2324100" y="528356"/>
            <a:ext cx="7543800" cy="580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47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4F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6CEA2A-B70B-47FB-8830-49CFB55F77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453" t="79028" r="28360" b="10417"/>
          <a:stretch/>
        </p:blipFill>
        <p:spPr>
          <a:xfrm>
            <a:off x="1778172" y="2381251"/>
            <a:ext cx="8635656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060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Mini Murder Mystery 16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Murder Mystery 16</dc:title>
  <dc:creator>E4092707</dc:creator>
  <cp:lastModifiedBy>E4092707</cp:lastModifiedBy>
  <cp:revision>1</cp:revision>
  <dcterms:created xsi:type="dcterms:W3CDTF">2018-04-29T10:14:01Z</dcterms:created>
  <dcterms:modified xsi:type="dcterms:W3CDTF">2018-04-29T10:19:13Z</dcterms:modified>
</cp:coreProperties>
</file>