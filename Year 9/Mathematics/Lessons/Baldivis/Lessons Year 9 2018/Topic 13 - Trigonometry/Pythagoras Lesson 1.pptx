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14" r:id="rId2"/>
  </p:sldMasterIdLst>
  <p:notesMasterIdLst>
    <p:notesMasterId r:id="rId13"/>
  </p:notesMasterIdLst>
  <p:sldIdLst>
    <p:sldId id="257" r:id="rId3"/>
    <p:sldId id="335" r:id="rId4"/>
    <p:sldId id="333" r:id="rId5"/>
    <p:sldId id="267" r:id="rId6"/>
    <p:sldId id="332" r:id="rId7"/>
    <p:sldId id="334" r:id="rId8"/>
    <p:sldId id="260" r:id="rId9"/>
    <p:sldId id="336" r:id="rId10"/>
    <p:sldId id="33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5"/>
            <p14:sldId id="333"/>
            <p14:sldId id="267"/>
            <p14:sldId id="332"/>
            <p14:sldId id="334"/>
            <p14:sldId id="260"/>
            <p14:sldId id="336"/>
            <p14:sldId id="337"/>
            <p14:sldId id="3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5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63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99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6073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99009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6087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602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41384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1255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20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67457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02007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09539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2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77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Pythagoras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Finding the Hypotenuse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Mathematics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Pythagoras Theorem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https://</a:t>
            </a:r>
            <a:r>
              <a:rPr lang="en-AU" dirty="0" err="1"/>
              <a:t>www.youtube.com</a:t>
            </a:r>
            <a:r>
              <a:rPr lang="en-AU" dirty="0"/>
              <a:t>/</a:t>
            </a:r>
            <a:r>
              <a:rPr lang="en-AU" dirty="0" err="1"/>
              <a:t>watch?v</a:t>
            </a:r>
            <a:r>
              <a:rPr lang="en-AU" dirty="0"/>
              <a:t>=WqhlG3Vakw8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279" y="2787574"/>
            <a:ext cx="6645442" cy="343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5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/10/2018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=""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The square </a:t>
            </a:r>
            <a:r>
              <a:rPr lang="en-AU" sz="2000" dirty="0" smtClean="0"/>
              <a:t>of the </a:t>
            </a:r>
            <a:r>
              <a:rPr lang="en-AU" sz="2000" dirty="0"/>
              <a:t>hypotenuse is equal to the sum of the squares </a:t>
            </a:r>
            <a:r>
              <a:rPr lang="en-AU" sz="2000" dirty="0" smtClean="0"/>
              <a:t>of </a:t>
            </a:r>
            <a:r>
              <a:rPr lang="en-AU" sz="2000" dirty="0"/>
              <a:t>the other two sides</a:t>
            </a:r>
          </a:p>
          <a:p>
            <a:pPr algn="ctr"/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460" y="5738794"/>
            <a:ext cx="2438400" cy="942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003" y="2917087"/>
            <a:ext cx="2701315" cy="2677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ECB6FF2-0137-44B3-9E6D-379740192DDE}"/>
              </a:ext>
            </a:extLst>
          </p:cNvPr>
          <p:cNvSpPr txBox="1"/>
          <p:nvPr/>
        </p:nvSpPr>
        <p:spPr>
          <a:xfrm>
            <a:off x="7154110" y="2890266"/>
            <a:ext cx="3696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hypotenuse is the longest side of a right-angled triangle.</a:t>
            </a:r>
          </a:p>
          <a:p>
            <a:endParaRPr lang="en-AU" dirty="0"/>
          </a:p>
          <a:p>
            <a:r>
              <a:rPr lang="en-AU" dirty="0"/>
              <a:t>It is opposite the right angle.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A484BA58-6A46-44EF-9DCB-C36CC072C4F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27913" y="3490431"/>
            <a:ext cx="2726197" cy="682558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10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/2018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=""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The square on the hypotenuse is equal to the sum of the squares on the other two sides</a:t>
            </a:r>
          </a:p>
          <a:p>
            <a:pPr algn="ctr"/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9054BB3-9BA4-4BAD-8B48-67FAFEAA4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903" y="3313556"/>
            <a:ext cx="3791928" cy="2937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460" y="5738794"/>
            <a:ext cx="2438400" cy="942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003" y="2917087"/>
            <a:ext cx="2701315" cy="2677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ECB6FF2-0137-44B3-9E6D-379740192DDE}"/>
              </a:ext>
            </a:extLst>
          </p:cNvPr>
          <p:cNvSpPr txBox="1"/>
          <p:nvPr/>
        </p:nvSpPr>
        <p:spPr>
          <a:xfrm>
            <a:off x="7192903" y="2632364"/>
            <a:ext cx="280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10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/2018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=""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Worked Example:</a:t>
            </a:r>
          </a:p>
          <a:p>
            <a:r>
              <a:rPr lang="en-AU" sz="2000" dirty="0"/>
              <a:t>Find the length of the hypotenuse in this right-angled triangle.</a:t>
            </a:r>
          </a:p>
          <a:p>
            <a:pPr algn="ctr"/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419CB8EA-C260-4345-9676-8B6B8CDD7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261" y="2370012"/>
            <a:ext cx="9966288" cy="24397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7675FF2D-7024-4599-BC57-F9CBC690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44" y="2787229"/>
            <a:ext cx="1564735" cy="375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7DE35CEB-F94C-48B5-A64F-F9E68EF7D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20" y="3195627"/>
            <a:ext cx="1759093" cy="3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4C51ABA2-0489-4B8F-B5DE-6227B4FB5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44" y="3481169"/>
            <a:ext cx="1610474" cy="3440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01A4BF0B-BC6B-41DF-B39F-64E05A8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705" y="3890326"/>
            <a:ext cx="1610474" cy="3440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5BE1A33E-C67A-4EE4-8926-7E51782AF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911" y="4310003"/>
            <a:ext cx="1610474" cy="3440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BAC56DF5-40B7-4AFA-A2E6-10A8775A703A}"/>
              </a:ext>
            </a:extLst>
          </p:cNvPr>
          <p:cNvSpPr txBox="1"/>
          <p:nvPr/>
        </p:nvSpPr>
        <p:spPr>
          <a:xfrm>
            <a:off x="99391" y="2186609"/>
            <a:ext cx="17667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find the length of the hypotenuse?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985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7F5A147-F502-4888-AB78-93CDB093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side is the hypotenuse?</a:t>
            </a:r>
          </a:p>
          <a:p>
            <a:r>
              <a:rPr lang="en-AU" dirty="0"/>
              <a:t>Determine the length of the hypotenuse.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="" xmlns:a16="http://schemas.microsoft.com/office/drawing/2014/main" id="{220A2D32-70E8-48DB-BAE5-983F2D5F293A}"/>
              </a:ext>
            </a:extLst>
          </p:cNvPr>
          <p:cNvSpPr/>
          <p:nvPr/>
        </p:nvSpPr>
        <p:spPr>
          <a:xfrm rot="9517399">
            <a:off x="999807" y="4282763"/>
            <a:ext cx="5194852" cy="2703444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A2D0148A-6AF7-482F-86FF-0952D2C96725}"/>
              </a:ext>
            </a:extLst>
          </p:cNvPr>
          <p:cNvSpPr/>
          <p:nvPr/>
        </p:nvSpPr>
        <p:spPr>
          <a:xfrm rot="20356816">
            <a:off x="5095460" y="3507356"/>
            <a:ext cx="516835" cy="4041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D513036-2295-4CBD-B9C2-51761330097E}"/>
              </a:ext>
            </a:extLst>
          </p:cNvPr>
          <p:cNvSpPr txBox="1"/>
          <p:nvPr/>
        </p:nvSpPr>
        <p:spPr>
          <a:xfrm>
            <a:off x="2266121" y="3837290"/>
            <a:ext cx="147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 = 12cm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C02EC5E-BC19-4D88-8CFD-E014CB73F749}"/>
              </a:ext>
            </a:extLst>
          </p:cNvPr>
          <p:cNvSpPr txBox="1"/>
          <p:nvPr/>
        </p:nvSpPr>
        <p:spPr>
          <a:xfrm>
            <a:off x="6029739" y="4258845"/>
            <a:ext cx="110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 = 5cm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F00282A-1D36-4E71-859B-8AEFE4AFD4B2}"/>
              </a:ext>
            </a:extLst>
          </p:cNvPr>
          <p:cNvSpPr txBox="1"/>
          <p:nvPr/>
        </p:nvSpPr>
        <p:spPr>
          <a:xfrm>
            <a:off x="3259302" y="563765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9B2C21F-CE3E-4D1E-B974-65386641B2E6}"/>
              </a:ext>
            </a:extLst>
          </p:cNvPr>
          <p:cNvSpPr txBox="1"/>
          <p:nvPr/>
        </p:nvSpPr>
        <p:spPr>
          <a:xfrm>
            <a:off x="7248274" y="2913960"/>
            <a:ext cx="4604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Answers</a:t>
            </a:r>
          </a:p>
          <a:p>
            <a:endParaRPr lang="en-AU" sz="2000" dirty="0"/>
          </a:p>
          <a:p>
            <a:r>
              <a:rPr lang="en-AU" sz="2000" dirty="0"/>
              <a:t>The hypotenuse is side f.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7248275" y="4113314"/>
                <a:ext cx="4604331" cy="2721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=144+25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69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169</m:t>
                          </m:r>
                        </m:e>
                      </m:rad>
                    </m:oMath>
                  </m:oMathPara>
                </a14:m>
                <a:endParaRPr lang="en-A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400" dirty="0"/>
                  <a:t> cm</a:t>
                </a:r>
                <a:endParaRPr lang="en-AU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275" y="4113314"/>
                <a:ext cx="4604331" cy="2721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79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the shorter side of a right-angled triangle?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AFBFE7D7-8A50-4A05-8C38-FF705CA38858}"/>
                  </a:ext>
                </a:extLst>
              </p:cNvPr>
              <p:cNvSpPr txBox="1"/>
              <p:nvPr/>
            </p:nvSpPr>
            <p:spPr>
              <a:xfrm>
                <a:off x="2107475" y="1387755"/>
                <a:ext cx="8691495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Pythagoras Theorem is about right angles triangles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                                                 </a:t>
                </a:r>
              </a:p>
              <a:p>
                <a:r>
                  <a:rPr lang="en-AU" dirty="0"/>
                  <a:t>                                 </a:t>
                </a:r>
              </a:p>
              <a:p>
                <a:endParaRPr lang="en-AU" dirty="0"/>
              </a:p>
              <a:p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FBFE7D7-8A50-4A05-8C38-FF705CA38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475" y="1387755"/>
                <a:ext cx="8691495" cy="2616101"/>
              </a:xfrm>
              <a:prstGeom prst="rect">
                <a:avLst/>
              </a:prstGeom>
              <a:blipFill>
                <a:blip r:embed="rId3"/>
                <a:stretch>
                  <a:fillRect l="-772" t="-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ight Triangle 23">
            <a:extLst>
              <a:ext uri="{FF2B5EF4-FFF2-40B4-BE49-F238E27FC236}">
                <a16:creationId xmlns:a16="http://schemas.microsoft.com/office/drawing/2014/main" xmlns="" id="{FCC68339-3BFF-4BE6-A9A2-3788DD076167}"/>
              </a:ext>
            </a:extLst>
          </p:cNvPr>
          <p:cNvSpPr/>
          <p:nvPr/>
        </p:nvSpPr>
        <p:spPr>
          <a:xfrm>
            <a:off x="4710953" y="1866168"/>
            <a:ext cx="2938534" cy="11236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5" name="Group 4">
            <a:extLst>
              <a:ext uri="{FF2B5EF4-FFF2-40B4-BE49-F238E27FC236}">
                <a16:creationId xmlns:a16="http://schemas.microsoft.com/office/drawing/2014/main" xmlns="" id="{6EF103EF-61FA-409D-911E-4D1B509315C4}"/>
              </a:ext>
            </a:extLst>
          </p:cNvPr>
          <p:cNvGrpSpPr>
            <a:grpSpLocks/>
          </p:cNvGrpSpPr>
          <p:nvPr/>
        </p:nvGrpSpPr>
        <p:grpSpPr bwMode="auto">
          <a:xfrm>
            <a:off x="4710953" y="2767535"/>
            <a:ext cx="324000" cy="222307"/>
            <a:chOff x="1680" y="3120"/>
            <a:chExt cx="240" cy="240"/>
          </a:xfrm>
        </p:grpSpPr>
        <p:sp>
          <p:nvSpPr>
            <p:cNvPr id="26" name="Line 5">
              <a:extLst>
                <a:ext uri="{FF2B5EF4-FFF2-40B4-BE49-F238E27FC236}">
                  <a16:creationId xmlns:a16="http://schemas.microsoft.com/office/drawing/2014/main" xmlns="" id="{45050F84-951C-4B1D-BDAD-9B1C1D77B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xmlns="" id="{6500B82F-E5E5-4A23-A918-D02A389B1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40F2956-21F7-4187-920D-0667F34C6028}"/>
              </a:ext>
            </a:extLst>
          </p:cNvPr>
          <p:cNvSpPr txBox="1"/>
          <p:nvPr/>
        </p:nvSpPr>
        <p:spPr>
          <a:xfrm flipH="1">
            <a:off x="5753790" y="2989842"/>
            <a:ext cx="179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 – Side 1</a:t>
            </a:r>
            <a:endParaRPr lang="en-A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9E3E46F-5C4A-4B56-8886-CF1DB4F85FE0}"/>
              </a:ext>
            </a:extLst>
          </p:cNvPr>
          <p:cNvSpPr txBox="1"/>
          <p:nvPr/>
        </p:nvSpPr>
        <p:spPr>
          <a:xfrm flipH="1">
            <a:off x="3404937" y="2243339"/>
            <a:ext cx="121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Side 2- A</a:t>
            </a:r>
            <a:endParaRPr lang="en-A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373ADDE-4AC2-4835-A6EA-94824C86A17D}"/>
              </a:ext>
            </a:extLst>
          </p:cNvPr>
          <p:cNvSpPr txBox="1"/>
          <p:nvPr/>
        </p:nvSpPr>
        <p:spPr>
          <a:xfrm flipH="1">
            <a:off x="5826926" y="1956293"/>
            <a:ext cx="222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 - Hypotenuse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36CE336C-6C5A-4563-B7DA-C9DDEBE6AC98}"/>
                  </a:ext>
                </a:extLst>
              </p:cNvPr>
              <p:cNvSpPr txBox="1"/>
              <p:nvPr/>
            </p:nvSpPr>
            <p:spPr>
              <a:xfrm>
                <a:off x="3052181" y="3876312"/>
                <a:ext cx="727091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Therefore to find the shorter </a:t>
                </a:r>
                <a:r>
                  <a:rPr lang="en-AU" dirty="0" smtClean="0"/>
                  <a:t>sides, we take the known side from the the hypotenuse.</a:t>
                </a:r>
                <a:endParaRPr lang="en-AU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             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6CE336C-6C5A-4563-B7DA-C9DDEBE6A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181" y="3876312"/>
                <a:ext cx="7270913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755" t="-3046" b="-36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7AF369D4-DCF8-46B9-B684-F7E01EF26755}"/>
                  </a:ext>
                </a:extLst>
              </p:cNvPr>
              <p:cNvSpPr txBox="1"/>
              <p:nvPr/>
            </p:nvSpPr>
            <p:spPr>
              <a:xfrm>
                <a:off x="3208591" y="5929233"/>
                <a:ext cx="2768380" cy="405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AF369D4-DCF8-46B9-B684-F7E01EF26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591" y="5929233"/>
                <a:ext cx="2768380" cy="405496"/>
              </a:xfrm>
              <a:prstGeom prst="rect">
                <a:avLst/>
              </a:prstGeom>
              <a:blipFill rotWithShape="0">
                <a:blip r:embed="rId5"/>
                <a:stretch>
                  <a:fillRect t="-80303" b="-1121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AC10B2D7-C3B5-4700-8ABA-F0C87926ADA3}"/>
                  </a:ext>
                </a:extLst>
              </p:cNvPr>
              <p:cNvSpPr txBox="1"/>
              <p:nvPr/>
            </p:nvSpPr>
            <p:spPr>
              <a:xfrm>
                <a:off x="6300084" y="5958119"/>
                <a:ext cx="1445011" cy="34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C10B2D7-C3B5-4700-8ABA-F0C87926A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84" y="5958119"/>
                <a:ext cx="1445011" cy="345416"/>
              </a:xfrm>
              <a:prstGeom prst="rect">
                <a:avLst/>
              </a:prstGeom>
              <a:blipFill rotWithShape="0">
                <a:blip r:embed="rId6"/>
                <a:stretch>
                  <a:fillRect l="-3782" t="-96491" r="-840" b="-142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7C01326C-33D6-4A2A-A376-DE6C17D02383}"/>
                  </a:ext>
                </a:extLst>
              </p:cNvPr>
              <p:cNvSpPr txBox="1"/>
              <p:nvPr/>
            </p:nvSpPr>
            <p:spPr>
              <a:xfrm>
                <a:off x="8347280" y="5960428"/>
                <a:ext cx="1446743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C01326C-33D6-4A2A-A376-DE6C17D02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280" y="5960428"/>
                <a:ext cx="1446743" cy="343107"/>
              </a:xfrm>
              <a:prstGeom prst="rect">
                <a:avLst/>
              </a:prstGeom>
              <a:blipFill rotWithShape="0">
                <a:blip r:embed="rId7"/>
                <a:stretch>
                  <a:fillRect l="-1681" t="-98214" r="-840" b="-1446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048939" y="5281863"/>
            <a:ext cx="7880685" cy="64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Remembering our algebra skills, to remove the square on the left, we square root the right hand side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674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the shorter side of a right-angled triangle?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xmlns="" id="{EC0149A5-3E55-4EF3-8BDD-49D6987110FB}"/>
              </a:ext>
            </a:extLst>
          </p:cNvPr>
          <p:cNvSpPr/>
          <p:nvPr/>
        </p:nvSpPr>
        <p:spPr>
          <a:xfrm rot="7484576">
            <a:off x="2794480" y="2695455"/>
            <a:ext cx="2664296" cy="1584176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xmlns="" id="{6B4415F8-031B-4491-ADCE-74A7E874AD14}"/>
                  </a:ext>
                </a:extLst>
              </p:cNvPr>
              <p:cNvSpPr txBox="1"/>
              <p:nvPr/>
            </p:nvSpPr>
            <p:spPr>
              <a:xfrm>
                <a:off x="4218583" y="3512923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0.4 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B4415F8-031B-4491-ADCE-74A7E874A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583" y="3512923"/>
                <a:ext cx="840743" cy="276999"/>
              </a:xfrm>
              <a:prstGeom prst="rect">
                <a:avLst/>
              </a:prstGeom>
              <a:blipFill>
                <a:blip r:embed="rId3"/>
                <a:stretch>
                  <a:fillRect l="-5797" r="-362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="" id="{849CF766-0F5B-4067-A0F3-47B84AAEC18F}"/>
                  </a:ext>
                </a:extLst>
              </p:cNvPr>
              <p:cNvSpPr txBox="1"/>
              <p:nvPr/>
            </p:nvSpPr>
            <p:spPr>
              <a:xfrm>
                <a:off x="4883199" y="2062980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.6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9CF766-0F5B-4067-A0F3-47B84AAEC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199" y="2062980"/>
                <a:ext cx="712503" cy="276999"/>
              </a:xfrm>
              <a:prstGeom prst="rect">
                <a:avLst/>
              </a:prstGeom>
              <a:blipFill>
                <a:blip r:embed="rId4"/>
                <a:stretch>
                  <a:fillRect l="-6838" r="-4274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7A76E6A3-1F19-4A8B-BB28-CAAAC98166E6}"/>
                  </a:ext>
                </a:extLst>
              </p:cNvPr>
              <p:cNvSpPr txBox="1"/>
              <p:nvPr/>
            </p:nvSpPr>
            <p:spPr>
              <a:xfrm>
                <a:off x="3354487" y="2523068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76E6A3-1F19-4A8B-BB28-CAAAC9816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487" y="2523068"/>
                <a:ext cx="183320" cy="276999"/>
              </a:xfrm>
              <a:prstGeom prst="rect">
                <a:avLst/>
              </a:prstGeom>
              <a:blipFill>
                <a:blip r:embed="rId5"/>
                <a:stretch>
                  <a:fillRect l="-20000" r="-13333"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722973AB-6E59-4399-A5EF-8FD99F3DD2BA}"/>
                  </a:ext>
                </a:extLst>
              </p:cNvPr>
              <p:cNvSpPr txBox="1"/>
              <p:nvPr/>
            </p:nvSpPr>
            <p:spPr>
              <a:xfrm>
                <a:off x="6876606" y="1775118"/>
                <a:ext cx="257795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20.4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9.6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 </m:t>
                    </m:r>
                    <m:r>
                      <a:rPr lang="en-AU" b="0" i="1" smtClean="0">
                        <a:latin typeface="Cambria Math"/>
                      </a:rPr>
                      <m:t>=416.16−92.16 </m:t>
                    </m:r>
                  </m:oMath>
                </a14:m>
                <a:endParaRPr lang="en-AU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=324         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22973AB-6E59-4399-A5EF-8FD99F3DD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606" y="1775118"/>
                <a:ext cx="2577950" cy="1200329"/>
              </a:xfrm>
              <a:prstGeom prst="rect">
                <a:avLst/>
              </a:prstGeom>
              <a:blipFill>
                <a:blip r:embed="rId6"/>
                <a:stretch>
                  <a:fillRect r="-9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F76F8A32-6DE8-4539-9A8A-B30C1245D17A}"/>
                  </a:ext>
                </a:extLst>
              </p:cNvPr>
              <p:cNvSpPr txBox="1"/>
              <p:nvPr/>
            </p:nvSpPr>
            <p:spPr>
              <a:xfrm>
                <a:off x="7117604" y="2975447"/>
                <a:ext cx="1305101" cy="678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324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=18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6F8A32-6DE8-4539-9A8A-B30C1245D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604" y="2975447"/>
                <a:ext cx="1305101" cy="678968"/>
              </a:xfrm>
              <a:prstGeom prst="rect">
                <a:avLst/>
              </a:prstGeom>
              <a:blipFill>
                <a:blip r:embed="rId7"/>
                <a:stretch>
                  <a:fillRect r="-4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4">
            <a:extLst>
              <a:ext uri="{FF2B5EF4-FFF2-40B4-BE49-F238E27FC236}">
                <a16:creationId xmlns:a16="http://schemas.microsoft.com/office/drawing/2014/main" xmlns="" id="{662CB7C9-AF15-4287-8BEA-478DD6E252B3}"/>
              </a:ext>
            </a:extLst>
          </p:cNvPr>
          <p:cNvGrpSpPr>
            <a:grpSpLocks/>
          </p:cNvGrpSpPr>
          <p:nvPr/>
        </p:nvGrpSpPr>
        <p:grpSpPr bwMode="auto">
          <a:xfrm rot="2013339" flipV="1">
            <a:off x="4110639" y="2017256"/>
            <a:ext cx="322796" cy="293250"/>
            <a:chOff x="1680" y="3120"/>
            <a:chExt cx="240" cy="240"/>
          </a:xfrm>
        </p:grpSpPr>
        <p:sp>
          <p:nvSpPr>
            <p:cNvPr id="41" name="Line 5">
              <a:extLst>
                <a:ext uri="{FF2B5EF4-FFF2-40B4-BE49-F238E27FC236}">
                  <a16:creationId xmlns:a16="http://schemas.microsoft.com/office/drawing/2014/main" xmlns="" id="{B04EA6FC-48EE-4958-8528-FE1E32618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42" name="Line 6">
              <a:extLst>
                <a:ext uri="{FF2B5EF4-FFF2-40B4-BE49-F238E27FC236}">
                  <a16:creationId xmlns:a16="http://schemas.microsoft.com/office/drawing/2014/main" xmlns="" id="{F62D536F-AC6C-4F67-82F6-5EF4835E7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7E23117-3407-4DE4-83E3-E3F4946156E0}"/>
              </a:ext>
            </a:extLst>
          </p:cNvPr>
          <p:cNvSpPr txBox="1"/>
          <p:nvPr/>
        </p:nvSpPr>
        <p:spPr>
          <a:xfrm>
            <a:off x="3359382" y="4088114"/>
            <a:ext cx="153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hypotenuse</a:t>
            </a:r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932250D0-D888-4458-8971-7636360FE05A}"/>
              </a:ext>
            </a:extLst>
          </p:cNvPr>
          <p:cNvCxnSpPr>
            <a:cxnSpLocks/>
            <a:endCxn id="22" idx="5"/>
          </p:cNvCxnSpPr>
          <p:nvPr/>
        </p:nvCxnSpPr>
        <p:spPr>
          <a:xfrm flipH="1" flipV="1">
            <a:off x="4126628" y="3487543"/>
            <a:ext cx="64363" cy="7076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5141AC1-56F8-483E-8D6A-0AE371647AE8}"/>
              </a:ext>
            </a:extLst>
          </p:cNvPr>
          <p:cNvSpPr txBox="1"/>
          <p:nvPr/>
        </p:nvSpPr>
        <p:spPr>
          <a:xfrm>
            <a:off x="2324191" y="1902195"/>
            <a:ext cx="153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shorter side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97DEC7D5-2C9C-4506-A66A-F416014D6AB6}"/>
              </a:ext>
            </a:extLst>
          </p:cNvPr>
          <p:cNvCxnSpPr>
            <a:endCxn id="22" idx="3"/>
          </p:cNvCxnSpPr>
          <p:nvPr/>
        </p:nvCxnSpPr>
        <p:spPr>
          <a:xfrm>
            <a:off x="2859578" y="2253093"/>
            <a:ext cx="616178" cy="783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6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F5A147-F502-4888-AB78-93CDB093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Determine the length of the unknown side of this right-angled triangle.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xmlns="" id="{220A2D32-70E8-48DB-BAE5-983F2D5F293A}"/>
              </a:ext>
            </a:extLst>
          </p:cNvPr>
          <p:cNvSpPr/>
          <p:nvPr/>
        </p:nvSpPr>
        <p:spPr>
          <a:xfrm rot="9517399">
            <a:off x="999807" y="4282763"/>
            <a:ext cx="5194852" cy="2703444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2D0148A-6AF7-482F-86FF-0952D2C96725}"/>
              </a:ext>
            </a:extLst>
          </p:cNvPr>
          <p:cNvSpPr/>
          <p:nvPr/>
        </p:nvSpPr>
        <p:spPr>
          <a:xfrm rot="20356816">
            <a:off x="5095460" y="3507356"/>
            <a:ext cx="516835" cy="4041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D513036-2295-4CBD-B9C2-51761330097E}"/>
              </a:ext>
            </a:extLst>
          </p:cNvPr>
          <p:cNvSpPr txBox="1"/>
          <p:nvPr/>
        </p:nvSpPr>
        <p:spPr>
          <a:xfrm>
            <a:off x="2266121" y="3837290"/>
            <a:ext cx="147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 = 8 m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C02EC5E-BC19-4D88-8CFD-E014CB73F749}"/>
              </a:ext>
            </a:extLst>
          </p:cNvPr>
          <p:cNvSpPr txBox="1"/>
          <p:nvPr/>
        </p:nvSpPr>
        <p:spPr>
          <a:xfrm>
            <a:off x="6029739" y="4258845"/>
            <a:ext cx="110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 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F00282A-1D36-4E71-859B-8AEFE4AFD4B2}"/>
              </a:ext>
            </a:extLst>
          </p:cNvPr>
          <p:cNvSpPr txBox="1"/>
          <p:nvPr/>
        </p:nvSpPr>
        <p:spPr>
          <a:xfrm>
            <a:off x="3165092" y="5724295"/>
            <a:ext cx="142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 = 10 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7070937" y="2788819"/>
                <a:ext cx="4604331" cy="2777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=100−64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A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AU" sz="2400" dirty="0"/>
                  <a:t> cm</a:t>
                </a:r>
                <a:endParaRPr lang="en-AU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37" y="2788819"/>
                <a:ext cx="4604331" cy="2777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27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6496</TotalTime>
  <Words>337</Words>
  <Application>Microsoft Macintosh PowerPoint</Application>
  <PresentationFormat>Widescreen</PresentationFormat>
  <Paragraphs>105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Calibri</vt:lpstr>
      <vt:lpstr>Calibri Light</vt:lpstr>
      <vt:lpstr>Cambria Math</vt:lpstr>
      <vt:lpstr>Century Gothic</vt:lpstr>
      <vt:lpstr>DJB Fancy Nancy</vt:lpstr>
      <vt:lpstr>Kiwi School Handwriting</vt:lpstr>
      <vt:lpstr>Arial</vt:lpstr>
      <vt:lpstr>BSC Theme</vt:lpstr>
      <vt:lpstr>Office Theme</vt:lpstr>
      <vt:lpstr>Pythagoras Finding the Hypotenuse</vt:lpstr>
      <vt:lpstr>Pythagoras Theorem</vt:lpstr>
      <vt:lpstr>PowerPoint Presentation</vt:lpstr>
      <vt:lpstr>PowerPoint Presentation</vt:lpstr>
      <vt:lpstr>PowerPoint Presentation</vt:lpstr>
      <vt:lpstr>We Do</vt:lpstr>
      <vt:lpstr>PowerPoint Presentation</vt:lpstr>
      <vt:lpstr>PowerPoint Presentation</vt:lpstr>
      <vt:lpstr>PowerPoint Presentation</vt:lpstr>
      <vt:lpstr>We Do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POWER Travis [Baldivis Secondary College]</cp:lastModifiedBy>
  <cp:revision>44</cp:revision>
  <dcterms:created xsi:type="dcterms:W3CDTF">2017-10-15T23:31:24Z</dcterms:created>
  <dcterms:modified xsi:type="dcterms:W3CDTF">2018-10-07T10:22:11Z</dcterms:modified>
</cp:coreProperties>
</file>