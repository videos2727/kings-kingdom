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 varScale="1">
        <p:scale>
          <a:sx n="105" d="100"/>
          <a:sy n="105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450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66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40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049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4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8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2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77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1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58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2690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95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59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227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17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2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7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1E3F7E5-E39D-3F4F-9F18-848F1B8FC9C4}" type="datetimeFigureOut">
              <a:rPr lang="en-AU" smtClean="0"/>
              <a:t>8/10/2018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0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Sine Ratio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I find missing side lengths using Sine Ratio?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4982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1892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 smtClean="0"/>
              <a:t>Sine Ratio</a:t>
            </a:r>
            <a:endParaRPr lang="en-AU" sz="3200" dirty="0"/>
          </a:p>
        </p:txBody>
      </p:sp>
      <p:sp>
        <p:nvSpPr>
          <p:cNvPr id="6" name="Right Triangle 5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 rot="16200000">
            <a:off x="-104703" y="32031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701688" y="4973217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smtClean="0"/>
              <a:t>ϴ</a:t>
            </a:r>
            <a:endParaRPr lang="en-GB" sz="4400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mtClean="0"/>
              <a:t>EQ: How do I find missing side lengths using Sine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327392" y="1926336"/>
            <a:ext cx="4401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Sine Ratio is used when you have the Hypotenuse and Opposite sides on a right angle triangle. </a:t>
            </a:r>
          </a:p>
          <a:p>
            <a:endParaRPr lang="en-AU" dirty="0"/>
          </a:p>
          <a:p>
            <a:r>
              <a:rPr lang="en-AU" dirty="0" smtClean="0"/>
              <a:t>Remember- the hypotenuse is the longest side on the triangle, and is always opposite from the right angle.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Sine of any angle (</a:t>
                </a:r>
                <a:r>
                  <a:rPr lang="el-GR" dirty="0" smtClean="0"/>
                  <a:t>ϴ</a:t>
                </a:r>
                <a:r>
                  <a:rPr lang="en-AU" dirty="0" smtClean="0"/>
                  <a:t>) always is equal to Opposite divided by Hypotenuse</a:t>
                </a:r>
              </a:p>
              <a:p>
                <a:endParaRPr lang="en-AU" dirty="0"/>
              </a:p>
              <a:p>
                <a:r>
                  <a:rPr lang="en-AU" dirty="0" smtClean="0"/>
                  <a:t>-&gt; Sin(</a:t>
                </a:r>
                <a:r>
                  <a:rPr lang="el-GR" dirty="0" smtClean="0"/>
                  <a:t>ϴ</a:t>
                </a:r>
                <a:r>
                  <a:rPr lang="en-AU" baseline="30000" dirty="0" smtClean="0"/>
                  <a:t>o</a:t>
                </a:r>
                <a:r>
                  <a:rPr lang="en-GB" dirty="0" smtClean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GB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blipFill rotWithShape="0">
                <a:blip r:embed="rId2"/>
                <a:stretch>
                  <a:fillRect l="-1159" t="-18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65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 smtClean="0"/>
              <a:t>Sin- Variable above the number</a:t>
            </a:r>
            <a:endParaRPr lang="en-AU" dirty="0"/>
          </a:p>
        </p:txBody>
      </p:sp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 rot="16200000">
            <a:off x="451187" y="3203142"/>
            <a:ext cx="960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Y m</a:t>
            </a:r>
            <a:endParaRPr lang="en-GB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/>
              <a:t>40</a:t>
            </a:r>
            <a:r>
              <a:rPr lang="en-AU" sz="4400" baseline="30000" dirty="0" smtClean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3459804" y="2592279"/>
            <a:ext cx="1114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12m</a:t>
            </a:r>
            <a:endParaRPr lang="en-GB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1" y="1914144"/>
            <a:ext cx="4584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1- </a:t>
            </a:r>
            <a:r>
              <a:rPr lang="en-AU" dirty="0" smtClean="0">
                <a:solidFill>
                  <a:srgbClr val="FF0000"/>
                </a:solidFill>
              </a:rPr>
              <a:t>Label</a:t>
            </a:r>
            <a:r>
              <a:rPr lang="en-AU" dirty="0" smtClean="0"/>
              <a:t> the sides</a:t>
            </a:r>
          </a:p>
          <a:p>
            <a:r>
              <a:rPr lang="en-AU" dirty="0" smtClean="0"/>
              <a:t>2- Write the equation as </a:t>
            </a:r>
            <a:r>
              <a:rPr lang="en-AU" b="1" dirty="0" smtClean="0"/>
              <a:t>Sin(40) = y/12 </a:t>
            </a:r>
            <a:r>
              <a:rPr lang="en-AU" dirty="0" smtClean="0"/>
              <a:t>– </a:t>
            </a:r>
            <a:r>
              <a:rPr lang="en-AU" i="1" dirty="0"/>
              <a:t>y</a:t>
            </a:r>
            <a:r>
              <a:rPr lang="en-AU" i="1" dirty="0" smtClean="0"/>
              <a:t> is the opposite length and 12 is the hypotenuse length. </a:t>
            </a:r>
          </a:p>
          <a:p>
            <a:r>
              <a:rPr lang="en-AU" dirty="0" smtClean="0"/>
              <a:t>3- Because the 12 is below the y, we multiply both side by 12 to isolate y. </a:t>
            </a:r>
          </a:p>
          <a:p>
            <a:r>
              <a:rPr lang="en-AU" dirty="0" smtClean="0"/>
              <a:t>4- Write the new equation as </a:t>
            </a:r>
            <a:r>
              <a:rPr lang="en-AU" b="1" dirty="0" smtClean="0"/>
              <a:t>12xSin(40) = y</a:t>
            </a:r>
          </a:p>
          <a:p>
            <a:r>
              <a:rPr lang="en-AU" dirty="0" smtClean="0"/>
              <a:t>5- Use your calculator to solve 12xsin(40)</a:t>
            </a:r>
          </a:p>
          <a:p>
            <a:r>
              <a:rPr lang="en-AU" dirty="0" smtClean="0"/>
              <a:t>6- y = 7.7134</a:t>
            </a:r>
            <a:r>
              <a:rPr lang="is-IS" dirty="0" smtClean="0"/>
              <a:t>…*round to 2 dp* -&gt; 7.71m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Hypotenuse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235" y="4084320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Opposite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do I find missing side lengths using Sine Ratio?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340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 rot="16200000">
            <a:off x="316535" y="3203142"/>
            <a:ext cx="1229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10 m</a:t>
            </a:r>
            <a:endParaRPr lang="en-GB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/>
              <a:t>35</a:t>
            </a:r>
            <a:r>
              <a:rPr lang="en-AU" sz="4400" baseline="30000" dirty="0" smtClean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3541557" y="2592279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/>
              <a:t>Z m</a:t>
            </a:r>
            <a:endParaRPr lang="en-GB" sz="40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 smtClean="0"/>
              <a:t>Sin – Variable below the number</a:t>
            </a:r>
            <a:endParaRPr lang="en-AU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How do I find missing side lengths using Sine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Hypotenuse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235" y="4084320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Opposite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1" y="1914144"/>
            <a:ext cx="4584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1- </a:t>
            </a:r>
            <a:r>
              <a:rPr lang="en-AU" dirty="0" smtClean="0">
                <a:solidFill>
                  <a:srgbClr val="FF0000"/>
                </a:solidFill>
              </a:rPr>
              <a:t>Label</a:t>
            </a:r>
            <a:r>
              <a:rPr lang="en-AU" dirty="0" smtClean="0"/>
              <a:t> the sides</a:t>
            </a:r>
          </a:p>
          <a:p>
            <a:r>
              <a:rPr lang="en-AU" dirty="0" smtClean="0"/>
              <a:t>2- Write the equation as </a:t>
            </a:r>
            <a:r>
              <a:rPr lang="en-AU" b="1" dirty="0" smtClean="0"/>
              <a:t>Sin(35) = 10/z </a:t>
            </a:r>
            <a:r>
              <a:rPr lang="en-AU" dirty="0" smtClean="0"/>
              <a:t>– </a:t>
            </a:r>
            <a:r>
              <a:rPr lang="en-AU" i="1" dirty="0" smtClean="0"/>
              <a:t>z is the Hypotenuse length and 10 is the opposite length. </a:t>
            </a:r>
          </a:p>
          <a:p>
            <a:r>
              <a:rPr lang="en-AU" dirty="0" smtClean="0"/>
              <a:t>3- Because the z is below the 10, we swap the ratio with the variable.</a:t>
            </a:r>
          </a:p>
          <a:p>
            <a:r>
              <a:rPr lang="en-AU" dirty="0" smtClean="0"/>
              <a:t>4- Write the new equation as </a:t>
            </a:r>
            <a:r>
              <a:rPr lang="en-AU" b="1" dirty="0" smtClean="0"/>
              <a:t>10/Sin(35) = z</a:t>
            </a:r>
          </a:p>
          <a:p>
            <a:r>
              <a:rPr lang="en-AU" dirty="0" smtClean="0"/>
              <a:t>5- Use your calculator to solve 10/sin(35)</a:t>
            </a:r>
          </a:p>
          <a:p>
            <a:r>
              <a:rPr lang="en-AU" dirty="0" smtClean="0"/>
              <a:t>6- z = 17.4216</a:t>
            </a:r>
            <a:r>
              <a:rPr lang="is-IS" dirty="0" smtClean="0"/>
              <a:t>…*round to 2 dp* -&gt; 17.42m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7315201" y="4700574"/>
            <a:ext cx="4859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KEY NOTES: if Z is smaller than the number you used, you did something wrong – Z should be the biggest number because it is the hypotenuse.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101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Information: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When the number is below the variable – Multiply both sides by the Variable. [TIMES]</a:t>
            </a:r>
          </a:p>
          <a:p>
            <a:r>
              <a:rPr lang="en-AU" dirty="0" smtClean="0"/>
              <a:t>When the number is above the variable – Divide the number by (Ratio x </a:t>
            </a:r>
            <a:r>
              <a:rPr lang="en-AU" dirty="0"/>
              <a:t>A</a:t>
            </a:r>
            <a:r>
              <a:rPr lang="en-AU" dirty="0" smtClean="0"/>
              <a:t>ngle). </a:t>
            </a:r>
            <a:r>
              <a:rPr lang="en-AU" dirty="0"/>
              <a:t>[</a:t>
            </a:r>
            <a:r>
              <a:rPr lang="en-AU" dirty="0" smtClean="0"/>
              <a:t>SWAP]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57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Practise:</a:t>
            </a:r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573" y="1828567"/>
            <a:ext cx="9660854" cy="502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9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96484" y="2367092"/>
            <a:ext cx="2967228" cy="4637865"/>
          </a:xfrm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lang="en-AU" cap="none" dirty="0" smtClean="0"/>
              <a:t>sin(37)= t/ 70,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 70xsin(37) = t,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 </a:t>
            </a:r>
            <a:r>
              <a:rPr lang="en-AU" u="sng" cap="none" dirty="0" smtClean="0"/>
              <a:t>42.13cm = 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AU" u="sng" cap="none" dirty="0" smtClean="0"/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lphaLcPeriod" startAt="2"/>
              <a:tabLst/>
              <a:defRPr/>
            </a:pPr>
            <a:r>
              <a:rPr lang="en-AU" cap="none" dirty="0" smtClean="0"/>
              <a:t> sin(63)=b/58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 58x sin(63) 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 </a:t>
            </a:r>
            <a:r>
              <a:rPr lang="en-AU" u="sng" cap="none" dirty="0" smtClean="0"/>
              <a:t>51.68 = 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AU" u="sng" cap="none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c.    sin(21) = m/34.8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34.8 x sin(21) = 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AU" cap="none" dirty="0" smtClean="0"/>
              <a:t>      </a:t>
            </a:r>
            <a:r>
              <a:rPr lang="en-AU" u="sng" cap="none" dirty="0" smtClean="0"/>
              <a:t>12.47 = 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AU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442"/>
            <a:ext cx="5396484" cy="2809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76530" y="2367092"/>
            <a:ext cx="290169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AU" sz="2000" dirty="0"/>
              <a:t>d.   sin(38) = r/7.5</a:t>
            </a:r>
          </a:p>
          <a:p>
            <a:pPr lvl="0">
              <a:defRPr/>
            </a:pPr>
            <a:r>
              <a:rPr lang="en-AU" sz="2000" dirty="0"/>
              <a:t>      7.5 x sin(38) = r</a:t>
            </a:r>
          </a:p>
          <a:p>
            <a:pPr lvl="0">
              <a:defRPr/>
            </a:pPr>
            <a:r>
              <a:rPr lang="en-AU" sz="2000" dirty="0"/>
              <a:t>      </a:t>
            </a:r>
            <a:r>
              <a:rPr lang="en-AU" sz="2000" u="sng" dirty="0"/>
              <a:t>4.62 = r</a:t>
            </a:r>
          </a:p>
          <a:p>
            <a:endParaRPr lang="en-AU" sz="2000" dirty="0" smtClean="0"/>
          </a:p>
          <a:p>
            <a:r>
              <a:rPr lang="en-AU" sz="2000" dirty="0" smtClean="0"/>
              <a:t>e. Sin64 = u/41.9</a:t>
            </a:r>
          </a:p>
          <a:p>
            <a:r>
              <a:rPr lang="en-AU" sz="2000" dirty="0" smtClean="0"/>
              <a:t>    41.9 x sin64 = u</a:t>
            </a:r>
          </a:p>
          <a:p>
            <a:r>
              <a:rPr lang="en-AU" sz="2000" dirty="0" smtClean="0"/>
              <a:t>    </a:t>
            </a:r>
            <a:r>
              <a:rPr lang="en-AU" sz="2000" u="sng" dirty="0" smtClean="0"/>
              <a:t>37.66 = u</a:t>
            </a:r>
          </a:p>
          <a:p>
            <a:endParaRPr lang="en-AU" sz="2000" u="sng" dirty="0" smtClean="0"/>
          </a:p>
          <a:p>
            <a:r>
              <a:rPr lang="en-AU" sz="2000" dirty="0" smtClean="0"/>
              <a:t>f. Sin 48 = k/3.42</a:t>
            </a:r>
          </a:p>
          <a:p>
            <a:r>
              <a:rPr lang="en-AU" sz="2000" dirty="0" smtClean="0"/>
              <a:t>   3.42 x sin 48 = k</a:t>
            </a:r>
          </a:p>
          <a:p>
            <a:r>
              <a:rPr lang="en-AU" sz="2000" dirty="0" smtClean="0"/>
              <a:t>   </a:t>
            </a:r>
            <a:r>
              <a:rPr lang="en-AU" sz="2000" u="sng" dirty="0" smtClean="0"/>
              <a:t>2.54 = 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431343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54</TotalTime>
  <Words>464</Words>
  <Application>Microsoft Macintosh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Cambria Math</vt:lpstr>
      <vt:lpstr>Tw Cen MT</vt:lpstr>
      <vt:lpstr>Arial</vt:lpstr>
      <vt:lpstr>Droplet</vt:lpstr>
      <vt:lpstr>Sine Ratio</vt:lpstr>
      <vt:lpstr>PowerPoint Presentation</vt:lpstr>
      <vt:lpstr>Sin- Variable above the number</vt:lpstr>
      <vt:lpstr>Sin – Variable below the number</vt:lpstr>
      <vt:lpstr>Key Information:</vt:lpstr>
      <vt:lpstr>Practise:</vt:lpstr>
      <vt:lpstr>ANSWERS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Sine Ratio</dc:title>
  <dc:creator>POWER Travis [Baldivis Secondary College]</dc:creator>
  <cp:lastModifiedBy>POWER Travis [Baldivis Secondary College]</cp:lastModifiedBy>
  <cp:revision>8</cp:revision>
  <dcterms:created xsi:type="dcterms:W3CDTF">2018-10-07T10:33:48Z</dcterms:created>
  <dcterms:modified xsi:type="dcterms:W3CDTF">2018-10-08T00:09:16Z</dcterms:modified>
</cp:coreProperties>
</file>