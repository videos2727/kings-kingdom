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0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83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Where could I use this in a real world situation?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5A80-42F4-4BE9-8225-A59E9EF3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52069"/>
            <a:ext cx="3289510" cy="38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15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49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1- </a:t>
                </a:r>
                <a:r>
                  <a:rPr lang="en-AU" dirty="0">
                    <a:solidFill>
                      <a:srgbClr val="FF0000"/>
                    </a:solidFill>
                  </a:rPr>
                  <a:t>Label</a:t>
                </a:r>
                <a:r>
                  <a:rPr lang="en-AU" dirty="0"/>
                  <a:t> the sides and identify the triangle</a:t>
                </a:r>
              </a:p>
              <a:p>
                <a:endParaRPr lang="en-AU" dirty="0"/>
              </a:p>
              <a:p>
                <a:r>
                  <a:rPr lang="en-AU" dirty="0"/>
                  <a:t>2- Write the equation as Tan(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 </a:t>
                </a:r>
                <a:r>
                  <a:rPr lang="en-AU" b="1" dirty="0"/>
                  <a:t>Tan(49) = Y/15</a:t>
                </a:r>
              </a:p>
              <a:p>
                <a:endParaRPr lang="en-AU" i="1" dirty="0"/>
              </a:p>
              <a:p>
                <a:endParaRPr lang="en-AU" i="1" dirty="0"/>
              </a:p>
              <a:p>
                <a:r>
                  <a:rPr lang="en-AU" dirty="0"/>
                  <a:t>3- Because the 15 is below the y, we multiply. </a:t>
                </a:r>
              </a:p>
              <a:p>
                <a:r>
                  <a:rPr lang="en-AU" b="1" dirty="0"/>
                  <a:t>15 x Tan(49) =</a:t>
                </a:r>
              </a:p>
              <a:p>
                <a:endParaRPr lang="en-AU" b="1" dirty="0"/>
              </a:p>
              <a:p>
                <a:r>
                  <a:rPr lang="en-AU" dirty="0"/>
                  <a:t>4- Use your calculator to solve 15xTan(49)</a:t>
                </a:r>
              </a:p>
              <a:p>
                <a:r>
                  <a:rPr lang="en-AU" dirty="0"/>
                  <a:t> y = 14.5360</a:t>
                </a:r>
                <a:r>
                  <a:rPr lang="is-IS" dirty="0"/>
                  <a:t>…*round to 2 dp* -&gt; 14.54m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blipFill>
                <a:blip r:embed="rId2"/>
                <a:stretch>
                  <a:fillRect l="-1064" t="-8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4757" y="239495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1853" y="630136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Adjacent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551907" y="3471815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148750" y="2686447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15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848" y="622179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315201" y="1914144"/>
                <a:ext cx="4584192" cy="1911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1- </a:t>
                </a:r>
                <a:r>
                  <a:rPr lang="en-AU" dirty="0">
                    <a:solidFill>
                      <a:srgbClr val="FF0000"/>
                    </a:solidFill>
                  </a:rPr>
                  <a:t>Label</a:t>
                </a:r>
                <a:r>
                  <a:rPr lang="en-AU" dirty="0"/>
                  <a:t> the sides</a:t>
                </a:r>
              </a:p>
              <a:p>
                <a:endParaRPr lang="en-AU" dirty="0"/>
              </a:p>
              <a:p>
                <a:r>
                  <a:rPr lang="en-AU" dirty="0"/>
                  <a:t>2- 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 </a:t>
                </a:r>
                <a:endParaRPr lang="en-AU" i="1" dirty="0"/>
              </a:p>
              <a:p>
                <a:endParaRPr lang="en-AU" i="1" dirty="0"/>
              </a:p>
              <a:p>
                <a:endParaRPr lang="en-AU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1914144"/>
                <a:ext cx="4584192" cy="1911614"/>
              </a:xfrm>
              <a:prstGeom prst="rect">
                <a:avLst/>
              </a:prstGeom>
              <a:blipFill>
                <a:blip r:embed="rId2"/>
                <a:stretch>
                  <a:fillRect l="-1064" t="-15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19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1340438" y="2315031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32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1995" y="6265878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</p:spTree>
    <p:extLst>
      <p:ext uri="{BB962C8B-B14F-4D97-AF65-F5344CB8AC3E}">
        <p14:creationId xmlns:p14="http://schemas.microsoft.com/office/powerpoint/2010/main" val="314578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418347" y="584420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2588128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13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43412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4179117" y="2703659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59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87991" y="2777514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10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5012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situation??</a:t>
            </a:r>
          </a:p>
          <a:p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4483848" y="622179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 </a:t>
            </a:r>
            <a:endParaRPr lang="en-AU" i="1" dirty="0"/>
          </a:p>
          <a:p>
            <a:endParaRPr lang="en-AU" i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919160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72837" y="334781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39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5645970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13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51982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4148750" y="2560475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29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4027809" y="5698488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Mixed Ratio Problems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Where could I use this in a real world situation?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7686" y="5115361"/>
            <a:ext cx="176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Practise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i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49450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1F94-3013-4076-9378-61FA1AD0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mixed question worksheet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ABD34E-7C58-4495-B0D7-CC5BEECEA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206" t="21258" r="24900" b="8491"/>
          <a:stretch/>
        </p:blipFill>
        <p:spPr>
          <a:xfrm>
            <a:off x="2535395" y="1755113"/>
            <a:ext cx="6833688" cy="510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6414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133</TotalTime>
  <Words>265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Tw Cen MT</vt:lpstr>
      <vt:lpstr>Droplet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Mixed Ratio Problems </vt:lpstr>
      <vt:lpstr>Complete the mixed question worksheet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CRAIG Mason [Baldivis Secondary College]</cp:lastModifiedBy>
  <cp:revision>17</cp:revision>
  <dcterms:created xsi:type="dcterms:W3CDTF">2018-10-07T11:57:23Z</dcterms:created>
  <dcterms:modified xsi:type="dcterms:W3CDTF">2018-10-15T11:56:16Z</dcterms:modified>
</cp:coreProperties>
</file>