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66"/>
  </p:normalViewPr>
  <p:slideViewPr>
    <p:cSldViewPr snapToGrid="0" snapToObjects="1">
      <p:cViewPr varScale="1">
        <p:scale>
          <a:sx n="105" d="100"/>
          <a:sy n="105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EB639-7FA9-984F-A3BF-52CBBF76F396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06369-8B8D-254C-B3D4-D5C49C9464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36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12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6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2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296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76FE3-CA7B-449B-A89A-B0EE0C6B48E8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64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29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35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9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18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08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84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30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54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86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21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00104-5C0E-B542-A8C5-DDE0F18B45EB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24B3-244F-6341-90CD-6AE2E18008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989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Trigonometry – Labelling sides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</a:t>
            </a:r>
            <a:r>
              <a:rPr lang="en-AU" sz="2399" dirty="0" smtClean="0"/>
              <a:t>How do you work out the missing side length using Trig ratios?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00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985015"/>
            <a:ext cx="1847524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find missing sides and angles?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</a:t>
            </a:r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length using Trig ratios?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FD62A523-CB7D-4A84-A8EC-D0162CB346C6}"/>
              </a:ext>
            </a:extLst>
          </p:cNvPr>
          <p:cNvSpPr txBox="1">
            <a:spLocks/>
          </p:cNvSpPr>
          <p:nvPr/>
        </p:nvSpPr>
        <p:spPr>
          <a:xfrm>
            <a:off x="2026066" y="1738377"/>
            <a:ext cx="9998108" cy="33263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/>
              <a:t>We can use trigonometry to find missing angles and lengths of triangles.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Trigonometry uses three functions, these are called:</a:t>
            </a:r>
          </a:p>
          <a:p>
            <a:pPr lvl="1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Sine (shortened to Sin and pronounced “sign”)</a:t>
            </a:r>
          </a:p>
          <a:p>
            <a:pPr lvl="1"/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Cosine (shortened to Cos)</a:t>
            </a:r>
          </a:p>
          <a:p>
            <a:pPr lvl="1"/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Tangent (shortened to Tan)</a:t>
            </a:r>
          </a:p>
        </p:txBody>
      </p:sp>
    </p:spTree>
    <p:extLst>
      <p:ext uri="{BB962C8B-B14F-4D97-AF65-F5344CB8AC3E}">
        <p14:creationId xmlns:p14="http://schemas.microsoft.com/office/powerpoint/2010/main" val="152465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9545" y="765379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length using Trig ratios?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xmlns="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F0259C6-E515-45F9-8C46-9A6C7CA71577}"/>
              </a:ext>
            </a:extLst>
          </p:cNvPr>
          <p:cNvSpPr txBox="1"/>
          <p:nvPr/>
        </p:nvSpPr>
        <p:spPr>
          <a:xfrm rot="16200000">
            <a:off x="-104703" y="32031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693575" y="2520934"/>
            <a:ext cx="5330743" cy="2314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latin typeface="Garamond" pitchFamily="18" charset="0"/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3505EE4-1AE3-49CA-9C5C-F1B059B0EBD2}"/>
              </a:ext>
            </a:extLst>
          </p:cNvPr>
          <p:cNvSpPr txBox="1"/>
          <p:nvPr/>
        </p:nvSpPr>
        <p:spPr>
          <a:xfrm>
            <a:off x="2987823" y="5661248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40162CB-FA2A-408C-9BA9-138AB907F41F}"/>
              </a:ext>
            </a:extLst>
          </p:cNvPr>
          <p:cNvSpPr txBox="1"/>
          <p:nvPr/>
        </p:nvSpPr>
        <p:spPr>
          <a:xfrm>
            <a:off x="5768917" y="4962638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1672156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you work out the missing side length using Trig ratios? </a:t>
            </a:r>
          </a:p>
          <a:p>
            <a:pPr defTabSz="914126"/>
            <a:r>
              <a:rPr lang="en-AU" sz="2399" b="1" dirty="0" smtClean="0">
                <a:solidFill>
                  <a:srgbClr val="FF5050"/>
                </a:solidFill>
                <a:latin typeface="Kiwi School Handwriting" panose="00000500000000000000" pitchFamily="2" charset="0"/>
              </a:rPr>
              <a:t> 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275B9FC3-6D24-4932-A234-543D47179C4E}"/>
              </a:ext>
            </a:extLst>
          </p:cNvPr>
          <p:cNvSpPr txBox="1">
            <a:spLocks/>
          </p:cNvSpPr>
          <p:nvPr/>
        </p:nvSpPr>
        <p:spPr>
          <a:xfrm>
            <a:off x="4852219" y="1466754"/>
            <a:ext cx="7172100" cy="724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Arial Black" pitchFamily="34" charset="0"/>
              </a:rPr>
              <a:t>Labelling the sides</a:t>
            </a: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xmlns="" id="{3EF1D98F-D3D7-4F1C-A5F1-EBF54B56CD80}"/>
              </a:ext>
            </a:extLst>
          </p:cNvPr>
          <p:cNvSpPr/>
          <p:nvPr/>
        </p:nvSpPr>
        <p:spPr>
          <a:xfrm>
            <a:off x="1340438" y="1757538"/>
            <a:ext cx="5616624" cy="3888432"/>
          </a:xfrm>
          <a:prstGeom prst="rt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F0259C6-E515-45F9-8C46-9A6C7CA71577}"/>
              </a:ext>
            </a:extLst>
          </p:cNvPr>
          <p:cNvSpPr txBox="1"/>
          <p:nvPr/>
        </p:nvSpPr>
        <p:spPr>
          <a:xfrm>
            <a:off x="2980857" y="5596842"/>
            <a:ext cx="20722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Opposite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463E570-6FE6-4B88-AEBF-36C03139CBC1}"/>
              </a:ext>
            </a:extLst>
          </p:cNvPr>
          <p:cNvSpPr/>
          <p:nvPr/>
        </p:nvSpPr>
        <p:spPr>
          <a:xfrm>
            <a:off x="1340438" y="5069906"/>
            <a:ext cx="648072" cy="57606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344D4AB0-E43A-42A8-A65F-C8A176209344}"/>
              </a:ext>
            </a:extLst>
          </p:cNvPr>
          <p:cNvSpPr txBox="1">
            <a:spLocks/>
          </p:cNvSpPr>
          <p:nvPr/>
        </p:nvSpPr>
        <p:spPr>
          <a:xfrm>
            <a:off x="6693575" y="2520934"/>
            <a:ext cx="5330743" cy="23143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latin typeface="Garamond" pitchFamily="18" charset="0"/>
                <a:ea typeface="+mj-ea"/>
                <a:cs typeface="+mj-cs"/>
              </a:rPr>
              <a:t>What we call the other two sides will change depending on which angle we are working with, for example..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3505EE4-1AE3-49CA-9C5C-F1B059B0EBD2}"/>
              </a:ext>
            </a:extLst>
          </p:cNvPr>
          <p:cNvSpPr txBox="1"/>
          <p:nvPr/>
        </p:nvSpPr>
        <p:spPr>
          <a:xfrm rot="16200000">
            <a:off x="-89046" y="3468002"/>
            <a:ext cx="20265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Adjacent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40162CB-FA2A-408C-9BA9-138AB907F41F}"/>
              </a:ext>
            </a:extLst>
          </p:cNvPr>
          <p:cNvSpPr txBox="1"/>
          <p:nvPr/>
        </p:nvSpPr>
        <p:spPr>
          <a:xfrm>
            <a:off x="1338402" y="1970904"/>
            <a:ext cx="558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400" dirty="0"/>
              <a:t>ϴ</a:t>
            </a:r>
            <a:endParaRPr lang="en-GB" sz="4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C03BFB-06CC-4A8E-BB00-4C2590B5C14E}"/>
              </a:ext>
            </a:extLst>
          </p:cNvPr>
          <p:cNvSpPr txBox="1"/>
          <p:nvPr/>
        </p:nvSpPr>
        <p:spPr>
          <a:xfrm rot="2190158">
            <a:off x="2671478" y="2592279"/>
            <a:ext cx="26910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Hypotenuse</a:t>
            </a:r>
          </a:p>
        </p:txBody>
      </p:sp>
    </p:spTree>
    <p:extLst>
      <p:ext uri="{BB962C8B-B14F-4D97-AF65-F5344CB8AC3E}">
        <p14:creationId xmlns:p14="http://schemas.microsoft.com/office/powerpoint/2010/main" val="113426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203389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412777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349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240016" y="1340768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77538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99856" y="1196752"/>
            <a:ext cx="2880320" cy="1080120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196753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663952" y="2276872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90779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20150453">
            <a:off x="5199821" y="766589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015880" y="1484785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312024" y="836712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63734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5400000">
            <a:off x="5519066" y="1267889"/>
            <a:ext cx="1585917" cy="230425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528048" y="1486526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9976" y="849486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96144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6080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79576" y="3356992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2"/>
            <a:ext cx="3240360" cy="1438419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340769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4079776" y="191857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08446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 rot="18919960">
            <a:off x="5090449" y="698212"/>
            <a:ext cx="1224136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170569" y="170458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 rot="18942414">
            <a:off x="4699151" y="1776591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80134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908720"/>
            <a:ext cx="3240360" cy="1656184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4727848" y="1124745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98554" y="2440049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5963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79576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Hypotenuse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44072" y="3429000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Opposite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79576" y="5085184"/>
            <a:ext cx="3312368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Adjacent</a:t>
            </a:r>
            <a:endParaRPr lang="en-GB" sz="3600" baseline="300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1" y="3645025"/>
            <a:ext cx="8675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1532" y="3645025"/>
            <a:ext cx="7665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1" y="5373217"/>
            <a:ext cx="9124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>
                <a:latin typeface="Century Gothic" pitchFamily="34" charset="0"/>
                <a:cs typeface="Aharoni" pitchFamily="2" charset="-79"/>
              </a:rPr>
              <a:t>C)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4727848" y="1270501"/>
            <a:ext cx="3240360" cy="1944216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6888088" y="2638654"/>
            <a:ext cx="490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3600" dirty="0"/>
              <a:t>ϴ</a:t>
            </a:r>
            <a:endParaRPr lang="en-GB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023992" y="1340768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5560" y="188641"/>
            <a:ext cx="784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What is the side marked with an X?</a:t>
            </a:r>
          </a:p>
        </p:txBody>
      </p:sp>
    </p:spTree>
    <p:extLst>
      <p:ext uri="{BB962C8B-B14F-4D97-AF65-F5344CB8AC3E}">
        <p14:creationId xmlns:p14="http://schemas.microsoft.com/office/powerpoint/2010/main" val="152715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66"/>
                                      </p:to>
                                    </p:animClr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397</Words>
  <Application>Microsoft Macintosh PowerPoint</Application>
  <PresentationFormat>Widescreen</PresentationFormat>
  <Paragraphs>135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Aharoni</vt:lpstr>
      <vt:lpstr>Arial Black</vt:lpstr>
      <vt:lpstr>Calibri</vt:lpstr>
      <vt:lpstr>Calibri Light</vt:lpstr>
      <vt:lpstr>Century Gothic</vt:lpstr>
      <vt:lpstr>Garamond</vt:lpstr>
      <vt:lpstr>Kiwi School Handwriting</vt:lpstr>
      <vt:lpstr>Arial</vt:lpstr>
      <vt:lpstr>Office Theme</vt:lpstr>
      <vt:lpstr>Trigonometry – Labelling sides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– Labelling sides</dc:title>
  <dc:creator>POWER Travis [Baldivis Secondary College]</dc:creator>
  <cp:lastModifiedBy>POWER Travis [Baldivis Secondary College]</cp:lastModifiedBy>
  <cp:revision>1</cp:revision>
  <dcterms:created xsi:type="dcterms:W3CDTF">2018-10-07T10:26:18Z</dcterms:created>
  <dcterms:modified xsi:type="dcterms:W3CDTF">2018-10-07T10:32:52Z</dcterms:modified>
</cp:coreProperties>
</file>