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7" r:id="rId2"/>
    <p:sldId id="280" r:id="rId3"/>
    <p:sldId id="283" r:id="rId4"/>
    <p:sldId id="279" r:id="rId5"/>
    <p:sldId id="259" r:id="rId6"/>
    <p:sldId id="28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4A505-9A2D-454F-B9C4-45D53FA6E3E8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A6D95-3FC6-4ABC-A1A4-553D4788EA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37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A6D95-3FC6-4ABC-A1A4-553D4788EAC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6548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A6D95-3FC6-4ABC-A1A4-553D4788EAC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24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95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17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49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51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2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600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26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9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71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1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85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00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134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236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12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6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EB46E97-1BBD-C745-A04D-2432D49679E0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worded Problems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write your own worded problem and solve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B5A80-42F4-4BE9-8225-A59E9EF3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7" y="52069"/>
            <a:ext cx="3289510" cy="383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3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29C23E-87EA-4CB8-8679-DE1150521F4E}"/>
              </a:ext>
            </a:extLst>
          </p:cNvPr>
          <p:cNvSpPr/>
          <p:nvPr/>
        </p:nvSpPr>
        <p:spPr>
          <a:xfrm>
            <a:off x="3048000" y="-11436608"/>
            <a:ext cx="6096000" cy="169892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Brian’s kite is flying above a field at the end of 65 m of string. If the angle between the kite and the ground is 70°, how high is the kite above Brian’s head? 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47430-CAFD-4D0E-925F-116B40B8DF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00" t="56824" r="26385" b="14854"/>
          <a:stretch/>
        </p:blipFill>
        <p:spPr>
          <a:xfrm>
            <a:off x="112541" y="0"/>
            <a:ext cx="11997400" cy="4234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139FB-E361-4D7D-A338-DFD79C7000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730" t="50000" r="19346" b="20806"/>
          <a:stretch/>
        </p:blipFill>
        <p:spPr>
          <a:xfrm>
            <a:off x="82059" y="4210670"/>
            <a:ext cx="10820403" cy="265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83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0A0C59-B823-4B7A-B851-1E291D222D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69" t="58055" r="23269" b="14650"/>
          <a:stretch/>
        </p:blipFill>
        <p:spPr>
          <a:xfrm>
            <a:off x="492369" y="239151"/>
            <a:ext cx="11380763" cy="3297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193FD-16ED-415B-A800-887B1DB8DE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08" t="45127" r="11615" b="16701"/>
          <a:stretch/>
        </p:blipFill>
        <p:spPr>
          <a:xfrm>
            <a:off x="492368" y="3429000"/>
            <a:ext cx="11577711" cy="335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6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E28D41-B19C-44B2-B3D0-55B0500AB85C}"/>
              </a:ext>
            </a:extLst>
          </p:cNvPr>
          <p:cNvSpPr/>
          <p:nvPr/>
        </p:nvSpPr>
        <p:spPr>
          <a:xfrm>
            <a:off x="1092591" y="821748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i="1" dirty="0"/>
              <a:t>Example: </a:t>
            </a:r>
            <a:endParaRPr lang="en-AU" dirty="0"/>
          </a:p>
          <a:p>
            <a:r>
              <a:rPr lang="en-AU" dirty="0"/>
              <a:t>A man who is 2 m tall stands on horizontal ground 30 m from a tree. The angle from the top of the tree from his eyes is 28˚. Estimate the height of the tree. </a:t>
            </a:r>
          </a:p>
          <a:p>
            <a:endParaRPr lang="en-AU" dirty="0"/>
          </a:p>
          <a:p>
            <a:r>
              <a:rPr lang="en-AU" dirty="0"/>
              <a:t>Step 1 – sketch a diagram.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03EF3-F282-46E2-95C3-D0E90A276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589" y="2543694"/>
            <a:ext cx="22669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9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Worded Problems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549351" y="3441341"/>
            <a:ext cx="325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4770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Write your own worded problem and solve 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4DBC6-EBB3-4189-89C4-3BF616CD790C}"/>
              </a:ext>
            </a:extLst>
          </p:cNvPr>
          <p:cNvSpPr/>
          <p:nvPr/>
        </p:nvSpPr>
        <p:spPr>
          <a:xfrm>
            <a:off x="549351" y="186011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</a:rPr>
              <a:t>From the top of a vertical cliff, the angle of a ship on the surface of the ocean level with the base of the cliff is 34º. The ship is 60m away from the cliff. How high is the cliff?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BB748C-1440-454F-9964-9FDB6E807046}"/>
              </a:ext>
            </a:extLst>
          </p:cNvPr>
          <p:cNvSpPr/>
          <p:nvPr/>
        </p:nvSpPr>
        <p:spPr>
          <a:xfrm>
            <a:off x="332936" y="389066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Brian’s kite is flying above a field at the end of 65 m of string. If the angle between the kite and the ground is 70°, how high is the kite above Brian’s head?  </a:t>
            </a:r>
          </a:p>
        </p:txBody>
      </p:sp>
    </p:spTree>
    <p:extLst>
      <p:ext uri="{BB962C8B-B14F-4D97-AF65-F5344CB8AC3E}">
        <p14:creationId xmlns:p14="http://schemas.microsoft.com/office/powerpoint/2010/main" val="64012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FD65A5-04CE-4CDA-9132-D57D1D4DD6C6}"/>
              </a:ext>
            </a:extLst>
          </p:cNvPr>
          <p:cNvSpPr/>
          <p:nvPr/>
        </p:nvSpPr>
        <p:spPr>
          <a:xfrm>
            <a:off x="853440" y="87996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 </a:t>
            </a:r>
          </a:p>
          <a:p>
            <a:r>
              <a:rPr lang="en-AU" dirty="0"/>
              <a:t>11. Standing on a cliff 380 meters above the sea, Pat sees an approaching ship and measures its angle, obtaining 9 degrees between the ship and the ocean. How far from shore is the ship? Now Pat sights a second ship beyond the first. The angle of the second ship is 5 degrees from the ship to the ocean. How far apart are the ships? </a:t>
            </a:r>
          </a:p>
        </p:txBody>
      </p:sp>
    </p:spTree>
    <p:extLst>
      <p:ext uri="{BB962C8B-B14F-4D97-AF65-F5344CB8AC3E}">
        <p14:creationId xmlns:p14="http://schemas.microsoft.com/office/powerpoint/2010/main" val="96691490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211</TotalTime>
  <Words>312</Words>
  <Application>Microsoft Office PowerPoint</Application>
  <PresentationFormat>Widescreen</PresentationFormat>
  <Paragraphs>78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Tw Cen MT</vt:lpstr>
      <vt:lpstr>Droplet</vt:lpstr>
      <vt:lpstr>worded Problems </vt:lpstr>
      <vt:lpstr>PowerPoint Presentation</vt:lpstr>
      <vt:lpstr>PowerPoint Presentation</vt:lpstr>
      <vt:lpstr>PowerPoint Presentation</vt:lpstr>
      <vt:lpstr>Worded Problems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Cosine Ratio</dc:title>
  <dc:creator>POWER Travis [Baldivis Secondary College]</dc:creator>
  <cp:lastModifiedBy>CRAIG Mason [Baldivis Secondary College]</cp:lastModifiedBy>
  <cp:revision>24</cp:revision>
  <dcterms:created xsi:type="dcterms:W3CDTF">2018-10-07T11:57:23Z</dcterms:created>
  <dcterms:modified xsi:type="dcterms:W3CDTF">2018-10-15T13:13:44Z</dcterms:modified>
</cp:coreProperties>
</file>