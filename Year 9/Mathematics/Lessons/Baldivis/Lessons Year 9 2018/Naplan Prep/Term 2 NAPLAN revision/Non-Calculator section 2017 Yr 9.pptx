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9595-27D8-4345-8DE3-1BE9E280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BB20F-FAC3-46F0-A19E-309C9A4CB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91D1E-A0D2-4394-91DC-2DB2AAF6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8C2D5-5983-4BA4-9CE6-70030FA9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B0FA1-2CCB-4E8C-93CF-4774213D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79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1054-4C1C-44C4-A34E-AB2563C7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0671-543F-49DD-A8A5-40247E50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501D9-1D00-4756-A385-7CA44AB1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4BF4-0251-4A02-8595-72FD94F9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2A64-E4B6-4E95-9AF6-7D134A33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75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C649-2207-46BC-AB0E-0D5F515D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FFAE6-E5B4-4C40-9390-03DCF616D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BEAF7-AAA6-4CEB-B8E6-44FB8BFE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4DAAA-54F9-4C22-B123-4F43E666F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E2BB-1777-407A-829D-080AD5C0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91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689D-7F97-4F7D-B3CD-C8AB28B2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AAC8F-BD93-49D2-AED0-69EC384B3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588BB-D60E-4063-954C-385AB15B6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095DF-9D0C-4475-9CBC-83FD7272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B114C-BBE3-4BE2-95EC-7F4AFC60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EE1C-1C74-4A53-9AFB-0BE18BCA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033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9EA6-4CED-4CED-B6B7-2B75D6A7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0E527-2B7F-41CB-872F-42204570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D9C19-FA26-47A0-878C-96BFF5DE9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6BFCB-7185-465A-BB54-76CFF0B7F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4973D-A853-462D-919A-11AFABFB2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B6FBC-3536-4D10-A54A-BFB9CD80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63AA1-8F55-4C77-8DC3-594E67F2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1DFE6-773B-4CC2-8B4C-D6932C8D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03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2112-E3AF-4BF0-97B5-005256F8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67C85-5940-4796-BD74-862E1403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61D4B-7F32-442C-83FD-7FB0FC29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BC9FE-37F4-4FC2-93B9-180CE245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8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478A6-C710-496A-A130-A31A56AA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57D22-DDC6-447F-BB42-957B4C79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8C1AD-5789-4664-8C1C-70EC4311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49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C768-C0EC-4B36-902D-88F7770F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04E7-E5FA-4EB9-BCB8-45EE99870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E92C6-2B17-483B-9D65-F4740EF3C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21FE5-4A4C-421C-B5E4-6AB4260E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9DCDB-9B02-4F93-8F8F-B5DC4015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442FD-7E7A-4BE5-B5B6-1F350AFE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12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68A3-CFF9-44A4-A2B3-849E0B16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1F977-671B-4A42-920F-BDE6F68CF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EE73F-04DB-48D4-AD43-6ADC07480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292BC-8808-4CCF-BACE-67C97802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581DD-255F-4218-AD76-14D10135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1E258-AE21-4258-A4B1-3D0E5B30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998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AF89-8765-4C8B-8C19-6047C205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07A5F-E0FE-4BAA-A414-73A2C1DCD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299A9-3FDD-4E76-801E-447CA2334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0CF7-8E19-4A96-B79C-EF259B61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CAC01-80D9-4428-A0C4-9374DF20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15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E28D9-7EE5-4E86-9221-F25593187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26E18-CC0E-47DA-9F91-BEBEB81AE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D11A9-2947-4BB1-BA14-21DBA2D4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742C-51A0-4677-A68E-B08CEB29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AB1C4-3A9B-473B-B469-F645650F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89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2DC48-0096-41FC-A00A-9732BD88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9B76B-BE60-46D5-AC79-B0ED44627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631AC-C9B7-4BE8-B16C-5F8A42AE0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6CFAD-24F6-4D33-B6C2-0ACC9CA690CC}" type="datetimeFigureOut">
              <a:rPr lang="en-AU" smtClean="0"/>
              <a:t>2/05/2018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34609-FD8B-4D7C-8BB3-ACE06E762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1CD99-615F-4912-8CE4-8D297FD45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32F3F-C733-4502-B069-DD657186C6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184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753252F-4873-4F63-801D-CC719279A7D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7C8CCB-F95D-4249-92DD-651249D3535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D3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D43AF35A-4318-4103-A70B-2936F638C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140" t="40833" r="30938" b="19722"/>
          <a:stretch/>
        </p:blipFill>
        <p:spPr>
          <a:xfrm>
            <a:off x="4863382" y="961812"/>
            <a:ext cx="5538634" cy="4930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05EA1C-E6F8-430E-96CC-73789E76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247899"/>
            <a:ext cx="2626995" cy="2535739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Non-Calculator</a:t>
            </a: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section question breakdown by year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584B3-BCAA-4E3B-A642-4E8F4EEA3980}"/>
              </a:ext>
            </a:extLst>
          </p:cNvPr>
          <p:cNvSpPr txBox="1"/>
          <p:nvPr/>
        </p:nvSpPr>
        <p:spPr>
          <a:xfrm>
            <a:off x="2321169" y="111574"/>
            <a:ext cx="8318239" cy="36933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the non-calculator section to the best of your ability in 10 minutes. </a:t>
            </a:r>
          </a:p>
        </p:txBody>
      </p:sp>
    </p:spTree>
    <p:extLst>
      <p:ext uri="{BB962C8B-B14F-4D97-AF65-F5344CB8AC3E}">
        <p14:creationId xmlns:p14="http://schemas.microsoft.com/office/powerpoint/2010/main" val="259247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67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4BE6908-95F7-4779-9777-23C260EBC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66" t="30159" r="51250" b="32063"/>
          <a:stretch/>
        </p:blipFill>
        <p:spPr>
          <a:xfrm>
            <a:off x="643467" y="952365"/>
            <a:ext cx="10905066" cy="4953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6DF727-47CD-4B05-8230-BAE7879B0458}"/>
              </a:ext>
            </a:extLst>
          </p:cNvPr>
          <p:cNvSpPr txBox="1"/>
          <p:nvPr/>
        </p:nvSpPr>
        <p:spPr>
          <a:xfrm>
            <a:off x="7343775" y="2895600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7 </a:t>
            </a:r>
          </a:p>
          <a:p>
            <a:endParaRPr lang="en-AU" dirty="0"/>
          </a:p>
          <a:p>
            <a:r>
              <a:rPr lang="en-AU" dirty="0"/>
              <a:t>Solution: 20%</a:t>
            </a:r>
          </a:p>
        </p:txBody>
      </p:sp>
    </p:spTree>
    <p:extLst>
      <p:ext uri="{BB962C8B-B14F-4D97-AF65-F5344CB8AC3E}">
        <p14:creationId xmlns:p14="http://schemas.microsoft.com/office/powerpoint/2010/main" val="350474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67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88284BB-FBE2-4060-881B-B243CD556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65" t="69841" r="44821" b="9931"/>
          <a:stretch/>
        </p:blipFill>
        <p:spPr>
          <a:xfrm>
            <a:off x="643467" y="2263136"/>
            <a:ext cx="10905066" cy="2331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7C0AE3-607E-46F5-BD97-F838A8943AE6}"/>
                  </a:ext>
                </a:extLst>
              </p:cNvPr>
              <p:cNvSpPr txBox="1"/>
              <p:nvPr/>
            </p:nvSpPr>
            <p:spPr>
              <a:xfrm>
                <a:off x="7624233" y="859746"/>
                <a:ext cx="3924300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Band 8</a:t>
                </a:r>
              </a:p>
              <a:p>
                <a:endParaRPr lang="en-AU" dirty="0"/>
              </a:p>
              <a:p>
                <a:r>
                  <a:rPr lang="en-AU" dirty="0"/>
                  <a:t>Solution: 4.8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7C0AE3-607E-46F5-BD97-F838A894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33" y="859746"/>
                <a:ext cx="3924300" cy="946991"/>
              </a:xfrm>
              <a:prstGeom prst="rect">
                <a:avLst/>
              </a:prstGeom>
              <a:blipFill>
                <a:blip r:embed="rId3"/>
                <a:stretch>
                  <a:fillRect l="-1400" t="-3226" b="-7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75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5A7BDDE-5F53-49CC-907E-9EF03762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86" t="21586" r="50000" b="54921"/>
          <a:stretch/>
        </p:blipFill>
        <p:spPr>
          <a:xfrm>
            <a:off x="643467" y="1934533"/>
            <a:ext cx="10905066" cy="2988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C93669-14F9-41E7-83E5-279EE581E9F0}"/>
              </a:ext>
            </a:extLst>
          </p:cNvPr>
          <p:cNvSpPr txBox="1"/>
          <p:nvPr/>
        </p:nvSpPr>
        <p:spPr>
          <a:xfrm>
            <a:off x="7624233" y="917330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8 </a:t>
            </a:r>
          </a:p>
          <a:p>
            <a:endParaRPr lang="en-AU" dirty="0"/>
          </a:p>
          <a:p>
            <a:r>
              <a:rPr lang="en-AU" dirty="0"/>
              <a:t>Solution: 13</a:t>
            </a:r>
          </a:p>
        </p:txBody>
      </p:sp>
    </p:spTree>
    <p:extLst>
      <p:ext uri="{BB962C8B-B14F-4D97-AF65-F5344CB8AC3E}">
        <p14:creationId xmlns:p14="http://schemas.microsoft.com/office/powerpoint/2010/main" val="223769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79B1A48-55CD-4832-A054-1B13D1BCC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50" t="47619" r="45000" b="7963"/>
          <a:stretch/>
        </p:blipFill>
        <p:spPr>
          <a:xfrm>
            <a:off x="643467" y="894448"/>
            <a:ext cx="10905066" cy="5069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ACF40C-68BE-4843-B936-310A44451A47}"/>
              </a:ext>
            </a:extLst>
          </p:cNvPr>
          <p:cNvSpPr txBox="1"/>
          <p:nvPr/>
        </p:nvSpPr>
        <p:spPr>
          <a:xfrm>
            <a:off x="7308606" y="2825262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7 </a:t>
            </a:r>
          </a:p>
          <a:p>
            <a:endParaRPr lang="en-AU" dirty="0"/>
          </a:p>
          <a:p>
            <a:r>
              <a:rPr lang="en-AU" dirty="0"/>
              <a:t>Solution: 20 mL</a:t>
            </a:r>
          </a:p>
        </p:txBody>
      </p:sp>
    </p:spTree>
    <p:extLst>
      <p:ext uri="{BB962C8B-B14F-4D97-AF65-F5344CB8AC3E}">
        <p14:creationId xmlns:p14="http://schemas.microsoft.com/office/powerpoint/2010/main" val="173683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9FE1F5B-536A-466F-B3BF-852CD4DED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00" t="20952" r="44107" b="55873"/>
          <a:stretch/>
        </p:blipFill>
        <p:spPr>
          <a:xfrm>
            <a:off x="643467" y="2032368"/>
            <a:ext cx="10905066" cy="2793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2B906B-48DD-4066-BD61-0840D7DE1172}"/>
              </a:ext>
            </a:extLst>
          </p:cNvPr>
          <p:cNvSpPr txBox="1"/>
          <p:nvPr/>
        </p:nvSpPr>
        <p:spPr>
          <a:xfrm>
            <a:off x="7624233" y="794549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8</a:t>
            </a:r>
          </a:p>
          <a:p>
            <a:endParaRPr lang="en-AU" dirty="0"/>
          </a:p>
          <a:p>
            <a:r>
              <a:rPr lang="en-AU" dirty="0"/>
              <a:t>Solution: 2334.75</a:t>
            </a:r>
          </a:p>
        </p:txBody>
      </p:sp>
    </p:spTree>
    <p:extLst>
      <p:ext uri="{BB962C8B-B14F-4D97-AF65-F5344CB8AC3E}">
        <p14:creationId xmlns:p14="http://schemas.microsoft.com/office/powerpoint/2010/main" val="32043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024F6BF-8FE8-4077-B1E8-04BFF8052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179" t="46349" r="45714" b="28572"/>
          <a:stretch/>
        </p:blipFill>
        <p:spPr>
          <a:xfrm>
            <a:off x="643467" y="1862655"/>
            <a:ext cx="10905066" cy="3132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1AD331-F63F-4121-B790-7D28BA286B5C}"/>
              </a:ext>
            </a:extLst>
          </p:cNvPr>
          <p:cNvSpPr txBox="1"/>
          <p:nvPr/>
        </p:nvSpPr>
        <p:spPr>
          <a:xfrm>
            <a:off x="7475660" y="1242646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9 </a:t>
            </a:r>
          </a:p>
          <a:p>
            <a:endParaRPr lang="en-AU" dirty="0"/>
          </a:p>
          <a:p>
            <a:r>
              <a:rPr lang="en-AU" dirty="0"/>
              <a:t>Solution: 10</a:t>
            </a:r>
          </a:p>
        </p:txBody>
      </p:sp>
    </p:spTree>
    <p:extLst>
      <p:ext uri="{BB962C8B-B14F-4D97-AF65-F5344CB8AC3E}">
        <p14:creationId xmlns:p14="http://schemas.microsoft.com/office/powerpoint/2010/main" val="281810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E9E810F-B0BA-40E3-8871-92B09A5D9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64" t="24652" r="46608" b="44445"/>
          <a:stretch/>
        </p:blipFill>
        <p:spPr>
          <a:xfrm>
            <a:off x="643467" y="1491845"/>
            <a:ext cx="10905066" cy="387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CE875F-6814-4E58-9C4E-9FDB72DA3EB4}"/>
              </a:ext>
            </a:extLst>
          </p:cNvPr>
          <p:cNvSpPr txBox="1"/>
          <p:nvPr/>
        </p:nvSpPr>
        <p:spPr>
          <a:xfrm>
            <a:off x="7707461" y="790150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10 </a:t>
            </a:r>
          </a:p>
          <a:p>
            <a:endParaRPr lang="en-AU" dirty="0"/>
          </a:p>
          <a:p>
            <a:r>
              <a:rPr lang="en-AU" dirty="0"/>
              <a:t>Solution: 50</a:t>
            </a:r>
          </a:p>
        </p:txBody>
      </p:sp>
    </p:spTree>
    <p:extLst>
      <p:ext uri="{BB962C8B-B14F-4D97-AF65-F5344CB8AC3E}">
        <p14:creationId xmlns:p14="http://schemas.microsoft.com/office/powerpoint/2010/main" val="295148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D2143B9-EF1C-4DCD-A798-F5D0918F6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08" t="59047" r="52321" b="12699"/>
          <a:stretch/>
        </p:blipFill>
        <p:spPr>
          <a:xfrm>
            <a:off x="564336" y="1368410"/>
            <a:ext cx="10905066" cy="3977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75AF8F-AB5B-4B96-97BF-856DF05CD991}"/>
              </a:ext>
            </a:extLst>
          </p:cNvPr>
          <p:cNvSpPr txBox="1"/>
          <p:nvPr/>
        </p:nvSpPr>
        <p:spPr>
          <a:xfrm>
            <a:off x="8029194" y="906745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Band 10 </a:t>
            </a:r>
          </a:p>
          <a:p>
            <a:endParaRPr lang="en-AU" dirty="0"/>
          </a:p>
          <a:p>
            <a:r>
              <a:rPr lang="en-AU" dirty="0"/>
              <a:t>Solution: 288</a:t>
            </a:r>
          </a:p>
        </p:txBody>
      </p:sp>
    </p:spTree>
    <p:extLst>
      <p:ext uri="{BB962C8B-B14F-4D97-AF65-F5344CB8AC3E}">
        <p14:creationId xmlns:p14="http://schemas.microsoft.com/office/powerpoint/2010/main" val="124408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Non-Calculator section question breakdown by year level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Non-Calculator section question breakdown by year level</dc:title>
  <dc:creator>E4092707</dc:creator>
  <cp:lastModifiedBy>E4092707</cp:lastModifiedBy>
  <cp:revision>3</cp:revision>
  <dcterms:created xsi:type="dcterms:W3CDTF">2018-05-01T23:09:12Z</dcterms:created>
  <dcterms:modified xsi:type="dcterms:W3CDTF">2018-05-01T23:27:45Z</dcterms:modified>
</cp:coreProperties>
</file>