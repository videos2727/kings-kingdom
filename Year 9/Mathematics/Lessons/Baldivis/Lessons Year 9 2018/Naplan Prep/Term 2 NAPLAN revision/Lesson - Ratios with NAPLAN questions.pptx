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8" r:id="rId2"/>
    <p:sldId id="317" r:id="rId3"/>
    <p:sldId id="318" r:id="rId4"/>
    <p:sldId id="315" r:id="rId5"/>
    <p:sldId id="32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80" d="100"/>
          <a:sy n="80" d="100"/>
        </p:scale>
        <p:origin x="979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75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6/05/2018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7" Type="http://schemas.openxmlformats.org/officeDocument/2006/relationships/image" Target="../media/image7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3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Ratio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is a ratio and how is it used?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15" y="1961950"/>
            <a:ext cx="1652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What is a ratio?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799" y="1970277"/>
            <a:ext cx="57022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Ratios are used to compare quantities with the same units.</a:t>
            </a:r>
          </a:p>
          <a:p>
            <a:r>
              <a:rPr lang="en-AU" dirty="0"/>
              <a:t>The ratio of 2 to 5 is written as </a:t>
            </a:r>
            <a:r>
              <a:rPr lang="en-AU" dirty="0">
                <a:solidFill>
                  <a:srgbClr val="0070C0"/>
                </a:solidFill>
              </a:rPr>
              <a:t>2 : 5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2915816" y="2867630"/>
            <a:ext cx="622818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you are making cordial and you mix one part cordial to four parts water, then the ratio of cordial to water will be 1:4 (1 to 4).</a:t>
            </a:r>
          </a:p>
          <a:p>
            <a:endParaRPr lang="en-US" dirty="0"/>
          </a:p>
          <a:p>
            <a:r>
              <a:rPr lang="en-US" dirty="0"/>
              <a:t>If you use 1L of cordial, you will use 4L of water (1:4).</a:t>
            </a:r>
          </a:p>
          <a:p>
            <a:endParaRPr lang="en-US" dirty="0"/>
          </a:p>
          <a:p>
            <a:r>
              <a:rPr lang="en-US" dirty="0"/>
              <a:t>If you use 2L of cordial, you will use 8L of water (2:8).</a:t>
            </a:r>
          </a:p>
          <a:p>
            <a:endParaRPr lang="en-US" dirty="0"/>
          </a:p>
          <a:p>
            <a:r>
              <a:rPr lang="en-US" dirty="0"/>
              <a:t>If you use 10L of cordial, you will use 40L of water (10:40).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315" y="2919045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is a ratio used?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5816" y="5462979"/>
            <a:ext cx="54726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Similar to equivalent fractions: if simplified they will be the same</a:t>
            </a:r>
          </a:p>
          <a:p>
            <a:r>
              <a:rPr lang="en-US" dirty="0"/>
              <a:t>These ratios are all equivalent	1:4 = 2:8 = 10:40</a:t>
            </a:r>
          </a:p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3124799" y="6338522"/>
            <a:ext cx="5472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495654-B464-482C-AA97-F3E111FA590C}"/>
              </a:ext>
            </a:extLst>
          </p:cNvPr>
          <p:cNvSpPr txBox="1"/>
          <p:nvPr/>
        </p:nvSpPr>
        <p:spPr>
          <a:xfrm>
            <a:off x="181315" y="5517232"/>
            <a:ext cx="2525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equivalent ratios?</a:t>
            </a:r>
          </a:p>
        </p:txBody>
      </p:sp>
    </p:spTree>
    <p:extLst>
      <p:ext uri="{BB962C8B-B14F-4D97-AF65-F5344CB8AC3E}">
        <p14:creationId xmlns:p14="http://schemas.microsoft.com/office/powerpoint/2010/main" val="3768113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example…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417638"/>
            <a:ext cx="8193557" cy="17233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10" y="3573016"/>
            <a:ext cx="8078755" cy="176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3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8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have a try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430940"/>
            <a:ext cx="7364564" cy="32560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5576" y="2204864"/>
            <a:ext cx="7272808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11560" y="3048560"/>
            <a:ext cx="7416824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611560" y="3822484"/>
            <a:ext cx="7508580" cy="43204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668285"/>
            <a:ext cx="3713991" cy="39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2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B66E-79EF-4FA1-8BA1-78B5FB7CA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NAPLAN 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739F0-4027-4DE1-9DA3-05E9D0CD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38" y="1217724"/>
            <a:ext cx="8229600" cy="125273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9 questions ~ 11 min</a:t>
            </a:r>
          </a:p>
        </p:txBody>
      </p:sp>
      <p:pic>
        <p:nvPicPr>
          <p:cNvPr id="4" name="MS900388269[1].wav">
            <a:hlinkClick r:id="" action="ppaction://media"/>
            <a:extLst>
              <a:ext uri="{FF2B5EF4-FFF2-40B4-BE49-F238E27FC236}">
                <a16:creationId xmlns:a16="http://schemas.microsoft.com/office/drawing/2014/main" id="{ADD85A57-A434-4E33-AD4E-8E99BF3CED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 cstate="print"/>
          <a:stretch>
            <a:fillRect/>
          </a:stretch>
        </p:blipFill>
        <p:spPr>
          <a:xfrm>
            <a:off x="4391522" y="4261631"/>
            <a:ext cx="144016" cy="144016"/>
          </a:xfrm>
          <a:prstGeom prst="rect">
            <a:avLst/>
          </a:prstGeom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E19B9D92-B90A-482B-AE85-F8D33BF04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2967" y="3365711"/>
            <a:ext cx="1270000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4800" dirty="0"/>
              <a:t>End</a:t>
            </a:r>
          </a:p>
        </p:txBody>
      </p:sp>
      <p:pic>
        <p:nvPicPr>
          <p:cNvPr id="12" name="MS900074799[1].wav">
            <a:hlinkClick r:id="" action="ppaction://media"/>
            <a:extLst>
              <a:ext uri="{FF2B5EF4-FFF2-40B4-BE49-F238E27FC236}">
                <a16:creationId xmlns:a16="http://schemas.microsoft.com/office/drawing/2014/main" id="{EF850948-9A42-4401-B134-ACD1154C3CB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4103948" y="3104964"/>
            <a:ext cx="244475" cy="24447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8583D386-4BF2-4419-ABB8-E23B4FDEAB9A}"/>
              </a:ext>
            </a:extLst>
          </p:cNvPr>
          <p:cNvSpPr/>
          <p:nvPr/>
        </p:nvSpPr>
        <p:spPr>
          <a:xfrm>
            <a:off x="3545886" y="2312876"/>
            <a:ext cx="2052228" cy="2052228"/>
          </a:xfrm>
          <a:prstGeom prst="ellipse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70CC20-0C9A-4E8B-9D14-619C5B1FF80B}"/>
              </a:ext>
            </a:extLst>
          </p:cNvPr>
          <p:cNvSpPr/>
          <p:nvPr/>
        </p:nvSpPr>
        <p:spPr>
          <a:xfrm>
            <a:off x="3545886" y="2281411"/>
            <a:ext cx="2052228" cy="2052228"/>
          </a:xfrm>
          <a:prstGeom prst="ellipse">
            <a:avLst/>
          </a:prstGeom>
          <a:solidFill>
            <a:srgbClr val="3333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C935C-625F-471A-9C84-1B78DEEFC072}"/>
              </a:ext>
            </a:extLst>
          </p:cNvPr>
          <p:cNvSpPr txBox="1"/>
          <p:nvPr/>
        </p:nvSpPr>
        <p:spPr>
          <a:xfrm>
            <a:off x="3119070" y="4537943"/>
            <a:ext cx="2905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Click for timer to start</a:t>
            </a:r>
          </a:p>
        </p:txBody>
      </p:sp>
    </p:spTree>
    <p:extLst>
      <p:ext uri="{BB962C8B-B14F-4D97-AF65-F5344CB8AC3E}">
        <p14:creationId xmlns:p14="http://schemas.microsoft.com/office/powerpoint/2010/main" val="464249297"/>
      </p:ext>
    </p:extLst>
  </p:cSld>
  <p:clrMapOvr>
    <a:masterClrMapping/>
  </p:clrMapOvr>
  <p:timing>
    <p:tnLst>
      <p:par>
        <p:cTn id="1" dur="indefinite" restart="never" nodeType="tmRoot">
          <p:childTnLst>
            <p:audio>
              <p:cMediaNode showWhenStopped="0">
                <p:cTn id="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" dur="6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0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17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2CEB1-1865-415C-AC6E-EA0D532DA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 1 – Band 6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140A5D-B56A-422B-AB06-A2AB35E87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043" t="38817" r="57160" b="15044"/>
          <a:stretch/>
        </p:blipFill>
        <p:spPr>
          <a:xfrm>
            <a:off x="611560" y="1417638"/>
            <a:ext cx="6696744" cy="485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60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61B253-EA88-48F2-B2F2-01476F5B91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75" t="26201" r="57875" b="9400"/>
          <a:stretch/>
        </p:blipFill>
        <p:spPr>
          <a:xfrm>
            <a:off x="383013" y="322686"/>
            <a:ext cx="5929702" cy="61992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AD2ECD-7128-4DFA-8E49-D2D3E9C1D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168" y="332656"/>
            <a:ext cx="2890664" cy="1426170"/>
          </a:xfrm>
        </p:spPr>
        <p:txBody>
          <a:bodyPr>
            <a:normAutofit fontScale="90000"/>
          </a:bodyPr>
          <a:lstStyle/>
          <a:p>
            <a:r>
              <a:rPr lang="en-AU" dirty="0"/>
              <a:t>Question 2 Band 6</a:t>
            </a:r>
          </a:p>
        </p:txBody>
      </p:sp>
    </p:spTree>
    <p:extLst>
      <p:ext uri="{BB962C8B-B14F-4D97-AF65-F5344CB8AC3E}">
        <p14:creationId xmlns:p14="http://schemas.microsoft.com/office/powerpoint/2010/main" val="73963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CC6E-8D57-41A3-A2A4-0D7DFED96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000" y="332656"/>
            <a:ext cx="2818656" cy="1417638"/>
          </a:xfrm>
        </p:spPr>
        <p:txBody>
          <a:bodyPr>
            <a:normAutofit fontScale="90000"/>
          </a:bodyPr>
          <a:lstStyle/>
          <a:p>
            <a:r>
              <a:rPr lang="en-AU" dirty="0"/>
              <a:t>Question 3 Band 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9262F-8740-495D-8B70-3F951C92C7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88" t="34600" r="65750" b="20600"/>
          <a:stretch/>
        </p:blipFill>
        <p:spPr>
          <a:xfrm>
            <a:off x="0" y="188640"/>
            <a:ext cx="6355774" cy="581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3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FCB9FD-038D-451A-9C51-7CD2452132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76" t="30400" r="55512" b="6601"/>
          <a:stretch/>
        </p:blipFill>
        <p:spPr>
          <a:xfrm>
            <a:off x="0" y="137126"/>
            <a:ext cx="7019580" cy="67208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68DCF6-778C-41FF-90A8-AC2E9638E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208" y="260648"/>
            <a:ext cx="2962672" cy="1143000"/>
          </a:xfrm>
        </p:spPr>
        <p:txBody>
          <a:bodyPr>
            <a:normAutofit fontScale="90000"/>
          </a:bodyPr>
          <a:lstStyle/>
          <a:p>
            <a:r>
              <a:rPr lang="en-AU" dirty="0"/>
              <a:t>Question 4 Band 8</a:t>
            </a:r>
          </a:p>
        </p:txBody>
      </p:sp>
    </p:spTree>
    <p:extLst>
      <p:ext uri="{BB962C8B-B14F-4D97-AF65-F5344CB8AC3E}">
        <p14:creationId xmlns:p14="http://schemas.microsoft.com/office/powerpoint/2010/main" val="2101681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66AE-3149-4A96-A281-030A4B13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</p:spPr>
        <p:txBody>
          <a:bodyPr/>
          <a:lstStyle/>
          <a:p>
            <a:r>
              <a:rPr lang="en-AU" dirty="0"/>
              <a:t>Question 5 – Band 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D9A7D-4ED1-4DCA-BCA1-D6DD86E077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88" t="27600" r="60237" b="9401"/>
          <a:stretch/>
        </p:blipFill>
        <p:spPr>
          <a:xfrm>
            <a:off x="0" y="1007643"/>
            <a:ext cx="5460333" cy="58503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45CE73-2142-4484-A6E2-86383A9A7B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63" t="47200" r="61812" b="24800"/>
          <a:stretch/>
        </p:blipFill>
        <p:spPr>
          <a:xfrm>
            <a:off x="5148064" y="1772816"/>
            <a:ext cx="5891564" cy="310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1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FD7C-F002-4A71-924E-69EFF5F19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8184" y="0"/>
            <a:ext cx="2945560" cy="2506290"/>
          </a:xfrm>
        </p:spPr>
        <p:txBody>
          <a:bodyPr>
            <a:normAutofit/>
          </a:bodyPr>
          <a:lstStyle/>
          <a:p>
            <a:r>
              <a:rPr lang="en-AU" dirty="0"/>
              <a:t>Question 6 Band 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B6DE1-C87A-4B42-87CF-22137E62C3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76" t="28999" r="53150" b="9401"/>
          <a:stretch/>
        </p:blipFill>
        <p:spPr>
          <a:xfrm>
            <a:off x="-25920" y="598579"/>
            <a:ext cx="6432775" cy="566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75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ED66B-9474-47C5-9C04-0302E2CD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016" y="260648"/>
            <a:ext cx="3970784" cy="2290266"/>
          </a:xfrm>
        </p:spPr>
        <p:txBody>
          <a:bodyPr>
            <a:normAutofit/>
          </a:bodyPr>
          <a:lstStyle/>
          <a:p>
            <a:r>
              <a:rPr lang="en-AU" dirty="0"/>
              <a:t>Question 7</a:t>
            </a:r>
            <a:br>
              <a:rPr lang="en-AU" dirty="0"/>
            </a:br>
            <a:r>
              <a:rPr lang="en-AU" dirty="0"/>
              <a:t> Band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E2E692-48D3-4B79-B8D9-3BA29CEEE4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76" t="26200" r="67324" b="5201"/>
          <a:stretch/>
        </p:blipFill>
        <p:spPr>
          <a:xfrm>
            <a:off x="490736" y="-22448"/>
            <a:ext cx="4392488" cy="672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18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39D8-F66D-4EAA-A7C4-970E36C9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144" y="237424"/>
            <a:ext cx="2818656" cy="1143000"/>
          </a:xfrm>
        </p:spPr>
        <p:txBody>
          <a:bodyPr>
            <a:normAutofit fontScale="90000"/>
          </a:bodyPr>
          <a:lstStyle/>
          <a:p>
            <a:r>
              <a:rPr lang="en-AU" dirty="0"/>
              <a:t>Question 8 Band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061C7-83E6-46A4-9245-377F9B1E45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63" t="27600" r="61024" b="10801"/>
          <a:stretch/>
        </p:blipFill>
        <p:spPr>
          <a:xfrm>
            <a:off x="422520" y="234032"/>
            <a:ext cx="5544616" cy="625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582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7B9E-EA24-4750-82AE-44D16FC69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120" y="274638"/>
            <a:ext cx="3034680" cy="1143000"/>
          </a:xfrm>
        </p:spPr>
        <p:txBody>
          <a:bodyPr>
            <a:normAutofit fontScale="90000"/>
          </a:bodyPr>
          <a:lstStyle/>
          <a:p>
            <a:r>
              <a:rPr lang="en-AU" dirty="0"/>
              <a:t>Question 9 Band 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DA12E8-EDF7-4019-BAA6-257EF3DADB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76" t="27600" r="56300" b="5200"/>
          <a:stretch/>
        </p:blipFill>
        <p:spPr>
          <a:xfrm>
            <a:off x="251520" y="274638"/>
            <a:ext cx="6048672" cy="631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64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3619</TotalTime>
  <Words>222</Words>
  <Application>Microsoft Office PowerPoint</Application>
  <PresentationFormat>On-screen Show (4:3)</PresentationFormat>
  <Paragraphs>40</Paragraphs>
  <Slides>14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For example…</vt:lpstr>
      <vt:lpstr>Do you understand? Fists of Five</vt:lpstr>
      <vt:lpstr>Let’s have a try together</vt:lpstr>
      <vt:lpstr>NAPLAN WS</vt:lpstr>
      <vt:lpstr>Question 1 – Band 6</vt:lpstr>
      <vt:lpstr>Question 2 Band 6</vt:lpstr>
      <vt:lpstr>Question 3 Band 7</vt:lpstr>
      <vt:lpstr>Question 4 Band 8</vt:lpstr>
      <vt:lpstr>Question 5 – Band 8</vt:lpstr>
      <vt:lpstr>Question 6 Band 9</vt:lpstr>
      <vt:lpstr>Question 7  Band 10</vt:lpstr>
      <vt:lpstr>Question 8 Band 10</vt:lpstr>
      <vt:lpstr>Question 9 Band 10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E4092707</cp:lastModifiedBy>
  <cp:revision>105</cp:revision>
  <dcterms:created xsi:type="dcterms:W3CDTF">2014-05-14T02:58:57Z</dcterms:created>
  <dcterms:modified xsi:type="dcterms:W3CDTF">2018-05-06T23:23:23Z</dcterms:modified>
</cp:coreProperties>
</file>