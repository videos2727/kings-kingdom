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4E3E-7F41-4CDF-8B5A-A2D2379D0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0A5AD-FCB3-4146-9B85-B0517A2D1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CD24D-1F80-4282-AA5A-7566184C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BB09E-1375-4994-AF62-04FD70BC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5E210-4AD9-4B88-AE5B-3059C70A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8043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08E9-4F5C-4AAD-845C-5FCB5657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D78E9-5C82-48EB-8E65-1557ABC7D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39E83-7364-4464-B3C7-97814B94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EED04-8E2B-4BB1-8957-EEDDA7ED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5C08B-D308-4E00-BED8-7C8F0881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34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44EF-701C-484C-B893-89B3BFA3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0C317-C758-464E-934F-0E8025F91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41FEB-DB5F-4CEB-8D82-7AD98EDDD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6D0D6-5068-4C85-9543-FDD33987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16181-1895-4902-8633-D328BC72C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78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BDB0-D8B2-4287-89A4-EA09E5B64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47E91-D153-4831-9E1E-AF87D48D4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0FE0A-61C7-4E64-AB07-8CF1DB8DC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7E241-68EC-4F2E-837A-C5DCF74E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D90E2-CD43-4EBF-ADD6-C0F623D6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41D98-6FC6-4C27-9D8B-B8636A508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3978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DFC7-568F-457D-BC83-485E1BB26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FB5B-2D98-4060-A902-8011A9DC3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F9ECB-C7CC-4082-910C-DC9614231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056DF-D927-44AC-8226-7E0E1936E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25613-86B2-475B-B6B2-01240D07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0DE4A-F97C-4DCF-9CA0-4A7A0B35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D8B66-1C87-4B47-B67D-85BD3E3EA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03AE5-ADB4-4E00-A17C-A7A7B0A1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86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0B5D-0569-4B3F-976D-B7A6404D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A1218-5948-489D-9BAA-B127061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59DC0-8213-48BA-A19A-937707D6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18F8E-B875-40F0-BEED-FEE04ADF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011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4C7D6-63CB-4F0D-A644-B6B19E8B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A9E73-F76A-40D1-B7F0-218C1D0C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DA5CF-9D24-4760-B13A-F69E76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228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52153-DF55-4978-9584-96C672DF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726C7-2141-4D99-B6E3-A66C6544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56E4E-07EA-4341-AD2F-295E8754D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EFD8-1582-4888-A9AC-154815DB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B4784-B34D-4F5B-98B1-2BA980A9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3BEAC-FAE2-472A-B7E9-E7407873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4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5FA9-13A4-4974-8B41-F54525DC6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A2BDD4-4B84-4754-AA7E-35E3DD188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DA593-214D-4FE2-A28F-FDCC5E5F6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0820D-E79D-4AAF-9129-ACC85F5C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B386E-41D8-491B-A6F8-60746228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B5227-14C2-4824-AA78-653A3658F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501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282A-06FB-4AE3-8E36-5F6828C75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C9234-447E-480A-A6CA-B8652DAE0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94FC9-B53B-4D70-832B-61F342A6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4D0ED-01FE-4438-AF30-BA11F6CE2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FB0B7-81B0-4796-879B-753FA4A1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54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51CCE-E888-4413-9F2A-B94DA254F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DBDF2-2A95-4C25-90DD-34AA5CC85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C29EA-59C4-4AAF-A018-86570375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99A68-9E01-4440-8EFF-7EC32F3D6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4D1AA-7A05-4C01-920D-EC628897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07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F47B0-8B61-4892-AB1B-5E734D471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5EDD1-0AA0-431B-B1A2-04D455624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79AD7-9D64-44CC-9C79-490633ACB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62DF3-8772-462A-8F35-663D6D6699FE}" type="datetimeFigureOut">
              <a:rPr lang="en-AU" smtClean="0"/>
              <a:t>11/04/2018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E3CAC-1FE8-468B-8958-FFC72D17A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548AB-4686-4192-A30E-531728C55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B4ED4-A024-4FBA-A086-6C42F99221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904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28" name="Rectangle 27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63AF8-C4D9-4798-80E6-412927887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AU" sz="4000">
                <a:solidFill>
                  <a:schemeClr val="bg2"/>
                </a:solidFill>
              </a:rPr>
              <a:t>Year 9 NAPLAN</a:t>
            </a:r>
            <a:br>
              <a:rPr lang="en-AU" sz="4000">
                <a:solidFill>
                  <a:schemeClr val="bg2"/>
                </a:solidFill>
              </a:rPr>
            </a:br>
            <a:r>
              <a:rPr lang="en-AU" sz="4000">
                <a:solidFill>
                  <a:schemeClr val="bg2"/>
                </a:solidFill>
              </a:rPr>
              <a:t>Ratios, Scale and Proportion </a:t>
            </a:r>
          </a:p>
        </p:txBody>
      </p:sp>
    </p:spTree>
    <p:extLst>
      <p:ext uri="{BB962C8B-B14F-4D97-AF65-F5344CB8AC3E}">
        <p14:creationId xmlns:p14="http://schemas.microsoft.com/office/powerpoint/2010/main" val="1094022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151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map&#10;&#10;Description generated with very high confidence">
            <a:extLst>
              <a:ext uri="{FF2B5EF4-FFF2-40B4-BE49-F238E27FC236}">
                <a16:creationId xmlns:a16="http://schemas.microsoft.com/office/drawing/2014/main" id="{94BD97E7-BAA5-4F07-820A-D09E263CA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64" t="24371" r="58743" b="13900"/>
          <a:stretch/>
        </p:blipFill>
        <p:spPr>
          <a:xfrm>
            <a:off x="3024039" y="643467"/>
            <a:ext cx="614392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2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3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1BAAFBD-9552-4AE2-B859-BF276B4D8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88" t="30196" r="65368" b="44706"/>
          <a:stretch/>
        </p:blipFill>
        <p:spPr>
          <a:xfrm>
            <a:off x="643467" y="988703"/>
            <a:ext cx="10905066" cy="488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8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96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54982807-2D79-44D2-890D-92E6B72F3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30" t="18431" r="55441" b="57255"/>
          <a:stretch/>
        </p:blipFill>
        <p:spPr>
          <a:xfrm>
            <a:off x="643467" y="1611451"/>
            <a:ext cx="10905066" cy="363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6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96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6B8BF20-E383-4A9B-9FC3-AAC4D2309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13" t="42353" r="58529" b="20393"/>
          <a:stretch/>
        </p:blipFill>
        <p:spPr>
          <a:xfrm>
            <a:off x="1169993" y="643467"/>
            <a:ext cx="985201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5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7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5B53218-7CAD-4DDE-9BC5-A77D226EF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853" t="24652" r="56103" b="24314"/>
          <a:stretch/>
        </p:blipFill>
        <p:spPr>
          <a:xfrm>
            <a:off x="2307385" y="643467"/>
            <a:ext cx="757723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0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3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2C68630-3437-4B86-9526-981A4F502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608" r="59412" b="46667"/>
          <a:stretch/>
        </p:blipFill>
        <p:spPr>
          <a:xfrm>
            <a:off x="643467" y="880554"/>
            <a:ext cx="10905066" cy="509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327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475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CAF76BB-CCC5-46F6-9FA3-BABCF0418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040" r="65588" b="25490"/>
          <a:stretch/>
        </p:blipFill>
        <p:spPr>
          <a:xfrm>
            <a:off x="2846292" y="480060"/>
            <a:ext cx="6389476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01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7E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DC345A7-B918-49EE-8787-AEC18513D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875" t="18431" r="58971" b="26274"/>
          <a:stretch/>
        </p:blipFill>
        <p:spPr>
          <a:xfrm>
            <a:off x="2857833" y="480060"/>
            <a:ext cx="6296900" cy="573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8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8AA5BC-4F7A-4226-8F99-6D824B226A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5445C6-DD42-4979-86FF-03730E8C6DB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000665-DFC7-417E-8FD7-516A0F15C975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D91A664-DC1D-4621-ADAA-A2E8DCC0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8400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did you go so far? </a:t>
            </a:r>
            <a:br>
              <a:rPr lang="en-US" sz="5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83737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28" name="Rectangle 27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63AF8-C4D9-4798-80E6-412927887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AU" sz="4000" dirty="0">
                <a:solidFill>
                  <a:schemeClr val="bg2"/>
                </a:solidFill>
              </a:rPr>
              <a:t>Year 9 NAPLAN – Round 2</a:t>
            </a:r>
            <a:br>
              <a:rPr lang="en-AU" sz="4000" dirty="0">
                <a:solidFill>
                  <a:schemeClr val="bg2"/>
                </a:solidFill>
              </a:rPr>
            </a:br>
            <a:r>
              <a:rPr lang="en-AU" sz="4000" dirty="0">
                <a:solidFill>
                  <a:schemeClr val="bg2"/>
                </a:solidFill>
              </a:rPr>
              <a:t>Basic Calculations and Algebra</a:t>
            </a:r>
          </a:p>
        </p:txBody>
      </p:sp>
    </p:spTree>
    <p:extLst>
      <p:ext uri="{BB962C8B-B14F-4D97-AF65-F5344CB8AC3E}">
        <p14:creationId xmlns:p14="http://schemas.microsoft.com/office/powerpoint/2010/main" val="2707434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19551E7-2981-487B-9E29-19ACA5FA9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90" t="41176" r="59854" b="35687"/>
          <a:stretch/>
        </p:blipFill>
        <p:spPr>
          <a:xfrm>
            <a:off x="643467" y="1455412"/>
            <a:ext cx="10905066" cy="394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7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3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7C20A05-CB28-4870-A9D2-523729E82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09" t="18431" r="58750" b="55687"/>
          <a:stretch/>
        </p:blipFill>
        <p:spPr>
          <a:xfrm>
            <a:off x="643467" y="1336768"/>
            <a:ext cx="10905066" cy="41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10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3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E3A92F3-3B92-4677-8BED-03497A4D8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09" t="44706" r="54559" b="30196"/>
          <a:stretch/>
        </p:blipFill>
        <p:spPr>
          <a:xfrm>
            <a:off x="643467" y="1601962"/>
            <a:ext cx="10905066" cy="365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94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3D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2A21CFF-B96E-423E-AF02-50597691D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7255" r="62721" b="60392"/>
          <a:stretch/>
        </p:blipFill>
        <p:spPr>
          <a:xfrm>
            <a:off x="643467" y="1589953"/>
            <a:ext cx="10905066" cy="367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8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3D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56EAD40C-015A-4224-B293-1CF1A343E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86" t="40784" r="68235" b="39887"/>
          <a:stretch/>
        </p:blipFill>
        <p:spPr>
          <a:xfrm>
            <a:off x="643467" y="1438236"/>
            <a:ext cx="10905066" cy="398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38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5CFA551-F622-4694-9288-BDC772C62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875" t="26621" r="50000" b="26667"/>
          <a:stretch/>
        </p:blipFill>
        <p:spPr>
          <a:xfrm>
            <a:off x="1524211" y="643467"/>
            <a:ext cx="914357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66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3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58D4505-EA5F-4BD3-8E00-40D32D1B0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875" t="18040" r="63162" b="58431"/>
          <a:stretch/>
        </p:blipFill>
        <p:spPr>
          <a:xfrm>
            <a:off x="643467" y="1020542"/>
            <a:ext cx="10905066" cy="481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78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39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7C9F9AF-837A-4774-93CD-BCC391839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88" t="40392" r="67353" b="43922"/>
          <a:stretch/>
        </p:blipFill>
        <p:spPr>
          <a:xfrm>
            <a:off x="643467" y="1801414"/>
            <a:ext cx="10905066" cy="325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62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28" name="Rectangle 27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63AF8-C4D9-4798-80E6-412927887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AU" sz="4000" dirty="0">
                <a:solidFill>
                  <a:schemeClr val="bg2"/>
                </a:solidFill>
              </a:rPr>
              <a:t>YAY ALL DONE!!!</a:t>
            </a:r>
            <a:br>
              <a:rPr lang="en-AU" sz="4000" dirty="0">
                <a:solidFill>
                  <a:schemeClr val="bg2"/>
                </a:solidFill>
              </a:rPr>
            </a:br>
            <a:r>
              <a:rPr lang="en-AU" sz="4000" dirty="0">
                <a:solidFill>
                  <a:schemeClr val="bg2"/>
                </a:solidFill>
              </a:rPr>
              <a:t>What was your final score???</a:t>
            </a:r>
          </a:p>
        </p:txBody>
      </p:sp>
    </p:spTree>
    <p:extLst>
      <p:ext uri="{BB962C8B-B14F-4D97-AF65-F5344CB8AC3E}">
        <p14:creationId xmlns:p14="http://schemas.microsoft.com/office/powerpoint/2010/main" val="3872645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</Words>
  <Application>Microsoft Office PowerPoint</Application>
  <PresentationFormat>Widescreen</PresentationFormat>
  <Paragraphs>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Year 9 NAPLAN Ratios, Scale and Proportion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did you go so far?  </vt:lpstr>
      <vt:lpstr>Year 9 NAPLAN – Round 2 Basic Calculations and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YAY ALL DONE!!! What was your final score???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 NAPLAN Ratios, Scale and Proportion</dc:title>
  <dc:creator>E4092707</dc:creator>
  <cp:lastModifiedBy>E4092707</cp:lastModifiedBy>
  <cp:revision>3</cp:revision>
  <dcterms:created xsi:type="dcterms:W3CDTF">2018-04-11T00:00:22Z</dcterms:created>
  <dcterms:modified xsi:type="dcterms:W3CDTF">2018-04-11T00:25:57Z</dcterms:modified>
</cp:coreProperties>
</file>