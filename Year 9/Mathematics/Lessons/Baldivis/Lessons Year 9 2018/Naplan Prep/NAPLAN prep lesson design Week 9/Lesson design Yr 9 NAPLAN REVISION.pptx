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A61A3452-3155-42C1-A8C5-B801839FCBCE}"/>
    <pc:docChg chg="modSld">
      <pc:chgData name="Sarah James" userId="e5e3e68366f0feb3" providerId="LiveId" clId="{A61A3452-3155-42C1-A8C5-B801839FCBCE}" dt="2018-03-15T01:42:10.306" v="24" actId="20577"/>
      <pc:docMkLst>
        <pc:docMk/>
      </pc:docMkLst>
      <pc:sldChg chg="modSp">
        <pc:chgData name="Sarah James" userId="e5e3e68366f0feb3" providerId="LiveId" clId="{A61A3452-3155-42C1-A8C5-B801839FCBCE}" dt="2018-03-15T01:41:33.013" v="1" actId="20577"/>
        <pc:sldMkLst>
          <pc:docMk/>
          <pc:sldMk cId="3848602262" sldId="256"/>
        </pc:sldMkLst>
        <pc:spChg chg="mod">
          <ac:chgData name="Sarah James" userId="e5e3e68366f0feb3" providerId="LiveId" clId="{A61A3452-3155-42C1-A8C5-B801839FCBCE}" dt="2018-03-15T01:41:33.013" v="1" actId="20577"/>
          <ac:spMkLst>
            <pc:docMk/>
            <pc:sldMk cId="3848602262" sldId="256"/>
            <ac:spMk id="3" creationId="{9778AF7A-1BD4-4B1F-B4F6-BC3565B09AF4}"/>
          </ac:spMkLst>
        </pc:spChg>
      </pc:sldChg>
      <pc:sldChg chg="modSp">
        <pc:chgData name="Sarah James" userId="e5e3e68366f0feb3" providerId="LiveId" clId="{A61A3452-3155-42C1-A8C5-B801839FCBCE}" dt="2018-03-15T01:41:38.873" v="3" actId="20577"/>
        <pc:sldMkLst>
          <pc:docMk/>
          <pc:sldMk cId="3649237694" sldId="257"/>
        </pc:sldMkLst>
        <pc:spChg chg="mod">
          <ac:chgData name="Sarah James" userId="e5e3e68366f0feb3" providerId="LiveId" clId="{A61A3452-3155-42C1-A8C5-B801839FCBCE}" dt="2018-03-15T01:41:38.873" v="3" actId="20577"/>
          <ac:spMkLst>
            <pc:docMk/>
            <pc:sldMk cId="3649237694" sldId="257"/>
            <ac:spMk id="2" creationId="{4A4AE2A0-5802-4330-80C5-7EFA25E252E8}"/>
          </ac:spMkLst>
        </pc:spChg>
      </pc:sldChg>
      <pc:sldChg chg="modSp">
        <pc:chgData name="Sarah James" userId="e5e3e68366f0feb3" providerId="LiveId" clId="{A61A3452-3155-42C1-A8C5-B801839FCBCE}" dt="2018-03-15T01:41:42.934" v="5" actId="20577"/>
        <pc:sldMkLst>
          <pc:docMk/>
          <pc:sldMk cId="1970449250" sldId="258"/>
        </pc:sldMkLst>
        <pc:spChg chg="mod">
          <ac:chgData name="Sarah James" userId="e5e3e68366f0feb3" providerId="LiveId" clId="{A61A3452-3155-42C1-A8C5-B801839FCBCE}" dt="2018-03-15T01:41:42.934" v="5" actId="20577"/>
          <ac:spMkLst>
            <pc:docMk/>
            <pc:sldMk cId="1970449250" sldId="258"/>
            <ac:spMk id="2" creationId="{4A4AE2A0-5802-4330-80C5-7EFA25E252E8}"/>
          </ac:spMkLst>
        </pc:spChg>
      </pc:sldChg>
      <pc:sldChg chg="modSp">
        <pc:chgData name="Sarah James" userId="e5e3e68366f0feb3" providerId="LiveId" clId="{A61A3452-3155-42C1-A8C5-B801839FCBCE}" dt="2018-03-15T01:42:10.306" v="24" actId="20577"/>
        <pc:sldMkLst>
          <pc:docMk/>
          <pc:sldMk cId="750526818" sldId="259"/>
        </pc:sldMkLst>
        <pc:spChg chg="mod">
          <ac:chgData name="Sarah James" userId="e5e3e68366f0feb3" providerId="LiveId" clId="{A61A3452-3155-42C1-A8C5-B801839FCBCE}" dt="2018-03-15T01:41:46.355" v="7" actId="20577"/>
          <ac:spMkLst>
            <pc:docMk/>
            <pc:sldMk cId="750526818" sldId="259"/>
            <ac:spMk id="2" creationId="{4A4AE2A0-5802-4330-80C5-7EFA25E252E8}"/>
          </ac:spMkLst>
        </pc:spChg>
        <pc:spChg chg="mod">
          <ac:chgData name="Sarah James" userId="e5e3e68366f0feb3" providerId="LiveId" clId="{A61A3452-3155-42C1-A8C5-B801839FCBCE}" dt="2018-03-15T01:42:10.306" v="24" actId="20577"/>
          <ac:spMkLst>
            <pc:docMk/>
            <pc:sldMk cId="750526818" sldId="259"/>
            <ac:spMk id="3" creationId="{AB106035-7DE2-4E10-9C2A-04D582E4D65F}"/>
          </ac:spMkLst>
        </pc:spChg>
      </pc:sldChg>
      <pc:sldChg chg="modSp">
        <pc:chgData name="Sarah James" userId="e5e3e68366f0feb3" providerId="LiveId" clId="{A61A3452-3155-42C1-A8C5-B801839FCBCE}" dt="2018-03-15T01:42:01.459" v="17" actId="20577"/>
        <pc:sldMkLst>
          <pc:docMk/>
          <pc:sldMk cId="701630885" sldId="260"/>
        </pc:sldMkLst>
        <pc:spChg chg="mod">
          <ac:chgData name="Sarah James" userId="e5e3e68366f0feb3" providerId="LiveId" clId="{A61A3452-3155-42C1-A8C5-B801839FCBCE}" dt="2018-03-15T01:42:01.459" v="17" actId="20577"/>
          <ac:spMkLst>
            <pc:docMk/>
            <pc:sldMk cId="701630885" sldId="260"/>
            <ac:spMk id="2" creationId="{4A4AE2A0-5802-4330-80C5-7EFA25E252E8}"/>
          </ac:spMkLst>
        </pc:spChg>
        <pc:spChg chg="mod">
          <ac:chgData name="Sarah James" userId="e5e3e68366f0feb3" providerId="LiveId" clId="{A61A3452-3155-42C1-A8C5-B801839FCBCE}" dt="2018-03-15T01:41:56.214" v="15" actId="20577"/>
          <ac:spMkLst>
            <pc:docMk/>
            <pc:sldMk cId="701630885" sldId="260"/>
            <ac:spMk id="3" creationId="{AB106035-7DE2-4E10-9C2A-04D582E4D65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1D89B-4510-4A3A-8719-DC0EE34E1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A817E0-9855-4FFC-8C76-3953F57D69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53D2C-FF0D-46B4-BA25-751364290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46D7E-50F1-4B2D-A2CA-08735A00BEAD}" type="datetimeFigureOut">
              <a:rPr lang="en-AU" smtClean="0"/>
              <a:t>15/03/2018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41341-898F-4779-98C1-5AB1DB550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C4F1C-0061-468F-9D79-21F7D254B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F361C-499D-46F2-BC75-1015F329FD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2433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6792F-1E1A-4F0E-AA6F-7B4E5A673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6CD91-0BC9-472B-9C45-6CD549057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15E56-DF43-4217-9954-83B9EC973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46D7E-50F1-4B2D-A2CA-08735A00BEAD}" type="datetimeFigureOut">
              <a:rPr lang="en-AU" smtClean="0"/>
              <a:t>15/03/2018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CC657-F0C9-47D5-B724-6A9E3F2D4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EF5B1-3EF7-41A2-B276-84BD2F7EE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F361C-499D-46F2-BC75-1015F329FD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7632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EBEA9-8A68-48D0-B619-8936B8E0C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CFC232-BED3-4E60-85E1-31E2FC858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40E7C-3E2F-4D24-AF10-802F19800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46D7E-50F1-4B2D-A2CA-08735A00BEAD}" type="datetimeFigureOut">
              <a:rPr lang="en-AU" smtClean="0"/>
              <a:t>15/03/2018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EBF88-613E-485D-8387-57D07EBCE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95802-D25D-4A00-9649-7CD709056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F361C-499D-46F2-BC75-1015F329FD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2571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18CFB-71CC-4146-8E17-5B8380CA4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8AC94-4308-4655-BACB-A40F0CA6D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17E4A3-C13E-41DF-A857-83AFC29F9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6E44FF-709A-48AB-9FD5-B187B879A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46D7E-50F1-4B2D-A2CA-08735A00BEAD}" type="datetimeFigureOut">
              <a:rPr lang="en-AU" smtClean="0"/>
              <a:t>15/03/2018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D21593-4EF1-4C01-A7C4-AD0F1D30A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6CA97-2D46-4961-8776-65B4FC900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F361C-499D-46F2-BC75-1015F329FD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297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86255-0778-4866-A567-53F55F0B2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416E7-1C3F-46F8-B129-961BF988E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EA351C-DFB9-43AC-98C0-CDB694322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3240B6-D49D-433A-BB95-4731E2C6DA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44A279-DF5D-4728-B0A6-ED331076BC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41D815-3301-49AF-ACDD-523B646CF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46D7E-50F1-4B2D-A2CA-08735A00BEAD}" type="datetimeFigureOut">
              <a:rPr lang="en-AU" smtClean="0"/>
              <a:t>15/03/2018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378CB4-E3CB-4004-A812-CDA695C24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C5B6E9-7465-443F-8020-8E988D037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F361C-499D-46F2-BC75-1015F329FD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9635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99625-91A4-4ABE-B120-703FF7C0C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93E665-5144-4125-9235-42F6E2022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46D7E-50F1-4B2D-A2CA-08735A00BEAD}" type="datetimeFigureOut">
              <a:rPr lang="en-AU" smtClean="0"/>
              <a:t>15/03/2018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EF311F-2A5D-4630-9736-06BD85C0E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847463-6816-4EC7-9927-44C211B13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F361C-499D-46F2-BC75-1015F329FD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5392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366134-A608-4418-94F3-A2E676100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46D7E-50F1-4B2D-A2CA-08735A00BEAD}" type="datetimeFigureOut">
              <a:rPr lang="en-AU" smtClean="0"/>
              <a:t>15/03/2018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A7A231-4AD3-49D6-B0C5-3AD7EDC79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AD490-7D4A-49E7-9342-8E299B82E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F361C-499D-46F2-BC75-1015F329FD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58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52BC2-29A6-4E4C-AD18-41B137ADC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F9A45-A786-4864-B6CC-23CC149AF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B6CD14-4249-4DD8-99BE-8EAD71111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B4177C-69EC-49A0-B768-F35E0BD54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46D7E-50F1-4B2D-A2CA-08735A00BEAD}" type="datetimeFigureOut">
              <a:rPr lang="en-AU" smtClean="0"/>
              <a:t>15/03/2018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559B53-C4DF-47CF-85A5-07820B048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B96D29-1348-468D-8949-E49579E88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F361C-499D-46F2-BC75-1015F329FD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3534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6A341-3BE0-4A8A-A0D9-9DA4F0814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4E41DB-08EB-4722-93D1-7FA385BA4F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7E22A7-7610-4E44-A6A6-557C47027A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696571-029C-4A3F-91C8-08D2ADA04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46D7E-50F1-4B2D-A2CA-08735A00BEAD}" type="datetimeFigureOut">
              <a:rPr lang="en-AU" smtClean="0"/>
              <a:t>15/03/2018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A7607D-EE08-4DB0-9FDB-3448F01DB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998F30-D33B-491C-BD7B-5C26BF5DA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F361C-499D-46F2-BC75-1015F329FD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0724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FE584-0FD0-4A9D-9D09-E4198B8F7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B92CB-894E-4EAC-892B-426C683B2F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CAD43-43B3-41B8-92D1-AC42B99DE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46D7E-50F1-4B2D-A2CA-08735A00BEAD}" type="datetimeFigureOut">
              <a:rPr lang="en-AU" smtClean="0"/>
              <a:t>15/03/2018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E3F8A-F694-4261-8EFA-63387DA0E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6375E-4070-4D9D-8A7F-9C9B6DBDE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F361C-499D-46F2-BC75-1015F329FD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8091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1247A9-F08B-4DE3-BF1B-182D33DCB0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4C054F-B0D9-4F37-B275-B62A0DB50B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1C232-B3AE-4AA3-8343-0CF4503EC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46D7E-50F1-4B2D-A2CA-08735A00BEAD}" type="datetimeFigureOut">
              <a:rPr lang="en-AU" smtClean="0"/>
              <a:t>15/03/2018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B54B9-15BD-4285-B819-83689F434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70C81-FF16-4624-B017-99A432CE2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F361C-499D-46F2-BC75-1015F329FD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5989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61B31D-CE62-4ED6-A7B1-5D1625E34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D63D6-B26D-4318-9C1A-6B8965DB7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C12FA-515A-4FE5-A403-E4B3411AFE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E46D7E-50F1-4B2D-A2CA-08735A00BEAD}" type="datetimeFigureOut">
              <a:rPr lang="en-AU" smtClean="0"/>
              <a:t>15/03/2018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5E957-9DA6-4A33-A7B2-01AC0D726D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CD453-122E-49C0-9E83-FB28C92EF6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4F361C-499D-46F2-BC75-1015F329FD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9738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14BF4-4521-4916-936A-FEC46F2EFE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Yr</a:t>
            </a:r>
            <a:r>
              <a:rPr lang="en-US" dirty="0"/>
              <a:t> 9 NAPLAN REVISION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78AF7A-1BD4-4B1F-B4F6-BC3565B09A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4 Lesson designs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48602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AE2A0-5802-4330-80C5-7EFA25E25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u="sng" dirty="0"/>
              <a:t>Lesson 1 Week 9 Term 1</a:t>
            </a:r>
            <a:br>
              <a:rPr lang="en-US" u="sng" dirty="0"/>
            </a:br>
            <a:r>
              <a:rPr lang="en-US" u="sng" dirty="0"/>
              <a:t>Revision Relays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06035-7DE2-4E10-9C2A-04D582E4D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fontAlgn="base">
              <a:buNone/>
            </a:pPr>
            <a:endParaRPr lang="en-US" dirty="0"/>
          </a:p>
          <a:p>
            <a:pPr fontAlgn="base"/>
            <a:r>
              <a:rPr lang="en-US" dirty="0"/>
              <a:t>On the white board or projected draw up a grid and get the students to nominate their team name. The number of columns on the grid will depend on how  many practice pages the groups get through</a:t>
            </a:r>
          </a:p>
          <a:p>
            <a:pPr marL="0" indent="0" fontAlgn="base">
              <a:buNone/>
            </a:pPr>
            <a:endParaRPr lang="en-US" dirty="0"/>
          </a:p>
          <a:p>
            <a:pPr fontAlgn="base"/>
            <a:r>
              <a:rPr lang="en-US" dirty="0"/>
              <a:t>Print several copies of the same practice sheet (on different </a:t>
            </a:r>
            <a:r>
              <a:rPr lang="en-US" dirty="0" err="1"/>
              <a:t>coloured</a:t>
            </a:r>
            <a:r>
              <a:rPr lang="en-US" dirty="0"/>
              <a:t> paper if your really </a:t>
            </a:r>
            <a:r>
              <a:rPr lang="en-US" dirty="0" err="1"/>
              <a:t>organised</a:t>
            </a:r>
            <a:r>
              <a:rPr lang="en-US" dirty="0"/>
              <a:t>!!!)</a:t>
            </a:r>
          </a:p>
          <a:p>
            <a:pPr fontAlgn="base"/>
            <a:r>
              <a:rPr lang="en-US" dirty="0"/>
              <a:t> Students work in teams and receive a single page of NAPLAN-style practice. Once they’ve completed a page, they get it marked (answers are scanned and provided). </a:t>
            </a:r>
          </a:p>
          <a:p>
            <a:pPr fontAlgn="base"/>
            <a:r>
              <a:rPr lang="en-US" dirty="0"/>
              <a:t>If all is correct, they receive the next page. Or, if they’ve made a mistake, they get a second chance to complete it.</a:t>
            </a:r>
          </a:p>
          <a:p>
            <a:pPr marL="0" indent="0" fontAlgn="base">
              <a:buNone/>
            </a:pPr>
            <a:endParaRPr lang="en-US" dirty="0"/>
          </a:p>
          <a:p>
            <a:pPr fontAlgn="base"/>
            <a:r>
              <a:rPr lang="en-US" dirty="0"/>
              <a:t>Students can forfeit questions if they are completely stuck, or you could provide a limited number of question/hint cards (3 or 5 usually) that the students can use to get help from their teacher. I’m mean and deduct ‘points’ for phone usage or lack of participation.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9237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AE2A0-5802-4330-80C5-7EFA25E25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6603"/>
          </a:xfrm>
        </p:spPr>
        <p:txBody>
          <a:bodyPr>
            <a:normAutofit fontScale="90000"/>
          </a:bodyPr>
          <a:lstStyle/>
          <a:p>
            <a:pPr algn="ctr"/>
            <a:br>
              <a:rPr lang="en-US" u="sng" dirty="0"/>
            </a:br>
            <a:r>
              <a:rPr lang="en-US" sz="3100" u="sng" dirty="0"/>
              <a:t>Lesson 2 Week 9 Term 1</a:t>
            </a:r>
            <a:br>
              <a:rPr lang="en-US" u="sng" dirty="0"/>
            </a:br>
            <a:r>
              <a:rPr lang="en-US" sz="4900" u="sng" dirty="0"/>
              <a:t>Carousel</a:t>
            </a:r>
            <a:br>
              <a:rPr lang="en-US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06035-7DE2-4E10-9C2A-04D582E4D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endParaRPr lang="en-US" dirty="0"/>
          </a:p>
          <a:p>
            <a:pPr fontAlgn="base"/>
            <a:r>
              <a:rPr lang="en-US" sz="2200" dirty="0"/>
              <a:t>There are different versions of this. But maybe try this one:</a:t>
            </a:r>
          </a:p>
          <a:p>
            <a:pPr fontAlgn="base"/>
            <a:r>
              <a:rPr lang="en-US" sz="2200" dirty="0"/>
              <a:t>Cut up a groups of questions from the NAPLAN-style practice sheets and stick them onto A3 paper. </a:t>
            </a:r>
          </a:p>
          <a:p>
            <a:pPr fontAlgn="base"/>
            <a:r>
              <a:rPr lang="en-US" sz="2200" dirty="0"/>
              <a:t>Students work in pairs or small groups to answer as many as they can in the given time limit. </a:t>
            </a:r>
          </a:p>
          <a:p>
            <a:pPr fontAlgn="base"/>
            <a:r>
              <a:rPr lang="en-US" sz="2200" dirty="0"/>
              <a:t>When the time is up, they move to the next table and check/correct the questions that have been done already and complete some more. </a:t>
            </a:r>
          </a:p>
          <a:p>
            <a:pPr fontAlgn="base"/>
            <a:r>
              <a:rPr lang="en-US" sz="2200" dirty="0"/>
              <a:t>They keep going until they are back in their original seats. </a:t>
            </a:r>
          </a:p>
          <a:p>
            <a:pPr fontAlgn="base"/>
            <a:r>
              <a:rPr lang="en-US" sz="2200" dirty="0"/>
              <a:t>At the end of the lesson, students engage in a whole class discussion on any questions that stood out that was difficult.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70449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AE2A0-5802-4330-80C5-7EFA25E25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6603"/>
          </a:xfrm>
        </p:spPr>
        <p:txBody>
          <a:bodyPr>
            <a:normAutofit fontScale="90000"/>
          </a:bodyPr>
          <a:lstStyle/>
          <a:p>
            <a:pPr algn="ctr"/>
            <a:br>
              <a:rPr lang="en-US" u="sng" dirty="0"/>
            </a:br>
            <a:r>
              <a:rPr lang="en-US" sz="3100" u="sng" dirty="0"/>
              <a:t>Lesson 3 Week 9 Term 1</a:t>
            </a:r>
            <a:br>
              <a:rPr lang="en-US" u="sng" dirty="0"/>
            </a:br>
            <a:r>
              <a:rPr lang="en-US" sz="4900" u="sng" dirty="0"/>
              <a:t>Example test- Calculator Allowed</a:t>
            </a:r>
            <a:br>
              <a:rPr lang="en-US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06035-7DE2-4E10-9C2A-04D582E4D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endParaRPr lang="en-US" dirty="0"/>
          </a:p>
          <a:p>
            <a:pPr fontAlgn="base"/>
            <a:r>
              <a:rPr lang="en-US" sz="2200" dirty="0"/>
              <a:t>Students spend a lesson (60mins) on the example test.</a:t>
            </a:r>
          </a:p>
          <a:p>
            <a:pPr fontAlgn="base"/>
            <a:r>
              <a:rPr lang="en-US" sz="2200" dirty="0"/>
              <a:t>Do this test first as it follows the timetable for NAPLAN 2018 (see flyer that was handed out)</a:t>
            </a:r>
          </a:p>
          <a:p>
            <a:pPr fontAlgn="base"/>
            <a:r>
              <a:rPr lang="en-US" sz="2200" dirty="0"/>
              <a:t>Marking/answers are provided for you to give feedback to the students on areas of concern. </a:t>
            </a:r>
          </a:p>
          <a:p>
            <a:pPr fontAlgn="base"/>
            <a:r>
              <a:rPr lang="en-US" sz="2200" dirty="0"/>
              <a:t>Hand back to students on the first lesson of week10 Term 1 along with Calculator not allowed example test. Use the first lesson of </a:t>
            </a:r>
            <a:r>
              <a:rPr lang="en-US" sz="2200"/>
              <a:t>week 10 </a:t>
            </a:r>
            <a:r>
              <a:rPr lang="en-US" sz="2200" dirty="0"/>
              <a:t>to go through answers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50526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AE2A0-5802-4330-80C5-7EFA25E25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6603"/>
          </a:xfrm>
        </p:spPr>
        <p:txBody>
          <a:bodyPr>
            <a:normAutofit fontScale="90000"/>
          </a:bodyPr>
          <a:lstStyle/>
          <a:p>
            <a:pPr algn="ctr"/>
            <a:br>
              <a:rPr lang="en-US" u="sng" dirty="0"/>
            </a:br>
            <a:r>
              <a:rPr lang="en-US" sz="3100" u="sng" dirty="0"/>
              <a:t>Lesson 3 Week 9 Term 1</a:t>
            </a:r>
            <a:br>
              <a:rPr lang="en-US" u="sng" dirty="0"/>
            </a:br>
            <a:r>
              <a:rPr lang="en-US" sz="4900" u="sng" dirty="0"/>
              <a:t>Example test- Calculator Not Allowed</a:t>
            </a:r>
            <a:br>
              <a:rPr lang="en-US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06035-7DE2-4E10-9C2A-04D582E4D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endParaRPr lang="en-US" dirty="0"/>
          </a:p>
          <a:p>
            <a:pPr fontAlgn="base"/>
            <a:r>
              <a:rPr lang="en-US" sz="2200" dirty="0"/>
              <a:t>Students spend a lesson (10mins) on the example test</a:t>
            </a:r>
          </a:p>
          <a:p>
            <a:pPr fontAlgn="base"/>
            <a:r>
              <a:rPr lang="en-US" sz="2200" dirty="0"/>
              <a:t>Do this test after calculator allowed as it follows the timetable for NAPLAN 2018 (see flyer that was handed out)</a:t>
            </a:r>
          </a:p>
          <a:p>
            <a:pPr fontAlgn="base"/>
            <a:r>
              <a:rPr lang="en-US" sz="2200" dirty="0"/>
              <a:t>Marking/answers are provided for you to give feedback to the students on areas of concern. </a:t>
            </a:r>
          </a:p>
          <a:p>
            <a:pPr fontAlgn="base"/>
            <a:r>
              <a:rPr lang="en-US" sz="2200" dirty="0"/>
              <a:t>Hand back to students on the first lesson of week 10 Term 1 along with Calculator allowed example test. Use the first lesson of week 10 to go through answers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01630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461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Yr 9 NAPLAN REVISION</vt:lpstr>
      <vt:lpstr>Lesson 1 Week 9 Term 1 Revision Relays</vt:lpstr>
      <vt:lpstr> Lesson 2 Week 9 Term 1 Carousel </vt:lpstr>
      <vt:lpstr> Lesson 3 Week 9 Term 1 Example test- Calculator Allowed </vt:lpstr>
      <vt:lpstr> Lesson 3 Week 9 Term 1 Example test- Calculator Not Allowed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Yr 9 NAPLAN REVISION</dc:title>
  <dc:creator>Sarah James</dc:creator>
  <cp:lastModifiedBy>Sarah James</cp:lastModifiedBy>
  <cp:revision>5</cp:revision>
  <dcterms:created xsi:type="dcterms:W3CDTF">2018-03-15T00:17:51Z</dcterms:created>
  <dcterms:modified xsi:type="dcterms:W3CDTF">2018-03-15T01:42:10Z</dcterms:modified>
</cp:coreProperties>
</file>