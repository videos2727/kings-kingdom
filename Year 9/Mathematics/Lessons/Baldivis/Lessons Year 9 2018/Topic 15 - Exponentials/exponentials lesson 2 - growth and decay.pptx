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79" r:id="rId3"/>
    <p:sldId id="273" r:id="rId4"/>
    <p:sldId id="280" r:id="rId5"/>
    <p:sldId id="281" r:id="rId6"/>
    <p:sldId id="282" r:id="rId7"/>
    <p:sldId id="283" r:id="rId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506" autoAdjust="0"/>
  </p:normalViewPr>
  <p:slideViewPr>
    <p:cSldViewPr>
      <p:cViewPr varScale="1">
        <p:scale>
          <a:sx n="76" d="100"/>
          <a:sy n="76" d="100"/>
        </p:scale>
        <p:origin x="946" y="58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50" d="100"/>
        <a:sy n="50" d="100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11/19/2018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11/19/2018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909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4000" dirty="0"/>
              <a:t>Pass out the worksheet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2151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5931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4000" dirty="0"/>
              <a:t>Pass out the worksheet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9337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4000" dirty="0"/>
              <a:t>Conclusion questions Think </a:t>
            </a:r>
            <a:r>
              <a:rPr lang="en-AU" sz="4000"/>
              <a:t>– pair -  </a:t>
            </a:r>
            <a:r>
              <a:rPr lang="en-AU" sz="4000" dirty="0"/>
              <a:t>share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9975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11/19/2018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11/19/2018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11/19/2018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11/19/2018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11/19/2018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11/19/2018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11/19/2018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11/19/2018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11/19/2018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11/19/2018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11/19/2018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6469" y="2376538"/>
            <a:ext cx="10955886" cy="2104923"/>
          </a:xfrm>
        </p:spPr>
        <p:txBody>
          <a:bodyPr/>
          <a:lstStyle/>
          <a:p>
            <a:r>
              <a:rPr lang="en-US" sz="6000" dirty="0"/>
              <a:t>Topic: Exponential Growth and Decay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7828" y="4725144"/>
            <a:ext cx="11089232" cy="106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What is exponential growth and decay</a:t>
            </a:r>
            <a:r>
              <a:rPr lang="en-US" dirty="0"/>
              <a:t>? 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16C4-86C1-41E5-A8ED-04F9E5B30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Warm Up Questions: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F987C8-8781-4F05-ABF8-1D43DBA75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Complete these 5 on your LHS without a calculator.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8961B3-B183-47D3-A70B-FDF6155F49A3}"/>
              </a:ext>
            </a:extLst>
          </p:cNvPr>
          <p:cNvSpPr txBox="1"/>
          <p:nvPr/>
        </p:nvSpPr>
        <p:spPr>
          <a:xfrm>
            <a:off x="6166420" y="116632"/>
            <a:ext cx="5112568" cy="64633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Topic: Exponential Growth and Decay</a:t>
            </a:r>
          </a:p>
          <a:p>
            <a:r>
              <a:rPr lang="en-AU" dirty="0"/>
              <a:t>EQ: What is exponential growth and decay?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821147-6FEB-41D0-8177-C8D777B915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323" t="54201" r="58862" b="30045"/>
          <a:stretch/>
        </p:blipFill>
        <p:spPr>
          <a:xfrm>
            <a:off x="1701924" y="2385127"/>
            <a:ext cx="4104456" cy="307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79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Exponential Growth and Decay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is exponential growth and decay?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335750" y="1454661"/>
            <a:ext cx="1363194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Growth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4C2161B-B7A3-4942-A479-AB7B92DF54F7}"/>
              </a:ext>
            </a:extLst>
          </p:cNvPr>
          <p:cNvSpPr txBox="1"/>
          <p:nvPr/>
        </p:nvSpPr>
        <p:spPr>
          <a:xfrm>
            <a:off x="1989954" y="4045313"/>
            <a:ext cx="5248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Decreasing – </a:t>
            </a:r>
            <a:r>
              <a:rPr lang="en-AU" sz="2800" b="1" dirty="0">
                <a:solidFill>
                  <a:schemeClr val="accent6"/>
                </a:solidFill>
              </a:rPr>
              <a:t>a</a:t>
            </a:r>
            <a:r>
              <a:rPr lang="en-AU" dirty="0"/>
              <a:t> value is between 0 and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420074-1E10-4DBF-9DAC-30B2063C13D0}"/>
              </a:ext>
            </a:extLst>
          </p:cNvPr>
          <p:cNvSpPr txBox="1"/>
          <p:nvPr/>
        </p:nvSpPr>
        <p:spPr>
          <a:xfrm>
            <a:off x="358552" y="4065517"/>
            <a:ext cx="1485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Decay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579394-6B41-40FF-BCFF-8EA8AA49B70A}"/>
              </a:ext>
            </a:extLst>
          </p:cNvPr>
          <p:cNvSpPr txBox="1"/>
          <p:nvPr/>
        </p:nvSpPr>
        <p:spPr>
          <a:xfrm>
            <a:off x="2254442" y="1567652"/>
            <a:ext cx="6984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Increasing – </a:t>
            </a:r>
            <a:r>
              <a:rPr lang="en-AU" sz="2800" b="1" dirty="0">
                <a:solidFill>
                  <a:schemeClr val="accent6"/>
                </a:solidFill>
              </a:rPr>
              <a:t>a</a:t>
            </a:r>
            <a:r>
              <a:rPr lang="en-AU" dirty="0"/>
              <a:t> value is larger than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C007AA-038C-4E06-AAD5-C8F9FF45BB16}"/>
                  </a:ext>
                </a:extLst>
              </p:cNvPr>
              <p:cNvSpPr txBox="1"/>
              <p:nvPr/>
            </p:nvSpPr>
            <p:spPr>
              <a:xfrm>
                <a:off x="9766820" y="188639"/>
                <a:ext cx="132311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C007AA-038C-4E06-AAD5-C8F9FF45B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6820" y="188639"/>
                <a:ext cx="1323119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8077B49-6259-4A4B-88AB-AC3BCF4B4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6624" y="3837579"/>
            <a:ext cx="4922201" cy="28126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46D0F8-03F0-4861-8B3C-E063F6CDE1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2778" y="715121"/>
            <a:ext cx="3390611" cy="30685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054091C-F89B-48B0-95BC-A5B42795B878}"/>
              </a:ext>
            </a:extLst>
          </p:cNvPr>
          <p:cNvSpPr txBox="1"/>
          <p:nvPr/>
        </p:nvSpPr>
        <p:spPr>
          <a:xfrm>
            <a:off x="454739" y="5224512"/>
            <a:ext cx="1389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Scientific Notation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E1F2B26-51C6-4480-A6EF-85A7FB156989}"/>
              </a:ext>
            </a:extLst>
          </p:cNvPr>
          <p:cNvGrpSpPr/>
          <p:nvPr/>
        </p:nvGrpSpPr>
        <p:grpSpPr>
          <a:xfrm>
            <a:off x="2017809" y="4746586"/>
            <a:ext cx="5103299" cy="1190830"/>
            <a:chOff x="2017810" y="4725144"/>
            <a:chExt cx="4652665" cy="114569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0B2D3A3-BA80-4263-B3FA-4F921B9624F4}"/>
                    </a:ext>
                  </a:extLst>
                </p:cNvPr>
                <p:cNvSpPr txBox="1"/>
                <p:nvPr/>
              </p:nvSpPr>
              <p:spPr>
                <a:xfrm>
                  <a:off x="2017810" y="4725144"/>
                  <a:ext cx="4652665" cy="9759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dirty="0"/>
                    <a:t>“shorter version” of either a really small or really large number</a:t>
                  </a: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2.3 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=230000 </m:t>
                        </m:r>
                      </m:oMath>
                    </m:oMathPara>
                  </a14:m>
                  <a:endParaRPr lang="en-AU" b="0" dirty="0">
                    <a:ea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0B2D3A3-BA80-4263-B3FA-4F921B9624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7810" y="4725144"/>
                  <a:ext cx="4652665" cy="975964"/>
                </a:xfrm>
                <a:prstGeom prst="rect">
                  <a:avLst/>
                </a:prstGeom>
                <a:blipFill>
                  <a:blip r:embed="rId6"/>
                  <a:stretch>
                    <a:fillRect l="-956" t="-3614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DFDBA98-0254-4F70-A95C-A0BDABF22B7D}"/>
                </a:ext>
              </a:extLst>
            </p:cNvPr>
            <p:cNvSpPr/>
            <p:nvPr/>
          </p:nvSpPr>
          <p:spPr>
            <a:xfrm>
              <a:off x="4078189" y="5290348"/>
              <a:ext cx="288031" cy="22688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3BFBB0E-3B7A-437B-826C-11AE8A9E2E2A}"/>
                </a:ext>
              </a:extLst>
            </p:cNvPr>
            <p:cNvCxnSpPr>
              <a:cxnSpLocks/>
            </p:cNvCxnSpPr>
            <p:nvPr/>
          </p:nvCxnSpPr>
          <p:spPr>
            <a:xfrm>
              <a:off x="4222203" y="5508926"/>
              <a:ext cx="121939" cy="361917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42C1978B-DAA2-4E3A-AE1E-0A2624D56D0D}"/>
              </a:ext>
            </a:extLst>
          </p:cNvPr>
          <p:cNvSpPr txBox="1"/>
          <p:nvPr/>
        </p:nvSpPr>
        <p:spPr>
          <a:xfrm>
            <a:off x="4233511" y="5937416"/>
            <a:ext cx="2715307" cy="496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How many times you move the decimal place</a:t>
            </a:r>
          </a:p>
        </p:txBody>
      </p:sp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3" grpId="0"/>
      <p:bldP spid="21" grpId="0"/>
      <p:bldP spid="15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79E9-B299-4BFE-BD54-F93C06BC0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6EC37-035B-4EB9-BFDB-F157F8E44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414" y="1811376"/>
            <a:ext cx="4645152" cy="76200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17996-58B3-41C1-B5C5-0D8729E871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887FAD-BA59-409C-9A16-82BA997F0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15F3B-1CA5-44BC-98A2-A73C4D49C49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0B61AF-D90B-4943-ACC7-0FBAC94AA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796" y="-9990"/>
            <a:ext cx="12208415" cy="68779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DD1281-FC6F-45DC-B0D4-AD987468F3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68" b="9051"/>
          <a:stretch/>
        </p:blipFill>
        <p:spPr>
          <a:xfrm>
            <a:off x="9190756" y="840470"/>
            <a:ext cx="2539273" cy="2247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EB4606-93B7-44EC-B0FD-B55017B1A448}"/>
              </a:ext>
            </a:extLst>
          </p:cNvPr>
          <p:cNvSpPr txBox="1"/>
          <p:nvPr/>
        </p:nvSpPr>
        <p:spPr>
          <a:xfrm>
            <a:off x="3240075" y="717915"/>
            <a:ext cx="5184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chemeClr val="bg1"/>
                </a:solidFill>
                <a:latin typeface="Aharoni" panose="020B0604020202020204" pitchFamily="2" charset="-79"/>
                <a:cs typeface="Aharoni" panose="020B0604020202020204" pitchFamily="2" charset="-79"/>
              </a:rPr>
              <a:t>Zombie Apocalypse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F478ED-16CA-4CE2-869A-3C31B31ACEC5}"/>
              </a:ext>
            </a:extLst>
          </p:cNvPr>
          <p:cNvSpPr/>
          <p:nvPr/>
        </p:nvSpPr>
        <p:spPr>
          <a:xfrm>
            <a:off x="1460949" y="1494819"/>
            <a:ext cx="7710030" cy="2951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There’s a virus turning people into zombies who attack the living and never die. No one knows where it came from but the first person (known as ‘</a:t>
            </a:r>
            <a:r>
              <a:rPr lang="en-AU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 zero</a:t>
            </a:r>
            <a:r>
              <a:rPr lang="en-A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’) was an archaeologist who’d just discovered an ancient tomb so it might have come from there.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virus is spread when infected people bite someone who’s uninfected.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each zombie bites an average of </a:t>
            </a:r>
            <a:r>
              <a:rPr lang="en-AU" b="1" u="sng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three</a:t>
            </a:r>
            <a:r>
              <a:rPr lang="en-A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uninfected people each day, how long will it take before the entire human population of the planet (which for this problem will be taken as 7 billion people) are turned into shambling undead flesh-munchers?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E57F9A-74CE-40D8-BFC2-289C8F2D9F49}"/>
              </a:ext>
            </a:extLst>
          </p:cNvPr>
          <p:cNvSpPr/>
          <p:nvPr/>
        </p:nvSpPr>
        <p:spPr>
          <a:xfrm>
            <a:off x="7913605" y="4252588"/>
            <a:ext cx="3816424" cy="20313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dirty="0"/>
              <a:t>A: 167 days (almost 6 months).</a:t>
            </a:r>
          </a:p>
          <a:p>
            <a:endParaRPr lang="en-AU" dirty="0"/>
          </a:p>
          <a:p>
            <a:r>
              <a:rPr lang="en-AU" dirty="0"/>
              <a:t>B: 53 days (just under 8 weeks).</a:t>
            </a:r>
          </a:p>
          <a:p>
            <a:endParaRPr lang="en-AU" dirty="0"/>
          </a:p>
          <a:p>
            <a:r>
              <a:rPr lang="en-AU" dirty="0"/>
              <a:t>C: 17 days (just over two week).</a:t>
            </a:r>
          </a:p>
          <a:p>
            <a:endParaRPr lang="en-AU" dirty="0"/>
          </a:p>
          <a:p>
            <a:r>
              <a:rPr lang="en-AU" dirty="0"/>
              <a:t>D: 6 days (less than a week).</a:t>
            </a:r>
          </a:p>
        </p:txBody>
      </p:sp>
    </p:spTree>
    <p:extLst>
      <p:ext uri="{BB962C8B-B14F-4D97-AF65-F5344CB8AC3E}">
        <p14:creationId xmlns:p14="http://schemas.microsoft.com/office/powerpoint/2010/main" val="146436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79E9-B299-4BFE-BD54-F93C06BC0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6EC37-035B-4EB9-BFDB-F157F8E44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414" y="1811376"/>
            <a:ext cx="4645152" cy="76200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17996-58B3-41C1-B5C5-0D8729E871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887FAD-BA59-409C-9A16-82BA997F0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15F3B-1CA5-44BC-98A2-A73C4D49C49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0B61AF-D90B-4943-ACC7-0FBAC94AA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590" y="-57282"/>
            <a:ext cx="12208415" cy="68779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29AF2A-1212-45CD-B2F4-5D2721C6F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663" y="266700"/>
            <a:ext cx="875805" cy="1143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F90AC2-B3F6-4204-A935-E55EBC9C1915}"/>
              </a:ext>
            </a:extLst>
          </p:cNvPr>
          <p:cNvSpPr txBox="1"/>
          <p:nvPr/>
        </p:nvSpPr>
        <p:spPr>
          <a:xfrm>
            <a:off x="4552989" y="46886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Day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0DA32D-F28C-4DC0-91DB-336B943B38EE}"/>
              </a:ext>
            </a:extLst>
          </p:cNvPr>
          <p:cNvSpPr txBox="1"/>
          <p:nvPr/>
        </p:nvSpPr>
        <p:spPr>
          <a:xfrm>
            <a:off x="4150196" y="1529216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Day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4EAC47-0A16-437E-B0A8-C2757A67192D}"/>
              </a:ext>
            </a:extLst>
          </p:cNvPr>
          <p:cNvSpPr txBox="1"/>
          <p:nvPr/>
        </p:nvSpPr>
        <p:spPr>
          <a:xfrm>
            <a:off x="2961012" y="229766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Day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132590-3CAA-4CFC-951C-74433292DF90}"/>
              </a:ext>
            </a:extLst>
          </p:cNvPr>
          <p:cNvSpPr txBox="1"/>
          <p:nvPr/>
        </p:nvSpPr>
        <p:spPr>
          <a:xfrm>
            <a:off x="96822" y="2749726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Day 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7928E7-4F23-42B1-A43E-BD7E13864CA5}"/>
              </a:ext>
            </a:extLst>
          </p:cNvPr>
          <p:cNvSpPr txBox="1"/>
          <p:nvPr/>
        </p:nvSpPr>
        <p:spPr>
          <a:xfrm>
            <a:off x="183062" y="3952769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Day 5</a:t>
            </a:r>
          </a:p>
        </p:txBody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B771CA2B-9A56-4BBA-8DAE-739ED2B04BED}"/>
              </a:ext>
            </a:extLst>
          </p:cNvPr>
          <p:cNvGrpSpPr/>
          <p:nvPr/>
        </p:nvGrpSpPr>
        <p:grpSpPr>
          <a:xfrm>
            <a:off x="5423200" y="1390627"/>
            <a:ext cx="1520219" cy="674636"/>
            <a:chOff x="5423200" y="1390627"/>
            <a:chExt cx="1520219" cy="67463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6E8A96D-DD1D-454F-A4DF-8109C8967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23200" y="1390627"/>
              <a:ext cx="512920" cy="669404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7B14E77-138F-43A8-8F0C-05F33FFB2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25789" y="1395859"/>
              <a:ext cx="512920" cy="66940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87E3D65-7790-445B-9B39-B39AF38CE1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0499" y="1395859"/>
              <a:ext cx="512920" cy="669404"/>
            </a:xfrm>
            <a:prstGeom prst="rect">
              <a:avLst/>
            </a:prstGeom>
          </p:spPr>
        </p:pic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2945CE3D-701F-4BDE-8437-5A6B6DA253B3}"/>
              </a:ext>
            </a:extLst>
          </p:cNvPr>
          <p:cNvGrpSpPr/>
          <p:nvPr/>
        </p:nvGrpSpPr>
        <p:grpSpPr>
          <a:xfrm>
            <a:off x="480517" y="3153292"/>
            <a:ext cx="10913575" cy="486962"/>
            <a:chOff x="480517" y="3153292"/>
            <a:chExt cx="10913575" cy="486962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F06D99A-7B88-469B-B6CF-E1A2A1A323EC}"/>
                </a:ext>
              </a:extLst>
            </p:cNvPr>
            <p:cNvGrpSpPr/>
            <p:nvPr/>
          </p:nvGrpSpPr>
          <p:grpSpPr>
            <a:xfrm>
              <a:off x="480517" y="3155457"/>
              <a:ext cx="1212311" cy="447894"/>
              <a:chOff x="3985633" y="2192376"/>
              <a:chExt cx="1533889" cy="676364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15311289-0647-4D94-973A-F0CEC37E64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1694" y="219237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DF8FF4BE-00EF-441C-B8AD-BC677169CD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6602" y="219933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5DAF2CFB-187A-4964-BD61-6D9213167A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85633" y="2194932"/>
                <a:ext cx="512920" cy="669404"/>
              </a:xfrm>
              <a:prstGeom prst="rect">
                <a:avLst/>
              </a:prstGeom>
            </p:spPr>
          </p:pic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7FE7B53-993B-4ADA-9695-F90085F7E74C}"/>
                </a:ext>
              </a:extLst>
            </p:cNvPr>
            <p:cNvGrpSpPr/>
            <p:nvPr/>
          </p:nvGrpSpPr>
          <p:grpSpPr>
            <a:xfrm>
              <a:off x="1726833" y="3155457"/>
              <a:ext cx="1212311" cy="447894"/>
              <a:chOff x="3985633" y="2192376"/>
              <a:chExt cx="1533889" cy="676364"/>
            </a:xfrm>
          </p:grpSpPr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7B49ED44-FB1A-4F23-8F25-527F0733EC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1694" y="219237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1E3466D1-5FA4-45C6-B690-91DB554CC4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6602" y="219933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0F38A3E7-32DE-493B-A56C-F9C958C050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85633" y="2194932"/>
                <a:ext cx="512920" cy="669404"/>
              </a:xfrm>
              <a:prstGeom prst="rect">
                <a:avLst/>
              </a:prstGeom>
            </p:spPr>
          </p:pic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52E0AD2C-5E9C-4501-A1EF-5DB54B50239C}"/>
                </a:ext>
              </a:extLst>
            </p:cNvPr>
            <p:cNvGrpSpPr/>
            <p:nvPr/>
          </p:nvGrpSpPr>
          <p:grpSpPr>
            <a:xfrm>
              <a:off x="2918159" y="3160066"/>
              <a:ext cx="1212311" cy="447894"/>
              <a:chOff x="3985633" y="2192376"/>
              <a:chExt cx="1533889" cy="676364"/>
            </a:xfrm>
          </p:grpSpPr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83D1E4D0-1464-4740-85EC-C6AB90176B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1694" y="219237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61BFFEEE-837E-4CF1-96A4-91468359B4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6602" y="219933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A905F553-D9F3-4ACB-90E0-035C82D65B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85633" y="2194932"/>
                <a:ext cx="512920" cy="669404"/>
              </a:xfrm>
              <a:prstGeom prst="rect">
                <a:avLst/>
              </a:prstGeom>
            </p:spPr>
          </p:pic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283434B6-7904-4AF8-8C03-443935DE3075}"/>
                </a:ext>
              </a:extLst>
            </p:cNvPr>
            <p:cNvGrpSpPr/>
            <p:nvPr/>
          </p:nvGrpSpPr>
          <p:grpSpPr>
            <a:xfrm>
              <a:off x="4127859" y="3153292"/>
              <a:ext cx="1212311" cy="447894"/>
              <a:chOff x="3985633" y="2192376"/>
              <a:chExt cx="1533889" cy="676364"/>
            </a:xfrm>
          </p:grpSpPr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227557C4-B119-4208-BE2E-DC74A4E865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1694" y="219237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FF5BD2F4-3ED5-44B4-84C0-15F7579A67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6602" y="219933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76" name="Picture 75">
                <a:extLst>
                  <a:ext uri="{FF2B5EF4-FFF2-40B4-BE49-F238E27FC236}">
                    <a16:creationId xmlns:a16="http://schemas.microsoft.com/office/drawing/2014/main" id="{0572825B-B010-412A-851A-26729C7227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85633" y="2194932"/>
                <a:ext cx="512920" cy="669404"/>
              </a:xfrm>
              <a:prstGeom prst="rect">
                <a:avLst/>
              </a:prstGeom>
            </p:spPr>
          </p:pic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7FA9463-80F7-477C-9536-04D68F86102A}"/>
                </a:ext>
              </a:extLst>
            </p:cNvPr>
            <p:cNvGrpSpPr/>
            <p:nvPr/>
          </p:nvGrpSpPr>
          <p:grpSpPr>
            <a:xfrm>
              <a:off x="5340598" y="3172892"/>
              <a:ext cx="1212311" cy="447894"/>
              <a:chOff x="3985633" y="2192376"/>
              <a:chExt cx="1533889" cy="676364"/>
            </a:xfrm>
          </p:grpSpPr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7B419C72-4D11-483E-8F9F-A90337C4E9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1694" y="219237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1C17304F-5CBD-4C64-824A-E4B5F31025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6602" y="219933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79E87EEF-0104-4191-A82E-1940E85C7D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85633" y="2194932"/>
                <a:ext cx="512920" cy="669404"/>
              </a:xfrm>
              <a:prstGeom prst="rect">
                <a:avLst/>
              </a:prstGeom>
            </p:spPr>
          </p:pic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2D21588D-9DB8-430F-9946-DAE6E77FDFA9}"/>
                </a:ext>
              </a:extLst>
            </p:cNvPr>
            <p:cNvGrpSpPr/>
            <p:nvPr/>
          </p:nvGrpSpPr>
          <p:grpSpPr>
            <a:xfrm>
              <a:off x="6546469" y="3179315"/>
              <a:ext cx="1212311" cy="447894"/>
              <a:chOff x="3985633" y="2192376"/>
              <a:chExt cx="1533889" cy="676364"/>
            </a:xfrm>
          </p:grpSpPr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405CB1E6-A892-4107-A612-749FE86326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1694" y="219237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4CE465E5-8121-47E8-8924-0E32F957E5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6602" y="219933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C5E9105A-FF9A-4722-93E8-255F4A1C8E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85633" y="2194932"/>
                <a:ext cx="512920" cy="669404"/>
              </a:xfrm>
              <a:prstGeom prst="rect">
                <a:avLst/>
              </a:prstGeom>
            </p:spPr>
          </p:pic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B6F38DC1-2331-4F92-A378-3A153FFD4C49}"/>
                </a:ext>
              </a:extLst>
            </p:cNvPr>
            <p:cNvGrpSpPr/>
            <p:nvPr/>
          </p:nvGrpSpPr>
          <p:grpSpPr>
            <a:xfrm>
              <a:off x="7744235" y="3183795"/>
              <a:ext cx="1212311" cy="447894"/>
              <a:chOff x="3985633" y="2192376"/>
              <a:chExt cx="1533889" cy="676364"/>
            </a:xfrm>
          </p:grpSpPr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D9B6AB9A-DAF8-461A-9ACD-E7F9AEF38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1694" y="219237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7D825937-00D2-49D0-9154-3E86F20090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6602" y="219933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5E3EDC92-E6F1-4A3A-985F-F744D3DC5E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85633" y="2194932"/>
                <a:ext cx="512920" cy="669404"/>
              </a:xfrm>
              <a:prstGeom prst="rect">
                <a:avLst/>
              </a:prstGeom>
            </p:spPr>
          </p:pic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43958FFF-74D0-46F7-B48C-3BEA24F13574}"/>
                </a:ext>
              </a:extLst>
            </p:cNvPr>
            <p:cNvGrpSpPr/>
            <p:nvPr/>
          </p:nvGrpSpPr>
          <p:grpSpPr>
            <a:xfrm>
              <a:off x="8963008" y="3174827"/>
              <a:ext cx="1212311" cy="447894"/>
              <a:chOff x="3985633" y="2192376"/>
              <a:chExt cx="1533889" cy="676364"/>
            </a:xfrm>
          </p:grpSpPr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38621547-C734-4B38-A0D5-D3FF875D05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1694" y="219237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91" name="Picture 90">
                <a:extLst>
                  <a:ext uri="{FF2B5EF4-FFF2-40B4-BE49-F238E27FC236}">
                    <a16:creationId xmlns:a16="http://schemas.microsoft.com/office/drawing/2014/main" id="{5B7F4465-1221-4CAE-8B7D-FC57E61556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6602" y="219933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92" name="Picture 91">
                <a:extLst>
                  <a:ext uri="{FF2B5EF4-FFF2-40B4-BE49-F238E27FC236}">
                    <a16:creationId xmlns:a16="http://schemas.microsoft.com/office/drawing/2014/main" id="{F6363155-6320-496A-BCB3-714E757343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85633" y="2194932"/>
                <a:ext cx="512920" cy="669404"/>
              </a:xfrm>
              <a:prstGeom prst="rect">
                <a:avLst/>
              </a:prstGeom>
            </p:spPr>
          </p:pic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2EAA6F9A-A2B0-4C91-B144-18C21094E88C}"/>
                </a:ext>
              </a:extLst>
            </p:cNvPr>
            <p:cNvGrpSpPr/>
            <p:nvPr/>
          </p:nvGrpSpPr>
          <p:grpSpPr>
            <a:xfrm>
              <a:off x="10181781" y="3192360"/>
              <a:ext cx="1212311" cy="447894"/>
              <a:chOff x="3985633" y="2192376"/>
              <a:chExt cx="1533889" cy="676364"/>
            </a:xfrm>
          </p:grpSpPr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AB60232C-294A-4416-9B32-8050A948BB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1694" y="219237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95" name="Picture 94">
                <a:extLst>
                  <a:ext uri="{FF2B5EF4-FFF2-40B4-BE49-F238E27FC236}">
                    <a16:creationId xmlns:a16="http://schemas.microsoft.com/office/drawing/2014/main" id="{4BDEFCE8-EA95-4862-962C-2A1ADCD912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6602" y="219933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96" name="Picture 95">
                <a:extLst>
                  <a:ext uri="{FF2B5EF4-FFF2-40B4-BE49-F238E27FC236}">
                    <a16:creationId xmlns:a16="http://schemas.microsoft.com/office/drawing/2014/main" id="{0C988EDF-8552-4A3B-B371-F7C5865713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85633" y="2194932"/>
                <a:ext cx="512920" cy="669404"/>
              </a:xfrm>
              <a:prstGeom prst="rect">
                <a:avLst/>
              </a:prstGeom>
            </p:spPr>
          </p:pic>
        </p:grp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66E5F3D4-6F94-4324-A643-EA01127F41E9}"/>
              </a:ext>
            </a:extLst>
          </p:cNvPr>
          <p:cNvGrpSpPr/>
          <p:nvPr/>
        </p:nvGrpSpPr>
        <p:grpSpPr>
          <a:xfrm>
            <a:off x="371263" y="4344805"/>
            <a:ext cx="11786450" cy="553069"/>
            <a:chOff x="371263" y="4344805"/>
            <a:chExt cx="11786450" cy="553069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41C1E205-58E5-4B57-B8D7-FE492EC51098}"/>
                </a:ext>
              </a:extLst>
            </p:cNvPr>
            <p:cNvGrpSpPr/>
            <p:nvPr/>
          </p:nvGrpSpPr>
          <p:grpSpPr>
            <a:xfrm>
              <a:off x="2832708" y="4347093"/>
              <a:ext cx="625701" cy="262518"/>
              <a:chOff x="3985633" y="2192376"/>
              <a:chExt cx="1533889" cy="676364"/>
            </a:xfrm>
          </p:grpSpPr>
          <p:pic>
            <p:nvPicPr>
              <p:cNvPr id="98" name="Picture 97">
                <a:extLst>
                  <a:ext uri="{FF2B5EF4-FFF2-40B4-BE49-F238E27FC236}">
                    <a16:creationId xmlns:a16="http://schemas.microsoft.com/office/drawing/2014/main" id="{2D4837A8-9A3F-401E-BF82-499416D486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1694" y="219237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99" name="Picture 98">
                <a:extLst>
                  <a:ext uri="{FF2B5EF4-FFF2-40B4-BE49-F238E27FC236}">
                    <a16:creationId xmlns:a16="http://schemas.microsoft.com/office/drawing/2014/main" id="{C6D390DC-F4D3-4895-A255-CD8654691D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6602" y="2199336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100" name="Picture 99">
                <a:extLst>
                  <a:ext uri="{FF2B5EF4-FFF2-40B4-BE49-F238E27FC236}">
                    <a16:creationId xmlns:a16="http://schemas.microsoft.com/office/drawing/2014/main" id="{07DFE99F-0EDD-4739-B56E-D31E45F288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85633" y="2194932"/>
                <a:ext cx="512920" cy="669404"/>
              </a:xfrm>
              <a:prstGeom prst="rect">
                <a:avLst/>
              </a:prstGeom>
            </p:spPr>
          </p:pic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4D12E794-4D7A-4478-9B57-87BA1CDBE880}"/>
                </a:ext>
              </a:extLst>
            </p:cNvPr>
            <p:cNvGrpSpPr/>
            <p:nvPr/>
          </p:nvGrpSpPr>
          <p:grpSpPr>
            <a:xfrm>
              <a:off x="371263" y="4344805"/>
              <a:ext cx="11786450" cy="553069"/>
              <a:chOff x="372265" y="4340699"/>
              <a:chExt cx="11786450" cy="553069"/>
            </a:xfrm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61098B56-A5BA-46BC-8502-B54A288A6E51}"/>
                  </a:ext>
                </a:extLst>
              </p:cNvPr>
              <p:cNvGrpSpPr/>
              <p:nvPr/>
            </p:nvGrpSpPr>
            <p:grpSpPr>
              <a:xfrm>
                <a:off x="2219637" y="4347093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02" name="Picture 101">
                  <a:extLst>
                    <a:ext uri="{FF2B5EF4-FFF2-40B4-BE49-F238E27FC236}">
                      <a16:creationId xmlns:a16="http://schemas.microsoft.com/office/drawing/2014/main" id="{4F695C6F-D328-4C59-AEEB-6638152AFD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03" name="Picture 102">
                  <a:extLst>
                    <a:ext uri="{FF2B5EF4-FFF2-40B4-BE49-F238E27FC236}">
                      <a16:creationId xmlns:a16="http://schemas.microsoft.com/office/drawing/2014/main" id="{AA4B69AA-CF53-49EA-BE2F-49659DE6CB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04" name="Picture 103">
                  <a:extLst>
                    <a:ext uri="{FF2B5EF4-FFF2-40B4-BE49-F238E27FC236}">
                      <a16:creationId xmlns:a16="http://schemas.microsoft.com/office/drawing/2014/main" id="{F63FB2B8-C055-4071-8EE6-6AB72D976A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4A0DB07A-CC01-45F7-9E5A-D6D13848358B}"/>
                  </a:ext>
                </a:extLst>
              </p:cNvPr>
              <p:cNvGrpSpPr/>
              <p:nvPr/>
            </p:nvGrpSpPr>
            <p:grpSpPr>
              <a:xfrm>
                <a:off x="1607020" y="4353639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06" name="Picture 105">
                  <a:extLst>
                    <a:ext uri="{FF2B5EF4-FFF2-40B4-BE49-F238E27FC236}">
                      <a16:creationId xmlns:a16="http://schemas.microsoft.com/office/drawing/2014/main" id="{E18785DC-B09C-431B-95EE-647619A802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07" name="Picture 106">
                  <a:extLst>
                    <a:ext uri="{FF2B5EF4-FFF2-40B4-BE49-F238E27FC236}">
                      <a16:creationId xmlns:a16="http://schemas.microsoft.com/office/drawing/2014/main" id="{903EA686-A067-46AE-B7FF-DCA685CB3D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08" name="Picture 107">
                  <a:extLst>
                    <a:ext uri="{FF2B5EF4-FFF2-40B4-BE49-F238E27FC236}">
                      <a16:creationId xmlns:a16="http://schemas.microsoft.com/office/drawing/2014/main" id="{2CA73AF2-25A0-48D2-B934-DE50F76349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2B5A9947-A986-4D95-8C1A-0591FEEFDAB3}"/>
                  </a:ext>
                </a:extLst>
              </p:cNvPr>
              <p:cNvGrpSpPr/>
              <p:nvPr/>
            </p:nvGrpSpPr>
            <p:grpSpPr>
              <a:xfrm>
                <a:off x="997005" y="4361506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10" name="Picture 109">
                  <a:extLst>
                    <a:ext uri="{FF2B5EF4-FFF2-40B4-BE49-F238E27FC236}">
                      <a16:creationId xmlns:a16="http://schemas.microsoft.com/office/drawing/2014/main" id="{5C19A6CF-3B4E-421F-837D-FDC8A38493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11" name="Picture 110">
                  <a:extLst>
                    <a:ext uri="{FF2B5EF4-FFF2-40B4-BE49-F238E27FC236}">
                      <a16:creationId xmlns:a16="http://schemas.microsoft.com/office/drawing/2014/main" id="{12266563-C3E8-4EC1-915E-B10CA764CD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12" name="Picture 111">
                  <a:extLst>
                    <a:ext uri="{FF2B5EF4-FFF2-40B4-BE49-F238E27FC236}">
                      <a16:creationId xmlns:a16="http://schemas.microsoft.com/office/drawing/2014/main" id="{F3FD21FF-CB33-4D96-8D3A-CC02D78C1B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2DFB6174-FA47-4BD1-B895-83BBE6E77BB6}"/>
                  </a:ext>
                </a:extLst>
              </p:cNvPr>
              <p:cNvGrpSpPr/>
              <p:nvPr/>
            </p:nvGrpSpPr>
            <p:grpSpPr>
              <a:xfrm>
                <a:off x="372265" y="4361506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14" name="Picture 113">
                  <a:extLst>
                    <a:ext uri="{FF2B5EF4-FFF2-40B4-BE49-F238E27FC236}">
                      <a16:creationId xmlns:a16="http://schemas.microsoft.com/office/drawing/2014/main" id="{5ACCCD80-9796-4B90-9ECF-43690B0ECC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15" name="Picture 114">
                  <a:extLst>
                    <a:ext uri="{FF2B5EF4-FFF2-40B4-BE49-F238E27FC236}">
                      <a16:creationId xmlns:a16="http://schemas.microsoft.com/office/drawing/2014/main" id="{996ECC02-78B6-4B90-877E-F9805DCC5A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16" name="Picture 115">
                  <a:extLst>
                    <a:ext uri="{FF2B5EF4-FFF2-40B4-BE49-F238E27FC236}">
                      <a16:creationId xmlns:a16="http://schemas.microsoft.com/office/drawing/2014/main" id="{8602C943-4A91-48C2-93FE-6BC137E07A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3DF239B9-ED79-4506-88E7-12F91F3D64A5}"/>
                  </a:ext>
                </a:extLst>
              </p:cNvPr>
              <p:cNvGrpSpPr/>
              <p:nvPr/>
            </p:nvGrpSpPr>
            <p:grpSpPr>
              <a:xfrm>
                <a:off x="384028" y="4627406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18" name="Picture 117">
                  <a:extLst>
                    <a:ext uri="{FF2B5EF4-FFF2-40B4-BE49-F238E27FC236}">
                      <a16:creationId xmlns:a16="http://schemas.microsoft.com/office/drawing/2014/main" id="{8474E5DC-326E-4F4A-A4EB-D05814D303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19" name="Picture 118">
                  <a:extLst>
                    <a:ext uri="{FF2B5EF4-FFF2-40B4-BE49-F238E27FC236}">
                      <a16:creationId xmlns:a16="http://schemas.microsoft.com/office/drawing/2014/main" id="{04393EFA-525A-4645-A00B-7239B3A2BE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20" name="Picture 119">
                  <a:extLst>
                    <a:ext uri="{FF2B5EF4-FFF2-40B4-BE49-F238E27FC236}">
                      <a16:creationId xmlns:a16="http://schemas.microsoft.com/office/drawing/2014/main" id="{B314E911-4C1F-4D47-B7A3-25140FA60C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EFFBED48-16DA-463C-8FA3-CD04784F521A}"/>
                  </a:ext>
                </a:extLst>
              </p:cNvPr>
              <p:cNvGrpSpPr/>
              <p:nvPr/>
            </p:nvGrpSpPr>
            <p:grpSpPr>
              <a:xfrm>
                <a:off x="1023272" y="4629699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22" name="Picture 121">
                  <a:extLst>
                    <a:ext uri="{FF2B5EF4-FFF2-40B4-BE49-F238E27FC236}">
                      <a16:creationId xmlns:a16="http://schemas.microsoft.com/office/drawing/2014/main" id="{5DA83A57-682F-4C80-9A75-138C34464D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23" name="Picture 122">
                  <a:extLst>
                    <a:ext uri="{FF2B5EF4-FFF2-40B4-BE49-F238E27FC236}">
                      <a16:creationId xmlns:a16="http://schemas.microsoft.com/office/drawing/2014/main" id="{012CAEBD-C2EF-49A7-A1D4-BDAA3E1166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24" name="Picture 123">
                  <a:extLst>
                    <a:ext uri="{FF2B5EF4-FFF2-40B4-BE49-F238E27FC236}">
                      <a16:creationId xmlns:a16="http://schemas.microsoft.com/office/drawing/2014/main" id="{FF2CE294-5E6C-4122-9449-63260E92F1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C99B1A1E-4D9D-45B7-A689-C359EBBCB293}"/>
                  </a:ext>
                </a:extLst>
              </p:cNvPr>
              <p:cNvGrpSpPr/>
              <p:nvPr/>
            </p:nvGrpSpPr>
            <p:grpSpPr>
              <a:xfrm>
                <a:off x="1647018" y="4621323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26" name="Picture 125">
                  <a:extLst>
                    <a:ext uri="{FF2B5EF4-FFF2-40B4-BE49-F238E27FC236}">
                      <a16:creationId xmlns:a16="http://schemas.microsoft.com/office/drawing/2014/main" id="{1A874939-36D1-4931-A4AC-E4B01EED74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27" name="Picture 126">
                  <a:extLst>
                    <a:ext uri="{FF2B5EF4-FFF2-40B4-BE49-F238E27FC236}">
                      <a16:creationId xmlns:a16="http://schemas.microsoft.com/office/drawing/2014/main" id="{EAFC6E93-AA25-414D-A8D8-91239BD8C3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28" name="Picture 127">
                  <a:extLst>
                    <a:ext uri="{FF2B5EF4-FFF2-40B4-BE49-F238E27FC236}">
                      <a16:creationId xmlns:a16="http://schemas.microsoft.com/office/drawing/2014/main" id="{4810D049-E3F5-4A3E-95B7-91E97B0277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4C328E06-4EA0-4992-9C5A-3A39111C0789}"/>
                  </a:ext>
                </a:extLst>
              </p:cNvPr>
              <p:cNvGrpSpPr/>
              <p:nvPr/>
            </p:nvGrpSpPr>
            <p:grpSpPr>
              <a:xfrm>
                <a:off x="2267832" y="4621323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30" name="Picture 129">
                  <a:extLst>
                    <a:ext uri="{FF2B5EF4-FFF2-40B4-BE49-F238E27FC236}">
                      <a16:creationId xmlns:a16="http://schemas.microsoft.com/office/drawing/2014/main" id="{47AC3CA0-5FE1-4939-A53F-130A1590D3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31" name="Picture 130">
                  <a:extLst>
                    <a:ext uri="{FF2B5EF4-FFF2-40B4-BE49-F238E27FC236}">
                      <a16:creationId xmlns:a16="http://schemas.microsoft.com/office/drawing/2014/main" id="{C95E6F87-6E7B-47F9-A40B-07D7CEB4E0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32" name="Picture 131">
                  <a:extLst>
                    <a:ext uri="{FF2B5EF4-FFF2-40B4-BE49-F238E27FC236}">
                      <a16:creationId xmlns:a16="http://schemas.microsoft.com/office/drawing/2014/main" id="{39B5684E-06FD-4D66-B320-131F7D2671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1C16F262-B853-4E8F-98CF-4FDB83803B7B}"/>
                  </a:ext>
                </a:extLst>
              </p:cNvPr>
              <p:cNvGrpSpPr/>
              <p:nvPr/>
            </p:nvGrpSpPr>
            <p:grpSpPr>
              <a:xfrm>
                <a:off x="2908835" y="4631250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34" name="Picture 133">
                  <a:extLst>
                    <a:ext uri="{FF2B5EF4-FFF2-40B4-BE49-F238E27FC236}">
                      <a16:creationId xmlns:a16="http://schemas.microsoft.com/office/drawing/2014/main" id="{33CE5BE9-1FBA-4AAC-8B65-D410AAE51A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35" name="Picture 134">
                  <a:extLst>
                    <a:ext uri="{FF2B5EF4-FFF2-40B4-BE49-F238E27FC236}">
                      <a16:creationId xmlns:a16="http://schemas.microsoft.com/office/drawing/2014/main" id="{E540455D-F16C-492F-B8FE-ED5A7E3104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36" name="Picture 135">
                  <a:extLst>
                    <a:ext uri="{FF2B5EF4-FFF2-40B4-BE49-F238E27FC236}">
                      <a16:creationId xmlns:a16="http://schemas.microsoft.com/office/drawing/2014/main" id="{B7F334DB-25A7-4049-86F4-D647C60915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51E97DA5-CEC5-4BB7-825E-50B8DA5AF14C}"/>
                  </a:ext>
                </a:extLst>
              </p:cNvPr>
              <p:cNvGrpSpPr/>
              <p:nvPr/>
            </p:nvGrpSpPr>
            <p:grpSpPr>
              <a:xfrm>
                <a:off x="3532514" y="4625697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38" name="Picture 137">
                  <a:extLst>
                    <a:ext uri="{FF2B5EF4-FFF2-40B4-BE49-F238E27FC236}">
                      <a16:creationId xmlns:a16="http://schemas.microsoft.com/office/drawing/2014/main" id="{C44EE668-3BEF-48D9-A310-8A53E87CA5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39" name="Picture 138">
                  <a:extLst>
                    <a:ext uri="{FF2B5EF4-FFF2-40B4-BE49-F238E27FC236}">
                      <a16:creationId xmlns:a16="http://schemas.microsoft.com/office/drawing/2014/main" id="{76CC6775-C2A6-4838-9A47-A3120967A0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40" name="Picture 139">
                  <a:extLst>
                    <a:ext uri="{FF2B5EF4-FFF2-40B4-BE49-F238E27FC236}">
                      <a16:creationId xmlns:a16="http://schemas.microsoft.com/office/drawing/2014/main" id="{3E307BDB-910F-40D6-ADFE-AAC16B485C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EBBC8B95-B1F2-4E7F-8846-305BE77321FF}"/>
                  </a:ext>
                </a:extLst>
              </p:cNvPr>
              <p:cNvGrpSpPr/>
              <p:nvPr/>
            </p:nvGrpSpPr>
            <p:grpSpPr>
              <a:xfrm>
                <a:off x="4782869" y="4616382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42" name="Picture 141">
                  <a:extLst>
                    <a:ext uri="{FF2B5EF4-FFF2-40B4-BE49-F238E27FC236}">
                      <a16:creationId xmlns:a16="http://schemas.microsoft.com/office/drawing/2014/main" id="{1EBB1658-B11B-4D4F-9EE0-565F066097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43" name="Picture 142">
                  <a:extLst>
                    <a:ext uri="{FF2B5EF4-FFF2-40B4-BE49-F238E27FC236}">
                      <a16:creationId xmlns:a16="http://schemas.microsoft.com/office/drawing/2014/main" id="{0D69D995-CD8E-424B-A776-0405F7207A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44" name="Picture 143">
                  <a:extLst>
                    <a:ext uri="{FF2B5EF4-FFF2-40B4-BE49-F238E27FC236}">
                      <a16:creationId xmlns:a16="http://schemas.microsoft.com/office/drawing/2014/main" id="{373E348F-DF40-4F37-B73E-B407D472D3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14230DD5-2AEE-45B0-99E3-BB012299F282}"/>
                  </a:ext>
                </a:extLst>
              </p:cNvPr>
              <p:cNvGrpSpPr/>
              <p:nvPr/>
            </p:nvGrpSpPr>
            <p:grpSpPr>
              <a:xfrm>
                <a:off x="4168273" y="4616540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46" name="Picture 145">
                  <a:extLst>
                    <a:ext uri="{FF2B5EF4-FFF2-40B4-BE49-F238E27FC236}">
                      <a16:creationId xmlns:a16="http://schemas.microsoft.com/office/drawing/2014/main" id="{01509885-6A7E-4444-886B-3CE53EC648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47" name="Picture 146">
                  <a:extLst>
                    <a:ext uri="{FF2B5EF4-FFF2-40B4-BE49-F238E27FC236}">
                      <a16:creationId xmlns:a16="http://schemas.microsoft.com/office/drawing/2014/main" id="{BCE52C8C-431D-4636-8F9C-B65D077B84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48" name="Picture 147">
                  <a:extLst>
                    <a:ext uri="{FF2B5EF4-FFF2-40B4-BE49-F238E27FC236}">
                      <a16:creationId xmlns:a16="http://schemas.microsoft.com/office/drawing/2014/main" id="{C9B2772F-AE77-4CA0-986C-C39D6384C7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A40E271D-DA1F-446A-A13E-68F06DE5A0AA}"/>
                  </a:ext>
                </a:extLst>
              </p:cNvPr>
              <p:cNvGrpSpPr/>
              <p:nvPr/>
            </p:nvGrpSpPr>
            <p:grpSpPr>
              <a:xfrm>
                <a:off x="3447142" y="4351930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50" name="Picture 149">
                  <a:extLst>
                    <a:ext uri="{FF2B5EF4-FFF2-40B4-BE49-F238E27FC236}">
                      <a16:creationId xmlns:a16="http://schemas.microsoft.com/office/drawing/2014/main" id="{E9CD2673-9594-4A0A-9582-64CF456086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51" name="Picture 150">
                  <a:extLst>
                    <a:ext uri="{FF2B5EF4-FFF2-40B4-BE49-F238E27FC236}">
                      <a16:creationId xmlns:a16="http://schemas.microsoft.com/office/drawing/2014/main" id="{3C36E215-3BD6-4027-9F17-6F2585C716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52" name="Picture 151">
                  <a:extLst>
                    <a:ext uri="{FF2B5EF4-FFF2-40B4-BE49-F238E27FC236}">
                      <a16:creationId xmlns:a16="http://schemas.microsoft.com/office/drawing/2014/main" id="{808E1A4D-E74A-4DB3-949A-707B7CBB0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D784A3FF-9C2D-4A3F-A310-2FD1481DA30A}"/>
                  </a:ext>
                </a:extLst>
              </p:cNvPr>
              <p:cNvGrpSpPr/>
              <p:nvPr/>
            </p:nvGrpSpPr>
            <p:grpSpPr>
              <a:xfrm>
                <a:off x="4063153" y="4347093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54" name="Picture 153">
                  <a:extLst>
                    <a:ext uri="{FF2B5EF4-FFF2-40B4-BE49-F238E27FC236}">
                      <a16:creationId xmlns:a16="http://schemas.microsoft.com/office/drawing/2014/main" id="{A2DD482A-035E-4633-AAC9-D86708FAC5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55" name="Picture 154">
                  <a:extLst>
                    <a:ext uri="{FF2B5EF4-FFF2-40B4-BE49-F238E27FC236}">
                      <a16:creationId xmlns:a16="http://schemas.microsoft.com/office/drawing/2014/main" id="{A7083F2F-B965-49DA-AD44-CAB9451182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56" name="Picture 155">
                  <a:extLst>
                    <a:ext uri="{FF2B5EF4-FFF2-40B4-BE49-F238E27FC236}">
                      <a16:creationId xmlns:a16="http://schemas.microsoft.com/office/drawing/2014/main" id="{192784AD-2867-4567-B7A2-4496F17E02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6E065A82-E388-43E1-995A-DBE3C9BF9D10}"/>
                  </a:ext>
                </a:extLst>
              </p:cNvPr>
              <p:cNvGrpSpPr/>
              <p:nvPr/>
            </p:nvGrpSpPr>
            <p:grpSpPr>
              <a:xfrm>
                <a:off x="4679948" y="4350938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58" name="Picture 157">
                  <a:extLst>
                    <a:ext uri="{FF2B5EF4-FFF2-40B4-BE49-F238E27FC236}">
                      <a16:creationId xmlns:a16="http://schemas.microsoft.com/office/drawing/2014/main" id="{BC223DF2-211C-4D71-B34D-6E694B57F0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59" name="Picture 158">
                  <a:extLst>
                    <a:ext uri="{FF2B5EF4-FFF2-40B4-BE49-F238E27FC236}">
                      <a16:creationId xmlns:a16="http://schemas.microsoft.com/office/drawing/2014/main" id="{E22147AD-86FA-4A7B-8EE8-FF62C48929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60" name="Picture 159">
                  <a:extLst>
                    <a:ext uri="{FF2B5EF4-FFF2-40B4-BE49-F238E27FC236}">
                      <a16:creationId xmlns:a16="http://schemas.microsoft.com/office/drawing/2014/main" id="{DE6A8165-04B6-48C8-AB14-93C5E7AFBC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A76A6B2B-4735-4F46-A279-646FC2B0B705}"/>
                  </a:ext>
                </a:extLst>
              </p:cNvPr>
              <p:cNvGrpSpPr/>
              <p:nvPr/>
            </p:nvGrpSpPr>
            <p:grpSpPr>
              <a:xfrm>
                <a:off x="5295150" y="4350938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62" name="Picture 161">
                  <a:extLst>
                    <a:ext uri="{FF2B5EF4-FFF2-40B4-BE49-F238E27FC236}">
                      <a16:creationId xmlns:a16="http://schemas.microsoft.com/office/drawing/2014/main" id="{974065CB-B95D-49F8-9DF5-9F2EB9F6D2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63" name="Picture 162">
                  <a:extLst>
                    <a:ext uri="{FF2B5EF4-FFF2-40B4-BE49-F238E27FC236}">
                      <a16:creationId xmlns:a16="http://schemas.microsoft.com/office/drawing/2014/main" id="{A13AB422-0273-4E13-AEFC-6585493913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64" name="Picture 163">
                  <a:extLst>
                    <a:ext uri="{FF2B5EF4-FFF2-40B4-BE49-F238E27FC236}">
                      <a16:creationId xmlns:a16="http://schemas.microsoft.com/office/drawing/2014/main" id="{DD2D66F2-4DCA-4F44-AA78-7B21FE4DB5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F2BE4F4F-2BF6-4DE6-9119-8B6F2FF054E2}"/>
                  </a:ext>
                </a:extLst>
              </p:cNvPr>
              <p:cNvGrpSpPr/>
              <p:nvPr/>
            </p:nvGrpSpPr>
            <p:grpSpPr>
              <a:xfrm>
                <a:off x="5913437" y="4349138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66" name="Picture 165">
                  <a:extLst>
                    <a:ext uri="{FF2B5EF4-FFF2-40B4-BE49-F238E27FC236}">
                      <a16:creationId xmlns:a16="http://schemas.microsoft.com/office/drawing/2014/main" id="{E0DBBC19-1805-454F-8CE0-B2C2295677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67" name="Picture 166">
                  <a:extLst>
                    <a:ext uri="{FF2B5EF4-FFF2-40B4-BE49-F238E27FC236}">
                      <a16:creationId xmlns:a16="http://schemas.microsoft.com/office/drawing/2014/main" id="{62BACA84-1131-470E-8A5C-233C606573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68" name="Picture 167">
                  <a:extLst>
                    <a:ext uri="{FF2B5EF4-FFF2-40B4-BE49-F238E27FC236}">
                      <a16:creationId xmlns:a16="http://schemas.microsoft.com/office/drawing/2014/main" id="{D63808EA-C08F-4375-AED7-A748257546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AFDFFCD5-0867-4D4B-BAE2-DD984799E6D7}"/>
                  </a:ext>
                </a:extLst>
              </p:cNvPr>
              <p:cNvGrpSpPr/>
              <p:nvPr/>
            </p:nvGrpSpPr>
            <p:grpSpPr>
              <a:xfrm>
                <a:off x="7165225" y="4353639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70" name="Picture 169">
                  <a:extLst>
                    <a:ext uri="{FF2B5EF4-FFF2-40B4-BE49-F238E27FC236}">
                      <a16:creationId xmlns:a16="http://schemas.microsoft.com/office/drawing/2014/main" id="{33895DA4-DBF8-4121-801C-93DE42CD82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71" name="Picture 170">
                  <a:extLst>
                    <a:ext uri="{FF2B5EF4-FFF2-40B4-BE49-F238E27FC236}">
                      <a16:creationId xmlns:a16="http://schemas.microsoft.com/office/drawing/2014/main" id="{E77E82DD-6525-43EE-A045-39D68B2F54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72" name="Picture 171">
                  <a:extLst>
                    <a:ext uri="{FF2B5EF4-FFF2-40B4-BE49-F238E27FC236}">
                      <a16:creationId xmlns:a16="http://schemas.microsoft.com/office/drawing/2014/main" id="{BDE0DB82-9269-4961-8084-96A40960D6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2D8DFF3D-93FD-40AE-B00C-588C0ADD5C98}"/>
                  </a:ext>
                </a:extLst>
              </p:cNvPr>
              <p:cNvGrpSpPr/>
              <p:nvPr/>
            </p:nvGrpSpPr>
            <p:grpSpPr>
              <a:xfrm>
                <a:off x="6540429" y="4353639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74" name="Picture 173">
                  <a:extLst>
                    <a:ext uri="{FF2B5EF4-FFF2-40B4-BE49-F238E27FC236}">
                      <a16:creationId xmlns:a16="http://schemas.microsoft.com/office/drawing/2014/main" id="{A6409A7C-42AE-4B64-B77F-021641D51B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75" name="Picture 174">
                  <a:extLst>
                    <a:ext uri="{FF2B5EF4-FFF2-40B4-BE49-F238E27FC236}">
                      <a16:creationId xmlns:a16="http://schemas.microsoft.com/office/drawing/2014/main" id="{AB1E9C06-6414-4FBC-8620-FE28D3A0EB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76" name="Picture 175">
                  <a:extLst>
                    <a:ext uri="{FF2B5EF4-FFF2-40B4-BE49-F238E27FC236}">
                      <a16:creationId xmlns:a16="http://schemas.microsoft.com/office/drawing/2014/main" id="{B92BAD62-D6A6-4B37-A1AB-49CE04FC86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E8E488F2-CA68-450E-B5A0-BEB82FCCD5B4}"/>
                  </a:ext>
                </a:extLst>
              </p:cNvPr>
              <p:cNvGrpSpPr/>
              <p:nvPr/>
            </p:nvGrpSpPr>
            <p:grpSpPr>
              <a:xfrm>
                <a:off x="7780427" y="4353639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78" name="Picture 177">
                  <a:extLst>
                    <a:ext uri="{FF2B5EF4-FFF2-40B4-BE49-F238E27FC236}">
                      <a16:creationId xmlns:a16="http://schemas.microsoft.com/office/drawing/2014/main" id="{33738B97-8554-470E-A215-E37EAFA48B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79" name="Picture 178">
                  <a:extLst>
                    <a:ext uri="{FF2B5EF4-FFF2-40B4-BE49-F238E27FC236}">
                      <a16:creationId xmlns:a16="http://schemas.microsoft.com/office/drawing/2014/main" id="{89D6ACE1-54EA-401D-933C-80FCCC88E1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80" name="Picture 179">
                  <a:extLst>
                    <a:ext uri="{FF2B5EF4-FFF2-40B4-BE49-F238E27FC236}">
                      <a16:creationId xmlns:a16="http://schemas.microsoft.com/office/drawing/2014/main" id="{35E42085-1909-4EBC-B464-97E188BC63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0DBBF40D-D85D-4464-9C1F-273C9B191978}"/>
                  </a:ext>
                </a:extLst>
              </p:cNvPr>
              <p:cNvGrpSpPr/>
              <p:nvPr/>
            </p:nvGrpSpPr>
            <p:grpSpPr>
              <a:xfrm>
                <a:off x="8394099" y="4352647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82" name="Picture 181">
                  <a:extLst>
                    <a:ext uri="{FF2B5EF4-FFF2-40B4-BE49-F238E27FC236}">
                      <a16:creationId xmlns:a16="http://schemas.microsoft.com/office/drawing/2014/main" id="{D6C0AF88-A75B-468D-9640-7CA87C1802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83" name="Picture 182">
                  <a:extLst>
                    <a:ext uri="{FF2B5EF4-FFF2-40B4-BE49-F238E27FC236}">
                      <a16:creationId xmlns:a16="http://schemas.microsoft.com/office/drawing/2014/main" id="{BC29F934-3A13-421E-B16C-1AE298284F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84" name="Picture 183">
                  <a:extLst>
                    <a:ext uri="{FF2B5EF4-FFF2-40B4-BE49-F238E27FC236}">
                      <a16:creationId xmlns:a16="http://schemas.microsoft.com/office/drawing/2014/main" id="{E0EC7C40-2781-411E-BD5F-AED8AEA8E8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E7AAAA59-CFAA-4EA3-8ADF-FA40D3C9B310}"/>
                  </a:ext>
                </a:extLst>
              </p:cNvPr>
              <p:cNvGrpSpPr/>
              <p:nvPr/>
            </p:nvGrpSpPr>
            <p:grpSpPr>
              <a:xfrm>
                <a:off x="9032438" y="4347093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86" name="Picture 185">
                  <a:extLst>
                    <a:ext uri="{FF2B5EF4-FFF2-40B4-BE49-F238E27FC236}">
                      <a16:creationId xmlns:a16="http://schemas.microsoft.com/office/drawing/2014/main" id="{5D83A14D-4324-409B-983A-4625101979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87" name="Picture 186">
                  <a:extLst>
                    <a:ext uri="{FF2B5EF4-FFF2-40B4-BE49-F238E27FC236}">
                      <a16:creationId xmlns:a16="http://schemas.microsoft.com/office/drawing/2014/main" id="{92393EE3-3571-4254-A689-2893C56ED6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88" name="Picture 187">
                  <a:extLst>
                    <a:ext uri="{FF2B5EF4-FFF2-40B4-BE49-F238E27FC236}">
                      <a16:creationId xmlns:a16="http://schemas.microsoft.com/office/drawing/2014/main" id="{485C2588-8272-42B7-ABC6-449D0B4341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14BCFAB3-44D7-4BAE-A06A-8E0CD18E90BA}"/>
                  </a:ext>
                </a:extLst>
              </p:cNvPr>
              <p:cNvGrpSpPr/>
              <p:nvPr/>
            </p:nvGrpSpPr>
            <p:grpSpPr>
              <a:xfrm>
                <a:off x="9665617" y="4347093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90" name="Picture 189">
                  <a:extLst>
                    <a:ext uri="{FF2B5EF4-FFF2-40B4-BE49-F238E27FC236}">
                      <a16:creationId xmlns:a16="http://schemas.microsoft.com/office/drawing/2014/main" id="{F4326AC2-4E50-4224-B51F-E5F59856A0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91" name="Picture 190">
                  <a:extLst>
                    <a:ext uri="{FF2B5EF4-FFF2-40B4-BE49-F238E27FC236}">
                      <a16:creationId xmlns:a16="http://schemas.microsoft.com/office/drawing/2014/main" id="{7CF6066A-582D-41F7-8E2B-6B5047DE17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92" name="Picture 191">
                  <a:extLst>
                    <a:ext uri="{FF2B5EF4-FFF2-40B4-BE49-F238E27FC236}">
                      <a16:creationId xmlns:a16="http://schemas.microsoft.com/office/drawing/2014/main" id="{BB5E2854-BCC6-4E9C-B493-7C3FA87F02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93" name="Group 192">
                <a:extLst>
                  <a:ext uri="{FF2B5EF4-FFF2-40B4-BE49-F238E27FC236}">
                    <a16:creationId xmlns:a16="http://schemas.microsoft.com/office/drawing/2014/main" id="{7460FF62-1A41-485C-889B-3C22F9E51E56}"/>
                  </a:ext>
                </a:extLst>
              </p:cNvPr>
              <p:cNvGrpSpPr/>
              <p:nvPr/>
            </p:nvGrpSpPr>
            <p:grpSpPr>
              <a:xfrm>
                <a:off x="10292536" y="4344392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94" name="Picture 193">
                  <a:extLst>
                    <a:ext uri="{FF2B5EF4-FFF2-40B4-BE49-F238E27FC236}">
                      <a16:creationId xmlns:a16="http://schemas.microsoft.com/office/drawing/2014/main" id="{98F4C075-024A-4461-A181-AF1EC51449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95" name="Picture 194">
                  <a:extLst>
                    <a:ext uri="{FF2B5EF4-FFF2-40B4-BE49-F238E27FC236}">
                      <a16:creationId xmlns:a16="http://schemas.microsoft.com/office/drawing/2014/main" id="{ECFD539A-34A7-4DCA-9778-BA401772D1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96" name="Picture 195">
                  <a:extLst>
                    <a:ext uri="{FF2B5EF4-FFF2-40B4-BE49-F238E27FC236}">
                      <a16:creationId xmlns:a16="http://schemas.microsoft.com/office/drawing/2014/main" id="{9A02A1FC-3960-43C6-988B-BDCCA9614B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8817B30D-ABE1-4EC0-A99A-687EC4301BCC}"/>
                  </a:ext>
                </a:extLst>
              </p:cNvPr>
              <p:cNvGrpSpPr/>
              <p:nvPr/>
            </p:nvGrpSpPr>
            <p:grpSpPr>
              <a:xfrm>
                <a:off x="10906907" y="4340699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198" name="Picture 197">
                  <a:extLst>
                    <a:ext uri="{FF2B5EF4-FFF2-40B4-BE49-F238E27FC236}">
                      <a16:creationId xmlns:a16="http://schemas.microsoft.com/office/drawing/2014/main" id="{1B03B64C-3DDE-4A24-908A-73D9B6A8C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199" name="Picture 198">
                  <a:extLst>
                    <a:ext uri="{FF2B5EF4-FFF2-40B4-BE49-F238E27FC236}">
                      <a16:creationId xmlns:a16="http://schemas.microsoft.com/office/drawing/2014/main" id="{A90379A6-2943-49C5-9054-63B2F078C4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200" name="Picture 199">
                  <a:extLst>
                    <a:ext uri="{FF2B5EF4-FFF2-40B4-BE49-F238E27FC236}">
                      <a16:creationId xmlns:a16="http://schemas.microsoft.com/office/drawing/2014/main" id="{13DDF8F0-6DDF-4448-860F-0437F3E4AD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  <p:grpSp>
            <p:nvGrpSpPr>
              <p:cNvPr id="201" name="Group 200">
                <a:extLst>
                  <a:ext uri="{FF2B5EF4-FFF2-40B4-BE49-F238E27FC236}">
                    <a16:creationId xmlns:a16="http://schemas.microsoft.com/office/drawing/2014/main" id="{D7FFFA20-0E69-4E9D-A1FE-BC5A0768A12E}"/>
                  </a:ext>
                </a:extLst>
              </p:cNvPr>
              <p:cNvGrpSpPr/>
              <p:nvPr/>
            </p:nvGrpSpPr>
            <p:grpSpPr>
              <a:xfrm>
                <a:off x="11533014" y="4343400"/>
                <a:ext cx="625701" cy="262518"/>
                <a:chOff x="3985633" y="2192376"/>
                <a:chExt cx="1533889" cy="676364"/>
              </a:xfrm>
            </p:grpSpPr>
            <p:pic>
              <p:nvPicPr>
                <p:cNvPr id="202" name="Picture 201">
                  <a:extLst>
                    <a:ext uri="{FF2B5EF4-FFF2-40B4-BE49-F238E27FC236}">
                      <a16:creationId xmlns:a16="http://schemas.microsoft.com/office/drawing/2014/main" id="{9829895B-0613-455F-B9C4-6E659E6222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1694" y="219237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203" name="Picture 202">
                  <a:extLst>
                    <a:ext uri="{FF2B5EF4-FFF2-40B4-BE49-F238E27FC236}">
                      <a16:creationId xmlns:a16="http://schemas.microsoft.com/office/drawing/2014/main" id="{8721DCA6-8671-4969-96C1-106AB6F2E9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6602" y="2199336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204" name="Picture 203">
                  <a:extLst>
                    <a:ext uri="{FF2B5EF4-FFF2-40B4-BE49-F238E27FC236}">
                      <a16:creationId xmlns:a16="http://schemas.microsoft.com/office/drawing/2014/main" id="{ECF51216-AFAE-4909-88CF-72F8BE1AC0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633" y="2194932"/>
                  <a:ext cx="512920" cy="669404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9161E3F6-1C00-4101-8AEC-164FBD949699}"/>
              </a:ext>
            </a:extLst>
          </p:cNvPr>
          <p:cNvSpPr txBox="1"/>
          <p:nvPr/>
        </p:nvSpPr>
        <p:spPr>
          <a:xfrm>
            <a:off x="6976800" y="902864"/>
            <a:ext cx="2740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Patient 0 – 1</a:t>
            </a:r>
            <a:r>
              <a:rPr lang="en-AU" baseline="30000" dirty="0">
                <a:solidFill>
                  <a:schemeClr val="bg1"/>
                </a:solidFill>
              </a:rPr>
              <a:t>st</a:t>
            </a:r>
            <a:r>
              <a:rPr lang="en-AU" dirty="0">
                <a:solidFill>
                  <a:schemeClr val="bg1"/>
                </a:solidFill>
              </a:rPr>
              <a:t> Zombie 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654BF9A-2659-4553-B717-2CD2B4FC49A4}"/>
              </a:ext>
            </a:extLst>
          </p:cNvPr>
          <p:cNvSpPr txBox="1"/>
          <p:nvPr/>
        </p:nvSpPr>
        <p:spPr>
          <a:xfrm>
            <a:off x="7181377" y="1482881"/>
            <a:ext cx="2740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3 zombies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01B16A71-D507-4E8C-9BB2-93AFFEAAEE52}"/>
              </a:ext>
            </a:extLst>
          </p:cNvPr>
          <p:cNvSpPr txBox="1"/>
          <p:nvPr/>
        </p:nvSpPr>
        <p:spPr>
          <a:xfrm>
            <a:off x="8630785" y="2293059"/>
            <a:ext cx="2740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9 zombies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81C33ABA-41C5-40EA-9F00-EDC9C2C8F2D2}"/>
              </a:ext>
            </a:extLst>
          </p:cNvPr>
          <p:cNvSpPr txBox="1"/>
          <p:nvPr/>
        </p:nvSpPr>
        <p:spPr>
          <a:xfrm>
            <a:off x="10106537" y="3713669"/>
            <a:ext cx="2740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27 zombies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41A802F3-AA57-47E0-9463-1A0A5A2CD4D3}"/>
              </a:ext>
            </a:extLst>
          </p:cNvPr>
          <p:cNvSpPr txBox="1"/>
          <p:nvPr/>
        </p:nvSpPr>
        <p:spPr>
          <a:xfrm>
            <a:off x="10217582" y="4700848"/>
            <a:ext cx="2740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81 zombies</a:t>
            </a:r>
          </a:p>
        </p:txBody>
      </p: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533EAF77-FBB4-4138-93EE-72B22405E264}"/>
              </a:ext>
            </a:extLst>
          </p:cNvPr>
          <p:cNvGrpSpPr/>
          <p:nvPr/>
        </p:nvGrpSpPr>
        <p:grpSpPr>
          <a:xfrm>
            <a:off x="3985633" y="2192376"/>
            <a:ext cx="4483045" cy="680315"/>
            <a:chOff x="3985633" y="2192376"/>
            <a:chExt cx="4483045" cy="680315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FCDCFC1-B923-4269-A68C-004219FEF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8436" y="2192376"/>
              <a:ext cx="512920" cy="669404"/>
            </a:xfrm>
            <a:prstGeom prst="rect">
              <a:avLst/>
            </a:prstGeom>
          </p:spPr>
        </p:pic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570DCB4D-966F-4362-A72D-41B782EDC974}"/>
                </a:ext>
              </a:extLst>
            </p:cNvPr>
            <p:cNvGrpSpPr/>
            <p:nvPr/>
          </p:nvGrpSpPr>
          <p:grpSpPr>
            <a:xfrm>
              <a:off x="3985633" y="2192376"/>
              <a:ext cx="4483045" cy="680315"/>
              <a:chOff x="3985633" y="2192376"/>
              <a:chExt cx="4483045" cy="680315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9435AFF2-3452-4EB8-9669-9ABDB98D30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14082" y="2194095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3A5F5437-AC59-426B-8A16-9AAA991AF4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08028" y="2203287"/>
                <a:ext cx="512920" cy="669404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31DC0785-6375-466D-B803-6957C35470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7661" y="2203287"/>
                <a:ext cx="512920" cy="669404"/>
              </a:xfrm>
              <a:prstGeom prst="rect">
                <a:avLst/>
              </a:prstGeom>
            </p:spPr>
          </p:pic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A3DADB4F-9DEC-4D87-BD23-FFE89CD2803D}"/>
                  </a:ext>
                </a:extLst>
              </p:cNvPr>
              <p:cNvGrpSpPr/>
              <p:nvPr/>
            </p:nvGrpSpPr>
            <p:grpSpPr>
              <a:xfrm>
                <a:off x="3985633" y="2192376"/>
                <a:ext cx="4483045" cy="676364"/>
                <a:chOff x="3985633" y="2192376"/>
                <a:chExt cx="4483045" cy="676364"/>
              </a:xfrm>
            </p:grpSpPr>
            <p:pic>
              <p:nvPicPr>
                <p:cNvPr id="29" name="Picture 28">
                  <a:extLst>
                    <a:ext uri="{FF2B5EF4-FFF2-40B4-BE49-F238E27FC236}">
                      <a16:creationId xmlns:a16="http://schemas.microsoft.com/office/drawing/2014/main" id="{1B2B0819-0595-4872-8314-6C0C6D45C2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475924" y="2196144"/>
                  <a:ext cx="512920" cy="669404"/>
                </a:xfrm>
                <a:prstGeom prst="rect">
                  <a:avLst/>
                </a:prstGeom>
              </p:spPr>
            </p:pic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34264994-2536-46EC-BA72-B1F98B9586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955758" y="2192376"/>
                  <a:ext cx="512920" cy="669404"/>
                </a:xfrm>
                <a:prstGeom prst="rect">
                  <a:avLst/>
                </a:prstGeom>
              </p:spPr>
            </p:pic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0C5AADC1-05E5-47D8-A632-987A1C5CF846}"/>
                    </a:ext>
                  </a:extLst>
                </p:cNvPr>
                <p:cNvGrpSpPr/>
                <p:nvPr/>
              </p:nvGrpSpPr>
              <p:grpSpPr>
                <a:xfrm>
                  <a:off x="3985633" y="2192376"/>
                  <a:ext cx="1533889" cy="676364"/>
                  <a:chOff x="3985633" y="2192376"/>
                  <a:chExt cx="1533889" cy="676364"/>
                </a:xfrm>
              </p:grpSpPr>
              <p:pic>
                <p:nvPicPr>
                  <p:cNvPr id="23" name="Picture 22">
                    <a:extLst>
                      <a:ext uri="{FF2B5EF4-FFF2-40B4-BE49-F238E27FC236}">
                        <a16:creationId xmlns:a16="http://schemas.microsoft.com/office/drawing/2014/main" id="{BD446B53-D42E-4CFB-85C8-B38C140DE44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491694" y="2192376"/>
                    <a:ext cx="512920" cy="669404"/>
                  </a:xfrm>
                  <a:prstGeom prst="rect">
                    <a:avLst/>
                  </a:prstGeom>
                </p:spPr>
              </p:pic>
              <p:pic>
                <p:nvPicPr>
                  <p:cNvPr id="24" name="Picture 23">
                    <a:extLst>
                      <a:ext uri="{FF2B5EF4-FFF2-40B4-BE49-F238E27FC236}">
                        <a16:creationId xmlns:a16="http://schemas.microsoft.com/office/drawing/2014/main" id="{959079A9-659A-435D-9C8E-4952404B3E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5006602" y="2199336"/>
                    <a:ext cx="512920" cy="669404"/>
                  </a:xfrm>
                  <a:prstGeom prst="rect">
                    <a:avLst/>
                  </a:prstGeom>
                </p:spPr>
              </p:pic>
              <p:pic>
                <p:nvPicPr>
                  <p:cNvPr id="31" name="Picture 30">
                    <a:extLst>
                      <a:ext uri="{FF2B5EF4-FFF2-40B4-BE49-F238E27FC236}">
                        <a16:creationId xmlns:a16="http://schemas.microsoft.com/office/drawing/2014/main" id="{01D85C62-3356-489B-9DF9-C2046DD9FA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3985633" y="2194932"/>
                    <a:ext cx="512920" cy="669404"/>
                  </a:xfrm>
                  <a:prstGeom prst="rect">
                    <a:avLst/>
                  </a:prstGeom>
                </p:spPr>
              </p:pic>
            </p:grpSp>
          </p:grpSp>
        </p:grpSp>
      </p:grpSp>
      <p:sp>
        <p:nvSpPr>
          <p:cNvPr id="233" name="TextBox 232">
            <a:extLst>
              <a:ext uri="{FF2B5EF4-FFF2-40B4-BE49-F238E27FC236}">
                <a16:creationId xmlns:a16="http://schemas.microsoft.com/office/drawing/2014/main" id="{D002E2A5-DB3A-4481-A18F-4B2CAD0B7810}"/>
              </a:ext>
            </a:extLst>
          </p:cNvPr>
          <p:cNvSpPr txBox="1"/>
          <p:nvPr/>
        </p:nvSpPr>
        <p:spPr>
          <a:xfrm>
            <a:off x="2290982" y="5216434"/>
            <a:ext cx="855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Each day the number of zombies is _____________ the amount of the day before. 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C36B8C-77EF-47B7-8AA0-BBB44BE2AF56}"/>
              </a:ext>
            </a:extLst>
          </p:cNvPr>
          <p:cNvSpPr txBox="1"/>
          <p:nvPr/>
        </p:nvSpPr>
        <p:spPr>
          <a:xfrm>
            <a:off x="6241038" y="5043226"/>
            <a:ext cx="1498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bg1"/>
                </a:solidFill>
              </a:rPr>
              <a:t>triple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594CD583-5476-487A-9B1D-94867A8B9853}"/>
              </a:ext>
            </a:extLst>
          </p:cNvPr>
          <p:cNvSpPr txBox="1"/>
          <p:nvPr/>
        </p:nvSpPr>
        <p:spPr>
          <a:xfrm>
            <a:off x="4616579" y="5796432"/>
            <a:ext cx="3933009" cy="64633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Continue the pattern and complete the table on your worksheet. </a:t>
            </a:r>
          </a:p>
        </p:txBody>
      </p:sp>
    </p:spTree>
    <p:extLst>
      <p:ext uri="{BB962C8B-B14F-4D97-AF65-F5344CB8AC3E}">
        <p14:creationId xmlns:p14="http://schemas.microsoft.com/office/powerpoint/2010/main" val="394811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206" grpId="0"/>
      <p:bldP spid="207" grpId="0"/>
      <p:bldP spid="208" grpId="0"/>
      <p:bldP spid="209" grpId="0"/>
      <p:bldP spid="234" grpId="0"/>
      <p:bldP spid="2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79E9-B299-4BFE-BD54-F93C06BC0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6EC37-035B-4EB9-BFDB-F157F8E44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414" y="1811376"/>
            <a:ext cx="4645152" cy="76200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887FAD-BA59-409C-9A16-82BA997F0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0B61AF-D90B-4943-ACC7-0FBAC94AA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8" y="-19980"/>
            <a:ext cx="12208415" cy="6877980"/>
          </a:xfrm>
          <a:prstGeom prst="rect">
            <a:avLst/>
          </a:prstGeom>
        </p:spPr>
      </p:pic>
      <p:graphicFrame>
        <p:nvGraphicFramePr>
          <p:cNvPr id="26" name="Content Placeholder 25">
            <a:extLst>
              <a:ext uri="{FF2B5EF4-FFF2-40B4-BE49-F238E27FC236}">
                <a16:creationId xmlns:a16="http://schemas.microsoft.com/office/drawing/2014/main" id="{656B2D63-D432-4BEC-9165-01647D64A92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68134854"/>
              </p:ext>
            </p:extLst>
          </p:nvPr>
        </p:nvGraphicFramePr>
        <p:xfrm>
          <a:off x="1098673" y="3707566"/>
          <a:ext cx="9324525" cy="968016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847126">
                  <a:extLst>
                    <a:ext uri="{9D8B030D-6E8A-4147-A177-3AD203B41FA5}">
                      <a16:colId xmlns:a16="http://schemas.microsoft.com/office/drawing/2014/main" val="3411121829"/>
                    </a:ext>
                  </a:extLst>
                </a:gridCol>
                <a:gridCol w="847126">
                  <a:extLst>
                    <a:ext uri="{9D8B030D-6E8A-4147-A177-3AD203B41FA5}">
                      <a16:colId xmlns:a16="http://schemas.microsoft.com/office/drawing/2014/main" val="2876883457"/>
                    </a:ext>
                  </a:extLst>
                </a:gridCol>
                <a:gridCol w="847126">
                  <a:extLst>
                    <a:ext uri="{9D8B030D-6E8A-4147-A177-3AD203B41FA5}">
                      <a16:colId xmlns:a16="http://schemas.microsoft.com/office/drawing/2014/main" val="2674983458"/>
                    </a:ext>
                  </a:extLst>
                </a:gridCol>
                <a:gridCol w="847126">
                  <a:extLst>
                    <a:ext uri="{9D8B030D-6E8A-4147-A177-3AD203B41FA5}">
                      <a16:colId xmlns:a16="http://schemas.microsoft.com/office/drawing/2014/main" val="2083865481"/>
                    </a:ext>
                  </a:extLst>
                </a:gridCol>
                <a:gridCol w="848003">
                  <a:extLst>
                    <a:ext uri="{9D8B030D-6E8A-4147-A177-3AD203B41FA5}">
                      <a16:colId xmlns:a16="http://schemas.microsoft.com/office/drawing/2014/main" val="635508153"/>
                    </a:ext>
                  </a:extLst>
                </a:gridCol>
                <a:gridCol w="848003">
                  <a:extLst>
                    <a:ext uri="{9D8B030D-6E8A-4147-A177-3AD203B41FA5}">
                      <a16:colId xmlns:a16="http://schemas.microsoft.com/office/drawing/2014/main" val="3864794860"/>
                    </a:ext>
                  </a:extLst>
                </a:gridCol>
                <a:gridCol w="848003">
                  <a:extLst>
                    <a:ext uri="{9D8B030D-6E8A-4147-A177-3AD203B41FA5}">
                      <a16:colId xmlns:a16="http://schemas.microsoft.com/office/drawing/2014/main" val="408625857"/>
                    </a:ext>
                  </a:extLst>
                </a:gridCol>
                <a:gridCol w="848003">
                  <a:extLst>
                    <a:ext uri="{9D8B030D-6E8A-4147-A177-3AD203B41FA5}">
                      <a16:colId xmlns:a16="http://schemas.microsoft.com/office/drawing/2014/main" val="2076967781"/>
                    </a:ext>
                  </a:extLst>
                </a:gridCol>
                <a:gridCol w="848003">
                  <a:extLst>
                    <a:ext uri="{9D8B030D-6E8A-4147-A177-3AD203B41FA5}">
                      <a16:colId xmlns:a16="http://schemas.microsoft.com/office/drawing/2014/main" val="1075593590"/>
                    </a:ext>
                  </a:extLst>
                </a:gridCol>
                <a:gridCol w="848003">
                  <a:extLst>
                    <a:ext uri="{9D8B030D-6E8A-4147-A177-3AD203B41FA5}">
                      <a16:colId xmlns:a16="http://schemas.microsoft.com/office/drawing/2014/main" val="2344785775"/>
                    </a:ext>
                  </a:extLst>
                </a:gridCol>
                <a:gridCol w="848003">
                  <a:extLst>
                    <a:ext uri="{9D8B030D-6E8A-4147-A177-3AD203B41FA5}">
                      <a16:colId xmlns:a16="http://schemas.microsoft.com/office/drawing/2014/main" val="3526490797"/>
                    </a:ext>
                  </a:extLst>
                </a:gridCol>
              </a:tblGrid>
              <a:tr h="4840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Days</a:t>
                      </a:r>
                      <a:endParaRPr lang="en-A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800" dirty="0">
                          <a:effectLst/>
                        </a:rPr>
                        <a:t>1</a:t>
                      </a:r>
                      <a:endParaRPr lang="en-A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800" dirty="0">
                          <a:effectLst/>
                        </a:rPr>
                        <a:t>2</a:t>
                      </a:r>
                      <a:endParaRPr lang="en-A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800">
                          <a:effectLst/>
                        </a:rPr>
                        <a:t>3</a:t>
                      </a:r>
                      <a:endParaRPr lang="en-A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800">
                          <a:effectLst/>
                        </a:rPr>
                        <a:t>4</a:t>
                      </a:r>
                      <a:endParaRPr lang="en-A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800">
                          <a:effectLst/>
                        </a:rPr>
                        <a:t>5</a:t>
                      </a:r>
                      <a:endParaRPr lang="en-A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800">
                          <a:effectLst/>
                        </a:rPr>
                        <a:t>6</a:t>
                      </a:r>
                      <a:endParaRPr lang="en-A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800">
                          <a:effectLst/>
                        </a:rPr>
                        <a:t>7</a:t>
                      </a:r>
                      <a:endParaRPr lang="en-A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800">
                          <a:effectLst/>
                        </a:rPr>
                        <a:t>8</a:t>
                      </a:r>
                      <a:endParaRPr lang="en-A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800">
                          <a:effectLst/>
                        </a:rPr>
                        <a:t>9</a:t>
                      </a:r>
                      <a:endParaRPr lang="en-A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800">
                          <a:effectLst/>
                        </a:rPr>
                        <a:t>10</a:t>
                      </a:r>
                      <a:endParaRPr lang="en-A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extLst>
                  <a:ext uri="{0D108BD9-81ED-4DB2-BD59-A6C34878D82A}">
                    <a16:rowId xmlns:a16="http://schemas.microsoft.com/office/drawing/2014/main" val="3024629768"/>
                  </a:ext>
                </a:extLst>
              </a:tr>
              <a:tr h="4840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Zombies</a:t>
                      </a:r>
                      <a:endParaRPr lang="en-A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</a:t>
                      </a:r>
                      <a:endParaRPr lang="en-A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</a:t>
                      </a:r>
                      <a:endParaRPr lang="en-A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</a:t>
                      </a:r>
                      <a:endParaRPr lang="en-A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</a:t>
                      </a:r>
                      <a:endParaRPr lang="en-A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</a:t>
                      </a:r>
                      <a:endParaRPr lang="en-A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</a:t>
                      </a:r>
                      <a:endParaRPr lang="en-A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</a:t>
                      </a:r>
                      <a:endParaRPr lang="en-A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</a:t>
                      </a:r>
                      <a:endParaRPr lang="en-A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</a:t>
                      </a:r>
                      <a:endParaRPr lang="en-A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</a:t>
                      </a:r>
                      <a:endParaRPr lang="en-A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229" marR="47229" marT="0" marB="0" anchor="ctr"/>
                </a:tc>
                <a:extLst>
                  <a:ext uri="{0D108BD9-81ED-4DB2-BD59-A6C34878D82A}">
                    <a16:rowId xmlns:a16="http://schemas.microsoft.com/office/drawing/2014/main" val="2243745498"/>
                  </a:ext>
                </a:extLst>
              </a:tr>
            </a:tbl>
          </a:graphicData>
        </a:graphic>
      </p:graphicFrame>
      <p:graphicFrame>
        <p:nvGraphicFramePr>
          <p:cNvPr id="27" name="Content Placeholder 26">
            <a:extLst>
              <a:ext uri="{FF2B5EF4-FFF2-40B4-BE49-F238E27FC236}">
                <a16:creationId xmlns:a16="http://schemas.microsoft.com/office/drawing/2014/main" id="{D484FF54-2F17-4FDC-8318-1BD8D738F58B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539923140"/>
              </p:ext>
            </p:extLst>
          </p:nvPr>
        </p:nvGraphicFramePr>
        <p:xfrm>
          <a:off x="1044411" y="4715129"/>
          <a:ext cx="9433047" cy="1132313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305585">
                  <a:extLst>
                    <a:ext uri="{9D8B030D-6E8A-4147-A177-3AD203B41FA5}">
                      <a16:colId xmlns:a16="http://schemas.microsoft.com/office/drawing/2014/main" val="2626374154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569006745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020146687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939588878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465373902"/>
                    </a:ext>
                  </a:extLst>
                </a:gridCol>
                <a:gridCol w="1934774">
                  <a:extLst>
                    <a:ext uri="{9D8B030D-6E8A-4147-A177-3AD203B41FA5}">
                      <a16:colId xmlns:a16="http://schemas.microsoft.com/office/drawing/2014/main" val="2734946164"/>
                    </a:ext>
                  </a:extLst>
                </a:gridCol>
              </a:tblGrid>
              <a:tr h="4547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Days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09" marR="562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20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09" marR="562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30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09" marR="562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40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09" marR="562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50</a:t>
                      </a:r>
                      <a:endParaRPr lang="en-A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09" marR="562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60</a:t>
                      </a:r>
                      <a:endParaRPr lang="en-A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09" marR="56209" marT="0" marB="0" anchor="ctr"/>
                </a:tc>
                <a:extLst>
                  <a:ext uri="{0D108BD9-81ED-4DB2-BD59-A6C34878D82A}">
                    <a16:rowId xmlns:a16="http://schemas.microsoft.com/office/drawing/2014/main" val="409627202"/>
                  </a:ext>
                </a:extLst>
              </a:tr>
              <a:tr h="6775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Zombies</a:t>
                      </a:r>
                      <a:endParaRPr lang="en-A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09" marR="562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 </a:t>
                      </a:r>
                      <a:endParaRPr lang="en-A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09" marR="562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 </a:t>
                      </a:r>
                      <a:endParaRPr lang="en-A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09" marR="562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09" marR="562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09" marR="562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09" marR="56209" marT="0" marB="0" anchor="ctr"/>
                </a:tc>
                <a:extLst>
                  <a:ext uri="{0D108BD9-81ED-4DB2-BD59-A6C34878D82A}">
                    <a16:rowId xmlns:a16="http://schemas.microsoft.com/office/drawing/2014/main" val="368974604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EEB4606-93B7-44EC-B0FD-B55017B1A448}"/>
              </a:ext>
            </a:extLst>
          </p:cNvPr>
          <p:cNvSpPr txBox="1"/>
          <p:nvPr/>
        </p:nvSpPr>
        <p:spPr>
          <a:xfrm>
            <a:off x="3240075" y="717915"/>
            <a:ext cx="5184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chemeClr val="bg1"/>
                </a:solidFill>
                <a:latin typeface="Aharoni" panose="020B0604020202020204" pitchFamily="2" charset="-79"/>
                <a:cs typeface="Aharoni" panose="020B0604020202020204" pitchFamily="2" charset="-79"/>
              </a:rPr>
              <a:t>Zombie Apocalypse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8D2D4BB-E658-425D-8D3D-C8102157E19B}"/>
                  </a:ext>
                </a:extLst>
              </p:cNvPr>
              <p:cNvSpPr/>
              <p:nvPr/>
            </p:nvSpPr>
            <p:spPr>
              <a:xfrm>
                <a:off x="3538314" y="1735176"/>
                <a:ext cx="2952062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AU" sz="4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4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lit/>
                            </m:rPr>
                            <a:rPr lang="en-AU" sz="4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_____</m:t>
                          </m:r>
                        </m:e>
                        <m:sup>
                          <m:r>
                            <a:rPr lang="en-AU" sz="4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en-AU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8D2D4BB-E658-425D-8D3D-C8102157E1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314" y="1735176"/>
                <a:ext cx="2952062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A4E26F4-5786-4745-BF66-B719906743E7}"/>
              </a:ext>
            </a:extLst>
          </p:cNvPr>
          <p:cNvSpPr txBox="1"/>
          <p:nvPr/>
        </p:nvSpPr>
        <p:spPr>
          <a:xfrm>
            <a:off x="1845940" y="2924944"/>
            <a:ext cx="1692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Number of zombies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68BFDF-96F8-4922-B60D-F8F71BCDB863}"/>
              </a:ext>
            </a:extLst>
          </p:cNvPr>
          <p:cNvSpPr txBox="1"/>
          <p:nvPr/>
        </p:nvSpPr>
        <p:spPr>
          <a:xfrm>
            <a:off x="7337279" y="1659404"/>
            <a:ext cx="1692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Number of days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3256F0C-D3C5-4C3B-AE24-8A36DA0554A3}"/>
              </a:ext>
            </a:extLst>
          </p:cNvPr>
          <p:cNvCxnSpPr/>
          <p:nvPr/>
        </p:nvCxnSpPr>
        <p:spPr>
          <a:xfrm flipV="1">
            <a:off x="2494012" y="2420888"/>
            <a:ext cx="1044302" cy="504056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AB02678-152B-4D0A-98C4-AF4C5A2C684F}"/>
              </a:ext>
            </a:extLst>
          </p:cNvPr>
          <p:cNvCxnSpPr>
            <a:cxnSpLocks/>
          </p:cNvCxnSpPr>
          <p:nvPr/>
        </p:nvCxnSpPr>
        <p:spPr>
          <a:xfrm flipH="1" flipV="1">
            <a:off x="6323014" y="1980220"/>
            <a:ext cx="1014266" cy="139676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73C3FA1-90B0-4582-A4F0-F136B41AAA90}"/>
              </a:ext>
            </a:extLst>
          </p:cNvPr>
          <p:cNvCxnSpPr>
            <a:cxnSpLocks/>
          </p:cNvCxnSpPr>
          <p:nvPr/>
        </p:nvCxnSpPr>
        <p:spPr>
          <a:xfrm flipV="1">
            <a:off x="5496726" y="2626755"/>
            <a:ext cx="0" cy="442205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A25CC48-3069-4E1C-A492-69D85F55F63E}"/>
              </a:ext>
            </a:extLst>
          </p:cNvPr>
          <p:cNvSpPr txBox="1"/>
          <p:nvPr/>
        </p:nvSpPr>
        <p:spPr>
          <a:xfrm>
            <a:off x="4366220" y="3068960"/>
            <a:ext cx="4058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What number should go here?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2CE88B-8699-40C9-B847-9BA31D9D304E}"/>
              </a:ext>
            </a:extLst>
          </p:cNvPr>
          <p:cNvSpPr txBox="1"/>
          <p:nvPr/>
        </p:nvSpPr>
        <p:spPr>
          <a:xfrm>
            <a:off x="5186862" y="1785228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9335B4-CC7B-494E-9A24-90B945BD37C4}"/>
              </a:ext>
            </a:extLst>
          </p:cNvPr>
          <p:cNvSpPr txBox="1"/>
          <p:nvPr/>
        </p:nvSpPr>
        <p:spPr>
          <a:xfrm>
            <a:off x="2710036" y="6093296"/>
            <a:ext cx="7056784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 on a piece of graph paper. Remember you pick a few points and connect with a curved line.</a:t>
            </a:r>
          </a:p>
        </p:txBody>
      </p:sp>
    </p:spTree>
    <p:extLst>
      <p:ext uri="{BB962C8B-B14F-4D97-AF65-F5344CB8AC3E}">
        <p14:creationId xmlns:p14="http://schemas.microsoft.com/office/powerpoint/2010/main" val="101842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79E9-B299-4BFE-BD54-F93C06BC0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6EC37-035B-4EB9-BFDB-F157F8E44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414" y="1811376"/>
            <a:ext cx="4645152" cy="76200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17996-58B3-41C1-B5C5-0D8729E871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887FAD-BA59-409C-9A16-82BA997F0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15F3B-1CA5-44BC-98A2-A73C4D49C49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0B61AF-D90B-4943-ACC7-0FBAC94AA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877" y="0"/>
            <a:ext cx="12208415" cy="68779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EB4606-93B7-44EC-B0FD-B55017B1A448}"/>
              </a:ext>
            </a:extLst>
          </p:cNvPr>
          <p:cNvSpPr txBox="1"/>
          <p:nvPr/>
        </p:nvSpPr>
        <p:spPr>
          <a:xfrm>
            <a:off x="3240075" y="717915"/>
            <a:ext cx="5184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chemeClr val="bg1"/>
                </a:solidFill>
                <a:latin typeface="Aharoni" panose="020B0604020202020204" pitchFamily="2" charset="-79"/>
                <a:cs typeface="Aharoni" panose="020B0604020202020204" pitchFamily="2" charset="-79"/>
              </a:rPr>
              <a:t>Questions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E57F9A-74CE-40D8-BFC2-289C8F2D9F49}"/>
              </a:ext>
            </a:extLst>
          </p:cNvPr>
          <p:cNvSpPr/>
          <p:nvPr/>
        </p:nvSpPr>
        <p:spPr>
          <a:xfrm>
            <a:off x="8326659" y="4252588"/>
            <a:ext cx="3403369" cy="20313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dirty="0"/>
              <a:t>A: 167 days (almost 6 months).</a:t>
            </a:r>
          </a:p>
          <a:p>
            <a:endParaRPr lang="en-AU" dirty="0"/>
          </a:p>
          <a:p>
            <a:r>
              <a:rPr lang="en-AU" dirty="0"/>
              <a:t>B: 53 days (just under 8 weeks).</a:t>
            </a:r>
          </a:p>
          <a:p>
            <a:endParaRPr lang="en-AU" dirty="0"/>
          </a:p>
          <a:p>
            <a:r>
              <a:rPr lang="en-AU" dirty="0"/>
              <a:t>C: 17 days (just over two week).</a:t>
            </a:r>
          </a:p>
          <a:p>
            <a:endParaRPr lang="en-AU" dirty="0"/>
          </a:p>
          <a:p>
            <a:r>
              <a:rPr lang="en-AU" dirty="0"/>
              <a:t>D: 6 days (less than a week).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AECB22-7812-4427-B37E-F43D10AF6791}"/>
              </a:ext>
            </a:extLst>
          </p:cNvPr>
          <p:cNvSpPr/>
          <p:nvPr/>
        </p:nvSpPr>
        <p:spPr>
          <a:xfrm>
            <a:off x="1106479" y="1271842"/>
            <a:ext cx="6812367" cy="3737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594360" algn="l"/>
              </a:tabLst>
            </a:pPr>
            <a:r>
              <a:rPr lang="en-AU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this exponential growth or decay? </a:t>
            </a:r>
            <a:endParaRPr lang="en-AU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594360" algn="l"/>
              </a:tabLst>
            </a:pPr>
            <a:r>
              <a:rPr lang="en-AU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many days would it take for all of Baldivis Secondary College to turn into zombies (1800 students)? </a:t>
            </a:r>
            <a:endParaRPr lang="en-AU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594360" algn="l"/>
              </a:tabLst>
            </a:pPr>
            <a:r>
              <a:rPr lang="en-AU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many days would it take for all of Baldivis (31,600)?</a:t>
            </a:r>
            <a:endParaRPr lang="en-AU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594360" algn="l"/>
              </a:tabLst>
            </a:pPr>
            <a:r>
              <a:rPr lang="en-AU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long would it take for all of Australia to turn into zombies (24.6 million)?</a:t>
            </a:r>
            <a:endParaRPr lang="en-AU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594360" algn="l"/>
              </a:tabLst>
            </a:pPr>
            <a:r>
              <a:rPr lang="en-AU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Could this exponential growth be sustained forever? Why not?</a:t>
            </a:r>
            <a:endParaRPr lang="en-AU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BBA3E2-E79B-42AF-AE0F-3A754FEC8E48}"/>
              </a:ext>
            </a:extLst>
          </p:cNvPr>
          <p:cNvSpPr txBox="1"/>
          <p:nvPr/>
        </p:nvSpPr>
        <p:spPr>
          <a:xfrm>
            <a:off x="8376355" y="3848914"/>
            <a:ext cx="3486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Was your original guess correct?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8FA5BD-6D7B-4765-877A-ADACCCC5EF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927"/>
          <a:stretch/>
        </p:blipFill>
        <p:spPr>
          <a:xfrm>
            <a:off x="8881472" y="421933"/>
            <a:ext cx="2476500" cy="250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69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7667</TotalTime>
  <Words>505</Words>
  <Application>Microsoft Office PowerPoint</Application>
  <PresentationFormat>Custom</PresentationFormat>
  <Paragraphs>107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Aharoni</vt:lpstr>
      <vt:lpstr>Arial</vt:lpstr>
      <vt:lpstr>Calibri</vt:lpstr>
      <vt:lpstr>Cambria Math</vt:lpstr>
      <vt:lpstr>Palatino Linotype</vt:lpstr>
      <vt:lpstr>Times New Roman</vt:lpstr>
      <vt:lpstr>Watercolor_16x9</vt:lpstr>
      <vt:lpstr>Topic: Exponential Growth and Decay</vt:lpstr>
      <vt:lpstr>Warm Up Questions: </vt:lpstr>
      <vt:lpstr>Topic: Exponential Growth and Decay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LATHAM Alexandria [Baldivis Secondary College]</cp:lastModifiedBy>
  <cp:revision>69</cp:revision>
  <dcterms:created xsi:type="dcterms:W3CDTF">2018-07-29T09:37:46Z</dcterms:created>
  <dcterms:modified xsi:type="dcterms:W3CDTF">2018-11-19T01:44:51Z</dcterms:modified>
</cp:coreProperties>
</file>