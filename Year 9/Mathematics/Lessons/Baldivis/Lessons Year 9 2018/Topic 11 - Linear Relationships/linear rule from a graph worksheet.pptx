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23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62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544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647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928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286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275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68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710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9001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238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83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4DCC1-8E95-457A-83AA-41F81C6C23EE}" type="datetimeFigureOut">
              <a:rPr lang="en-AU" smtClean="0"/>
              <a:t>9/09/2018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1172B-D132-4D2E-B396-4F4DD060E3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112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41D476-9D26-4473-845F-DE7D9B4F7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387"/>
            <a:ext cx="6858000" cy="4675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7FC1F1-08D4-474A-92AF-029021030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9873"/>
            <a:ext cx="6858000" cy="356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91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7F97405-7B7C-4133-A7FC-3F43E45C9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39" y="420756"/>
            <a:ext cx="6178121" cy="906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218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0</Words>
  <Application>Microsoft Office PowerPoint</Application>
  <PresentationFormat>A4 Paper (210x297 mm)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James WILSON</cp:lastModifiedBy>
  <cp:revision>1</cp:revision>
  <dcterms:created xsi:type="dcterms:W3CDTF">2018-09-08T17:58:34Z</dcterms:created>
  <dcterms:modified xsi:type="dcterms:W3CDTF">2018-09-08T18:05:41Z</dcterms:modified>
</cp:coreProperties>
</file>