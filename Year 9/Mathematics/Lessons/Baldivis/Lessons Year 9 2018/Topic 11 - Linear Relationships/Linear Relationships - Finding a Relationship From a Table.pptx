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89" r:id="rId2"/>
    <p:sldId id="259" r:id="rId3"/>
    <p:sldId id="258" r:id="rId4"/>
    <p:sldId id="398" r:id="rId5"/>
    <p:sldId id="397" r:id="rId6"/>
    <p:sldId id="261" r:id="rId7"/>
    <p:sldId id="390" r:id="rId8"/>
    <p:sldId id="392" r:id="rId9"/>
    <p:sldId id="393" r:id="rId10"/>
    <p:sldId id="394" r:id="rId11"/>
    <p:sldId id="395" r:id="rId12"/>
    <p:sldId id="39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5" autoAdjust="0"/>
    <p:restoredTop sz="94660"/>
  </p:normalViewPr>
  <p:slideViewPr>
    <p:cSldViewPr>
      <p:cViewPr>
        <p:scale>
          <a:sx n="93" d="100"/>
          <a:sy n="93" d="100"/>
        </p:scale>
        <p:origin x="84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BCFE2-6253-4348-9B09-420E3B58B207}" type="datetimeFigureOut">
              <a:rPr lang="en-GB" smtClean="0"/>
              <a:t>02/09/2018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B26D4-533B-4C79-A515-52D7EF59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56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0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7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71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8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8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7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81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84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0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362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00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7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61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2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Linear Relationships – Finding a Rule From a Table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49166-CC40-4F73-91D8-81ACD3004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 Maths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78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9CF0-BD6A-4772-8B9A-51627AF8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True Or False?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00EE5A-1F19-4A8D-9593-A240D85BA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456" y="2420888"/>
            <a:ext cx="10623991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4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9D88E7F-B529-436A-AB32-8C6C74376AF3}"/>
              </a:ext>
            </a:extLst>
          </p:cNvPr>
          <p:cNvSpPr txBox="1"/>
          <p:nvPr/>
        </p:nvSpPr>
        <p:spPr>
          <a:xfrm>
            <a:off x="375279" y="2006445"/>
            <a:ext cx="197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linear relationship?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/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A linear equation produces a straight line. Linear equations are written in the form: </a:t>
                </a:r>
                <a:br>
                  <a:rPr lang="en-AU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blipFill>
                <a:blip r:embed="rId2"/>
                <a:stretch>
                  <a:fillRect l="-1125" t="-2994" r="-675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C51B2E0-5107-4C73-A4D1-94E0C530B343}"/>
              </a:ext>
            </a:extLst>
          </p:cNvPr>
          <p:cNvSpPr txBox="1"/>
          <p:nvPr/>
        </p:nvSpPr>
        <p:spPr>
          <a:xfrm>
            <a:off x="8184232" y="2060848"/>
            <a:ext cx="3888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m?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r>
              <a:rPr lang="en-AU" dirty="0"/>
              <a:t>What is 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201D21-8C08-4734-B26E-0EFA97B93BFB}"/>
              </a:ext>
            </a:extLst>
          </p:cNvPr>
          <p:cNvSpPr txBox="1"/>
          <p:nvPr/>
        </p:nvSpPr>
        <p:spPr>
          <a:xfrm>
            <a:off x="2475247" y="1915579"/>
            <a:ext cx="5420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Example: Find the linear equation from this table of values.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707F3-FA78-4E70-A0CD-9A31C5687B50}"/>
              </a:ext>
            </a:extLst>
          </p:cNvPr>
          <p:cNvSpPr txBox="1"/>
          <p:nvPr/>
        </p:nvSpPr>
        <p:spPr>
          <a:xfrm>
            <a:off x="167194" y="2009745"/>
            <a:ext cx="2112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create a linear equation (or rule) from a table?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056D2-0B2F-4CD7-A573-68C1418C183E}"/>
              </a:ext>
            </a:extLst>
          </p:cNvPr>
          <p:cNvSpPr/>
          <p:nvPr/>
        </p:nvSpPr>
        <p:spPr>
          <a:xfrm>
            <a:off x="2522219" y="3803646"/>
            <a:ext cx="5420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1. Find the difference pattern in the y-values. This is the value of 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9A544E-888B-4DC3-ACCC-28EB17BEF1B7}"/>
              </a:ext>
            </a:extLst>
          </p:cNvPr>
          <p:cNvSpPr/>
          <p:nvPr/>
        </p:nvSpPr>
        <p:spPr>
          <a:xfrm>
            <a:off x="2537568" y="4420807"/>
            <a:ext cx="54209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Find the value of c. There are 2 ways we can do this.</a:t>
            </a:r>
          </a:p>
          <a:p>
            <a:pPr marL="342900" indent="-342900">
              <a:buAutoNum type="arabicParenR"/>
            </a:pPr>
            <a:r>
              <a:rPr lang="en-US" b="1" dirty="0">
                <a:solidFill>
                  <a:srgbClr val="FF0000"/>
                </a:solidFill>
              </a:rPr>
              <a:t>Work out what y would be when x = 0.</a:t>
            </a:r>
          </a:p>
          <a:p>
            <a:pPr marL="342900" indent="-342900">
              <a:buAutoNum type="arabicParenR"/>
            </a:pPr>
            <a:r>
              <a:rPr lang="en-US" dirty="0"/>
              <a:t>Use ‘substitution’ by picking corresponding x and y values and working out what needs to be added to </a:t>
            </a:r>
            <a:r>
              <a:rPr lang="en-US" i="1" dirty="0"/>
              <a:t>m</a:t>
            </a:r>
            <a:r>
              <a:rPr lang="en-US" dirty="0"/>
              <a:t>x to equal y</a:t>
            </a:r>
            <a:endParaRPr lang="en-AU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8E3847-F5C8-4989-B207-02BBFE50AD78}"/>
              </a:ext>
            </a:extLst>
          </p:cNvPr>
          <p:cNvSpPr txBox="1"/>
          <p:nvPr/>
        </p:nvSpPr>
        <p:spPr>
          <a:xfrm>
            <a:off x="8224450" y="353462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57349EC-94CE-4230-BDBC-7F977B0C6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890280"/>
              </p:ext>
            </p:extLst>
          </p:nvPr>
        </p:nvGraphicFramePr>
        <p:xfrm>
          <a:off x="2493898" y="2618250"/>
          <a:ext cx="55012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F92D6EA-E5BA-4766-AC1E-682B4242C4FA}"/>
              </a:ext>
            </a:extLst>
          </p:cNvPr>
          <p:cNvSpPr txBox="1"/>
          <p:nvPr/>
        </p:nvSpPr>
        <p:spPr>
          <a:xfrm>
            <a:off x="3594990" y="3268620"/>
            <a:ext cx="273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+3       +3      +3	</a:t>
            </a:r>
            <a:endParaRPr lang="en-AU" b="1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75A89-EEB1-4CE2-ACD0-59D138887A54}"/>
              </a:ext>
            </a:extLst>
          </p:cNvPr>
          <p:cNvSpPr txBox="1"/>
          <p:nvPr/>
        </p:nvSpPr>
        <p:spPr>
          <a:xfrm>
            <a:off x="2279576" y="3474207"/>
            <a:ext cx="150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x= 0, y = 2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2472EA-E6CA-4AC4-810C-EE1378792994}"/>
              </a:ext>
            </a:extLst>
          </p:cNvPr>
          <p:cNvCxnSpPr/>
          <p:nvPr/>
        </p:nvCxnSpPr>
        <p:spPr>
          <a:xfrm flipH="1">
            <a:off x="2993685" y="3307338"/>
            <a:ext cx="139361" cy="2918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6975D1-FBA8-49CD-8998-D249FC4662DE}"/>
              </a:ext>
            </a:extLst>
          </p:cNvPr>
          <p:cNvSpPr txBox="1"/>
          <p:nvPr/>
        </p:nvSpPr>
        <p:spPr>
          <a:xfrm>
            <a:off x="2968177" y="2980438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endParaRPr lang="en-AU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/>
              <p:nvPr/>
            </p:nvSpPr>
            <p:spPr>
              <a:xfrm>
                <a:off x="2542939" y="6165502"/>
                <a:ext cx="54606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linear equation form is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/>
                  <a:t>so the linear equation is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939" y="6165502"/>
                <a:ext cx="5460609" cy="646331"/>
              </a:xfrm>
              <a:prstGeom prst="rect">
                <a:avLst/>
              </a:prstGeom>
              <a:blipFill>
                <a:blip r:embed="rId2"/>
                <a:stretch>
                  <a:fillRect l="-893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8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17C9-3365-446D-859C-8FFC9657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DF0E2C-01CF-4178-902C-BB379A9EF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376" y="1916833"/>
            <a:ext cx="6498188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3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17C9-3365-446D-859C-8FFC9657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960802-88D8-4113-8542-AB9A3CFC4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384" y="2076714"/>
            <a:ext cx="5886468" cy="417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EFD3-7B00-4225-B4A8-13595EC5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BA02-C96D-4E9A-B357-B5D39D3F6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Time to take look back at your work.</a:t>
            </a:r>
          </a:p>
          <a:p>
            <a:pPr lvl="1"/>
            <a:r>
              <a:rPr lang="en-AU" dirty="0"/>
              <a:t>Write your summary.</a:t>
            </a:r>
          </a:p>
          <a:p>
            <a:pPr lvl="1"/>
            <a:r>
              <a:rPr lang="en-AU" dirty="0"/>
              <a:t>Have you written the steps of determining a rule from a table of values in your own words?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090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056B-629A-42CD-8C7A-0F56D2B0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DDD194-E25D-4325-A6DB-8DB978D0B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512" y="2204864"/>
            <a:ext cx="8884030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97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056B-629A-42CD-8C7A-0F56D2B0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DDD194-E25D-4325-A6DB-8DB978D0B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68" y="2276872"/>
            <a:ext cx="7630276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85070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616</TotalTime>
  <Words>357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BSC Theme</vt:lpstr>
      <vt:lpstr>Linear Relationships – Finding a Rule From a Table</vt:lpstr>
      <vt:lpstr>PowerPoint Presentation</vt:lpstr>
      <vt:lpstr>PowerPoint Presentation</vt:lpstr>
      <vt:lpstr>PowerPoint Presentation</vt:lpstr>
      <vt:lpstr>True Or False?</vt:lpstr>
      <vt:lpstr>PowerPoint Presentation</vt:lpstr>
      <vt:lpstr>PowerPoint Presentation</vt:lpstr>
      <vt:lpstr>Task</vt:lpstr>
      <vt:lpstr>Task</vt:lpstr>
      <vt:lpstr>REcap</vt:lpstr>
      <vt:lpstr>Challenge</vt:lpstr>
      <vt:lpstr>Challenge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LUM Magdeline [Baldivis Secondary College]</cp:lastModifiedBy>
  <cp:revision>38</cp:revision>
  <dcterms:created xsi:type="dcterms:W3CDTF">2017-03-06T12:42:44Z</dcterms:created>
  <dcterms:modified xsi:type="dcterms:W3CDTF">2018-09-02T16:47:36Z</dcterms:modified>
</cp:coreProperties>
</file>