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73" r:id="rId4"/>
    <p:sldId id="275" r:id="rId5"/>
    <p:sldId id="262" r:id="rId6"/>
    <p:sldId id="276" r:id="rId7"/>
    <p:sldId id="264" r:id="rId8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7" d="100"/>
          <a:sy n="87" d="100"/>
        </p:scale>
        <p:origin x="528" y="5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84B9BC-912E-4F59-9DB7-E8609211CB7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6688B8B-68E5-4385-868E-28508615E48E}">
      <dgm:prSet phldrT="[Text]"/>
      <dgm:spPr/>
      <dgm:t>
        <a:bodyPr/>
        <a:lstStyle/>
        <a:p>
          <a:r>
            <a:rPr lang="en-AU" dirty="0"/>
            <a:t>Data</a:t>
          </a:r>
        </a:p>
      </dgm:t>
    </dgm:pt>
    <dgm:pt modelId="{42575C75-D50F-4AA1-8973-1BC789E9EF02}" type="parTrans" cxnId="{4952DDC6-0387-468A-A874-F940CC01C77A}">
      <dgm:prSet/>
      <dgm:spPr/>
      <dgm:t>
        <a:bodyPr/>
        <a:lstStyle/>
        <a:p>
          <a:endParaRPr lang="en-AU"/>
        </a:p>
      </dgm:t>
    </dgm:pt>
    <dgm:pt modelId="{8E30DADB-857C-48B7-91D4-991BAC46C6E4}" type="sibTrans" cxnId="{4952DDC6-0387-468A-A874-F940CC01C77A}">
      <dgm:prSet/>
      <dgm:spPr/>
      <dgm:t>
        <a:bodyPr/>
        <a:lstStyle/>
        <a:p>
          <a:endParaRPr lang="en-AU"/>
        </a:p>
      </dgm:t>
    </dgm:pt>
    <dgm:pt modelId="{3F5DB620-A3A9-4962-A952-5D1A181B6A79}" type="asst">
      <dgm:prSet phldrT="[Text]"/>
      <dgm:spPr/>
      <dgm:t>
        <a:bodyPr/>
        <a:lstStyle/>
        <a:p>
          <a:r>
            <a:rPr lang="en-AU" dirty="0"/>
            <a:t>Quantitative (numerical)</a:t>
          </a:r>
        </a:p>
      </dgm:t>
    </dgm:pt>
    <dgm:pt modelId="{F1513FEF-523C-41FE-B40C-E73E3D172801}" type="parTrans" cxnId="{B9364545-5435-4C21-8326-472B6BA0A5A4}">
      <dgm:prSet/>
      <dgm:spPr/>
      <dgm:t>
        <a:bodyPr/>
        <a:lstStyle/>
        <a:p>
          <a:endParaRPr lang="en-AU"/>
        </a:p>
      </dgm:t>
    </dgm:pt>
    <dgm:pt modelId="{44F833C9-E6F4-4D1B-9525-EEC17B39730C}" type="sibTrans" cxnId="{B9364545-5435-4C21-8326-472B6BA0A5A4}">
      <dgm:prSet/>
      <dgm:spPr/>
      <dgm:t>
        <a:bodyPr/>
        <a:lstStyle/>
        <a:p>
          <a:endParaRPr lang="en-AU"/>
        </a:p>
      </dgm:t>
    </dgm:pt>
    <dgm:pt modelId="{24FCCED4-08C9-4A3E-8B7A-E498AD58FB2A}" type="asst">
      <dgm:prSet phldrT="[Text]"/>
      <dgm:spPr/>
      <dgm:t>
        <a:bodyPr/>
        <a:lstStyle/>
        <a:p>
          <a:r>
            <a:rPr lang="en-AU" dirty="0"/>
            <a:t>Qualitative (categorical)</a:t>
          </a:r>
        </a:p>
      </dgm:t>
    </dgm:pt>
    <dgm:pt modelId="{B5AF0F11-E1F6-439B-92FD-AB8DD4BBC00F}" type="parTrans" cxnId="{4F17587A-273B-4E5B-9730-9B3363335C59}">
      <dgm:prSet/>
      <dgm:spPr/>
      <dgm:t>
        <a:bodyPr/>
        <a:lstStyle/>
        <a:p>
          <a:endParaRPr lang="en-AU"/>
        </a:p>
      </dgm:t>
    </dgm:pt>
    <dgm:pt modelId="{FE713031-47D5-4933-ABF0-9B7514EF0250}" type="sibTrans" cxnId="{4F17587A-273B-4E5B-9730-9B3363335C59}">
      <dgm:prSet/>
      <dgm:spPr/>
      <dgm:t>
        <a:bodyPr/>
        <a:lstStyle/>
        <a:p>
          <a:endParaRPr lang="en-AU"/>
        </a:p>
      </dgm:t>
    </dgm:pt>
    <dgm:pt modelId="{88623091-81C2-4031-A2E7-3BD9A506E509}" type="asst">
      <dgm:prSet phldrT="[Text]"/>
      <dgm:spPr/>
      <dgm:t>
        <a:bodyPr/>
        <a:lstStyle/>
        <a:p>
          <a:r>
            <a:rPr lang="en-AU" dirty="0"/>
            <a:t>Discrete (counting)</a:t>
          </a:r>
        </a:p>
      </dgm:t>
    </dgm:pt>
    <dgm:pt modelId="{8C5E23E9-9DB1-4746-A1CF-05CD1D5B79F8}" type="parTrans" cxnId="{621EDD8D-B23A-4A76-AA83-613949EAAFFC}">
      <dgm:prSet/>
      <dgm:spPr/>
      <dgm:t>
        <a:bodyPr/>
        <a:lstStyle/>
        <a:p>
          <a:endParaRPr lang="en-AU"/>
        </a:p>
      </dgm:t>
    </dgm:pt>
    <dgm:pt modelId="{8880B4A4-7988-4B3F-96FA-4D32B611BB68}" type="sibTrans" cxnId="{621EDD8D-B23A-4A76-AA83-613949EAAFFC}">
      <dgm:prSet/>
      <dgm:spPr/>
      <dgm:t>
        <a:bodyPr/>
        <a:lstStyle/>
        <a:p>
          <a:endParaRPr lang="en-AU"/>
        </a:p>
      </dgm:t>
    </dgm:pt>
    <dgm:pt modelId="{FEFC4F6F-315E-44F1-8BE4-C9027B3B8EEA}" type="asst">
      <dgm:prSet phldrT="[Text]"/>
      <dgm:spPr/>
      <dgm:t>
        <a:bodyPr/>
        <a:lstStyle/>
        <a:p>
          <a:r>
            <a:rPr lang="en-AU" dirty="0"/>
            <a:t>Continuous (measuring)</a:t>
          </a:r>
        </a:p>
      </dgm:t>
    </dgm:pt>
    <dgm:pt modelId="{9C9591E1-958E-4979-A43B-4DFAE9035911}" type="parTrans" cxnId="{2D6D35B9-9FB0-4239-9744-816CF9B5CF88}">
      <dgm:prSet/>
      <dgm:spPr/>
      <dgm:t>
        <a:bodyPr/>
        <a:lstStyle/>
        <a:p>
          <a:endParaRPr lang="en-AU"/>
        </a:p>
      </dgm:t>
    </dgm:pt>
    <dgm:pt modelId="{71F6F283-F97E-47B5-AADB-320348453646}" type="sibTrans" cxnId="{2D6D35B9-9FB0-4239-9744-816CF9B5CF88}">
      <dgm:prSet/>
      <dgm:spPr/>
      <dgm:t>
        <a:bodyPr/>
        <a:lstStyle/>
        <a:p>
          <a:endParaRPr lang="en-AU"/>
        </a:p>
      </dgm:t>
    </dgm:pt>
    <dgm:pt modelId="{252061A9-43B8-4EDE-80A2-B062F9FE1DAB}" type="asst">
      <dgm:prSet phldrT="[Text]"/>
      <dgm:spPr/>
      <dgm:t>
        <a:bodyPr/>
        <a:lstStyle/>
        <a:p>
          <a:r>
            <a:rPr lang="en-AU" dirty="0"/>
            <a:t>Nominal (no order just names)</a:t>
          </a:r>
        </a:p>
      </dgm:t>
    </dgm:pt>
    <dgm:pt modelId="{D25AC91A-4941-4994-A48F-7031AAE8445F}" type="parTrans" cxnId="{EFAB35B7-435D-4E20-9288-D1C732614300}">
      <dgm:prSet/>
      <dgm:spPr/>
      <dgm:t>
        <a:bodyPr/>
        <a:lstStyle/>
        <a:p>
          <a:endParaRPr lang="en-AU"/>
        </a:p>
      </dgm:t>
    </dgm:pt>
    <dgm:pt modelId="{53C15595-2543-4DB3-BD2E-8C394A737000}" type="sibTrans" cxnId="{EFAB35B7-435D-4E20-9288-D1C732614300}">
      <dgm:prSet/>
      <dgm:spPr/>
      <dgm:t>
        <a:bodyPr/>
        <a:lstStyle/>
        <a:p>
          <a:endParaRPr lang="en-AU"/>
        </a:p>
      </dgm:t>
    </dgm:pt>
    <dgm:pt modelId="{6A912F20-A4A8-4946-AE7E-B962A552AF34}" type="asst">
      <dgm:prSet phldrT="[Text]"/>
      <dgm:spPr/>
      <dgm:t>
        <a:bodyPr/>
        <a:lstStyle/>
        <a:p>
          <a:r>
            <a:rPr lang="en-AU" dirty="0"/>
            <a:t>Ordinal (has an order)</a:t>
          </a:r>
        </a:p>
      </dgm:t>
    </dgm:pt>
    <dgm:pt modelId="{994DE644-E3BE-4E73-A4CD-84685E9E9400}" type="parTrans" cxnId="{3C9CA7D7-C11D-495B-8D6B-C7365DFAD744}">
      <dgm:prSet/>
      <dgm:spPr/>
      <dgm:t>
        <a:bodyPr/>
        <a:lstStyle/>
        <a:p>
          <a:endParaRPr lang="en-AU"/>
        </a:p>
      </dgm:t>
    </dgm:pt>
    <dgm:pt modelId="{771EA9EE-66CD-4280-9D3E-9514987FC6E7}" type="sibTrans" cxnId="{3C9CA7D7-C11D-495B-8D6B-C7365DFAD744}">
      <dgm:prSet/>
      <dgm:spPr/>
      <dgm:t>
        <a:bodyPr/>
        <a:lstStyle/>
        <a:p>
          <a:endParaRPr lang="en-AU"/>
        </a:p>
      </dgm:t>
    </dgm:pt>
    <dgm:pt modelId="{43969BFF-AB40-4180-A9EF-0BDEA5F84861}" type="pres">
      <dgm:prSet presAssocID="{6084B9BC-912E-4F59-9DB7-E8609211CB7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3BB8F-0BE4-4B78-AE28-8CDCF0FDDC95}" type="pres">
      <dgm:prSet presAssocID="{76688B8B-68E5-4385-868E-28508615E48E}" presName="hierRoot1" presStyleCnt="0">
        <dgm:presLayoutVars>
          <dgm:hierBranch val="init"/>
        </dgm:presLayoutVars>
      </dgm:prSet>
      <dgm:spPr/>
    </dgm:pt>
    <dgm:pt modelId="{00BC2909-8198-408A-9025-D69367661A4E}" type="pres">
      <dgm:prSet presAssocID="{76688B8B-68E5-4385-868E-28508615E48E}" presName="rootComposite1" presStyleCnt="0"/>
      <dgm:spPr/>
    </dgm:pt>
    <dgm:pt modelId="{A38B5067-EE79-49C1-858F-8B8E3FE0C76B}" type="pres">
      <dgm:prSet presAssocID="{76688B8B-68E5-4385-868E-28508615E48E}" presName="rootText1" presStyleLbl="alignAcc1" presStyleIdx="0" presStyleCnt="0">
        <dgm:presLayoutVars>
          <dgm:chPref val="3"/>
        </dgm:presLayoutVars>
      </dgm:prSet>
      <dgm:spPr/>
    </dgm:pt>
    <dgm:pt modelId="{FD15828F-3816-4502-9056-1442266EEB80}" type="pres">
      <dgm:prSet presAssocID="{76688B8B-68E5-4385-868E-28508615E48E}" presName="topArc1" presStyleLbl="parChTrans1D1" presStyleIdx="0" presStyleCnt="14"/>
      <dgm:spPr/>
    </dgm:pt>
    <dgm:pt modelId="{560B1919-2E2A-41D3-99E6-3A6AB6F58382}" type="pres">
      <dgm:prSet presAssocID="{76688B8B-68E5-4385-868E-28508615E48E}" presName="bottomArc1" presStyleLbl="parChTrans1D1" presStyleIdx="1" presStyleCnt="14"/>
      <dgm:spPr/>
    </dgm:pt>
    <dgm:pt modelId="{300FF361-F916-4E58-A577-30B3A579083C}" type="pres">
      <dgm:prSet presAssocID="{76688B8B-68E5-4385-868E-28508615E48E}" presName="topConnNode1" presStyleLbl="node1" presStyleIdx="0" presStyleCnt="0"/>
      <dgm:spPr/>
    </dgm:pt>
    <dgm:pt modelId="{039AC455-7B24-40B9-87B6-C147D3951BE9}" type="pres">
      <dgm:prSet presAssocID="{76688B8B-68E5-4385-868E-28508615E48E}" presName="hierChild2" presStyleCnt="0"/>
      <dgm:spPr/>
    </dgm:pt>
    <dgm:pt modelId="{33089E22-CDD7-4686-881B-86EAE910CE00}" type="pres">
      <dgm:prSet presAssocID="{76688B8B-68E5-4385-868E-28508615E48E}" presName="hierChild3" presStyleCnt="0"/>
      <dgm:spPr/>
    </dgm:pt>
    <dgm:pt modelId="{9A752FF6-C0BB-41DC-83F8-1B15EAEE438C}" type="pres">
      <dgm:prSet presAssocID="{F1513FEF-523C-41FE-B40C-E73E3D172801}" presName="Name101" presStyleLbl="parChTrans1D2" presStyleIdx="0" presStyleCnt="2"/>
      <dgm:spPr/>
    </dgm:pt>
    <dgm:pt modelId="{9BBECBC5-D4B8-4155-A491-A79FC320E903}" type="pres">
      <dgm:prSet presAssocID="{3F5DB620-A3A9-4962-A952-5D1A181B6A79}" presName="hierRoot3" presStyleCnt="0">
        <dgm:presLayoutVars>
          <dgm:hierBranch val="init"/>
        </dgm:presLayoutVars>
      </dgm:prSet>
      <dgm:spPr/>
    </dgm:pt>
    <dgm:pt modelId="{98CECA3E-9449-43BF-9DEF-C26F2990E6BD}" type="pres">
      <dgm:prSet presAssocID="{3F5DB620-A3A9-4962-A952-5D1A181B6A79}" presName="rootComposite3" presStyleCnt="0"/>
      <dgm:spPr/>
    </dgm:pt>
    <dgm:pt modelId="{AA1AECA8-5098-4FA5-87AE-1BF0ECB3E3B1}" type="pres">
      <dgm:prSet presAssocID="{3F5DB620-A3A9-4962-A952-5D1A181B6A79}" presName="rootText3" presStyleLbl="alignAcc1" presStyleIdx="0" presStyleCnt="0">
        <dgm:presLayoutVars>
          <dgm:chPref val="3"/>
        </dgm:presLayoutVars>
      </dgm:prSet>
      <dgm:spPr/>
    </dgm:pt>
    <dgm:pt modelId="{B4FC9ADB-3622-48B9-91D5-FCA86634B8E1}" type="pres">
      <dgm:prSet presAssocID="{3F5DB620-A3A9-4962-A952-5D1A181B6A79}" presName="topArc3" presStyleLbl="parChTrans1D1" presStyleIdx="2" presStyleCnt="14"/>
      <dgm:spPr/>
    </dgm:pt>
    <dgm:pt modelId="{1DA11C03-D98A-4381-A82F-258D6D867292}" type="pres">
      <dgm:prSet presAssocID="{3F5DB620-A3A9-4962-A952-5D1A181B6A79}" presName="bottomArc3" presStyleLbl="parChTrans1D1" presStyleIdx="3" presStyleCnt="14"/>
      <dgm:spPr/>
    </dgm:pt>
    <dgm:pt modelId="{5A8E4165-6B74-4607-A80F-880C589363D4}" type="pres">
      <dgm:prSet presAssocID="{3F5DB620-A3A9-4962-A952-5D1A181B6A79}" presName="topConnNode3" presStyleLbl="asst1" presStyleIdx="0" presStyleCnt="0"/>
      <dgm:spPr/>
    </dgm:pt>
    <dgm:pt modelId="{7253C284-4337-4A2C-8C27-EAA8A73BAC31}" type="pres">
      <dgm:prSet presAssocID="{3F5DB620-A3A9-4962-A952-5D1A181B6A79}" presName="hierChild6" presStyleCnt="0"/>
      <dgm:spPr/>
    </dgm:pt>
    <dgm:pt modelId="{AF52DB67-4E05-407A-84F6-A42E6F2B32BA}" type="pres">
      <dgm:prSet presAssocID="{3F5DB620-A3A9-4962-A952-5D1A181B6A79}" presName="hierChild7" presStyleCnt="0"/>
      <dgm:spPr/>
    </dgm:pt>
    <dgm:pt modelId="{9BE9F5A4-2E40-432C-9F98-2965058F12A0}" type="pres">
      <dgm:prSet presAssocID="{8C5E23E9-9DB1-4746-A1CF-05CD1D5B79F8}" presName="Name101" presStyleLbl="parChTrans1D3" presStyleIdx="0" presStyleCnt="4"/>
      <dgm:spPr/>
    </dgm:pt>
    <dgm:pt modelId="{AE2F94F4-A5BF-4CBC-874C-3D5D4DDA6A3B}" type="pres">
      <dgm:prSet presAssocID="{88623091-81C2-4031-A2E7-3BD9A506E509}" presName="hierRoot3" presStyleCnt="0">
        <dgm:presLayoutVars>
          <dgm:hierBranch val="init"/>
        </dgm:presLayoutVars>
      </dgm:prSet>
      <dgm:spPr/>
    </dgm:pt>
    <dgm:pt modelId="{4D890FD2-F9F0-4D57-B392-30F0698FDF3C}" type="pres">
      <dgm:prSet presAssocID="{88623091-81C2-4031-A2E7-3BD9A506E509}" presName="rootComposite3" presStyleCnt="0"/>
      <dgm:spPr/>
    </dgm:pt>
    <dgm:pt modelId="{7E9D5091-FEFA-46D8-B80F-6BC73E9A9A72}" type="pres">
      <dgm:prSet presAssocID="{88623091-81C2-4031-A2E7-3BD9A506E509}" presName="rootText3" presStyleLbl="alignAcc1" presStyleIdx="0" presStyleCnt="0">
        <dgm:presLayoutVars>
          <dgm:chPref val="3"/>
        </dgm:presLayoutVars>
      </dgm:prSet>
      <dgm:spPr/>
    </dgm:pt>
    <dgm:pt modelId="{0518DE55-0446-4E93-96AF-8DD1F147AD76}" type="pres">
      <dgm:prSet presAssocID="{88623091-81C2-4031-A2E7-3BD9A506E509}" presName="topArc3" presStyleLbl="parChTrans1D1" presStyleIdx="4" presStyleCnt="14"/>
      <dgm:spPr/>
    </dgm:pt>
    <dgm:pt modelId="{6A9F2587-5997-4870-8C8C-1F5F85A05375}" type="pres">
      <dgm:prSet presAssocID="{88623091-81C2-4031-A2E7-3BD9A506E509}" presName="bottomArc3" presStyleLbl="parChTrans1D1" presStyleIdx="5" presStyleCnt="14"/>
      <dgm:spPr/>
    </dgm:pt>
    <dgm:pt modelId="{7C25242D-767A-4B20-942F-F92BB7F6E3E1}" type="pres">
      <dgm:prSet presAssocID="{88623091-81C2-4031-A2E7-3BD9A506E509}" presName="topConnNode3" presStyleLbl="asst1" presStyleIdx="0" presStyleCnt="0"/>
      <dgm:spPr/>
    </dgm:pt>
    <dgm:pt modelId="{76B818F2-2B7A-406D-B6CC-044C5C8AD3F3}" type="pres">
      <dgm:prSet presAssocID="{88623091-81C2-4031-A2E7-3BD9A506E509}" presName="hierChild6" presStyleCnt="0"/>
      <dgm:spPr/>
    </dgm:pt>
    <dgm:pt modelId="{22863E33-0224-4AEA-968B-4E5E89792398}" type="pres">
      <dgm:prSet presAssocID="{88623091-81C2-4031-A2E7-3BD9A506E509}" presName="hierChild7" presStyleCnt="0"/>
      <dgm:spPr/>
    </dgm:pt>
    <dgm:pt modelId="{80DF35EA-7749-438F-ADF8-23DDC2345801}" type="pres">
      <dgm:prSet presAssocID="{9C9591E1-958E-4979-A43B-4DFAE9035911}" presName="Name101" presStyleLbl="parChTrans1D3" presStyleIdx="1" presStyleCnt="4"/>
      <dgm:spPr/>
    </dgm:pt>
    <dgm:pt modelId="{BA8AF847-07AD-43C3-8150-1FC0E52FA195}" type="pres">
      <dgm:prSet presAssocID="{FEFC4F6F-315E-44F1-8BE4-C9027B3B8EEA}" presName="hierRoot3" presStyleCnt="0">
        <dgm:presLayoutVars>
          <dgm:hierBranch val="init"/>
        </dgm:presLayoutVars>
      </dgm:prSet>
      <dgm:spPr/>
    </dgm:pt>
    <dgm:pt modelId="{99428836-6030-469E-89B9-78387E007D2B}" type="pres">
      <dgm:prSet presAssocID="{FEFC4F6F-315E-44F1-8BE4-C9027B3B8EEA}" presName="rootComposite3" presStyleCnt="0"/>
      <dgm:spPr/>
    </dgm:pt>
    <dgm:pt modelId="{63EE16E8-A8CF-4920-BAFD-02171686F1BD}" type="pres">
      <dgm:prSet presAssocID="{FEFC4F6F-315E-44F1-8BE4-C9027B3B8EEA}" presName="rootText3" presStyleLbl="alignAcc1" presStyleIdx="0" presStyleCnt="0">
        <dgm:presLayoutVars>
          <dgm:chPref val="3"/>
        </dgm:presLayoutVars>
      </dgm:prSet>
      <dgm:spPr/>
    </dgm:pt>
    <dgm:pt modelId="{787E5B92-007E-4E7D-A453-034126581DA4}" type="pres">
      <dgm:prSet presAssocID="{FEFC4F6F-315E-44F1-8BE4-C9027B3B8EEA}" presName="topArc3" presStyleLbl="parChTrans1D1" presStyleIdx="6" presStyleCnt="14"/>
      <dgm:spPr/>
    </dgm:pt>
    <dgm:pt modelId="{6FD26C49-640F-44C6-A668-89B5F994B988}" type="pres">
      <dgm:prSet presAssocID="{FEFC4F6F-315E-44F1-8BE4-C9027B3B8EEA}" presName="bottomArc3" presStyleLbl="parChTrans1D1" presStyleIdx="7" presStyleCnt="14"/>
      <dgm:spPr/>
    </dgm:pt>
    <dgm:pt modelId="{71FCC026-FA42-4543-9EC7-34AE8CC93E32}" type="pres">
      <dgm:prSet presAssocID="{FEFC4F6F-315E-44F1-8BE4-C9027B3B8EEA}" presName="topConnNode3" presStyleLbl="asst1" presStyleIdx="0" presStyleCnt="0"/>
      <dgm:spPr/>
    </dgm:pt>
    <dgm:pt modelId="{01FE144A-572E-43AB-A3D0-F59AC6BAD4A6}" type="pres">
      <dgm:prSet presAssocID="{FEFC4F6F-315E-44F1-8BE4-C9027B3B8EEA}" presName="hierChild6" presStyleCnt="0"/>
      <dgm:spPr/>
    </dgm:pt>
    <dgm:pt modelId="{423B1B8F-1527-428C-9A2A-5B088AED5339}" type="pres">
      <dgm:prSet presAssocID="{FEFC4F6F-315E-44F1-8BE4-C9027B3B8EEA}" presName="hierChild7" presStyleCnt="0"/>
      <dgm:spPr/>
    </dgm:pt>
    <dgm:pt modelId="{3FEB07F9-EDE7-4232-B7BE-77CC49A36F34}" type="pres">
      <dgm:prSet presAssocID="{B5AF0F11-E1F6-439B-92FD-AB8DD4BBC00F}" presName="Name101" presStyleLbl="parChTrans1D2" presStyleIdx="1" presStyleCnt="2"/>
      <dgm:spPr/>
    </dgm:pt>
    <dgm:pt modelId="{E8AE789E-74A5-4547-A50A-7AD5FF3C3B64}" type="pres">
      <dgm:prSet presAssocID="{24FCCED4-08C9-4A3E-8B7A-E498AD58FB2A}" presName="hierRoot3" presStyleCnt="0">
        <dgm:presLayoutVars>
          <dgm:hierBranch val="init"/>
        </dgm:presLayoutVars>
      </dgm:prSet>
      <dgm:spPr/>
    </dgm:pt>
    <dgm:pt modelId="{4D5894F0-3577-4BEA-AC85-0F74EC46698D}" type="pres">
      <dgm:prSet presAssocID="{24FCCED4-08C9-4A3E-8B7A-E498AD58FB2A}" presName="rootComposite3" presStyleCnt="0"/>
      <dgm:spPr/>
    </dgm:pt>
    <dgm:pt modelId="{62E1C31B-E0B9-41FB-A592-5B42B3DE0189}" type="pres">
      <dgm:prSet presAssocID="{24FCCED4-08C9-4A3E-8B7A-E498AD58FB2A}" presName="rootText3" presStyleLbl="alignAcc1" presStyleIdx="0" presStyleCnt="0">
        <dgm:presLayoutVars>
          <dgm:chPref val="3"/>
        </dgm:presLayoutVars>
      </dgm:prSet>
      <dgm:spPr/>
    </dgm:pt>
    <dgm:pt modelId="{4273B181-6E5A-4B61-92C0-0FA41F4F128A}" type="pres">
      <dgm:prSet presAssocID="{24FCCED4-08C9-4A3E-8B7A-E498AD58FB2A}" presName="topArc3" presStyleLbl="parChTrans1D1" presStyleIdx="8" presStyleCnt="14"/>
      <dgm:spPr/>
    </dgm:pt>
    <dgm:pt modelId="{F6550BB7-7D71-4F9B-B57B-527E2270BD88}" type="pres">
      <dgm:prSet presAssocID="{24FCCED4-08C9-4A3E-8B7A-E498AD58FB2A}" presName="bottomArc3" presStyleLbl="parChTrans1D1" presStyleIdx="9" presStyleCnt="14"/>
      <dgm:spPr/>
    </dgm:pt>
    <dgm:pt modelId="{A5E089C2-9616-4777-9AA8-E4DF7FC15226}" type="pres">
      <dgm:prSet presAssocID="{24FCCED4-08C9-4A3E-8B7A-E498AD58FB2A}" presName="topConnNode3" presStyleLbl="asst1" presStyleIdx="0" presStyleCnt="0"/>
      <dgm:spPr/>
    </dgm:pt>
    <dgm:pt modelId="{7DE107A3-BFED-4ADB-9B26-127E6A4F0650}" type="pres">
      <dgm:prSet presAssocID="{24FCCED4-08C9-4A3E-8B7A-E498AD58FB2A}" presName="hierChild6" presStyleCnt="0"/>
      <dgm:spPr/>
    </dgm:pt>
    <dgm:pt modelId="{1C110FCC-8AFA-420C-8220-210B4D5C2785}" type="pres">
      <dgm:prSet presAssocID="{24FCCED4-08C9-4A3E-8B7A-E498AD58FB2A}" presName="hierChild7" presStyleCnt="0"/>
      <dgm:spPr/>
    </dgm:pt>
    <dgm:pt modelId="{F7D2462F-22DD-45B0-98FB-644196E93F24}" type="pres">
      <dgm:prSet presAssocID="{D25AC91A-4941-4994-A48F-7031AAE8445F}" presName="Name101" presStyleLbl="parChTrans1D3" presStyleIdx="2" presStyleCnt="4"/>
      <dgm:spPr/>
    </dgm:pt>
    <dgm:pt modelId="{A994FEA0-FBD2-4E09-AE63-FBB2065BDC23}" type="pres">
      <dgm:prSet presAssocID="{252061A9-43B8-4EDE-80A2-B062F9FE1DAB}" presName="hierRoot3" presStyleCnt="0">
        <dgm:presLayoutVars>
          <dgm:hierBranch val="init"/>
        </dgm:presLayoutVars>
      </dgm:prSet>
      <dgm:spPr/>
    </dgm:pt>
    <dgm:pt modelId="{F8946E7C-C588-4CFD-9EF0-F601292933B5}" type="pres">
      <dgm:prSet presAssocID="{252061A9-43B8-4EDE-80A2-B062F9FE1DAB}" presName="rootComposite3" presStyleCnt="0"/>
      <dgm:spPr/>
    </dgm:pt>
    <dgm:pt modelId="{AB2FE87C-F557-47DC-B9D5-C3D25252FBBF}" type="pres">
      <dgm:prSet presAssocID="{252061A9-43B8-4EDE-80A2-B062F9FE1DAB}" presName="rootText3" presStyleLbl="alignAcc1" presStyleIdx="0" presStyleCnt="0">
        <dgm:presLayoutVars>
          <dgm:chPref val="3"/>
        </dgm:presLayoutVars>
      </dgm:prSet>
      <dgm:spPr/>
    </dgm:pt>
    <dgm:pt modelId="{7BBF6C65-81A3-45D7-A8FE-37313BA3552C}" type="pres">
      <dgm:prSet presAssocID="{252061A9-43B8-4EDE-80A2-B062F9FE1DAB}" presName="topArc3" presStyleLbl="parChTrans1D1" presStyleIdx="10" presStyleCnt="14"/>
      <dgm:spPr/>
    </dgm:pt>
    <dgm:pt modelId="{EFD7894B-BC5E-493A-BCDA-DD294574ACD3}" type="pres">
      <dgm:prSet presAssocID="{252061A9-43B8-4EDE-80A2-B062F9FE1DAB}" presName="bottomArc3" presStyleLbl="parChTrans1D1" presStyleIdx="11" presStyleCnt="14"/>
      <dgm:spPr/>
    </dgm:pt>
    <dgm:pt modelId="{183DB7C9-B091-4116-9EC6-E92AFB42F004}" type="pres">
      <dgm:prSet presAssocID="{252061A9-43B8-4EDE-80A2-B062F9FE1DAB}" presName="topConnNode3" presStyleLbl="asst1" presStyleIdx="0" presStyleCnt="0"/>
      <dgm:spPr/>
    </dgm:pt>
    <dgm:pt modelId="{06409499-52E2-4097-81AB-6326C840D65B}" type="pres">
      <dgm:prSet presAssocID="{252061A9-43B8-4EDE-80A2-B062F9FE1DAB}" presName="hierChild6" presStyleCnt="0"/>
      <dgm:spPr/>
    </dgm:pt>
    <dgm:pt modelId="{F9F1AFAA-A8DF-45A6-83F9-A461BC9793F7}" type="pres">
      <dgm:prSet presAssocID="{252061A9-43B8-4EDE-80A2-B062F9FE1DAB}" presName="hierChild7" presStyleCnt="0"/>
      <dgm:spPr/>
    </dgm:pt>
    <dgm:pt modelId="{90557667-7528-4241-BAF2-1F9F832A1294}" type="pres">
      <dgm:prSet presAssocID="{994DE644-E3BE-4E73-A4CD-84685E9E9400}" presName="Name101" presStyleLbl="parChTrans1D3" presStyleIdx="3" presStyleCnt="4"/>
      <dgm:spPr/>
    </dgm:pt>
    <dgm:pt modelId="{7070F5D2-A180-41BC-9F2A-F0EEB2CC0148}" type="pres">
      <dgm:prSet presAssocID="{6A912F20-A4A8-4946-AE7E-B962A552AF34}" presName="hierRoot3" presStyleCnt="0">
        <dgm:presLayoutVars>
          <dgm:hierBranch val="init"/>
        </dgm:presLayoutVars>
      </dgm:prSet>
      <dgm:spPr/>
    </dgm:pt>
    <dgm:pt modelId="{20F0951E-558D-40B5-A6B1-58DF3DA2E099}" type="pres">
      <dgm:prSet presAssocID="{6A912F20-A4A8-4946-AE7E-B962A552AF34}" presName="rootComposite3" presStyleCnt="0"/>
      <dgm:spPr/>
    </dgm:pt>
    <dgm:pt modelId="{A4976EDA-6255-4986-A93B-415D3A5663FB}" type="pres">
      <dgm:prSet presAssocID="{6A912F20-A4A8-4946-AE7E-B962A552AF34}" presName="rootText3" presStyleLbl="alignAcc1" presStyleIdx="0" presStyleCnt="0">
        <dgm:presLayoutVars>
          <dgm:chPref val="3"/>
        </dgm:presLayoutVars>
      </dgm:prSet>
      <dgm:spPr/>
    </dgm:pt>
    <dgm:pt modelId="{6C4C019D-4642-479C-9BD0-513B21AF2AB9}" type="pres">
      <dgm:prSet presAssocID="{6A912F20-A4A8-4946-AE7E-B962A552AF34}" presName="topArc3" presStyleLbl="parChTrans1D1" presStyleIdx="12" presStyleCnt="14"/>
      <dgm:spPr/>
    </dgm:pt>
    <dgm:pt modelId="{29870E5D-1354-47D2-9623-DA87C51F35EA}" type="pres">
      <dgm:prSet presAssocID="{6A912F20-A4A8-4946-AE7E-B962A552AF34}" presName="bottomArc3" presStyleLbl="parChTrans1D1" presStyleIdx="13" presStyleCnt="14"/>
      <dgm:spPr/>
    </dgm:pt>
    <dgm:pt modelId="{03C58540-9410-4DC4-AABF-BDAFF65C3570}" type="pres">
      <dgm:prSet presAssocID="{6A912F20-A4A8-4946-AE7E-B962A552AF34}" presName="topConnNode3" presStyleLbl="asst1" presStyleIdx="0" presStyleCnt="0"/>
      <dgm:spPr/>
    </dgm:pt>
    <dgm:pt modelId="{5F198A9E-678E-4C6E-82AF-749A3150ABAE}" type="pres">
      <dgm:prSet presAssocID="{6A912F20-A4A8-4946-AE7E-B962A552AF34}" presName="hierChild6" presStyleCnt="0"/>
      <dgm:spPr/>
    </dgm:pt>
    <dgm:pt modelId="{4D3E1B2B-0270-4B7C-A2B2-F7C089E6DE75}" type="pres">
      <dgm:prSet presAssocID="{6A912F20-A4A8-4946-AE7E-B962A552AF34}" presName="hierChild7" presStyleCnt="0"/>
      <dgm:spPr/>
    </dgm:pt>
  </dgm:ptLst>
  <dgm:cxnLst>
    <dgm:cxn modelId="{57CCB702-5A56-456E-9A27-2B6F3333F0B8}" type="presOf" srcId="{24FCCED4-08C9-4A3E-8B7A-E498AD58FB2A}" destId="{62E1C31B-E0B9-41FB-A592-5B42B3DE0189}" srcOrd="0" destOrd="0" presId="urn:microsoft.com/office/officeart/2008/layout/HalfCircleOrganizationChart"/>
    <dgm:cxn modelId="{14638804-78E1-42B1-90C6-9D1ECBD3379B}" type="presOf" srcId="{D25AC91A-4941-4994-A48F-7031AAE8445F}" destId="{F7D2462F-22DD-45B0-98FB-644196E93F24}" srcOrd="0" destOrd="0" presId="urn:microsoft.com/office/officeart/2008/layout/HalfCircleOrganizationChart"/>
    <dgm:cxn modelId="{04AA4508-210F-4B8C-BE26-FDCD4B2F8604}" type="presOf" srcId="{994DE644-E3BE-4E73-A4CD-84685E9E9400}" destId="{90557667-7528-4241-BAF2-1F9F832A1294}" srcOrd="0" destOrd="0" presId="urn:microsoft.com/office/officeart/2008/layout/HalfCircleOrganizationChart"/>
    <dgm:cxn modelId="{14692E12-103C-4AF9-A110-4D4309D24B61}" type="presOf" srcId="{FEFC4F6F-315E-44F1-8BE4-C9027B3B8EEA}" destId="{63EE16E8-A8CF-4920-BAFD-02171686F1BD}" srcOrd="0" destOrd="0" presId="urn:microsoft.com/office/officeart/2008/layout/HalfCircleOrganizationChart"/>
    <dgm:cxn modelId="{5278331D-B449-4AB8-88BB-FBBB5FFBE24E}" type="presOf" srcId="{3F5DB620-A3A9-4962-A952-5D1A181B6A79}" destId="{5A8E4165-6B74-4607-A80F-880C589363D4}" srcOrd="1" destOrd="0" presId="urn:microsoft.com/office/officeart/2008/layout/HalfCircleOrganizationChart"/>
    <dgm:cxn modelId="{E3594060-FA07-430B-8C88-3A05F4DA6FB1}" type="presOf" srcId="{9C9591E1-958E-4979-A43B-4DFAE9035911}" destId="{80DF35EA-7749-438F-ADF8-23DDC2345801}" srcOrd="0" destOrd="0" presId="urn:microsoft.com/office/officeart/2008/layout/HalfCircleOrganizationChart"/>
    <dgm:cxn modelId="{4024A541-1006-43C3-AF36-795651813465}" type="presOf" srcId="{6A912F20-A4A8-4946-AE7E-B962A552AF34}" destId="{03C58540-9410-4DC4-AABF-BDAFF65C3570}" srcOrd="1" destOrd="0" presId="urn:microsoft.com/office/officeart/2008/layout/HalfCircleOrganizationChart"/>
    <dgm:cxn modelId="{B9364545-5435-4C21-8326-472B6BA0A5A4}" srcId="{76688B8B-68E5-4385-868E-28508615E48E}" destId="{3F5DB620-A3A9-4962-A952-5D1A181B6A79}" srcOrd="0" destOrd="0" parTransId="{F1513FEF-523C-41FE-B40C-E73E3D172801}" sibTransId="{44F833C9-E6F4-4D1B-9525-EEC17B39730C}"/>
    <dgm:cxn modelId="{1F551766-577E-48D4-9295-349121328CE5}" type="presOf" srcId="{76688B8B-68E5-4385-868E-28508615E48E}" destId="{300FF361-F916-4E58-A577-30B3A579083C}" srcOrd="1" destOrd="0" presId="urn:microsoft.com/office/officeart/2008/layout/HalfCircleOrganizationChart"/>
    <dgm:cxn modelId="{7CD1DC76-524F-462F-9C29-177468A0C6F2}" type="presOf" srcId="{6A912F20-A4A8-4946-AE7E-B962A552AF34}" destId="{A4976EDA-6255-4986-A93B-415D3A5663FB}" srcOrd="0" destOrd="0" presId="urn:microsoft.com/office/officeart/2008/layout/HalfCircleOrganizationChart"/>
    <dgm:cxn modelId="{4F17587A-273B-4E5B-9730-9B3363335C59}" srcId="{76688B8B-68E5-4385-868E-28508615E48E}" destId="{24FCCED4-08C9-4A3E-8B7A-E498AD58FB2A}" srcOrd="1" destOrd="0" parTransId="{B5AF0F11-E1F6-439B-92FD-AB8DD4BBC00F}" sibTransId="{FE713031-47D5-4933-ABF0-9B7514EF0250}"/>
    <dgm:cxn modelId="{D1F9767C-F20F-43B6-AF63-B39C145337EB}" type="presOf" srcId="{3F5DB620-A3A9-4962-A952-5D1A181B6A79}" destId="{AA1AECA8-5098-4FA5-87AE-1BF0ECB3E3B1}" srcOrd="0" destOrd="0" presId="urn:microsoft.com/office/officeart/2008/layout/HalfCircleOrganizationChart"/>
    <dgm:cxn modelId="{621EDD8D-B23A-4A76-AA83-613949EAAFFC}" srcId="{3F5DB620-A3A9-4962-A952-5D1A181B6A79}" destId="{88623091-81C2-4031-A2E7-3BD9A506E509}" srcOrd="0" destOrd="0" parTransId="{8C5E23E9-9DB1-4746-A1CF-05CD1D5B79F8}" sibTransId="{8880B4A4-7988-4B3F-96FA-4D32B611BB68}"/>
    <dgm:cxn modelId="{1C7F9D8E-0E3E-4789-958F-D46A149AC654}" type="presOf" srcId="{76688B8B-68E5-4385-868E-28508615E48E}" destId="{A38B5067-EE79-49C1-858F-8B8E3FE0C76B}" srcOrd="0" destOrd="0" presId="urn:microsoft.com/office/officeart/2008/layout/HalfCircleOrganizationChart"/>
    <dgm:cxn modelId="{A4B10393-3214-4BF9-B32A-4D46A40C7244}" type="presOf" srcId="{252061A9-43B8-4EDE-80A2-B062F9FE1DAB}" destId="{AB2FE87C-F557-47DC-B9D5-C3D25252FBBF}" srcOrd="0" destOrd="0" presId="urn:microsoft.com/office/officeart/2008/layout/HalfCircleOrganizationChart"/>
    <dgm:cxn modelId="{42209695-041F-4E89-8D99-376A7F78992F}" type="presOf" srcId="{24FCCED4-08C9-4A3E-8B7A-E498AD58FB2A}" destId="{A5E089C2-9616-4777-9AA8-E4DF7FC15226}" srcOrd="1" destOrd="0" presId="urn:microsoft.com/office/officeart/2008/layout/HalfCircleOrganizationChart"/>
    <dgm:cxn modelId="{886ED59A-0B74-48D5-A86D-D03D3012A4EC}" type="presOf" srcId="{FEFC4F6F-315E-44F1-8BE4-C9027B3B8EEA}" destId="{71FCC026-FA42-4543-9EC7-34AE8CC93E32}" srcOrd="1" destOrd="0" presId="urn:microsoft.com/office/officeart/2008/layout/HalfCircleOrganizationChart"/>
    <dgm:cxn modelId="{06A9C6A0-63D0-4C01-BA95-FA00A71EE735}" type="presOf" srcId="{88623091-81C2-4031-A2E7-3BD9A506E509}" destId="{7C25242D-767A-4B20-942F-F92BB7F6E3E1}" srcOrd="1" destOrd="0" presId="urn:microsoft.com/office/officeart/2008/layout/HalfCircleOrganizationChart"/>
    <dgm:cxn modelId="{EFAB35B7-435D-4E20-9288-D1C732614300}" srcId="{24FCCED4-08C9-4A3E-8B7A-E498AD58FB2A}" destId="{252061A9-43B8-4EDE-80A2-B062F9FE1DAB}" srcOrd="0" destOrd="0" parTransId="{D25AC91A-4941-4994-A48F-7031AAE8445F}" sibTransId="{53C15595-2543-4DB3-BD2E-8C394A737000}"/>
    <dgm:cxn modelId="{2D6D35B9-9FB0-4239-9744-816CF9B5CF88}" srcId="{3F5DB620-A3A9-4962-A952-5D1A181B6A79}" destId="{FEFC4F6F-315E-44F1-8BE4-C9027B3B8EEA}" srcOrd="1" destOrd="0" parTransId="{9C9591E1-958E-4979-A43B-4DFAE9035911}" sibTransId="{71F6F283-F97E-47B5-AADB-320348453646}"/>
    <dgm:cxn modelId="{41ABC7C0-E59B-447D-A7F1-314DAB50EA12}" type="presOf" srcId="{6084B9BC-912E-4F59-9DB7-E8609211CB7F}" destId="{43969BFF-AB40-4180-A9EF-0BDEA5F84861}" srcOrd="0" destOrd="0" presId="urn:microsoft.com/office/officeart/2008/layout/HalfCircleOrganizationChart"/>
    <dgm:cxn modelId="{4952DDC6-0387-468A-A874-F940CC01C77A}" srcId="{6084B9BC-912E-4F59-9DB7-E8609211CB7F}" destId="{76688B8B-68E5-4385-868E-28508615E48E}" srcOrd="0" destOrd="0" parTransId="{42575C75-D50F-4AA1-8973-1BC789E9EF02}" sibTransId="{8E30DADB-857C-48B7-91D4-991BAC46C6E4}"/>
    <dgm:cxn modelId="{1CAE5DD1-36D6-4844-9984-52FEB7DD0188}" type="presOf" srcId="{B5AF0F11-E1F6-439B-92FD-AB8DD4BBC00F}" destId="{3FEB07F9-EDE7-4232-B7BE-77CC49A36F34}" srcOrd="0" destOrd="0" presId="urn:microsoft.com/office/officeart/2008/layout/HalfCircleOrganizationChart"/>
    <dgm:cxn modelId="{096C0AD5-F733-4CC0-B2FD-AD961983AFB9}" type="presOf" srcId="{8C5E23E9-9DB1-4746-A1CF-05CD1D5B79F8}" destId="{9BE9F5A4-2E40-432C-9F98-2965058F12A0}" srcOrd="0" destOrd="0" presId="urn:microsoft.com/office/officeart/2008/layout/HalfCircleOrganizationChart"/>
    <dgm:cxn modelId="{3C9CA7D7-C11D-495B-8D6B-C7365DFAD744}" srcId="{24FCCED4-08C9-4A3E-8B7A-E498AD58FB2A}" destId="{6A912F20-A4A8-4946-AE7E-B962A552AF34}" srcOrd="1" destOrd="0" parTransId="{994DE644-E3BE-4E73-A4CD-84685E9E9400}" sibTransId="{771EA9EE-66CD-4280-9D3E-9514987FC6E7}"/>
    <dgm:cxn modelId="{763F6CD8-9F90-44ED-AFB4-7B8103582E9A}" type="presOf" srcId="{88623091-81C2-4031-A2E7-3BD9A506E509}" destId="{7E9D5091-FEFA-46D8-B80F-6BC73E9A9A72}" srcOrd="0" destOrd="0" presId="urn:microsoft.com/office/officeart/2008/layout/HalfCircleOrganizationChart"/>
    <dgm:cxn modelId="{8960C7D8-1088-4784-BFF4-9A8A52367978}" type="presOf" srcId="{252061A9-43B8-4EDE-80A2-B062F9FE1DAB}" destId="{183DB7C9-B091-4116-9EC6-E92AFB42F004}" srcOrd="1" destOrd="0" presId="urn:microsoft.com/office/officeart/2008/layout/HalfCircleOrganizationChart"/>
    <dgm:cxn modelId="{A1FD5FDC-5EF1-40C3-8356-7C5D4B4B56A2}" type="presOf" srcId="{F1513FEF-523C-41FE-B40C-E73E3D172801}" destId="{9A752FF6-C0BB-41DC-83F8-1B15EAEE438C}" srcOrd="0" destOrd="0" presId="urn:microsoft.com/office/officeart/2008/layout/HalfCircleOrganizationChart"/>
    <dgm:cxn modelId="{1EA89A19-59B9-4074-84A9-2A3AA64B03ED}" type="presParOf" srcId="{43969BFF-AB40-4180-A9EF-0BDEA5F84861}" destId="{8023BB8F-0BE4-4B78-AE28-8CDCF0FDDC95}" srcOrd="0" destOrd="0" presId="urn:microsoft.com/office/officeart/2008/layout/HalfCircleOrganizationChart"/>
    <dgm:cxn modelId="{9675E92C-1680-4A5B-A362-7D6FD324438A}" type="presParOf" srcId="{8023BB8F-0BE4-4B78-AE28-8CDCF0FDDC95}" destId="{00BC2909-8198-408A-9025-D69367661A4E}" srcOrd="0" destOrd="0" presId="urn:microsoft.com/office/officeart/2008/layout/HalfCircleOrganizationChart"/>
    <dgm:cxn modelId="{53EC43CC-E26E-40AB-9908-10E4474F36DA}" type="presParOf" srcId="{00BC2909-8198-408A-9025-D69367661A4E}" destId="{A38B5067-EE79-49C1-858F-8B8E3FE0C76B}" srcOrd="0" destOrd="0" presId="urn:microsoft.com/office/officeart/2008/layout/HalfCircleOrganizationChart"/>
    <dgm:cxn modelId="{DDB24008-F797-48FB-B216-40760E022D72}" type="presParOf" srcId="{00BC2909-8198-408A-9025-D69367661A4E}" destId="{FD15828F-3816-4502-9056-1442266EEB80}" srcOrd="1" destOrd="0" presId="urn:microsoft.com/office/officeart/2008/layout/HalfCircleOrganizationChart"/>
    <dgm:cxn modelId="{39FFBE02-C3EE-44E2-BD73-3E37544CD267}" type="presParOf" srcId="{00BC2909-8198-408A-9025-D69367661A4E}" destId="{560B1919-2E2A-41D3-99E6-3A6AB6F58382}" srcOrd="2" destOrd="0" presId="urn:microsoft.com/office/officeart/2008/layout/HalfCircleOrganizationChart"/>
    <dgm:cxn modelId="{FD54C488-B5D2-4D12-AFE1-F6B8EDF8AA07}" type="presParOf" srcId="{00BC2909-8198-408A-9025-D69367661A4E}" destId="{300FF361-F916-4E58-A577-30B3A579083C}" srcOrd="3" destOrd="0" presId="urn:microsoft.com/office/officeart/2008/layout/HalfCircleOrganizationChart"/>
    <dgm:cxn modelId="{AB448651-EDA2-404A-9091-3FADF8EB0EE1}" type="presParOf" srcId="{8023BB8F-0BE4-4B78-AE28-8CDCF0FDDC95}" destId="{039AC455-7B24-40B9-87B6-C147D3951BE9}" srcOrd="1" destOrd="0" presId="urn:microsoft.com/office/officeart/2008/layout/HalfCircleOrganizationChart"/>
    <dgm:cxn modelId="{2CFCADB1-BDE0-4673-9D04-F0016DD9E11F}" type="presParOf" srcId="{8023BB8F-0BE4-4B78-AE28-8CDCF0FDDC95}" destId="{33089E22-CDD7-4686-881B-86EAE910CE00}" srcOrd="2" destOrd="0" presId="urn:microsoft.com/office/officeart/2008/layout/HalfCircleOrganizationChart"/>
    <dgm:cxn modelId="{DF24BE08-8A1A-4118-BD63-A03CF6A6893F}" type="presParOf" srcId="{33089E22-CDD7-4686-881B-86EAE910CE00}" destId="{9A752FF6-C0BB-41DC-83F8-1B15EAEE438C}" srcOrd="0" destOrd="0" presId="urn:microsoft.com/office/officeart/2008/layout/HalfCircleOrganizationChart"/>
    <dgm:cxn modelId="{2F336263-2CAC-4189-9D85-8468CF533C5F}" type="presParOf" srcId="{33089E22-CDD7-4686-881B-86EAE910CE00}" destId="{9BBECBC5-D4B8-4155-A491-A79FC320E903}" srcOrd="1" destOrd="0" presId="urn:microsoft.com/office/officeart/2008/layout/HalfCircleOrganizationChart"/>
    <dgm:cxn modelId="{1CDDBC2A-C042-43C5-BC0C-4E354A67D2AA}" type="presParOf" srcId="{9BBECBC5-D4B8-4155-A491-A79FC320E903}" destId="{98CECA3E-9449-43BF-9DEF-C26F2990E6BD}" srcOrd="0" destOrd="0" presId="urn:microsoft.com/office/officeart/2008/layout/HalfCircleOrganizationChart"/>
    <dgm:cxn modelId="{AE91E1C0-D2D3-418C-9945-C158BB03FB2E}" type="presParOf" srcId="{98CECA3E-9449-43BF-9DEF-C26F2990E6BD}" destId="{AA1AECA8-5098-4FA5-87AE-1BF0ECB3E3B1}" srcOrd="0" destOrd="0" presId="urn:microsoft.com/office/officeart/2008/layout/HalfCircleOrganizationChart"/>
    <dgm:cxn modelId="{8CE9EB1E-994F-47CB-8FA0-AE93793CD511}" type="presParOf" srcId="{98CECA3E-9449-43BF-9DEF-C26F2990E6BD}" destId="{B4FC9ADB-3622-48B9-91D5-FCA86634B8E1}" srcOrd="1" destOrd="0" presId="urn:microsoft.com/office/officeart/2008/layout/HalfCircleOrganizationChart"/>
    <dgm:cxn modelId="{97CA374F-9F86-47D2-9761-B34DB391CA01}" type="presParOf" srcId="{98CECA3E-9449-43BF-9DEF-C26F2990E6BD}" destId="{1DA11C03-D98A-4381-A82F-258D6D867292}" srcOrd="2" destOrd="0" presId="urn:microsoft.com/office/officeart/2008/layout/HalfCircleOrganizationChart"/>
    <dgm:cxn modelId="{515AEB39-3FDD-4766-9DBF-54A3442BAA63}" type="presParOf" srcId="{98CECA3E-9449-43BF-9DEF-C26F2990E6BD}" destId="{5A8E4165-6B74-4607-A80F-880C589363D4}" srcOrd="3" destOrd="0" presId="urn:microsoft.com/office/officeart/2008/layout/HalfCircleOrganizationChart"/>
    <dgm:cxn modelId="{7F42E58D-CE5F-41D7-B6E8-38C9DF5A3806}" type="presParOf" srcId="{9BBECBC5-D4B8-4155-A491-A79FC320E903}" destId="{7253C284-4337-4A2C-8C27-EAA8A73BAC31}" srcOrd="1" destOrd="0" presId="urn:microsoft.com/office/officeart/2008/layout/HalfCircleOrganizationChart"/>
    <dgm:cxn modelId="{F96A30C1-4226-45D6-B69D-99FE5E6B9C7E}" type="presParOf" srcId="{9BBECBC5-D4B8-4155-A491-A79FC320E903}" destId="{AF52DB67-4E05-407A-84F6-A42E6F2B32BA}" srcOrd="2" destOrd="0" presId="urn:microsoft.com/office/officeart/2008/layout/HalfCircleOrganizationChart"/>
    <dgm:cxn modelId="{B49923B7-9026-47C2-A4C3-0CE86EC6DABA}" type="presParOf" srcId="{AF52DB67-4E05-407A-84F6-A42E6F2B32BA}" destId="{9BE9F5A4-2E40-432C-9F98-2965058F12A0}" srcOrd="0" destOrd="0" presId="urn:microsoft.com/office/officeart/2008/layout/HalfCircleOrganizationChart"/>
    <dgm:cxn modelId="{6AF56CEC-75E9-4CB9-9640-365635377CC8}" type="presParOf" srcId="{AF52DB67-4E05-407A-84F6-A42E6F2B32BA}" destId="{AE2F94F4-A5BF-4CBC-874C-3D5D4DDA6A3B}" srcOrd="1" destOrd="0" presId="urn:microsoft.com/office/officeart/2008/layout/HalfCircleOrganizationChart"/>
    <dgm:cxn modelId="{895356C8-7853-4F27-BE3F-A3B621F6B1AE}" type="presParOf" srcId="{AE2F94F4-A5BF-4CBC-874C-3D5D4DDA6A3B}" destId="{4D890FD2-F9F0-4D57-B392-30F0698FDF3C}" srcOrd="0" destOrd="0" presId="urn:microsoft.com/office/officeart/2008/layout/HalfCircleOrganizationChart"/>
    <dgm:cxn modelId="{324C369F-2979-4C76-9BD4-439F0E3C12B0}" type="presParOf" srcId="{4D890FD2-F9F0-4D57-B392-30F0698FDF3C}" destId="{7E9D5091-FEFA-46D8-B80F-6BC73E9A9A72}" srcOrd="0" destOrd="0" presId="urn:microsoft.com/office/officeart/2008/layout/HalfCircleOrganizationChart"/>
    <dgm:cxn modelId="{B19D0804-0C75-4196-817E-9A99AFBEC3E3}" type="presParOf" srcId="{4D890FD2-F9F0-4D57-B392-30F0698FDF3C}" destId="{0518DE55-0446-4E93-96AF-8DD1F147AD76}" srcOrd="1" destOrd="0" presId="urn:microsoft.com/office/officeart/2008/layout/HalfCircleOrganizationChart"/>
    <dgm:cxn modelId="{9864E12B-E95C-494F-A4C3-1D8381DEC222}" type="presParOf" srcId="{4D890FD2-F9F0-4D57-B392-30F0698FDF3C}" destId="{6A9F2587-5997-4870-8C8C-1F5F85A05375}" srcOrd="2" destOrd="0" presId="urn:microsoft.com/office/officeart/2008/layout/HalfCircleOrganizationChart"/>
    <dgm:cxn modelId="{03066217-5ECC-4478-9870-9DED37E96281}" type="presParOf" srcId="{4D890FD2-F9F0-4D57-B392-30F0698FDF3C}" destId="{7C25242D-767A-4B20-942F-F92BB7F6E3E1}" srcOrd="3" destOrd="0" presId="urn:microsoft.com/office/officeart/2008/layout/HalfCircleOrganizationChart"/>
    <dgm:cxn modelId="{1CBB222D-8E89-4D6C-AC0F-B882D2F38882}" type="presParOf" srcId="{AE2F94F4-A5BF-4CBC-874C-3D5D4DDA6A3B}" destId="{76B818F2-2B7A-406D-B6CC-044C5C8AD3F3}" srcOrd="1" destOrd="0" presId="urn:microsoft.com/office/officeart/2008/layout/HalfCircleOrganizationChart"/>
    <dgm:cxn modelId="{508EB5CF-F2A1-49C0-921B-2C11639FF568}" type="presParOf" srcId="{AE2F94F4-A5BF-4CBC-874C-3D5D4DDA6A3B}" destId="{22863E33-0224-4AEA-968B-4E5E89792398}" srcOrd="2" destOrd="0" presId="urn:microsoft.com/office/officeart/2008/layout/HalfCircleOrganizationChart"/>
    <dgm:cxn modelId="{B6EE196D-24BB-4745-9543-C49D71456411}" type="presParOf" srcId="{AF52DB67-4E05-407A-84F6-A42E6F2B32BA}" destId="{80DF35EA-7749-438F-ADF8-23DDC2345801}" srcOrd="2" destOrd="0" presId="urn:microsoft.com/office/officeart/2008/layout/HalfCircleOrganizationChart"/>
    <dgm:cxn modelId="{52436AFB-E621-4175-9A66-43B0C6B6D16D}" type="presParOf" srcId="{AF52DB67-4E05-407A-84F6-A42E6F2B32BA}" destId="{BA8AF847-07AD-43C3-8150-1FC0E52FA195}" srcOrd="3" destOrd="0" presId="urn:microsoft.com/office/officeart/2008/layout/HalfCircleOrganizationChart"/>
    <dgm:cxn modelId="{F3968A06-207B-490A-9693-378B9982D120}" type="presParOf" srcId="{BA8AF847-07AD-43C3-8150-1FC0E52FA195}" destId="{99428836-6030-469E-89B9-78387E007D2B}" srcOrd="0" destOrd="0" presId="urn:microsoft.com/office/officeart/2008/layout/HalfCircleOrganizationChart"/>
    <dgm:cxn modelId="{9EF5F35D-4378-4F76-9116-44E170782211}" type="presParOf" srcId="{99428836-6030-469E-89B9-78387E007D2B}" destId="{63EE16E8-A8CF-4920-BAFD-02171686F1BD}" srcOrd="0" destOrd="0" presId="urn:microsoft.com/office/officeart/2008/layout/HalfCircleOrganizationChart"/>
    <dgm:cxn modelId="{B71C01BB-E827-4294-8B1F-42E5AF3AE9AC}" type="presParOf" srcId="{99428836-6030-469E-89B9-78387E007D2B}" destId="{787E5B92-007E-4E7D-A453-034126581DA4}" srcOrd="1" destOrd="0" presId="urn:microsoft.com/office/officeart/2008/layout/HalfCircleOrganizationChart"/>
    <dgm:cxn modelId="{22A8ED25-FE77-4338-8CF7-C3B84907ADC1}" type="presParOf" srcId="{99428836-6030-469E-89B9-78387E007D2B}" destId="{6FD26C49-640F-44C6-A668-89B5F994B988}" srcOrd="2" destOrd="0" presId="urn:microsoft.com/office/officeart/2008/layout/HalfCircleOrganizationChart"/>
    <dgm:cxn modelId="{79F838DE-2B86-4231-B816-7FC7E8BB0B14}" type="presParOf" srcId="{99428836-6030-469E-89B9-78387E007D2B}" destId="{71FCC026-FA42-4543-9EC7-34AE8CC93E32}" srcOrd="3" destOrd="0" presId="urn:microsoft.com/office/officeart/2008/layout/HalfCircleOrganizationChart"/>
    <dgm:cxn modelId="{71C0BFBD-E48E-438B-8223-3D04A91FC7BB}" type="presParOf" srcId="{BA8AF847-07AD-43C3-8150-1FC0E52FA195}" destId="{01FE144A-572E-43AB-A3D0-F59AC6BAD4A6}" srcOrd="1" destOrd="0" presId="urn:microsoft.com/office/officeart/2008/layout/HalfCircleOrganizationChart"/>
    <dgm:cxn modelId="{6DAC0B32-FFC4-4CA4-8746-D71768AF314E}" type="presParOf" srcId="{BA8AF847-07AD-43C3-8150-1FC0E52FA195}" destId="{423B1B8F-1527-428C-9A2A-5B088AED5339}" srcOrd="2" destOrd="0" presId="urn:microsoft.com/office/officeart/2008/layout/HalfCircleOrganizationChart"/>
    <dgm:cxn modelId="{AB9C8B55-A247-497F-B299-5FB494FAA4FA}" type="presParOf" srcId="{33089E22-CDD7-4686-881B-86EAE910CE00}" destId="{3FEB07F9-EDE7-4232-B7BE-77CC49A36F34}" srcOrd="2" destOrd="0" presId="urn:microsoft.com/office/officeart/2008/layout/HalfCircleOrganizationChart"/>
    <dgm:cxn modelId="{1B636687-E843-4B76-AFAB-D6CDC66AA2E5}" type="presParOf" srcId="{33089E22-CDD7-4686-881B-86EAE910CE00}" destId="{E8AE789E-74A5-4547-A50A-7AD5FF3C3B64}" srcOrd="3" destOrd="0" presId="urn:microsoft.com/office/officeart/2008/layout/HalfCircleOrganizationChart"/>
    <dgm:cxn modelId="{30491732-DE2E-407B-BB27-BB878000A67E}" type="presParOf" srcId="{E8AE789E-74A5-4547-A50A-7AD5FF3C3B64}" destId="{4D5894F0-3577-4BEA-AC85-0F74EC46698D}" srcOrd="0" destOrd="0" presId="urn:microsoft.com/office/officeart/2008/layout/HalfCircleOrganizationChart"/>
    <dgm:cxn modelId="{822E65D4-AD50-48DB-A137-A91DB1CDD80A}" type="presParOf" srcId="{4D5894F0-3577-4BEA-AC85-0F74EC46698D}" destId="{62E1C31B-E0B9-41FB-A592-5B42B3DE0189}" srcOrd="0" destOrd="0" presId="urn:microsoft.com/office/officeart/2008/layout/HalfCircleOrganizationChart"/>
    <dgm:cxn modelId="{708DC214-1022-4735-B6C0-B69DE0B5D116}" type="presParOf" srcId="{4D5894F0-3577-4BEA-AC85-0F74EC46698D}" destId="{4273B181-6E5A-4B61-92C0-0FA41F4F128A}" srcOrd="1" destOrd="0" presId="urn:microsoft.com/office/officeart/2008/layout/HalfCircleOrganizationChart"/>
    <dgm:cxn modelId="{78BFE148-122F-4002-9A1D-E2214B333B1E}" type="presParOf" srcId="{4D5894F0-3577-4BEA-AC85-0F74EC46698D}" destId="{F6550BB7-7D71-4F9B-B57B-527E2270BD88}" srcOrd="2" destOrd="0" presId="urn:microsoft.com/office/officeart/2008/layout/HalfCircleOrganizationChart"/>
    <dgm:cxn modelId="{2703F56F-74FA-4284-BDF5-BDF6883C321B}" type="presParOf" srcId="{4D5894F0-3577-4BEA-AC85-0F74EC46698D}" destId="{A5E089C2-9616-4777-9AA8-E4DF7FC15226}" srcOrd="3" destOrd="0" presId="urn:microsoft.com/office/officeart/2008/layout/HalfCircleOrganizationChart"/>
    <dgm:cxn modelId="{0E9AF5F0-5554-4749-A630-776809FA5B0C}" type="presParOf" srcId="{E8AE789E-74A5-4547-A50A-7AD5FF3C3B64}" destId="{7DE107A3-BFED-4ADB-9B26-127E6A4F0650}" srcOrd="1" destOrd="0" presId="urn:microsoft.com/office/officeart/2008/layout/HalfCircleOrganizationChart"/>
    <dgm:cxn modelId="{CF95B4F0-0C4A-4CBE-AA67-A63927744749}" type="presParOf" srcId="{E8AE789E-74A5-4547-A50A-7AD5FF3C3B64}" destId="{1C110FCC-8AFA-420C-8220-210B4D5C2785}" srcOrd="2" destOrd="0" presId="urn:microsoft.com/office/officeart/2008/layout/HalfCircleOrganizationChart"/>
    <dgm:cxn modelId="{02DDC75C-C41D-4E23-BC7B-2ED2EC59AA01}" type="presParOf" srcId="{1C110FCC-8AFA-420C-8220-210B4D5C2785}" destId="{F7D2462F-22DD-45B0-98FB-644196E93F24}" srcOrd="0" destOrd="0" presId="urn:microsoft.com/office/officeart/2008/layout/HalfCircleOrganizationChart"/>
    <dgm:cxn modelId="{02463A5E-2437-4BDF-8262-3A7648C5575B}" type="presParOf" srcId="{1C110FCC-8AFA-420C-8220-210B4D5C2785}" destId="{A994FEA0-FBD2-4E09-AE63-FBB2065BDC23}" srcOrd="1" destOrd="0" presId="urn:microsoft.com/office/officeart/2008/layout/HalfCircleOrganizationChart"/>
    <dgm:cxn modelId="{EFBA7DA0-9C3E-409B-BCDB-BF7840FB42FA}" type="presParOf" srcId="{A994FEA0-FBD2-4E09-AE63-FBB2065BDC23}" destId="{F8946E7C-C588-4CFD-9EF0-F601292933B5}" srcOrd="0" destOrd="0" presId="urn:microsoft.com/office/officeart/2008/layout/HalfCircleOrganizationChart"/>
    <dgm:cxn modelId="{106EA18F-1ADC-48D3-A577-7EB1EDACDABD}" type="presParOf" srcId="{F8946E7C-C588-4CFD-9EF0-F601292933B5}" destId="{AB2FE87C-F557-47DC-B9D5-C3D25252FBBF}" srcOrd="0" destOrd="0" presId="urn:microsoft.com/office/officeart/2008/layout/HalfCircleOrganizationChart"/>
    <dgm:cxn modelId="{D238C012-30F6-4042-AFFD-F13D6D292B52}" type="presParOf" srcId="{F8946E7C-C588-4CFD-9EF0-F601292933B5}" destId="{7BBF6C65-81A3-45D7-A8FE-37313BA3552C}" srcOrd="1" destOrd="0" presId="urn:microsoft.com/office/officeart/2008/layout/HalfCircleOrganizationChart"/>
    <dgm:cxn modelId="{696F8015-27D4-4E33-92C9-FFAFE2383D4B}" type="presParOf" srcId="{F8946E7C-C588-4CFD-9EF0-F601292933B5}" destId="{EFD7894B-BC5E-493A-BCDA-DD294574ACD3}" srcOrd="2" destOrd="0" presId="urn:microsoft.com/office/officeart/2008/layout/HalfCircleOrganizationChart"/>
    <dgm:cxn modelId="{4D71DDFF-0072-482B-AA4C-15BB4BB06A26}" type="presParOf" srcId="{F8946E7C-C588-4CFD-9EF0-F601292933B5}" destId="{183DB7C9-B091-4116-9EC6-E92AFB42F004}" srcOrd="3" destOrd="0" presId="urn:microsoft.com/office/officeart/2008/layout/HalfCircleOrganizationChart"/>
    <dgm:cxn modelId="{E9BA954D-5EE7-4D8D-BE87-194A85289594}" type="presParOf" srcId="{A994FEA0-FBD2-4E09-AE63-FBB2065BDC23}" destId="{06409499-52E2-4097-81AB-6326C840D65B}" srcOrd="1" destOrd="0" presId="urn:microsoft.com/office/officeart/2008/layout/HalfCircleOrganizationChart"/>
    <dgm:cxn modelId="{64AFE3A1-C343-4147-8CF1-B7EF0C8DC020}" type="presParOf" srcId="{A994FEA0-FBD2-4E09-AE63-FBB2065BDC23}" destId="{F9F1AFAA-A8DF-45A6-83F9-A461BC9793F7}" srcOrd="2" destOrd="0" presId="urn:microsoft.com/office/officeart/2008/layout/HalfCircleOrganizationChart"/>
    <dgm:cxn modelId="{5902E0AD-91E3-4B53-A5F9-7FE7622DCE41}" type="presParOf" srcId="{1C110FCC-8AFA-420C-8220-210B4D5C2785}" destId="{90557667-7528-4241-BAF2-1F9F832A1294}" srcOrd="2" destOrd="0" presId="urn:microsoft.com/office/officeart/2008/layout/HalfCircleOrganizationChart"/>
    <dgm:cxn modelId="{F2CBC45E-1516-4FE7-89F9-E1B5DBA6DED3}" type="presParOf" srcId="{1C110FCC-8AFA-420C-8220-210B4D5C2785}" destId="{7070F5D2-A180-41BC-9F2A-F0EEB2CC0148}" srcOrd="3" destOrd="0" presId="urn:microsoft.com/office/officeart/2008/layout/HalfCircleOrganizationChart"/>
    <dgm:cxn modelId="{49A1EC27-A3D1-4650-A437-E726A29CEAB0}" type="presParOf" srcId="{7070F5D2-A180-41BC-9F2A-F0EEB2CC0148}" destId="{20F0951E-558D-40B5-A6B1-58DF3DA2E099}" srcOrd="0" destOrd="0" presId="urn:microsoft.com/office/officeart/2008/layout/HalfCircleOrganizationChart"/>
    <dgm:cxn modelId="{7B8F18CC-1D5F-4D56-8328-47D4C0AE4264}" type="presParOf" srcId="{20F0951E-558D-40B5-A6B1-58DF3DA2E099}" destId="{A4976EDA-6255-4986-A93B-415D3A5663FB}" srcOrd="0" destOrd="0" presId="urn:microsoft.com/office/officeart/2008/layout/HalfCircleOrganizationChart"/>
    <dgm:cxn modelId="{04B5BF5A-2C07-42F8-97DF-8977C11E6E8C}" type="presParOf" srcId="{20F0951E-558D-40B5-A6B1-58DF3DA2E099}" destId="{6C4C019D-4642-479C-9BD0-513B21AF2AB9}" srcOrd="1" destOrd="0" presId="urn:microsoft.com/office/officeart/2008/layout/HalfCircleOrganizationChart"/>
    <dgm:cxn modelId="{3D7DF019-43DC-4EA9-BF89-917DFDD98101}" type="presParOf" srcId="{20F0951E-558D-40B5-A6B1-58DF3DA2E099}" destId="{29870E5D-1354-47D2-9623-DA87C51F35EA}" srcOrd="2" destOrd="0" presId="urn:microsoft.com/office/officeart/2008/layout/HalfCircleOrganizationChart"/>
    <dgm:cxn modelId="{0C991A03-C004-49A6-B4EE-48A2889668B8}" type="presParOf" srcId="{20F0951E-558D-40B5-A6B1-58DF3DA2E099}" destId="{03C58540-9410-4DC4-AABF-BDAFF65C3570}" srcOrd="3" destOrd="0" presId="urn:microsoft.com/office/officeart/2008/layout/HalfCircleOrganizationChart"/>
    <dgm:cxn modelId="{D5AE9EA9-7AC8-4F53-A14F-FD0CA0A0E825}" type="presParOf" srcId="{7070F5D2-A180-41BC-9F2A-F0EEB2CC0148}" destId="{5F198A9E-678E-4C6E-82AF-749A3150ABAE}" srcOrd="1" destOrd="0" presId="urn:microsoft.com/office/officeart/2008/layout/HalfCircleOrganizationChart"/>
    <dgm:cxn modelId="{BFCF29E2-5360-4B86-B1A4-4F27A5A920D9}" type="presParOf" srcId="{7070F5D2-A180-41BC-9F2A-F0EEB2CC0148}" destId="{4D3E1B2B-0270-4B7C-A2B2-F7C089E6DE7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84B9BC-912E-4F59-9DB7-E8609211CB7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6688B8B-68E5-4385-868E-28508615E48E}">
      <dgm:prSet phldrT="[Text]"/>
      <dgm:spPr/>
      <dgm:t>
        <a:bodyPr/>
        <a:lstStyle/>
        <a:p>
          <a:r>
            <a:rPr lang="en-AU" dirty="0"/>
            <a:t>Data</a:t>
          </a:r>
        </a:p>
      </dgm:t>
    </dgm:pt>
    <dgm:pt modelId="{42575C75-D50F-4AA1-8973-1BC789E9EF02}" type="parTrans" cxnId="{4952DDC6-0387-468A-A874-F940CC01C77A}">
      <dgm:prSet/>
      <dgm:spPr/>
      <dgm:t>
        <a:bodyPr/>
        <a:lstStyle/>
        <a:p>
          <a:endParaRPr lang="en-AU"/>
        </a:p>
      </dgm:t>
    </dgm:pt>
    <dgm:pt modelId="{8E30DADB-857C-48B7-91D4-991BAC46C6E4}" type="sibTrans" cxnId="{4952DDC6-0387-468A-A874-F940CC01C77A}">
      <dgm:prSet/>
      <dgm:spPr/>
      <dgm:t>
        <a:bodyPr/>
        <a:lstStyle/>
        <a:p>
          <a:endParaRPr lang="en-AU"/>
        </a:p>
      </dgm:t>
    </dgm:pt>
    <dgm:pt modelId="{3F5DB620-A3A9-4962-A952-5D1A181B6A79}" type="asst">
      <dgm:prSet phldrT="[Text]"/>
      <dgm:spPr/>
      <dgm:t>
        <a:bodyPr/>
        <a:lstStyle/>
        <a:p>
          <a:r>
            <a:rPr lang="en-AU" dirty="0"/>
            <a:t>Quantitative (numerical)</a:t>
          </a:r>
        </a:p>
      </dgm:t>
    </dgm:pt>
    <dgm:pt modelId="{F1513FEF-523C-41FE-B40C-E73E3D172801}" type="parTrans" cxnId="{B9364545-5435-4C21-8326-472B6BA0A5A4}">
      <dgm:prSet/>
      <dgm:spPr/>
      <dgm:t>
        <a:bodyPr/>
        <a:lstStyle/>
        <a:p>
          <a:endParaRPr lang="en-AU"/>
        </a:p>
      </dgm:t>
    </dgm:pt>
    <dgm:pt modelId="{44F833C9-E6F4-4D1B-9525-EEC17B39730C}" type="sibTrans" cxnId="{B9364545-5435-4C21-8326-472B6BA0A5A4}">
      <dgm:prSet/>
      <dgm:spPr/>
      <dgm:t>
        <a:bodyPr/>
        <a:lstStyle/>
        <a:p>
          <a:endParaRPr lang="en-AU"/>
        </a:p>
      </dgm:t>
    </dgm:pt>
    <dgm:pt modelId="{24FCCED4-08C9-4A3E-8B7A-E498AD58FB2A}" type="asst">
      <dgm:prSet phldrT="[Text]"/>
      <dgm:spPr/>
      <dgm:t>
        <a:bodyPr/>
        <a:lstStyle/>
        <a:p>
          <a:r>
            <a:rPr lang="en-AU" dirty="0"/>
            <a:t>Qualitative (categorical)</a:t>
          </a:r>
        </a:p>
      </dgm:t>
    </dgm:pt>
    <dgm:pt modelId="{B5AF0F11-E1F6-439B-92FD-AB8DD4BBC00F}" type="parTrans" cxnId="{4F17587A-273B-4E5B-9730-9B3363335C59}">
      <dgm:prSet/>
      <dgm:spPr/>
      <dgm:t>
        <a:bodyPr/>
        <a:lstStyle/>
        <a:p>
          <a:endParaRPr lang="en-AU"/>
        </a:p>
      </dgm:t>
    </dgm:pt>
    <dgm:pt modelId="{FE713031-47D5-4933-ABF0-9B7514EF0250}" type="sibTrans" cxnId="{4F17587A-273B-4E5B-9730-9B3363335C59}">
      <dgm:prSet/>
      <dgm:spPr/>
      <dgm:t>
        <a:bodyPr/>
        <a:lstStyle/>
        <a:p>
          <a:endParaRPr lang="en-AU"/>
        </a:p>
      </dgm:t>
    </dgm:pt>
    <dgm:pt modelId="{88623091-81C2-4031-A2E7-3BD9A506E509}" type="asst">
      <dgm:prSet phldrT="[Text]"/>
      <dgm:spPr/>
      <dgm:t>
        <a:bodyPr/>
        <a:lstStyle/>
        <a:p>
          <a:r>
            <a:rPr lang="en-AU" dirty="0"/>
            <a:t>Discrete (counting)</a:t>
          </a:r>
        </a:p>
      </dgm:t>
    </dgm:pt>
    <dgm:pt modelId="{8C5E23E9-9DB1-4746-A1CF-05CD1D5B79F8}" type="parTrans" cxnId="{621EDD8D-B23A-4A76-AA83-613949EAAFFC}">
      <dgm:prSet/>
      <dgm:spPr/>
      <dgm:t>
        <a:bodyPr/>
        <a:lstStyle/>
        <a:p>
          <a:endParaRPr lang="en-AU"/>
        </a:p>
      </dgm:t>
    </dgm:pt>
    <dgm:pt modelId="{8880B4A4-7988-4B3F-96FA-4D32B611BB68}" type="sibTrans" cxnId="{621EDD8D-B23A-4A76-AA83-613949EAAFFC}">
      <dgm:prSet/>
      <dgm:spPr/>
      <dgm:t>
        <a:bodyPr/>
        <a:lstStyle/>
        <a:p>
          <a:endParaRPr lang="en-AU"/>
        </a:p>
      </dgm:t>
    </dgm:pt>
    <dgm:pt modelId="{FEFC4F6F-315E-44F1-8BE4-C9027B3B8EEA}" type="asst">
      <dgm:prSet phldrT="[Text]"/>
      <dgm:spPr/>
      <dgm:t>
        <a:bodyPr/>
        <a:lstStyle/>
        <a:p>
          <a:r>
            <a:rPr lang="en-AU" dirty="0"/>
            <a:t>Continuous (measuring)</a:t>
          </a:r>
        </a:p>
      </dgm:t>
    </dgm:pt>
    <dgm:pt modelId="{9C9591E1-958E-4979-A43B-4DFAE9035911}" type="parTrans" cxnId="{2D6D35B9-9FB0-4239-9744-816CF9B5CF88}">
      <dgm:prSet/>
      <dgm:spPr/>
      <dgm:t>
        <a:bodyPr/>
        <a:lstStyle/>
        <a:p>
          <a:endParaRPr lang="en-AU"/>
        </a:p>
      </dgm:t>
    </dgm:pt>
    <dgm:pt modelId="{71F6F283-F97E-47B5-AADB-320348453646}" type="sibTrans" cxnId="{2D6D35B9-9FB0-4239-9744-816CF9B5CF88}">
      <dgm:prSet/>
      <dgm:spPr/>
      <dgm:t>
        <a:bodyPr/>
        <a:lstStyle/>
        <a:p>
          <a:endParaRPr lang="en-AU"/>
        </a:p>
      </dgm:t>
    </dgm:pt>
    <dgm:pt modelId="{252061A9-43B8-4EDE-80A2-B062F9FE1DAB}" type="asst">
      <dgm:prSet phldrT="[Text]"/>
      <dgm:spPr/>
      <dgm:t>
        <a:bodyPr/>
        <a:lstStyle/>
        <a:p>
          <a:r>
            <a:rPr lang="en-AU" dirty="0"/>
            <a:t>Nominal (no order just names)</a:t>
          </a:r>
        </a:p>
      </dgm:t>
    </dgm:pt>
    <dgm:pt modelId="{D25AC91A-4941-4994-A48F-7031AAE8445F}" type="parTrans" cxnId="{EFAB35B7-435D-4E20-9288-D1C732614300}">
      <dgm:prSet/>
      <dgm:spPr/>
      <dgm:t>
        <a:bodyPr/>
        <a:lstStyle/>
        <a:p>
          <a:endParaRPr lang="en-AU"/>
        </a:p>
      </dgm:t>
    </dgm:pt>
    <dgm:pt modelId="{53C15595-2543-4DB3-BD2E-8C394A737000}" type="sibTrans" cxnId="{EFAB35B7-435D-4E20-9288-D1C732614300}">
      <dgm:prSet/>
      <dgm:spPr/>
      <dgm:t>
        <a:bodyPr/>
        <a:lstStyle/>
        <a:p>
          <a:endParaRPr lang="en-AU"/>
        </a:p>
      </dgm:t>
    </dgm:pt>
    <dgm:pt modelId="{6A912F20-A4A8-4946-AE7E-B962A552AF34}" type="asst">
      <dgm:prSet phldrT="[Text]"/>
      <dgm:spPr/>
      <dgm:t>
        <a:bodyPr/>
        <a:lstStyle/>
        <a:p>
          <a:r>
            <a:rPr lang="en-AU" dirty="0"/>
            <a:t>Ordinal (has an order)</a:t>
          </a:r>
        </a:p>
      </dgm:t>
    </dgm:pt>
    <dgm:pt modelId="{994DE644-E3BE-4E73-A4CD-84685E9E9400}" type="parTrans" cxnId="{3C9CA7D7-C11D-495B-8D6B-C7365DFAD744}">
      <dgm:prSet/>
      <dgm:spPr/>
      <dgm:t>
        <a:bodyPr/>
        <a:lstStyle/>
        <a:p>
          <a:endParaRPr lang="en-AU"/>
        </a:p>
      </dgm:t>
    </dgm:pt>
    <dgm:pt modelId="{771EA9EE-66CD-4280-9D3E-9514987FC6E7}" type="sibTrans" cxnId="{3C9CA7D7-C11D-495B-8D6B-C7365DFAD744}">
      <dgm:prSet/>
      <dgm:spPr/>
      <dgm:t>
        <a:bodyPr/>
        <a:lstStyle/>
        <a:p>
          <a:endParaRPr lang="en-AU"/>
        </a:p>
      </dgm:t>
    </dgm:pt>
    <dgm:pt modelId="{43969BFF-AB40-4180-A9EF-0BDEA5F84861}" type="pres">
      <dgm:prSet presAssocID="{6084B9BC-912E-4F59-9DB7-E8609211CB7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023BB8F-0BE4-4B78-AE28-8CDCF0FDDC95}" type="pres">
      <dgm:prSet presAssocID="{76688B8B-68E5-4385-868E-28508615E48E}" presName="hierRoot1" presStyleCnt="0">
        <dgm:presLayoutVars>
          <dgm:hierBranch val="init"/>
        </dgm:presLayoutVars>
      </dgm:prSet>
      <dgm:spPr/>
    </dgm:pt>
    <dgm:pt modelId="{00BC2909-8198-408A-9025-D69367661A4E}" type="pres">
      <dgm:prSet presAssocID="{76688B8B-68E5-4385-868E-28508615E48E}" presName="rootComposite1" presStyleCnt="0"/>
      <dgm:spPr/>
    </dgm:pt>
    <dgm:pt modelId="{A38B5067-EE79-49C1-858F-8B8E3FE0C76B}" type="pres">
      <dgm:prSet presAssocID="{76688B8B-68E5-4385-868E-28508615E48E}" presName="rootText1" presStyleLbl="alignAcc1" presStyleIdx="0" presStyleCnt="0">
        <dgm:presLayoutVars>
          <dgm:chPref val="3"/>
        </dgm:presLayoutVars>
      </dgm:prSet>
      <dgm:spPr/>
    </dgm:pt>
    <dgm:pt modelId="{FD15828F-3816-4502-9056-1442266EEB80}" type="pres">
      <dgm:prSet presAssocID="{76688B8B-68E5-4385-868E-28508615E48E}" presName="topArc1" presStyleLbl="parChTrans1D1" presStyleIdx="0" presStyleCnt="14"/>
      <dgm:spPr/>
    </dgm:pt>
    <dgm:pt modelId="{560B1919-2E2A-41D3-99E6-3A6AB6F58382}" type="pres">
      <dgm:prSet presAssocID="{76688B8B-68E5-4385-868E-28508615E48E}" presName="bottomArc1" presStyleLbl="parChTrans1D1" presStyleIdx="1" presStyleCnt="14"/>
      <dgm:spPr/>
    </dgm:pt>
    <dgm:pt modelId="{300FF361-F916-4E58-A577-30B3A579083C}" type="pres">
      <dgm:prSet presAssocID="{76688B8B-68E5-4385-868E-28508615E48E}" presName="topConnNode1" presStyleLbl="node1" presStyleIdx="0" presStyleCnt="0"/>
      <dgm:spPr/>
    </dgm:pt>
    <dgm:pt modelId="{039AC455-7B24-40B9-87B6-C147D3951BE9}" type="pres">
      <dgm:prSet presAssocID="{76688B8B-68E5-4385-868E-28508615E48E}" presName="hierChild2" presStyleCnt="0"/>
      <dgm:spPr/>
    </dgm:pt>
    <dgm:pt modelId="{33089E22-CDD7-4686-881B-86EAE910CE00}" type="pres">
      <dgm:prSet presAssocID="{76688B8B-68E5-4385-868E-28508615E48E}" presName="hierChild3" presStyleCnt="0"/>
      <dgm:spPr/>
    </dgm:pt>
    <dgm:pt modelId="{9A752FF6-C0BB-41DC-83F8-1B15EAEE438C}" type="pres">
      <dgm:prSet presAssocID="{F1513FEF-523C-41FE-B40C-E73E3D172801}" presName="Name101" presStyleLbl="parChTrans1D2" presStyleIdx="0" presStyleCnt="2"/>
      <dgm:spPr/>
    </dgm:pt>
    <dgm:pt modelId="{9BBECBC5-D4B8-4155-A491-A79FC320E903}" type="pres">
      <dgm:prSet presAssocID="{3F5DB620-A3A9-4962-A952-5D1A181B6A79}" presName="hierRoot3" presStyleCnt="0">
        <dgm:presLayoutVars>
          <dgm:hierBranch val="init"/>
        </dgm:presLayoutVars>
      </dgm:prSet>
      <dgm:spPr/>
    </dgm:pt>
    <dgm:pt modelId="{98CECA3E-9449-43BF-9DEF-C26F2990E6BD}" type="pres">
      <dgm:prSet presAssocID="{3F5DB620-A3A9-4962-A952-5D1A181B6A79}" presName="rootComposite3" presStyleCnt="0"/>
      <dgm:spPr/>
    </dgm:pt>
    <dgm:pt modelId="{AA1AECA8-5098-4FA5-87AE-1BF0ECB3E3B1}" type="pres">
      <dgm:prSet presAssocID="{3F5DB620-A3A9-4962-A952-5D1A181B6A79}" presName="rootText3" presStyleLbl="alignAcc1" presStyleIdx="0" presStyleCnt="0">
        <dgm:presLayoutVars>
          <dgm:chPref val="3"/>
        </dgm:presLayoutVars>
      </dgm:prSet>
      <dgm:spPr/>
    </dgm:pt>
    <dgm:pt modelId="{B4FC9ADB-3622-48B9-91D5-FCA86634B8E1}" type="pres">
      <dgm:prSet presAssocID="{3F5DB620-A3A9-4962-A952-5D1A181B6A79}" presName="topArc3" presStyleLbl="parChTrans1D1" presStyleIdx="2" presStyleCnt="14"/>
      <dgm:spPr/>
    </dgm:pt>
    <dgm:pt modelId="{1DA11C03-D98A-4381-A82F-258D6D867292}" type="pres">
      <dgm:prSet presAssocID="{3F5DB620-A3A9-4962-A952-5D1A181B6A79}" presName="bottomArc3" presStyleLbl="parChTrans1D1" presStyleIdx="3" presStyleCnt="14"/>
      <dgm:spPr/>
    </dgm:pt>
    <dgm:pt modelId="{5A8E4165-6B74-4607-A80F-880C589363D4}" type="pres">
      <dgm:prSet presAssocID="{3F5DB620-A3A9-4962-A952-5D1A181B6A79}" presName="topConnNode3" presStyleLbl="asst1" presStyleIdx="0" presStyleCnt="0"/>
      <dgm:spPr/>
    </dgm:pt>
    <dgm:pt modelId="{7253C284-4337-4A2C-8C27-EAA8A73BAC31}" type="pres">
      <dgm:prSet presAssocID="{3F5DB620-A3A9-4962-A952-5D1A181B6A79}" presName="hierChild6" presStyleCnt="0"/>
      <dgm:spPr/>
    </dgm:pt>
    <dgm:pt modelId="{AF52DB67-4E05-407A-84F6-A42E6F2B32BA}" type="pres">
      <dgm:prSet presAssocID="{3F5DB620-A3A9-4962-A952-5D1A181B6A79}" presName="hierChild7" presStyleCnt="0"/>
      <dgm:spPr/>
    </dgm:pt>
    <dgm:pt modelId="{9BE9F5A4-2E40-432C-9F98-2965058F12A0}" type="pres">
      <dgm:prSet presAssocID="{8C5E23E9-9DB1-4746-A1CF-05CD1D5B79F8}" presName="Name101" presStyleLbl="parChTrans1D3" presStyleIdx="0" presStyleCnt="4"/>
      <dgm:spPr/>
    </dgm:pt>
    <dgm:pt modelId="{AE2F94F4-A5BF-4CBC-874C-3D5D4DDA6A3B}" type="pres">
      <dgm:prSet presAssocID="{88623091-81C2-4031-A2E7-3BD9A506E509}" presName="hierRoot3" presStyleCnt="0">
        <dgm:presLayoutVars>
          <dgm:hierBranch val="init"/>
        </dgm:presLayoutVars>
      </dgm:prSet>
      <dgm:spPr/>
    </dgm:pt>
    <dgm:pt modelId="{4D890FD2-F9F0-4D57-B392-30F0698FDF3C}" type="pres">
      <dgm:prSet presAssocID="{88623091-81C2-4031-A2E7-3BD9A506E509}" presName="rootComposite3" presStyleCnt="0"/>
      <dgm:spPr/>
    </dgm:pt>
    <dgm:pt modelId="{7E9D5091-FEFA-46D8-B80F-6BC73E9A9A72}" type="pres">
      <dgm:prSet presAssocID="{88623091-81C2-4031-A2E7-3BD9A506E509}" presName="rootText3" presStyleLbl="alignAcc1" presStyleIdx="0" presStyleCnt="0">
        <dgm:presLayoutVars>
          <dgm:chPref val="3"/>
        </dgm:presLayoutVars>
      </dgm:prSet>
      <dgm:spPr/>
    </dgm:pt>
    <dgm:pt modelId="{0518DE55-0446-4E93-96AF-8DD1F147AD76}" type="pres">
      <dgm:prSet presAssocID="{88623091-81C2-4031-A2E7-3BD9A506E509}" presName="topArc3" presStyleLbl="parChTrans1D1" presStyleIdx="4" presStyleCnt="14"/>
      <dgm:spPr/>
    </dgm:pt>
    <dgm:pt modelId="{6A9F2587-5997-4870-8C8C-1F5F85A05375}" type="pres">
      <dgm:prSet presAssocID="{88623091-81C2-4031-A2E7-3BD9A506E509}" presName="bottomArc3" presStyleLbl="parChTrans1D1" presStyleIdx="5" presStyleCnt="14"/>
      <dgm:spPr/>
    </dgm:pt>
    <dgm:pt modelId="{7C25242D-767A-4B20-942F-F92BB7F6E3E1}" type="pres">
      <dgm:prSet presAssocID="{88623091-81C2-4031-A2E7-3BD9A506E509}" presName="topConnNode3" presStyleLbl="asst1" presStyleIdx="0" presStyleCnt="0"/>
      <dgm:spPr/>
    </dgm:pt>
    <dgm:pt modelId="{76B818F2-2B7A-406D-B6CC-044C5C8AD3F3}" type="pres">
      <dgm:prSet presAssocID="{88623091-81C2-4031-A2E7-3BD9A506E509}" presName="hierChild6" presStyleCnt="0"/>
      <dgm:spPr/>
    </dgm:pt>
    <dgm:pt modelId="{22863E33-0224-4AEA-968B-4E5E89792398}" type="pres">
      <dgm:prSet presAssocID="{88623091-81C2-4031-A2E7-3BD9A506E509}" presName="hierChild7" presStyleCnt="0"/>
      <dgm:spPr/>
    </dgm:pt>
    <dgm:pt modelId="{80DF35EA-7749-438F-ADF8-23DDC2345801}" type="pres">
      <dgm:prSet presAssocID="{9C9591E1-958E-4979-A43B-4DFAE9035911}" presName="Name101" presStyleLbl="parChTrans1D3" presStyleIdx="1" presStyleCnt="4"/>
      <dgm:spPr/>
    </dgm:pt>
    <dgm:pt modelId="{BA8AF847-07AD-43C3-8150-1FC0E52FA195}" type="pres">
      <dgm:prSet presAssocID="{FEFC4F6F-315E-44F1-8BE4-C9027B3B8EEA}" presName="hierRoot3" presStyleCnt="0">
        <dgm:presLayoutVars>
          <dgm:hierBranch val="init"/>
        </dgm:presLayoutVars>
      </dgm:prSet>
      <dgm:spPr/>
    </dgm:pt>
    <dgm:pt modelId="{99428836-6030-469E-89B9-78387E007D2B}" type="pres">
      <dgm:prSet presAssocID="{FEFC4F6F-315E-44F1-8BE4-C9027B3B8EEA}" presName="rootComposite3" presStyleCnt="0"/>
      <dgm:spPr/>
    </dgm:pt>
    <dgm:pt modelId="{63EE16E8-A8CF-4920-BAFD-02171686F1BD}" type="pres">
      <dgm:prSet presAssocID="{FEFC4F6F-315E-44F1-8BE4-C9027B3B8EEA}" presName="rootText3" presStyleLbl="alignAcc1" presStyleIdx="0" presStyleCnt="0">
        <dgm:presLayoutVars>
          <dgm:chPref val="3"/>
        </dgm:presLayoutVars>
      </dgm:prSet>
      <dgm:spPr/>
    </dgm:pt>
    <dgm:pt modelId="{787E5B92-007E-4E7D-A453-034126581DA4}" type="pres">
      <dgm:prSet presAssocID="{FEFC4F6F-315E-44F1-8BE4-C9027B3B8EEA}" presName="topArc3" presStyleLbl="parChTrans1D1" presStyleIdx="6" presStyleCnt="14"/>
      <dgm:spPr/>
    </dgm:pt>
    <dgm:pt modelId="{6FD26C49-640F-44C6-A668-89B5F994B988}" type="pres">
      <dgm:prSet presAssocID="{FEFC4F6F-315E-44F1-8BE4-C9027B3B8EEA}" presName="bottomArc3" presStyleLbl="parChTrans1D1" presStyleIdx="7" presStyleCnt="14"/>
      <dgm:spPr/>
    </dgm:pt>
    <dgm:pt modelId="{71FCC026-FA42-4543-9EC7-34AE8CC93E32}" type="pres">
      <dgm:prSet presAssocID="{FEFC4F6F-315E-44F1-8BE4-C9027B3B8EEA}" presName="topConnNode3" presStyleLbl="asst1" presStyleIdx="0" presStyleCnt="0"/>
      <dgm:spPr/>
    </dgm:pt>
    <dgm:pt modelId="{01FE144A-572E-43AB-A3D0-F59AC6BAD4A6}" type="pres">
      <dgm:prSet presAssocID="{FEFC4F6F-315E-44F1-8BE4-C9027B3B8EEA}" presName="hierChild6" presStyleCnt="0"/>
      <dgm:spPr/>
    </dgm:pt>
    <dgm:pt modelId="{423B1B8F-1527-428C-9A2A-5B088AED5339}" type="pres">
      <dgm:prSet presAssocID="{FEFC4F6F-315E-44F1-8BE4-C9027B3B8EEA}" presName="hierChild7" presStyleCnt="0"/>
      <dgm:spPr/>
    </dgm:pt>
    <dgm:pt modelId="{3FEB07F9-EDE7-4232-B7BE-77CC49A36F34}" type="pres">
      <dgm:prSet presAssocID="{B5AF0F11-E1F6-439B-92FD-AB8DD4BBC00F}" presName="Name101" presStyleLbl="parChTrans1D2" presStyleIdx="1" presStyleCnt="2"/>
      <dgm:spPr/>
    </dgm:pt>
    <dgm:pt modelId="{E8AE789E-74A5-4547-A50A-7AD5FF3C3B64}" type="pres">
      <dgm:prSet presAssocID="{24FCCED4-08C9-4A3E-8B7A-E498AD58FB2A}" presName="hierRoot3" presStyleCnt="0">
        <dgm:presLayoutVars>
          <dgm:hierBranch val="init"/>
        </dgm:presLayoutVars>
      </dgm:prSet>
      <dgm:spPr/>
    </dgm:pt>
    <dgm:pt modelId="{4D5894F0-3577-4BEA-AC85-0F74EC46698D}" type="pres">
      <dgm:prSet presAssocID="{24FCCED4-08C9-4A3E-8B7A-E498AD58FB2A}" presName="rootComposite3" presStyleCnt="0"/>
      <dgm:spPr/>
    </dgm:pt>
    <dgm:pt modelId="{62E1C31B-E0B9-41FB-A592-5B42B3DE0189}" type="pres">
      <dgm:prSet presAssocID="{24FCCED4-08C9-4A3E-8B7A-E498AD58FB2A}" presName="rootText3" presStyleLbl="alignAcc1" presStyleIdx="0" presStyleCnt="0">
        <dgm:presLayoutVars>
          <dgm:chPref val="3"/>
        </dgm:presLayoutVars>
      </dgm:prSet>
      <dgm:spPr/>
    </dgm:pt>
    <dgm:pt modelId="{4273B181-6E5A-4B61-92C0-0FA41F4F128A}" type="pres">
      <dgm:prSet presAssocID="{24FCCED4-08C9-4A3E-8B7A-E498AD58FB2A}" presName="topArc3" presStyleLbl="parChTrans1D1" presStyleIdx="8" presStyleCnt="14"/>
      <dgm:spPr/>
    </dgm:pt>
    <dgm:pt modelId="{F6550BB7-7D71-4F9B-B57B-527E2270BD88}" type="pres">
      <dgm:prSet presAssocID="{24FCCED4-08C9-4A3E-8B7A-E498AD58FB2A}" presName="bottomArc3" presStyleLbl="parChTrans1D1" presStyleIdx="9" presStyleCnt="14"/>
      <dgm:spPr/>
    </dgm:pt>
    <dgm:pt modelId="{A5E089C2-9616-4777-9AA8-E4DF7FC15226}" type="pres">
      <dgm:prSet presAssocID="{24FCCED4-08C9-4A3E-8B7A-E498AD58FB2A}" presName="topConnNode3" presStyleLbl="asst1" presStyleIdx="0" presStyleCnt="0"/>
      <dgm:spPr/>
    </dgm:pt>
    <dgm:pt modelId="{7DE107A3-BFED-4ADB-9B26-127E6A4F0650}" type="pres">
      <dgm:prSet presAssocID="{24FCCED4-08C9-4A3E-8B7A-E498AD58FB2A}" presName="hierChild6" presStyleCnt="0"/>
      <dgm:spPr/>
    </dgm:pt>
    <dgm:pt modelId="{1C110FCC-8AFA-420C-8220-210B4D5C2785}" type="pres">
      <dgm:prSet presAssocID="{24FCCED4-08C9-4A3E-8B7A-E498AD58FB2A}" presName="hierChild7" presStyleCnt="0"/>
      <dgm:spPr/>
    </dgm:pt>
    <dgm:pt modelId="{F7D2462F-22DD-45B0-98FB-644196E93F24}" type="pres">
      <dgm:prSet presAssocID="{D25AC91A-4941-4994-A48F-7031AAE8445F}" presName="Name101" presStyleLbl="parChTrans1D3" presStyleIdx="2" presStyleCnt="4"/>
      <dgm:spPr/>
    </dgm:pt>
    <dgm:pt modelId="{A994FEA0-FBD2-4E09-AE63-FBB2065BDC23}" type="pres">
      <dgm:prSet presAssocID="{252061A9-43B8-4EDE-80A2-B062F9FE1DAB}" presName="hierRoot3" presStyleCnt="0">
        <dgm:presLayoutVars>
          <dgm:hierBranch val="init"/>
        </dgm:presLayoutVars>
      </dgm:prSet>
      <dgm:spPr/>
    </dgm:pt>
    <dgm:pt modelId="{F8946E7C-C588-4CFD-9EF0-F601292933B5}" type="pres">
      <dgm:prSet presAssocID="{252061A9-43B8-4EDE-80A2-B062F9FE1DAB}" presName="rootComposite3" presStyleCnt="0"/>
      <dgm:spPr/>
    </dgm:pt>
    <dgm:pt modelId="{AB2FE87C-F557-47DC-B9D5-C3D25252FBBF}" type="pres">
      <dgm:prSet presAssocID="{252061A9-43B8-4EDE-80A2-B062F9FE1DAB}" presName="rootText3" presStyleLbl="alignAcc1" presStyleIdx="0" presStyleCnt="0">
        <dgm:presLayoutVars>
          <dgm:chPref val="3"/>
        </dgm:presLayoutVars>
      </dgm:prSet>
      <dgm:spPr/>
    </dgm:pt>
    <dgm:pt modelId="{7BBF6C65-81A3-45D7-A8FE-37313BA3552C}" type="pres">
      <dgm:prSet presAssocID="{252061A9-43B8-4EDE-80A2-B062F9FE1DAB}" presName="topArc3" presStyleLbl="parChTrans1D1" presStyleIdx="10" presStyleCnt="14"/>
      <dgm:spPr/>
    </dgm:pt>
    <dgm:pt modelId="{EFD7894B-BC5E-493A-BCDA-DD294574ACD3}" type="pres">
      <dgm:prSet presAssocID="{252061A9-43B8-4EDE-80A2-B062F9FE1DAB}" presName="bottomArc3" presStyleLbl="parChTrans1D1" presStyleIdx="11" presStyleCnt="14"/>
      <dgm:spPr/>
    </dgm:pt>
    <dgm:pt modelId="{183DB7C9-B091-4116-9EC6-E92AFB42F004}" type="pres">
      <dgm:prSet presAssocID="{252061A9-43B8-4EDE-80A2-B062F9FE1DAB}" presName="topConnNode3" presStyleLbl="asst1" presStyleIdx="0" presStyleCnt="0"/>
      <dgm:spPr/>
    </dgm:pt>
    <dgm:pt modelId="{06409499-52E2-4097-81AB-6326C840D65B}" type="pres">
      <dgm:prSet presAssocID="{252061A9-43B8-4EDE-80A2-B062F9FE1DAB}" presName="hierChild6" presStyleCnt="0"/>
      <dgm:spPr/>
    </dgm:pt>
    <dgm:pt modelId="{F9F1AFAA-A8DF-45A6-83F9-A461BC9793F7}" type="pres">
      <dgm:prSet presAssocID="{252061A9-43B8-4EDE-80A2-B062F9FE1DAB}" presName="hierChild7" presStyleCnt="0"/>
      <dgm:spPr/>
    </dgm:pt>
    <dgm:pt modelId="{90557667-7528-4241-BAF2-1F9F832A1294}" type="pres">
      <dgm:prSet presAssocID="{994DE644-E3BE-4E73-A4CD-84685E9E9400}" presName="Name101" presStyleLbl="parChTrans1D3" presStyleIdx="3" presStyleCnt="4"/>
      <dgm:spPr/>
    </dgm:pt>
    <dgm:pt modelId="{7070F5D2-A180-41BC-9F2A-F0EEB2CC0148}" type="pres">
      <dgm:prSet presAssocID="{6A912F20-A4A8-4946-AE7E-B962A552AF34}" presName="hierRoot3" presStyleCnt="0">
        <dgm:presLayoutVars>
          <dgm:hierBranch val="init"/>
        </dgm:presLayoutVars>
      </dgm:prSet>
      <dgm:spPr/>
    </dgm:pt>
    <dgm:pt modelId="{20F0951E-558D-40B5-A6B1-58DF3DA2E099}" type="pres">
      <dgm:prSet presAssocID="{6A912F20-A4A8-4946-AE7E-B962A552AF34}" presName="rootComposite3" presStyleCnt="0"/>
      <dgm:spPr/>
    </dgm:pt>
    <dgm:pt modelId="{A4976EDA-6255-4986-A93B-415D3A5663FB}" type="pres">
      <dgm:prSet presAssocID="{6A912F20-A4A8-4946-AE7E-B962A552AF34}" presName="rootText3" presStyleLbl="alignAcc1" presStyleIdx="0" presStyleCnt="0">
        <dgm:presLayoutVars>
          <dgm:chPref val="3"/>
        </dgm:presLayoutVars>
      </dgm:prSet>
      <dgm:spPr/>
    </dgm:pt>
    <dgm:pt modelId="{6C4C019D-4642-479C-9BD0-513B21AF2AB9}" type="pres">
      <dgm:prSet presAssocID="{6A912F20-A4A8-4946-AE7E-B962A552AF34}" presName="topArc3" presStyleLbl="parChTrans1D1" presStyleIdx="12" presStyleCnt="14"/>
      <dgm:spPr/>
    </dgm:pt>
    <dgm:pt modelId="{29870E5D-1354-47D2-9623-DA87C51F35EA}" type="pres">
      <dgm:prSet presAssocID="{6A912F20-A4A8-4946-AE7E-B962A552AF34}" presName="bottomArc3" presStyleLbl="parChTrans1D1" presStyleIdx="13" presStyleCnt="14"/>
      <dgm:spPr/>
    </dgm:pt>
    <dgm:pt modelId="{03C58540-9410-4DC4-AABF-BDAFF65C3570}" type="pres">
      <dgm:prSet presAssocID="{6A912F20-A4A8-4946-AE7E-B962A552AF34}" presName="topConnNode3" presStyleLbl="asst1" presStyleIdx="0" presStyleCnt="0"/>
      <dgm:spPr/>
    </dgm:pt>
    <dgm:pt modelId="{5F198A9E-678E-4C6E-82AF-749A3150ABAE}" type="pres">
      <dgm:prSet presAssocID="{6A912F20-A4A8-4946-AE7E-B962A552AF34}" presName="hierChild6" presStyleCnt="0"/>
      <dgm:spPr/>
    </dgm:pt>
    <dgm:pt modelId="{4D3E1B2B-0270-4B7C-A2B2-F7C089E6DE75}" type="pres">
      <dgm:prSet presAssocID="{6A912F20-A4A8-4946-AE7E-B962A552AF34}" presName="hierChild7" presStyleCnt="0"/>
      <dgm:spPr/>
    </dgm:pt>
  </dgm:ptLst>
  <dgm:cxnLst>
    <dgm:cxn modelId="{57CCB702-5A56-456E-9A27-2B6F3333F0B8}" type="presOf" srcId="{24FCCED4-08C9-4A3E-8B7A-E498AD58FB2A}" destId="{62E1C31B-E0B9-41FB-A592-5B42B3DE0189}" srcOrd="0" destOrd="0" presId="urn:microsoft.com/office/officeart/2008/layout/HalfCircleOrganizationChart"/>
    <dgm:cxn modelId="{14638804-78E1-42B1-90C6-9D1ECBD3379B}" type="presOf" srcId="{D25AC91A-4941-4994-A48F-7031AAE8445F}" destId="{F7D2462F-22DD-45B0-98FB-644196E93F24}" srcOrd="0" destOrd="0" presId="urn:microsoft.com/office/officeart/2008/layout/HalfCircleOrganizationChart"/>
    <dgm:cxn modelId="{04AA4508-210F-4B8C-BE26-FDCD4B2F8604}" type="presOf" srcId="{994DE644-E3BE-4E73-A4CD-84685E9E9400}" destId="{90557667-7528-4241-BAF2-1F9F832A1294}" srcOrd="0" destOrd="0" presId="urn:microsoft.com/office/officeart/2008/layout/HalfCircleOrganizationChart"/>
    <dgm:cxn modelId="{14692E12-103C-4AF9-A110-4D4309D24B61}" type="presOf" srcId="{FEFC4F6F-315E-44F1-8BE4-C9027B3B8EEA}" destId="{63EE16E8-A8CF-4920-BAFD-02171686F1BD}" srcOrd="0" destOrd="0" presId="urn:microsoft.com/office/officeart/2008/layout/HalfCircleOrganizationChart"/>
    <dgm:cxn modelId="{5278331D-B449-4AB8-88BB-FBBB5FFBE24E}" type="presOf" srcId="{3F5DB620-A3A9-4962-A952-5D1A181B6A79}" destId="{5A8E4165-6B74-4607-A80F-880C589363D4}" srcOrd="1" destOrd="0" presId="urn:microsoft.com/office/officeart/2008/layout/HalfCircleOrganizationChart"/>
    <dgm:cxn modelId="{E3594060-FA07-430B-8C88-3A05F4DA6FB1}" type="presOf" srcId="{9C9591E1-958E-4979-A43B-4DFAE9035911}" destId="{80DF35EA-7749-438F-ADF8-23DDC2345801}" srcOrd="0" destOrd="0" presId="urn:microsoft.com/office/officeart/2008/layout/HalfCircleOrganizationChart"/>
    <dgm:cxn modelId="{4024A541-1006-43C3-AF36-795651813465}" type="presOf" srcId="{6A912F20-A4A8-4946-AE7E-B962A552AF34}" destId="{03C58540-9410-4DC4-AABF-BDAFF65C3570}" srcOrd="1" destOrd="0" presId="urn:microsoft.com/office/officeart/2008/layout/HalfCircleOrganizationChart"/>
    <dgm:cxn modelId="{B9364545-5435-4C21-8326-472B6BA0A5A4}" srcId="{76688B8B-68E5-4385-868E-28508615E48E}" destId="{3F5DB620-A3A9-4962-A952-5D1A181B6A79}" srcOrd="0" destOrd="0" parTransId="{F1513FEF-523C-41FE-B40C-E73E3D172801}" sibTransId="{44F833C9-E6F4-4D1B-9525-EEC17B39730C}"/>
    <dgm:cxn modelId="{1F551766-577E-48D4-9295-349121328CE5}" type="presOf" srcId="{76688B8B-68E5-4385-868E-28508615E48E}" destId="{300FF361-F916-4E58-A577-30B3A579083C}" srcOrd="1" destOrd="0" presId="urn:microsoft.com/office/officeart/2008/layout/HalfCircleOrganizationChart"/>
    <dgm:cxn modelId="{7CD1DC76-524F-462F-9C29-177468A0C6F2}" type="presOf" srcId="{6A912F20-A4A8-4946-AE7E-B962A552AF34}" destId="{A4976EDA-6255-4986-A93B-415D3A5663FB}" srcOrd="0" destOrd="0" presId="urn:microsoft.com/office/officeart/2008/layout/HalfCircleOrganizationChart"/>
    <dgm:cxn modelId="{4F17587A-273B-4E5B-9730-9B3363335C59}" srcId="{76688B8B-68E5-4385-868E-28508615E48E}" destId="{24FCCED4-08C9-4A3E-8B7A-E498AD58FB2A}" srcOrd="1" destOrd="0" parTransId="{B5AF0F11-E1F6-439B-92FD-AB8DD4BBC00F}" sibTransId="{FE713031-47D5-4933-ABF0-9B7514EF0250}"/>
    <dgm:cxn modelId="{D1F9767C-F20F-43B6-AF63-B39C145337EB}" type="presOf" srcId="{3F5DB620-A3A9-4962-A952-5D1A181B6A79}" destId="{AA1AECA8-5098-4FA5-87AE-1BF0ECB3E3B1}" srcOrd="0" destOrd="0" presId="urn:microsoft.com/office/officeart/2008/layout/HalfCircleOrganizationChart"/>
    <dgm:cxn modelId="{621EDD8D-B23A-4A76-AA83-613949EAAFFC}" srcId="{3F5DB620-A3A9-4962-A952-5D1A181B6A79}" destId="{88623091-81C2-4031-A2E7-3BD9A506E509}" srcOrd="0" destOrd="0" parTransId="{8C5E23E9-9DB1-4746-A1CF-05CD1D5B79F8}" sibTransId="{8880B4A4-7988-4B3F-96FA-4D32B611BB68}"/>
    <dgm:cxn modelId="{1C7F9D8E-0E3E-4789-958F-D46A149AC654}" type="presOf" srcId="{76688B8B-68E5-4385-868E-28508615E48E}" destId="{A38B5067-EE79-49C1-858F-8B8E3FE0C76B}" srcOrd="0" destOrd="0" presId="urn:microsoft.com/office/officeart/2008/layout/HalfCircleOrganizationChart"/>
    <dgm:cxn modelId="{A4B10393-3214-4BF9-B32A-4D46A40C7244}" type="presOf" srcId="{252061A9-43B8-4EDE-80A2-B062F9FE1DAB}" destId="{AB2FE87C-F557-47DC-B9D5-C3D25252FBBF}" srcOrd="0" destOrd="0" presId="urn:microsoft.com/office/officeart/2008/layout/HalfCircleOrganizationChart"/>
    <dgm:cxn modelId="{42209695-041F-4E89-8D99-376A7F78992F}" type="presOf" srcId="{24FCCED4-08C9-4A3E-8B7A-E498AD58FB2A}" destId="{A5E089C2-9616-4777-9AA8-E4DF7FC15226}" srcOrd="1" destOrd="0" presId="urn:microsoft.com/office/officeart/2008/layout/HalfCircleOrganizationChart"/>
    <dgm:cxn modelId="{886ED59A-0B74-48D5-A86D-D03D3012A4EC}" type="presOf" srcId="{FEFC4F6F-315E-44F1-8BE4-C9027B3B8EEA}" destId="{71FCC026-FA42-4543-9EC7-34AE8CC93E32}" srcOrd="1" destOrd="0" presId="urn:microsoft.com/office/officeart/2008/layout/HalfCircleOrganizationChart"/>
    <dgm:cxn modelId="{06A9C6A0-63D0-4C01-BA95-FA00A71EE735}" type="presOf" srcId="{88623091-81C2-4031-A2E7-3BD9A506E509}" destId="{7C25242D-767A-4B20-942F-F92BB7F6E3E1}" srcOrd="1" destOrd="0" presId="urn:microsoft.com/office/officeart/2008/layout/HalfCircleOrganizationChart"/>
    <dgm:cxn modelId="{EFAB35B7-435D-4E20-9288-D1C732614300}" srcId="{24FCCED4-08C9-4A3E-8B7A-E498AD58FB2A}" destId="{252061A9-43B8-4EDE-80A2-B062F9FE1DAB}" srcOrd="0" destOrd="0" parTransId="{D25AC91A-4941-4994-A48F-7031AAE8445F}" sibTransId="{53C15595-2543-4DB3-BD2E-8C394A737000}"/>
    <dgm:cxn modelId="{2D6D35B9-9FB0-4239-9744-816CF9B5CF88}" srcId="{3F5DB620-A3A9-4962-A952-5D1A181B6A79}" destId="{FEFC4F6F-315E-44F1-8BE4-C9027B3B8EEA}" srcOrd="1" destOrd="0" parTransId="{9C9591E1-958E-4979-A43B-4DFAE9035911}" sibTransId="{71F6F283-F97E-47B5-AADB-320348453646}"/>
    <dgm:cxn modelId="{41ABC7C0-E59B-447D-A7F1-314DAB50EA12}" type="presOf" srcId="{6084B9BC-912E-4F59-9DB7-E8609211CB7F}" destId="{43969BFF-AB40-4180-A9EF-0BDEA5F84861}" srcOrd="0" destOrd="0" presId="urn:microsoft.com/office/officeart/2008/layout/HalfCircleOrganizationChart"/>
    <dgm:cxn modelId="{4952DDC6-0387-468A-A874-F940CC01C77A}" srcId="{6084B9BC-912E-4F59-9DB7-E8609211CB7F}" destId="{76688B8B-68E5-4385-868E-28508615E48E}" srcOrd="0" destOrd="0" parTransId="{42575C75-D50F-4AA1-8973-1BC789E9EF02}" sibTransId="{8E30DADB-857C-48B7-91D4-991BAC46C6E4}"/>
    <dgm:cxn modelId="{1CAE5DD1-36D6-4844-9984-52FEB7DD0188}" type="presOf" srcId="{B5AF0F11-E1F6-439B-92FD-AB8DD4BBC00F}" destId="{3FEB07F9-EDE7-4232-B7BE-77CC49A36F34}" srcOrd="0" destOrd="0" presId="urn:microsoft.com/office/officeart/2008/layout/HalfCircleOrganizationChart"/>
    <dgm:cxn modelId="{096C0AD5-F733-4CC0-B2FD-AD961983AFB9}" type="presOf" srcId="{8C5E23E9-9DB1-4746-A1CF-05CD1D5B79F8}" destId="{9BE9F5A4-2E40-432C-9F98-2965058F12A0}" srcOrd="0" destOrd="0" presId="urn:microsoft.com/office/officeart/2008/layout/HalfCircleOrganizationChart"/>
    <dgm:cxn modelId="{3C9CA7D7-C11D-495B-8D6B-C7365DFAD744}" srcId="{24FCCED4-08C9-4A3E-8B7A-E498AD58FB2A}" destId="{6A912F20-A4A8-4946-AE7E-B962A552AF34}" srcOrd="1" destOrd="0" parTransId="{994DE644-E3BE-4E73-A4CD-84685E9E9400}" sibTransId="{771EA9EE-66CD-4280-9D3E-9514987FC6E7}"/>
    <dgm:cxn modelId="{763F6CD8-9F90-44ED-AFB4-7B8103582E9A}" type="presOf" srcId="{88623091-81C2-4031-A2E7-3BD9A506E509}" destId="{7E9D5091-FEFA-46D8-B80F-6BC73E9A9A72}" srcOrd="0" destOrd="0" presId="urn:microsoft.com/office/officeart/2008/layout/HalfCircleOrganizationChart"/>
    <dgm:cxn modelId="{8960C7D8-1088-4784-BFF4-9A8A52367978}" type="presOf" srcId="{252061A9-43B8-4EDE-80A2-B062F9FE1DAB}" destId="{183DB7C9-B091-4116-9EC6-E92AFB42F004}" srcOrd="1" destOrd="0" presId="urn:microsoft.com/office/officeart/2008/layout/HalfCircleOrganizationChart"/>
    <dgm:cxn modelId="{A1FD5FDC-5EF1-40C3-8356-7C5D4B4B56A2}" type="presOf" srcId="{F1513FEF-523C-41FE-B40C-E73E3D172801}" destId="{9A752FF6-C0BB-41DC-83F8-1B15EAEE438C}" srcOrd="0" destOrd="0" presId="urn:microsoft.com/office/officeart/2008/layout/HalfCircleOrganizationChart"/>
    <dgm:cxn modelId="{1EA89A19-59B9-4074-84A9-2A3AA64B03ED}" type="presParOf" srcId="{43969BFF-AB40-4180-A9EF-0BDEA5F84861}" destId="{8023BB8F-0BE4-4B78-AE28-8CDCF0FDDC95}" srcOrd="0" destOrd="0" presId="urn:microsoft.com/office/officeart/2008/layout/HalfCircleOrganizationChart"/>
    <dgm:cxn modelId="{9675E92C-1680-4A5B-A362-7D6FD324438A}" type="presParOf" srcId="{8023BB8F-0BE4-4B78-AE28-8CDCF0FDDC95}" destId="{00BC2909-8198-408A-9025-D69367661A4E}" srcOrd="0" destOrd="0" presId="urn:microsoft.com/office/officeart/2008/layout/HalfCircleOrganizationChart"/>
    <dgm:cxn modelId="{53EC43CC-E26E-40AB-9908-10E4474F36DA}" type="presParOf" srcId="{00BC2909-8198-408A-9025-D69367661A4E}" destId="{A38B5067-EE79-49C1-858F-8B8E3FE0C76B}" srcOrd="0" destOrd="0" presId="urn:microsoft.com/office/officeart/2008/layout/HalfCircleOrganizationChart"/>
    <dgm:cxn modelId="{DDB24008-F797-48FB-B216-40760E022D72}" type="presParOf" srcId="{00BC2909-8198-408A-9025-D69367661A4E}" destId="{FD15828F-3816-4502-9056-1442266EEB80}" srcOrd="1" destOrd="0" presId="urn:microsoft.com/office/officeart/2008/layout/HalfCircleOrganizationChart"/>
    <dgm:cxn modelId="{39FFBE02-C3EE-44E2-BD73-3E37544CD267}" type="presParOf" srcId="{00BC2909-8198-408A-9025-D69367661A4E}" destId="{560B1919-2E2A-41D3-99E6-3A6AB6F58382}" srcOrd="2" destOrd="0" presId="urn:microsoft.com/office/officeart/2008/layout/HalfCircleOrganizationChart"/>
    <dgm:cxn modelId="{FD54C488-B5D2-4D12-AFE1-F6B8EDF8AA07}" type="presParOf" srcId="{00BC2909-8198-408A-9025-D69367661A4E}" destId="{300FF361-F916-4E58-A577-30B3A579083C}" srcOrd="3" destOrd="0" presId="urn:microsoft.com/office/officeart/2008/layout/HalfCircleOrganizationChart"/>
    <dgm:cxn modelId="{AB448651-EDA2-404A-9091-3FADF8EB0EE1}" type="presParOf" srcId="{8023BB8F-0BE4-4B78-AE28-8CDCF0FDDC95}" destId="{039AC455-7B24-40B9-87B6-C147D3951BE9}" srcOrd="1" destOrd="0" presId="urn:microsoft.com/office/officeart/2008/layout/HalfCircleOrganizationChart"/>
    <dgm:cxn modelId="{2CFCADB1-BDE0-4673-9D04-F0016DD9E11F}" type="presParOf" srcId="{8023BB8F-0BE4-4B78-AE28-8CDCF0FDDC95}" destId="{33089E22-CDD7-4686-881B-86EAE910CE00}" srcOrd="2" destOrd="0" presId="urn:microsoft.com/office/officeart/2008/layout/HalfCircleOrganizationChart"/>
    <dgm:cxn modelId="{DF24BE08-8A1A-4118-BD63-A03CF6A6893F}" type="presParOf" srcId="{33089E22-CDD7-4686-881B-86EAE910CE00}" destId="{9A752FF6-C0BB-41DC-83F8-1B15EAEE438C}" srcOrd="0" destOrd="0" presId="urn:microsoft.com/office/officeart/2008/layout/HalfCircleOrganizationChart"/>
    <dgm:cxn modelId="{2F336263-2CAC-4189-9D85-8468CF533C5F}" type="presParOf" srcId="{33089E22-CDD7-4686-881B-86EAE910CE00}" destId="{9BBECBC5-D4B8-4155-A491-A79FC320E903}" srcOrd="1" destOrd="0" presId="urn:microsoft.com/office/officeart/2008/layout/HalfCircleOrganizationChart"/>
    <dgm:cxn modelId="{1CDDBC2A-C042-43C5-BC0C-4E354A67D2AA}" type="presParOf" srcId="{9BBECBC5-D4B8-4155-A491-A79FC320E903}" destId="{98CECA3E-9449-43BF-9DEF-C26F2990E6BD}" srcOrd="0" destOrd="0" presId="urn:microsoft.com/office/officeart/2008/layout/HalfCircleOrganizationChart"/>
    <dgm:cxn modelId="{AE91E1C0-D2D3-418C-9945-C158BB03FB2E}" type="presParOf" srcId="{98CECA3E-9449-43BF-9DEF-C26F2990E6BD}" destId="{AA1AECA8-5098-4FA5-87AE-1BF0ECB3E3B1}" srcOrd="0" destOrd="0" presId="urn:microsoft.com/office/officeart/2008/layout/HalfCircleOrganizationChart"/>
    <dgm:cxn modelId="{8CE9EB1E-994F-47CB-8FA0-AE93793CD511}" type="presParOf" srcId="{98CECA3E-9449-43BF-9DEF-C26F2990E6BD}" destId="{B4FC9ADB-3622-48B9-91D5-FCA86634B8E1}" srcOrd="1" destOrd="0" presId="urn:microsoft.com/office/officeart/2008/layout/HalfCircleOrganizationChart"/>
    <dgm:cxn modelId="{97CA374F-9F86-47D2-9761-B34DB391CA01}" type="presParOf" srcId="{98CECA3E-9449-43BF-9DEF-C26F2990E6BD}" destId="{1DA11C03-D98A-4381-A82F-258D6D867292}" srcOrd="2" destOrd="0" presId="urn:microsoft.com/office/officeart/2008/layout/HalfCircleOrganizationChart"/>
    <dgm:cxn modelId="{515AEB39-3FDD-4766-9DBF-54A3442BAA63}" type="presParOf" srcId="{98CECA3E-9449-43BF-9DEF-C26F2990E6BD}" destId="{5A8E4165-6B74-4607-A80F-880C589363D4}" srcOrd="3" destOrd="0" presId="urn:microsoft.com/office/officeart/2008/layout/HalfCircleOrganizationChart"/>
    <dgm:cxn modelId="{7F42E58D-CE5F-41D7-B6E8-38C9DF5A3806}" type="presParOf" srcId="{9BBECBC5-D4B8-4155-A491-A79FC320E903}" destId="{7253C284-4337-4A2C-8C27-EAA8A73BAC31}" srcOrd="1" destOrd="0" presId="urn:microsoft.com/office/officeart/2008/layout/HalfCircleOrganizationChart"/>
    <dgm:cxn modelId="{F96A30C1-4226-45D6-B69D-99FE5E6B9C7E}" type="presParOf" srcId="{9BBECBC5-D4B8-4155-A491-A79FC320E903}" destId="{AF52DB67-4E05-407A-84F6-A42E6F2B32BA}" srcOrd="2" destOrd="0" presId="urn:microsoft.com/office/officeart/2008/layout/HalfCircleOrganizationChart"/>
    <dgm:cxn modelId="{B49923B7-9026-47C2-A4C3-0CE86EC6DABA}" type="presParOf" srcId="{AF52DB67-4E05-407A-84F6-A42E6F2B32BA}" destId="{9BE9F5A4-2E40-432C-9F98-2965058F12A0}" srcOrd="0" destOrd="0" presId="urn:microsoft.com/office/officeart/2008/layout/HalfCircleOrganizationChart"/>
    <dgm:cxn modelId="{6AF56CEC-75E9-4CB9-9640-365635377CC8}" type="presParOf" srcId="{AF52DB67-4E05-407A-84F6-A42E6F2B32BA}" destId="{AE2F94F4-A5BF-4CBC-874C-3D5D4DDA6A3B}" srcOrd="1" destOrd="0" presId="urn:microsoft.com/office/officeart/2008/layout/HalfCircleOrganizationChart"/>
    <dgm:cxn modelId="{895356C8-7853-4F27-BE3F-A3B621F6B1AE}" type="presParOf" srcId="{AE2F94F4-A5BF-4CBC-874C-3D5D4DDA6A3B}" destId="{4D890FD2-F9F0-4D57-B392-30F0698FDF3C}" srcOrd="0" destOrd="0" presId="urn:microsoft.com/office/officeart/2008/layout/HalfCircleOrganizationChart"/>
    <dgm:cxn modelId="{324C369F-2979-4C76-9BD4-439F0E3C12B0}" type="presParOf" srcId="{4D890FD2-F9F0-4D57-B392-30F0698FDF3C}" destId="{7E9D5091-FEFA-46D8-B80F-6BC73E9A9A72}" srcOrd="0" destOrd="0" presId="urn:microsoft.com/office/officeart/2008/layout/HalfCircleOrganizationChart"/>
    <dgm:cxn modelId="{B19D0804-0C75-4196-817E-9A99AFBEC3E3}" type="presParOf" srcId="{4D890FD2-F9F0-4D57-B392-30F0698FDF3C}" destId="{0518DE55-0446-4E93-96AF-8DD1F147AD76}" srcOrd="1" destOrd="0" presId="urn:microsoft.com/office/officeart/2008/layout/HalfCircleOrganizationChart"/>
    <dgm:cxn modelId="{9864E12B-E95C-494F-A4C3-1D8381DEC222}" type="presParOf" srcId="{4D890FD2-F9F0-4D57-B392-30F0698FDF3C}" destId="{6A9F2587-5997-4870-8C8C-1F5F85A05375}" srcOrd="2" destOrd="0" presId="urn:microsoft.com/office/officeart/2008/layout/HalfCircleOrganizationChart"/>
    <dgm:cxn modelId="{03066217-5ECC-4478-9870-9DED37E96281}" type="presParOf" srcId="{4D890FD2-F9F0-4D57-B392-30F0698FDF3C}" destId="{7C25242D-767A-4B20-942F-F92BB7F6E3E1}" srcOrd="3" destOrd="0" presId="urn:microsoft.com/office/officeart/2008/layout/HalfCircleOrganizationChart"/>
    <dgm:cxn modelId="{1CBB222D-8E89-4D6C-AC0F-B882D2F38882}" type="presParOf" srcId="{AE2F94F4-A5BF-4CBC-874C-3D5D4DDA6A3B}" destId="{76B818F2-2B7A-406D-B6CC-044C5C8AD3F3}" srcOrd="1" destOrd="0" presId="urn:microsoft.com/office/officeart/2008/layout/HalfCircleOrganizationChart"/>
    <dgm:cxn modelId="{508EB5CF-F2A1-49C0-921B-2C11639FF568}" type="presParOf" srcId="{AE2F94F4-A5BF-4CBC-874C-3D5D4DDA6A3B}" destId="{22863E33-0224-4AEA-968B-4E5E89792398}" srcOrd="2" destOrd="0" presId="urn:microsoft.com/office/officeart/2008/layout/HalfCircleOrganizationChart"/>
    <dgm:cxn modelId="{B6EE196D-24BB-4745-9543-C49D71456411}" type="presParOf" srcId="{AF52DB67-4E05-407A-84F6-A42E6F2B32BA}" destId="{80DF35EA-7749-438F-ADF8-23DDC2345801}" srcOrd="2" destOrd="0" presId="urn:microsoft.com/office/officeart/2008/layout/HalfCircleOrganizationChart"/>
    <dgm:cxn modelId="{52436AFB-E621-4175-9A66-43B0C6B6D16D}" type="presParOf" srcId="{AF52DB67-4E05-407A-84F6-A42E6F2B32BA}" destId="{BA8AF847-07AD-43C3-8150-1FC0E52FA195}" srcOrd="3" destOrd="0" presId="urn:microsoft.com/office/officeart/2008/layout/HalfCircleOrganizationChart"/>
    <dgm:cxn modelId="{F3968A06-207B-490A-9693-378B9982D120}" type="presParOf" srcId="{BA8AF847-07AD-43C3-8150-1FC0E52FA195}" destId="{99428836-6030-469E-89B9-78387E007D2B}" srcOrd="0" destOrd="0" presId="urn:microsoft.com/office/officeart/2008/layout/HalfCircleOrganizationChart"/>
    <dgm:cxn modelId="{9EF5F35D-4378-4F76-9116-44E170782211}" type="presParOf" srcId="{99428836-6030-469E-89B9-78387E007D2B}" destId="{63EE16E8-A8CF-4920-BAFD-02171686F1BD}" srcOrd="0" destOrd="0" presId="urn:microsoft.com/office/officeart/2008/layout/HalfCircleOrganizationChart"/>
    <dgm:cxn modelId="{B71C01BB-E827-4294-8B1F-42E5AF3AE9AC}" type="presParOf" srcId="{99428836-6030-469E-89B9-78387E007D2B}" destId="{787E5B92-007E-4E7D-A453-034126581DA4}" srcOrd="1" destOrd="0" presId="urn:microsoft.com/office/officeart/2008/layout/HalfCircleOrganizationChart"/>
    <dgm:cxn modelId="{22A8ED25-FE77-4338-8CF7-C3B84907ADC1}" type="presParOf" srcId="{99428836-6030-469E-89B9-78387E007D2B}" destId="{6FD26C49-640F-44C6-A668-89B5F994B988}" srcOrd="2" destOrd="0" presId="urn:microsoft.com/office/officeart/2008/layout/HalfCircleOrganizationChart"/>
    <dgm:cxn modelId="{79F838DE-2B86-4231-B816-7FC7E8BB0B14}" type="presParOf" srcId="{99428836-6030-469E-89B9-78387E007D2B}" destId="{71FCC026-FA42-4543-9EC7-34AE8CC93E32}" srcOrd="3" destOrd="0" presId="urn:microsoft.com/office/officeart/2008/layout/HalfCircleOrganizationChart"/>
    <dgm:cxn modelId="{71C0BFBD-E48E-438B-8223-3D04A91FC7BB}" type="presParOf" srcId="{BA8AF847-07AD-43C3-8150-1FC0E52FA195}" destId="{01FE144A-572E-43AB-A3D0-F59AC6BAD4A6}" srcOrd="1" destOrd="0" presId="urn:microsoft.com/office/officeart/2008/layout/HalfCircleOrganizationChart"/>
    <dgm:cxn modelId="{6DAC0B32-FFC4-4CA4-8746-D71768AF314E}" type="presParOf" srcId="{BA8AF847-07AD-43C3-8150-1FC0E52FA195}" destId="{423B1B8F-1527-428C-9A2A-5B088AED5339}" srcOrd="2" destOrd="0" presId="urn:microsoft.com/office/officeart/2008/layout/HalfCircleOrganizationChart"/>
    <dgm:cxn modelId="{AB9C8B55-A247-497F-B299-5FB494FAA4FA}" type="presParOf" srcId="{33089E22-CDD7-4686-881B-86EAE910CE00}" destId="{3FEB07F9-EDE7-4232-B7BE-77CC49A36F34}" srcOrd="2" destOrd="0" presId="urn:microsoft.com/office/officeart/2008/layout/HalfCircleOrganizationChart"/>
    <dgm:cxn modelId="{1B636687-E843-4B76-AFAB-D6CDC66AA2E5}" type="presParOf" srcId="{33089E22-CDD7-4686-881B-86EAE910CE00}" destId="{E8AE789E-74A5-4547-A50A-7AD5FF3C3B64}" srcOrd="3" destOrd="0" presId="urn:microsoft.com/office/officeart/2008/layout/HalfCircleOrganizationChart"/>
    <dgm:cxn modelId="{30491732-DE2E-407B-BB27-BB878000A67E}" type="presParOf" srcId="{E8AE789E-74A5-4547-A50A-7AD5FF3C3B64}" destId="{4D5894F0-3577-4BEA-AC85-0F74EC46698D}" srcOrd="0" destOrd="0" presId="urn:microsoft.com/office/officeart/2008/layout/HalfCircleOrganizationChart"/>
    <dgm:cxn modelId="{822E65D4-AD50-48DB-A137-A91DB1CDD80A}" type="presParOf" srcId="{4D5894F0-3577-4BEA-AC85-0F74EC46698D}" destId="{62E1C31B-E0B9-41FB-A592-5B42B3DE0189}" srcOrd="0" destOrd="0" presId="urn:microsoft.com/office/officeart/2008/layout/HalfCircleOrganizationChart"/>
    <dgm:cxn modelId="{708DC214-1022-4735-B6C0-B69DE0B5D116}" type="presParOf" srcId="{4D5894F0-3577-4BEA-AC85-0F74EC46698D}" destId="{4273B181-6E5A-4B61-92C0-0FA41F4F128A}" srcOrd="1" destOrd="0" presId="urn:microsoft.com/office/officeart/2008/layout/HalfCircleOrganizationChart"/>
    <dgm:cxn modelId="{78BFE148-122F-4002-9A1D-E2214B333B1E}" type="presParOf" srcId="{4D5894F0-3577-4BEA-AC85-0F74EC46698D}" destId="{F6550BB7-7D71-4F9B-B57B-527E2270BD88}" srcOrd="2" destOrd="0" presId="urn:microsoft.com/office/officeart/2008/layout/HalfCircleOrganizationChart"/>
    <dgm:cxn modelId="{2703F56F-74FA-4284-BDF5-BDF6883C321B}" type="presParOf" srcId="{4D5894F0-3577-4BEA-AC85-0F74EC46698D}" destId="{A5E089C2-9616-4777-9AA8-E4DF7FC15226}" srcOrd="3" destOrd="0" presId="urn:microsoft.com/office/officeart/2008/layout/HalfCircleOrganizationChart"/>
    <dgm:cxn modelId="{0E9AF5F0-5554-4749-A630-776809FA5B0C}" type="presParOf" srcId="{E8AE789E-74A5-4547-A50A-7AD5FF3C3B64}" destId="{7DE107A3-BFED-4ADB-9B26-127E6A4F0650}" srcOrd="1" destOrd="0" presId="urn:microsoft.com/office/officeart/2008/layout/HalfCircleOrganizationChart"/>
    <dgm:cxn modelId="{CF95B4F0-0C4A-4CBE-AA67-A63927744749}" type="presParOf" srcId="{E8AE789E-74A5-4547-A50A-7AD5FF3C3B64}" destId="{1C110FCC-8AFA-420C-8220-210B4D5C2785}" srcOrd="2" destOrd="0" presId="urn:microsoft.com/office/officeart/2008/layout/HalfCircleOrganizationChart"/>
    <dgm:cxn modelId="{02DDC75C-C41D-4E23-BC7B-2ED2EC59AA01}" type="presParOf" srcId="{1C110FCC-8AFA-420C-8220-210B4D5C2785}" destId="{F7D2462F-22DD-45B0-98FB-644196E93F24}" srcOrd="0" destOrd="0" presId="urn:microsoft.com/office/officeart/2008/layout/HalfCircleOrganizationChart"/>
    <dgm:cxn modelId="{02463A5E-2437-4BDF-8262-3A7648C5575B}" type="presParOf" srcId="{1C110FCC-8AFA-420C-8220-210B4D5C2785}" destId="{A994FEA0-FBD2-4E09-AE63-FBB2065BDC23}" srcOrd="1" destOrd="0" presId="urn:microsoft.com/office/officeart/2008/layout/HalfCircleOrganizationChart"/>
    <dgm:cxn modelId="{EFBA7DA0-9C3E-409B-BCDB-BF7840FB42FA}" type="presParOf" srcId="{A994FEA0-FBD2-4E09-AE63-FBB2065BDC23}" destId="{F8946E7C-C588-4CFD-9EF0-F601292933B5}" srcOrd="0" destOrd="0" presId="urn:microsoft.com/office/officeart/2008/layout/HalfCircleOrganizationChart"/>
    <dgm:cxn modelId="{106EA18F-1ADC-48D3-A577-7EB1EDACDABD}" type="presParOf" srcId="{F8946E7C-C588-4CFD-9EF0-F601292933B5}" destId="{AB2FE87C-F557-47DC-B9D5-C3D25252FBBF}" srcOrd="0" destOrd="0" presId="urn:microsoft.com/office/officeart/2008/layout/HalfCircleOrganizationChart"/>
    <dgm:cxn modelId="{D238C012-30F6-4042-AFFD-F13D6D292B52}" type="presParOf" srcId="{F8946E7C-C588-4CFD-9EF0-F601292933B5}" destId="{7BBF6C65-81A3-45D7-A8FE-37313BA3552C}" srcOrd="1" destOrd="0" presId="urn:microsoft.com/office/officeart/2008/layout/HalfCircleOrganizationChart"/>
    <dgm:cxn modelId="{696F8015-27D4-4E33-92C9-FFAFE2383D4B}" type="presParOf" srcId="{F8946E7C-C588-4CFD-9EF0-F601292933B5}" destId="{EFD7894B-BC5E-493A-BCDA-DD294574ACD3}" srcOrd="2" destOrd="0" presId="urn:microsoft.com/office/officeart/2008/layout/HalfCircleOrganizationChart"/>
    <dgm:cxn modelId="{4D71DDFF-0072-482B-AA4C-15BB4BB06A26}" type="presParOf" srcId="{F8946E7C-C588-4CFD-9EF0-F601292933B5}" destId="{183DB7C9-B091-4116-9EC6-E92AFB42F004}" srcOrd="3" destOrd="0" presId="urn:microsoft.com/office/officeart/2008/layout/HalfCircleOrganizationChart"/>
    <dgm:cxn modelId="{E9BA954D-5EE7-4D8D-BE87-194A85289594}" type="presParOf" srcId="{A994FEA0-FBD2-4E09-AE63-FBB2065BDC23}" destId="{06409499-52E2-4097-81AB-6326C840D65B}" srcOrd="1" destOrd="0" presId="urn:microsoft.com/office/officeart/2008/layout/HalfCircleOrganizationChart"/>
    <dgm:cxn modelId="{64AFE3A1-C343-4147-8CF1-B7EF0C8DC020}" type="presParOf" srcId="{A994FEA0-FBD2-4E09-AE63-FBB2065BDC23}" destId="{F9F1AFAA-A8DF-45A6-83F9-A461BC9793F7}" srcOrd="2" destOrd="0" presId="urn:microsoft.com/office/officeart/2008/layout/HalfCircleOrganizationChart"/>
    <dgm:cxn modelId="{5902E0AD-91E3-4B53-A5F9-7FE7622DCE41}" type="presParOf" srcId="{1C110FCC-8AFA-420C-8220-210B4D5C2785}" destId="{90557667-7528-4241-BAF2-1F9F832A1294}" srcOrd="2" destOrd="0" presId="urn:microsoft.com/office/officeart/2008/layout/HalfCircleOrganizationChart"/>
    <dgm:cxn modelId="{F2CBC45E-1516-4FE7-89F9-E1B5DBA6DED3}" type="presParOf" srcId="{1C110FCC-8AFA-420C-8220-210B4D5C2785}" destId="{7070F5D2-A180-41BC-9F2A-F0EEB2CC0148}" srcOrd="3" destOrd="0" presId="urn:microsoft.com/office/officeart/2008/layout/HalfCircleOrganizationChart"/>
    <dgm:cxn modelId="{49A1EC27-A3D1-4650-A437-E726A29CEAB0}" type="presParOf" srcId="{7070F5D2-A180-41BC-9F2A-F0EEB2CC0148}" destId="{20F0951E-558D-40B5-A6B1-58DF3DA2E099}" srcOrd="0" destOrd="0" presId="urn:microsoft.com/office/officeart/2008/layout/HalfCircleOrganizationChart"/>
    <dgm:cxn modelId="{7B8F18CC-1D5F-4D56-8328-47D4C0AE4264}" type="presParOf" srcId="{20F0951E-558D-40B5-A6B1-58DF3DA2E099}" destId="{A4976EDA-6255-4986-A93B-415D3A5663FB}" srcOrd="0" destOrd="0" presId="urn:microsoft.com/office/officeart/2008/layout/HalfCircleOrganizationChart"/>
    <dgm:cxn modelId="{04B5BF5A-2C07-42F8-97DF-8977C11E6E8C}" type="presParOf" srcId="{20F0951E-558D-40B5-A6B1-58DF3DA2E099}" destId="{6C4C019D-4642-479C-9BD0-513B21AF2AB9}" srcOrd="1" destOrd="0" presId="urn:microsoft.com/office/officeart/2008/layout/HalfCircleOrganizationChart"/>
    <dgm:cxn modelId="{3D7DF019-43DC-4EA9-BF89-917DFDD98101}" type="presParOf" srcId="{20F0951E-558D-40B5-A6B1-58DF3DA2E099}" destId="{29870E5D-1354-47D2-9623-DA87C51F35EA}" srcOrd="2" destOrd="0" presId="urn:microsoft.com/office/officeart/2008/layout/HalfCircleOrganizationChart"/>
    <dgm:cxn modelId="{0C991A03-C004-49A6-B4EE-48A2889668B8}" type="presParOf" srcId="{20F0951E-558D-40B5-A6B1-58DF3DA2E099}" destId="{03C58540-9410-4DC4-AABF-BDAFF65C3570}" srcOrd="3" destOrd="0" presId="urn:microsoft.com/office/officeart/2008/layout/HalfCircleOrganizationChart"/>
    <dgm:cxn modelId="{D5AE9EA9-7AC8-4F53-A14F-FD0CA0A0E825}" type="presParOf" srcId="{7070F5D2-A180-41BC-9F2A-F0EEB2CC0148}" destId="{5F198A9E-678E-4C6E-82AF-749A3150ABAE}" srcOrd="1" destOrd="0" presId="urn:microsoft.com/office/officeart/2008/layout/HalfCircleOrganizationChart"/>
    <dgm:cxn modelId="{BFCF29E2-5360-4B86-B1A4-4F27A5A920D9}" type="presParOf" srcId="{7070F5D2-A180-41BC-9F2A-F0EEB2CC0148}" destId="{4D3E1B2B-0270-4B7C-A2B2-F7C089E6DE7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57667-7528-4241-BAF2-1F9F832A1294}">
      <dsp:nvSpPr>
        <dsp:cNvPr id="0" name=""/>
        <dsp:cNvSpPr/>
      </dsp:nvSpPr>
      <dsp:spPr>
        <a:xfrm>
          <a:off x="548030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2462F-22DD-45B0-98FB-644196E93F24}">
      <dsp:nvSpPr>
        <dsp:cNvPr id="0" name=""/>
        <dsp:cNvSpPr/>
      </dsp:nvSpPr>
      <dsp:spPr>
        <a:xfrm>
          <a:off x="483554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EB07F9-EDE7-4232-B7BE-77CC49A36F34}">
      <dsp:nvSpPr>
        <dsp:cNvPr id="0" name=""/>
        <dsp:cNvSpPr/>
      </dsp:nvSpPr>
      <dsp:spPr>
        <a:xfrm>
          <a:off x="3600398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1584711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F35EA-7749-438F-ADF8-23DDC2345801}">
      <dsp:nvSpPr>
        <dsp:cNvPr id="0" name=""/>
        <dsp:cNvSpPr/>
      </dsp:nvSpPr>
      <dsp:spPr>
        <a:xfrm>
          <a:off x="172049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F5A4-2E40-432C-9F98-2965058F12A0}">
      <dsp:nvSpPr>
        <dsp:cNvPr id="0" name=""/>
        <dsp:cNvSpPr/>
      </dsp:nvSpPr>
      <dsp:spPr>
        <a:xfrm>
          <a:off x="107573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2FF6-C0BB-41DC-83F8-1B15EAEE438C}">
      <dsp:nvSpPr>
        <dsp:cNvPr id="0" name=""/>
        <dsp:cNvSpPr/>
      </dsp:nvSpPr>
      <dsp:spPr>
        <a:xfrm>
          <a:off x="2015686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1584711" y="0"/>
              </a:moveTo>
              <a:lnTo>
                <a:pt x="1584711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5828F-3816-4502-9056-1442266EEB80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1919-2E2A-41D3-99E6-3A6AB6F58382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B5067-EE79-49C1-858F-8B8E3FE0C76B}">
      <dsp:nvSpPr>
        <dsp:cNvPr id="0" name=""/>
        <dsp:cNvSpPr/>
      </dsp:nvSpPr>
      <dsp:spPr>
        <a:xfrm>
          <a:off x="2823578" y="723608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Data</a:t>
          </a:r>
        </a:p>
      </dsp:txBody>
      <dsp:txXfrm>
        <a:off x="2823578" y="723608"/>
        <a:ext cx="1553638" cy="497164"/>
      </dsp:txXfrm>
    </dsp:sp>
    <dsp:sp modelId="{B4FC9ADB-3622-48B9-91D5-FCA86634B8E1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11C03-D98A-4381-A82F-258D6D867292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AECA8-5098-4FA5-87AE-1BF0ECB3E3B1}">
      <dsp:nvSpPr>
        <dsp:cNvPr id="0" name=""/>
        <dsp:cNvSpPr/>
      </dsp:nvSpPr>
      <dsp:spPr>
        <a:xfrm>
          <a:off x="943676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Quantitative (numerical)</a:t>
          </a:r>
        </a:p>
      </dsp:txBody>
      <dsp:txXfrm>
        <a:off x="943676" y="1826691"/>
        <a:ext cx="1553638" cy="497164"/>
      </dsp:txXfrm>
    </dsp:sp>
    <dsp:sp modelId="{0518DE55-0446-4E93-96AF-8DD1F147AD76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2587-5997-4870-8C8C-1F5F85A05375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5091-FEFA-46D8-B80F-6BC73E9A9A72}">
      <dsp:nvSpPr>
        <dsp:cNvPr id="0" name=""/>
        <dsp:cNvSpPr/>
      </dsp:nvSpPr>
      <dsp:spPr>
        <a:xfrm>
          <a:off x="3724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Discrete (counting)</a:t>
          </a:r>
        </a:p>
      </dsp:txBody>
      <dsp:txXfrm>
        <a:off x="3724" y="2929775"/>
        <a:ext cx="1553638" cy="497164"/>
      </dsp:txXfrm>
    </dsp:sp>
    <dsp:sp modelId="{787E5B92-007E-4E7D-A453-034126581DA4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D26C49-640F-44C6-A668-89B5F994B988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E16E8-A8CF-4920-BAFD-02171686F1BD}">
      <dsp:nvSpPr>
        <dsp:cNvPr id="0" name=""/>
        <dsp:cNvSpPr/>
      </dsp:nvSpPr>
      <dsp:spPr>
        <a:xfrm>
          <a:off x="1883627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Continuous (measuring)</a:t>
          </a:r>
        </a:p>
      </dsp:txBody>
      <dsp:txXfrm>
        <a:off x="1883627" y="2929775"/>
        <a:ext cx="1553638" cy="497164"/>
      </dsp:txXfrm>
    </dsp:sp>
    <dsp:sp modelId="{4273B181-6E5A-4B61-92C0-0FA41F4F128A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0BB7-7D71-4F9B-B57B-527E2270BD88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C31B-E0B9-41FB-A592-5B42B3DE0189}">
      <dsp:nvSpPr>
        <dsp:cNvPr id="0" name=""/>
        <dsp:cNvSpPr/>
      </dsp:nvSpPr>
      <dsp:spPr>
        <a:xfrm>
          <a:off x="4703481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Qualitative (categorical)</a:t>
          </a:r>
        </a:p>
      </dsp:txBody>
      <dsp:txXfrm>
        <a:off x="4703481" y="1826691"/>
        <a:ext cx="1553638" cy="497164"/>
      </dsp:txXfrm>
    </dsp:sp>
    <dsp:sp modelId="{7BBF6C65-81A3-45D7-A8FE-37313BA3552C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7894B-BC5E-493A-BCDA-DD294574ACD3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FE87C-F557-47DC-B9D5-C3D25252FBBF}">
      <dsp:nvSpPr>
        <dsp:cNvPr id="0" name=""/>
        <dsp:cNvSpPr/>
      </dsp:nvSpPr>
      <dsp:spPr>
        <a:xfrm>
          <a:off x="3763530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Nominal (no order just names)</a:t>
          </a:r>
        </a:p>
      </dsp:txBody>
      <dsp:txXfrm>
        <a:off x="3763530" y="2929775"/>
        <a:ext cx="1553638" cy="497164"/>
      </dsp:txXfrm>
    </dsp:sp>
    <dsp:sp modelId="{6C4C019D-4642-479C-9BD0-513B21AF2AB9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70E5D-1354-47D2-9623-DA87C51F35EA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76EDA-6255-4986-A93B-415D3A5663FB}">
      <dsp:nvSpPr>
        <dsp:cNvPr id="0" name=""/>
        <dsp:cNvSpPr/>
      </dsp:nvSpPr>
      <dsp:spPr>
        <a:xfrm>
          <a:off x="5643432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Ordinal (has an order)</a:t>
          </a:r>
        </a:p>
      </dsp:txBody>
      <dsp:txXfrm>
        <a:off x="5643432" y="2929775"/>
        <a:ext cx="1553638" cy="4971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57667-7528-4241-BAF2-1F9F832A1294}">
      <dsp:nvSpPr>
        <dsp:cNvPr id="0" name=""/>
        <dsp:cNvSpPr/>
      </dsp:nvSpPr>
      <dsp:spPr>
        <a:xfrm>
          <a:off x="548030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D2462F-22DD-45B0-98FB-644196E93F24}">
      <dsp:nvSpPr>
        <dsp:cNvPr id="0" name=""/>
        <dsp:cNvSpPr/>
      </dsp:nvSpPr>
      <dsp:spPr>
        <a:xfrm>
          <a:off x="4835540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EB07F9-EDE7-4232-B7BE-77CC49A36F34}">
      <dsp:nvSpPr>
        <dsp:cNvPr id="0" name=""/>
        <dsp:cNvSpPr/>
      </dsp:nvSpPr>
      <dsp:spPr>
        <a:xfrm>
          <a:off x="3600398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1584711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F35EA-7749-438F-ADF8-23DDC2345801}">
      <dsp:nvSpPr>
        <dsp:cNvPr id="0" name=""/>
        <dsp:cNvSpPr/>
      </dsp:nvSpPr>
      <dsp:spPr>
        <a:xfrm>
          <a:off x="172049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091"/>
              </a:lnTo>
              <a:lnTo>
                <a:pt x="644759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F5A4-2E40-432C-9F98-2965058F12A0}">
      <dsp:nvSpPr>
        <dsp:cNvPr id="0" name=""/>
        <dsp:cNvSpPr/>
      </dsp:nvSpPr>
      <dsp:spPr>
        <a:xfrm>
          <a:off x="1075735" y="2463683"/>
          <a:ext cx="644759" cy="466091"/>
        </a:xfrm>
        <a:custGeom>
          <a:avLst/>
          <a:gdLst/>
          <a:ahLst/>
          <a:cxnLst/>
          <a:rect l="0" t="0" r="0" b="0"/>
          <a:pathLst>
            <a:path>
              <a:moveTo>
                <a:pt x="644759" y="0"/>
              </a:moveTo>
              <a:lnTo>
                <a:pt x="644759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2FF6-C0BB-41DC-83F8-1B15EAEE438C}">
      <dsp:nvSpPr>
        <dsp:cNvPr id="0" name=""/>
        <dsp:cNvSpPr/>
      </dsp:nvSpPr>
      <dsp:spPr>
        <a:xfrm>
          <a:off x="2015686" y="1360600"/>
          <a:ext cx="1584711" cy="466091"/>
        </a:xfrm>
        <a:custGeom>
          <a:avLst/>
          <a:gdLst/>
          <a:ahLst/>
          <a:cxnLst/>
          <a:rect l="0" t="0" r="0" b="0"/>
          <a:pathLst>
            <a:path>
              <a:moveTo>
                <a:pt x="1584711" y="0"/>
              </a:moveTo>
              <a:lnTo>
                <a:pt x="1584711" y="466091"/>
              </a:lnTo>
              <a:lnTo>
                <a:pt x="0" y="4660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15828F-3816-4502-9056-1442266EEB80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B1919-2E2A-41D3-99E6-3A6AB6F58382}">
      <dsp:nvSpPr>
        <dsp:cNvPr id="0" name=""/>
        <dsp:cNvSpPr/>
      </dsp:nvSpPr>
      <dsp:spPr>
        <a:xfrm>
          <a:off x="3211988" y="583781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8B5067-EE79-49C1-858F-8B8E3FE0C76B}">
      <dsp:nvSpPr>
        <dsp:cNvPr id="0" name=""/>
        <dsp:cNvSpPr/>
      </dsp:nvSpPr>
      <dsp:spPr>
        <a:xfrm>
          <a:off x="2823578" y="723608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Data</a:t>
          </a:r>
        </a:p>
      </dsp:txBody>
      <dsp:txXfrm>
        <a:off x="2823578" y="723608"/>
        <a:ext cx="1553638" cy="497164"/>
      </dsp:txXfrm>
    </dsp:sp>
    <dsp:sp modelId="{B4FC9ADB-3622-48B9-91D5-FCA86634B8E1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A11C03-D98A-4381-A82F-258D6D867292}">
      <dsp:nvSpPr>
        <dsp:cNvPr id="0" name=""/>
        <dsp:cNvSpPr/>
      </dsp:nvSpPr>
      <dsp:spPr>
        <a:xfrm>
          <a:off x="1332085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1AECA8-5098-4FA5-87AE-1BF0ECB3E3B1}">
      <dsp:nvSpPr>
        <dsp:cNvPr id="0" name=""/>
        <dsp:cNvSpPr/>
      </dsp:nvSpPr>
      <dsp:spPr>
        <a:xfrm>
          <a:off x="943676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Quantitative (numerical)</a:t>
          </a:r>
        </a:p>
      </dsp:txBody>
      <dsp:txXfrm>
        <a:off x="943676" y="1826691"/>
        <a:ext cx="1553638" cy="497164"/>
      </dsp:txXfrm>
    </dsp:sp>
    <dsp:sp modelId="{0518DE55-0446-4E93-96AF-8DD1F147AD76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F2587-5997-4870-8C8C-1F5F85A05375}">
      <dsp:nvSpPr>
        <dsp:cNvPr id="0" name=""/>
        <dsp:cNvSpPr/>
      </dsp:nvSpPr>
      <dsp:spPr>
        <a:xfrm>
          <a:off x="392134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D5091-FEFA-46D8-B80F-6BC73E9A9A72}">
      <dsp:nvSpPr>
        <dsp:cNvPr id="0" name=""/>
        <dsp:cNvSpPr/>
      </dsp:nvSpPr>
      <dsp:spPr>
        <a:xfrm>
          <a:off x="3724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Discrete (counting)</a:t>
          </a:r>
        </a:p>
      </dsp:txBody>
      <dsp:txXfrm>
        <a:off x="3724" y="2929775"/>
        <a:ext cx="1553638" cy="497164"/>
      </dsp:txXfrm>
    </dsp:sp>
    <dsp:sp modelId="{787E5B92-007E-4E7D-A453-034126581DA4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D26C49-640F-44C6-A668-89B5F994B988}">
      <dsp:nvSpPr>
        <dsp:cNvPr id="0" name=""/>
        <dsp:cNvSpPr/>
      </dsp:nvSpPr>
      <dsp:spPr>
        <a:xfrm>
          <a:off x="2272037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EE16E8-A8CF-4920-BAFD-02171686F1BD}">
      <dsp:nvSpPr>
        <dsp:cNvPr id="0" name=""/>
        <dsp:cNvSpPr/>
      </dsp:nvSpPr>
      <dsp:spPr>
        <a:xfrm>
          <a:off x="1883627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Continuous (measuring)</a:t>
          </a:r>
        </a:p>
      </dsp:txBody>
      <dsp:txXfrm>
        <a:off x="1883627" y="2929775"/>
        <a:ext cx="1553638" cy="497164"/>
      </dsp:txXfrm>
    </dsp:sp>
    <dsp:sp modelId="{4273B181-6E5A-4B61-92C0-0FA41F4F128A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50BB7-7D71-4F9B-B57B-527E2270BD88}">
      <dsp:nvSpPr>
        <dsp:cNvPr id="0" name=""/>
        <dsp:cNvSpPr/>
      </dsp:nvSpPr>
      <dsp:spPr>
        <a:xfrm>
          <a:off x="5091890" y="1686864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E1C31B-E0B9-41FB-A592-5B42B3DE0189}">
      <dsp:nvSpPr>
        <dsp:cNvPr id="0" name=""/>
        <dsp:cNvSpPr/>
      </dsp:nvSpPr>
      <dsp:spPr>
        <a:xfrm>
          <a:off x="4703481" y="1826691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Qualitative (categorical)</a:t>
          </a:r>
        </a:p>
      </dsp:txBody>
      <dsp:txXfrm>
        <a:off x="4703481" y="1826691"/>
        <a:ext cx="1553638" cy="497164"/>
      </dsp:txXfrm>
    </dsp:sp>
    <dsp:sp modelId="{7BBF6C65-81A3-45D7-A8FE-37313BA3552C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D7894B-BC5E-493A-BCDA-DD294574ACD3}">
      <dsp:nvSpPr>
        <dsp:cNvPr id="0" name=""/>
        <dsp:cNvSpPr/>
      </dsp:nvSpPr>
      <dsp:spPr>
        <a:xfrm>
          <a:off x="4151939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FE87C-F557-47DC-B9D5-C3D25252FBBF}">
      <dsp:nvSpPr>
        <dsp:cNvPr id="0" name=""/>
        <dsp:cNvSpPr/>
      </dsp:nvSpPr>
      <dsp:spPr>
        <a:xfrm>
          <a:off x="3763530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Nominal (no order just names)</a:t>
          </a:r>
        </a:p>
      </dsp:txBody>
      <dsp:txXfrm>
        <a:off x="3763530" y="2929775"/>
        <a:ext cx="1553638" cy="497164"/>
      </dsp:txXfrm>
    </dsp:sp>
    <dsp:sp modelId="{6C4C019D-4642-479C-9BD0-513B21AF2AB9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870E5D-1354-47D2-9623-DA87C51F35EA}">
      <dsp:nvSpPr>
        <dsp:cNvPr id="0" name=""/>
        <dsp:cNvSpPr/>
      </dsp:nvSpPr>
      <dsp:spPr>
        <a:xfrm>
          <a:off x="6031842" y="2789947"/>
          <a:ext cx="776819" cy="77681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76EDA-6255-4986-A93B-415D3A5663FB}">
      <dsp:nvSpPr>
        <dsp:cNvPr id="0" name=""/>
        <dsp:cNvSpPr/>
      </dsp:nvSpPr>
      <dsp:spPr>
        <a:xfrm>
          <a:off x="5643432" y="2929775"/>
          <a:ext cx="1553638" cy="49716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500" kern="1200" dirty="0"/>
            <a:t>Ordinal (has an order)</a:t>
          </a:r>
        </a:p>
      </dsp:txBody>
      <dsp:txXfrm>
        <a:off x="5643432" y="2929775"/>
        <a:ext cx="1553638" cy="497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7/29/2018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7/29/2018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3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52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8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7/29/2018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7/29/2018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7/29/2018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34" y="3429000"/>
            <a:ext cx="10883878" cy="1231776"/>
          </a:xfrm>
        </p:spPr>
        <p:txBody>
          <a:bodyPr/>
          <a:lstStyle/>
          <a:p>
            <a:r>
              <a:rPr lang="en-US" sz="5400" dirty="0"/>
              <a:t>Topic: </a:t>
            </a:r>
            <a:r>
              <a:rPr lang="en-US" sz="4800" dirty="0"/>
              <a:t>Data types and Collecting data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What are the different types of data?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BCD1A-B2D6-4A44-AC6E-B827EE1335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41" t="19543" r="51772" b="52100"/>
          <a:stretch/>
        </p:blipFill>
        <p:spPr>
          <a:xfrm>
            <a:off x="7318548" y="329702"/>
            <a:ext cx="3888432" cy="30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7FA9E-A697-4949-BFA9-7E5CFD8A93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8" t="19543" r="44092" b="40547"/>
          <a:stretch/>
        </p:blipFill>
        <p:spPr>
          <a:xfrm>
            <a:off x="1701924" y="1003192"/>
            <a:ext cx="7152503" cy="418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1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755" y="1484726"/>
            <a:ext cx="2016209" cy="7921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What are the different sources of data?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22003" y="1440764"/>
            <a:ext cx="8928987" cy="76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 collection can either be primary (collected by you) or secondary (collected by someone else)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0750AC-E0DE-4630-B3E9-68C07B1D9743}"/>
              </a:ext>
            </a:extLst>
          </p:cNvPr>
          <p:cNvSpPr txBox="1"/>
          <p:nvPr/>
        </p:nvSpPr>
        <p:spPr>
          <a:xfrm>
            <a:off x="3430116" y="2103313"/>
            <a:ext cx="7704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Examples: primary – survey, questionnaire, conducting trials</a:t>
            </a:r>
          </a:p>
          <a:p>
            <a:r>
              <a:rPr lang="en-AU" sz="1600" dirty="0">
                <a:solidFill>
                  <a:srgbClr val="FF0000"/>
                </a:solidFill>
              </a:rPr>
              <a:t>Secondary – Australian census, bureau of meteorology (weather data), AFL website (player and team statistics)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B8C8B6-2630-4D9C-B091-983EC55B8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9028142"/>
              </p:ext>
            </p:extLst>
          </p:nvPr>
        </p:nvGraphicFramePr>
        <p:xfrm>
          <a:off x="3718152" y="2518812"/>
          <a:ext cx="7200796" cy="4150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5" y="3640774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are the different types of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C6A2C-10DC-4B98-AC4C-ECBCCBACE96B}"/>
              </a:ext>
            </a:extLst>
          </p:cNvPr>
          <p:cNvSpPr txBox="1"/>
          <p:nvPr/>
        </p:nvSpPr>
        <p:spPr>
          <a:xfrm>
            <a:off x="2422003" y="3376626"/>
            <a:ext cx="23042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Data can be classified into two categories, with each category having a sub-category</a:t>
            </a:r>
          </a:p>
        </p:txBody>
      </p:sp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3" grpId="0"/>
      <p:bldGraphic spid="14" grpId="0">
        <p:bldAsOne/>
      </p:bldGraphic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DB8C8B6-2630-4D9C-B091-983EC55B8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905343"/>
              </p:ext>
            </p:extLst>
          </p:nvPr>
        </p:nvGraphicFramePr>
        <p:xfrm>
          <a:off x="2638028" y="548680"/>
          <a:ext cx="7200796" cy="4150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6" y="1340768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What are the different types of data?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D47899-4DCC-4567-ABA8-8C91B98CCFF0}"/>
              </a:ext>
            </a:extLst>
          </p:cNvPr>
          <p:cNvSpPr txBox="1"/>
          <p:nvPr/>
        </p:nvSpPr>
        <p:spPr>
          <a:xfrm>
            <a:off x="2566020" y="4509120"/>
            <a:ext cx="7056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Examples: </a:t>
            </a:r>
          </a:p>
          <a:p>
            <a:r>
              <a:rPr lang="en-AU" dirty="0"/>
              <a:t>1. The number of goals scored by each team in the FIFA World Cup. </a:t>
            </a:r>
          </a:p>
          <a:p>
            <a:r>
              <a:rPr lang="en-AU" dirty="0"/>
              <a:t>2. The height of each player at an AFL game. </a:t>
            </a:r>
          </a:p>
          <a:p>
            <a:r>
              <a:rPr lang="en-AU" dirty="0"/>
              <a:t>3. The fitness level of everyone in the room (low, medium, high)</a:t>
            </a:r>
          </a:p>
          <a:p>
            <a:r>
              <a:rPr lang="en-AU" dirty="0"/>
              <a:t>4. The city that each person in the room was born.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B9C529-2F0D-4081-9E2A-325C0DFCC6A5}"/>
              </a:ext>
            </a:extLst>
          </p:cNvPr>
          <p:cNvSpPr txBox="1"/>
          <p:nvPr/>
        </p:nvSpPr>
        <p:spPr>
          <a:xfrm>
            <a:off x="9550796" y="4723636"/>
            <a:ext cx="23042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Discrete</a:t>
            </a:r>
          </a:p>
          <a:p>
            <a:r>
              <a:rPr lang="en-AU" b="1" dirty="0"/>
              <a:t>Continuous</a:t>
            </a:r>
          </a:p>
          <a:p>
            <a:r>
              <a:rPr lang="en-AU" b="1" dirty="0"/>
              <a:t>Ordinal</a:t>
            </a:r>
          </a:p>
          <a:p>
            <a:r>
              <a:rPr lang="en-AU" b="1" dirty="0"/>
              <a:t>Nominal</a:t>
            </a:r>
          </a:p>
        </p:txBody>
      </p:sp>
    </p:spTree>
    <p:extLst>
      <p:ext uri="{BB962C8B-B14F-4D97-AF65-F5344CB8AC3E}">
        <p14:creationId xmlns:p14="http://schemas.microsoft.com/office/powerpoint/2010/main" val="108427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6" y="107263"/>
            <a:ext cx="4464496" cy="658884"/>
          </a:xfrm>
        </p:spPr>
        <p:txBody>
          <a:bodyPr/>
          <a:lstStyle/>
          <a:p>
            <a:r>
              <a:rPr lang="en-US" dirty="0"/>
              <a:t>Example: Road Safety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B2774-9352-4301-9523-663B02214438}"/>
              </a:ext>
            </a:extLst>
          </p:cNvPr>
          <p:cNvSpPr txBox="1"/>
          <p:nvPr/>
        </p:nvSpPr>
        <p:spPr>
          <a:xfrm>
            <a:off x="333772" y="776546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we were investigating  the questions ‘Which Australian state or territory has the worst road death data?’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216FA5-9980-490A-B280-4DB657A358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685" t="75328" r="26369" b="11141"/>
          <a:stretch/>
        </p:blipFill>
        <p:spPr>
          <a:xfrm>
            <a:off x="4644970" y="1379704"/>
            <a:ext cx="7493452" cy="13598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8F023-5703-4424-92DE-9CA831AEF808}"/>
              </a:ext>
            </a:extLst>
          </p:cNvPr>
          <p:cNvSpPr txBox="1"/>
          <p:nvPr/>
        </p:nvSpPr>
        <p:spPr>
          <a:xfrm>
            <a:off x="5570775" y="68033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Would we use primary or secondary data?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EEC15-D524-4F34-A5C3-0A30721FF671}"/>
              </a:ext>
            </a:extLst>
          </p:cNvPr>
          <p:cNvSpPr txBox="1"/>
          <p:nvPr/>
        </p:nvSpPr>
        <p:spPr>
          <a:xfrm>
            <a:off x="6742484" y="572252"/>
            <a:ext cx="532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Secondary – it would be very hard to collect all the data ourselves, there could be many government websites that have data on road safety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A4BDE-CA75-48E5-AEB4-734DD5DB6C97}"/>
              </a:ext>
            </a:extLst>
          </p:cNvPr>
          <p:cNvSpPr txBox="1"/>
          <p:nvPr/>
        </p:nvSpPr>
        <p:spPr>
          <a:xfrm>
            <a:off x="212576" y="1619622"/>
            <a:ext cx="4752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 this example we will use data from 2008: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D30974-9041-4348-9B67-834944A318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26" t="55857" r="26369" b="34369"/>
          <a:stretch/>
        </p:blipFill>
        <p:spPr>
          <a:xfrm>
            <a:off x="4826362" y="1504736"/>
            <a:ext cx="7027487" cy="9068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109317-E2CC-4141-9EFB-B2E026BE489F}"/>
              </a:ext>
            </a:extLst>
          </p:cNvPr>
          <p:cNvSpPr txBox="1"/>
          <p:nvPr/>
        </p:nvSpPr>
        <p:spPr>
          <a:xfrm>
            <a:off x="220043" y="1942041"/>
            <a:ext cx="4752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Can we accurately say that NSW is the most dangerous state for driving? What else could be considered in making that judgement?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8EE72A-BDC3-4D13-B9DF-ECD1D4818A45}"/>
              </a:ext>
            </a:extLst>
          </p:cNvPr>
          <p:cNvSpPr txBox="1"/>
          <p:nvPr/>
        </p:nvSpPr>
        <p:spPr>
          <a:xfrm>
            <a:off x="333772" y="1958176"/>
            <a:ext cx="4150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This next table includes the death rate per 100,000 people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0CBA1-EBDA-4041-ACF7-E701DB2B63AB}"/>
              </a:ext>
            </a:extLst>
          </p:cNvPr>
          <p:cNvSpPr txBox="1"/>
          <p:nvPr/>
        </p:nvSpPr>
        <p:spPr>
          <a:xfrm>
            <a:off x="212576" y="2739506"/>
            <a:ext cx="4078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Now our data is telling a different story…. The Northern Territory has a much higher rate than NSW and Victoria. </a:t>
            </a:r>
          </a:p>
          <a:p>
            <a:endParaRPr lang="en-AU" sz="1600" dirty="0"/>
          </a:p>
          <a:p>
            <a:r>
              <a:rPr lang="en-AU" sz="1600" b="1" dirty="0"/>
              <a:t>What else could we consider?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EF77CF-C55C-4E37-9DDB-DA23CA89129E}"/>
              </a:ext>
            </a:extLst>
          </p:cNvPr>
          <p:cNvSpPr txBox="1"/>
          <p:nvPr/>
        </p:nvSpPr>
        <p:spPr>
          <a:xfrm>
            <a:off x="482632" y="4105111"/>
            <a:ext cx="409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Not everyone drives cars… we could consider the number of registered vehicles.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43CCC8-12F4-4692-9044-A99E19DC9E9A}"/>
              </a:ext>
            </a:extLst>
          </p:cNvPr>
          <p:cNvSpPr txBox="1"/>
          <p:nvPr/>
        </p:nvSpPr>
        <p:spPr>
          <a:xfrm>
            <a:off x="5301054" y="4105111"/>
            <a:ext cx="6181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Again we see the Northern Territory has a worse result and the ACT and Victoria coming out best.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283F9C-92A0-44BB-9483-951EA6E765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85" t="30291" r="37004" b="55199"/>
          <a:stretch/>
        </p:blipFill>
        <p:spPr>
          <a:xfrm>
            <a:off x="4827788" y="2154921"/>
            <a:ext cx="7158969" cy="186618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30E86A-B66E-4836-BF8A-54E05C9162FF}"/>
              </a:ext>
            </a:extLst>
          </p:cNvPr>
          <p:cNvSpPr txBox="1"/>
          <p:nvPr/>
        </p:nvSpPr>
        <p:spPr>
          <a:xfrm>
            <a:off x="765820" y="4689886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So what could we conclude from the data?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E97B0-16A7-494D-B15B-AB27CD704465}"/>
              </a:ext>
            </a:extLst>
          </p:cNvPr>
          <p:cNvSpPr txBox="1"/>
          <p:nvPr/>
        </p:nvSpPr>
        <p:spPr>
          <a:xfrm>
            <a:off x="1269876" y="5059218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data seems to support the view that in 2007 the Northern Territory was the most dangerous place to be on the roads and the ACT was the safest.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5F388-4673-4CE0-AD94-D19BBB7D159D}"/>
              </a:ext>
            </a:extLst>
          </p:cNvPr>
          <p:cNvSpPr txBox="1"/>
          <p:nvPr/>
        </p:nvSpPr>
        <p:spPr>
          <a:xfrm>
            <a:off x="504356" y="5758288"/>
            <a:ext cx="10076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It may be relevant to mention that in 2008 there was no speed limit on the open road in the Northern Territory, but there is one now. </a:t>
            </a:r>
          </a:p>
        </p:txBody>
      </p:sp>
      <p:pic>
        <p:nvPicPr>
          <p:cNvPr id="21" name="Picture 2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3EA36848-1530-4E12-9226-BA9AC4BB47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1914" y="5478296"/>
            <a:ext cx="1239162" cy="123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 build="allAtOnce"/>
      <p:bldP spid="11" grpId="0"/>
      <p:bldP spid="13" grpId="0"/>
      <p:bldP spid="14" grpId="0"/>
      <p:bldP spid="15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Data types and Collection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What are the different types of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FF9AD1-E08A-4E91-B9CB-5F35BEB99E0D}"/>
              </a:ext>
            </a:extLst>
          </p:cNvPr>
          <p:cNvCxnSpPr>
            <a:cxnSpLocks/>
          </p:cNvCxnSpPr>
          <p:nvPr/>
        </p:nvCxnSpPr>
        <p:spPr>
          <a:xfrm>
            <a:off x="2205980" y="1124715"/>
            <a:ext cx="0" cy="546425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53BE2FC-00DA-4A77-A6F3-C39404162DD7}"/>
              </a:ext>
            </a:extLst>
          </p:cNvPr>
          <p:cNvSpPr txBox="1">
            <a:spLocks/>
          </p:cNvSpPr>
          <p:nvPr/>
        </p:nvSpPr>
        <p:spPr>
          <a:xfrm>
            <a:off x="189756" y="1340768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How to conduct a survey?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D47899-4DCC-4567-ABA8-8C91B98CCFF0}"/>
              </a:ext>
            </a:extLst>
          </p:cNvPr>
          <p:cNvSpPr txBox="1"/>
          <p:nvPr/>
        </p:nvSpPr>
        <p:spPr>
          <a:xfrm>
            <a:off x="2494013" y="1340768"/>
            <a:ext cx="92170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Think – Pair - Share</a:t>
            </a:r>
          </a:p>
          <a:p>
            <a:r>
              <a:rPr lang="en-AU" dirty="0">
                <a:solidFill>
                  <a:srgbClr val="FF0000"/>
                </a:solidFill>
              </a:rPr>
              <a:t>What steps should the school take if it was interested in getting feedback from the school community about changing the school jumper?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B9C529-2F0D-4081-9E2A-325C0DFCC6A5}"/>
              </a:ext>
            </a:extLst>
          </p:cNvPr>
          <p:cNvSpPr txBox="1"/>
          <p:nvPr/>
        </p:nvSpPr>
        <p:spPr>
          <a:xfrm>
            <a:off x="3041312" y="5402540"/>
            <a:ext cx="896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3. Analysing the survey – using statistical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82F300-F85B-4283-9002-15A238D03DAE}"/>
              </a:ext>
            </a:extLst>
          </p:cNvPr>
          <p:cNvSpPr txBox="1"/>
          <p:nvPr/>
        </p:nvSpPr>
        <p:spPr>
          <a:xfrm>
            <a:off x="3006696" y="4109878"/>
            <a:ext cx="8966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2. Running the survey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Census – interviewing everyone </a:t>
            </a:r>
            <a:r>
              <a:rPr lang="en-AU" b="1" dirty="0">
                <a:solidFill>
                  <a:srgbClr val="FF0000"/>
                </a:solidFill>
              </a:rPr>
              <a:t>(wouldn’t be easy for a large school)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Representative sample of the population </a:t>
            </a:r>
            <a:r>
              <a:rPr lang="en-AU" b="1" dirty="0">
                <a:solidFill>
                  <a:srgbClr val="FF0000"/>
                </a:solidFill>
              </a:rPr>
              <a:t>(example: interview 20 students from each year level, 50 parents and 50 teachers)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F5A183-7F80-4B66-B3C9-82274D79819A}"/>
              </a:ext>
            </a:extLst>
          </p:cNvPr>
          <p:cNvSpPr txBox="1"/>
          <p:nvPr/>
        </p:nvSpPr>
        <p:spPr>
          <a:xfrm>
            <a:off x="3041312" y="2632550"/>
            <a:ext cx="8966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b="1" dirty="0"/>
              <a:t>Design the survey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Questions that can be tallied easily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Are the options easily understandable? </a:t>
            </a:r>
            <a:r>
              <a:rPr lang="en-AU" b="1" dirty="0">
                <a:solidFill>
                  <a:srgbClr val="FF0000"/>
                </a:solidFill>
              </a:rPr>
              <a:t>Using pictures of jumper options</a:t>
            </a:r>
            <a:endParaRPr lang="en-AU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Interview or printed questionnaire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b="1" dirty="0"/>
              <a:t>Who should be surveyed? </a:t>
            </a:r>
            <a:r>
              <a:rPr lang="en-AU" b="1" dirty="0">
                <a:solidFill>
                  <a:srgbClr val="FF0000"/>
                </a:solidFill>
              </a:rPr>
              <a:t>Students/parents/teachers</a:t>
            </a:r>
            <a:endParaRPr lang="en-AU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54457F-2942-4BC9-A3A6-C40BBAF829A1}"/>
              </a:ext>
            </a:extLst>
          </p:cNvPr>
          <p:cNvGrpSpPr/>
          <p:nvPr/>
        </p:nvGrpSpPr>
        <p:grpSpPr>
          <a:xfrm>
            <a:off x="155161" y="4070460"/>
            <a:ext cx="3418971" cy="830997"/>
            <a:chOff x="155161" y="4070460"/>
            <a:chExt cx="3418971" cy="83099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F22EE7-9337-4011-9358-27E3893C24BF}"/>
                </a:ext>
              </a:extLst>
            </p:cNvPr>
            <p:cNvSpPr txBox="1"/>
            <p:nvPr/>
          </p:nvSpPr>
          <p:spPr>
            <a:xfrm>
              <a:off x="155161" y="4070460"/>
              <a:ext cx="2194829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600" dirty="0">
                  <a:solidFill>
                    <a:srgbClr val="FF0000"/>
                  </a:solidFill>
                </a:rPr>
                <a:t>Could you come up with other sampling techniques?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A71CB34-34B2-4CFB-8020-E072BD719576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2349990" y="4485959"/>
              <a:ext cx="1224142" cy="31119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567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335" y="231782"/>
            <a:ext cx="3960439" cy="1209656"/>
          </a:xfrm>
        </p:spPr>
        <p:txBody>
          <a:bodyPr>
            <a:normAutofit/>
          </a:bodyPr>
          <a:lstStyle/>
          <a:p>
            <a:r>
              <a:rPr lang="en-US" sz="3600" dirty="0"/>
              <a:t>In your table groups: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780" y="1772816"/>
            <a:ext cx="3547727" cy="433496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Design an efficient survey on one of the following topics relating to our school:</a:t>
            </a:r>
          </a:p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Headphone usage in class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Changing the canteen food 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Changing the school day schedule (26 hours a week still)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E391E5B-CC18-4810-90CA-ABB5E53B99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1" b="5831"/>
          <a:stretch>
            <a:fillRect/>
          </a:stretch>
        </p:blipFill>
        <p:spPr>
          <a:xfrm>
            <a:off x="6454452" y="1628800"/>
            <a:ext cx="3961657" cy="3499679"/>
          </a:xfrm>
        </p:spPr>
      </p:pic>
    </p:spTree>
    <p:extLst>
      <p:ext uri="{BB962C8B-B14F-4D97-AF65-F5344CB8AC3E}">
        <p14:creationId xmlns:p14="http://schemas.microsoft.com/office/powerpoint/2010/main" val="26700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115</TotalTime>
  <Words>682</Words>
  <Application>Microsoft Office PowerPoint</Application>
  <PresentationFormat>Custom</PresentationFormat>
  <Paragraphs>81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Palatino Linotype</vt:lpstr>
      <vt:lpstr>Watercolor_16x9</vt:lpstr>
      <vt:lpstr>Topic: Data types and Collecting data</vt:lpstr>
      <vt:lpstr>Add a Slide Title - 1</vt:lpstr>
      <vt:lpstr>Topic: Data types and Collection</vt:lpstr>
      <vt:lpstr>Topic: Data types and Collection</vt:lpstr>
      <vt:lpstr>Example: Road Safety </vt:lpstr>
      <vt:lpstr>Topic: Data types and Collection</vt:lpstr>
      <vt:lpstr>In your table groups: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13</cp:revision>
  <dcterms:created xsi:type="dcterms:W3CDTF">2018-07-29T09:37:46Z</dcterms:created>
  <dcterms:modified xsi:type="dcterms:W3CDTF">2018-07-29T11:32:51Z</dcterms:modified>
</cp:coreProperties>
</file>