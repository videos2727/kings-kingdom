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73" r:id="rId4"/>
    <p:sldId id="276" r:id="rId5"/>
    <p:sldId id="263" r:id="rId6"/>
    <p:sldId id="274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80" d="100"/>
          <a:sy n="80" d="100"/>
        </p:scale>
        <p:origin x="782" y="202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7/29/2018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7/29/2018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3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7/29/2018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7/29/2018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archipelagos.wikispaces.com/Madagascar+Animals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sa/2.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9144000" cy="1231776"/>
          </a:xfrm>
        </p:spPr>
        <p:txBody>
          <a:bodyPr/>
          <a:lstStyle/>
          <a:p>
            <a:r>
              <a:rPr lang="en-US" sz="6000" dirty="0"/>
              <a:t>Topic: Comparing Data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do we need to include when comparing data? 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1DDDC-A31B-4B52-A5DF-1FCFC3A136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51" t="32145" r="51181" b="35296"/>
          <a:stretch/>
        </p:blipFill>
        <p:spPr>
          <a:xfrm>
            <a:off x="7390556" y="476672"/>
            <a:ext cx="3686345" cy="317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480A1-D25A-406D-A700-4E88E0BAB0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99" t="33196" r="40548" b="24794"/>
          <a:stretch/>
        </p:blipFill>
        <p:spPr>
          <a:xfrm>
            <a:off x="2133972" y="990600"/>
            <a:ext cx="705678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Comparing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do we need to include when comparing data?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253508" y="1598802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Why do we compare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C6A2C-10DC-4B98-AC4C-ECBCCBACE96B}"/>
              </a:ext>
            </a:extLst>
          </p:cNvPr>
          <p:cNvSpPr txBox="1"/>
          <p:nvPr/>
        </p:nvSpPr>
        <p:spPr>
          <a:xfrm>
            <a:off x="2349996" y="1168676"/>
            <a:ext cx="85863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We can use different data representations (i.e. back to back stem and leaf plots or histograms) </a:t>
            </a:r>
            <a:r>
              <a:rPr lang="en-AU" sz="1600" dirty="0"/>
              <a:t>to compare two different sets of data about the same topic.</a:t>
            </a:r>
          </a:p>
          <a:p>
            <a:endParaRPr lang="en-AU" sz="1600" dirty="0"/>
          </a:p>
          <a:p>
            <a:r>
              <a:rPr lang="en-AU" sz="1600" dirty="0"/>
              <a:t>Comparisons need to include:  </a:t>
            </a:r>
          </a:p>
          <a:p>
            <a:r>
              <a:rPr lang="en-AU" sz="1600" dirty="0"/>
              <a:t>	- data representation </a:t>
            </a:r>
          </a:p>
          <a:p>
            <a:r>
              <a:rPr lang="en-AU" sz="1600" dirty="0"/>
              <a:t>	- Analysis (mean, median, mode, range, 5 number summary etc…)</a:t>
            </a:r>
          </a:p>
          <a:p>
            <a:r>
              <a:rPr lang="en-AU" sz="1600" dirty="0"/>
              <a:t>	- conclusion paragraph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1D5408-4451-4F7F-BE79-2D1604E09F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15" t="21001" r="25187" b="26894"/>
          <a:stretch/>
        </p:blipFill>
        <p:spPr>
          <a:xfrm>
            <a:off x="2422004" y="3105739"/>
            <a:ext cx="6264691" cy="3572413"/>
          </a:xfrm>
          <a:prstGeom prst="rect">
            <a:avLst/>
          </a:prstGeom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942A050-CAC3-487F-BA1A-0D1545261D40}"/>
              </a:ext>
            </a:extLst>
          </p:cNvPr>
          <p:cNvSpPr txBox="1">
            <a:spLocks/>
          </p:cNvSpPr>
          <p:nvPr/>
        </p:nvSpPr>
        <p:spPr>
          <a:xfrm>
            <a:off x="81759" y="3933056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Stem and leaf example: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3CB0FF-DF9D-412D-93EE-81807A9F6D7B}"/>
              </a:ext>
            </a:extLst>
          </p:cNvPr>
          <p:cNvSpPr txBox="1"/>
          <p:nvPr/>
        </p:nvSpPr>
        <p:spPr>
          <a:xfrm>
            <a:off x="9406780" y="3105739"/>
            <a:ext cx="187220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We are comparing test data from two different classes. We want to find out which class did better.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AABED-D52E-48C1-9C2D-D3C906ADDA2C}"/>
              </a:ext>
            </a:extLst>
          </p:cNvPr>
          <p:cNvSpPr txBox="1"/>
          <p:nvPr/>
        </p:nvSpPr>
        <p:spPr>
          <a:xfrm>
            <a:off x="8470676" y="5085184"/>
            <a:ext cx="2736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Start calculating mean median and mode!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1EBD5F-4E0A-4EB7-9302-21B261A801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15" t="21644" r="26369" b="11139"/>
          <a:stretch/>
        </p:blipFill>
        <p:spPr>
          <a:xfrm>
            <a:off x="1917948" y="116632"/>
            <a:ext cx="8784976" cy="6614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60EB2A-9515-40DD-B496-8D7815BC398E}"/>
              </a:ext>
            </a:extLst>
          </p:cNvPr>
          <p:cNvSpPr txBox="1"/>
          <p:nvPr/>
        </p:nvSpPr>
        <p:spPr>
          <a:xfrm>
            <a:off x="2926060" y="2518824"/>
            <a:ext cx="1512168" cy="2542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76.07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No mode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36CC3A-5EED-45E6-B920-6E1F3B586F1F}"/>
              </a:ext>
            </a:extLst>
          </p:cNvPr>
          <p:cNvSpPr txBox="1"/>
          <p:nvPr/>
        </p:nvSpPr>
        <p:spPr>
          <a:xfrm>
            <a:off x="8182644" y="2519604"/>
            <a:ext cx="1512168" cy="2542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75.86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67, 69, 79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33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F24AC-609A-4C79-94E9-CEA0AC2CE4B4}"/>
              </a:ext>
            </a:extLst>
          </p:cNvPr>
          <p:cNvSpPr txBox="1"/>
          <p:nvPr/>
        </p:nvSpPr>
        <p:spPr>
          <a:xfrm>
            <a:off x="1950696" y="5445224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positive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EB30CB-6559-40BC-9556-C45E1EF1A97A}"/>
              </a:ext>
            </a:extLst>
          </p:cNvPr>
          <p:cNvSpPr txBox="1"/>
          <p:nvPr/>
        </p:nvSpPr>
        <p:spPr>
          <a:xfrm>
            <a:off x="4366220" y="543481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means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036732-A16A-4E63-88A7-F909F42DF4E7}"/>
              </a:ext>
            </a:extLst>
          </p:cNvPr>
          <p:cNvSpPr txBox="1"/>
          <p:nvPr/>
        </p:nvSpPr>
        <p:spPr>
          <a:xfrm>
            <a:off x="2004176" y="5697455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medians</a:t>
            </a:r>
          </a:p>
        </p:txBody>
      </p:sp>
    </p:spTree>
    <p:extLst>
      <p:ext uri="{BB962C8B-B14F-4D97-AF65-F5344CB8AC3E}">
        <p14:creationId xmlns:p14="http://schemas.microsoft.com/office/powerpoint/2010/main" val="28334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60DCC1-2F0B-4695-8FD0-4D81319A26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71" t="19543" r="24597" b="10090"/>
          <a:stretch/>
        </p:blipFill>
        <p:spPr>
          <a:xfrm>
            <a:off x="1053852" y="116630"/>
            <a:ext cx="8928992" cy="6364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C87AC4-6F99-4E1D-9BF7-9014C5CE4733}"/>
              </a:ext>
            </a:extLst>
          </p:cNvPr>
          <p:cNvSpPr txBox="1"/>
          <p:nvPr/>
        </p:nvSpPr>
        <p:spPr>
          <a:xfrm>
            <a:off x="909836" y="908720"/>
            <a:ext cx="187220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Again…..We are comparing test data from two different classes. We want to find out which class did better.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02B77-6644-4E80-9222-A913E54A3FA4}"/>
              </a:ext>
            </a:extLst>
          </p:cNvPr>
          <p:cNvSpPr txBox="1"/>
          <p:nvPr/>
        </p:nvSpPr>
        <p:spPr>
          <a:xfrm>
            <a:off x="73049" y="2975607"/>
            <a:ext cx="2736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Start calculating mean median and range!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3B833-CF53-4013-9F8C-7AC8BF6BD9CE}"/>
              </a:ext>
            </a:extLst>
          </p:cNvPr>
          <p:cNvSpPr txBox="1"/>
          <p:nvPr/>
        </p:nvSpPr>
        <p:spPr>
          <a:xfrm>
            <a:off x="3790156" y="3140968"/>
            <a:ext cx="1008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72.29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74.9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8531A-3270-472D-82B3-EC1DF2901EC0}"/>
              </a:ext>
            </a:extLst>
          </p:cNvPr>
          <p:cNvSpPr txBox="1"/>
          <p:nvPr/>
        </p:nvSpPr>
        <p:spPr>
          <a:xfrm>
            <a:off x="8686700" y="3140967"/>
            <a:ext cx="1008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75.86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74.9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2E15B-D796-4490-A217-05170156AC94}"/>
              </a:ext>
            </a:extLst>
          </p:cNvPr>
          <p:cNvSpPr txBox="1"/>
          <p:nvPr/>
        </p:nvSpPr>
        <p:spPr>
          <a:xfrm>
            <a:off x="7431235" y="5445224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positive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C771C-D62C-4360-85F3-3133E45DE2F0}"/>
              </a:ext>
            </a:extLst>
          </p:cNvPr>
          <p:cNvSpPr txBox="1"/>
          <p:nvPr/>
        </p:nvSpPr>
        <p:spPr>
          <a:xfrm>
            <a:off x="3622439" y="566963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negative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62B23-1AED-4C21-8A27-BAA2119EEEF5}"/>
              </a:ext>
            </a:extLst>
          </p:cNvPr>
          <p:cNvSpPr txBox="1"/>
          <p:nvPr/>
        </p:nvSpPr>
        <p:spPr>
          <a:xfrm>
            <a:off x="6526460" y="5669637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higher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83313-4C9E-4A5A-A8BB-50B1885FAB5C}"/>
              </a:ext>
            </a:extLst>
          </p:cNvPr>
          <p:cNvSpPr txBox="1"/>
          <p:nvPr/>
        </p:nvSpPr>
        <p:spPr>
          <a:xfrm>
            <a:off x="6562464" y="5921386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has a slightly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237761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6340" y="2201069"/>
            <a:ext cx="5833865" cy="23027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Dr. Dwyer Text book </a:t>
            </a:r>
          </a:p>
          <a:p>
            <a:pPr marL="0" indent="0">
              <a:buNone/>
            </a:pPr>
            <a:r>
              <a:rPr lang="en-US" dirty="0"/>
              <a:t>Page 126 (pick one question)</a:t>
            </a:r>
          </a:p>
          <a:p>
            <a:pPr marL="0" indent="0">
              <a:buNone/>
            </a:pPr>
            <a:r>
              <a:rPr lang="en-US" dirty="0"/>
              <a:t>	and</a:t>
            </a:r>
          </a:p>
          <a:p>
            <a:pPr marL="0" indent="0">
              <a:buNone/>
            </a:pPr>
            <a:r>
              <a:rPr lang="en-US" dirty="0"/>
              <a:t>Page 127 (pick one question)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4D1276-D773-4B00-BBC1-85162B25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Picture 7" descr="A small grey animal&#10;&#10;Description generated with high confidence">
            <a:extLst>
              <a:ext uri="{FF2B5EF4-FFF2-40B4-BE49-F238E27FC236}">
                <a16:creationId xmlns:a16="http://schemas.microsoft.com/office/drawing/2014/main" id="{E3C53B46-42E6-4822-9FD7-A1BFE6D92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8796" y="1159656"/>
            <a:ext cx="3744416" cy="4538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03EFC2-88E9-4223-B5E2-7576D6243BD9}"/>
              </a:ext>
            </a:extLst>
          </p:cNvPr>
          <p:cNvSpPr txBox="1"/>
          <p:nvPr/>
        </p:nvSpPr>
        <p:spPr>
          <a:xfrm>
            <a:off x="549938" y="5246919"/>
            <a:ext cx="35392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3" tooltip="http://archipelagos.wikispaces.com/Madagascar+Animals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4" tooltip="https://creativecommons.org/licenses/by-sa/2.5/"/>
              </a:rPr>
              <a:t>CC BY-SA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96530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1502</TotalTime>
  <Words>201</Words>
  <Application>Microsoft Office PowerPoint</Application>
  <PresentationFormat>Custom</PresentationFormat>
  <Paragraphs>64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Palatino Linotype</vt:lpstr>
      <vt:lpstr>Watercolor_16x9</vt:lpstr>
      <vt:lpstr>Topic: Comparing Data </vt:lpstr>
      <vt:lpstr>Add a Slide Title - 1</vt:lpstr>
      <vt:lpstr>Topic: Comparing Data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15</cp:revision>
  <dcterms:created xsi:type="dcterms:W3CDTF">2018-07-29T09:37:46Z</dcterms:created>
  <dcterms:modified xsi:type="dcterms:W3CDTF">2018-07-30T11:25:02Z</dcterms:modified>
</cp:coreProperties>
</file>