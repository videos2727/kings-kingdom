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48" d="100"/>
          <a:sy n="48" d="100"/>
        </p:scale>
        <p:origin x="210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E722-55F4-4568-AD6A-4D7C265D8344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3635-DBFA-4829-85B4-E634B81474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3585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E722-55F4-4568-AD6A-4D7C265D8344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3635-DBFA-4829-85B4-E634B81474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6161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E722-55F4-4568-AD6A-4D7C265D8344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3635-DBFA-4829-85B4-E634B81474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432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E722-55F4-4568-AD6A-4D7C265D8344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3635-DBFA-4829-85B4-E634B81474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849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E722-55F4-4568-AD6A-4D7C265D8344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3635-DBFA-4829-85B4-E634B81474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7832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E722-55F4-4568-AD6A-4D7C265D8344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3635-DBFA-4829-85B4-E634B81474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4708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E722-55F4-4568-AD6A-4D7C265D8344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3635-DBFA-4829-85B4-E634B81474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870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E722-55F4-4568-AD6A-4D7C265D8344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3635-DBFA-4829-85B4-E634B81474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6843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E722-55F4-4568-AD6A-4D7C265D8344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3635-DBFA-4829-85B4-E634B81474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8579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E722-55F4-4568-AD6A-4D7C265D8344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3635-DBFA-4829-85B4-E634B81474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2342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E722-55F4-4568-AD6A-4D7C265D8344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3635-DBFA-4829-85B4-E634B81474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4455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0E722-55F4-4568-AD6A-4D7C265D8344}" type="datetimeFigureOut">
              <a:rPr lang="en-AU" smtClean="0"/>
              <a:t>24/06/2018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A3635-DBFA-4829-85B4-E634B81474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5444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9CF45E-8E72-4DAB-9CC1-FF5D6DD60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45" y="3498574"/>
            <a:ext cx="6024851" cy="25642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25D419-9AFC-4554-BCB5-6D952F4B3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83" y="6775900"/>
            <a:ext cx="6023113" cy="25983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F25DA9-D0A1-460B-8389-E4D793F08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48" y="540086"/>
            <a:ext cx="6082748" cy="277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472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210</TotalTime>
  <Words>0</Words>
  <Application>Microsoft Office PowerPoint</Application>
  <PresentationFormat>A4 Paper (210x297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3</cp:revision>
  <dcterms:created xsi:type="dcterms:W3CDTF">2018-06-15T07:20:34Z</dcterms:created>
  <dcterms:modified xsi:type="dcterms:W3CDTF">2018-06-24T17:12:03Z</dcterms:modified>
</cp:coreProperties>
</file>