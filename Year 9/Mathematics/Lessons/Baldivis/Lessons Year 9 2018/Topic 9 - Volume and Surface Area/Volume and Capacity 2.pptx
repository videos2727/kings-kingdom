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1" r:id="rId5"/>
    <p:sldId id="257" r:id="rId6"/>
    <p:sldId id="258"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2938-C140-4F0D-AFF1-773201C1AD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8D844B37-A002-4065-B362-65FA713B24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2641E4B-45AB-45EB-84B4-61D3A4584602}"/>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5" name="Footer Placeholder 4">
            <a:extLst>
              <a:ext uri="{FF2B5EF4-FFF2-40B4-BE49-F238E27FC236}">
                <a16:creationId xmlns:a16="http://schemas.microsoft.com/office/drawing/2014/main" id="{AAA3FD1D-FC13-4F88-BD8D-64CA6E93CB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4AF36B9-D08B-4375-86F4-74FF0CF263DC}"/>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414064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B563-2A33-4EFF-8656-DE8ECFEBA12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239543C-C2C1-42EB-850A-B977FC51E55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6A80F07-94A5-493D-98D8-86539FB09FE8}"/>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5" name="Footer Placeholder 4">
            <a:extLst>
              <a:ext uri="{FF2B5EF4-FFF2-40B4-BE49-F238E27FC236}">
                <a16:creationId xmlns:a16="http://schemas.microsoft.com/office/drawing/2014/main" id="{1CFA5D14-0EE3-4247-ACCB-FAF6480DC23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DEF4032-CDB9-4430-8333-A74E81BD2ECF}"/>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553258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E13A6-ADE8-4589-A04C-A25FB477AF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E09C600-9707-410E-8F9E-569003D93D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B059C7B-DE75-4EDF-B667-248A48C3918F}"/>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5" name="Footer Placeholder 4">
            <a:extLst>
              <a:ext uri="{FF2B5EF4-FFF2-40B4-BE49-F238E27FC236}">
                <a16:creationId xmlns:a16="http://schemas.microsoft.com/office/drawing/2014/main" id="{D81B3873-08A6-4E9E-8983-FD3613022EB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7BCD99-A5E1-4E66-8BF4-D22FC7FA45DC}"/>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4241545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D198-ECA5-40AB-AEB7-A2CAE1F2B64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8906058-8A9E-42CD-A3DA-D9991D30990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B8166D8-8137-4382-AE3B-51FD10A81C0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22E45ED-E541-4127-B759-52E5D8D7FE58}"/>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6" name="Footer Placeholder 5">
            <a:extLst>
              <a:ext uri="{FF2B5EF4-FFF2-40B4-BE49-F238E27FC236}">
                <a16:creationId xmlns:a16="http://schemas.microsoft.com/office/drawing/2014/main" id="{4247F3E3-1AE1-4593-8B8B-D3983D8AB0D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8E858ED-36DC-4AC3-8F6B-3ADA2D29D439}"/>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3194115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CF8E6-7A60-4FAF-85D4-C1ABA34BA26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146BEC3-CBCC-4191-999C-FA3E7A03B2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4F1FC1-5271-4CA8-808B-546D1424F8B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51745725-A994-41BC-9F46-F68BEAE036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645FCA-1CAF-4B6C-87F9-AD37CBAD182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5E22D39-9E48-4565-9B44-75076AC0DF47}"/>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8" name="Footer Placeholder 7">
            <a:extLst>
              <a:ext uri="{FF2B5EF4-FFF2-40B4-BE49-F238E27FC236}">
                <a16:creationId xmlns:a16="http://schemas.microsoft.com/office/drawing/2014/main" id="{5BD7C359-539D-457C-99DA-6D49CD69EE2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C1D2DFF-3D06-4BB0-8A18-2A4FE8505C8F}"/>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51722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A7D3C-56C4-40DC-9350-DA8A345C43A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3B062BC-8391-48A7-9B27-F59FFC133B09}"/>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4" name="Footer Placeholder 3">
            <a:extLst>
              <a:ext uri="{FF2B5EF4-FFF2-40B4-BE49-F238E27FC236}">
                <a16:creationId xmlns:a16="http://schemas.microsoft.com/office/drawing/2014/main" id="{425F4D22-739C-478A-85A1-D87DC544602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FBF1B3B-BE8F-4C12-9498-0215CE199816}"/>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410782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5B4925-2B0D-477B-AB33-3F4634FFB196}"/>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3" name="Footer Placeholder 2">
            <a:extLst>
              <a:ext uri="{FF2B5EF4-FFF2-40B4-BE49-F238E27FC236}">
                <a16:creationId xmlns:a16="http://schemas.microsoft.com/office/drawing/2014/main" id="{07FB5CA4-C661-45BA-AE74-47326DEB903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9E4C80F-80B3-486B-8F5C-85B346324E83}"/>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108162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95D2-9B6C-4AFC-8D67-C953D3BF1D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1E3FD69-FC38-487C-833D-8F7CEADD46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B9EB0BD-E11C-45EC-AF6C-BEE93097C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3A63575-44FF-4173-91B8-C8B01EDA7389}"/>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6" name="Footer Placeholder 5">
            <a:extLst>
              <a:ext uri="{FF2B5EF4-FFF2-40B4-BE49-F238E27FC236}">
                <a16:creationId xmlns:a16="http://schemas.microsoft.com/office/drawing/2014/main" id="{83E30989-6206-4BF4-83B0-B8BECDFC7DF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17AF4B9-2C4B-4DF7-ABBC-6502BD4AB835}"/>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870915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9907-BC6C-4101-B658-B283751A4A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57BE42B-1416-4F92-A5A2-B0D85EA5B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AEDCC38-383C-448E-ABC8-01FD2C854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D07173-AF52-4F26-932B-AEEF3C5C7397}"/>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6" name="Footer Placeholder 5">
            <a:extLst>
              <a:ext uri="{FF2B5EF4-FFF2-40B4-BE49-F238E27FC236}">
                <a16:creationId xmlns:a16="http://schemas.microsoft.com/office/drawing/2014/main" id="{5B2A08DA-150E-4DEB-AEEF-C3962F83035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853092A-08A8-45AE-BDB5-08E82A7F5C0C}"/>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729149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63D0-492F-452B-8D72-36B8A7BB149F}"/>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F73A377-3BD0-4F24-A6F3-1CC5A403E23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592F5A9-9CED-48E6-9CCF-F8D07919338F}"/>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5" name="Footer Placeholder 4">
            <a:extLst>
              <a:ext uri="{FF2B5EF4-FFF2-40B4-BE49-F238E27FC236}">
                <a16:creationId xmlns:a16="http://schemas.microsoft.com/office/drawing/2014/main" id="{9BFF983C-5E20-44E7-8B77-2D85F5085B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E1E9E6E-AF65-41E6-AB82-8AA63A6638DC}"/>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122717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735A8-AC83-4298-91A7-4C5BCE2C43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487EBFB-E51E-40E4-BD31-3C1B77A0FD2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8FE0A5E-483A-4FE3-AA1E-1E093EC39F7E}"/>
              </a:ext>
            </a:extLst>
          </p:cNvPr>
          <p:cNvSpPr>
            <a:spLocks noGrp="1"/>
          </p:cNvSpPr>
          <p:nvPr>
            <p:ph type="dt" sz="half" idx="10"/>
          </p:nvPr>
        </p:nvSpPr>
        <p:spPr/>
        <p:txBody>
          <a:bodyPr/>
          <a:lstStyle/>
          <a:p>
            <a:fld id="{6DE61C92-37F6-495B-B395-BA5EBA8C467F}" type="datetimeFigureOut">
              <a:rPr lang="en-AU" smtClean="0"/>
              <a:t>14/08/2018</a:t>
            </a:fld>
            <a:endParaRPr lang="en-AU"/>
          </a:p>
        </p:txBody>
      </p:sp>
      <p:sp>
        <p:nvSpPr>
          <p:cNvPr id="5" name="Footer Placeholder 4">
            <a:extLst>
              <a:ext uri="{FF2B5EF4-FFF2-40B4-BE49-F238E27FC236}">
                <a16:creationId xmlns:a16="http://schemas.microsoft.com/office/drawing/2014/main" id="{A25EE180-1384-4F69-BFAF-888EA755D7F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D009704-2F39-4B4E-8984-8DF35E9F3F35}"/>
              </a:ext>
            </a:extLst>
          </p:cNvPr>
          <p:cNvSpPr>
            <a:spLocks noGrp="1"/>
          </p:cNvSpPr>
          <p:nvPr>
            <p:ph type="sldNum" sz="quarter" idx="12"/>
          </p:nvPr>
        </p:nvSpPr>
        <p:spPr/>
        <p:txBody>
          <a:bodyPr/>
          <a:lstStyle/>
          <a:p>
            <a:fld id="{B756FC4A-7D4B-4B82-995E-35AEC5EACFC1}" type="slidenum">
              <a:rPr lang="en-AU" smtClean="0"/>
              <a:t>‹#›</a:t>
            </a:fld>
            <a:endParaRPr lang="en-AU"/>
          </a:p>
        </p:txBody>
      </p:sp>
    </p:spTree>
    <p:extLst>
      <p:ext uri="{BB962C8B-B14F-4D97-AF65-F5344CB8AC3E}">
        <p14:creationId xmlns:p14="http://schemas.microsoft.com/office/powerpoint/2010/main" val="3800391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5CA69-C615-4619-8E50-27B0136CA6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923E270-84CB-44DF-B7E4-DD5437D357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37DC397-0E24-4852-AB8E-23E10F1505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61C92-37F6-495B-B395-BA5EBA8C467F}" type="datetimeFigureOut">
              <a:rPr lang="en-AU" smtClean="0"/>
              <a:t>14/08/2018</a:t>
            </a:fld>
            <a:endParaRPr lang="en-AU"/>
          </a:p>
        </p:txBody>
      </p:sp>
      <p:sp>
        <p:nvSpPr>
          <p:cNvPr id="5" name="Footer Placeholder 4">
            <a:extLst>
              <a:ext uri="{FF2B5EF4-FFF2-40B4-BE49-F238E27FC236}">
                <a16:creationId xmlns:a16="http://schemas.microsoft.com/office/drawing/2014/main" id="{ADBA874E-F1BD-4401-9E37-69D57544BC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5543A92A-E04D-45C9-AC81-B6F9575EB0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56FC4A-7D4B-4B82-995E-35AEC5EACFC1}" type="slidenum">
              <a:rPr lang="en-AU" smtClean="0"/>
              <a:t>‹#›</a:t>
            </a:fld>
            <a:endParaRPr lang="en-AU"/>
          </a:p>
        </p:txBody>
      </p:sp>
    </p:spTree>
    <p:extLst>
      <p:ext uri="{BB962C8B-B14F-4D97-AF65-F5344CB8AC3E}">
        <p14:creationId xmlns:p14="http://schemas.microsoft.com/office/powerpoint/2010/main" val="2056155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B368-DAD6-41BB-AA45-44FF565ABC73}"/>
              </a:ext>
            </a:extLst>
          </p:cNvPr>
          <p:cNvSpPr>
            <a:spLocks noGrp="1"/>
          </p:cNvSpPr>
          <p:nvPr>
            <p:ph type="ctrTitle"/>
          </p:nvPr>
        </p:nvSpPr>
        <p:spPr/>
        <p:txBody>
          <a:bodyPr/>
          <a:lstStyle/>
          <a:p>
            <a:r>
              <a:rPr lang="en-AU" dirty="0"/>
              <a:t>Volume and Capacity </a:t>
            </a:r>
          </a:p>
        </p:txBody>
      </p:sp>
      <p:sp>
        <p:nvSpPr>
          <p:cNvPr id="3" name="Subtitle 2">
            <a:extLst>
              <a:ext uri="{FF2B5EF4-FFF2-40B4-BE49-F238E27FC236}">
                <a16:creationId xmlns:a16="http://schemas.microsoft.com/office/drawing/2014/main" id="{2F8A005B-F15B-457D-8064-E7898D293D1C}"/>
              </a:ext>
            </a:extLst>
          </p:cNvPr>
          <p:cNvSpPr>
            <a:spLocks noGrp="1"/>
          </p:cNvSpPr>
          <p:nvPr>
            <p:ph type="subTitle" idx="1"/>
          </p:nvPr>
        </p:nvSpPr>
        <p:spPr/>
        <p:txBody>
          <a:bodyPr/>
          <a:lstStyle/>
          <a:p>
            <a:r>
              <a:rPr lang="en-AU" dirty="0"/>
              <a:t>EQ: How do I solve the volume and capacity of objects?</a:t>
            </a:r>
          </a:p>
        </p:txBody>
      </p:sp>
    </p:spTree>
    <p:extLst>
      <p:ext uri="{BB962C8B-B14F-4D97-AF65-F5344CB8AC3E}">
        <p14:creationId xmlns:p14="http://schemas.microsoft.com/office/powerpoint/2010/main" val="2081144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CC6F-D123-4EC6-9D48-7E1E5D1BF00B}"/>
              </a:ext>
            </a:extLst>
          </p:cNvPr>
          <p:cNvSpPr>
            <a:spLocks noGrp="1"/>
          </p:cNvSpPr>
          <p:nvPr>
            <p:ph type="title"/>
          </p:nvPr>
        </p:nvSpPr>
        <p:spPr/>
        <p:txBody>
          <a:bodyPr/>
          <a:lstStyle/>
          <a:p>
            <a:r>
              <a:rPr lang="en-AU" dirty="0"/>
              <a:t>Quick write</a:t>
            </a:r>
          </a:p>
        </p:txBody>
      </p:sp>
      <p:sp>
        <p:nvSpPr>
          <p:cNvPr id="5" name="Content Placeholder 4">
            <a:extLst>
              <a:ext uri="{FF2B5EF4-FFF2-40B4-BE49-F238E27FC236}">
                <a16:creationId xmlns:a16="http://schemas.microsoft.com/office/drawing/2014/main" id="{2BD96793-C687-4612-82A3-F0406597D654}"/>
              </a:ext>
            </a:extLst>
          </p:cNvPr>
          <p:cNvSpPr>
            <a:spLocks noGrp="1"/>
          </p:cNvSpPr>
          <p:nvPr>
            <p:ph idx="1"/>
          </p:nvPr>
        </p:nvSpPr>
        <p:spPr/>
        <p:txBody>
          <a:bodyPr/>
          <a:lstStyle/>
          <a:p>
            <a:r>
              <a:rPr lang="en-AU" dirty="0"/>
              <a:t>We have learnt a lot of new skills in volume, surface area and capacity.</a:t>
            </a:r>
          </a:p>
          <a:p>
            <a:r>
              <a:rPr lang="en-AU"/>
              <a:t>Spend </a:t>
            </a:r>
            <a:r>
              <a:rPr lang="en-AU" dirty="0"/>
              <a:t>the next two minutes writing all you can remember about the topics?</a:t>
            </a:r>
          </a:p>
        </p:txBody>
      </p:sp>
    </p:spTree>
    <p:extLst>
      <p:ext uri="{BB962C8B-B14F-4D97-AF65-F5344CB8AC3E}">
        <p14:creationId xmlns:p14="http://schemas.microsoft.com/office/powerpoint/2010/main" val="631178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AF6CB-0334-4398-956C-66DB24AC8F71}"/>
              </a:ext>
            </a:extLst>
          </p:cNvPr>
          <p:cNvSpPr>
            <a:spLocks noGrp="1"/>
          </p:cNvSpPr>
          <p:nvPr>
            <p:ph type="title"/>
          </p:nvPr>
        </p:nvSpPr>
        <p:spPr/>
        <p:txBody>
          <a:bodyPr/>
          <a:lstStyle/>
          <a:p>
            <a:r>
              <a:rPr lang="en-AU" dirty="0"/>
              <a:t>Fermi Question</a:t>
            </a:r>
          </a:p>
        </p:txBody>
      </p:sp>
      <p:sp>
        <p:nvSpPr>
          <p:cNvPr id="3" name="Content Placeholder 2">
            <a:extLst>
              <a:ext uri="{FF2B5EF4-FFF2-40B4-BE49-F238E27FC236}">
                <a16:creationId xmlns:a16="http://schemas.microsoft.com/office/drawing/2014/main" id="{A747953B-543E-4107-93B2-A4EA226F4885}"/>
              </a:ext>
            </a:extLst>
          </p:cNvPr>
          <p:cNvSpPr>
            <a:spLocks noGrp="1"/>
          </p:cNvSpPr>
          <p:nvPr>
            <p:ph idx="1"/>
          </p:nvPr>
        </p:nvSpPr>
        <p:spPr/>
        <p:txBody>
          <a:bodyPr/>
          <a:lstStyle/>
          <a:p>
            <a:r>
              <a:rPr lang="en-AU" dirty="0"/>
              <a:t>A Farmer wants to put his hay into his barn. The barn is 10m wide, 20 metres long and 15 metres high. How many hay piles can he fit into his barn?</a:t>
            </a:r>
          </a:p>
        </p:txBody>
      </p:sp>
    </p:spTree>
    <p:extLst>
      <p:ext uri="{BB962C8B-B14F-4D97-AF65-F5344CB8AC3E}">
        <p14:creationId xmlns:p14="http://schemas.microsoft.com/office/powerpoint/2010/main" val="591057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C005-F6D7-40B5-8619-A73C8E4D7735}"/>
              </a:ext>
            </a:extLst>
          </p:cNvPr>
          <p:cNvSpPr>
            <a:spLocks noGrp="1"/>
          </p:cNvSpPr>
          <p:nvPr>
            <p:ph type="title"/>
          </p:nvPr>
        </p:nvSpPr>
        <p:spPr/>
        <p:txBody>
          <a:bodyPr/>
          <a:lstStyle/>
          <a:p>
            <a:r>
              <a:rPr lang="en-AU" dirty="0"/>
              <a:t>Volume Review</a:t>
            </a:r>
          </a:p>
        </p:txBody>
      </p:sp>
      <p:pic>
        <p:nvPicPr>
          <p:cNvPr id="4" name="Content Placeholder 3">
            <a:extLst>
              <a:ext uri="{FF2B5EF4-FFF2-40B4-BE49-F238E27FC236}">
                <a16:creationId xmlns:a16="http://schemas.microsoft.com/office/drawing/2014/main" id="{DEB462AA-EBD4-405D-BAFD-CC462DC39572}"/>
              </a:ext>
            </a:extLst>
          </p:cNvPr>
          <p:cNvPicPr>
            <a:picLocks noGrp="1" noChangeAspect="1"/>
          </p:cNvPicPr>
          <p:nvPr>
            <p:ph idx="1"/>
          </p:nvPr>
        </p:nvPicPr>
        <p:blipFill>
          <a:blip r:embed="rId2"/>
          <a:stretch>
            <a:fillRect/>
          </a:stretch>
        </p:blipFill>
        <p:spPr>
          <a:xfrm>
            <a:off x="359879" y="1526657"/>
            <a:ext cx="11156259" cy="2474288"/>
          </a:xfrm>
          <a:prstGeom prst="rect">
            <a:avLst/>
          </a:prstGeom>
        </p:spPr>
      </p:pic>
      <p:pic>
        <p:nvPicPr>
          <p:cNvPr id="5" name="Picture 4">
            <a:extLst>
              <a:ext uri="{FF2B5EF4-FFF2-40B4-BE49-F238E27FC236}">
                <a16:creationId xmlns:a16="http://schemas.microsoft.com/office/drawing/2014/main" id="{3D28EE94-8897-424B-A595-D29F9CBB7FE1}"/>
              </a:ext>
            </a:extLst>
          </p:cNvPr>
          <p:cNvPicPr>
            <a:picLocks noChangeAspect="1"/>
          </p:cNvPicPr>
          <p:nvPr/>
        </p:nvPicPr>
        <p:blipFill>
          <a:blip r:embed="rId3"/>
          <a:stretch>
            <a:fillRect/>
          </a:stretch>
        </p:blipFill>
        <p:spPr>
          <a:xfrm>
            <a:off x="403185" y="4000945"/>
            <a:ext cx="7972189" cy="2751821"/>
          </a:xfrm>
          <a:prstGeom prst="rect">
            <a:avLst/>
          </a:prstGeom>
        </p:spPr>
      </p:pic>
    </p:spTree>
    <p:extLst>
      <p:ext uri="{BB962C8B-B14F-4D97-AF65-F5344CB8AC3E}">
        <p14:creationId xmlns:p14="http://schemas.microsoft.com/office/powerpoint/2010/main" val="2587331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6E7B-8C8F-4A6A-AF0C-9D9116618BE9}"/>
              </a:ext>
            </a:extLst>
          </p:cNvPr>
          <p:cNvSpPr>
            <a:spLocks noGrp="1"/>
          </p:cNvSpPr>
          <p:nvPr>
            <p:ph type="title"/>
          </p:nvPr>
        </p:nvSpPr>
        <p:spPr/>
        <p:txBody>
          <a:bodyPr/>
          <a:lstStyle/>
          <a:p>
            <a:endParaRPr lang="en-AU"/>
          </a:p>
        </p:txBody>
      </p:sp>
      <p:pic>
        <p:nvPicPr>
          <p:cNvPr id="4" name="Content Placeholder 3">
            <a:extLst>
              <a:ext uri="{FF2B5EF4-FFF2-40B4-BE49-F238E27FC236}">
                <a16:creationId xmlns:a16="http://schemas.microsoft.com/office/drawing/2014/main" id="{AB305ABA-96E8-4177-9988-0580C750EC2C}"/>
              </a:ext>
            </a:extLst>
          </p:cNvPr>
          <p:cNvPicPr>
            <a:picLocks noGrp="1" noChangeAspect="1"/>
          </p:cNvPicPr>
          <p:nvPr>
            <p:ph idx="1"/>
          </p:nvPr>
        </p:nvPicPr>
        <p:blipFill rotWithShape="1">
          <a:blip r:embed="rId2"/>
          <a:srcRect b="31829"/>
          <a:stretch/>
        </p:blipFill>
        <p:spPr>
          <a:xfrm>
            <a:off x="169633" y="-1"/>
            <a:ext cx="11912025" cy="4426227"/>
          </a:xfrm>
          <a:prstGeom prst="rect">
            <a:avLst/>
          </a:prstGeom>
        </p:spPr>
      </p:pic>
    </p:spTree>
    <p:extLst>
      <p:ext uri="{BB962C8B-B14F-4D97-AF65-F5344CB8AC3E}">
        <p14:creationId xmlns:p14="http://schemas.microsoft.com/office/powerpoint/2010/main" val="1957579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9BABF-0912-439C-83F0-1F7FAEEC5805}"/>
              </a:ext>
            </a:extLst>
          </p:cNvPr>
          <p:cNvSpPr>
            <a:spLocks noGrp="1"/>
          </p:cNvSpPr>
          <p:nvPr>
            <p:ph type="title"/>
          </p:nvPr>
        </p:nvSpPr>
        <p:spPr/>
        <p:txBody>
          <a:bodyPr/>
          <a:lstStyle/>
          <a:p>
            <a:endParaRPr lang="en-AU"/>
          </a:p>
        </p:txBody>
      </p:sp>
      <p:pic>
        <p:nvPicPr>
          <p:cNvPr id="4" name="Content Placeholder 3">
            <a:extLst>
              <a:ext uri="{FF2B5EF4-FFF2-40B4-BE49-F238E27FC236}">
                <a16:creationId xmlns:a16="http://schemas.microsoft.com/office/drawing/2014/main" id="{2BA3CE55-2619-4FD1-AED7-B16FA65EA0EA}"/>
              </a:ext>
            </a:extLst>
          </p:cNvPr>
          <p:cNvPicPr>
            <a:picLocks noGrp="1" noChangeAspect="1"/>
          </p:cNvPicPr>
          <p:nvPr>
            <p:ph idx="1"/>
          </p:nvPr>
        </p:nvPicPr>
        <p:blipFill rotWithShape="1">
          <a:blip r:embed="rId2"/>
          <a:srcRect t="64446"/>
          <a:stretch/>
        </p:blipFill>
        <p:spPr>
          <a:xfrm>
            <a:off x="664057" y="365125"/>
            <a:ext cx="11518946" cy="2232301"/>
          </a:xfrm>
          <a:prstGeom prst="rect">
            <a:avLst/>
          </a:prstGeom>
        </p:spPr>
      </p:pic>
      <p:pic>
        <p:nvPicPr>
          <p:cNvPr id="5" name="Content Placeholder 3">
            <a:extLst>
              <a:ext uri="{FF2B5EF4-FFF2-40B4-BE49-F238E27FC236}">
                <a16:creationId xmlns:a16="http://schemas.microsoft.com/office/drawing/2014/main" id="{54BD5D5F-5A56-48F9-8EE7-EED56E13B65E}"/>
              </a:ext>
            </a:extLst>
          </p:cNvPr>
          <p:cNvPicPr>
            <a:picLocks noChangeAspect="1"/>
          </p:cNvPicPr>
          <p:nvPr/>
        </p:nvPicPr>
        <p:blipFill rotWithShape="1">
          <a:blip r:embed="rId3"/>
          <a:srcRect l="8563" t="21392" r="35788" b="48144"/>
          <a:stretch/>
        </p:blipFill>
        <p:spPr>
          <a:xfrm>
            <a:off x="374375" y="3095073"/>
            <a:ext cx="10482464" cy="3226215"/>
          </a:xfrm>
          <a:prstGeom prst="rect">
            <a:avLst/>
          </a:prstGeom>
        </p:spPr>
      </p:pic>
    </p:spTree>
    <p:extLst>
      <p:ext uri="{BB962C8B-B14F-4D97-AF65-F5344CB8AC3E}">
        <p14:creationId xmlns:p14="http://schemas.microsoft.com/office/powerpoint/2010/main" val="3052395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2166-33D9-43FF-A7B4-D12A426E8C56}"/>
              </a:ext>
            </a:extLst>
          </p:cNvPr>
          <p:cNvSpPr>
            <a:spLocks noGrp="1"/>
          </p:cNvSpPr>
          <p:nvPr>
            <p:ph type="title"/>
          </p:nvPr>
        </p:nvSpPr>
        <p:spPr/>
        <p:txBody>
          <a:bodyPr/>
          <a:lstStyle/>
          <a:p>
            <a:endParaRPr lang="en-AU"/>
          </a:p>
        </p:txBody>
      </p:sp>
      <p:pic>
        <p:nvPicPr>
          <p:cNvPr id="4" name="Content Placeholder 3">
            <a:extLst>
              <a:ext uri="{FF2B5EF4-FFF2-40B4-BE49-F238E27FC236}">
                <a16:creationId xmlns:a16="http://schemas.microsoft.com/office/drawing/2014/main" id="{B15C98B5-87B1-4A84-9E97-E1410E267CA7}"/>
              </a:ext>
            </a:extLst>
          </p:cNvPr>
          <p:cNvPicPr>
            <a:picLocks noGrp="1" noChangeAspect="1"/>
          </p:cNvPicPr>
          <p:nvPr>
            <p:ph idx="1"/>
          </p:nvPr>
        </p:nvPicPr>
        <p:blipFill rotWithShape="1">
          <a:blip r:embed="rId2"/>
          <a:srcRect l="21576" t="13778" r="13699" b="9474"/>
          <a:stretch/>
        </p:blipFill>
        <p:spPr>
          <a:xfrm>
            <a:off x="-1" y="-1"/>
            <a:ext cx="10323443" cy="6882297"/>
          </a:xfrm>
          <a:prstGeom prst="rect">
            <a:avLst/>
          </a:prstGeom>
        </p:spPr>
      </p:pic>
    </p:spTree>
    <p:extLst>
      <p:ext uri="{BB962C8B-B14F-4D97-AF65-F5344CB8AC3E}">
        <p14:creationId xmlns:p14="http://schemas.microsoft.com/office/powerpoint/2010/main" val="3082538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E93E0D-36DE-4E7F-8DAB-D944D16DE50E}"/>
              </a:ext>
            </a:extLst>
          </p:cNvPr>
          <p:cNvPicPr>
            <a:picLocks noChangeAspect="1"/>
          </p:cNvPicPr>
          <p:nvPr/>
        </p:nvPicPr>
        <p:blipFill rotWithShape="1">
          <a:blip r:embed="rId2"/>
          <a:srcRect l="32717" t="15637" r="13913" b="12831"/>
          <a:stretch/>
        </p:blipFill>
        <p:spPr>
          <a:xfrm>
            <a:off x="-1" y="0"/>
            <a:ext cx="9104243" cy="6860630"/>
          </a:xfrm>
          <a:prstGeom prst="rect">
            <a:avLst/>
          </a:prstGeom>
        </p:spPr>
      </p:pic>
    </p:spTree>
    <p:extLst>
      <p:ext uri="{BB962C8B-B14F-4D97-AF65-F5344CB8AC3E}">
        <p14:creationId xmlns:p14="http://schemas.microsoft.com/office/powerpoint/2010/main" val="2562958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88</Words>
  <Application>Microsoft Office PowerPoint</Application>
  <PresentationFormat>Widescreen</PresentationFormat>
  <Paragraphs>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Volume and Capacity </vt:lpstr>
      <vt:lpstr>Quick write</vt:lpstr>
      <vt:lpstr>Fermi Question</vt:lpstr>
      <vt:lpstr>Volume Review</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Mason [Baldivis Secondary College]</dc:creator>
  <cp:lastModifiedBy>CRAIG Mason [Baldivis Secondary College]</cp:lastModifiedBy>
  <cp:revision>8</cp:revision>
  <dcterms:created xsi:type="dcterms:W3CDTF">2018-08-14T13:09:27Z</dcterms:created>
  <dcterms:modified xsi:type="dcterms:W3CDTF">2018-08-14T14:32:25Z</dcterms:modified>
</cp:coreProperties>
</file>