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/>
    <p:restoredTop sz="94664"/>
  </p:normalViewPr>
  <p:slideViewPr>
    <p:cSldViewPr snapToGrid="0" snapToObjects="1">
      <p:cViewPr varScale="1">
        <p:scale>
          <a:sx n="81" d="100"/>
          <a:sy n="81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77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6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2/20/18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6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14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1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97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99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70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4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2/20/18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178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2/20/18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2225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2/20/18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10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115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255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112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2/20/18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4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77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Index laws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9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117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/>
          <a:lstStyle/>
          <a:p>
            <a:r>
              <a:rPr lang="en-AU" dirty="0" smtClean="0"/>
              <a:t>Title: What are indices?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95601" y="2667526"/>
                <a:ext cx="7162800" cy="402412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An index has many names, such as powers, squares(2) and cubes(3)</a:t>
                </a:r>
              </a:p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So how do we use them?</a:t>
                </a:r>
              </a:p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Indices have two parts- the index and the base:</a:t>
                </a:r>
              </a:p>
              <a:p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>
                  <a:buFont typeface="Wingdings" charset="2"/>
                  <a:buChar char="Ø"/>
                </a:pP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Lets revise: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=2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</m:oMath>
                </a14:m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, while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Notice the difference?</a:t>
                </a:r>
              </a:p>
              <a:p>
                <a:pPr lvl="1">
                  <a:buFont typeface="Wingdings" charset="2"/>
                  <a:buChar char="Ø"/>
                </a:pP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When you multiply together the same variable, it creates an index- this means that if you multiply two of the same variable together, you get and index of 2, three of the same variables you get 3</a:t>
                </a:r>
                <a:r>
                  <a:rPr lang="is-IS" dirty="0" smtClean="0">
                    <a:latin typeface="Cambria Math" charset="0"/>
                    <a:ea typeface="Cambria Math" charset="0"/>
                    <a:cs typeface="Cambria Math" charset="0"/>
                  </a:rPr>
                  <a:t>…</a:t>
                </a:r>
              </a:p>
              <a:p>
                <a:pPr lvl="1"/>
                <a:r>
                  <a:rPr 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A</a:t>
                </a:r>
                <a:r>
                  <a:rPr lang="en-AU" dirty="0" err="1" smtClean="0">
                    <a:latin typeface="Cambria Math" charset="0"/>
                    <a:ea typeface="Cambria Math" charset="0"/>
                    <a:cs typeface="Cambria Math" charset="0"/>
                  </a:rPr>
                  <a:t>lso</a:t>
                </a: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 remember: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</m:oMath>
                </a14:m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 are different, so you cannot add(+) or subtract (-) them. </a:t>
                </a: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5601" y="2667526"/>
                <a:ext cx="7162800" cy="4024125"/>
              </a:xfrm>
              <a:blipFill rotWithShape="0">
                <a:blip r:embed="rId2"/>
                <a:stretch>
                  <a:fillRect l="-936" t="-2727" r="-1532" b="-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813034"/>
            <a:ext cx="849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are the index laws, and how do we use them to solve problems. 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2895600" y="23453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Notes:</a:t>
            </a:r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0" y="2358103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Questions:</a:t>
            </a:r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90805" y="2842858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an index?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81863" y="4679588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What is a like term</a:t>
            </a:r>
            <a:endParaRPr lang="en-AU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858" y="3115393"/>
            <a:ext cx="2775554" cy="136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581400" y="450511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Title: What are indices? </a:t>
            </a:r>
            <a:endParaRPr lang="en-AU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895600" y="2667526"/>
            <a:ext cx="9175531" cy="4024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There are laws that govern how we solve problems with indices, these are called index laws. </a:t>
            </a:r>
          </a:p>
          <a:p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Index law 1: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m</a:t>
            </a:r>
            <a:r>
              <a:rPr lang="en-AU" sz="2400" baseline="30000" dirty="0">
                <a:latin typeface="Cambria Math" charset="0"/>
                <a:ea typeface="Cambria Math" charset="0"/>
                <a:cs typeface="Cambria Math" charset="0"/>
              </a:rPr>
              <a:t>  </a:t>
            </a:r>
            <a:r>
              <a:rPr lang="en-AU" sz="2400" dirty="0">
                <a:latin typeface="Cambria Math" charset="0"/>
                <a:ea typeface="Cambria Math" charset="0"/>
                <a:cs typeface="Cambria Math" charset="0"/>
              </a:rPr>
              <a:t>x a</a:t>
            </a:r>
            <a:r>
              <a:rPr lang="en-AU" sz="2400" baseline="30000" dirty="0">
                <a:latin typeface="Cambria Math" charset="0"/>
                <a:ea typeface="Cambria Math" charset="0"/>
                <a:cs typeface="Cambria Math" charset="0"/>
              </a:rPr>
              <a:t>n </a:t>
            </a:r>
            <a:r>
              <a:rPr lang="en-AU" sz="2400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AU" sz="2400" dirty="0" err="1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sz="2400" baseline="30000" dirty="0" err="1">
                <a:latin typeface="Cambria Math" charset="0"/>
                <a:ea typeface="Cambria Math" charset="0"/>
                <a:cs typeface="Cambria Math" charset="0"/>
              </a:rPr>
              <a:t>m+n</a:t>
            </a:r>
            <a:r>
              <a:rPr lang="en-AU" sz="2400" baseline="30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endParaRPr lang="en-AU" dirty="0" smtClean="0">
              <a:latin typeface="Cambria Math" charset="0"/>
              <a:ea typeface="Cambria Math" charset="0"/>
              <a:cs typeface="Cambria Math" charset="0"/>
            </a:endParaRPr>
          </a:p>
          <a:p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When multiplying two indices together, you add them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– you can only add like bases</a:t>
            </a:r>
            <a:endParaRPr lang="en-AU" u="sng" dirty="0" smtClean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x y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</a:t>
            </a:r>
          </a:p>
          <a:p>
            <a:pPr marL="0" indent="0">
              <a:buNone/>
            </a:pP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= y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3+4</a:t>
            </a:r>
          </a:p>
          <a:p>
            <a:pPr marL="0" indent="0">
              <a:buNone/>
            </a:pP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=y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7</a:t>
            </a:r>
            <a:endParaRPr lang="en-AU" baseline="30000" dirty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REMEMBER: if there is and “a” and a “b”, only multiply “a” by “a” and “b” by “b” </a:t>
            </a:r>
            <a:r>
              <a:rPr lang="en-AU" dirty="0" err="1" smtClean="0">
                <a:latin typeface="Cambria Math" charset="0"/>
                <a:ea typeface="Cambria Math" charset="0"/>
                <a:cs typeface="Cambria Math" charset="0"/>
              </a:rPr>
              <a:t>eg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: </a:t>
            </a:r>
          </a:p>
          <a:p>
            <a:pPr marL="0" indent="0">
              <a:buNone/>
            </a:pP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x a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b becomes a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4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x a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2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x b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3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x b =</a:t>
            </a:r>
          </a:p>
          <a:p>
            <a:pPr marL="0" indent="0">
              <a:buNone/>
            </a:pP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= a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4+2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x b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3+1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</a:t>
            </a:r>
          </a:p>
          <a:p>
            <a:pPr marL="0" indent="0">
              <a:buNone/>
            </a:pP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=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6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4 </a:t>
            </a:r>
          </a:p>
          <a:p>
            <a:pPr marL="0" indent="0">
              <a:buNone/>
            </a:pPr>
            <a:endParaRPr lang="en-AU" dirty="0" smtClean="0">
              <a:latin typeface="Cambria Math" charset="0"/>
              <a:ea typeface="Cambria Math" charset="0"/>
              <a:cs typeface="Cambria Math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8993" y="1813034"/>
            <a:ext cx="849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are the index laws, and how do we use them to solve problems.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895600" y="23453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Notes: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2358103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Questions: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6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581400" y="450511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Title: What are indices?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 txBox="1">
                <a:spLocks/>
              </p:cNvSpPr>
              <p:nvPr/>
            </p:nvSpPr>
            <p:spPr>
              <a:xfrm>
                <a:off x="2895600" y="2789705"/>
                <a:ext cx="9175531" cy="4024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Index law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÷</m:t>
                    </m:r>
                    <m:sSup>
                      <m:sSupPr>
                        <m:ctrlP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−</m:t>
                        </m:r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Multiplication and division are opposites in  mathematics, and in index laws</a:t>
                </a:r>
              </a:p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When dividing the same bases, subtract the indices</a:t>
                </a:r>
              </a:p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Fractions are also governed by index law 2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bg-BG" sz="32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sz="32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32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32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sz="32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32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32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3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7 </m:t>
                        </m:r>
                      </m:sup>
                    </m:sSup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7−3</m:t>
                        </m:r>
                      </m:sup>
                    </m:sSup>
                  </m:oMath>
                </a14:m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789705"/>
                <a:ext cx="9175531" cy="4024125"/>
              </a:xfrm>
              <a:prstGeom prst="rect">
                <a:avLst/>
              </a:prstGeom>
              <a:blipFill rotWithShape="0">
                <a:blip r:embed="rId2"/>
                <a:stretch>
                  <a:fillRect l="-864" t="-122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8993" y="1813034"/>
            <a:ext cx="849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are the index laws, and how do we use them to solve problems.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895600" y="23453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Notes:</a:t>
            </a:r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0" y="2358103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Questions: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044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Guided Practise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Solve the following problems using index laws 1 and 2:</a:t>
                </a:r>
              </a:p>
              <a:p>
                <a:r>
                  <a:rPr lang="en-AU" dirty="0"/>
                  <a:t>y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x y</a:t>
                </a:r>
                <a:r>
                  <a:rPr lang="en-AU" baseline="30000" dirty="0" smtClean="0"/>
                  <a:t>4</a:t>
                </a:r>
                <a:r>
                  <a:rPr lang="en-AU" dirty="0" smtClean="0"/>
                  <a:t> = 					a</a:t>
                </a:r>
                <a:r>
                  <a:rPr lang="en-AU" baseline="30000" dirty="0" smtClean="0"/>
                  <a:t>3</a:t>
                </a:r>
                <a:r>
                  <a:rPr lang="en-AU" dirty="0" smtClean="0"/>
                  <a:t>b</a:t>
                </a:r>
                <a:r>
                  <a:rPr lang="en-AU" baseline="30000" dirty="0" smtClean="0"/>
                  <a:t>3</a:t>
                </a:r>
                <a:r>
                  <a:rPr lang="en-AU" dirty="0" smtClean="0"/>
                  <a:t> x a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b</a:t>
                </a:r>
                <a:r>
                  <a:rPr lang="en-AU" baseline="30000" dirty="0" smtClean="0"/>
                  <a:t>3 </a:t>
                </a:r>
                <a:r>
                  <a:rPr lang="en-AU" dirty="0" smtClean="0"/>
                  <a:t> =</a:t>
                </a:r>
                <a:endParaRPr lang="en-AU" baseline="30000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  <a:p>
                <a:r>
                  <a:rPr lang="en-AU" dirty="0"/>
                  <a:t>y</a:t>
                </a:r>
                <a:r>
                  <a:rPr lang="en-AU" baseline="30000" dirty="0" smtClean="0"/>
                  <a:t>12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</m:oMath>
                </a14:m>
                <a:r>
                  <a:rPr lang="en-AU" dirty="0" smtClean="0"/>
                  <a:t> y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=		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AU" dirty="0"/>
                          <m:t>a</m:t>
                        </m:r>
                        <m:r>
                          <m:rPr>
                            <m:nor/>
                          </m:rPr>
                          <a:rPr lang="en-AU" baseline="30000" dirty="0"/>
                          <m:t>10</m:t>
                        </m:r>
                        <m:r>
                          <m:rPr>
                            <m:nor/>
                          </m:rPr>
                          <a:rPr lang="en-AU" dirty="0"/>
                          <m:t>b</m:t>
                        </m:r>
                        <m:r>
                          <m:rPr>
                            <m:nor/>
                          </m:rPr>
                          <a:rPr lang="en-AU" baseline="30000" dirty="0"/>
                          <m:t>6</m:t>
                        </m:r>
                        <m:r>
                          <m:rPr>
                            <m:nor/>
                          </m:rPr>
                          <a:rPr lang="en-AU" b="0" i="0" baseline="30000" dirty="0" smtClean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AU" dirty="0"/>
                          <m:t>a</m:t>
                        </m:r>
                        <m:r>
                          <m:rPr>
                            <m:nor/>
                          </m:rPr>
                          <a:rPr lang="en-AU" baseline="30000" dirty="0"/>
                          <m:t>3</m:t>
                        </m:r>
                        <m:r>
                          <m:rPr>
                            <m:nor/>
                          </m:rPr>
                          <a:rPr lang="en-AU" dirty="0"/>
                          <m:t>b</m:t>
                        </m:r>
                      </m:den>
                    </m:f>
                  </m:oMath>
                </a14:m>
                <a:r>
                  <a:rPr lang="en-AU" dirty="0" smtClean="0"/>
                  <a:t>=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76" t="-18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69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97159" y="339273"/>
            <a:ext cx="1967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u="sng" dirty="0" smtClean="0"/>
              <a:t>You do</a:t>
            </a:r>
            <a:endParaRPr lang="en-AU" sz="4000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198" y="2723930"/>
            <a:ext cx="4457700" cy="3238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4" y="2723930"/>
            <a:ext cx="5867400" cy="1358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4" y="394766"/>
            <a:ext cx="6324600" cy="596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4" y="1375198"/>
            <a:ext cx="5981700" cy="965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34" y="4466362"/>
            <a:ext cx="58420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64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269913" y="788276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How do we feel?</a:t>
            </a:r>
            <a:endParaRPr lang="en-AU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283780" y="1813035"/>
            <a:ext cx="87656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With a  show of thumbs, what level of confidence do we have?</a:t>
            </a:r>
          </a:p>
          <a:p>
            <a:endParaRPr lang="en-AU" dirty="0"/>
          </a:p>
          <a:p>
            <a:r>
              <a:rPr lang="en-AU" dirty="0" smtClean="0"/>
              <a:t>Thumbs up – All good, no issues</a:t>
            </a:r>
          </a:p>
          <a:p>
            <a:endParaRPr lang="en-AU" dirty="0"/>
          </a:p>
          <a:p>
            <a:r>
              <a:rPr lang="en-AU" dirty="0" smtClean="0"/>
              <a:t>Thumbs middle – I’m still unsure of the index laws 1 and 2 </a:t>
            </a:r>
          </a:p>
          <a:p>
            <a:endParaRPr lang="en-AU" dirty="0"/>
          </a:p>
          <a:p>
            <a:r>
              <a:rPr lang="en-AU" dirty="0" smtClean="0"/>
              <a:t>Thumbs down – I have no idea.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090661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2992</TotalTime>
  <Words>317</Words>
  <Application>Microsoft Macintosh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Cambria Math</vt:lpstr>
      <vt:lpstr>Century Gothic</vt:lpstr>
      <vt:lpstr>Wingdings</vt:lpstr>
      <vt:lpstr>Arial</vt:lpstr>
      <vt:lpstr>Vapor Trail</vt:lpstr>
      <vt:lpstr>Index laws</vt:lpstr>
      <vt:lpstr>Title: What are indices? </vt:lpstr>
      <vt:lpstr>PowerPoint Presentation</vt:lpstr>
      <vt:lpstr>PowerPoint Presentation</vt:lpstr>
      <vt:lpstr>Guided Practise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laws</dc:title>
  <dc:creator>POWER Travis [Baldivis Secondary College]</dc:creator>
  <cp:lastModifiedBy>POWER Travis [Baldivis Secondary College]</cp:lastModifiedBy>
  <cp:revision>11</cp:revision>
  <dcterms:created xsi:type="dcterms:W3CDTF">2018-02-20T00:44:28Z</dcterms:created>
  <dcterms:modified xsi:type="dcterms:W3CDTF">2018-02-22T02:36:51Z</dcterms:modified>
</cp:coreProperties>
</file>