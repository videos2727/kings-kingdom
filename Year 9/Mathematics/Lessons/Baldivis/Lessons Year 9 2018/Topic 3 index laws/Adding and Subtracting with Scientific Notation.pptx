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58" r:id="rId4"/>
    <p:sldId id="259" r:id="rId5"/>
    <p:sldId id="260" r:id="rId6"/>
    <p:sldId id="284" r:id="rId7"/>
    <p:sldId id="285" r:id="rId8"/>
    <p:sldId id="286" r:id="rId9"/>
    <p:sldId id="287" r:id="rId10"/>
    <p:sldId id="267" r:id="rId11"/>
    <p:sldId id="262" r:id="rId12"/>
    <p:sldId id="270" r:id="rId13"/>
    <p:sldId id="294" r:id="rId14"/>
    <p:sldId id="265" r:id="rId15"/>
    <p:sldId id="295" r:id="rId16"/>
    <p:sldId id="288" r:id="rId17"/>
    <p:sldId id="289" r:id="rId18"/>
    <p:sldId id="292" r:id="rId19"/>
    <p:sldId id="293" r:id="rId20"/>
    <p:sldId id="283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F8F8F8"/>
    <a:srgbClr val="000000"/>
    <a:srgbClr val="009900"/>
    <a:srgbClr val="FF3300"/>
    <a:srgbClr val="33CC33"/>
    <a:srgbClr val="9973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2244" y="-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omic Sans M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B0CD6C-0A4B-413F-A536-F72918F41699}" type="datetimeFigureOut">
              <a:rPr lang="en-US" altLang="en-US"/>
              <a:pPr/>
              <a:t>2/27/2018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omic Sans M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B98D135-75A3-49BA-83BA-328FB10F27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251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A</a:t>
            </a: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5F26D356-F979-46C6-A1BB-35DCA273742A}" type="slidenum">
              <a:rPr lang="en-US" altLang="en-US" sz="1200">
                <a:latin typeface="Times New Roman" pitchFamily="18" charset="0"/>
              </a:rPr>
              <a:pPr eaLnBrk="1" hangingPunct="1"/>
              <a:t>6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A</a:t>
            </a: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7B09293A-DD43-4233-8072-529606AF242B}" type="slidenum">
              <a:rPr lang="en-US" altLang="en-US" sz="1200">
                <a:latin typeface="Times New Roman" pitchFamily="18" charset="0"/>
              </a:rPr>
              <a:pPr eaLnBrk="1" hangingPunct="1"/>
              <a:t>7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C</a:t>
            </a: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EAB3B5C0-FC12-4BA6-8107-95FA8CA39658}" type="slidenum">
              <a:rPr lang="en-US" altLang="en-US" sz="1200">
                <a:latin typeface="Times New Roman" pitchFamily="18" charset="0"/>
              </a:rPr>
              <a:pPr eaLnBrk="1" hangingPunct="1"/>
              <a:t>8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C</a:t>
            </a: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D78572AB-D464-4324-9F92-339C73AE93C7}" type="slidenum">
              <a:rPr lang="en-US" altLang="en-US" sz="1200">
                <a:latin typeface="Times New Roman" pitchFamily="18" charset="0"/>
              </a:rPr>
              <a:pPr eaLnBrk="1" hangingPunct="1"/>
              <a:t>9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C</a:t>
            </a: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5433874A-F040-422D-BEA5-B211981EF133}" type="slidenum">
              <a:rPr lang="en-US" altLang="en-US" sz="1200">
                <a:latin typeface="Times New Roman" pitchFamily="18" charset="0"/>
              </a:rPr>
              <a:pPr eaLnBrk="1" hangingPunct="1"/>
              <a:t>16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C</a:t>
            </a: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650788B3-46EF-4C4D-88D8-2A6305A839E0}" type="slidenum">
              <a:rPr lang="en-US" altLang="en-US" sz="1200">
                <a:latin typeface="Times New Roman" pitchFamily="18" charset="0"/>
              </a:rPr>
              <a:pPr eaLnBrk="1" hangingPunct="1"/>
              <a:t>17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A</a:t>
            </a: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662A020A-62EC-479F-A886-40D87542F033}" type="slidenum">
              <a:rPr lang="en-US" altLang="en-US" sz="1200">
                <a:latin typeface="Times New Roman" pitchFamily="18" charset="0"/>
              </a:rPr>
              <a:pPr eaLnBrk="1" hangingPunct="1"/>
              <a:t>18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Answer: A</a:t>
            </a: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7FB3D045-8A89-4A29-8F41-64151F323AF5}" type="slidenum">
              <a:rPr lang="en-US" altLang="en-US" sz="1200">
                <a:latin typeface="Times New Roman" pitchFamily="18" charset="0"/>
              </a:rPr>
              <a:pPr eaLnBrk="1" hangingPunct="1"/>
              <a:t>19</a:t>
            </a:fld>
            <a:endParaRPr lang="en-US" alt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0"/>
          <p:cNvSpPr>
            <a:spLocks/>
          </p:cNvSpPr>
          <p:nvPr/>
        </p:nvSpPr>
        <p:spPr bwMode="blackWhite">
          <a:xfrm>
            <a:off x="20638" y="12700"/>
            <a:ext cx="8896350" cy="6780213"/>
          </a:xfrm>
          <a:custGeom>
            <a:avLst/>
            <a:gdLst>
              <a:gd name="T0" fmla="*/ 2147483647 w 3985"/>
              <a:gd name="T1" fmla="*/ 0 h 3619"/>
              <a:gd name="T2" fmla="*/ 0 w 3985"/>
              <a:gd name="T3" fmla="*/ 2147483647 h 3619"/>
              <a:gd name="T4" fmla="*/ 2147483647 w 3985"/>
              <a:gd name="T5" fmla="*/ 2147483647 h 3619"/>
              <a:gd name="T6" fmla="*/ 2147483647 w 3985"/>
              <a:gd name="T7" fmla="*/ 2147483647 h 3619"/>
              <a:gd name="T8" fmla="*/ 2147483647 w 3985"/>
              <a:gd name="T9" fmla="*/ 0 h 3619"/>
              <a:gd name="T10" fmla="*/ 2147483647 w 3985"/>
              <a:gd name="T11" fmla="*/ 0 h 36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6" name="Freeform 28"/>
            <p:cNvSpPr>
              <a:spLocks/>
            </p:cNvSpPr>
            <p:nvPr userDrawn="1"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3301552 w 794"/>
                <a:gd name="T1" fmla="*/ 523657 h 414"/>
                <a:gd name="T2" fmla="*/ 2952570 w 794"/>
                <a:gd name="T3" fmla="*/ 421696 h 414"/>
                <a:gd name="T4" fmla="*/ 2312637 w 794"/>
                <a:gd name="T5" fmla="*/ 278643 h 414"/>
                <a:gd name="T6" fmla="*/ 295141 w 794"/>
                <a:gd name="T7" fmla="*/ 0 h 414"/>
                <a:gd name="T8" fmla="*/ 95189 w 794"/>
                <a:gd name="T9" fmla="*/ 26400 h 414"/>
                <a:gd name="T10" fmla="*/ 0 w 794"/>
                <a:gd name="T11" fmla="*/ 110131 h 414"/>
                <a:gd name="T12" fmla="*/ 116003 w 794"/>
                <a:gd name="T13" fmla="*/ 205667 h 414"/>
                <a:gd name="T14" fmla="*/ 2370029 w 794"/>
                <a:gd name="T15" fmla="*/ 542555 h 414"/>
                <a:gd name="T16" fmla="*/ 2863890 w 794"/>
                <a:gd name="T17" fmla="*/ 520982 h 414"/>
                <a:gd name="T18" fmla="*/ 3263183 w 794"/>
                <a:gd name="T19" fmla="*/ 548885 h 414"/>
                <a:gd name="T20" fmla="*/ 3301552 w 794"/>
                <a:gd name="T21" fmla="*/ 523657 h 414"/>
                <a:gd name="T22" fmla="*/ 3301552 w 794"/>
                <a:gd name="T23" fmla="*/ 523657 h 4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Freeform 29"/>
            <p:cNvSpPr>
              <a:spLocks/>
            </p:cNvSpPr>
            <p:nvPr userDrawn="1"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2200 w 1586"/>
                <a:gd name="T1" fmla="*/ 0 h 821"/>
                <a:gd name="T2" fmla="*/ 21375 w 1586"/>
                <a:gd name="T3" fmla="*/ 2658 h 821"/>
                <a:gd name="T4" fmla="*/ 22931 w 1586"/>
                <a:gd name="T5" fmla="*/ 3268 h 821"/>
                <a:gd name="T6" fmla="*/ 25472 w 1586"/>
                <a:gd name="T7" fmla="*/ 4056 h 821"/>
                <a:gd name="T8" fmla="*/ 25135 w 1586"/>
                <a:gd name="T9" fmla="*/ 4205 h 821"/>
                <a:gd name="T10" fmla="*/ 21676 w 1586"/>
                <a:gd name="T11" fmla="*/ 4030 h 821"/>
                <a:gd name="T12" fmla="*/ 18385 w 1586"/>
                <a:gd name="T13" fmla="*/ 4154 h 821"/>
                <a:gd name="T14" fmla="*/ 665 w 1586"/>
                <a:gd name="T15" fmla="*/ 1530 h 821"/>
                <a:gd name="T16" fmla="*/ 0 w 1586"/>
                <a:gd name="T17" fmla="*/ 769 h 821"/>
                <a:gd name="T18" fmla="*/ 737 w 1586"/>
                <a:gd name="T19" fmla="*/ 162 h 821"/>
                <a:gd name="T20" fmla="*/ 2200 w 1586"/>
                <a:gd name="T21" fmla="*/ 0 h 821"/>
                <a:gd name="T22" fmla="*/ 220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Freeform 30"/>
            <p:cNvSpPr>
              <a:spLocks/>
            </p:cNvSpPr>
            <p:nvPr userDrawn="1"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1704 h 747"/>
                <a:gd name="T2" fmla="*/ 15111 w 1049"/>
                <a:gd name="T3" fmla="*/ 3920 h 747"/>
                <a:gd name="T4" fmla="*/ 15392 w 1049"/>
                <a:gd name="T5" fmla="*/ 2803 h 747"/>
                <a:gd name="T6" fmla="*/ 17194 w 1049"/>
                <a:gd name="T7" fmla="*/ 2216 h 747"/>
                <a:gd name="T8" fmla="*/ 1278 w 1049"/>
                <a:gd name="T9" fmla="*/ 0 h 747"/>
                <a:gd name="T10" fmla="*/ 0 w 1049"/>
                <a:gd name="T11" fmla="*/ 664 h 747"/>
                <a:gd name="T12" fmla="*/ 0 w 1049"/>
                <a:gd name="T13" fmla="*/ 1704 h 747"/>
                <a:gd name="T14" fmla="*/ 0 w 1049"/>
                <a:gd name="T15" fmla="*/ 1704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9" name="Group 57"/>
            <p:cNvGrpSpPr>
              <a:grpSpLocks/>
            </p:cNvGrpSpPr>
            <p:nvPr userDrawn="1"/>
          </p:nvGrpSpPr>
          <p:grpSpPr bwMode="auto"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0" name="Freeform 31"/>
              <p:cNvSpPr>
                <a:spLocks/>
              </p:cNvSpPr>
              <p:nvPr userDrawn="1"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748 w 150"/>
                  <a:gd name="T1" fmla="*/ 0 h 173"/>
                  <a:gd name="T2" fmla="*/ 643 w 150"/>
                  <a:gd name="T3" fmla="*/ 364 h 173"/>
                  <a:gd name="T4" fmla="*/ 0 w 150"/>
                  <a:gd name="T5" fmla="*/ 950 h 173"/>
                  <a:gd name="T6" fmla="*/ 1272 w 150"/>
                  <a:gd name="T7" fmla="*/ 878 h 173"/>
                  <a:gd name="T8" fmla="*/ 1639 w 150"/>
                  <a:gd name="T9" fmla="*/ 464 h 173"/>
                  <a:gd name="T10" fmla="*/ 2391 w 150"/>
                  <a:gd name="T11" fmla="*/ 147 h 173"/>
                  <a:gd name="T12" fmla="*/ 1748 w 150"/>
                  <a:gd name="T13" fmla="*/ 0 h 173"/>
                  <a:gd name="T14" fmla="*/ 1748 w 150"/>
                  <a:gd name="T15" fmla="*/ 0 h 1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" name="Freeform 32"/>
              <p:cNvSpPr>
                <a:spLocks/>
              </p:cNvSpPr>
              <p:nvPr userDrawn="1"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2532 w 1684"/>
                  <a:gd name="T1" fmla="*/ 0 h 880"/>
                  <a:gd name="T2" fmla="*/ 1024 w 1684"/>
                  <a:gd name="T3" fmla="*/ 270 h 880"/>
                  <a:gd name="T4" fmla="*/ 0 w 1684"/>
                  <a:gd name="T5" fmla="*/ 1079 h 880"/>
                  <a:gd name="T6" fmla="*/ 1092 w 1684"/>
                  <a:gd name="T7" fmla="*/ 1861 h 880"/>
                  <a:gd name="T8" fmla="*/ 19196 w 1684"/>
                  <a:gd name="T9" fmla="*/ 4495 h 880"/>
                  <a:gd name="T10" fmla="*/ 23096 w 1684"/>
                  <a:gd name="T11" fmla="*/ 4331 h 880"/>
                  <a:gd name="T12" fmla="*/ 26256 w 1684"/>
                  <a:gd name="T13" fmla="*/ 4564 h 880"/>
                  <a:gd name="T14" fmla="*/ 27353 w 1684"/>
                  <a:gd name="T15" fmla="*/ 4194 h 880"/>
                  <a:gd name="T16" fmla="*/ 24393 w 1684"/>
                  <a:gd name="T17" fmla="*/ 3442 h 880"/>
                  <a:gd name="T18" fmla="*/ 23191 w 1684"/>
                  <a:gd name="T19" fmla="*/ 2658 h 880"/>
                  <a:gd name="T20" fmla="*/ 22243 w 1684"/>
                  <a:gd name="T21" fmla="*/ 2733 h 880"/>
                  <a:gd name="T22" fmla="*/ 23370 w 1684"/>
                  <a:gd name="T23" fmla="*/ 3442 h 880"/>
                  <a:gd name="T24" fmla="*/ 25630 w 1684"/>
                  <a:gd name="T25" fmla="*/ 4197 h 880"/>
                  <a:gd name="T26" fmla="*/ 22953 w 1684"/>
                  <a:gd name="T27" fmla="*/ 4081 h 880"/>
                  <a:gd name="T28" fmla="*/ 19796 w 1684"/>
                  <a:gd name="T29" fmla="*/ 4217 h 880"/>
                  <a:gd name="T30" fmla="*/ 20380 w 1684"/>
                  <a:gd name="T31" fmla="*/ 3368 h 880"/>
                  <a:gd name="T32" fmla="*/ 21733 w 1684"/>
                  <a:gd name="T33" fmla="*/ 2790 h 880"/>
                  <a:gd name="T34" fmla="*/ 20149 w 1684"/>
                  <a:gd name="T35" fmla="*/ 2862 h 880"/>
                  <a:gd name="T36" fmla="*/ 18921 w 1684"/>
                  <a:gd name="T37" fmla="*/ 3414 h 880"/>
                  <a:gd name="T38" fmla="*/ 18503 w 1684"/>
                  <a:gd name="T39" fmla="*/ 4104 h 880"/>
                  <a:gd name="T40" fmla="*/ 1740 w 1684"/>
                  <a:gd name="T41" fmla="*/ 1607 h 880"/>
                  <a:gd name="T42" fmla="*/ 1296 w 1684"/>
                  <a:gd name="T43" fmla="*/ 1114 h 880"/>
                  <a:gd name="T44" fmla="*/ 1672 w 1684"/>
                  <a:gd name="T45" fmla="*/ 495 h 880"/>
                  <a:gd name="T46" fmla="*/ 3519 w 1684"/>
                  <a:gd name="T47" fmla="*/ 0 h 880"/>
                  <a:gd name="T48" fmla="*/ 2532 w 1684"/>
                  <a:gd name="T49" fmla="*/ 0 h 880"/>
                  <a:gd name="T50" fmla="*/ 2532 w 1684"/>
                  <a:gd name="T51" fmla="*/ 0 h 8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Freeform 33"/>
              <p:cNvSpPr>
                <a:spLocks/>
              </p:cNvSpPr>
              <p:nvPr userDrawn="1"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626 w 1190"/>
                  <a:gd name="T1" fmla="*/ 0 h 500"/>
                  <a:gd name="T2" fmla="*/ 19325 w 1190"/>
                  <a:gd name="T3" fmla="*/ 2533 h 500"/>
                  <a:gd name="T4" fmla="*/ 17462 w 1190"/>
                  <a:gd name="T5" fmla="*/ 2585 h 500"/>
                  <a:gd name="T6" fmla="*/ 0 w 1190"/>
                  <a:gd name="T7" fmla="*/ 139 h 500"/>
                  <a:gd name="T8" fmla="*/ 1626 w 1190"/>
                  <a:gd name="T9" fmla="*/ 0 h 500"/>
                  <a:gd name="T10" fmla="*/ 1626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" name="Freeform 34"/>
              <p:cNvSpPr>
                <a:spLocks/>
              </p:cNvSpPr>
              <p:nvPr userDrawn="1"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908 w 160"/>
                  <a:gd name="T1" fmla="*/ 0 h 335"/>
                  <a:gd name="T2" fmla="*/ 312 w 160"/>
                  <a:gd name="T3" fmla="*/ 537 h 335"/>
                  <a:gd name="T4" fmla="*/ 0 w 160"/>
                  <a:gd name="T5" fmla="*/ 1155 h 335"/>
                  <a:gd name="T6" fmla="*/ 548 w 160"/>
                  <a:gd name="T7" fmla="*/ 1580 h 335"/>
                  <a:gd name="T8" fmla="*/ 1539 w 160"/>
                  <a:gd name="T9" fmla="*/ 1685 h 335"/>
                  <a:gd name="T10" fmla="*/ 1249 w 160"/>
                  <a:gd name="T11" fmla="*/ 771 h 335"/>
                  <a:gd name="T12" fmla="*/ 2625 w 160"/>
                  <a:gd name="T13" fmla="*/ 88 h 335"/>
                  <a:gd name="T14" fmla="*/ 1908 w 160"/>
                  <a:gd name="T15" fmla="*/ 0 h 335"/>
                  <a:gd name="T16" fmla="*/ 1908 w 160"/>
                  <a:gd name="T17" fmla="*/ 0 h 3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Freeform 35"/>
              <p:cNvSpPr>
                <a:spLocks/>
              </p:cNvSpPr>
              <p:nvPr userDrawn="1"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228 w 489"/>
                  <a:gd name="T1" fmla="*/ 180 h 296"/>
                  <a:gd name="T2" fmla="*/ 2539 w 489"/>
                  <a:gd name="T3" fmla="*/ 347 h 296"/>
                  <a:gd name="T4" fmla="*/ 5152 w 489"/>
                  <a:gd name="T5" fmla="*/ 718 h 296"/>
                  <a:gd name="T6" fmla="*/ 6996 w 489"/>
                  <a:gd name="T7" fmla="*/ 1273 h 296"/>
                  <a:gd name="T8" fmla="*/ 5183 w 489"/>
                  <a:gd name="T9" fmla="*/ 1204 h 296"/>
                  <a:gd name="T10" fmla="*/ 2204 w 489"/>
                  <a:gd name="T11" fmla="*/ 764 h 296"/>
                  <a:gd name="T12" fmla="*/ 793 w 489"/>
                  <a:gd name="T13" fmla="*/ 419 h 296"/>
                  <a:gd name="T14" fmla="*/ 1696 w 489"/>
                  <a:gd name="T15" fmla="*/ 853 h 296"/>
                  <a:gd name="T16" fmla="*/ 4323 w 489"/>
                  <a:gd name="T17" fmla="*/ 1411 h 296"/>
                  <a:gd name="T18" fmla="*/ 7405 w 489"/>
                  <a:gd name="T19" fmla="*/ 1552 h 296"/>
                  <a:gd name="T20" fmla="*/ 7772 w 489"/>
                  <a:gd name="T21" fmla="*/ 1172 h 296"/>
                  <a:gd name="T22" fmla="*/ 6264 w 489"/>
                  <a:gd name="T23" fmla="*/ 630 h 296"/>
                  <a:gd name="T24" fmla="*/ 2699 w 489"/>
                  <a:gd name="T25" fmla="*/ 90 h 296"/>
                  <a:gd name="T26" fmla="*/ 0 w 489"/>
                  <a:gd name="T27" fmla="*/ 0 h 296"/>
                  <a:gd name="T28" fmla="*/ 228 w 489"/>
                  <a:gd name="T29" fmla="*/ 180 h 296"/>
                  <a:gd name="T30" fmla="*/ 228 w 489"/>
                  <a:gd name="T31" fmla="*/ 180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grpSp>
        <p:nvGrpSpPr>
          <p:cNvPr id="15" name="Group 59"/>
          <p:cNvGrpSpPr>
            <a:grpSpLocks/>
          </p:cNvGrpSpPr>
          <p:nvPr/>
        </p:nvGrpSpPr>
        <p:grpSpPr bwMode="auto"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16" name="Freeform 37"/>
            <p:cNvSpPr>
              <a:spLocks/>
            </p:cNvSpPr>
            <p:nvPr userDrawn="1"/>
          </p:nvSpPr>
          <p:spPr bwMode="auto">
            <a:xfrm rot="7320404">
              <a:off x="4909" y="2936"/>
              <a:ext cx="629" cy="293"/>
            </a:xfrm>
            <a:custGeom>
              <a:avLst/>
              <a:gdLst>
                <a:gd name="T0" fmla="*/ 123 w 794"/>
                <a:gd name="T1" fmla="*/ 25 h 414"/>
                <a:gd name="T2" fmla="*/ 110 w 794"/>
                <a:gd name="T3" fmla="*/ 20 h 414"/>
                <a:gd name="T4" fmla="*/ 86 w 794"/>
                <a:gd name="T5" fmla="*/ 13 h 414"/>
                <a:gd name="T6" fmla="*/ 10 w 794"/>
                <a:gd name="T7" fmla="*/ 0 h 414"/>
                <a:gd name="T8" fmla="*/ 4 w 794"/>
                <a:gd name="T9" fmla="*/ 1 h 414"/>
                <a:gd name="T10" fmla="*/ 0 w 794"/>
                <a:gd name="T11" fmla="*/ 6 h 414"/>
                <a:gd name="T12" fmla="*/ 4 w 794"/>
                <a:gd name="T13" fmla="*/ 10 h 414"/>
                <a:gd name="T14" fmla="*/ 89 w 794"/>
                <a:gd name="T15" fmla="*/ 26 h 414"/>
                <a:gd name="T16" fmla="*/ 107 w 794"/>
                <a:gd name="T17" fmla="*/ 25 h 414"/>
                <a:gd name="T18" fmla="*/ 122 w 794"/>
                <a:gd name="T19" fmla="*/ 26 h 414"/>
                <a:gd name="T20" fmla="*/ 123 w 794"/>
                <a:gd name="T21" fmla="*/ 25 h 414"/>
                <a:gd name="T22" fmla="*/ 123 w 794"/>
                <a:gd name="T23" fmla="*/ 25 h 4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38"/>
            <p:cNvSpPr>
              <a:spLocks/>
            </p:cNvSpPr>
            <p:nvPr userDrawn="1"/>
          </p:nvSpPr>
          <p:spPr bwMode="auto">
            <a:xfrm rot="7320404">
              <a:off x="4893" y="2923"/>
              <a:ext cx="627" cy="290"/>
            </a:xfrm>
            <a:custGeom>
              <a:avLst/>
              <a:gdLst>
                <a:gd name="T0" fmla="*/ 0 w 1586"/>
                <a:gd name="T1" fmla="*/ 0 h 821"/>
                <a:gd name="T2" fmla="*/ 1 w 1586"/>
                <a:gd name="T3" fmla="*/ 0 h 821"/>
                <a:gd name="T4" fmla="*/ 1 w 1586"/>
                <a:gd name="T5" fmla="*/ 0 h 821"/>
                <a:gd name="T6" fmla="*/ 1 w 1586"/>
                <a:gd name="T7" fmla="*/ 0 h 821"/>
                <a:gd name="T8" fmla="*/ 1 w 1586"/>
                <a:gd name="T9" fmla="*/ 0 h 821"/>
                <a:gd name="T10" fmla="*/ 1 w 1586"/>
                <a:gd name="T11" fmla="*/ 0 h 821"/>
                <a:gd name="T12" fmla="*/ 1 w 1586"/>
                <a:gd name="T13" fmla="*/ 0 h 821"/>
                <a:gd name="T14" fmla="*/ 0 w 1586"/>
                <a:gd name="T15" fmla="*/ 0 h 821"/>
                <a:gd name="T16" fmla="*/ 0 w 1586"/>
                <a:gd name="T17" fmla="*/ 0 h 821"/>
                <a:gd name="T18" fmla="*/ 0 w 1586"/>
                <a:gd name="T19" fmla="*/ 0 h 821"/>
                <a:gd name="T20" fmla="*/ 0 w 1586"/>
                <a:gd name="T21" fmla="*/ 0 h 821"/>
                <a:gd name="T22" fmla="*/ 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39"/>
            <p:cNvSpPr>
              <a:spLocks/>
            </p:cNvSpPr>
            <p:nvPr userDrawn="1"/>
          </p:nvSpPr>
          <p:spPr bwMode="auto">
            <a:xfrm rot="7320404">
              <a:off x="5000" y="2912"/>
              <a:ext cx="416" cy="265"/>
            </a:xfrm>
            <a:custGeom>
              <a:avLst/>
              <a:gdLst>
                <a:gd name="T0" fmla="*/ 0 w 1049"/>
                <a:gd name="T1" fmla="*/ 0 h 747"/>
                <a:gd name="T2" fmla="*/ 1 w 1049"/>
                <a:gd name="T3" fmla="*/ 0 h 747"/>
                <a:gd name="T4" fmla="*/ 1 w 1049"/>
                <a:gd name="T5" fmla="*/ 0 h 747"/>
                <a:gd name="T6" fmla="*/ 1 w 1049"/>
                <a:gd name="T7" fmla="*/ 0 h 747"/>
                <a:gd name="T8" fmla="*/ 0 w 1049"/>
                <a:gd name="T9" fmla="*/ 0 h 747"/>
                <a:gd name="T10" fmla="*/ 0 w 1049"/>
                <a:gd name="T11" fmla="*/ 0 h 747"/>
                <a:gd name="T12" fmla="*/ 0 w 1049"/>
                <a:gd name="T13" fmla="*/ 0 h 747"/>
                <a:gd name="T14" fmla="*/ 0 w 1049"/>
                <a:gd name="T15" fmla="*/ 0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19" name="Group 58"/>
            <p:cNvGrpSpPr>
              <a:grpSpLocks/>
            </p:cNvGrpSpPr>
            <p:nvPr userDrawn="1"/>
          </p:nvGrpSpPr>
          <p:grpSpPr bwMode="auto"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" name="Freeform 40"/>
              <p:cNvSpPr>
                <a:spLocks/>
              </p:cNvSpPr>
              <p:nvPr userDrawn="1"/>
            </p:nvSpPr>
            <p:spPr bwMode="auto">
              <a:xfrm rot="7320404">
                <a:off x="4987" y="3190"/>
                <a:ext cx="59" cy="61"/>
              </a:xfrm>
              <a:custGeom>
                <a:avLst/>
                <a:gdLst>
                  <a:gd name="T0" fmla="*/ 0 w 150"/>
                  <a:gd name="T1" fmla="*/ 0 h 173"/>
                  <a:gd name="T2" fmla="*/ 0 w 150"/>
                  <a:gd name="T3" fmla="*/ 0 h 173"/>
                  <a:gd name="T4" fmla="*/ 0 w 150"/>
                  <a:gd name="T5" fmla="*/ 0 h 173"/>
                  <a:gd name="T6" fmla="*/ 0 w 150"/>
                  <a:gd name="T7" fmla="*/ 0 h 173"/>
                  <a:gd name="T8" fmla="*/ 0 w 150"/>
                  <a:gd name="T9" fmla="*/ 0 h 173"/>
                  <a:gd name="T10" fmla="*/ 0 w 150"/>
                  <a:gd name="T11" fmla="*/ 0 h 173"/>
                  <a:gd name="T12" fmla="*/ 0 w 150"/>
                  <a:gd name="T13" fmla="*/ 0 h 173"/>
                  <a:gd name="T14" fmla="*/ 0 w 150"/>
                  <a:gd name="T15" fmla="*/ 0 h 1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" name="Freeform 41"/>
              <p:cNvSpPr>
                <a:spLocks/>
              </p:cNvSpPr>
              <p:nvPr userDrawn="1"/>
            </p:nvSpPr>
            <p:spPr bwMode="auto">
              <a:xfrm rot="7320404">
                <a:off x="4887" y="2930"/>
                <a:ext cx="667" cy="311"/>
              </a:xfrm>
              <a:custGeom>
                <a:avLst/>
                <a:gdLst>
                  <a:gd name="T0" fmla="*/ 0 w 1684"/>
                  <a:gd name="T1" fmla="*/ 0 h 880"/>
                  <a:gd name="T2" fmla="*/ 0 w 1684"/>
                  <a:gd name="T3" fmla="*/ 0 h 880"/>
                  <a:gd name="T4" fmla="*/ 0 w 1684"/>
                  <a:gd name="T5" fmla="*/ 0 h 880"/>
                  <a:gd name="T6" fmla="*/ 0 w 1684"/>
                  <a:gd name="T7" fmla="*/ 0 h 880"/>
                  <a:gd name="T8" fmla="*/ 1 w 1684"/>
                  <a:gd name="T9" fmla="*/ 0 h 880"/>
                  <a:gd name="T10" fmla="*/ 1 w 1684"/>
                  <a:gd name="T11" fmla="*/ 0 h 880"/>
                  <a:gd name="T12" fmla="*/ 1 w 1684"/>
                  <a:gd name="T13" fmla="*/ 0 h 880"/>
                  <a:gd name="T14" fmla="*/ 1 w 1684"/>
                  <a:gd name="T15" fmla="*/ 0 h 880"/>
                  <a:gd name="T16" fmla="*/ 1 w 1684"/>
                  <a:gd name="T17" fmla="*/ 0 h 880"/>
                  <a:gd name="T18" fmla="*/ 1 w 1684"/>
                  <a:gd name="T19" fmla="*/ 0 h 880"/>
                  <a:gd name="T20" fmla="*/ 1 w 1684"/>
                  <a:gd name="T21" fmla="*/ 0 h 880"/>
                  <a:gd name="T22" fmla="*/ 1 w 1684"/>
                  <a:gd name="T23" fmla="*/ 0 h 880"/>
                  <a:gd name="T24" fmla="*/ 1 w 1684"/>
                  <a:gd name="T25" fmla="*/ 0 h 880"/>
                  <a:gd name="T26" fmla="*/ 1 w 1684"/>
                  <a:gd name="T27" fmla="*/ 0 h 880"/>
                  <a:gd name="T28" fmla="*/ 1 w 1684"/>
                  <a:gd name="T29" fmla="*/ 0 h 880"/>
                  <a:gd name="T30" fmla="*/ 1 w 1684"/>
                  <a:gd name="T31" fmla="*/ 0 h 880"/>
                  <a:gd name="T32" fmla="*/ 1 w 1684"/>
                  <a:gd name="T33" fmla="*/ 0 h 880"/>
                  <a:gd name="T34" fmla="*/ 1 w 1684"/>
                  <a:gd name="T35" fmla="*/ 0 h 880"/>
                  <a:gd name="T36" fmla="*/ 1 w 1684"/>
                  <a:gd name="T37" fmla="*/ 0 h 880"/>
                  <a:gd name="T38" fmla="*/ 1 w 1684"/>
                  <a:gd name="T39" fmla="*/ 0 h 880"/>
                  <a:gd name="T40" fmla="*/ 0 w 1684"/>
                  <a:gd name="T41" fmla="*/ 0 h 880"/>
                  <a:gd name="T42" fmla="*/ 0 w 1684"/>
                  <a:gd name="T43" fmla="*/ 0 h 880"/>
                  <a:gd name="T44" fmla="*/ 0 w 1684"/>
                  <a:gd name="T45" fmla="*/ 0 h 880"/>
                  <a:gd name="T46" fmla="*/ 0 w 1684"/>
                  <a:gd name="T47" fmla="*/ 0 h 880"/>
                  <a:gd name="T48" fmla="*/ 0 w 1684"/>
                  <a:gd name="T49" fmla="*/ 0 h 880"/>
                  <a:gd name="T50" fmla="*/ 0 w 1684"/>
                  <a:gd name="T51" fmla="*/ 0 h 8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42"/>
              <p:cNvSpPr>
                <a:spLocks/>
              </p:cNvSpPr>
              <p:nvPr userDrawn="1"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0 w 1190"/>
                  <a:gd name="T1" fmla="*/ 0 h 500"/>
                  <a:gd name="T2" fmla="*/ 1 w 1190"/>
                  <a:gd name="T3" fmla="*/ 0 h 500"/>
                  <a:gd name="T4" fmla="*/ 1 w 1190"/>
                  <a:gd name="T5" fmla="*/ 0 h 500"/>
                  <a:gd name="T6" fmla="*/ 0 w 1190"/>
                  <a:gd name="T7" fmla="*/ 0 h 500"/>
                  <a:gd name="T8" fmla="*/ 0 w 1190"/>
                  <a:gd name="T9" fmla="*/ 0 h 500"/>
                  <a:gd name="T10" fmla="*/ 0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43"/>
              <p:cNvSpPr>
                <a:spLocks/>
              </p:cNvSpPr>
              <p:nvPr userDrawn="1"/>
            </p:nvSpPr>
            <p:spPr bwMode="auto">
              <a:xfrm rot="7320404">
                <a:off x="5363" y="2874"/>
                <a:ext cx="63" cy="118"/>
              </a:xfrm>
              <a:custGeom>
                <a:avLst/>
                <a:gdLst>
                  <a:gd name="T0" fmla="*/ 0 w 160"/>
                  <a:gd name="T1" fmla="*/ 0 h 335"/>
                  <a:gd name="T2" fmla="*/ 0 w 160"/>
                  <a:gd name="T3" fmla="*/ 0 h 335"/>
                  <a:gd name="T4" fmla="*/ 0 w 160"/>
                  <a:gd name="T5" fmla="*/ 0 h 335"/>
                  <a:gd name="T6" fmla="*/ 0 w 160"/>
                  <a:gd name="T7" fmla="*/ 0 h 335"/>
                  <a:gd name="T8" fmla="*/ 0 w 160"/>
                  <a:gd name="T9" fmla="*/ 0 h 335"/>
                  <a:gd name="T10" fmla="*/ 0 w 160"/>
                  <a:gd name="T11" fmla="*/ 0 h 335"/>
                  <a:gd name="T12" fmla="*/ 0 w 160"/>
                  <a:gd name="T13" fmla="*/ 0 h 335"/>
                  <a:gd name="T14" fmla="*/ 0 w 160"/>
                  <a:gd name="T15" fmla="*/ 0 h 335"/>
                  <a:gd name="T16" fmla="*/ 0 w 160"/>
                  <a:gd name="T17" fmla="*/ 0 h 3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44"/>
              <p:cNvSpPr>
                <a:spLocks/>
              </p:cNvSpPr>
              <p:nvPr userDrawn="1"/>
            </p:nvSpPr>
            <p:spPr bwMode="auto">
              <a:xfrm rot="7320404">
                <a:off x="5136" y="3000"/>
                <a:ext cx="193" cy="104"/>
              </a:xfrm>
              <a:custGeom>
                <a:avLst/>
                <a:gdLst>
                  <a:gd name="T0" fmla="*/ 0 w 489"/>
                  <a:gd name="T1" fmla="*/ 0 h 296"/>
                  <a:gd name="T2" fmla="*/ 0 w 489"/>
                  <a:gd name="T3" fmla="*/ 0 h 296"/>
                  <a:gd name="T4" fmla="*/ 0 w 489"/>
                  <a:gd name="T5" fmla="*/ 0 h 296"/>
                  <a:gd name="T6" fmla="*/ 0 w 489"/>
                  <a:gd name="T7" fmla="*/ 0 h 296"/>
                  <a:gd name="T8" fmla="*/ 0 w 489"/>
                  <a:gd name="T9" fmla="*/ 0 h 296"/>
                  <a:gd name="T10" fmla="*/ 0 w 489"/>
                  <a:gd name="T11" fmla="*/ 0 h 296"/>
                  <a:gd name="T12" fmla="*/ 0 w 489"/>
                  <a:gd name="T13" fmla="*/ 0 h 296"/>
                  <a:gd name="T14" fmla="*/ 0 w 489"/>
                  <a:gd name="T15" fmla="*/ 0 h 296"/>
                  <a:gd name="T16" fmla="*/ 0 w 489"/>
                  <a:gd name="T17" fmla="*/ 0 h 296"/>
                  <a:gd name="T18" fmla="*/ 0 w 489"/>
                  <a:gd name="T19" fmla="*/ 0 h 296"/>
                  <a:gd name="T20" fmla="*/ 0 w 489"/>
                  <a:gd name="T21" fmla="*/ 0 h 296"/>
                  <a:gd name="T22" fmla="*/ 0 w 489"/>
                  <a:gd name="T23" fmla="*/ 0 h 296"/>
                  <a:gd name="T24" fmla="*/ 0 w 489"/>
                  <a:gd name="T25" fmla="*/ 0 h 296"/>
                  <a:gd name="T26" fmla="*/ 0 w 489"/>
                  <a:gd name="T27" fmla="*/ 0 h 296"/>
                  <a:gd name="T28" fmla="*/ 0 w 489"/>
                  <a:gd name="T29" fmla="*/ 0 h 296"/>
                  <a:gd name="T30" fmla="*/ 0 w 489"/>
                  <a:gd name="T31" fmla="*/ 0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5" name="Freeform 45"/>
          <p:cNvSpPr>
            <a:spLocks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1295400 w 4288"/>
              <a:gd name="T3" fmla="*/ 406400 h 459"/>
              <a:gd name="T4" fmla="*/ 2476500 w 4288"/>
              <a:gd name="T5" fmla="*/ 228600 h 459"/>
              <a:gd name="T6" fmla="*/ 2946400 w 4288"/>
              <a:gd name="T7" fmla="*/ 596900 h 459"/>
              <a:gd name="T8" fmla="*/ 3721100 w 4288"/>
              <a:gd name="T9" fmla="*/ 241300 h 459"/>
              <a:gd name="T10" fmla="*/ 5613400 w 4288"/>
              <a:gd name="T11" fmla="*/ 723900 h 459"/>
              <a:gd name="T12" fmla="*/ 6807200 w 4288"/>
              <a:gd name="T13" fmla="*/ 215900 h 45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6" name="Freeform 49"/>
          <p:cNvSpPr>
            <a:spLocks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50800 h 240"/>
              <a:gd name="T2" fmla="*/ 444500 w 560"/>
              <a:gd name="T3" fmla="*/ 228600 h 240"/>
              <a:gd name="T4" fmla="*/ 711200 w 560"/>
              <a:gd name="T5" fmla="*/ 25400 h 240"/>
              <a:gd name="T6" fmla="*/ 889000 w 560"/>
              <a:gd name="T7" fmla="*/ 381000 h 2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mpd="sng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blurRad="63500" dist="46662" dir="2115817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2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fld id="{4C4DEC32-4923-4342-85EC-09D567613F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46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6907D-3A9F-484A-915B-C762D55F14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60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31239B-8454-4F46-80C1-8E08863EBA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47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E904AE-0031-41D6-9DB5-0F2A4D3ECB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20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E6F8CA-460B-4E56-9394-6FFF75F540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42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0EA453-3A3C-4241-82B8-48C964728F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8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920964-B722-4456-BC23-BBC9DD27EC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5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DEF673-6E50-4CE7-82FE-C76C0DCEEB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55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BD96F3-AFD1-4730-ACAA-90B96A44C1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98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58D11-18D8-40A7-8D9F-9215B5F84D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79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3D5CF9-7B49-47A9-8873-C6D426F90A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59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4"/>
          <p:cNvSpPr>
            <a:spLocks/>
          </p:cNvSpPr>
          <p:nvPr/>
        </p:nvSpPr>
        <p:spPr bwMode="auto">
          <a:xfrm rot="-3172564">
            <a:off x="7777957" y="-15081"/>
            <a:ext cx="1162050" cy="2084387"/>
          </a:xfrm>
          <a:custGeom>
            <a:avLst/>
            <a:gdLst>
              <a:gd name="T0" fmla="*/ 2147483647 w 2903"/>
              <a:gd name="T1" fmla="*/ 2147483647 h 3686"/>
              <a:gd name="T2" fmla="*/ 2147483647 w 2903"/>
              <a:gd name="T3" fmla="*/ 2147483647 h 3686"/>
              <a:gd name="T4" fmla="*/ 2147483647 w 2903"/>
              <a:gd name="T5" fmla="*/ 0 h 3686"/>
              <a:gd name="T6" fmla="*/ 2147483647 w 2903"/>
              <a:gd name="T7" fmla="*/ 2147483647 h 3686"/>
              <a:gd name="T8" fmla="*/ 2147483647 w 2903"/>
              <a:gd name="T9" fmla="*/ 2147483647 h 3686"/>
              <a:gd name="T10" fmla="*/ 0 w 2903"/>
              <a:gd name="T11" fmla="*/ 2147483647 h 3686"/>
              <a:gd name="T12" fmla="*/ 2147483647 w 2903"/>
              <a:gd name="T13" fmla="*/ 2147483647 h 3686"/>
              <a:gd name="T14" fmla="*/ 2147483647 w 2903"/>
              <a:gd name="T15" fmla="*/ 2147483647 h 3686"/>
              <a:gd name="T16" fmla="*/ 2147483647 w 2903"/>
              <a:gd name="T17" fmla="*/ 2147483647 h 3686"/>
              <a:gd name="T18" fmla="*/ 2147483647 w 2903"/>
              <a:gd name="T19" fmla="*/ 2147483647 h 3686"/>
              <a:gd name="T20" fmla="*/ 2147483647 w 2903"/>
              <a:gd name="T21" fmla="*/ 2147483647 h 368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68707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696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FCEEE55-77DC-4F23-809F-6DB188D3BA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Freeform 27"/>
          <p:cNvSpPr>
            <a:spLocks/>
          </p:cNvSpPr>
          <p:nvPr/>
        </p:nvSpPr>
        <p:spPr bwMode="auto">
          <a:xfrm rot="-3172564">
            <a:off x="7865269" y="24607"/>
            <a:ext cx="1165225" cy="2097087"/>
          </a:xfrm>
          <a:custGeom>
            <a:avLst/>
            <a:gdLst>
              <a:gd name="T0" fmla="*/ 2147483647 w 2911"/>
              <a:gd name="T1" fmla="*/ 0 h 3703"/>
              <a:gd name="T2" fmla="*/ 2147483647 w 2911"/>
              <a:gd name="T3" fmla="*/ 2147483647 h 3703"/>
              <a:gd name="T4" fmla="*/ 2147483647 w 2911"/>
              <a:gd name="T5" fmla="*/ 2147483647 h 3703"/>
              <a:gd name="T6" fmla="*/ 0 w 2911"/>
              <a:gd name="T7" fmla="*/ 2147483647 h 3703"/>
              <a:gd name="T8" fmla="*/ 2147483647 w 2911"/>
              <a:gd name="T9" fmla="*/ 2147483647 h 3703"/>
              <a:gd name="T10" fmla="*/ 2147483647 w 2911"/>
              <a:gd name="T11" fmla="*/ 2147483647 h 3703"/>
              <a:gd name="T12" fmla="*/ 2147483647 w 2911"/>
              <a:gd name="T13" fmla="*/ 2147483647 h 3703"/>
              <a:gd name="T14" fmla="*/ 2147483647 w 2911"/>
              <a:gd name="T15" fmla="*/ 2147483647 h 3703"/>
              <a:gd name="T16" fmla="*/ 2147483647 w 2911"/>
              <a:gd name="T17" fmla="*/ 2147483647 h 3703"/>
              <a:gd name="T18" fmla="*/ 2147483647 w 2911"/>
              <a:gd name="T19" fmla="*/ 0 h 3703"/>
              <a:gd name="T20" fmla="*/ 2147483647 w 2911"/>
              <a:gd name="T21" fmla="*/ 0 h 370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3" name="Freeform 29"/>
          <p:cNvSpPr>
            <a:spLocks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147483647 h 2777"/>
              <a:gd name="T2" fmla="*/ 2147483647 w 2561"/>
              <a:gd name="T3" fmla="*/ 2147483647 h 2777"/>
              <a:gd name="T4" fmla="*/ 2147483647 w 2561"/>
              <a:gd name="T5" fmla="*/ 2147483647 h 2777"/>
              <a:gd name="T6" fmla="*/ 2147483647 w 2561"/>
              <a:gd name="T7" fmla="*/ 2147483647 h 2777"/>
              <a:gd name="T8" fmla="*/ 2147483647 w 2561"/>
              <a:gd name="T9" fmla="*/ 2147483647 h 2777"/>
              <a:gd name="T10" fmla="*/ 2147483647 w 2561"/>
              <a:gd name="T11" fmla="*/ 0 h 2777"/>
              <a:gd name="T12" fmla="*/ 0 w 2561"/>
              <a:gd name="T13" fmla="*/ 2147483647 h 2777"/>
              <a:gd name="T14" fmla="*/ 0 w 2561"/>
              <a:gd name="T15" fmla="*/ 2147483647 h 27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034" name="Group 142"/>
          <p:cNvGrpSpPr>
            <a:grpSpLocks/>
          </p:cNvGrpSpPr>
          <p:nvPr/>
        </p:nvGrpSpPr>
        <p:grpSpPr bwMode="auto"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22"/>
            <p:cNvSpPr>
              <a:spLocks/>
            </p:cNvSpPr>
            <p:nvPr userDrawn="1"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7 w 2177"/>
                <a:gd name="T1" fmla="*/ 5 h 1298"/>
                <a:gd name="T2" fmla="*/ 6 w 2177"/>
                <a:gd name="T3" fmla="*/ 5 h 1298"/>
                <a:gd name="T4" fmla="*/ 6 w 2177"/>
                <a:gd name="T5" fmla="*/ 2 h 1298"/>
                <a:gd name="T6" fmla="*/ 9 w 2177"/>
                <a:gd name="T7" fmla="*/ 2 h 1298"/>
                <a:gd name="T8" fmla="*/ 9 w 2177"/>
                <a:gd name="T9" fmla="*/ 1 h 1298"/>
                <a:gd name="T10" fmla="*/ 9 w 2177"/>
                <a:gd name="T11" fmla="*/ 1 h 1298"/>
                <a:gd name="T12" fmla="*/ 5 w 2177"/>
                <a:gd name="T13" fmla="*/ 1 h 1298"/>
                <a:gd name="T14" fmla="*/ 5 w 2177"/>
                <a:gd name="T15" fmla="*/ 1 h 1298"/>
                <a:gd name="T16" fmla="*/ 5 w 2177"/>
                <a:gd name="T17" fmla="*/ 0 h 1298"/>
                <a:gd name="T18" fmla="*/ 4 w 2177"/>
                <a:gd name="T19" fmla="*/ 1 h 1298"/>
                <a:gd name="T20" fmla="*/ 4 w 2177"/>
                <a:gd name="T21" fmla="*/ 1 h 1298"/>
                <a:gd name="T22" fmla="*/ 4 w 2177"/>
                <a:gd name="T23" fmla="*/ 2 h 1298"/>
                <a:gd name="T24" fmla="*/ 3 w 2177"/>
                <a:gd name="T25" fmla="*/ 2 h 1298"/>
                <a:gd name="T26" fmla="*/ 4 w 2177"/>
                <a:gd name="T27" fmla="*/ 2 h 1298"/>
                <a:gd name="T28" fmla="*/ 5 w 2177"/>
                <a:gd name="T29" fmla="*/ 4 h 1298"/>
                <a:gd name="T30" fmla="*/ 1 w 2177"/>
                <a:gd name="T31" fmla="*/ 2 h 1298"/>
                <a:gd name="T32" fmla="*/ 1 w 2177"/>
                <a:gd name="T33" fmla="*/ 2 h 1298"/>
                <a:gd name="T34" fmla="*/ 0 w 2177"/>
                <a:gd name="T35" fmla="*/ 3 h 1298"/>
                <a:gd name="T36" fmla="*/ 1 w 2177"/>
                <a:gd name="T37" fmla="*/ 4 h 1298"/>
                <a:gd name="T38" fmla="*/ 5 w 2177"/>
                <a:gd name="T39" fmla="*/ 6 h 1298"/>
                <a:gd name="T40" fmla="*/ 6 w 2177"/>
                <a:gd name="T41" fmla="*/ 5 h 1298"/>
                <a:gd name="T42" fmla="*/ 7 w 2177"/>
                <a:gd name="T43" fmla="*/ 6 h 1298"/>
                <a:gd name="T44" fmla="*/ 7 w 2177"/>
                <a:gd name="T45" fmla="*/ 5 h 1298"/>
                <a:gd name="T46" fmla="*/ 7 w 2177"/>
                <a:gd name="T47" fmla="*/ 5 h 129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2" name="Freeform 23"/>
            <p:cNvSpPr>
              <a:spLocks/>
            </p:cNvSpPr>
            <p:nvPr userDrawn="1"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1 h 258"/>
                <a:gd name="T2" fmla="*/ 0 w 143"/>
                <a:gd name="T3" fmla="*/ 0 h 258"/>
                <a:gd name="T4" fmla="*/ 0 w 143"/>
                <a:gd name="T5" fmla="*/ 1 h 258"/>
                <a:gd name="T6" fmla="*/ 0 w 143"/>
                <a:gd name="T7" fmla="*/ 2 h 258"/>
                <a:gd name="T8" fmla="*/ 0 w 143"/>
                <a:gd name="T9" fmla="*/ 1 h 258"/>
                <a:gd name="T10" fmla="*/ 0 w 143"/>
                <a:gd name="T11" fmla="*/ 1 h 2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3" name="Freeform 25"/>
            <p:cNvSpPr>
              <a:spLocks/>
            </p:cNvSpPr>
            <p:nvPr userDrawn="1"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0 w 1586"/>
                <a:gd name="T1" fmla="*/ 0 h 821"/>
                <a:gd name="T2" fmla="*/ 5 w 1586"/>
                <a:gd name="T3" fmla="*/ 2 h 821"/>
                <a:gd name="T4" fmla="*/ 5 w 1586"/>
                <a:gd name="T5" fmla="*/ 2 h 821"/>
                <a:gd name="T6" fmla="*/ 6 w 1586"/>
                <a:gd name="T7" fmla="*/ 3 h 821"/>
                <a:gd name="T8" fmla="*/ 6 w 1586"/>
                <a:gd name="T9" fmla="*/ 3 h 821"/>
                <a:gd name="T10" fmla="*/ 5 w 1586"/>
                <a:gd name="T11" fmla="*/ 3 h 821"/>
                <a:gd name="T12" fmla="*/ 4 w 1586"/>
                <a:gd name="T13" fmla="*/ 3 h 821"/>
                <a:gd name="T14" fmla="*/ 0 w 1586"/>
                <a:gd name="T15" fmla="*/ 1 h 821"/>
                <a:gd name="T16" fmla="*/ 0 w 1586"/>
                <a:gd name="T17" fmla="*/ 0 h 821"/>
                <a:gd name="T18" fmla="*/ 0 w 1586"/>
                <a:gd name="T19" fmla="*/ 0 h 821"/>
                <a:gd name="T20" fmla="*/ 0 w 1586"/>
                <a:gd name="T21" fmla="*/ 0 h 821"/>
                <a:gd name="T22" fmla="*/ 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4" name="Freeform 26"/>
            <p:cNvSpPr>
              <a:spLocks/>
            </p:cNvSpPr>
            <p:nvPr userDrawn="1"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2 h 747"/>
                <a:gd name="T2" fmla="*/ 4 w 1049"/>
                <a:gd name="T3" fmla="*/ 3 h 747"/>
                <a:gd name="T4" fmla="*/ 4 w 1049"/>
                <a:gd name="T5" fmla="*/ 3 h 747"/>
                <a:gd name="T6" fmla="*/ 5 w 1049"/>
                <a:gd name="T7" fmla="*/ 2 h 747"/>
                <a:gd name="T8" fmla="*/ 1 w 1049"/>
                <a:gd name="T9" fmla="*/ 0 h 747"/>
                <a:gd name="T10" fmla="*/ 0 w 1049"/>
                <a:gd name="T11" fmla="*/ 1 h 747"/>
                <a:gd name="T12" fmla="*/ 0 w 1049"/>
                <a:gd name="T13" fmla="*/ 2 h 747"/>
                <a:gd name="T14" fmla="*/ 0 w 1049"/>
                <a:gd name="T15" fmla="*/ 2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5" name="Freeform 33"/>
            <p:cNvSpPr>
              <a:spLocks/>
            </p:cNvSpPr>
            <p:nvPr userDrawn="1"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1 h 241"/>
                <a:gd name="T2" fmla="*/ 0 w 272"/>
                <a:gd name="T3" fmla="*/ 0 h 241"/>
                <a:gd name="T4" fmla="*/ 0 w 272"/>
                <a:gd name="T5" fmla="*/ 1 h 241"/>
                <a:gd name="T6" fmla="*/ 1 w 272"/>
                <a:gd name="T7" fmla="*/ 1 h 241"/>
                <a:gd name="T8" fmla="*/ 0 w 272"/>
                <a:gd name="T9" fmla="*/ 1 h 241"/>
                <a:gd name="T10" fmla="*/ 0 w 272"/>
                <a:gd name="T11" fmla="*/ 1 h 241"/>
                <a:gd name="T12" fmla="*/ 0 w 272"/>
                <a:gd name="T13" fmla="*/ 1 h 241"/>
                <a:gd name="T14" fmla="*/ 0 w 272"/>
                <a:gd name="T15" fmla="*/ 1 h 2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6" name="Freeform 34"/>
            <p:cNvSpPr>
              <a:spLocks/>
            </p:cNvSpPr>
            <p:nvPr userDrawn="1"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 w 152"/>
                <a:gd name="T1" fmla="*/ 1 h 224"/>
                <a:gd name="T2" fmla="*/ 1 w 152"/>
                <a:gd name="T3" fmla="*/ 1 h 224"/>
                <a:gd name="T4" fmla="*/ 0 w 152"/>
                <a:gd name="T5" fmla="*/ 1 h 224"/>
                <a:gd name="T6" fmla="*/ 1 w 152"/>
                <a:gd name="T7" fmla="*/ 0 h 224"/>
                <a:gd name="T8" fmla="*/ 1 w 152"/>
                <a:gd name="T9" fmla="*/ 1 h 224"/>
                <a:gd name="T10" fmla="*/ 1 w 152"/>
                <a:gd name="T11" fmla="*/ 1 h 2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7" name="Freeform 35"/>
            <p:cNvSpPr>
              <a:spLocks/>
            </p:cNvSpPr>
            <p:nvPr userDrawn="1"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1 h 764"/>
                <a:gd name="T2" fmla="*/ 1 w 386"/>
                <a:gd name="T3" fmla="*/ 0 h 764"/>
                <a:gd name="T4" fmla="*/ 1 w 386"/>
                <a:gd name="T5" fmla="*/ 1 h 764"/>
                <a:gd name="T6" fmla="*/ 2 w 386"/>
                <a:gd name="T7" fmla="*/ 3 h 764"/>
                <a:gd name="T8" fmla="*/ 2 w 386"/>
                <a:gd name="T9" fmla="*/ 3 h 764"/>
                <a:gd name="T10" fmla="*/ 1 w 386"/>
                <a:gd name="T11" fmla="*/ 3 h 764"/>
                <a:gd name="T12" fmla="*/ 0 w 386"/>
                <a:gd name="T13" fmla="*/ 1 h 764"/>
                <a:gd name="T14" fmla="*/ 0 w 386"/>
                <a:gd name="T15" fmla="*/ 1 h 7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8" name="Freeform 36"/>
            <p:cNvSpPr>
              <a:spLocks/>
            </p:cNvSpPr>
            <p:nvPr userDrawn="1"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3 w 728"/>
                <a:gd name="T1" fmla="*/ 0 h 348"/>
                <a:gd name="T2" fmla="*/ 0 w 728"/>
                <a:gd name="T3" fmla="*/ 1 h 348"/>
                <a:gd name="T4" fmla="*/ 1 w 728"/>
                <a:gd name="T5" fmla="*/ 2 h 348"/>
                <a:gd name="T6" fmla="*/ 3 w 728"/>
                <a:gd name="T7" fmla="*/ 1 h 348"/>
                <a:gd name="T8" fmla="*/ 3 w 728"/>
                <a:gd name="T9" fmla="*/ 1 h 348"/>
                <a:gd name="T10" fmla="*/ 3 w 728"/>
                <a:gd name="T11" fmla="*/ 0 h 348"/>
                <a:gd name="T12" fmla="*/ 3 w 728"/>
                <a:gd name="T13" fmla="*/ 0 h 3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9" name="Freeform 37"/>
            <p:cNvSpPr>
              <a:spLocks/>
            </p:cNvSpPr>
            <p:nvPr userDrawn="1"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 w 312"/>
                <a:gd name="T1" fmla="*/ 0 h 135"/>
                <a:gd name="T2" fmla="*/ 0 w 312"/>
                <a:gd name="T3" fmla="*/ 0 h 135"/>
                <a:gd name="T4" fmla="*/ 2 w 312"/>
                <a:gd name="T5" fmla="*/ 0 h 135"/>
                <a:gd name="T6" fmla="*/ 2 w 312"/>
                <a:gd name="T7" fmla="*/ 0 h 135"/>
                <a:gd name="T8" fmla="*/ 2 w 312"/>
                <a:gd name="T9" fmla="*/ 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1060" name="Group 137"/>
            <p:cNvGrpSpPr>
              <a:grpSpLocks/>
            </p:cNvGrpSpPr>
            <p:nvPr userDrawn="1"/>
          </p:nvGrpSpPr>
          <p:grpSpPr bwMode="auto"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128"/>
              <p:cNvGrpSpPr>
                <a:grpSpLocks/>
              </p:cNvGrpSpPr>
              <p:nvPr userDrawn="1"/>
            </p:nvGrpSpPr>
            <p:grpSpPr bwMode="auto"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49"/>
                <p:cNvSpPr>
                  <a:spLocks/>
                </p:cNvSpPr>
                <p:nvPr userDrawn="1"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0 h 175"/>
                    <a:gd name="T2" fmla="*/ 1 w 313"/>
                    <a:gd name="T3" fmla="*/ 0 h 175"/>
                    <a:gd name="T4" fmla="*/ 1 w 313"/>
                    <a:gd name="T5" fmla="*/ 0 h 175"/>
                    <a:gd name="T6" fmla="*/ 2 w 313"/>
                    <a:gd name="T7" fmla="*/ 0 h 175"/>
                    <a:gd name="T8" fmla="*/ 2 w 313"/>
                    <a:gd name="T9" fmla="*/ 0 h 175"/>
                    <a:gd name="T10" fmla="*/ 1 w 313"/>
                    <a:gd name="T11" fmla="*/ 0 h 175"/>
                    <a:gd name="T12" fmla="*/ 1 w 313"/>
                    <a:gd name="T13" fmla="*/ 0 h 175"/>
                    <a:gd name="T14" fmla="*/ 1 w 313"/>
                    <a:gd name="T15" fmla="*/ 0 h 175"/>
                    <a:gd name="T16" fmla="*/ 0 w 313"/>
                    <a:gd name="T17" fmla="*/ 0 h 175"/>
                    <a:gd name="T18" fmla="*/ 0 w 313"/>
                    <a:gd name="T19" fmla="*/ 0 h 17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75" name="Freeform 53"/>
                <p:cNvSpPr>
                  <a:spLocks/>
                </p:cNvSpPr>
                <p:nvPr userDrawn="1"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1 h 266"/>
                    <a:gd name="T2" fmla="*/ 1 w 230"/>
                    <a:gd name="T3" fmla="*/ 2 h 266"/>
                    <a:gd name="T4" fmla="*/ 1 w 230"/>
                    <a:gd name="T5" fmla="*/ 1 h 266"/>
                    <a:gd name="T6" fmla="*/ 1 w 230"/>
                    <a:gd name="T7" fmla="*/ 1 h 266"/>
                    <a:gd name="T8" fmla="*/ 1 w 230"/>
                    <a:gd name="T9" fmla="*/ 0 h 266"/>
                    <a:gd name="T10" fmla="*/ 1 w 230"/>
                    <a:gd name="T11" fmla="*/ 1 h 266"/>
                    <a:gd name="T12" fmla="*/ 1 w 230"/>
                    <a:gd name="T13" fmla="*/ 1 h 266"/>
                    <a:gd name="T14" fmla="*/ 0 w 230"/>
                    <a:gd name="T15" fmla="*/ 1 h 266"/>
                    <a:gd name="T16" fmla="*/ 0 w 230"/>
                    <a:gd name="T17" fmla="*/ 1 h 26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76" name="Freeform 56"/>
                <p:cNvSpPr>
                  <a:spLocks/>
                </p:cNvSpPr>
                <p:nvPr userDrawn="1"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 h 234"/>
                    <a:gd name="T2" fmla="*/ 0 w 87"/>
                    <a:gd name="T3" fmla="*/ 1 h 234"/>
                    <a:gd name="T4" fmla="*/ 0 w 87"/>
                    <a:gd name="T5" fmla="*/ 1 h 234"/>
                    <a:gd name="T6" fmla="*/ 0 w 87"/>
                    <a:gd name="T7" fmla="*/ 1 h 234"/>
                    <a:gd name="T8" fmla="*/ 0 w 87"/>
                    <a:gd name="T9" fmla="*/ 1 h 234"/>
                    <a:gd name="T10" fmla="*/ 0 w 87"/>
                    <a:gd name="T11" fmla="*/ 1 h 234"/>
                    <a:gd name="T12" fmla="*/ 0 w 87"/>
                    <a:gd name="T13" fmla="*/ 0 h 234"/>
                    <a:gd name="T14" fmla="*/ 0 w 87"/>
                    <a:gd name="T15" fmla="*/ 1 h 234"/>
                    <a:gd name="T16" fmla="*/ 0 w 87"/>
                    <a:gd name="T17" fmla="*/ 1 h 23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sp>
            <p:nvSpPr>
              <p:cNvPr id="1062" name="Freeform 46"/>
              <p:cNvSpPr>
                <a:spLocks/>
              </p:cNvSpPr>
              <p:nvPr userDrawn="1"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 w 1190"/>
                  <a:gd name="T1" fmla="*/ 0 h 500"/>
                  <a:gd name="T2" fmla="*/ 5 w 1190"/>
                  <a:gd name="T3" fmla="*/ 2 h 500"/>
                  <a:gd name="T4" fmla="*/ 5 w 1190"/>
                  <a:gd name="T5" fmla="*/ 2 h 500"/>
                  <a:gd name="T6" fmla="*/ 0 w 1190"/>
                  <a:gd name="T7" fmla="*/ 1 h 500"/>
                  <a:gd name="T8" fmla="*/ 1 w 1190"/>
                  <a:gd name="T9" fmla="*/ 0 h 500"/>
                  <a:gd name="T10" fmla="*/ 1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63" name="Freeform 50"/>
              <p:cNvSpPr>
                <a:spLocks/>
              </p:cNvSpPr>
              <p:nvPr userDrawn="1"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0 w 489"/>
                  <a:gd name="T1" fmla="*/ 1 h 296"/>
                  <a:gd name="T2" fmla="*/ 0 w 489"/>
                  <a:gd name="T3" fmla="*/ 1 h 296"/>
                  <a:gd name="T4" fmla="*/ 1 w 489"/>
                  <a:gd name="T5" fmla="*/ 1 h 296"/>
                  <a:gd name="T6" fmla="*/ 1 w 489"/>
                  <a:gd name="T7" fmla="*/ 1 h 296"/>
                  <a:gd name="T8" fmla="*/ 1 w 489"/>
                  <a:gd name="T9" fmla="*/ 1 h 296"/>
                  <a:gd name="T10" fmla="*/ 0 w 489"/>
                  <a:gd name="T11" fmla="*/ 1 h 296"/>
                  <a:gd name="T12" fmla="*/ 0 w 489"/>
                  <a:gd name="T13" fmla="*/ 1 h 296"/>
                  <a:gd name="T14" fmla="*/ 0 w 489"/>
                  <a:gd name="T15" fmla="*/ 1 h 296"/>
                  <a:gd name="T16" fmla="*/ 1 w 489"/>
                  <a:gd name="T17" fmla="*/ 2 h 296"/>
                  <a:gd name="T18" fmla="*/ 1 w 489"/>
                  <a:gd name="T19" fmla="*/ 2 h 296"/>
                  <a:gd name="T20" fmla="*/ 1 w 489"/>
                  <a:gd name="T21" fmla="*/ 1 h 296"/>
                  <a:gd name="T22" fmla="*/ 1 w 489"/>
                  <a:gd name="T23" fmla="*/ 1 h 296"/>
                  <a:gd name="T24" fmla="*/ 0 w 489"/>
                  <a:gd name="T25" fmla="*/ 1 h 296"/>
                  <a:gd name="T26" fmla="*/ 0 w 489"/>
                  <a:gd name="T27" fmla="*/ 0 h 296"/>
                  <a:gd name="T28" fmla="*/ 0 w 489"/>
                  <a:gd name="T29" fmla="*/ 1 h 296"/>
                  <a:gd name="T30" fmla="*/ 0 w 489"/>
                  <a:gd name="T31" fmla="*/ 1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64" name="Freeform 51"/>
              <p:cNvSpPr>
                <a:spLocks/>
              </p:cNvSpPr>
              <p:nvPr userDrawn="1"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1 w 213"/>
                  <a:gd name="T1" fmla="*/ 0 h 478"/>
                  <a:gd name="T2" fmla="*/ 1 w 213"/>
                  <a:gd name="T3" fmla="*/ 0 h 478"/>
                  <a:gd name="T4" fmla="*/ 1 w 213"/>
                  <a:gd name="T5" fmla="*/ 0 h 478"/>
                  <a:gd name="T6" fmla="*/ 1 w 213"/>
                  <a:gd name="T7" fmla="*/ 1 h 478"/>
                  <a:gd name="T8" fmla="*/ 1 w 213"/>
                  <a:gd name="T9" fmla="*/ 1 h 478"/>
                  <a:gd name="T10" fmla="*/ 1 w 213"/>
                  <a:gd name="T11" fmla="*/ 1 h 478"/>
                  <a:gd name="T12" fmla="*/ 1 w 213"/>
                  <a:gd name="T13" fmla="*/ 1 h 478"/>
                  <a:gd name="T14" fmla="*/ 0 w 213"/>
                  <a:gd name="T15" fmla="*/ 0 h 478"/>
                  <a:gd name="T16" fmla="*/ 1 w 213"/>
                  <a:gd name="T17" fmla="*/ 0 h 478"/>
                  <a:gd name="T18" fmla="*/ 1 w 213"/>
                  <a:gd name="T19" fmla="*/ 0 h 4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grpSp>
            <p:nvGrpSpPr>
              <p:cNvPr id="1065" name="Group 126"/>
              <p:cNvGrpSpPr>
                <a:grpSpLocks/>
              </p:cNvGrpSpPr>
              <p:nvPr userDrawn="1"/>
            </p:nvGrpSpPr>
            <p:grpSpPr bwMode="auto"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32"/>
                <p:cNvSpPr>
                  <a:spLocks/>
                </p:cNvSpPr>
                <p:nvPr userDrawn="1"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 w 150"/>
                    <a:gd name="T1" fmla="*/ 0 h 173"/>
                    <a:gd name="T2" fmla="*/ 1 w 150"/>
                    <a:gd name="T3" fmla="*/ 1 h 173"/>
                    <a:gd name="T4" fmla="*/ 0 w 150"/>
                    <a:gd name="T5" fmla="*/ 1 h 173"/>
                    <a:gd name="T6" fmla="*/ 1 w 150"/>
                    <a:gd name="T7" fmla="*/ 1 h 173"/>
                    <a:gd name="T8" fmla="*/ 1 w 150"/>
                    <a:gd name="T9" fmla="*/ 1 h 173"/>
                    <a:gd name="T10" fmla="*/ 1 w 150"/>
                    <a:gd name="T11" fmla="*/ 1 h 173"/>
                    <a:gd name="T12" fmla="*/ 1 w 150"/>
                    <a:gd name="T13" fmla="*/ 0 h 173"/>
                    <a:gd name="T14" fmla="*/ 1 w 150"/>
                    <a:gd name="T15" fmla="*/ 0 h 17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67" name="Freeform 45"/>
                <p:cNvSpPr>
                  <a:spLocks/>
                </p:cNvSpPr>
                <p:nvPr userDrawn="1"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 w 1684"/>
                    <a:gd name="T1" fmla="*/ 0 h 880"/>
                    <a:gd name="T2" fmla="*/ 1 w 1684"/>
                    <a:gd name="T3" fmla="*/ 1 h 880"/>
                    <a:gd name="T4" fmla="*/ 0 w 1684"/>
                    <a:gd name="T5" fmla="*/ 1 h 880"/>
                    <a:gd name="T6" fmla="*/ 1 w 1684"/>
                    <a:gd name="T7" fmla="*/ 2 h 880"/>
                    <a:gd name="T8" fmla="*/ 5 w 1684"/>
                    <a:gd name="T9" fmla="*/ 4 h 880"/>
                    <a:gd name="T10" fmla="*/ 6 w 1684"/>
                    <a:gd name="T11" fmla="*/ 4 h 880"/>
                    <a:gd name="T12" fmla="*/ 7 w 1684"/>
                    <a:gd name="T13" fmla="*/ 4 h 880"/>
                    <a:gd name="T14" fmla="*/ 7 w 1684"/>
                    <a:gd name="T15" fmla="*/ 4 h 880"/>
                    <a:gd name="T16" fmla="*/ 6 w 1684"/>
                    <a:gd name="T17" fmla="*/ 3 h 880"/>
                    <a:gd name="T18" fmla="*/ 6 w 1684"/>
                    <a:gd name="T19" fmla="*/ 2 h 880"/>
                    <a:gd name="T20" fmla="*/ 6 w 1684"/>
                    <a:gd name="T21" fmla="*/ 3 h 880"/>
                    <a:gd name="T22" fmla="*/ 6 w 1684"/>
                    <a:gd name="T23" fmla="*/ 3 h 880"/>
                    <a:gd name="T24" fmla="*/ 7 w 1684"/>
                    <a:gd name="T25" fmla="*/ 4 h 880"/>
                    <a:gd name="T26" fmla="*/ 6 w 1684"/>
                    <a:gd name="T27" fmla="*/ 4 h 880"/>
                    <a:gd name="T28" fmla="*/ 5 w 1684"/>
                    <a:gd name="T29" fmla="*/ 4 h 880"/>
                    <a:gd name="T30" fmla="*/ 5 w 1684"/>
                    <a:gd name="T31" fmla="*/ 3 h 880"/>
                    <a:gd name="T32" fmla="*/ 6 w 1684"/>
                    <a:gd name="T33" fmla="*/ 3 h 880"/>
                    <a:gd name="T34" fmla="*/ 5 w 1684"/>
                    <a:gd name="T35" fmla="*/ 3 h 880"/>
                    <a:gd name="T36" fmla="*/ 5 w 1684"/>
                    <a:gd name="T37" fmla="*/ 3 h 880"/>
                    <a:gd name="T38" fmla="*/ 5 w 1684"/>
                    <a:gd name="T39" fmla="*/ 4 h 880"/>
                    <a:gd name="T40" fmla="*/ 1 w 1684"/>
                    <a:gd name="T41" fmla="*/ 2 h 880"/>
                    <a:gd name="T42" fmla="*/ 1 w 1684"/>
                    <a:gd name="T43" fmla="*/ 1 h 880"/>
                    <a:gd name="T44" fmla="*/ 1 w 1684"/>
                    <a:gd name="T45" fmla="*/ 1 h 880"/>
                    <a:gd name="T46" fmla="*/ 1 w 1684"/>
                    <a:gd name="T47" fmla="*/ 0 h 880"/>
                    <a:gd name="T48" fmla="*/ 1 w 1684"/>
                    <a:gd name="T49" fmla="*/ 0 h 880"/>
                    <a:gd name="T50" fmla="*/ 1 w 1684"/>
                    <a:gd name="T51" fmla="*/ 0 h 880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68" name="Freeform 47"/>
                <p:cNvSpPr>
                  <a:spLocks/>
                </p:cNvSpPr>
                <p:nvPr userDrawn="1"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 w 160"/>
                    <a:gd name="T1" fmla="*/ 0 h 335"/>
                    <a:gd name="T2" fmla="*/ 1 w 160"/>
                    <a:gd name="T3" fmla="*/ 0 h 335"/>
                    <a:gd name="T4" fmla="*/ 0 w 160"/>
                    <a:gd name="T5" fmla="*/ 0 h 335"/>
                    <a:gd name="T6" fmla="*/ 1 w 160"/>
                    <a:gd name="T7" fmla="*/ 1 h 335"/>
                    <a:gd name="T8" fmla="*/ 1 w 160"/>
                    <a:gd name="T9" fmla="*/ 1 h 335"/>
                    <a:gd name="T10" fmla="*/ 1 w 160"/>
                    <a:gd name="T11" fmla="*/ 0 h 335"/>
                    <a:gd name="T12" fmla="*/ 1 w 160"/>
                    <a:gd name="T13" fmla="*/ 0 h 335"/>
                    <a:gd name="T14" fmla="*/ 1 w 160"/>
                    <a:gd name="T15" fmla="*/ 0 h 335"/>
                    <a:gd name="T16" fmla="*/ 1 w 160"/>
                    <a:gd name="T17" fmla="*/ 0 h 33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69" name="Freeform 48"/>
                <p:cNvSpPr>
                  <a:spLocks/>
                </p:cNvSpPr>
                <p:nvPr userDrawn="1"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1 w 642"/>
                    <a:gd name="T1" fmla="*/ 4 h 1188"/>
                    <a:gd name="T2" fmla="*/ 0 w 642"/>
                    <a:gd name="T3" fmla="*/ 1 h 1188"/>
                    <a:gd name="T4" fmla="*/ 1 w 642"/>
                    <a:gd name="T5" fmla="*/ 1 h 1188"/>
                    <a:gd name="T6" fmla="*/ 2 w 642"/>
                    <a:gd name="T7" fmla="*/ 0 h 1188"/>
                    <a:gd name="T8" fmla="*/ 2 w 642"/>
                    <a:gd name="T9" fmla="*/ 1 h 1188"/>
                    <a:gd name="T10" fmla="*/ 3 w 642"/>
                    <a:gd name="T11" fmla="*/ 5 h 1188"/>
                    <a:gd name="T12" fmla="*/ 3 w 642"/>
                    <a:gd name="T13" fmla="*/ 5 h 1188"/>
                    <a:gd name="T14" fmla="*/ 2 w 642"/>
                    <a:gd name="T15" fmla="*/ 1 h 1188"/>
                    <a:gd name="T16" fmla="*/ 1 w 642"/>
                    <a:gd name="T17" fmla="*/ 1 h 1188"/>
                    <a:gd name="T18" fmla="*/ 1 w 642"/>
                    <a:gd name="T19" fmla="*/ 1 h 1188"/>
                    <a:gd name="T20" fmla="*/ 1 w 642"/>
                    <a:gd name="T21" fmla="*/ 1 h 1188"/>
                    <a:gd name="T22" fmla="*/ 2 w 642"/>
                    <a:gd name="T23" fmla="*/ 4 h 1188"/>
                    <a:gd name="T24" fmla="*/ 1 w 642"/>
                    <a:gd name="T25" fmla="*/ 4 h 1188"/>
                    <a:gd name="T26" fmla="*/ 1 w 642"/>
                    <a:gd name="T27" fmla="*/ 4 h 118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70" name="Freeform 52"/>
                <p:cNvSpPr>
                  <a:spLocks/>
                </p:cNvSpPr>
                <p:nvPr userDrawn="1"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1 h 504"/>
                    <a:gd name="T2" fmla="*/ 1 w 192"/>
                    <a:gd name="T3" fmla="*/ 1 h 504"/>
                    <a:gd name="T4" fmla="*/ 1 w 192"/>
                    <a:gd name="T5" fmla="*/ 2 h 504"/>
                    <a:gd name="T6" fmla="*/ 1 w 192"/>
                    <a:gd name="T7" fmla="*/ 2 h 504"/>
                    <a:gd name="T8" fmla="*/ 1 w 192"/>
                    <a:gd name="T9" fmla="*/ 2 h 504"/>
                    <a:gd name="T10" fmla="*/ 1 w 192"/>
                    <a:gd name="T11" fmla="*/ 2 h 504"/>
                    <a:gd name="T12" fmla="*/ 1 w 192"/>
                    <a:gd name="T13" fmla="*/ 1 h 504"/>
                    <a:gd name="T14" fmla="*/ 1 w 192"/>
                    <a:gd name="T15" fmla="*/ 1 h 504"/>
                    <a:gd name="T16" fmla="*/ 1 w 192"/>
                    <a:gd name="T17" fmla="*/ 0 h 504"/>
                    <a:gd name="T18" fmla="*/ 0 w 192"/>
                    <a:gd name="T19" fmla="*/ 1 h 504"/>
                    <a:gd name="T20" fmla="*/ 0 w 192"/>
                    <a:gd name="T21" fmla="*/ 1 h 50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71" name="Freeform 54"/>
                <p:cNvSpPr>
                  <a:spLocks/>
                </p:cNvSpPr>
                <p:nvPr userDrawn="1"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 w 390"/>
                    <a:gd name="T1" fmla="*/ 0 h 269"/>
                    <a:gd name="T2" fmla="*/ 2 w 390"/>
                    <a:gd name="T3" fmla="*/ 1 h 269"/>
                    <a:gd name="T4" fmla="*/ 1 w 390"/>
                    <a:gd name="T5" fmla="*/ 1 h 269"/>
                    <a:gd name="T6" fmla="*/ 0 w 390"/>
                    <a:gd name="T7" fmla="*/ 1 h 269"/>
                    <a:gd name="T8" fmla="*/ 0 w 390"/>
                    <a:gd name="T9" fmla="*/ 1 h 269"/>
                    <a:gd name="T10" fmla="*/ 2 w 390"/>
                    <a:gd name="T11" fmla="*/ 1 h 269"/>
                    <a:gd name="T12" fmla="*/ 2 w 390"/>
                    <a:gd name="T13" fmla="*/ 2 h 269"/>
                    <a:gd name="T14" fmla="*/ 2 w 390"/>
                    <a:gd name="T15" fmla="*/ 2 h 269"/>
                    <a:gd name="T16" fmla="*/ 2 w 390"/>
                    <a:gd name="T17" fmla="*/ 1 h 269"/>
                    <a:gd name="T18" fmla="*/ 1 w 390"/>
                    <a:gd name="T19" fmla="*/ 1 h 269"/>
                    <a:gd name="T20" fmla="*/ 2 w 390"/>
                    <a:gd name="T21" fmla="*/ 1 h 269"/>
                    <a:gd name="T22" fmla="*/ 2 w 390"/>
                    <a:gd name="T23" fmla="*/ 0 h 269"/>
                    <a:gd name="T24" fmla="*/ 2 w 390"/>
                    <a:gd name="T25" fmla="*/ 0 h 2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72" name="Freeform 55"/>
                <p:cNvSpPr>
                  <a:spLocks/>
                </p:cNvSpPr>
                <p:nvPr userDrawn="1"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 h 424"/>
                    <a:gd name="T2" fmla="*/ 4 w 941"/>
                    <a:gd name="T3" fmla="*/ 0 h 424"/>
                    <a:gd name="T4" fmla="*/ 4 w 941"/>
                    <a:gd name="T5" fmla="*/ 1 h 424"/>
                    <a:gd name="T6" fmla="*/ 4 w 941"/>
                    <a:gd name="T7" fmla="*/ 1 h 424"/>
                    <a:gd name="T8" fmla="*/ 4 w 941"/>
                    <a:gd name="T9" fmla="*/ 2 h 424"/>
                    <a:gd name="T10" fmla="*/ 1 w 941"/>
                    <a:gd name="T11" fmla="*/ 2 h 424"/>
                    <a:gd name="T12" fmla="*/ 1 w 941"/>
                    <a:gd name="T13" fmla="*/ 2 h 424"/>
                    <a:gd name="T14" fmla="*/ 4 w 941"/>
                    <a:gd name="T15" fmla="*/ 1 h 424"/>
                    <a:gd name="T16" fmla="*/ 4 w 941"/>
                    <a:gd name="T17" fmla="*/ 1 h 424"/>
                    <a:gd name="T18" fmla="*/ 4 w 941"/>
                    <a:gd name="T19" fmla="*/ 1 h 424"/>
                    <a:gd name="T20" fmla="*/ 0 w 941"/>
                    <a:gd name="T21" fmla="*/ 1 h 424"/>
                    <a:gd name="T22" fmla="*/ 0 w 941"/>
                    <a:gd name="T23" fmla="*/ 1 h 424"/>
                    <a:gd name="T24" fmla="*/ 0 w 941"/>
                    <a:gd name="T25" fmla="*/ 1 h 4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73" name="Freeform 57"/>
                <p:cNvSpPr>
                  <a:spLocks/>
                </p:cNvSpPr>
                <p:nvPr userDrawn="1"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0 h 173"/>
                    <a:gd name="T2" fmla="*/ 1 w 488"/>
                    <a:gd name="T3" fmla="*/ 0 h 173"/>
                    <a:gd name="T4" fmla="*/ 1 w 488"/>
                    <a:gd name="T5" fmla="*/ 0 h 173"/>
                    <a:gd name="T6" fmla="*/ 2 w 488"/>
                    <a:gd name="T7" fmla="*/ 0 h 173"/>
                    <a:gd name="T8" fmla="*/ 2 w 488"/>
                    <a:gd name="T9" fmla="*/ 0 h 173"/>
                    <a:gd name="T10" fmla="*/ 2 w 488"/>
                    <a:gd name="T11" fmla="*/ 0 h 173"/>
                    <a:gd name="T12" fmla="*/ 1 w 488"/>
                    <a:gd name="T13" fmla="*/ 0 h 173"/>
                    <a:gd name="T14" fmla="*/ 1 w 488"/>
                    <a:gd name="T15" fmla="*/ 0 h 173"/>
                    <a:gd name="T16" fmla="*/ 1 w 488"/>
                    <a:gd name="T17" fmla="*/ 0 h 173"/>
                    <a:gd name="T18" fmla="*/ 1 w 488"/>
                    <a:gd name="T19" fmla="*/ 0 h 173"/>
                    <a:gd name="T20" fmla="*/ 2 w 488"/>
                    <a:gd name="T21" fmla="*/ 0 h 173"/>
                    <a:gd name="T22" fmla="*/ 2 w 488"/>
                    <a:gd name="T23" fmla="*/ 0 h 173"/>
                    <a:gd name="T24" fmla="*/ 2 w 488"/>
                    <a:gd name="T25" fmla="*/ 0 h 173"/>
                    <a:gd name="T26" fmla="*/ 1 w 488"/>
                    <a:gd name="T27" fmla="*/ 0 h 173"/>
                    <a:gd name="T28" fmla="*/ 0 w 488"/>
                    <a:gd name="T29" fmla="*/ 0 h 173"/>
                    <a:gd name="T30" fmla="*/ 0 w 488"/>
                    <a:gd name="T31" fmla="*/ 0 h 17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</p:grpSp>
      </p:grpSp>
      <p:grpSp>
        <p:nvGrpSpPr>
          <p:cNvPr id="1035" name="Group 136"/>
          <p:cNvGrpSpPr>
            <a:grpSpLocks/>
          </p:cNvGrpSpPr>
          <p:nvPr/>
        </p:nvGrpSpPr>
        <p:grpSpPr bwMode="auto"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28"/>
            <p:cNvSpPr>
              <a:spLocks/>
            </p:cNvSpPr>
            <p:nvPr userDrawn="1"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0 w 772"/>
                <a:gd name="T1" fmla="*/ 4 h 3266"/>
                <a:gd name="T2" fmla="*/ 0 w 772"/>
                <a:gd name="T3" fmla="*/ 4 h 3266"/>
                <a:gd name="T4" fmla="*/ 0 w 772"/>
                <a:gd name="T5" fmla="*/ 3 h 3266"/>
                <a:gd name="T6" fmla="*/ 0 w 772"/>
                <a:gd name="T7" fmla="*/ 3 h 3266"/>
                <a:gd name="T8" fmla="*/ 0 w 772"/>
                <a:gd name="T9" fmla="*/ 3 h 3266"/>
                <a:gd name="T10" fmla="*/ 0 w 772"/>
                <a:gd name="T11" fmla="*/ 3 h 3266"/>
                <a:gd name="T12" fmla="*/ 0 w 772"/>
                <a:gd name="T13" fmla="*/ 3 h 3266"/>
                <a:gd name="T14" fmla="*/ 0 w 772"/>
                <a:gd name="T15" fmla="*/ 3 h 3266"/>
                <a:gd name="T16" fmla="*/ 0 w 772"/>
                <a:gd name="T17" fmla="*/ 2 h 3266"/>
                <a:gd name="T18" fmla="*/ 0 w 772"/>
                <a:gd name="T19" fmla="*/ 2 h 3266"/>
                <a:gd name="T20" fmla="*/ 0 w 772"/>
                <a:gd name="T21" fmla="*/ 1 h 3266"/>
                <a:gd name="T22" fmla="*/ 0 w 772"/>
                <a:gd name="T23" fmla="*/ 1 h 3266"/>
                <a:gd name="T24" fmla="*/ 0 w 772"/>
                <a:gd name="T25" fmla="*/ 1 h 3266"/>
                <a:gd name="T26" fmla="*/ 0 w 772"/>
                <a:gd name="T27" fmla="*/ 1 h 3266"/>
                <a:gd name="T28" fmla="*/ 0 w 772"/>
                <a:gd name="T29" fmla="*/ 0 h 3266"/>
                <a:gd name="T30" fmla="*/ 0 w 772"/>
                <a:gd name="T31" fmla="*/ 0 h 3266"/>
                <a:gd name="T32" fmla="*/ 0 w 772"/>
                <a:gd name="T33" fmla="*/ 0 h 3266"/>
                <a:gd name="T34" fmla="*/ 0 w 772"/>
                <a:gd name="T35" fmla="*/ 1 h 3266"/>
                <a:gd name="T36" fmla="*/ 0 w 772"/>
                <a:gd name="T37" fmla="*/ 1 h 3266"/>
                <a:gd name="T38" fmla="*/ 0 w 772"/>
                <a:gd name="T39" fmla="*/ 1 h 3266"/>
                <a:gd name="T40" fmla="*/ 0 w 772"/>
                <a:gd name="T41" fmla="*/ 1 h 3266"/>
                <a:gd name="T42" fmla="*/ 0 w 772"/>
                <a:gd name="T43" fmla="*/ 2 h 3266"/>
                <a:gd name="T44" fmla="*/ 0 w 772"/>
                <a:gd name="T45" fmla="*/ 2 h 3266"/>
                <a:gd name="T46" fmla="*/ 0 w 772"/>
                <a:gd name="T47" fmla="*/ 3 h 3266"/>
                <a:gd name="T48" fmla="*/ 0 w 772"/>
                <a:gd name="T49" fmla="*/ 3 h 3266"/>
                <a:gd name="T50" fmla="*/ 0 w 772"/>
                <a:gd name="T51" fmla="*/ 3 h 3266"/>
                <a:gd name="T52" fmla="*/ 0 w 772"/>
                <a:gd name="T53" fmla="*/ 3 h 3266"/>
                <a:gd name="T54" fmla="*/ 0 w 772"/>
                <a:gd name="T55" fmla="*/ 3 h 3266"/>
                <a:gd name="T56" fmla="*/ 0 w 772"/>
                <a:gd name="T57" fmla="*/ 4 h 3266"/>
                <a:gd name="T58" fmla="*/ 0 w 772"/>
                <a:gd name="T59" fmla="*/ 4 h 3266"/>
                <a:gd name="T60" fmla="*/ 0 w 772"/>
                <a:gd name="T61" fmla="*/ 4 h 3266"/>
                <a:gd name="T62" fmla="*/ 0 w 772"/>
                <a:gd name="T63" fmla="*/ 4 h 3266"/>
                <a:gd name="T64" fmla="*/ 0 w 772"/>
                <a:gd name="T65" fmla="*/ 4 h 32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0" name="Freeform 59"/>
            <p:cNvSpPr>
              <a:spLocks/>
            </p:cNvSpPr>
            <p:nvPr userDrawn="1"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0 w 772"/>
                <a:gd name="T1" fmla="*/ 13 h 3266"/>
                <a:gd name="T2" fmla="*/ 0 w 772"/>
                <a:gd name="T3" fmla="*/ 12 h 3266"/>
                <a:gd name="T4" fmla="*/ 0 w 772"/>
                <a:gd name="T5" fmla="*/ 11 h 3266"/>
                <a:gd name="T6" fmla="*/ 0 w 772"/>
                <a:gd name="T7" fmla="*/ 10 h 3266"/>
                <a:gd name="T8" fmla="*/ 0 w 772"/>
                <a:gd name="T9" fmla="*/ 9 h 3266"/>
                <a:gd name="T10" fmla="*/ 0 w 772"/>
                <a:gd name="T11" fmla="*/ 9 h 3266"/>
                <a:gd name="T12" fmla="*/ 0 w 772"/>
                <a:gd name="T13" fmla="*/ 8 h 3266"/>
                <a:gd name="T14" fmla="*/ 0 w 772"/>
                <a:gd name="T15" fmla="*/ 8 h 3266"/>
                <a:gd name="T16" fmla="*/ 0 w 772"/>
                <a:gd name="T17" fmla="*/ 7 h 3266"/>
                <a:gd name="T18" fmla="*/ 0 w 772"/>
                <a:gd name="T19" fmla="*/ 7 h 3266"/>
                <a:gd name="T20" fmla="*/ 0 w 772"/>
                <a:gd name="T21" fmla="*/ 5 h 3266"/>
                <a:gd name="T22" fmla="*/ 0 w 772"/>
                <a:gd name="T23" fmla="*/ 4 h 3266"/>
                <a:gd name="T24" fmla="*/ 0 w 772"/>
                <a:gd name="T25" fmla="*/ 3 h 3266"/>
                <a:gd name="T26" fmla="*/ 0 w 772"/>
                <a:gd name="T27" fmla="*/ 3 h 3266"/>
                <a:gd name="T28" fmla="*/ 0 w 772"/>
                <a:gd name="T29" fmla="*/ 2 h 3266"/>
                <a:gd name="T30" fmla="*/ 0 w 772"/>
                <a:gd name="T31" fmla="*/ 0 h 3266"/>
                <a:gd name="T32" fmla="*/ 0 w 772"/>
                <a:gd name="T33" fmla="*/ 2 h 3266"/>
                <a:gd name="T34" fmla="*/ 0 w 772"/>
                <a:gd name="T35" fmla="*/ 3 h 3266"/>
                <a:gd name="T36" fmla="*/ 0 w 772"/>
                <a:gd name="T37" fmla="*/ 3 h 3266"/>
                <a:gd name="T38" fmla="*/ 0 w 772"/>
                <a:gd name="T39" fmla="*/ 4 h 3266"/>
                <a:gd name="T40" fmla="*/ 0 w 772"/>
                <a:gd name="T41" fmla="*/ 5 h 3266"/>
                <a:gd name="T42" fmla="*/ 0 w 772"/>
                <a:gd name="T43" fmla="*/ 5 h 3266"/>
                <a:gd name="T44" fmla="*/ 0 w 772"/>
                <a:gd name="T45" fmla="*/ 7 h 3266"/>
                <a:gd name="T46" fmla="*/ 0 w 772"/>
                <a:gd name="T47" fmla="*/ 8 h 3266"/>
                <a:gd name="T48" fmla="*/ 0 w 772"/>
                <a:gd name="T49" fmla="*/ 9 h 3266"/>
                <a:gd name="T50" fmla="*/ 0 w 772"/>
                <a:gd name="T51" fmla="*/ 9 h 3266"/>
                <a:gd name="T52" fmla="*/ 0 w 772"/>
                <a:gd name="T53" fmla="*/ 10 h 3266"/>
                <a:gd name="T54" fmla="*/ 0 w 772"/>
                <a:gd name="T55" fmla="*/ 11 h 3266"/>
                <a:gd name="T56" fmla="*/ 0 w 772"/>
                <a:gd name="T57" fmla="*/ 12 h 3266"/>
                <a:gd name="T58" fmla="*/ 0 w 772"/>
                <a:gd name="T59" fmla="*/ 13 h 3266"/>
                <a:gd name="T60" fmla="*/ 0 w 772"/>
                <a:gd name="T61" fmla="*/ 13 h 3266"/>
                <a:gd name="T62" fmla="*/ 0 w 772"/>
                <a:gd name="T63" fmla="*/ 13 h 3266"/>
                <a:gd name="T64" fmla="*/ 0 w 772"/>
                <a:gd name="T65" fmla="*/ 13 h 32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36" name="Group 141"/>
          <p:cNvGrpSpPr>
            <a:grpSpLocks/>
          </p:cNvGrpSpPr>
          <p:nvPr/>
        </p:nvGrpSpPr>
        <p:grpSpPr bwMode="auto"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132"/>
            <p:cNvGrpSpPr>
              <a:grpSpLocks/>
            </p:cNvGrpSpPr>
            <p:nvPr userDrawn="1"/>
          </p:nvGrpSpPr>
          <p:grpSpPr bwMode="auto"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30"/>
              <p:cNvSpPr>
                <a:spLocks/>
              </p:cNvSpPr>
              <p:nvPr userDrawn="1"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0 w 245"/>
                  <a:gd name="T1" fmla="*/ 0 h 806"/>
                  <a:gd name="T2" fmla="*/ 0 w 245"/>
                  <a:gd name="T3" fmla="*/ 0 h 806"/>
                  <a:gd name="T4" fmla="*/ 0 w 245"/>
                  <a:gd name="T5" fmla="*/ 0 h 806"/>
                  <a:gd name="T6" fmla="*/ 0 w 245"/>
                  <a:gd name="T7" fmla="*/ 0 h 806"/>
                  <a:gd name="T8" fmla="*/ 0 w 245"/>
                  <a:gd name="T9" fmla="*/ 0 h 806"/>
                  <a:gd name="T10" fmla="*/ 0 w 245"/>
                  <a:gd name="T11" fmla="*/ 0 h 806"/>
                  <a:gd name="T12" fmla="*/ 0 w 245"/>
                  <a:gd name="T13" fmla="*/ 0 h 806"/>
                  <a:gd name="T14" fmla="*/ 0 w 245"/>
                  <a:gd name="T15" fmla="*/ 0 h 8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grpSp>
            <p:nvGrpSpPr>
              <p:cNvPr id="1040" name="Group 131"/>
              <p:cNvGrpSpPr>
                <a:grpSpLocks/>
              </p:cNvGrpSpPr>
              <p:nvPr userDrawn="1"/>
            </p:nvGrpSpPr>
            <p:grpSpPr bwMode="auto"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31"/>
                <p:cNvSpPr>
                  <a:spLocks/>
                </p:cNvSpPr>
                <p:nvPr userDrawn="1"/>
              </p:nvSpPr>
              <p:spPr bwMode="auto">
                <a:xfrm rot="-3172564">
                  <a:off x="4966" y="71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0 w 604"/>
                    <a:gd name="T3" fmla="*/ 0 h 349"/>
                    <a:gd name="T4" fmla="*/ 0 w 604"/>
                    <a:gd name="T5" fmla="*/ 0 h 349"/>
                    <a:gd name="T6" fmla="*/ 0 w 604"/>
                    <a:gd name="T7" fmla="*/ 0 h 349"/>
                    <a:gd name="T8" fmla="*/ 0 w 604"/>
                    <a:gd name="T9" fmla="*/ 0 h 349"/>
                    <a:gd name="T10" fmla="*/ 0 w 604"/>
                    <a:gd name="T11" fmla="*/ 0 h 349"/>
                    <a:gd name="T12" fmla="*/ 0 w 604"/>
                    <a:gd name="T13" fmla="*/ 0 h 349"/>
                    <a:gd name="T14" fmla="*/ 0 w 604"/>
                    <a:gd name="T15" fmla="*/ 0 h 349"/>
                    <a:gd name="T16" fmla="*/ 0 w 604"/>
                    <a:gd name="T17" fmla="*/ 0 h 34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2" name="Freeform 38"/>
                <p:cNvSpPr>
                  <a:spLocks/>
                </p:cNvSpPr>
                <p:nvPr userDrawn="1"/>
              </p:nvSpPr>
              <p:spPr bwMode="auto">
                <a:xfrm rot="-3172564">
                  <a:off x="5048" y="332"/>
                  <a:ext cx="269" cy="438"/>
                </a:xfrm>
                <a:custGeom>
                  <a:avLst/>
                  <a:gdLst>
                    <a:gd name="T0" fmla="*/ 0 w 1064"/>
                    <a:gd name="T1" fmla="*/ 0 h 1230"/>
                    <a:gd name="T2" fmla="*/ 0 w 1064"/>
                    <a:gd name="T3" fmla="*/ 0 h 1230"/>
                    <a:gd name="T4" fmla="*/ 0 w 1064"/>
                    <a:gd name="T5" fmla="*/ 0 h 1230"/>
                    <a:gd name="T6" fmla="*/ 0 w 1064"/>
                    <a:gd name="T7" fmla="*/ 0 h 1230"/>
                    <a:gd name="T8" fmla="*/ 0 w 1064"/>
                    <a:gd name="T9" fmla="*/ 0 h 1230"/>
                    <a:gd name="T10" fmla="*/ 0 w 1064"/>
                    <a:gd name="T11" fmla="*/ 0 h 1230"/>
                    <a:gd name="T12" fmla="*/ 0 w 1064"/>
                    <a:gd name="T13" fmla="*/ 0 h 1230"/>
                    <a:gd name="T14" fmla="*/ 0 w 1064"/>
                    <a:gd name="T15" fmla="*/ 0 h 1230"/>
                    <a:gd name="T16" fmla="*/ 0 w 1064"/>
                    <a:gd name="T17" fmla="*/ 0 h 1230"/>
                    <a:gd name="T18" fmla="*/ 0 w 1064"/>
                    <a:gd name="T19" fmla="*/ 0 h 1230"/>
                    <a:gd name="T20" fmla="*/ 0 w 1064"/>
                    <a:gd name="T21" fmla="*/ 0 h 1230"/>
                    <a:gd name="T22" fmla="*/ 0 w 1064"/>
                    <a:gd name="T23" fmla="*/ 0 h 1230"/>
                    <a:gd name="T24" fmla="*/ 0 w 1064"/>
                    <a:gd name="T25" fmla="*/ 0 h 1230"/>
                    <a:gd name="T26" fmla="*/ 0 w 1064"/>
                    <a:gd name="T27" fmla="*/ 0 h 1230"/>
                    <a:gd name="T28" fmla="*/ 0 w 1064"/>
                    <a:gd name="T29" fmla="*/ 0 h 1230"/>
                    <a:gd name="T30" fmla="*/ 0 w 1064"/>
                    <a:gd name="T31" fmla="*/ 0 h 1230"/>
                    <a:gd name="T32" fmla="*/ 0 w 1064"/>
                    <a:gd name="T33" fmla="*/ 0 h 1230"/>
                    <a:gd name="T34" fmla="*/ 0 w 1064"/>
                    <a:gd name="T35" fmla="*/ 0 h 1230"/>
                    <a:gd name="T36" fmla="*/ 0 w 1064"/>
                    <a:gd name="T37" fmla="*/ 0 h 1230"/>
                    <a:gd name="T38" fmla="*/ 0 w 1064"/>
                    <a:gd name="T39" fmla="*/ 0 h 1230"/>
                    <a:gd name="T40" fmla="*/ 0 w 1064"/>
                    <a:gd name="T41" fmla="*/ 0 h 1230"/>
                    <a:gd name="T42" fmla="*/ 0 w 1064"/>
                    <a:gd name="T43" fmla="*/ 0 h 123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3" name="Freeform 39"/>
                <p:cNvSpPr>
                  <a:spLocks/>
                </p:cNvSpPr>
                <p:nvPr userDrawn="1"/>
              </p:nvSpPr>
              <p:spPr bwMode="auto">
                <a:xfrm rot="-3172564">
                  <a:off x="4858" y="182"/>
                  <a:ext cx="505" cy="898"/>
                </a:xfrm>
                <a:custGeom>
                  <a:avLst/>
                  <a:gdLst>
                    <a:gd name="T0" fmla="*/ 0 w 2002"/>
                    <a:gd name="T1" fmla="*/ 0 h 2521"/>
                    <a:gd name="T2" fmla="*/ 0 w 2002"/>
                    <a:gd name="T3" fmla="*/ 1 h 2521"/>
                    <a:gd name="T4" fmla="*/ 0 w 2002"/>
                    <a:gd name="T5" fmla="*/ 1 h 2521"/>
                    <a:gd name="T6" fmla="*/ 0 w 2002"/>
                    <a:gd name="T7" fmla="*/ 0 h 2521"/>
                    <a:gd name="T8" fmla="*/ 0 w 2002"/>
                    <a:gd name="T9" fmla="*/ 0 h 2521"/>
                    <a:gd name="T10" fmla="*/ 0 w 2002"/>
                    <a:gd name="T11" fmla="*/ 0 h 252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4" name="Freeform 40"/>
                <p:cNvSpPr>
                  <a:spLocks/>
                </p:cNvSpPr>
                <p:nvPr userDrawn="1"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0 w 3007"/>
                    <a:gd name="T1" fmla="*/ 1 h 3771"/>
                    <a:gd name="T2" fmla="*/ 0 w 3007"/>
                    <a:gd name="T3" fmla="*/ 1 h 3771"/>
                    <a:gd name="T4" fmla="*/ 0 w 3007"/>
                    <a:gd name="T5" fmla="*/ 1 h 3771"/>
                    <a:gd name="T6" fmla="*/ 0 w 3007"/>
                    <a:gd name="T7" fmla="*/ 1 h 3771"/>
                    <a:gd name="T8" fmla="*/ 0 w 3007"/>
                    <a:gd name="T9" fmla="*/ 1 h 3771"/>
                    <a:gd name="T10" fmla="*/ 0 w 3007"/>
                    <a:gd name="T11" fmla="*/ 1 h 3771"/>
                    <a:gd name="T12" fmla="*/ 0 w 3007"/>
                    <a:gd name="T13" fmla="*/ 1 h 3771"/>
                    <a:gd name="T14" fmla="*/ 0 w 3007"/>
                    <a:gd name="T15" fmla="*/ 0 h 3771"/>
                    <a:gd name="T16" fmla="*/ 0 w 3007"/>
                    <a:gd name="T17" fmla="*/ 0 h 3771"/>
                    <a:gd name="T18" fmla="*/ 0 w 3007"/>
                    <a:gd name="T19" fmla="*/ 0 h 3771"/>
                    <a:gd name="T20" fmla="*/ 0 w 3007"/>
                    <a:gd name="T21" fmla="*/ 0 h 3771"/>
                    <a:gd name="T22" fmla="*/ 0 w 3007"/>
                    <a:gd name="T23" fmla="*/ 0 h 3771"/>
                    <a:gd name="T24" fmla="*/ 0 w 3007"/>
                    <a:gd name="T25" fmla="*/ 1 h 3771"/>
                    <a:gd name="T26" fmla="*/ 0 w 3007"/>
                    <a:gd name="T27" fmla="*/ 1 h 3771"/>
                    <a:gd name="T28" fmla="*/ 0 w 3007"/>
                    <a:gd name="T29" fmla="*/ 1 h 3771"/>
                    <a:gd name="T30" fmla="*/ 0 w 3007"/>
                    <a:gd name="T31" fmla="*/ 1 h 3771"/>
                    <a:gd name="T32" fmla="*/ 0 w 3007"/>
                    <a:gd name="T33" fmla="*/ 1 h 3771"/>
                    <a:gd name="T34" fmla="*/ 0 w 3007"/>
                    <a:gd name="T35" fmla="*/ 1 h 3771"/>
                    <a:gd name="T36" fmla="*/ 0 w 3007"/>
                    <a:gd name="T37" fmla="*/ 1 h 3771"/>
                    <a:gd name="T38" fmla="*/ 0 w 3007"/>
                    <a:gd name="T39" fmla="*/ 1 h 3771"/>
                    <a:gd name="T40" fmla="*/ 0 w 3007"/>
                    <a:gd name="T41" fmla="*/ 1 h 3771"/>
                    <a:gd name="T42" fmla="*/ 0 w 3007"/>
                    <a:gd name="T43" fmla="*/ 1 h 3771"/>
                    <a:gd name="T44" fmla="*/ 0 w 3007"/>
                    <a:gd name="T45" fmla="*/ 1 h 3771"/>
                    <a:gd name="T46" fmla="*/ 0 w 3007"/>
                    <a:gd name="T47" fmla="*/ 1 h 3771"/>
                    <a:gd name="T48" fmla="*/ 0 w 3007"/>
                    <a:gd name="T49" fmla="*/ 1 h 3771"/>
                    <a:gd name="T50" fmla="*/ 0 w 3007"/>
                    <a:gd name="T51" fmla="*/ 1 h 3771"/>
                    <a:gd name="T52" fmla="*/ 0 w 3007"/>
                    <a:gd name="T53" fmla="*/ 1 h 377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5" name="Freeform 41"/>
                <p:cNvSpPr>
                  <a:spLocks/>
                </p:cNvSpPr>
                <p:nvPr userDrawn="1"/>
              </p:nvSpPr>
              <p:spPr bwMode="auto">
                <a:xfrm rot="-3172564">
                  <a:off x="5297" y="897"/>
                  <a:ext cx="169" cy="122"/>
                </a:xfrm>
                <a:custGeom>
                  <a:avLst/>
                  <a:gdLst>
                    <a:gd name="T0" fmla="*/ 0 w 673"/>
                    <a:gd name="T1" fmla="*/ 0 h 342"/>
                    <a:gd name="T2" fmla="*/ 0 w 673"/>
                    <a:gd name="T3" fmla="*/ 0 h 342"/>
                    <a:gd name="T4" fmla="*/ 0 w 673"/>
                    <a:gd name="T5" fmla="*/ 0 h 342"/>
                    <a:gd name="T6" fmla="*/ 0 w 673"/>
                    <a:gd name="T7" fmla="*/ 0 h 342"/>
                    <a:gd name="T8" fmla="*/ 0 w 673"/>
                    <a:gd name="T9" fmla="*/ 0 h 342"/>
                    <a:gd name="T10" fmla="*/ 0 w 673"/>
                    <a:gd name="T11" fmla="*/ 0 h 342"/>
                    <a:gd name="T12" fmla="*/ 0 w 673"/>
                    <a:gd name="T13" fmla="*/ 0 h 342"/>
                    <a:gd name="T14" fmla="*/ 0 w 673"/>
                    <a:gd name="T15" fmla="*/ 0 h 34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6" name="Freeform 42"/>
                <p:cNvSpPr>
                  <a:spLocks/>
                </p:cNvSpPr>
                <p:nvPr userDrawn="1"/>
              </p:nvSpPr>
              <p:spPr bwMode="auto">
                <a:xfrm rot="-3172564">
                  <a:off x="5253" y="806"/>
                  <a:ext cx="181" cy="144"/>
                </a:xfrm>
                <a:custGeom>
                  <a:avLst/>
                  <a:gdLst>
                    <a:gd name="T0" fmla="*/ 0 w 716"/>
                    <a:gd name="T1" fmla="*/ 0 h 403"/>
                    <a:gd name="T2" fmla="*/ 0 w 716"/>
                    <a:gd name="T3" fmla="*/ 0 h 403"/>
                    <a:gd name="T4" fmla="*/ 0 w 716"/>
                    <a:gd name="T5" fmla="*/ 0 h 403"/>
                    <a:gd name="T6" fmla="*/ 0 w 716"/>
                    <a:gd name="T7" fmla="*/ 0 h 403"/>
                    <a:gd name="T8" fmla="*/ 0 w 716"/>
                    <a:gd name="T9" fmla="*/ 0 h 403"/>
                    <a:gd name="T10" fmla="*/ 0 w 716"/>
                    <a:gd name="T11" fmla="*/ 0 h 403"/>
                    <a:gd name="T12" fmla="*/ 0 w 716"/>
                    <a:gd name="T13" fmla="*/ 0 h 403"/>
                    <a:gd name="T14" fmla="*/ 0 w 716"/>
                    <a:gd name="T15" fmla="*/ 0 h 40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7" name="Freeform 43"/>
                <p:cNvSpPr>
                  <a:spLocks/>
                </p:cNvSpPr>
                <p:nvPr userDrawn="1"/>
              </p:nvSpPr>
              <p:spPr bwMode="auto">
                <a:xfrm rot="-3172564">
                  <a:off x="4985" y="210"/>
                  <a:ext cx="181" cy="147"/>
                </a:xfrm>
                <a:custGeom>
                  <a:avLst/>
                  <a:gdLst>
                    <a:gd name="T0" fmla="*/ 0 w 717"/>
                    <a:gd name="T1" fmla="*/ 0 h 411"/>
                    <a:gd name="T2" fmla="*/ 0 w 717"/>
                    <a:gd name="T3" fmla="*/ 0 h 411"/>
                    <a:gd name="T4" fmla="*/ 0 w 717"/>
                    <a:gd name="T5" fmla="*/ 0 h 411"/>
                    <a:gd name="T6" fmla="*/ 0 w 717"/>
                    <a:gd name="T7" fmla="*/ 0 h 411"/>
                    <a:gd name="T8" fmla="*/ 0 w 717"/>
                    <a:gd name="T9" fmla="*/ 0 h 411"/>
                    <a:gd name="T10" fmla="*/ 0 w 717"/>
                    <a:gd name="T11" fmla="*/ 0 h 411"/>
                    <a:gd name="T12" fmla="*/ 0 w 717"/>
                    <a:gd name="T13" fmla="*/ 0 h 411"/>
                    <a:gd name="T14" fmla="*/ 0 w 717"/>
                    <a:gd name="T15" fmla="*/ 0 h 41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048" name="Freeform 44"/>
                <p:cNvSpPr>
                  <a:spLocks/>
                </p:cNvSpPr>
                <p:nvPr userDrawn="1"/>
              </p:nvSpPr>
              <p:spPr bwMode="auto">
                <a:xfrm rot="-3172564">
                  <a:off x="4948" y="142"/>
                  <a:ext cx="179" cy="138"/>
                </a:xfrm>
                <a:custGeom>
                  <a:avLst/>
                  <a:gdLst>
                    <a:gd name="T0" fmla="*/ 0 w 709"/>
                    <a:gd name="T1" fmla="*/ 0 h 386"/>
                    <a:gd name="T2" fmla="*/ 0 w 709"/>
                    <a:gd name="T3" fmla="*/ 0 h 386"/>
                    <a:gd name="T4" fmla="*/ 0 w 709"/>
                    <a:gd name="T5" fmla="*/ 0 h 386"/>
                    <a:gd name="T6" fmla="*/ 0 w 709"/>
                    <a:gd name="T7" fmla="*/ 0 h 386"/>
                    <a:gd name="T8" fmla="*/ 0 w 709"/>
                    <a:gd name="T9" fmla="*/ 0 h 386"/>
                    <a:gd name="T10" fmla="*/ 0 w 709"/>
                    <a:gd name="T11" fmla="*/ 0 h 386"/>
                    <a:gd name="T12" fmla="*/ 0 w 709"/>
                    <a:gd name="T13" fmla="*/ 0 h 386"/>
                    <a:gd name="T14" fmla="*/ 0 w 709"/>
                    <a:gd name="T15" fmla="*/ 0 h 3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</p:grpSp>
        <p:sp>
          <p:nvSpPr>
            <p:cNvPr id="1164" name="Line 140"/>
            <p:cNvSpPr>
              <a:spLocks noChangeShapeType="1"/>
            </p:cNvSpPr>
            <p:nvPr userDrawn="1"/>
          </p:nvSpPr>
          <p:spPr bwMode="auto">
            <a:xfrm>
              <a:off x="4870" y="84"/>
              <a:ext cx="4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ctrTitle"/>
          </p:nvPr>
        </p:nvSpPr>
        <p:spPr>
          <a:effectLst>
            <a:outerShdw blurRad="63500" dist="46662" dir="2115817" algn="ctr" rotWithShape="0">
              <a:schemeClr val="bg2">
                <a:alpha val="74997"/>
              </a:schemeClr>
            </a:outerShdw>
          </a:effectLst>
        </p:spPr>
        <p:txBody>
          <a:bodyPr/>
          <a:lstStyle/>
          <a:p>
            <a:pPr eaLnBrk="1" hangingPunct="1"/>
            <a:r>
              <a:rPr lang="en-US" alt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sz="400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3200" i="1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Adding and Subtracting Numbers in Scientific Notation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7696200" cy="36576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altLang="en-US" sz="6000" smtClean="0">
                <a:solidFill>
                  <a:schemeClr val="tx2"/>
                </a:solidFill>
              </a:rPr>
              <a:t>When adding or subtracting numbers in scientific notation, the exponents must be </a:t>
            </a:r>
            <a:r>
              <a:rPr lang="en-US" altLang="en-US" sz="6000" b="1" u="sng" smtClean="0">
                <a:solidFill>
                  <a:srgbClr val="0000FF"/>
                </a:solidFill>
              </a:rPr>
              <a:t>the same</a:t>
            </a:r>
            <a:r>
              <a:rPr lang="en-US" altLang="en-US" sz="6000" smtClean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u="sng" smtClean="0"/>
              <a:t>Adding/Subtracting when Exponents are </a:t>
            </a:r>
            <a:r>
              <a:rPr lang="en-US" altLang="en-US" sz="4000" u="sng" smtClean="0">
                <a:solidFill>
                  <a:srgbClr val="0000FF"/>
                </a:solidFill>
              </a:rPr>
              <a:t>THE SAME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endParaRPr lang="en-US" altLang="en-US" smtClean="0">
              <a:solidFill>
                <a:schemeClr val="tx2"/>
              </a:solidFill>
            </a:endParaRPr>
          </a:p>
          <a:p>
            <a:pPr marL="0" indent="0" eaLnBrk="1" hangingPunct="1">
              <a:buFontTx/>
              <a:buNone/>
            </a:pPr>
            <a:r>
              <a:rPr lang="en-US" altLang="en-US" u="sng" smtClean="0">
                <a:solidFill>
                  <a:schemeClr val="tx2"/>
                </a:solidFill>
              </a:rPr>
              <a:t>Step 1 </a:t>
            </a:r>
            <a:r>
              <a:rPr lang="en-US" altLang="en-US" smtClean="0">
                <a:solidFill>
                  <a:schemeClr val="tx2"/>
                </a:solidFill>
              </a:rPr>
              <a:t>- add/subtract the decimal</a:t>
            </a:r>
          </a:p>
          <a:p>
            <a:pPr marL="0" indent="0" eaLnBrk="1" hangingPunct="1">
              <a:buFontTx/>
              <a:buNone/>
            </a:pPr>
            <a:endParaRPr lang="en-US" altLang="en-US" u="sng" smtClean="0">
              <a:solidFill>
                <a:schemeClr val="tx2"/>
              </a:solidFill>
            </a:endParaRPr>
          </a:p>
          <a:p>
            <a:pPr marL="0" indent="0" eaLnBrk="1" hangingPunct="1">
              <a:buFontTx/>
              <a:buNone/>
            </a:pPr>
            <a:r>
              <a:rPr lang="en-US" altLang="en-US" u="sng" smtClean="0">
                <a:solidFill>
                  <a:schemeClr val="tx2"/>
                </a:solidFill>
              </a:rPr>
              <a:t>Step 2 </a:t>
            </a:r>
            <a:r>
              <a:rPr lang="en-US" altLang="en-US" smtClean="0">
                <a:solidFill>
                  <a:schemeClr val="tx2"/>
                </a:solidFill>
              </a:rPr>
              <a:t>– Bring down the given exponent on the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7556500" cy="990600"/>
          </a:xfrm>
        </p:spPr>
        <p:txBody>
          <a:bodyPr/>
          <a:lstStyle/>
          <a:p>
            <a:pPr algn="l" eaLnBrk="1" hangingPunct="1"/>
            <a:r>
              <a:rPr lang="en-US" altLang="en-US" u="sng" smtClean="0"/>
              <a:t>Example 1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534400" cy="43434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chemeClr val="tx2"/>
                </a:solidFill>
              </a:rPr>
              <a:t>(</a:t>
            </a:r>
            <a:r>
              <a:rPr lang="en-US" altLang="en-US" smtClean="0">
                <a:solidFill>
                  <a:srgbClr val="009900"/>
                </a:solidFill>
              </a:rPr>
              <a:t>2.56</a:t>
            </a:r>
            <a:r>
              <a:rPr lang="en-US" altLang="en-US" smtClean="0">
                <a:solidFill>
                  <a:schemeClr val="tx2"/>
                </a:solidFill>
              </a:rPr>
              <a:t> X </a:t>
            </a:r>
            <a:r>
              <a:rPr lang="en-US" altLang="en-US" smtClean="0">
                <a:solidFill>
                  <a:srgbClr val="0000FF"/>
                </a:solidFill>
              </a:rPr>
              <a:t>10</a:t>
            </a:r>
            <a:r>
              <a:rPr lang="en-US" altLang="en-US" baseline="30000" smtClean="0">
                <a:solidFill>
                  <a:srgbClr val="0000FF"/>
                </a:solidFill>
              </a:rPr>
              <a:t>3</a:t>
            </a:r>
            <a:r>
              <a:rPr lang="en-US" altLang="en-US" smtClean="0">
                <a:solidFill>
                  <a:schemeClr val="tx2"/>
                </a:solidFill>
              </a:rPr>
              <a:t>) + (</a:t>
            </a:r>
            <a:r>
              <a:rPr lang="en-US" altLang="en-US" smtClean="0">
                <a:solidFill>
                  <a:srgbClr val="009900"/>
                </a:solidFill>
              </a:rPr>
              <a:t>6.964</a:t>
            </a:r>
            <a:r>
              <a:rPr lang="en-US" altLang="en-US" smtClean="0">
                <a:solidFill>
                  <a:schemeClr val="tx2"/>
                </a:solidFill>
              </a:rPr>
              <a:t> X </a:t>
            </a:r>
            <a:r>
              <a:rPr lang="en-US" altLang="en-US" smtClean="0">
                <a:solidFill>
                  <a:srgbClr val="0000FF"/>
                </a:solidFill>
              </a:rPr>
              <a:t>10</a:t>
            </a:r>
            <a:r>
              <a:rPr lang="en-US" altLang="en-US" baseline="30000" smtClean="0">
                <a:solidFill>
                  <a:srgbClr val="0000FF"/>
                </a:solidFill>
              </a:rPr>
              <a:t>3</a:t>
            </a:r>
            <a:r>
              <a:rPr lang="en-US" altLang="en-US" smtClean="0">
                <a:solidFill>
                  <a:schemeClr val="tx2"/>
                </a:solidFill>
              </a:rPr>
              <a:t>)</a:t>
            </a:r>
          </a:p>
          <a:p>
            <a:pPr marL="0" indent="0" algn="ctr" eaLnBrk="1" hangingPunct="1">
              <a:buFontTx/>
              <a:buNone/>
            </a:pPr>
            <a:endParaRPr lang="en-US" altLang="en-US" smtClean="0">
              <a:solidFill>
                <a:schemeClr val="tx2"/>
              </a:solidFill>
            </a:endParaRP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chemeClr val="tx2"/>
                </a:solidFill>
              </a:rPr>
              <a:t>Step 1 - Add:  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009900"/>
                </a:solidFill>
              </a:rPr>
              <a:t>2.56 + 6.964 = 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009900"/>
                </a:solidFill>
              </a:rPr>
              <a:t>9.524</a:t>
            </a:r>
          </a:p>
          <a:p>
            <a:pPr marL="0" indent="0" algn="ctr" eaLnBrk="1" hangingPunct="1">
              <a:buFontTx/>
              <a:buNone/>
            </a:pPr>
            <a:endParaRPr lang="en-US" altLang="en-US" smtClean="0">
              <a:solidFill>
                <a:schemeClr val="tx2"/>
              </a:solidFill>
            </a:endParaRP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chemeClr val="tx2"/>
                </a:solidFill>
              </a:rPr>
              <a:t>Step 2 – Bring down exponent : 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009900"/>
                </a:solidFill>
              </a:rPr>
              <a:t>9.524</a:t>
            </a:r>
            <a:r>
              <a:rPr lang="en-US" altLang="en-US" smtClean="0">
                <a:solidFill>
                  <a:srgbClr val="0000CC"/>
                </a:solidFill>
              </a:rPr>
              <a:t> </a:t>
            </a:r>
            <a:r>
              <a:rPr lang="en-US" altLang="en-US" smtClean="0">
                <a:solidFill>
                  <a:srgbClr val="FF3300"/>
                </a:solidFill>
              </a:rPr>
              <a:t>x </a:t>
            </a:r>
            <a:r>
              <a:rPr lang="en-US" altLang="en-US" smtClean="0">
                <a:solidFill>
                  <a:srgbClr val="0000CC"/>
                </a:solidFill>
              </a:rPr>
              <a:t>10</a:t>
            </a:r>
            <a:r>
              <a:rPr lang="en-US" altLang="en-US" baseline="30000" smtClean="0">
                <a:solidFill>
                  <a:srgbClr val="0000CC"/>
                </a:solidFill>
              </a:rPr>
              <a:t>3</a:t>
            </a:r>
            <a:endParaRPr lang="en-US" altLang="en-US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4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304800"/>
            <a:ext cx="7327900" cy="1600200"/>
          </a:xfrm>
        </p:spPr>
        <p:txBody>
          <a:bodyPr/>
          <a:lstStyle/>
          <a:p>
            <a:pPr algn="l" eaLnBrk="1" hangingPunct="1"/>
            <a:r>
              <a:rPr lang="en-US" altLang="en-US" u="sng" smtClean="0"/>
              <a:t>Example 2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696200" cy="36576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FF3300"/>
                </a:solidFill>
              </a:rPr>
              <a:t>(</a:t>
            </a:r>
            <a:r>
              <a:rPr lang="en-US" altLang="en-US" smtClean="0">
                <a:solidFill>
                  <a:srgbClr val="009900"/>
                </a:solidFill>
              </a:rPr>
              <a:t>9.49</a:t>
            </a:r>
            <a:r>
              <a:rPr lang="en-US" altLang="en-US" smtClean="0">
                <a:solidFill>
                  <a:srgbClr val="FF3300"/>
                </a:solidFill>
              </a:rPr>
              <a:t> X </a:t>
            </a:r>
            <a:r>
              <a:rPr lang="en-US" altLang="en-US" smtClean="0">
                <a:solidFill>
                  <a:srgbClr val="0000FF"/>
                </a:solidFill>
              </a:rPr>
              <a:t>10</a:t>
            </a:r>
            <a:r>
              <a:rPr lang="en-US" altLang="en-US" baseline="30000" smtClean="0">
                <a:solidFill>
                  <a:srgbClr val="0000FF"/>
                </a:solidFill>
              </a:rPr>
              <a:t>5</a:t>
            </a:r>
            <a:r>
              <a:rPr lang="en-US" altLang="en-US" smtClean="0">
                <a:solidFill>
                  <a:srgbClr val="FF3300"/>
                </a:solidFill>
              </a:rPr>
              <a:t>) – (</a:t>
            </a:r>
            <a:r>
              <a:rPr lang="en-US" altLang="en-US" smtClean="0">
                <a:solidFill>
                  <a:srgbClr val="009900"/>
                </a:solidFill>
              </a:rPr>
              <a:t>4.863</a:t>
            </a:r>
            <a:r>
              <a:rPr lang="en-US" altLang="en-US" smtClean="0">
                <a:solidFill>
                  <a:srgbClr val="FF3300"/>
                </a:solidFill>
              </a:rPr>
              <a:t> X </a:t>
            </a:r>
            <a:r>
              <a:rPr lang="en-US" altLang="en-US" smtClean="0">
                <a:solidFill>
                  <a:srgbClr val="0000FF"/>
                </a:solidFill>
              </a:rPr>
              <a:t>10</a:t>
            </a:r>
            <a:r>
              <a:rPr lang="en-US" altLang="en-US" baseline="30000" smtClean="0">
                <a:solidFill>
                  <a:srgbClr val="0000FF"/>
                </a:solidFill>
              </a:rPr>
              <a:t>5</a:t>
            </a:r>
            <a:r>
              <a:rPr lang="en-US" altLang="en-US" smtClean="0">
                <a:solidFill>
                  <a:srgbClr val="FF3300"/>
                </a:solidFill>
              </a:rPr>
              <a:t>)</a:t>
            </a:r>
          </a:p>
          <a:p>
            <a:pPr marL="0" indent="0" algn="ctr" eaLnBrk="1" hangingPunct="1">
              <a:buFontTx/>
              <a:buNone/>
            </a:pPr>
            <a:endParaRPr lang="en-US" altLang="en-US" smtClean="0">
              <a:solidFill>
                <a:srgbClr val="FF3300"/>
              </a:solidFill>
            </a:endParaRP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FF3300"/>
                </a:solidFill>
              </a:rPr>
              <a:t>Step 1 - Subtract: 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009900"/>
                </a:solidFill>
              </a:rPr>
              <a:t>9.49 – 4.863 = 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009900"/>
                </a:solidFill>
              </a:rPr>
              <a:t>4.627</a:t>
            </a:r>
          </a:p>
          <a:p>
            <a:pPr marL="0" indent="0" algn="ctr" eaLnBrk="1" hangingPunct="1">
              <a:buFontTx/>
              <a:buNone/>
            </a:pPr>
            <a:endParaRPr lang="en-US" altLang="en-US" smtClean="0">
              <a:solidFill>
                <a:srgbClr val="009900"/>
              </a:solidFill>
            </a:endParaRP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FF3300"/>
                </a:solidFill>
              </a:rPr>
              <a:t>Step 2 – Bring down exponent: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mtClean="0">
                <a:solidFill>
                  <a:srgbClr val="009900"/>
                </a:solidFill>
              </a:rPr>
              <a:t>4.627</a:t>
            </a:r>
            <a:r>
              <a:rPr lang="en-US" altLang="en-US" smtClean="0">
                <a:solidFill>
                  <a:srgbClr val="0000FF"/>
                </a:solidFill>
              </a:rPr>
              <a:t> </a:t>
            </a:r>
            <a:r>
              <a:rPr lang="en-US" altLang="en-US" smtClean="0">
                <a:solidFill>
                  <a:srgbClr val="FF0000"/>
                </a:solidFill>
              </a:rPr>
              <a:t>x</a:t>
            </a:r>
            <a:r>
              <a:rPr lang="en-US" altLang="en-US" smtClean="0">
                <a:solidFill>
                  <a:srgbClr val="0000FF"/>
                </a:solidFill>
              </a:rPr>
              <a:t> 10</a:t>
            </a:r>
            <a:r>
              <a:rPr lang="en-US" altLang="en-US" baseline="30000" smtClean="0">
                <a:solidFill>
                  <a:srgbClr val="0000FF"/>
                </a:solidFill>
              </a:rPr>
              <a:t>5</a:t>
            </a:r>
            <a:endParaRPr lang="en-US" altLang="en-US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4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Box 2"/>
          <p:cNvSpPr txBox="1">
            <a:spLocks noChangeArrowheads="1"/>
          </p:cNvSpPr>
          <p:nvPr/>
        </p:nvSpPr>
        <p:spPr bwMode="auto">
          <a:xfrm>
            <a:off x="1165225" y="757238"/>
            <a:ext cx="67675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The sum of 5.6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and 2.4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20482" name="TextBox 3"/>
          <p:cNvSpPr txBox="1">
            <a:spLocks noChangeArrowheads="1"/>
          </p:cNvSpPr>
          <p:nvPr/>
        </p:nvSpPr>
        <p:spPr bwMode="auto">
          <a:xfrm>
            <a:off x="2079625" y="1520825"/>
            <a:ext cx="28575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2811463" y="1520825"/>
            <a:ext cx="28575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2103438" y="2008188"/>
            <a:ext cx="2879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0485" name="TextBox 6"/>
          <p:cNvSpPr txBox="1">
            <a:spLocks noChangeArrowheads="1"/>
          </p:cNvSpPr>
          <p:nvPr/>
        </p:nvSpPr>
        <p:spPr bwMode="auto">
          <a:xfrm>
            <a:off x="2835275" y="2008188"/>
            <a:ext cx="2879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20486" name="TextBox 7"/>
          <p:cNvSpPr txBox="1">
            <a:spLocks noChangeArrowheads="1"/>
          </p:cNvSpPr>
          <p:nvPr/>
        </p:nvSpPr>
        <p:spPr bwMode="auto">
          <a:xfrm>
            <a:off x="2079625" y="2495550"/>
            <a:ext cx="29495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0487" name="TextBox 8"/>
          <p:cNvSpPr txBox="1">
            <a:spLocks noChangeArrowheads="1"/>
          </p:cNvSpPr>
          <p:nvPr/>
        </p:nvSpPr>
        <p:spPr bwMode="auto">
          <a:xfrm>
            <a:off x="2811463" y="2495550"/>
            <a:ext cx="29495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-3</a:t>
            </a:r>
          </a:p>
        </p:txBody>
      </p:sp>
      <p:sp>
        <p:nvSpPr>
          <p:cNvPr id="20488" name="TextBox 9"/>
          <p:cNvSpPr txBox="1">
            <a:spLocks noChangeArrowheads="1"/>
          </p:cNvSpPr>
          <p:nvPr/>
        </p:nvSpPr>
        <p:spPr bwMode="auto">
          <a:xfrm>
            <a:off x="2079625" y="2984500"/>
            <a:ext cx="30638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0489" name="TextBox 10"/>
          <p:cNvSpPr txBox="1">
            <a:spLocks noChangeArrowheads="1"/>
          </p:cNvSpPr>
          <p:nvPr/>
        </p:nvSpPr>
        <p:spPr bwMode="auto">
          <a:xfrm>
            <a:off x="2811463" y="2984500"/>
            <a:ext cx="30638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8.53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pic>
        <p:nvPicPr>
          <p:cNvPr id="20490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06363"/>
            <a:ext cx="3109913" cy="5238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2458" y="1584654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20503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163" y="3433763"/>
            <a:ext cx="3302000" cy="25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Box 2"/>
          <p:cNvSpPr txBox="1">
            <a:spLocks noChangeArrowheads="1"/>
          </p:cNvSpPr>
          <p:nvPr/>
        </p:nvSpPr>
        <p:spPr bwMode="auto">
          <a:xfrm>
            <a:off x="1165225" y="757238"/>
            <a:ext cx="67675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The sum of 5.6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and 2.4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22530" name="TextBox 3"/>
          <p:cNvSpPr txBox="1">
            <a:spLocks noChangeArrowheads="1"/>
          </p:cNvSpPr>
          <p:nvPr/>
        </p:nvSpPr>
        <p:spPr bwMode="auto">
          <a:xfrm>
            <a:off x="2079625" y="1520825"/>
            <a:ext cx="28575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2811463" y="1520825"/>
            <a:ext cx="28575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2103438" y="2008188"/>
            <a:ext cx="2879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2533" name="TextBox 6"/>
          <p:cNvSpPr txBox="1">
            <a:spLocks noChangeArrowheads="1"/>
          </p:cNvSpPr>
          <p:nvPr/>
        </p:nvSpPr>
        <p:spPr bwMode="auto">
          <a:xfrm>
            <a:off x="2835275" y="2008188"/>
            <a:ext cx="2879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22534" name="TextBox 7"/>
          <p:cNvSpPr txBox="1">
            <a:spLocks noChangeArrowheads="1"/>
          </p:cNvSpPr>
          <p:nvPr/>
        </p:nvSpPr>
        <p:spPr bwMode="auto">
          <a:xfrm>
            <a:off x="2079625" y="2495550"/>
            <a:ext cx="29495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2535" name="TextBox 8"/>
          <p:cNvSpPr txBox="1">
            <a:spLocks noChangeArrowheads="1"/>
          </p:cNvSpPr>
          <p:nvPr/>
        </p:nvSpPr>
        <p:spPr bwMode="auto">
          <a:xfrm>
            <a:off x="2811463" y="2495550"/>
            <a:ext cx="29495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-3</a:t>
            </a:r>
          </a:p>
        </p:txBody>
      </p:sp>
      <p:sp>
        <p:nvSpPr>
          <p:cNvPr id="22536" name="TextBox 9"/>
          <p:cNvSpPr txBox="1">
            <a:spLocks noChangeArrowheads="1"/>
          </p:cNvSpPr>
          <p:nvPr/>
        </p:nvSpPr>
        <p:spPr bwMode="auto">
          <a:xfrm>
            <a:off x="2079625" y="2984500"/>
            <a:ext cx="30638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2537" name="TextBox 10"/>
          <p:cNvSpPr txBox="1">
            <a:spLocks noChangeArrowheads="1"/>
          </p:cNvSpPr>
          <p:nvPr/>
        </p:nvSpPr>
        <p:spPr bwMode="auto">
          <a:xfrm>
            <a:off x="2811463" y="2984500"/>
            <a:ext cx="30638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8.53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pic>
        <p:nvPicPr>
          <p:cNvPr id="22538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06363"/>
            <a:ext cx="3109913" cy="5238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2458" y="1584654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2551" name="5-Point Star 1"/>
          <p:cNvSpPr>
            <a:spLocks/>
          </p:cNvSpPr>
          <p:nvPr/>
        </p:nvSpPr>
        <p:spPr bwMode="auto">
          <a:xfrm>
            <a:off x="1184275" y="1511300"/>
            <a:ext cx="717550" cy="422275"/>
          </a:xfrm>
          <a:custGeom>
            <a:avLst/>
            <a:gdLst>
              <a:gd name="T0" fmla="*/ 1 w 717167"/>
              <a:gd name="T1" fmla="*/ 159860 h 423534"/>
              <a:gd name="T2" fmla="*/ 274520 w 717167"/>
              <a:gd name="T3" fmla="*/ 159861 h 423534"/>
              <a:gd name="T4" fmla="*/ 359352 w 717167"/>
              <a:gd name="T5" fmla="*/ 0 h 423534"/>
              <a:gd name="T6" fmla="*/ 444180 w 717167"/>
              <a:gd name="T7" fmla="*/ 159861 h 423534"/>
              <a:gd name="T8" fmla="*/ 718699 w 717167"/>
              <a:gd name="T9" fmla="*/ 159860 h 423534"/>
              <a:gd name="T10" fmla="*/ 496608 w 717167"/>
              <a:gd name="T11" fmla="*/ 258659 h 423534"/>
              <a:gd name="T12" fmla="*/ 581440 w 717167"/>
              <a:gd name="T13" fmla="*/ 418519 h 423534"/>
              <a:gd name="T14" fmla="*/ 359352 w 717167"/>
              <a:gd name="T15" fmla="*/ 319719 h 423534"/>
              <a:gd name="T16" fmla="*/ 137259 w 717167"/>
              <a:gd name="T17" fmla="*/ 418519 h 423534"/>
              <a:gd name="T18" fmla="*/ 222092 w 717167"/>
              <a:gd name="T19" fmla="*/ 258659 h 423534"/>
              <a:gd name="T20" fmla="*/ 1 w 717167"/>
              <a:gd name="T21" fmla="*/ 159860 h 4235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17167" h="423534">
                <a:moveTo>
                  <a:pt x="1" y="161775"/>
                </a:moveTo>
                <a:lnTo>
                  <a:pt x="273935" y="161776"/>
                </a:lnTo>
                <a:lnTo>
                  <a:pt x="358584" y="0"/>
                </a:lnTo>
                <a:lnTo>
                  <a:pt x="443232" y="161776"/>
                </a:lnTo>
                <a:lnTo>
                  <a:pt x="717166" y="161775"/>
                </a:lnTo>
                <a:lnTo>
                  <a:pt x="495548" y="261757"/>
                </a:lnTo>
                <a:lnTo>
                  <a:pt x="580200" y="423533"/>
                </a:lnTo>
                <a:lnTo>
                  <a:pt x="358584" y="323549"/>
                </a:lnTo>
                <a:lnTo>
                  <a:pt x="136967" y="423533"/>
                </a:lnTo>
                <a:lnTo>
                  <a:pt x="221619" y="261757"/>
                </a:lnTo>
                <a:lnTo>
                  <a:pt x="1" y="161775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2552" name="TextBox 2"/>
          <p:cNvSpPr txBox="1">
            <a:spLocks noChangeArrowheads="1"/>
          </p:cNvSpPr>
          <p:nvPr/>
        </p:nvSpPr>
        <p:spPr bwMode="auto">
          <a:xfrm>
            <a:off x="5029200" y="3810000"/>
            <a:ext cx="3200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Times New Roman" pitchFamily="18" charset="0"/>
              </a:rPr>
              <a:t>The exponents are the same, so add the coefficients.  </a:t>
            </a:r>
          </a:p>
        </p:txBody>
      </p:sp>
      <p:pic>
        <p:nvPicPr>
          <p:cNvPr id="2255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4191000"/>
            <a:ext cx="22098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Box 1"/>
          <p:cNvSpPr txBox="1">
            <a:spLocks noChangeArrowheads="1"/>
          </p:cNvSpPr>
          <p:nvPr/>
        </p:nvSpPr>
        <p:spPr bwMode="auto">
          <a:xfrm>
            <a:off x="457200" y="766763"/>
            <a:ext cx="52355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578" name="TextBox 2"/>
          <p:cNvSpPr txBox="1">
            <a:spLocks noChangeArrowheads="1"/>
          </p:cNvSpPr>
          <p:nvPr/>
        </p:nvSpPr>
        <p:spPr bwMode="auto">
          <a:xfrm>
            <a:off x="1189038" y="766763"/>
            <a:ext cx="523398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minus 2.0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24579" name="TextBox 3"/>
          <p:cNvSpPr txBox="1">
            <a:spLocks noChangeArrowheads="1"/>
          </p:cNvSpPr>
          <p:nvPr/>
        </p:nvSpPr>
        <p:spPr bwMode="auto">
          <a:xfrm>
            <a:off x="2035175" y="1528763"/>
            <a:ext cx="2879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2765425" y="1528763"/>
            <a:ext cx="2881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-3</a:t>
            </a:r>
          </a:p>
        </p:txBody>
      </p:sp>
      <p:sp>
        <p:nvSpPr>
          <p:cNvPr id="24581" name="TextBox 5"/>
          <p:cNvSpPr txBox="1">
            <a:spLocks noChangeArrowheads="1"/>
          </p:cNvSpPr>
          <p:nvPr/>
        </p:nvSpPr>
        <p:spPr bwMode="auto">
          <a:xfrm>
            <a:off x="2060575" y="2017713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2792413" y="2017713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24583" name="TextBox 7"/>
          <p:cNvSpPr txBox="1">
            <a:spLocks noChangeArrowheads="1"/>
          </p:cNvSpPr>
          <p:nvPr/>
        </p:nvSpPr>
        <p:spPr bwMode="auto">
          <a:xfrm>
            <a:off x="2068513" y="2505075"/>
            <a:ext cx="283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4584" name="TextBox 8"/>
          <p:cNvSpPr txBox="1">
            <a:spLocks noChangeArrowheads="1"/>
          </p:cNvSpPr>
          <p:nvPr/>
        </p:nvSpPr>
        <p:spPr bwMode="auto">
          <a:xfrm>
            <a:off x="2800350" y="2505075"/>
            <a:ext cx="283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4585" name="TextBox 9"/>
          <p:cNvSpPr txBox="1">
            <a:spLocks noChangeArrowheads="1"/>
          </p:cNvSpPr>
          <p:nvPr/>
        </p:nvSpPr>
        <p:spPr bwMode="auto">
          <a:xfrm>
            <a:off x="2068513" y="2992438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4586" name="TextBox 10"/>
          <p:cNvSpPr txBox="1">
            <a:spLocks noChangeArrowheads="1"/>
          </p:cNvSpPr>
          <p:nvPr/>
        </p:nvSpPr>
        <p:spPr bwMode="auto">
          <a:xfrm>
            <a:off x="2800350" y="2992438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7.8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pic>
        <p:nvPicPr>
          <p:cNvPr id="24587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95250"/>
            <a:ext cx="3109913" cy="523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34560" y="1558785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24600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581400"/>
            <a:ext cx="3105150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Box 1"/>
          <p:cNvSpPr txBox="1">
            <a:spLocks noChangeArrowheads="1"/>
          </p:cNvSpPr>
          <p:nvPr/>
        </p:nvSpPr>
        <p:spPr bwMode="auto">
          <a:xfrm>
            <a:off x="457200" y="766763"/>
            <a:ext cx="52355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endParaRPr lang="en-US" altLang="en-US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626" name="TextBox 2"/>
          <p:cNvSpPr txBox="1">
            <a:spLocks noChangeArrowheads="1"/>
          </p:cNvSpPr>
          <p:nvPr/>
        </p:nvSpPr>
        <p:spPr bwMode="auto">
          <a:xfrm>
            <a:off x="1189038" y="766763"/>
            <a:ext cx="523398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minus 2.0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26627" name="TextBox 3"/>
          <p:cNvSpPr txBox="1">
            <a:spLocks noChangeArrowheads="1"/>
          </p:cNvSpPr>
          <p:nvPr/>
        </p:nvSpPr>
        <p:spPr bwMode="auto">
          <a:xfrm>
            <a:off x="2035175" y="1528763"/>
            <a:ext cx="2879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6628" name="TextBox 4"/>
          <p:cNvSpPr txBox="1">
            <a:spLocks noChangeArrowheads="1"/>
          </p:cNvSpPr>
          <p:nvPr/>
        </p:nvSpPr>
        <p:spPr bwMode="auto">
          <a:xfrm>
            <a:off x="2765425" y="1528763"/>
            <a:ext cx="2881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-3</a:t>
            </a:r>
          </a:p>
        </p:txBody>
      </p:sp>
      <p:sp>
        <p:nvSpPr>
          <p:cNvPr id="26629" name="TextBox 5"/>
          <p:cNvSpPr txBox="1">
            <a:spLocks noChangeArrowheads="1"/>
          </p:cNvSpPr>
          <p:nvPr/>
        </p:nvSpPr>
        <p:spPr bwMode="auto">
          <a:xfrm>
            <a:off x="2060575" y="2017713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6630" name="TextBox 6"/>
          <p:cNvSpPr txBox="1">
            <a:spLocks noChangeArrowheads="1"/>
          </p:cNvSpPr>
          <p:nvPr/>
        </p:nvSpPr>
        <p:spPr bwMode="auto">
          <a:xfrm>
            <a:off x="2792413" y="2017713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26631" name="TextBox 7"/>
          <p:cNvSpPr txBox="1">
            <a:spLocks noChangeArrowheads="1"/>
          </p:cNvSpPr>
          <p:nvPr/>
        </p:nvSpPr>
        <p:spPr bwMode="auto">
          <a:xfrm>
            <a:off x="2068513" y="2505075"/>
            <a:ext cx="283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6632" name="TextBox 8"/>
          <p:cNvSpPr txBox="1">
            <a:spLocks noChangeArrowheads="1"/>
          </p:cNvSpPr>
          <p:nvPr/>
        </p:nvSpPr>
        <p:spPr bwMode="auto">
          <a:xfrm>
            <a:off x="2800350" y="2505075"/>
            <a:ext cx="283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6633" name="TextBox 9"/>
          <p:cNvSpPr txBox="1">
            <a:spLocks noChangeArrowheads="1"/>
          </p:cNvSpPr>
          <p:nvPr/>
        </p:nvSpPr>
        <p:spPr bwMode="auto">
          <a:xfrm>
            <a:off x="2068513" y="2992438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6634" name="TextBox 10"/>
          <p:cNvSpPr txBox="1">
            <a:spLocks noChangeArrowheads="1"/>
          </p:cNvSpPr>
          <p:nvPr/>
        </p:nvSpPr>
        <p:spPr bwMode="auto">
          <a:xfrm>
            <a:off x="2800350" y="2992438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7.8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pic>
        <p:nvPicPr>
          <p:cNvPr id="26635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95250"/>
            <a:ext cx="3109913" cy="523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34560" y="1558785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26648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581400"/>
            <a:ext cx="3105150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9" name="5-Point Star 1"/>
          <p:cNvSpPr>
            <a:spLocks/>
          </p:cNvSpPr>
          <p:nvPr/>
        </p:nvSpPr>
        <p:spPr bwMode="auto">
          <a:xfrm>
            <a:off x="1354138" y="2538413"/>
            <a:ext cx="474662" cy="415925"/>
          </a:xfrm>
          <a:custGeom>
            <a:avLst/>
            <a:gdLst>
              <a:gd name="T0" fmla="*/ 1 w 474322"/>
              <a:gd name="T1" fmla="*/ 159115 h 415710"/>
              <a:gd name="T2" fmla="*/ 181696 w 474322"/>
              <a:gd name="T3" fmla="*/ 159116 h 415710"/>
              <a:gd name="T4" fmla="*/ 237841 w 474322"/>
              <a:gd name="T5" fmla="*/ 0 h 415710"/>
              <a:gd name="T6" fmla="*/ 293987 w 474322"/>
              <a:gd name="T7" fmla="*/ 159116 h 415710"/>
              <a:gd name="T8" fmla="*/ 475682 w 474322"/>
              <a:gd name="T9" fmla="*/ 159115 h 415710"/>
              <a:gd name="T10" fmla="*/ 328687 w 474322"/>
              <a:gd name="T11" fmla="*/ 257454 h 415710"/>
              <a:gd name="T12" fmla="*/ 384835 w 474322"/>
              <a:gd name="T13" fmla="*/ 416569 h 415710"/>
              <a:gd name="T14" fmla="*/ 237841 w 474322"/>
              <a:gd name="T15" fmla="*/ 318228 h 415710"/>
              <a:gd name="T16" fmla="*/ 90848 w 474322"/>
              <a:gd name="T17" fmla="*/ 416569 h 415710"/>
              <a:gd name="T18" fmla="*/ 146995 w 474322"/>
              <a:gd name="T19" fmla="*/ 257454 h 415710"/>
              <a:gd name="T20" fmla="*/ 1 w 474322"/>
              <a:gd name="T21" fmla="*/ 159115 h 41571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74322" h="415710">
                <a:moveTo>
                  <a:pt x="1" y="158787"/>
                </a:moveTo>
                <a:lnTo>
                  <a:pt x="181176" y="158788"/>
                </a:lnTo>
                <a:lnTo>
                  <a:pt x="237161" y="0"/>
                </a:lnTo>
                <a:lnTo>
                  <a:pt x="293146" y="158788"/>
                </a:lnTo>
                <a:lnTo>
                  <a:pt x="474321" y="158787"/>
                </a:lnTo>
                <a:lnTo>
                  <a:pt x="327747" y="256922"/>
                </a:lnTo>
                <a:lnTo>
                  <a:pt x="383734" y="415709"/>
                </a:lnTo>
                <a:lnTo>
                  <a:pt x="237161" y="317572"/>
                </a:lnTo>
                <a:lnTo>
                  <a:pt x="90588" y="415709"/>
                </a:lnTo>
                <a:lnTo>
                  <a:pt x="146575" y="256922"/>
                </a:lnTo>
                <a:lnTo>
                  <a:pt x="1" y="158787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404100" cy="1600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u="sng" dirty="0" smtClean="0">
                <a:ea typeface="+mj-ea"/>
                <a:cs typeface="+mj-cs"/>
              </a:rPr>
              <a:t>Adding/Subtracting when the Exponents are </a:t>
            </a:r>
            <a:r>
              <a:rPr lang="en-US" sz="4000" b="1" u="sng" dirty="0" smtClean="0">
                <a:solidFill>
                  <a:srgbClr val="0000FF"/>
                </a:solidFill>
                <a:ea typeface="+mj-ea"/>
                <a:cs typeface="+mj-cs"/>
              </a:rPr>
              <a:t>DIFFERENT</a:t>
            </a:r>
          </a:p>
        </p:txBody>
      </p:sp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381000" y="2362200"/>
            <a:ext cx="7924800" cy="36576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2"/>
                </a:solidFill>
              </a:rPr>
              <a:t>When adding or subtracting numbers in scientific notation, the exponents must be the same.</a:t>
            </a:r>
          </a:p>
          <a:p>
            <a:pPr eaLnBrk="1" hangingPunct="1"/>
            <a:r>
              <a:rPr lang="en-US" altLang="en-US" dirty="0" smtClean="0">
                <a:solidFill>
                  <a:schemeClr val="tx2"/>
                </a:solidFill>
              </a:rPr>
              <a:t>If they are different, you must move the decimal so that they will have the same exponent.</a:t>
            </a:r>
            <a:endParaRPr lang="en-US" altLang="en-US" dirty="0" smtClean="0"/>
          </a:p>
          <a:p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smtClean="0"/>
              <a:t>Moving the Decimal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buFontTx/>
              <a:buNone/>
              <a:defRPr/>
            </a:pPr>
            <a:r>
              <a:rPr lang="en-US" dirty="0" smtClean="0">
                <a:solidFill>
                  <a:schemeClr val="tx2"/>
                </a:solidFill>
                <a:ea typeface="ＭＳ Ｐゴシック" charset="0"/>
              </a:rPr>
              <a:t>It does not matter which number you decide to move the decimal on, but remember that in the end both numbers have to have the same exponent on the 10.</a:t>
            </a:r>
          </a:p>
          <a:p>
            <a:pPr eaLnBrk="1" hangingPunct="1">
              <a:defRPr/>
            </a:pPr>
            <a:endParaRPr lang="en-US" dirty="0">
              <a:solidFill>
                <a:schemeClr val="tx2"/>
              </a:solidFill>
              <a:ea typeface="ＭＳ Ｐゴシック" charset="0"/>
            </a:endParaRPr>
          </a:p>
          <a:p>
            <a:pPr eaLnBrk="1" hangingPunct="1">
              <a:defRPr/>
            </a:pPr>
            <a:endParaRPr lang="en-US" dirty="0">
              <a:solidFill>
                <a:schemeClr val="tx2"/>
              </a:solidFill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50292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1 </a:t>
            </a:r>
            <a:r>
              <a:rPr lang="en-US" altLang="en-US" sz="2800" dirty="0" smtClean="0">
                <a:solidFill>
                  <a:schemeClr val="tx2"/>
                </a:solidFill>
              </a:rPr>
              <a:t>– Rewrite so the exponents are the same </a:t>
            </a:r>
          </a:p>
          <a:p>
            <a:pPr marL="0" indent="0">
              <a:buFontTx/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(412 x 10</a:t>
            </a:r>
            <a:r>
              <a:rPr lang="en-US" altLang="en-US" sz="2800" baseline="30000" dirty="0" smtClean="0">
                <a:latin typeface="Arial" pitchFamily="34" charset="0"/>
              </a:rPr>
              <a:t>4</a:t>
            </a:r>
            <a:r>
              <a:rPr lang="en-US" altLang="en-US" sz="2800" dirty="0" smtClean="0">
                <a:latin typeface="Arial" pitchFamily="34" charset="0"/>
              </a:rPr>
              <a:t>) + (3.94 x 10</a:t>
            </a:r>
            <a:r>
              <a:rPr lang="en-US" altLang="en-US" sz="2800" baseline="30000" dirty="0" smtClean="0">
                <a:latin typeface="Arial" pitchFamily="34" charset="0"/>
              </a:rPr>
              <a:t>4</a:t>
            </a:r>
            <a:r>
              <a:rPr lang="en-US" altLang="en-US" sz="2800" dirty="0" smtClean="0">
                <a:latin typeface="Arial" pitchFamily="34" charset="0"/>
              </a:rPr>
              <a:t>)</a:t>
            </a:r>
            <a:endParaRPr lang="en-US" altLang="en-US" sz="2800" u="sng" dirty="0" smtClean="0">
              <a:solidFill>
                <a:schemeClr val="tx2"/>
              </a:solidFill>
            </a:endParaRPr>
          </a:p>
          <a:p>
            <a:pPr marL="0" indent="0">
              <a:buFontTx/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2 </a:t>
            </a:r>
            <a:r>
              <a:rPr lang="en-US" altLang="en-US" sz="2800" dirty="0" smtClean="0">
                <a:solidFill>
                  <a:schemeClr val="tx2"/>
                </a:solidFill>
              </a:rPr>
              <a:t>- add/subtract the decimal</a:t>
            </a:r>
          </a:p>
          <a:p>
            <a:pPr marL="0" indent="0"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 412 + 3.94 = 415.94</a:t>
            </a:r>
            <a:endParaRPr lang="en-US" altLang="en-US" sz="2800" u="sng" dirty="0" smtClean="0">
              <a:solidFill>
                <a:schemeClr val="tx2"/>
              </a:solidFill>
            </a:endParaRPr>
          </a:p>
          <a:p>
            <a:pPr marL="0" indent="0">
              <a:buFontTx/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3 </a:t>
            </a:r>
            <a:r>
              <a:rPr lang="en-US" altLang="en-US" sz="2800" dirty="0" smtClean="0">
                <a:solidFill>
                  <a:schemeClr val="tx2"/>
                </a:solidFill>
              </a:rPr>
              <a:t>– Bring down the given exponent on the 10</a:t>
            </a:r>
          </a:p>
          <a:p>
            <a:pPr marL="0" indent="0"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  415.94 x 10</a:t>
            </a:r>
            <a:r>
              <a:rPr lang="en-US" altLang="en-US" sz="2800" baseline="30000" dirty="0" smtClean="0">
                <a:latin typeface="Arial" pitchFamily="34" charset="0"/>
              </a:rPr>
              <a:t>4</a:t>
            </a:r>
          </a:p>
          <a:p>
            <a:pPr marL="0" indent="0">
              <a:buNone/>
            </a:pPr>
            <a:r>
              <a:rPr lang="en-US" altLang="en-US" sz="2800" dirty="0" smtClean="0">
                <a:latin typeface="Arial" pitchFamily="34" charset="0"/>
              </a:rPr>
              <a:t> </a:t>
            </a:r>
            <a:r>
              <a:rPr lang="en-US" altLang="en-US" sz="2800" u="sng" dirty="0" smtClean="0">
                <a:solidFill>
                  <a:schemeClr val="tx2"/>
                </a:solidFill>
              </a:rPr>
              <a:t>Step 4 </a:t>
            </a:r>
            <a:r>
              <a:rPr lang="en-US" altLang="en-US" sz="2800" dirty="0" smtClean="0">
                <a:solidFill>
                  <a:schemeClr val="tx2"/>
                </a:solidFill>
              </a:rPr>
              <a:t>-</a:t>
            </a:r>
            <a:r>
              <a:rPr lang="en-US" altLang="en-US" sz="2800" dirty="0" smtClean="0">
                <a:latin typeface="Arial" pitchFamily="34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Arial" pitchFamily="34" charset="0"/>
              </a:rPr>
              <a:t>Express in proper form</a:t>
            </a:r>
            <a:endParaRPr lang="en-US" altLang="en-US" sz="2800" dirty="0">
              <a:latin typeface="Arial" pitchFamily="34" charset="0"/>
            </a:endParaRPr>
          </a:p>
          <a:p>
            <a:pPr marL="0" indent="0"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     </a:t>
            </a:r>
            <a:r>
              <a:rPr lang="en-US" altLang="en-US" sz="3600" dirty="0" smtClean="0">
                <a:latin typeface="Arial" pitchFamily="34" charset="0"/>
              </a:rPr>
              <a:t>4.1594 </a:t>
            </a:r>
            <a:r>
              <a:rPr lang="en-US" altLang="en-US" sz="3600" dirty="0" smtClean="0">
                <a:latin typeface="Arial" pitchFamily="34" charset="0"/>
              </a:rPr>
              <a:t>x 10</a:t>
            </a:r>
            <a:r>
              <a:rPr lang="en-US" altLang="en-US" sz="3600" baseline="30000" dirty="0" smtClean="0">
                <a:latin typeface="Arial" pitchFamily="34" charset="0"/>
              </a:rPr>
              <a:t>6</a:t>
            </a:r>
          </a:p>
          <a:p>
            <a:pPr marL="0" indent="0">
              <a:buFontTx/>
              <a:buNone/>
            </a:pPr>
            <a:endParaRPr lang="en-US" altLang="en-US" sz="2800" dirty="0" smtClean="0">
              <a:solidFill>
                <a:schemeClr val="tx2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381000" y="76200"/>
            <a:ext cx="74041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altLang="en-US" sz="4000" u="sng" kern="0" dirty="0" smtClean="0">
                <a:latin typeface="Arial" pitchFamily="34" charset="0"/>
              </a:rPr>
              <a:t>Example 1:</a:t>
            </a:r>
            <a:r>
              <a:rPr lang="en-US" altLang="en-US" sz="4000" kern="0" dirty="0" smtClean="0">
                <a:latin typeface="Arial" pitchFamily="34" charset="0"/>
              </a:rPr>
              <a:t/>
            </a:r>
            <a:br>
              <a:rPr lang="en-US" altLang="en-US" sz="4000" kern="0" dirty="0" smtClean="0">
                <a:latin typeface="Arial" pitchFamily="34" charset="0"/>
              </a:rPr>
            </a:br>
            <a:r>
              <a:rPr lang="en-US" altLang="en-US" sz="4000" kern="0" dirty="0" smtClean="0">
                <a:latin typeface="Arial" pitchFamily="34" charset="0"/>
              </a:rPr>
              <a:t>(4.12 x 10</a:t>
            </a:r>
            <a:r>
              <a:rPr lang="en-US" altLang="en-US" sz="4000" kern="0" baseline="30000" dirty="0" smtClean="0">
                <a:latin typeface="Arial" pitchFamily="34" charset="0"/>
              </a:rPr>
              <a:t>6</a:t>
            </a:r>
            <a:r>
              <a:rPr lang="en-US" altLang="en-US" sz="4000" kern="0" dirty="0" smtClean="0">
                <a:latin typeface="Arial" pitchFamily="34" charset="0"/>
              </a:rPr>
              <a:t>) + (3.94 x 10</a:t>
            </a:r>
            <a:r>
              <a:rPr lang="en-US" altLang="en-US" sz="4000" kern="0" baseline="30000" dirty="0" smtClean="0">
                <a:latin typeface="Arial" pitchFamily="34" charset="0"/>
              </a:rPr>
              <a:t>4</a:t>
            </a:r>
            <a:r>
              <a:rPr lang="en-US" altLang="en-US" sz="4000" kern="0" dirty="0" smtClean="0">
                <a:latin typeface="Arial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724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1 </a:t>
            </a:r>
            <a:r>
              <a:rPr lang="en-US" altLang="en-US" sz="2800" dirty="0" smtClean="0">
                <a:solidFill>
                  <a:schemeClr val="tx2"/>
                </a:solidFill>
              </a:rPr>
              <a:t>– Rewrite so the exponents are the same </a:t>
            </a:r>
          </a:p>
          <a:p>
            <a:pPr marL="0" indent="0" eaLnBrk="1" hangingPunct="1"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 (42.3 x 10</a:t>
            </a:r>
            <a:r>
              <a:rPr lang="en-US" altLang="en-US" sz="2800" baseline="30000" dirty="0" smtClean="0">
                <a:latin typeface="Arial" pitchFamily="34" charset="0"/>
              </a:rPr>
              <a:t>2</a:t>
            </a:r>
            <a:r>
              <a:rPr lang="en-US" altLang="en-US" sz="2800" dirty="0" smtClean="0">
                <a:latin typeface="Arial" pitchFamily="34" charset="0"/>
              </a:rPr>
              <a:t>) – (9.56 x 10</a:t>
            </a:r>
            <a:r>
              <a:rPr lang="en-US" altLang="en-US" sz="2800" baseline="30000" dirty="0" smtClean="0">
                <a:latin typeface="Arial" pitchFamily="34" charset="0"/>
              </a:rPr>
              <a:t>2</a:t>
            </a:r>
            <a:r>
              <a:rPr lang="en-US" altLang="en-US" sz="2800" dirty="0" smtClean="0">
                <a:latin typeface="Arial" pitchFamily="34" charset="0"/>
              </a:rPr>
              <a:t>)</a:t>
            </a:r>
          </a:p>
          <a:p>
            <a:pPr marL="0" indent="0">
              <a:buFontTx/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2 </a:t>
            </a:r>
            <a:r>
              <a:rPr lang="en-US" altLang="en-US" sz="2800" dirty="0" smtClean="0">
                <a:solidFill>
                  <a:schemeClr val="tx2"/>
                </a:solidFill>
              </a:rPr>
              <a:t>- add/subtract the decimal</a:t>
            </a:r>
          </a:p>
          <a:p>
            <a:pPr marL="0" indent="0" eaLnBrk="1" hangingPunct="1"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 42.3 – 9.56 = 32.74</a:t>
            </a:r>
          </a:p>
          <a:p>
            <a:pPr marL="0" indent="0">
              <a:buFontTx/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3 </a:t>
            </a:r>
            <a:r>
              <a:rPr lang="en-US" altLang="en-US" sz="2800" dirty="0" smtClean="0">
                <a:solidFill>
                  <a:schemeClr val="tx2"/>
                </a:solidFill>
              </a:rPr>
              <a:t>– Bring down the given exponent on the 10</a:t>
            </a:r>
          </a:p>
          <a:p>
            <a:pPr marL="0" indent="0" eaLnBrk="1" hangingPunct="1">
              <a:buNone/>
            </a:pPr>
            <a:r>
              <a:rPr lang="en-US" altLang="en-US" sz="2800" dirty="0" smtClean="0">
                <a:latin typeface="Arial" pitchFamily="34" charset="0"/>
              </a:rPr>
              <a:t>                    32.74 x 10</a:t>
            </a:r>
            <a:r>
              <a:rPr lang="en-US" altLang="en-US" sz="2800" baseline="30000" dirty="0" smtClean="0">
                <a:latin typeface="Arial" pitchFamily="34" charset="0"/>
              </a:rPr>
              <a:t>2</a:t>
            </a:r>
          </a:p>
          <a:p>
            <a:pPr marL="0" indent="0" eaLnBrk="1" hangingPunct="1">
              <a:buNone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Step 4 </a:t>
            </a:r>
            <a:r>
              <a:rPr lang="en-US" altLang="en-US" sz="2800" dirty="0" smtClean="0">
                <a:solidFill>
                  <a:schemeClr val="tx2"/>
                </a:solidFill>
              </a:rPr>
              <a:t>-</a:t>
            </a:r>
            <a:r>
              <a:rPr lang="en-US" altLang="en-US" sz="2800" dirty="0" smtClean="0">
                <a:latin typeface="Arial" pitchFamily="34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Arial" pitchFamily="34" charset="0"/>
              </a:rPr>
              <a:t>Express in proper form</a:t>
            </a:r>
            <a:endParaRPr lang="en-US" altLang="en-US" sz="2800" dirty="0" smtClean="0">
              <a:latin typeface="Arial" pitchFamily="34" charset="0"/>
            </a:endParaRPr>
          </a:p>
          <a:p>
            <a:pPr marL="0" indent="0" eaLnBrk="1" hangingPunct="1">
              <a:buNone/>
            </a:pPr>
            <a:r>
              <a:rPr lang="en-US" altLang="en-US" sz="3600" dirty="0" smtClean="0">
                <a:solidFill>
                  <a:srgbClr val="6600CC"/>
                </a:solidFill>
                <a:latin typeface="Arial" pitchFamily="34" charset="0"/>
              </a:rPr>
              <a:t>                 </a:t>
            </a:r>
            <a:r>
              <a:rPr lang="en-US" altLang="en-US" sz="3600" dirty="0" smtClean="0">
                <a:latin typeface="Arial" pitchFamily="34" charset="0"/>
              </a:rPr>
              <a:t>3.27 x 10</a:t>
            </a:r>
            <a:r>
              <a:rPr lang="en-US" altLang="en-US" sz="3600" baseline="30000" dirty="0" smtClean="0">
                <a:latin typeface="Arial" pitchFamily="34" charset="0"/>
              </a:rPr>
              <a:t>3</a:t>
            </a:r>
          </a:p>
          <a:p>
            <a:pPr marL="0" indent="0">
              <a:buFontTx/>
              <a:buNone/>
            </a:pPr>
            <a:endParaRPr lang="en-US" altLang="en-US" sz="2800" dirty="0" smtClean="0">
              <a:solidFill>
                <a:schemeClr val="tx2"/>
              </a:solidFill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381000" y="76200"/>
            <a:ext cx="74041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MS PGothic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altLang="en-US" sz="4000" u="sng" kern="0" dirty="0" smtClean="0">
                <a:latin typeface="Arial" pitchFamily="34" charset="0"/>
              </a:rPr>
              <a:t>Example 2:</a:t>
            </a:r>
            <a:r>
              <a:rPr lang="en-US" altLang="en-US" sz="4000" kern="0" dirty="0" smtClean="0">
                <a:latin typeface="Arial" pitchFamily="34" charset="0"/>
              </a:rPr>
              <a:t/>
            </a:r>
            <a:br>
              <a:rPr lang="en-US" altLang="en-US" sz="4000" kern="0" dirty="0" smtClean="0">
                <a:latin typeface="Arial" pitchFamily="34" charset="0"/>
              </a:rPr>
            </a:br>
            <a:r>
              <a:rPr lang="en-US" altLang="en-US" sz="4000" dirty="0" smtClean="0">
                <a:latin typeface="Arial" pitchFamily="34" charset="0"/>
              </a:rPr>
              <a:t>(4.23 x 10</a:t>
            </a:r>
            <a:r>
              <a:rPr lang="en-US" altLang="en-US" sz="4000" baseline="30000" dirty="0" smtClean="0">
                <a:latin typeface="Arial" pitchFamily="34" charset="0"/>
              </a:rPr>
              <a:t>3</a:t>
            </a:r>
            <a:r>
              <a:rPr lang="en-US" altLang="en-US" sz="4000" dirty="0" smtClean="0">
                <a:latin typeface="Arial" pitchFamily="34" charset="0"/>
              </a:rPr>
              <a:t>) – (9.56 x 10</a:t>
            </a:r>
            <a:r>
              <a:rPr lang="en-US" altLang="en-US" sz="4000" baseline="30000" dirty="0" smtClean="0">
                <a:latin typeface="Arial" pitchFamily="34" charset="0"/>
              </a:rPr>
              <a:t>2</a:t>
            </a:r>
            <a:r>
              <a:rPr lang="en-US" altLang="en-US" sz="4000" dirty="0" smtClean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257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56500" cy="838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4000" u="sng" dirty="0">
                <a:latin typeface="Arial" pitchFamily="34" charset="0"/>
              </a:rPr>
              <a:t>Example </a:t>
            </a:r>
            <a:r>
              <a:rPr lang="en-US" altLang="en-US" sz="4000" u="sng" dirty="0" smtClean="0">
                <a:latin typeface="Arial" pitchFamily="34" charset="0"/>
              </a:rPr>
              <a:t>3</a:t>
            </a:r>
            <a:endParaRPr lang="en-US" altLang="en-US" sz="4000" u="sng" dirty="0">
              <a:latin typeface="Arial" pitchFamily="34" charset="0"/>
            </a:endParaRP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153400" cy="6096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4000" dirty="0" smtClean="0"/>
              <a:t>(2.37 X 10</a:t>
            </a:r>
            <a:r>
              <a:rPr lang="en-US" altLang="en-US" sz="4000" baseline="30000" dirty="0" smtClean="0"/>
              <a:t>-6</a:t>
            </a:r>
            <a:r>
              <a:rPr lang="en-US" altLang="en-US" sz="4000" dirty="0" smtClean="0"/>
              <a:t>) + (3.48 X 10</a:t>
            </a:r>
            <a:r>
              <a:rPr lang="en-US" altLang="en-US" sz="4000" baseline="30000" dirty="0" smtClean="0"/>
              <a:t>-4</a:t>
            </a:r>
            <a:r>
              <a:rPr lang="en-US" altLang="en-US" sz="4000" dirty="0" smtClean="0"/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1100" dirty="0" smtClean="0"/>
              <a:t> </a:t>
            </a:r>
            <a:endParaRPr lang="en-US" altLang="en-US" sz="2400" dirty="0" smtClean="0"/>
          </a:p>
          <a:p>
            <a:pPr marL="0" indent="0">
              <a:buFontTx/>
              <a:buNone/>
            </a:pPr>
            <a:r>
              <a:rPr lang="en-US" altLang="en-US" sz="2400" u="sng" dirty="0" smtClean="0">
                <a:solidFill>
                  <a:schemeClr val="tx2"/>
                </a:solidFill>
              </a:rPr>
              <a:t>Step 1 </a:t>
            </a:r>
            <a:r>
              <a:rPr lang="en-US" altLang="en-US" sz="2400" dirty="0" smtClean="0">
                <a:solidFill>
                  <a:schemeClr val="tx2"/>
                </a:solidFill>
              </a:rPr>
              <a:t>– Rewrite so the exponents are the same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 smtClean="0"/>
              <a:t>2.37 X 10</a:t>
            </a:r>
            <a:r>
              <a:rPr lang="en-US" altLang="en-US" sz="2400" baseline="30000" dirty="0" smtClean="0"/>
              <a:t>-6 </a:t>
            </a:r>
            <a:r>
              <a:rPr lang="en-US" altLang="en-US" sz="2400" dirty="0" smtClean="0">
                <a:sym typeface="Wingdings" pitchFamily="2" charset="2"/>
              </a:rPr>
              <a:t> </a:t>
            </a:r>
            <a:r>
              <a:rPr lang="en-US" altLang="en-US" sz="2400" dirty="0" smtClean="0"/>
              <a:t>0.0237 </a:t>
            </a:r>
            <a:r>
              <a:rPr lang="en-US" altLang="en-US" sz="2400" dirty="0" smtClean="0"/>
              <a:t>X 10</a:t>
            </a:r>
            <a:r>
              <a:rPr lang="en-US" altLang="en-US" sz="2400" baseline="30000" dirty="0" smtClean="0"/>
              <a:t>-4</a:t>
            </a:r>
          </a:p>
          <a:p>
            <a:pPr marL="0" indent="0" eaLnBrk="1" hangingPunct="1">
              <a:buFontTx/>
              <a:buNone/>
            </a:pPr>
            <a:endParaRPr lang="en-US" altLang="en-US" sz="2400" i="1" baseline="30000" dirty="0" smtClean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2400" dirty="0" smtClean="0"/>
              <a:t>              (</a:t>
            </a:r>
            <a:r>
              <a:rPr lang="en-US" altLang="en-US" sz="2400" dirty="0" smtClean="0"/>
              <a:t>0.0237X </a:t>
            </a:r>
            <a:r>
              <a:rPr lang="en-US" altLang="en-US" sz="2400" dirty="0" smtClean="0"/>
              <a:t>10</a:t>
            </a:r>
            <a:r>
              <a:rPr lang="en-US" altLang="en-US" sz="2400" baseline="30000" dirty="0" smtClean="0"/>
              <a:t>-4</a:t>
            </a:r>
            <a:r>
              <a:rPr lang="en-US" altLang="en-US" sz="2400" dirty="0" smtClean="0"/>
              <a:t>) </a:t>
            </a:r>
            <a:r>
              <a:rPr lang="en-US" altLang="en-US" sz="2400" dirty="0"/>
              <a:t>+</a:t>
            </a:r>
            <a:r>
              <a:rPr lang="en-US" altLang="en-US" sz="2400" dirty="0" smtClean="0"/>
              <a:t> (3.48 X 10</a:t>
            </a:r>
            <a:r>
              <a:rPr lang="en-US" altLang="en-US" sz="2400" baseline="30000" dirty="0" smtClean="0"/>
              <a:t>-4</a:t>
            </a:r>
            <a:r>
              <a:rPr lang="en-US" altLang="en-US" sz="2400" dirty="0" smtClean="0"/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1100" dirty="0" smtClean="0"/>
              <a:t> </a:t>
            </a:r>
            <a:endParaRPr lang="en-US" altLang="en-US" sz="2000" dirty="0" smtClean="0"/>
          </a:p>
          <a:p>
            <a:pPr marL="0" indent="0" eaLnBrk="1" hangingPunct="1">
              <a:buNone/>
            </a:pPr>
            <a:r>
              <a:rPr lang="en-US" altLang="en-US" sz="2400" u="sng" dirty="0" smtClean="0">
                <a:solidFill>
                  <a:schemeClr val="tx2"/>
                </a:solidFill>
              </a:rPr>
              <a:t>Step 2 </a:t>
            </a:r>
            <a:r>
              <a:rPr lang="en-US" altLang="en-US" sz="2400" dirty="0" smtClean="0">
                <a:solidFill>
                  <a:schemeClr val="tx2"/>
                </a:solidFill>
              </a:rPr>
              <a:t>- add/subtract the decimal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 smtClean="0"/>
              <a:t>                  </a:t>
            </a:r>
            <a:r>
              <a:rPr lang="en-US" altLang="en-US" sz="2400" dirty="0" smtClean="0"/>
              <a:t>0.0237 </a:t>
            </a:r>
            <a:r>
              <a:rPr lang="en-US" altLang="en-US" sz="2400" dirty="0" smtClean="0"/>
              <a:t>+ 3.48 = 3.5037 </a:t>
            </a:r>
          </a:p>
          <a:p>
            <a:pPr marL="0" indent="0" eaLnBrk="1" hangingPunct="1">
              <a:buFontTx/>
              <a:buNone/>
            </a:pPr>
            <a:r>
              <a:rPr lang="en-US" altLang="en-US" sz="1100" dirty="0" smtClean="0"/>
              <a:t> </a:t>
            </a:r>
            <a:endParaRPr lang="en-US" altLang="en-US" sz="2000" dirty="0" smtClean="0"/>
          </a:p>
          <a:p>
            <a:pPr marL="0" indent="0" eaLnBrk="1" hangingPunct="1">
              <a:buNone/>
            </a:pPr>
            <a:r>
              <a:rPr lang="en-US" altLang="en-US" sz="2400" u="sng" dirty="0" smtClean="0">
                <a:solidFill>
                  <a:schemeClr val="tx2"/>
                </a:solidFill>
              </a:rPr>
              <a:t>Step 3 </a:t>
            </a:r>
            <a:r>
              <a:rPr lang="en-US" altLang="en-US" sz="2400" dirty="0" smtClean="0">
                <a:solidFill>
                  <a:schemeClr val="tx2"/>
                </a:solidFill>
              </a:rPr>
              <a:t>– Bring down the given exponent on the 10</a:t>
            </a:r>
          </a:p>
          <a:p>
            <a:pPr marL="0" indent="0" eaLnBrk="1" hangingPunct="1">
              <a:buNone/>
            </a:pPr>
            <a:r>
              <a:rPr lang="en-US" altLang="en-US" sz="2400" dirty="0" smtClean="0"/>
              <a:t>                   </a:t>
            </a:r>
            <a:r>
              <a:rPr lang="en-US" altLang="en-US" sz="2800" dirty="0" smtClean="0"/>
              <a:t>3.5037 X 10</a:t>
            </a:r>
            <a:r>
              <a:rPr lang="en-US" altLang="en-US" sz="2800" baseline="30000" dirty="0" smtClean="0"/>
              <a:t>-4</a:t>
            </a:r>
            <a:endParaRPr lang="en-US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54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56500" cy="838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4000" u="sng" dirty="0">
                <a:latin typeface="Arial" pitchFamily="34" charset="0"/>
              </a:rPr>
              <a:t>Example 4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153400" cy="6096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4000" dirty="0" smtClean="0"/>
              <a:t>(5.762 X 10</a:t>
            </a:r>
            <a:r>
              <a:rPr lang="en-US" altLang="en-US" sz="4000" baseline="30000" dirty="0" smtClean="0"/>
              <a:t>3</a:t>
            </a:r>
            <a:r>
              <a:rPr lang="en-US" altLang="en-US" sz="4000" dirty="0" smtClean="0"/>
              <a:t>)</a:t>
            </a:r>
            <a:r>
              <a:rPr lang="en-US" altLang="en-US" sz="4000" baseline="30000" dirty="0" smtClean="0"/>
              <a:t> </a:t>
            </a:r>
            <a:r>
              <a:rPr lang="en-US" altLang="en-US" sz="4000" dirty="0" smtClean="0"/>
              <a:t>– (2.65 X 10</a:t>
            </a:r>
            <a:r>
              <a:rPr lang="en-US" altLang="en-US" sz="4000" baseline="30000" dirty="0" smtClean="0"/>
              <a:t>-1</a:t>
            </a:r>
            <a:r>
              <a:rPr lang="en-US" altLang="en-US" sz="4000" dirty="0" smtClean="0"/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1100" dirty="0" smtClean="0"/>
              <a:t> </a:t>
            </a:r>
            <a:endParaRPr lang="en-US" altLang="en-US" sz="2400" dirty="0" smtClean="0"/>
          </a:p>
          <a:p>
            <a:pPr marL="0" indent="0">
              <a:buFontTx/>
              <a:buNone/>
            </a:pPr>
            <a:r>
              <a:rPr lang="en-US" altLang="en-US" sz="2400" u="sng" dirty="0" smtClean="0">
                <a:solidFill>
                  <a:schemeClr val="tx2"/>
                </a:solidFill>
              </a:rPr>
              <a:t>Step 1 </a:t>
            </a:r>
            <a:r>
              <a:rPr lang="en-US" altLang="en-US" sz="2400" dirty="0" smtClean="0">
                <a:solidFill>
                  <a:schemeClr val="tx2"/>
                </a:solidFill>
              </a:rPr>
              <a:t>– Rewrite so the exponents are the same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 smtClean="0"/>
              <a:t>2.65 X 10</a:t>
            </a:r>
            <a:r>
              <a:rPr lang="en-US" altLang="en-US" sz="2400" baseline="30000" dirty="0" smtClean="0"/>
              <a:t>-1 </a:t>
            </a:r>
            <a:r>
              <a:rPr lang="en-US" altLang="en-US" sz="2400" dirty="0" smtClean="0">
                <a:sym typeface="Wingdings" pitchFamily="2" charset="2"/>
              </a:rPr>
              <a:t> </a:t>
            </a:r>
            <a:r>
              <a:rPr lang="en-US" altLang="en-US" sz="2400" dirty="0" smtClean="0"/>
              <a:t>0.000265 X 10</a:t>
            </a:r>
            <a:r>
              <a:rPr lang="en-US" altLang="en-US" sz="2400" baseline="30000" dirty="0" smtClean="0"/>
              <a:t>(-1+4)</a:t>
            </a:r>
          </a:p>
          <a:p>
            <a:pPr marL="0" indent="0" eaLnBrk="1" hangingPunct="1">
              <a:buFontTx/>
              <a:buNone/>
            </a:pPr>
            <a:endParaRPr lang="en-US" altLang="en-US" sz="2400" i="1" baseline="30000" dirty="0" smtClean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 smtClean="0"/>
              <a:t>              (5.762 X 10</a:t>
            </a:r>
            <a:r>
              <a:rPr lang="en-US" altLang="en-US" sz="2400" baseline="30000" dirty="0" smtClean="0"/>
              <a:t>3</a:t>
            </a:r>
            <a:r>
              <a:rPr lang="en-US" altLang="en-US" sz="2400" dirty="0" smtClean="0"/>
              <a:t>) – (0.000265 X 10</a:t>
            </a:r>
            <a:r>
              <a:rPr lang="en-US" altLang="en-US" sz="2400" baseline="30000" dirty="0" smtClean="0"/>
              <a:t>3</a:t>
            </a:r>
            <a:r>
              <a:rPr lang="en-US" altLang="en-US" sz="2400" dirty="0" smtClean="0"/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1100" dirty="0" smtClean="0"/>
              <a:t> </a:t>
            </a:r>
            <a:endParaRPr lang="en-US" altLang="en-US" sz="2000" dirty="0" smtClean="0"/>
          </a:p>
          <a:p>
            <a:pPr marL="0" indent="0" eaLnBrk="1" hangingPunct="1">
              <a:buNone/>
            </a:pPr>
            <a:r>
              <a:rPr lang="en-US" altLang="en-US" sz="2400" u="sng" dirty="0" smtClean="0">
                <a:solidFill>
                  <a:schemeClr val="tx2"/>
                </a:solidFill>
              </a:rPr>
              <a:t>Step 2 </a:t>
            </a:r>
            <a:r>
              <a:rPr lang="en-US" altLang="en-US" sz="2400" dirty="0" smtClean="0">
                <a:solidFill>
                  <a:schemeClr val="tx2"/>
                </a:solidFill>
              </a:rPr>
              <a:t>- add/subtract the decimal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 smtClean="0"/>
              <a:t>                  5.762 – 0.000265 = </a:t>
            </a:r>
            <a:r>
              <a:rPr lang="en-US" altLang="en-US" sz="2400" dirty="0" smtClean="0"/>
              <a:t>5.761735 </a:t>
            </a:r>
            <a:endParaRPr lang="en-US" altLang="en-US" sz="2400" dirty="0" smtClean="0"/>
          </a:p>
          <a:p>
            <a:pPr marL="0" indent="0" eaLnBrk="1" hangingPunct="1">
              <a:buFontTx/>
              <a:buNone/>
            </a:pPr>
            <a:r>
              <a:rPr lang="en-US" altLang="en-US" sz="1100" dirty="0" smtClean="0"/>
              <a:t> </a:t>
            </a:r>
            <a:endParaRPr lang="en-US" altLang="en-US" sz="2000" dirty="0" smtClean="0"/>
          </a:p>
          <a:p>
            <a:pPr marL="0" indent="0" eaLnBrk="1" hangingPunct="1">
              <a:buNone/>
            </a:pPr>
            <a:r>
              <a:rPr lang="en-US" altLang="en-US" sz="2400" u="sng" dirty="0" smtClean="0">
                <a:solidFill>
                  <a:schemeClr val="tx2"/>
                </a:solidFill>
              </a:rPr>
              <a:t>Step 3 </a:t>
            </a:r>
            <a:r>
              <a:rPr lang="en-US" altLang="en-US" sz="2400" dirty="0" smtClean="0">
                <a:solidFill>
                  <a:schemeClr val="tx2"/>
                </a:solidFill>
              </a:rPr>
              <a:t>– Bring down the given exponent on the 10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 smtClean="0"/>
              <a:t>                   </a:t>
            </a:r>
            <a:r>
              <a:rPr lang="en-US" altLang="en-US" sz="2400" dirty="0" smtClean="0"/>
              <a:t>5.761735 </a:t>
            </a:r>
            <a:r>
              <a:rPr lang="en-US" altLang="en-US" sz="2400" dirty="0" smtClean="0"/>
              <a:t>X 10</a:t>
            </a:r>
            <a:r>
              <a:rPr lang="en-US" altLang="en-US" sz="2400" baseline="30000" dirty="0" smtClean="0"/>
              <a:t>3</a:t>
            </a:r>
            <a:r>
              <a:rPr lang="en-US" altLang="en-US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896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54" dur="500" fill="hold"/>
                                        <p:tgtEl>
                                          <p:spTgt spid="122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Box 2"/>
          <p:cNvSpPr txBox="1">
            <a:spLocks noChangeArrowheads="1"/>
          </p:cNvSpPr>
          <p:nvPr/>
        </p:nvSpPr>
        <p:spPr bwMode="auto">
          <a:xfrm>
            <a:off x="1189038" y="766763"/>
            <a:ext cx="49609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plus 2.0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35842" name="TextBox 3"/>
          <p:cNvSpPr txBox="1">
            <a:spLocks noChangeArrowheads="1"/>
          </p:cNvSpPr>
          <p:nvPr/>
        </p:nvSpPr>
        <p:spPr bwMode="auto">
          <a:xfrm>
            <a:off x="2074863" y="1528763"/>
            <a:ext cx="281146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2835275" y="1528763"/>
            <a:ext cx="281146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9.0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2060575" y="2017713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5845" name="TextBox 6"/>
          <p:cNvSpPr txBox="1">
            <a:spLocks noChangeArrowheads="1"/>
          </p:cNvSpPr>
          <p:nvPr/>
        </p:nvSpPr>
        <p:spPr bwMode="auto">
          <a:xfrm>
            <a:off x="2835275" y="2017713"/>
            <a:ext cx="28336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9.0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5846" name="TextBox 7"/>
          <p:cNvSpPr txBox="1">
            <a:spLocks noChangeArrowheads="1"/>
          </p:cNvSpPr>
          <p:nvPr/>
        </p:nvSpPr>
        <p:spPr bwMode="auto">
          <a:xfrm>
            <a:off x="2057400" y="2505075"/>
            <a:ext cx="283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35847" name="TextBox 8"/>
          <p:cNvSpPr txBox="1">
            <a:spLocks noChangeArrowheads="1"/>
          </p:cNvSpPr>
          <p:nvPr/>
        </p:nvSpPr>
        <p:spPr bwMode="auto">
          <a:xfrm>
            <a:off x="2789238" y="2505075"/>
            <a:ext cx="283368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7.2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5848" name="TextBox 9"/>
          <p:cNvSpPr txBox="1">
            <a:spLocks noChangeArrowheads="1"/>
          </p:cNvSpPr>
          <p:nvPr/>
        </p:nvSpPr>
        <p:spPr bwMode="auto">
          <a:xfrm>
            <a:off x="2057400" y="2992438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5849" name="TextBox 10"/>
          <p:cNvSpPr txBox="1">
            <a:spLocks noChangeArrowheads="1"/>
          </p:cNvSpPr>
          <p:nvPr/>
        </p:nvSpPr>
        <p:spPr bwMode="auto">
          <a:xfrm>
            <a:off x="2789238" y="2992438"/>
            <a:ext cx="283368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7.2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pic>
        <p:nvPicPr>
          <p:cNvPr id="35850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06363"/>
            <a:ext cx="3109913" cy="5238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2458" y="1584654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35863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2982913"/>
            <a:ext cx="2911475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Box 2"/>
          <p:cNvSpPr txBox="1">
            <a:spLocks noChangeArrowheads="1"/>
          </p:cNvSpPr>
          <p:nvPr/>
        </p:nvSpPr>
        <p:spPr bwMode="auto">
          <a:xfrm>
            <a:off x="1189038" y="766763"/>
            <a:ext cx="49609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plus 2.0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37890" name="TextBox 3"/>
          <p:cNvSpPr txBox="1">
            <a:spLocks noChangeArrowheads="1"/>
          </p:cNvSpPr>
          <p:nvPr/>
        </p:nvSpPr>
        <p:spPr bwMode="auto">
          <a:xfrm>
            <a:off x="2074863" y="1528763"/>
            <a:ext cx="281146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2835275" y="1528763"/>
            <a:ext cx="281146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9.0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2060575" y="2017713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7893" name="TextBox 6"/>
          <p:cNvSpPr txBox="1">
            <a:spLocks noChangeArrowheads="1"/>
          </p:cNvSpPr>
          <p:nvPr/>
        </p:nvSpPr>
        <p:spPr bwMode="auto">
          <a:xfrm>
            <a:off x="2835275" y="2017713"/>
            <a:ext cx="28336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9.0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7894" name="TextBox 7"/>
          <p:cNvSpPr txBox="1">
            <a:spLocks noChangeArrowheads="1"/>
          </p:cNvSpPr>
          <p:nvPr/>
        </p:nvSpPr>
        <p:spPr bwMode="auto">
          <a:xfrm>
            <a:off x="2057400" y="2505075"/>
            <a:ext cx="28352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37895" name="TextBox 8"/>
          <p:cNvSpPr txBox="1">
            <a:spLocks noChangeArrowheads="1"/>
          </p:cNvSpPr>
          <p:nvPr/>
        </p:nvSpPr>
        <p:spPr bwMode="auto">
          <a:xfrm>
            <a:off x="2789238" y="2505075"/>
            <a:ext cx="283368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7.2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7896" name="TextBox 9"/>
          <p:cNvSpPr txBox="1">
            <a:spLocks noChangeArrowheads="1"/>
          </p:cNvSpPr>
          <p:nvPr/>
        </p:nvSpPr>
        <p:spPr bwMode="auto">
          <a:xfrm>
            <a:off x="2057400" y="2992438"/>
            <a:ext cx="2835275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7897" name="TextBox 10"/>
          <p:cNvSpPr txBox="1">
            <a:spLocks noChangeArrowheads="1"/>
          </p:cNvSpPr>
          <p:nvPr/>
        </p:nvSpPr>
        <p:spPr bwMode="auto">
          <a:xfrm>
            <a:off x="2789238" y="2992438"/>
            <a:ext cx="283368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7.2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pic>
        <p:nvPicPr>
          <p:cNvPr id="37898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06363"/>
            <a:ext cx="3109913" cy="5238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2458" y="1584654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37911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2982913"/>
            <a:ext cx="2911475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12" name="5-Point Star 2"/>
          <p:cNvSpPr>
            <a:spLocks/>
          </p:cNvSpPr>
          <p:nvPr/>
        </p:nvSpPr>
        <p:spPr bwMode="auto">
          <a:xfrm>
            <a:off x="1347788" y="2538413"/>
            <a:ext cx="481012" cy="304800"/>
          </a:xfrm>
          <a:custGeom>
            <a:avLst/>
            <a:gdLst>
              <a:gd name="T0" fmla="*/ 1 w 481107"/>
              <a:gd name="T1" fmla="*/ 115885 h 305271"/>
              <a:gd name="T2" fmla="*/ 183624 w 481107"/>
              <a:gd name="T3" fmla="*/ 115886 h 305271"/>
              <a:gd name="T4" fmla="*/ 240365 w 481107"/>
              <a:gd name="T5" fmla="*/ 0 h 305271"/>
              <a:gd name="T6" fmla="*/ 297103 w 481107"/>
              <a:gd name="T7" fmla="*/ 115886 h 305271"/>
              <a:gd name="T8" fmla="*/ 480726 w 481107"/>
              <a:gd name="T9" fmla="*/ 115885 h 305271"/>
              <a:gd name="T10" fmla="*/ 332171 w 481107"/>
              <a:gd name="T11" fmla="*/ 187505 h 305271"/>
              <a:gd name="T12" fmla="*/ 388915 w 481107"/>
              <a:gd name="T13" fmla="*/ 303390 h 305271"/>
              <a:gd name="T14" fmla="*/ 240365 w 481107"/>
              <a:gd name="T15" fmla="*/ 231769 h 305271"/>
              <a:gd name="T16" fmla="*/ 91812 w 481107"/>
              <a:gd name="T17" fmla="*/ 303390 h 305271"/>
              <a:gd name="T18" fmla="*/ 148556 w 481107"/>
              <a:gd name="T19" fmla="*/ 187505 h 305271"/>
              <a:gd name="T20" fmla="*/ 1 w 481107"/>
              <a:gd name="T21" fmla="*/ 115885 h 30527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81107" h="305271">
                <a:moveTo>
                  <a:pt x="1" y="116603"/>
                </a:moveTo>
                <a:lnTo>
                  <a:pt x="183768" y="116604"/>
                </a:lnTo>
                <a:lnTo>
                  <a:pt x="240554" y="0"/>
                </a:lnTo>
                <a:lnTo>
                  <a:pt x="297339" y="116604"/>
                </a:lnTo>
                <a:lnTo>
                  <a:pt x="481106" y="116603"/>
                </a:lnTo>
                <a:lnTo>
                  <a:pt x="332435" y="188667"/>
                </a:lnTo>
                <a:lnTo>
                  <a:pt x="389223" y="305270"/>
                </a:lnTo>
                <a:lnTo>
                  <a:pt x="240554" y="233205"/>
                </a:lnTo>
                <a:lnTo>
                  <a:pt x="91884" y="305270"/>
                </a:lnTo>
                <a:lnTo>
                  <a:pt x="148672" y="188667"/>
                </a:lnTo>
                <a:lnTo>
                  <a:pt x="1" y="116603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Box 2"/>
          <p:cNvSpPr txBox="1">
            <a:spLocks noChangeArrowheads="1"/>
          </p:cNvSpPr>
          <p:nvPr/>
        </p:nvSpPr>
        <p:spPr bwMode="auto">
          <a:xfrm>
            <a:off x="1120775" y="766763"/>
            <a:ext cx="49593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7.8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minus 3.5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is</a:t>
            </a:r>
          </a:p>
        </p:txBody>
      </p:sp>
      <p:sp>
        <p:nvSpPr>
          <p:cNvPr id="39938" name="TextBox 3"/>
          <p:cNvSpPr txBox="1">
            <a:spLocks noChangeArrowheads="1"/>
          </p:cNvSpPr>
          <p:nvPr/>
        </p:nvSpPr>
        <p:spPr bwMode="auto">
          <a:xfrm>
            <a:off x="2103438" y="1528763"/>
            <a:ext cx="299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39939" name="TextBox 4"/>
          <p:cNvSpPr txBox="1">
            <a:spLocks noChangeArrowheads="1"/>
          </p:cNvSpPr>
          <p:nvPr/>
        </p:nvSpPr>
        <p:spPr bwMode="auto">
          <a:xfrm>
            <a:off x="2835275" y="1528763"/>
            <a:ext cx="299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7.45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2103438" y="2017713"/>
            <a:ext cx="30178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39941" name="TextBox 6"/>
          <p:cNvSpPr txBox="1">
            <a:spLocks noChangeArrowheads="1"/>
          </p:cNvSpPr>
          <p:nvPr/>
        </p:nvSpPr>
        <p:spPr bwMode="auto">
          <a:xfrm>
            <a:off x="2789238" y="2017713"/>
            <a:ext cx="30178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4.3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9942" name="TextBox 7"/>
          <p:cNvSpPr txBox="1">
            <a:spLocks noChangeArrowheads="1"/>
          </p:cNvSpPr>
          <p:nvPr/>
        </p:nvSpPr>
        <p:spPr bwMode="auto">
          <a:xfrm>
            <a:off x="2079625" y="2505075"/>
            <a:ext cx="301783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39943" name="TextBox 8"/>
          <p:cNvSpPr txBox="1">
            <a:spLocks noChangeArrowheads="1"/>
          </p:cNvSpPr>
          <p:nvPr/>
        </p:nvSpPr>
        <p:spPr bwMode="auto">
          <a:xfrm>
            <a:off x="2811463" y="2505075"/>
            <a:ext cx="301783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4.3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39944" name="TextBox 9"/>
          <p:cNvSpPr txBox="1">
            <a:spLocks noChangeArrowheads="1"/>
          </p:cNvSpPr>
          <p:nvPr/>
        </p:nvSpPr>
        <p:spPr bwMode="auto">
          <a:xfrm>
            <a:off x="2079625" y="2992438"/>
            <a:ext cx="313213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9945" name="TextBox 10"/>
          <p:cNvSpPr txBox="1">
            <a:spLocks noChangeArrowheads="1"/>
          </p:cNvSpPr>
          <p:nvPr/>
        </p:nvSpPr>
        <p:spPr bwMode="auto">
          <a:xfrm>
            <a:off x="2811463" y="2992438"/>
            <a:ext cx="31321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4.3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10</a:t>
            </a:r>
          </a:p>
        </p:txBody>
      </p:sp>
      <p:pic>
        <p:nvPicPr>
          <p:cNvPr id="39946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95250"/>
            <a:ext cx="3109913" cy="523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2458" y="1584654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39959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03860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Box 2"/>
          <p:cNvSpPr txBox="1">
            <a:spLocks noChangeArrowheads="1"/>
          </p:cNvSpPr>
          <p:nvPr/>
        </p:nvSpPr>
        <p:spPr bwMode="auto">
          <a:xfrm>
            <a:off x="1120775" y="766763"/>
            <a:ext cx="49593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7.8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minus 3.5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is</a:t>
            </a:r>
          </a:p>
        </p:txBody>
      </p:sp>
      <p:sp>
        <p:nvSpPr>
          <p:cNvPr id="41986" name="TextBox 3"/>
          <p:cNvSpPr txBox="1">
            <a:spLocks noChangeArrowheads="1"/>
          </p:cNvSpPr>
          <p:nvPr/>
        </p:nvSpPr>
        <p:spPr bwMode="auto">
          <a:xfrm>
            <a:off x="2103438" y="1528763"/>
            <a:ext cx="299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41987" name="TextBox 5"/>
          <p:cNvSpPr txBox="1">
            <a:spLocks noChangeArrowheads="1"/>
          </p:cNvSpPr>
          <p:nvPr/>
        </p:nvSpPr>
        <p:spPr bwMode="auto">
          <a:xfrm>
            <a:off x="2103438" y="2017713"/>
            <a:ext cx="30178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41988" name="TextBox 6"/>
          <p:cNvSpPr txBox="1">
            <a:spLocks noChangeArrowheads="1"/>
          </p:cNvSpPr>
          <p:nvPr/>
        </p:nvSpPr>
        <p:spPr bwMode="auto">
          <a:xfrm>
            <a:off x="2789238" y="2017713"/>
            <a:ext cx="30178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4.3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41989" name="TextBox 7"/>
          <p:cNvSpPr txBox="1">
            <a:spLocks noChangeArrowheads="1"/>
          </p:cNvSpPr>
          <p:nvPr/>
        </p:nvSpPr>
        <p:spPr bwMode="auto">
          <a:xfrm>
            <a:off x="2079625" y="2505075"/>
            <a:ext cx="301783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811463" y="2505075"/>
            <a:ext cx="301783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4.3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41991" name="TextBox 9"/>
          <p:cNvSpPr txBox="1">
            <a:spLocks noChangeArrowheads="1"/>
          </p:cNvSpPr>
          <p:nvPr/>
        </p:nvSpPr>
        <p:spPr bwMode="auto">
          <a:xfrm>
            <a:off x="2079625" y="2992438"/>
            <a:ext cx="313213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41992" name="TextBox 10"/>
          <p:cNvSpPr txBox="1">
            <a:spLocks noChangeArrowheads="1"/>
          </p:cNvSpPr>
          <p:nvPr/>
        </p:nvSpPr>
        <p:spPr bwMode="auto">
          <a:xfrm>
            <a:off x="2811463" y="2992438"/>
            <a:ext cx="3132137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4.3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10</a:t>
            </a:r>
          </a:p>
        </p:txBody>
      </p:sp>
      <p:pic>
        <p:nvPicPr>
          <p:cNvPr id="41993" name="Picture 1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95250"/>
            <a:ext cx="3109913" cy="523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1354478" y="3047411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62458" y="1584654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47693" y="2029842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49803" y="2538628"/>
            <a:ext cx="329184" cy="305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293" tIns="46147" rIns="92293" bIns="46147" anchor="ctr"/>
          <a:lstStyle/>
          <a:p>
            <a:pPr algn="ctr">
              <a:defRPr/>
            </a:pPr>
            <a:endParaRPr lang="en-US">
              <a:cs typeface="Arial" pitchFamily="34" charset="0"/>
            </a:endParaRPr>
          </a:p>
        </p:txBody>
      </p:sp>
      <p:pic>
        <p:nvPicPr>
          <p:cNvPr id="42006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03860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07" name="5-Point Star 1"/>
          <p:cNvSpPr>
            <a:spLocks/>
          </p:cNvSpPr>
          <p:nvPr/>
        </p:nvSpPr>
        <p:spPr bwMode="auto">
          <a:xfrm>
            <a:off x="1295400" y="1524000"/>
            <a:ext cx="466725" cy="450850"/>
          </a:xfrm>
          <a:custGeom>
            <a:avLst/>
            <a:gdLst>
              <a:gd name="T0" fmla="*/ 0 w 466342"/>
              <a:gd name="T1" fmla="*/ 172209 h 450850"/>
              <a:gd name="T2" fmla="*/ 178714 w 466342"/>
              <a:gd name="T3" fmla="*/ 172210 h 450850"/>
              <a:gd name="T4" fmla="*/ 233939 w 466342"/>
              <a:gd name="T5" fmla="*/ 0 h 450850"/>
              <a:gd name="T6" fmla="*/ 289162 w 466342"/>
              <a:gd name="T7" fmla="*/ 172210 h 450850"/>
              <a:gd name="T8" fmla="*/ 467876 w 466342"/>
              <a:gd name="T9" fmla="*/ 172209 h 450850"/>
              <a:gd name="T10" fmla="*/ 323293 w 466342"/>
              <a:gd name="T11" fmla="*/ 278639 h 450850"/>
              <a:gd name="T12" fmla="*/ 378519 w 466342"/>
              <a:gd name="T13" fmla="*/ 450849 h 450850"/>
              <a:gd name="T14" fmla="*/ 233939 w 466342"/>
              <a:gd name="T15" fmla="*/ 344416 h 450850"/>
              <a:gd name="T16" fmla="*/ 89356 w 466342"/>
              <a:gd name="T17" fmla="*/ 450849 h 450850"/>
              <a:gd name="T18" fmla="*/ 144583 w 466342"/>
              <a:gd name="T19" fmla="*/ 278639 h 450850"/>
              <a:gd name="T20" fmla="*/ 0 w 466342"/>
              <a:gd name="T21" fmla="*/ 172209 h 45085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66342" h="450850">
                <a:moveTo>
                  <a:pt x="0" y="172209"/>
                </a:moveTo>
                <a:lnTo>
                  <a:pt x="178128" y="172210"/>
                </a:lnTo>
                <a:lnTo>
                  <a:pt x="233171" y="0"/>
                </a:lnTo>
                <a:lnTo>
                  <a:pt x="288214" y="172210"/>
                </a:lnTo>
                <a:lnTo>
                  <a:pt x="466342" y="172209"/>
                </a:lnTo>
                <a:lnTo>
                  <a:pt x="322233" y="278639"/>
                </a:lnTo>
                <a:lnTo>
                  <a:pt x="377278" y="450849"/>
                </a:lnTo>
                <a:lnTo>
                  <a:pt x="233171" y="344416"/>
                </a:lnTo>
                <a:lnTo>
                  <a:pt x="89064" y="450849"/>
                </a:lnTo>
                <a:lnTo>
                  <a:pt x="144109" y="278639"/>
                </a:lnTo>
                <a:lnTo>
                  <a:pt x="0" y="172209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42008" name="TextBox 4"/>
          <p:cNvSpPr txBox="1">
            <a:spLocks noChangeArrowheads="1"/>
          </p:cNvSpPr>
          <p:nvPr/>
        </p:nvSpPr>
        <p:spPr bwMode="auto">
          <a:xfrm>
            <a:off x="2743200" y="1524000"/>
            <a:ext cx="299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598" tIns="39799" rIns="79598" bIns="39799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7.45 x 10</a:t>
            </a:r>
            <a:r>
              <a:rPr lang="en-US" altLang="en-US" b="1" baseline="70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71450"/>
            <a:ext cx="6870700" cy="790575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Adding and Subtracting…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7467600" cy="4724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pitchFamily="34" charset="0"/>
              </a:rPr>
              <a:t>The important thing to remember about adding or subtracting is that the </a:t>
            </a:r>
            <a:r>
              <a:rPr lang="en-US" altLang="en-US" dirty="0" smtClean="0">
                <a:solidFill>
                  <a:srgbClr val="FF0000"/>
                </a:solidFill>
                <a:latin typeface="Arial" pitchFamily="34" charset="0"/>
              </a:rPr>
              <a:t>exponents must be the same!  </a:t>
            </a:r>
          </a:p>
          <a:p>
            <a:pPr eaLnBrk="1" hangingPunct="1"/>
            <a:r>
              <a:rPr lang="en-US" altLang="en-US" dirty="0" smtClean="0">
                <a:latin typeface="Arial" pitchFamily="34" charset="0"/>
              </a:rPr>
              <a:t>If the exponents are </a:t>
            </a:r>
            <a:r>
              <a:rPr lang="en-US" altLang="en-US" u="sng" dirty="0" smtClean="0">
                <a:latin typeface="Arial" pitchFamily="34" charset="0"/>
              </a:rPr>
              <a:t>not the same </a:t>
            </a:r>
            <a:r>
              <a:rPr lang="en-US" altLang="en-US" dirty="0" smtClean="0">
                <a:latin typeface="Arial" pitchFamily="34" charset="0"/>
              </a:rPr>
              <a:t>then it is necessary to </a:t>
            </a:r>
            <a:r>
              <a:rPr lang="en-US" altLang="en-US" dirty="0" smtClean="0">
                <a:solidFill>
                  <a:srgbClr val="FF0000"/>
                </a:solidFill>
                <a:latin typeface="Arial" pitchFamily="34" charset="0"/>
              </a:rPr>
              <a:t>change</a:t>
            </a:r>
            <a:r>
              <a:rPr lang="en-US" altLang="en-US" dirty="0" smtClean="0">
                <a:latin typeface="Arial" pitchFamily="34" charset="0"/>
              </a:rPr>
              <a:t> one of the numbers so that both numbers have the </a:t>
            </a:r>
            <a:r>
              <a:rPr lang="en-US" altLang="en-US" u="sng" dirty="0" smtClean="0">
                <a:solidFill>
                  <a:srgbClr val="FF0000"/>
                </a:solidFill>
                <a:latin typeface="Arial" pitchFamily="34" charset="0"/>
              </a:rPr>
              <a:t>same exponential value.</a:t>
            </a:r>
          </a:p>
        </p:txBody>
      </p:sp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4910138"/>
            <a:ext cx="18288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0"/>
            <a:ext cx="18288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ＭＳ Ｐゴシック"/>
        <a:cs typeface=""/>
      </a:majorFont>
      <a:minorFont>
        <a:latin typeface="Comic Sans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699</TotalTime>
  <Words>744</Words>
  <Application>Microsoft Office PowerPoint</Application>
  <PresentationFormat>On-screen Show (4:3)</PresentationFormat>
  <Paragraphs>166</Paragraphs>
  <Slides>20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Crayons</vt:lpstr>
      <vt:lpstr>  Adding and Subtracting Numbers in Scientific Notation</vt:lpstr>
      <vt:lpstr>PowerPoint Presentation</vt:lpstr>
      <vt:lpstr>Adding/Subtracting when Exponents are THE SAME</vt:lpstr>
      <vt:lpstr>Example 1</vt:lpstr>
      <vt:lpstr>Example 2</vt:lpstr>
      <vt:lpstr>PowerPoint Presentation</vt:lpstr>
      <vt:lpstr>PowerPoint Presentation</vt:lpstr>
      <vt:lpstr>PowerPoint Presentation</vt:lpstr>
      <vt:lpstr>PowerPoint Presentation</vt:lpstr>
      <vt:lpstr>Adding/Subtracting when the Exponents are DIFFERENT</vt:lpstr>
      <vt:lpstr>Moving the Decimal</vt:lpstr>
      <vt:lpstr>PowerPoint Presentation</vt:lpstr>
      <vt:lpstr>PowerPoint Presentation</vt:lpstr>
      <vt:lpstr>Example 3</vt:lpstr>
      <vt:lpstr>Example 4</vt:lpstr>
      <vt:lpstr>PowerPoint Presentation</vt:lpstr>
      <vt:lpstr>PowerPoint Presentation</vt:lpstr>
      <vt:lpstr>PowerPoint Presentation</vt:lpstr>
      <vt:lpstr>PowerPoint Presentation</vt:lpstr>
      <vt:lpstr>Adding and Subtracting…</vt:lpstr>
    </vt:vector>
  </TitlesOfParts>
  <Company>Northern Michigan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Numbers in Scientific Notation</dc:title>
  <dc:creator>Registered User</dc:creator>
  <cp:lastModifiedBy>FRASER-JONES Laura</cp:lastModifiedBy>
  <cp:revision>35</cp:revision>
  <cp:lastPrinted>1601-01-01T00:00:00Z</cp:lastPrinted>
  <dcterms:created xsi:type="dcterms:W3CDTF">2003-11-27T17:13:09Z</dcterms:created>
  <dcterms:modified xsi:type="dcterms:W3CDTF">2018-02-27T02:59:41Z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