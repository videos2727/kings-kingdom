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1" r:id="rId7"/>
    <p:sldId id="260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0"/>
    <p:restoredTop sz="94664"/>
  </p:normalViewPr>
  <p:slideViewPr>
    <p:cSldViewPr snapToGrid="0" snapToObjects="1">
      <p:cViewPr varScale="1">
        <p:scale>
          <a:sx n="81" d="100"/>
          <a:sy n="81" d="100"/>
        </p:scale>
        <p:origin x="8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2/27/18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2/27/18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15778" y="685800"/>
            <a:ext cx="8676222" cy="3200400"/>
          </a:xfrm>
        </p:spPr>
        <p:txBody>
          <a:bodyPr/>
          <a:lstStyle/>
          <a:p>
            <a:r>
              <a:rPr lang="en-AU" dirty="0" smtClean="0"/>
              <a:t>Index laws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Zero powers and scientific notation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42938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905998" cy="1905000"/>
          </a:xfrm>
        </p:spPr>
        <p:txBody>
          <a:bodyPr/>
          <a:lstStyle/>
          <a:p>
            <a:r>
              <a:rPr lang="en-AU" dirty="0" smtClean="0"/>
              <a:t>The zero power law: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941378" y="2062706"/>
                <a:ext cx="7840718" cy="4795294"/>
              </a:xfrm>
            </p:spPr>
            <p:txBody>
              <a:bodyPr/>
              <a:lstStyle/>
              <a:p>
                <a:r>
                  <a:rPr lang="en-AU" dirty="0" smtClean="0"/>
                  <a:t>Any index raised to the power of zero is 1. the only </a:t>
                </a:r>
                <a:r>
                  <a:rPr lang="en-AU" dirty="0" err="1" smtClean="0"/>
                  <a:t>expception</a:t>
                </a:r>
                <a:r>
                  <a:rPr lang="en-AU" dirty="0" smtClean="0"/>
                  <a:t> to this rule is 0</a:t>
                </a:r>
                <a:r>
                  <a:rPr lang="en-AU" baseline="30000" dirty="0" smtClean="0"/>
                  <a:t>0</a:t>
                </a:r>
                <a:r>
                  <a:rPr lang="en-AU" dirty="0" smtClean="0"/>
                  <a:t>.</a:t>
                </a:r>
              </a:p>
              <a:p>
                <a:r>
                  <a:rPr lang="en-AU" dirty="0" smtClean="0"/>
                  <a:t>We can write this rule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charset="0"/>
                          </a:rPr>
                          <m:t>0</m:t>
                        </m:r>
                      </m:sup>
                    </m:sSup>
                    <m:r>
                      <a:rPr lang="en-AU" b="0" i="1" smtClean="0">
                        <a:latin typeface="Cambria Math" charset="0"/>
                      </a:rPr>
                      <m:t>=, </m:t>
                    </m:r>
                  </m:oMath>
                </a14:m>
                <a:r>
                  <a:rPr lang="en-AU" dirty="0" smtClean="0"/>
                  <a:t>Where a is any number or variable. </a:t>
                </a:r>
              </a:p>
              <a:p>
                <a:r>
                  <a:rPr lang="en-AU" dirty="0" smtClean="0"/>
                  <a:t>Example: </a:t>
                </a:r>
              </a:p>
              <a:p>
                <a:r>
                  <a:rPr lang="en-AU" dirty="0" smtClean="0"/>
                  <a:t>(a</a:t>
                </a:r>
                <a:r>
                  <a:rPr lang="en-AU" baseline="30000" dirty="0" smtClean="0"/>
                  <a:t>4</a:t>
                </a:r>
                <a:r>
                  <a:rPr lang="en-AU" dirty="0" smtClean="0"/>
                  <a:t>b</a:t>
                </a:r>
                <a:r>
                  <a:rPr lang="en-AU" baseline="30000" dirty="0" smtClean="0"/>
                  <a:t>3</a:t>
                </a:r>
                <a:r>
                  <a:rPr lang="en-AU" dirty="0" smtClean="0"/>
                  <a:t>)</a:t>
                </a:r>
                <a:r>
                  <a:rPr lang="en-AU" baseline="30000" dirty="0" smtClean="0"/>
                  <a:t>0 </a:t>
                </a:r>
                <a:r>
                  <a:rPr lang="en-AU" dirty="0" smtClean="0"/>
                  <a:t> = 1. because anything inside the brackets is raised to the power of zero (law 4), it becomes (1 x 1) which is 1. </a:t>
                </a:r>
                <a:endParaRPr lang="en-AU" baseline="30000" dirty="0" smtClean="0"/>
              </a:p>
              <a:p>
                <a:endParaRPr lang="en-AU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41378" y="2062706"/>
                <a:ext cx="7840718" cy="4795294"/>
              </a:xfrm>
              <a:blipFill rotWithShape="0">
                <a:blip r:embed="rId2"/>
                <a:stretch>
                  <a:fillRect l="-124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/>
          <p:cNvCxnSpPr/>
          <p:nvPr/>
        </p:nvCxnSpPr>
        <p:spPr>
          <a:xfrm flipH="1">
            <a:off x="2506717" y="2301765"/>
            <a:ext cx="15766" cy="4556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0" y="2301765"/>
            <a:ext cx="121920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0" y="1744716"/>
            <a:ext cx="121920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2820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855" y="-220717"/>
            <a:ext cx="9905998" cy="1905000"/>
          </a:xfrm>
        </p:spPr>
        <p:txBody>
          <a:bodyPr/>
          <a:lstStyle/>
          <a:p>
            <a:r>
              <a:rPr lang="en-AU" dirty="0" smtClean="0"/>
              <a:t>Scientific notation.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674" y="1684283"/>
            <a:ext cx="8065649" cy="4921469"/>
          </a:xfrm>
        </p:spPr>
        <p:txBody>
          <a:bodyPr>
            <a:normAutofit/>
          </a:bodyPr>
          <a:lstStyle/>
          <a:p>
            <a:r>
              <a:rPr lang="en-AU" sz="2400" dirty="0" smtClean="0"/>
              <a:t>When dealing with really large or small numbers, we can write them by collecting Zero’s and using indices to represent he number of zero’s. </a:t>
            </a:r>
          </a:p>
          <a:p>
            <a:r>
              <a:rPr lang="en-AU" sz="2400" dirty="0" smtClean="0"/>
              <a:t>We write numbers as decimals multiplied by 10 to n </a:t>
            </a:r>
            <a:r>
              <a:rPr lang="en-AU" sz="2400" dirty="0" err="1" smtClean="0"/>
              <a:t>indice</a:t>
            </a:r>
            <a:r>
              <a:rPr lang="en-AU" sz="2400" dirty="0" smtClean="0"/>
              <a:t>.</a:t>
            </a:r>
          </a:p>
          <a:p>
            <a:r>
              <a:rPr lang="en-AU" sz="2400" dirty="0" smtClean="0"/>
              <a:t>What does this look like? </a:t>
            </a:r>
          </a:p>
          <a:p>
            <a:pPr lvl="1"/>
            <a:r>
              <a:rPr lang="en-AU" sz="2000" dirty="0" smtClean="0"/>
              <a:t>The earth is about 150,000,000km from the sun. </a:t>
            </a:r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2513013" y="2301765"/>
            <a:ext cx="15766" cy="4556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>
            <a:off x="6296" y="2301765"/>
            <a:ext cx="121920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6296" y="1744716"/>
            <a:ext cx="121920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013" y="4827109"/>
            <a:ext cx="3403765" cy="130567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98634" y="1871999"/>
            <a:ext cx="8097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EQ: what is scientific notation, and how do we use it to solve problems?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8100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0213" y="2858814"/>
            <a:ext cx="7971056" cy="3124201"/>
          </a:xfrm>
        </p:spPr>
        <p:txBody>
          <a:bodyPr>
            <a:normAutofit lnSpcReduction="10000"/>
          </a:bodyPr>
          <a:lstStyle/>
          <a:p>
            <a:r>
              <a:rPr lang="en-AU" sz="2400" dirty="0"/>
              <a:t>150,000,000.0km’s has 7 zeroes in front of the decimal place. If we moved the decimal  point to between the 1 and 5, we would move 8 spaces. </a:t>
            </a:r>
          </a:p>
          <a:p>
            <a:r>
              <a:rPr lang="en-AU" sz="2400" dirty="0"/>
              <a:t>We can rewrite 150,000,000 as 1.5 x 10</a:t>
            </a:r>
            <a:r>
              <a:rPr lang="en-AU" sz="2400" baseline="30000" dirty="0"/>
              <a:t>8</a:t>
            </a:r>
            <a:r>
              <a:rPr lang="en-AU" sz="2400" dirty="0"/>
              <a:t>. this means that </a:t>
            </a:r>
            <a:r>
              <a:rPr lang="en-AU" sz="2400" dirty="0" err="1"/>
              <a:t>therewas</a:t>
            </a:r>
            <a:r>
              <a:rPr lang="en-AU" sz="2400" dirty="0"/>
              <a:t> 8 moves from the original number to 1.5 </a:t>
            </a:r>
          </a:p>
          <a:p>
            <a:r>
              <a:rPr lang="en-AU" sz="2400" dirty="0"/>
              <a:t>NOTE: you only want one number in front of the decimal</a:t>
            </a:r>
            <a:endParaRPr lang="en-AU" sz="2400" baseline="30000" dirty="0"/>
          </a:p>
          <a:p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2513013" y="2301765"/>
            <a:ext cx="15766" cy="4556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H="1">
            <a:off x="6296" y="2301765"/>
            <a:ext cx="121920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>
            <a:off x="6296" y="1744716"/>
            <a:ext cx="121920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98634" y="1871999"/>
            <a:ext cx="8097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EQ: what is scientific notation, and how do we use it to solve problems?</a:t>
            </a:r>
            <a:endParaRPr lang="en-AU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3855" y="-220717"/>
            <a:ext cx="9905998" cy="1905000"/>
          </a:xfrm>
        </p:spPr>
        <p:txBody>
          <a:bodyPr/>
          <a:lstStyle/>
          <a:p>
            <a:r>
              <a:rPr lang="en-AU" dirty="0" smtClean="0"/>
              <a:t>Scientific notation.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87468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778" y="-241738"/>
            <a:ext cx="9905998" cy="1905000"/>
          </a:xfrm>
        </p:spPr>
        <p:txBody>
          <a:bodyPr/>
          <a:lstStyle/>
          <a:p>
            <a:r>
              <a:rPr lang="en-AU" dirty="0" smtClean="0"/>
              <a:t>Scientific notation to normal numbers.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4869" y="2115206"/>
            <a:ext cx="6448097" cy="4742794"/>
          </a:xfrm>
        </p:spPr>
        <p:txBody>
          <a:bodyPr>
            <a:noAutofit/>
          </a:bodyPr>
          <a:lstStyle/>
          <a:p>
            <a:r>
              <a:rPr lang="en-AU" sz="2200" dirty="0" smtClean="0"/>
              <a:t>The process for going back to normal numbers from scientific numbers is the reverse of collecting. </a:t>
            </a:r>
          </a:p>
          <a:p>
            <a:r>
              <a:rPr lang="en-AU" sz="2200" dirty="0" smtClean="0"/>
              <a:t>An example of this is the number 3.64 x 10</a:t>
            </a:r>
            <a:r>
              <a:rPr lang="en-AU" sz="2200" baseline="30000" dirty="0" smtClean="0"/>
              <a:t>5</a:t>
            </a:r>
            <a:r>
              <a:rPr lang="en-AU" sz="2200" dirty="0" smtClean="0"/>
              <a:t>. to make this a normal number, we need to move the decimal place </a:t>
            </a:r>
            <a:r>
              <a:rPr lang="en-AU" sz="2200" u="sng" dirty="0" smtClean="0"/>
              <a:t>RIGHT, </a:t>
            </a:r>
            <a:r>
              <a:rPr lang="en-AU" sz="2200" dirty="0" smtClean="0"/>
              <a:t> equal to the index number. </a:t>
            </a:r>
          </a:p>
          <a:p>
            <a:r>
              <a:rPr lang="en-AU" sz="2200" dirty="0" smtClean="0"/>
              <a:t>We need to move the Decimal </a:t>
            </a:r>
            <a:r>
              <a:rPr lang="en-AU" sz="2200" u="sng" dirty="0" smtClean="0"/>
              <a:t>right </a:t>
            </a:r>
            <a:r>
              <a:rPr lang="en-AU" sz="2200" dirty="0" smtClean="0"/>
              <a:t>5 spaces, to our number is 364 _ _ _. </a:t>
            </a:r>
          </a:p>
          <a:p>
            <a:r>
              <a:rPr lang="en-AU" sz="2200" dirty="0" smtClean="0"/>
              <a:t>To fill in the empty space, we add place holder </a:t>
            </a:r>
            <a:r>
              <a:rPr lang="en-AU" sz="2200" dirty="0" err="1" smtClean="0"/>
              <a:t>zeros</a:t>
            </a:r>
            <a:r>
              <a:rPr lang="en-AU" sz="2200" dirty="0" smtClean="0"/>
              <a:t>, writing out number as 364,000. </a:t>
            </a:r>
            <a:endParaRPr lang="en-AU" sz="2200" dirty="0"/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2513013" y="2301765"/>
            <a:ext cx="15766" cy="4556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40" y="4417770"/>
            <a:ext cx="4972050" cy="141605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 flipH="1">
            <a:off x="6296" y="2301765"/>
            <a:ext cx="121920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>
            <a:off x="6296" y="1744716"/>
            <a:ext cx="121920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98634" y="1871999"/>
            <a:ext cx="8097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EQ: what is scientific notation, and how do we use it to solve problems?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19595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905998" cy="1905000"/>
          </a:xfrm>
        </p:spPr>
        <p:txBody>
          <a:bodyPr/>
          <a:lstStyle/>
          <a:p>
            <a:r>
              <a:rPr lang="en-AU" dirty="0" smtClean="0"/>
              <a:t>Significant figures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5426" y="2032282"/>
            <a:ext cx="8128712" cy="4411718"/>
          </a:xfrm>
        </p:spPr>
        <p:txBody>
          <a:bodyPr/>
          <a:lstStyle/>
          <a:p>
            <a:r>
              <a:rPr lang="en-AU" sz="2400" dirty="0" smtClean="0">
                <a:solidFill>
                  <a:schemeClr val="tx1"/>
                </a:solidFill>
              </a:rPr>
              <a:t>When writing large numbers in scientific notation, we often include all numbers besides zeroes*</a:t>
            </a:r>
          </a:p>
          <a:p>
            <a:pPr marL="0" indent="0">
              <a:buNone/>
            </a:pPr>
            <a:r>
              <a:rPr lang="en-AU" sz="2400" dirty="0" smtClean="0">
                <a:solidFill>
                  <a:schemeClr val="tx1"/>
                </a:solidFill>
              </a:rPr>
              <a:t>* zero is significant if it is between and two integers that are not zero – </a:t>
            </a:r>
            <a:r>
              <a:rPr lang="en-AU" sz="2400" dirty="0" err="1" smtClean="0">
                <a:solidFill>
                  <a:schemeClr val="tx1"/>
                </a:solidFill>
              </a:rPr>
              <a:t>eg</a:t>
            </a:r>
            <a:r>
              <a:rPr lang="en-AU" sz="2400" dirty="0" smtClean="0">
                <a:solidFill>
                  <a:schemeClr val="tx1"/>
                </a:solidFill>
              </a:rPr>
              <a:t> 16400 has the significant figures of 1,6 and 4. 16045000 has the significant figures of 1,6,0,4 and 5. the zero is counted as it is between the 6 and 4.  </a:t>
            </a:r>
          </a:p>
          <a:p>
            <a:r>
              <a:rPr lang="en-AU" sz="2400" dirty="0" smtClean="0">
                <a:solidFill>
                  <a:schemeClr val="tx1"/>
                </a:solidFill>
              </a:rPr>
              <a:t>When writing scientific notation, we use significant figure to remain accurate. </a:t>
            </a:r>
          </a:p>
          <a:p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2513013" y="2301765"/>
            <a:ext cx="15766" cy="4556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H="1">
            <a:off x="6296" y="2301765"/>
            <a:ext cx="121920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>
            <a:off x="6296" y="1744716"/>
            <a:ext cx="121920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98634" y="1871999"/>
            <a:ext cx="8097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EQ: what is scientific notation, and how do we use it to solve problems?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70217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905998" cy="1905000"/>
          </a:xfrm>
        </p:spPr>
        <p:txBody>
          <a:bodyPr/>
          <a:lstStyle/>
          <a:p>
            <a:r>
              <a:rPr lang="en-AU" dirty="0" smtClean="0"/>
              <a:t>Guided practise:  write as scientific notation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75" y="1595765"/>
            <a:ext cx="11313345" cy="596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09" y="2618387"/>
            <a:ext cx="367336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i="1" u="sng" dirty="0"/>
              <a:t>T</a:t>
            </a:r>
            <a:r>
              <a:rPr lang="en-AU" i="1" u="sng" dirty="0" smtClean="0"/>
              <a:t>ip &gt; add a decimal point at the end of the number.</a:t>
            </a:r>
          </a:p>
          <a:p>
            <a:pPr marL="342900" indent="-342900">
              <a:buAutoNum type="arabicParenR"/>
            </a:pPr>
            <a:r>
              <a:rPr lang="en-AU" dirty="0" smtClean="0"/>
              <a:t> </a:t>
            </a:r>
            <a:r>
              <a:rPr lang="en-AU" dirty="0"/>
              <a:t>375000.0 </a:t>
            </a:r>
            <a:endParaRPr lang="en-AU" dirty="0" smtClean="0"/>
          </a:p>
          <a:p>
            <a:pPr marL="342900" indent="-342900">
              <a:buFont typeface="+mj-lt"/>
              <a:buAutoNum type="arabicParenR"/>
            </a:pPr>
            <a:r>
              <a:rPr lang="en-AU" dirty="0" smtClean="0"/>
              <a:t>Move the decimal place to between 3 and 7. </a:t>
            </a:r>
          </a:p>
          <a:p>
            <a:pPr marL="342900" indent="-342900">
              <a:buFont typeface="+mj-lt"/>
              <a:buAutoNum type="arabicParenR"/>
            </a:pPr>
            <a:r>
              <a:rPr lang="en-AU" dirty="0" smtClean="0"/>
              <a:t>3.75000</a:t>
            </a:r>
            <a:r>
              <a:rPr lang="en-AU" dirty="0" smtClean="0">
                <a:solidFill>
                  <a:srgbClr val="FF0000"/>
                </a:solidFill>
              </a:rPr>
              <a:t>.</a:t>
            </a:r>
            <a:r>
              <a:rPr lang="en-AU" dirty="0" smtClean="0"/>
              <a:t>0 – leave the original decimal at the end of the number.</a:t>
            </a:r>
          </a:p>
          <a:p>
            <a:pPr marL="342900" indent="-342900">
              <a:buFont typeface="+mj-lt"/>
              <a:buAutoNum type="arabicParenR"/>
            </a:pPr>
            <a:r>
              <a:rPr lang="en-AU" dirty="0" smtClean="0"/>
              <a:t>Count the numbers from the new decimal to the original.</a:t>
            </a:r>
          </a:p>
          <a:p>
            <a:pPr marL="342900" indent="-342900">
              <a:buFont typeface="+mj-lt"/>
              <a:buAutoNum type="arabicParenR"/>
            </a:pPr>
            <a:r>
              <a:rPr lang="en-AU" dirty="0" smtClean="0"/>
              <a:t>we move 5 spaces, so that is our index </a:t>
            </a:r>
          </a:p>
          <a:p>
            <a:pPr marL="342900" indent="-342900">
              <a:buFont typeface="+mj-lt"/>
              <a:buAutoNum type="arabicParenR"/>
            </a:pPr>
            <a:r>
              <a:rPr lang="en-AU" dirty="0" smtClean="0"/>
              <a:t>Write the number: 3.75 x10</a:t>
            </a:r>
            <a:r>
              <a:rPr lang="en-AU" baseline="30000" dirty="0" smtClean="0"/>
              <a:t>5</a:t>
            </a:r>
          </a:p>
          <a:p>
            <a:endParaRPr lang="en-AU" dirty="0" smtClean="0"/>
          </a:p>
          <a:p>
            <a:endParaRPr lang="en-AU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5312978" y="2711668"/>
            <a:ext cx="299544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AU" dirty="0" smtClean="0"/>
              <a:t>Write the number with a decimal and zero: 582000</a:t>
            </a:r>
            <a:r>
              <a:rPr lang="en-AU" dirty="0" smtClean="0">
                <a:solidFill>
                  <a:srgbClr val="FF0000"/>
                </a:solidFill>
              </a:rPr>
              <a:t>.</a:t>
            </a:r>
            <a:r>
              <a:rPr lang="en-AU" dirty="0" smtClean="0"/>
              <a:t>0  </a:t>
            </a:r>
          </a:p>
          <a:p>
            <a:pPr marL="342900" indent="-342900">
              <a:buAutoNum type="arabicParenR"/>
            </a:pPr>
            <a:r>
              <a:rPr lang="en-AU" dirty="0" smtClean="0"/>
              <a:t>Write a new decimal between the 5 and 8 5.82000</a:t>
            </a:r>
            <a:r>
              <a:rPr lang="en-AU" dirty="0" smtClean="0">
                <a:solidFill>
                  <a:srgbClr val="FF0000"/>
                </a:solidFill>
              </a:rPr>
              <a:t>.</a:t>
            </a:r>
            <a:r>
              <a:rPr lang="en-AU" dirty="0" smtClean="0"/>
              <a:t>0  </a:t>
            </a:r>
          </a:p>
          <a:p>
            <a:pPr marL="342900" indent="-342900">
              <a:buAutoNum type="arabicParenR"/>
            </a:pPr>
            <a:r>
              <a:rPr lang="en-AU" dirty="0" smtClean="0"/>
              <a:t>Count the number of spaces between the new decimal and old – 5 spaces, so that</a:t>
            </a:r>
            <a:r>
              <a:rPr lang="uk-UA" dirty="0" smtClean="0"/>
              <a:t>’</a:t>
            </a:r>
            <a:r>
              <a:rPr lang="en-AU" dirty="0" smtClean="0"/>
              <a:t>s our index</a:t>
            </a:r>
          </a:p>
          <a:p>
            <a:pPr marL="342900" indent="-342900">
              <a:buAutoNum type="arabicParenR"/>
            </a:pPr>
            <a:r>
              <a:rPr lang="en-AU" dirty="0" smtClean="0"/>
              <a:t>Write the number 5.82x10</a:t>
            </a:r>
            <a:r>
              <a:rPr lang="en-AU" baseline="30000" dirty="0" smtClean="0"/>
              <a:t>5</a:t>
            </a:r>
            <a:endParaRPr lang="en-AU" baseline="30000" dirty="0"/>
          </a:p>
          <a:p>
            <a:pPr marL="342900" indent="-342900">
              <a:buAutoNum type="arabicParenR"/>
            </a:pPr>
            <a:endParaRPr lang="en-AU" dirty="0"/>
          </a:p>
        </p:txBody>
      </p:sp>
      <p:sp>
        <p:nvSpPr>
          <p:cNvPr id="7" name="Rectangle 6"/>
          <p:cNvSpPr/>
          <p:nvPr/>
        </p:nvSpPr>
        <p:spPr>
          <a:xfrm>
            <a:off x="8704672" y="2618387"/>
            <a:ext cx="3147848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arenR"/>
            </a:pPr>
            <a:r>
              <a:rPr lang="en-AU" dirty="0"/>
              <a:t>Write the number with a decimal and zero: </a:t>
            </a:r>
            <a:r>
              <a:rPr lang="en-AU" dirty="0" smtClean="0"/>
              <a:t>160000</a:t>
            </a:r>
            <a:r>
              <a:rPr lang="en-AU" dirty="0" smtClean="0">
                <a:solidFill>
                  <a:srgbClr val="FF0000"/>
                </a:solidFill>
              </a:rPr>
              <a:t>.</a:t>
            </a:r>
            <a:r>
              <a:rPr lang="en-AU" dirty="0" smtClean="0"/>
              <a:t>0  </a:t>
            </a:r>
            <a:endParaRPr lang="en-AU" dirty="0"/>
          </a:p>
          <a:p>
            <a:pPr marL="342900" indent="-342900">
              <a:buAutoNum type="arabicParenR"/>
            </a:pPr>
            <a:r>
              <a:rPr lang="en-AU" dirty="0"/>
              <a:t>Write a new decimal between the </a:t>
            </a:r>
            <a:r>
              <a:rPr lang="en-AU" dirty="0" smtClean="0"/>
              <a:t>1 </a:t>
            </a:r>
            <a:r>
              <a:rPr lang="en-AU" dirty="0"/>
              <a:t>and </a:t>
            </a:r>
            <a:r>
              <a:rPr lang="en-AU" dirty="0" smtClean="0"/>
              <a:t>6 1.62000</a:t>
            </a:r>
            <a:r>
              <a:rPr lang="en-AU" dirty="0" smtClean="0">
                <a:solidFill>
                  <a:srgbClr val="FF0000"/>
                </a:solidFill>
              </a:rPr>
              <a:t>.</a:t>
            </a:r>
            <a:r>
              <a:rPr lang="en-AU" dirty="0" smtClean="0"/>
              <a:t>0  </a:t>
            </a:r>
            <a:endParaRPr lang="en-AU" dirty="0"/>
          </a:p>
          <a:p>
            <a:pPr marL="342900" indent="-342900">
              <a:buAutoNum type="arabicParenR"/>
            </a:pPr>
            <a:r>
              <a:rPr lang="en-AU" dirty="0"/>
              <a:t>Count the number of spaces between the new decimal and old – 5</a:t>
            </a:r>
            <a:r>
              <a:rPr lang="en-AU" dirty="0" smtClean="0"/>
              <a:t> </a:t>
            </a:r>
            <a:r>
              <a:rPr lang="en-AU" dirty="0"/>
              <a:t>spaces, so that</a:t>
            </a:r>
            <a:r>
              <a:rPr lang="uk-UA" dirty="0"/>
              <a:t>’</a:t>
            </a:r>
            <a:r>
              <a:rPr lang="en-AU" dirty="0"/>
              <a:t>s our index</a:t>
            </a:r>
          </a:p>
          <a:p>
            <a:pPr marL="342900" indent="-342900">
              <a:buAutoNum type="arabicParenR"/>
            </a:pPr>
            <a:r>
              <a:rPr lang="en-AU" dirty="0"/>
              <a:t>Write the number </a:t>
            </a:r>
            <a:r>
              <a:rPr lang="en-AU" dirty="0" smtClean="0"/>
              <a:t>1.6x10</a:t>
            </a:r>
            <a:r>
              <a:rPr lang="en-AU" baseline="30000" dirty="0" smtClean="0"/>
              <a:t>5</a:t>
            </a:r>
            <a:endParaRPr lang="en-AU" baseline="30000" dirty="0"/>
          </a:p>
        </p:txBody>
      </p:sp>
    </p:spTree>
    <p:extLst>
      <p:ext uri="{BB962C8B-B14F-4D97-AF65-F5344CB8AC3E}">
        <p14:creationId xmlns:p14="http://schemas.microsoft.com/office/powerpoint/2010/main" val="1861506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7635" y="209614"/>
            <a:ext cx="9905998" cy="1905000"/>
          </a:xfrm>
        </p:spPr>
        <p:txBody>
          <a:bodyPr/>
          <a:lstStyle/>
          <a:p>
            <a:r>
              <a:rPr lang="en-AU" dirty="0" smtClean="0"/>
              <a:t>Exercise: Dwyer 9 page 148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12" y="2926693"/>
            <a:ext cx="2057400" cy="2095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12" y="4999200"/>
            <a:ext cx="5422900" cy="7239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7635" y="2218404"/>
            <a:ext cx="30444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mtClean="0"/>
              <a:t>Write </a:t>
            </a:r>
            <a:r>
              <a:rPr lang="en-AU"/>
              <a:t>in scientific notation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3891" y="2834713"/>
            <a:ext cx="6705600" cy="863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08939" y="2114614"/>
            <a:ext cx="7115504" cy="25662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13891" y="2221893"/>
            <a:ext cx="3070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Write as ordinary numbers</a:t>
            </a:r>
            <a:endParaRPr lang="en-AU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3891" y="3711820"/>
            <a:ext cx="4178300" cy="3683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3891" y="4062812"/>
            <a:ext cx="47117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394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47</TotalTime>
  <Words>578</Words>
  <Application>Microsoft Macintosh PowerPoint</Application>
  <PresentationFormat>Widescreen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Cambria Math</vt:lpstr>
      <vt:lpstr>Century Gothic</vt:lpstr>
      <vt:lpstr>Arial</vt:lpstr>
      <vt:lpstr>Mesh</vt:lpstr>
      <vt:lpstr>Index laws</vt:lpstr>
      <vt:lpstr>The zero power law:</vt:lpstr>
      <vt:lpstr>Scientific notation. </vt:lpstr>
      <vt:lpstr>Scientific notation. </vt:lpstr>
      <vt:lpstr>Scientific notation to normal numbers.</vt:lpstr>
      <vt:lpstr>Significant figures</vt:lpstr>
      <vt:lpstr>Guided practise:  write as scientific notation</vt:lpstr>
      <vt:lpstr>Exercise: Dwyer 9 page 148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Index laws</dc:title>
  <dc:creator>POWER Travis [Baldivis Secondary College]</dc:creator>
  <cp:lastModifiedBy>POWER Travis [Baldivis Secondary College]</cp:lastModifiedBy>
  <cp:revision>6</cp:revision>
  <dcterms:created xsi:type="dcterms:W3CDTF">2018-02-27T13:31:18Z</dcterms:created>
  <dcterms:modified xsi:type="dcterms:W3CDTF">2018-02-27T14:18:44Z</dcterms:modified>
</cp:coreProperties>
</file>