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56" r:id="rId3"/>
    <p:sldId id="261" r:id="rId4"/>
    <p:sldId id="262" r:id="rId5"/>
    <p:sldId id="257" r:id="rId6"/>
    <p:sldId id="258" r:id="rId7"/>
    <p:sldId id="263" r:id="rId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4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5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5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5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6FDB90D0-00CF-4963-9AA0-9F8975CD698A}" type="slidenum"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AU" sz="1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2520"/>
            <a:ext cx="822780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  <p:pic>
        <p:nvPicPr>
          <p:cNvPr id="36" name="Picture 35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2520"/>
            <a:ext cx="822780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1000"/>
            <a:ext cx="822780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3520" y="160488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7352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3681000"/>
            <a:ext cx="4015080" cy="1895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2" name="Picture 71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  <p:pic>
        <p:nvPicPr>
          <p:cNvPr id="73" name="Picture 72"/>
          <p:cNvPicPr/>
          <p:nvPr/>
        </p:nvPicPr>
        <p:blipFill>
          <a:blip r:embed="rId2"/>
          <a:stretch/>
        </p:blipFill>
        <p:spPr>
          <a:xfrm>
            <a:off x="2080080" y="1604520"/>
            <a:ext cx="4981680" cy="3974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3124080" y="6356520"/>
            <a:ext cx="2895480" cy="364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AU" sz="4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3124080" y="6356520"/>
            <a:ext cx="2895480" cy="364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503280" y="685800"/>
            <a:ext cx="7848360" cy="3993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From yesterday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2.   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 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x 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3. 2.21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 2.21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  				4.  17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÷ 17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4 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	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5. y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y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= 					6. 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9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x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501944-1330-4FC6-82A5-8E4847E3F209}"/>
              </a:ext>
            </a:extLst>
          </p:cNvPr>
          <p:cNvSpPr txBox="1"/>
          <p:nvPr/>
        </p:nvSpPr>
        <p:spPr>
          <a:xfrm>
            <a:off x="2504049" y="492369"/>
            <a:ext cx="3573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25</a:t>
            </a:r>
            <a:r>
              <a:rPr lang="en-AU" sz="2400" baseline="30000" dirty="0"/>
              <a:t>4 </a:t>
            </a:r>
            <a:r>
              <a:rPr lang="en-AU" sz="2400" dirty="0"/>
              <a:t>= 25 x 25 x 25 x 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91687-64CB-4A59-9E9D-B1EFAAFFDFA7}"/>
              </a:ext>
            </a:extLst>
          </p:cNvPr>
          <p:cNvSpPr txBox="1"/>
          <p:nvPr/>
        </p:nvSpPr>
        <p:spPr>
          <a:xfrm>
            <a:off x="295422" y="1194978"/>
            <a:ext cx="8145193" cy="539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However 25 is 5</a:t>
            </a:r>
            <a:r>
              <a:rPr lang="en-AU" sz="2800" baseline="30000" dirty="0"/>
              <a:t>2</a:t>
            </a:r>
            <a:r>
              <a:rPr lang="en-AU" sz="2800" dirty="0"/>
              <a:t> so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	</a:t>
            </a:r>
            <a:r>
              <a:rPr lang="en-AU" sz="2800" dirty="0"/>
              <a:t>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4</a:t>
            </a:r>
            <a:r>
              <a:rPr lang="en-AU" sz="2800" dirty="0"/>
              <a:t> = 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 </a:t>
            </a:r>
            <a:r>
              <a:rPr lang="en-AU" sz="2800" dirty="0"/>
              <a:t>x 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 </a:t>
            </a:r>
            <a:r>
              <a:rPr lang="en-AU" sz="2800" dirty="0"/>
              <a:t>x (5</a:t>
            </a:r>
            <a:r>
              <a:rPr lang="en-AU" sz="2800" baseline="30000" dirty="0"/>
              <a:t>2</a:t>
            </a:r>
            <a:r>
              <a:rPr lang="en-AU" sz="2800" dirty="0"/>
              <a:t>) x 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/>
              <a:t>we saw yesterday that we just add the </a:t>
            </a:r>
            <a:r>
              <a:rPr lang="en-AU" sz="2800" dirty="0" err="1"/>
              <a:t>indicies</a:t>
            </a:r>
            <a:r>
              <a:rPr lang="en-AU" sz="2800" dirty="0"/>
              <a:t> together when multiplying so,	 </a:t>
            </a:r>
          </a:p>
          <a:p>
            <a:pPr algn="ctr"/>
            <a:r>
              <a:rPr lang="en-AU" sz="2800" dirty="0"/>
              <a:t>	</a:t>
            </a:r>
          </a:p>
          <a:p>
            <a:pPr algn="ctr"/>
            <a:r>
              <a:rPr lang="en-AU" sz="2800" dirty="0"/>
              <a:t>	5</a:t>
            </a:r>
            <a:r>
              <a:rPr lang="en-AU" sz="2800" baseline="30000" dirty="0"/>
              <a:t>2</a:t>
            </a:r>
            <a:r>
              <a:rPr lang="en-AU" sz="2800" dirty="0"/>
              <a:t>x 5</a:t>
            </a:r>
            <a:r>
              <a:rPr lang="en-AU" sz="2800" baseline="30000" dirty="0"/>
              <a:t>2 </a:t>
            </a:r>
            <a:r>
              <a:rPr lang="en-AU" sz="2800" dirty="0"/>
              <a:t>x 5</a:t>
            </a:r>
            <a:r>
              <a:rPr lang="en-AU" sz="2800" baseline="30000" dirty="0"/>
              <a:t>2</a:t>
            </a:r>
            <a:r>
              <a:rPr lang="en-AU" sz="2800" dirty="0"/>
              <a:t> x 5</a:t>
            </a:r>
            <a:r>
              <a:rPr lang="en-AU" sz="2800" baseline="30000" dirty="0"/>
              <a:t>2</a:t>
            </a:r>
            <a:r>
              <a:rPr lang="en-AU" sz="2800" dirty="0"/>
              <a:t> = 5</a:t>
            </a:r>
            <a:r>
              <a:rPr lang="en-AU" sz="2800" baseline="30000" dirty="0"/>
              <a:t>8</a:t>
            </a:r>
          </a:p>
          <a:p>
            <a:pPr algn="ctr"/>
            <a:endParaRPr lang="en-AU" sz="2800" baseline="30000" dirty="0"/>
          </a:p>
          <a:p>
            <a:pPr algn="ctr"/>
            <a:r>
              <a:rPr lang="en-AU" sz="2800" dirty="0"/>
              <a:t>This gets us our next index law</a:t>
            </a:r>
            <a:r>
              <a:rPr lang="en-AU" sz="2800" baseline="30000" dirty="0"/>
              <a:t>	</a:t>
            </a:r>
            <a:r>
              <a:rPr lang="en-AU" sz="2800" dirty="0"/>
              <a:t> </a:t>
            </a:r>
          </a:p>
          <a:p>
            <a:pPr algn="ctr"/>
            <a:r>
              <a:rPr lang="en-AU" sz="2800" dirty="0"/>
              <a:t>	</a:t>
            </a:r>
          </a:p>
          <a:p>
            <a:pPr algn="ctr"/>
            <a:r>
              <a:rPr lang="en-AU" sz="2800" dirty="0"/>
              <a:t>	(5</a:t>
            </a:r>
            <a:r>
              <a:rPr lang="en-AU" sz="2800" baseline="30000" dirty="0"/>
              <a:t>2</a:t>
            </a:r>
            <a:r>
              <a:rPr lang="en-AU" sz="2800" dirty="0"/>
              <a:t>)</a:t>
            </a:r>
            <a:r>
              <a:rPr lang="en-AU" sz="2800" baseline="30000" dirty="0"/>
              <a:t>4</a:t>
            </a:r>
            <a:r>
              <a:rPr lang="en-AU" sz="2800" dirty="0"/>
              <a:t> = 5</a:t>
            </a:r>
            <a:r>
              <a:rPr lang="en-AU" sz="2800" baseline="30000" dirty="0"/>
              <a:t>2x4</a:t>
            </a:r>
            <a:r>
              <a:rPr lang="en-AU" sz="2800" dirty="0"/>
              <a:t> = 5</a:t>
            </a:r>
            <a:r>
              <a:rPr lang="en-AU" sz="2800" baseline="30000" dirty="0"/>
              <a:t>8</a:t>
            </a:r>
            <a:endParaRPr lang="en-AU" sz="2800" dirty="0"/>
          </a:p>
          <a:p>
            <a:pPr algn="ctr"/>
            <a:r>
              <a:rPr lang="en-AU" sz="2800" baseline="30000" dirty="0"/>
              <a:t>		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788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177DC4-16C3-4A0A-990B-A783DBD8C817}"/>
              </a:ext>
            </a:extLst>
          </p:cNvPr>
          <p:cNvSpPr txBox="1"/>
          <p:nvPr/>
        </p:nvSpPr>
        <p:spPr>
          <a:xfrm>
            <a:off x="1491176" y="302359"/>
            <a:ext cx="260252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7</a:t>
            </a:r>
            <a:r>
              <a:rPr lang="en-AU" sz="2800" baseline="30000" dirty="0"/>
              <a:t>4 </a:t>
            </a:r>
            <a:r>
              <a:rPr lang="en-AU" sz="2800" dirty="0"/>
              <a:t>= 2401    </a:t>
            </a:r>
          </a:p>
          <a:p>
            <a:pPr marL="342900" indent="-342900">
              <a:buAutoNum type="arabicPlain" startAt="74"/>
            </a:pP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3</a:t>
            </a:r>
            <a:r>
              <a:rPr lang="en-AU" sz="2800" dirty="0"/>
              <a:t> = 343</a:t>
            </a:r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2</a:t>
            </a:r>
            <a:r>
              <a:rPr lang="en-AU" sz="2800" dirty="0"/>
              <a:t> = 49</a:t>
            </a:r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1</a:t>
            </a:r>
            <a:r>
              <a:rPr lang="en-AU" sz="2800" dirty="0"/>
              <a:t> = 7</a:t>
            </a:r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7</a:t>
            </a:r>
            <a:r>
              <a:rPr lang="en-AU" sz="2800" baseline="30000" dirty="0"/>
              <a:t>0</a:t>
            </a:r>
            <a:r>
              <a:rPr lang="en-AU" sz="2800" dirty="0"/>
              <a:t> = 1</a:t>
            </a:r>
          </a:p>
          <a:p>
            <a:endParaRPr lang="en-AU" sz="2800" dirty="0"/>
          </a:p>
          <a:p>
            <a:endParaRPr lang="en-A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0420E-BEE5-4A02-ABA8-6D5A63451A56}"/>
              </a:ext>
            </a:extLst>
          </p:cNvPr>
          <p:cNvSpPr txBox="1"/>
          <p:nvPr/>
        </p:nvSpPr>
        <p:spPr>
          <a:xfrm>
            <a:off x="3868615" y="436098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0C1E1-6F6A-4E2C-9FBE-BDF65C2197DC}"/>
              </a:ext>
            </a:extLst>
          </p:cNvPr>
          <p:cNvSpPr txBox="1"/>
          <p:nvPr/>
        </p:nvSpPr>
        <p:spPr>
          <a:xfrm>
            <a:off x="3784211" y="1854590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1BDC3-DBE0-4C59-B409-7225FA1A13BC}"/>
              </a:ext>
            </a:extLst>
          </p:cNvPr>
          <p:cNvSpPr txBox="1"/>
          <p:nvPr/>
        </p:nvSpPr>
        <p:spPr>
          <a:xfrm>
            <a:off x="3613054" y="3429000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12CED-017D-4013-AD47-1406F4EA21EB}"/>
              </a:ext>
            </a:extLst>
          </p:cNvPr>
          <p:cNvSpPr txBox="1"/>
          <p:nvPr/>
        </p:nvSpPr>
        <p:spPr>
          <a:xfrm>
            <a:off x="3542718" y="4912667"/>
            <a:ext cx="5275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we divide both sides by 7 we get…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B7F16-F97B-475F-9C93-E713A6765FA5}"/>
              </a:ext>
            </a:extLst>
          </p:cNvPr>
          <p:cNvSpPr txBox="1"/>
          <p:nvPr/>
        </p:nvSpPr>
        <p:spPr>
          <a:xfrm>
            <a:off x="3613054" y="5724644"/>
            <a:ext cx="5275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 anything to the power of zero = 1</a:t>
            </a:r>
          </a:p>
          <a:p>
            <a:r>
              <a:rPr lang="en-AU" sz="2400" dirty="0"/>
              <a:t>Except 0</a:t>
            </a:r>
            <a:r>
              <a:rPr lang="en-AU" sz="2400" baseline="30000" dirty="0"/>
              <a:t>0 </a:t>
            </a:r>
            <a:r>
              <a:rPr lang="en-AU" sz="2400" dirty="0"/>
              <a:t>which is undefined.</a:t>
            </a:r>
          </a:p>
        </p:txBody>
      </p:sp>
    </p:spTree>
    <p:extLst>
      <p:ext uri="{BB962C8B-B14F-4D97-AF65-F5344CB8AC3E}">
        <p14:creationId xmlns:p14="http://schemas.microsoft.com/office/powerpoint/2010/main" val="32697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8748720" y="6488280"/>
            <a:ext cx="549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5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Line 2"/>
          <p:cNvSpPr/>
          <p:nvPr/>
        </p:nvSpPr>
        <p:spPr>
          <a:xfrm>
            <a:off x="0" y="981000"/>
            <a:ext cx="9144000" cy="180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Line 3"/>
          <p:cNvSpPr/>
          <p:nvPr/>
        </p:nvSpPr>
        <p:spPr>
          <a:xfrm>
            <a:off x="0" y="1916280"/>
            <a:ext cx="9144000" cy="144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4"/>
          <p:cNvSpPr/>
          <p:nvPr/>
        </p:nvSpPr>
        <p:spPr>
          <a:xfrm>
            <a:off x="93600" y="149400"/>
            <a:ext cx="576000" cy="82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24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7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30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Line 5"/>
          <p:cNvSpPr/>
          <p:nvPr/>
        </p:nvSpPr>
        <p:spPr>
          <a:xfrm>
            <a:off x="2916360" y="1916280"/>
            <a:ext cx="1440" cy="511308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CustomShape 6"/>
          <p:cNvSpPr/>
          <p:nvPr/>
        </p:nvSpPr>
        <p:spPr>
          <a:xfrm>
            <a:off x="1125360" y="404640"/>
            <a:ext cx="175464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Laws 3 and the zero law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0" name="CustomShape 7"/>
          <p:cNvSpPr/>
          <p:nvPr/>
        </p:nvSpPr>
        <p:spPr>
          <a:xfrm>
            <a:off x="7439040" y="106200"/>
            <a:ext cx="158400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Date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8"/>
          <p:cNvSpPr/>
          <p:nvPr/>
        </p:nvSpPr>
        <p:spPr>
          <a:xfrm>
            <a:off x="119160" y="1063800"/>
            <a:ext cx="8619840" cy="82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EQ – Describe how the index laws can be used to simplify expressions with indices. 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CustomShape 9"/>
          <p:cNvSpPr/>
          <p:nvPr/>
        </p:nvSpPr>
        <p:spPr>
          <a:xfrm>
            <a:off x="108000" y="1973160"/>
            <a:ext cx="2527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 are the index laws?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Line 10"/>
          <p:cNvSpPr/>
          <p:nvPr/>
        </p:nvSpPr>
        <p:spPr>
          <a:xfrm>
            <a:off x="5940360" y="2089080"/>
            <a:ext cx="1800" cy="4330800"/>
          </a:xfrm>
          <a:prstGeom prst="line">
            <a:avLst/>
          </a:prstGeom>
          <a:ln w="9360">
            <a:solidFill>
              <a:srgbClr val="4A7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CustomShape 11"/>
          <p:cNvSpPr/>
          <p:nvPr/>
        </p:nvSpPr>
        <p:spPr>
          <a:xfrm>
            <a:off x="3719520" y="2003400"/>
            <a:ext cx="1276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 3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12"/>
          <p:cNvSpPr/>
          <p:nvPr/>
        </p:nvSpPr>
        <p:spPr>
          <a:xfrm>
            <a:off x="7104240" y="2038320"/>
            <a:ext cx="965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Example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13"/>
          <p:cNvSpPr/>
          <p:nvPr/>
        </p:nvSpPr>
        <p:spPr>
          <a:xfrm>
            <a:off x="3189240" y="2451240"/>
            <a:ext cx="2338200" cy="521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CustomShape 14"/>
          <p:cNvSpPr/>
          <p:nvPr/>
        </p:nvSpPr>
        <p:spPr>
          <a:xfrm>
            <a:off x="3189240" y="2451240"/>
            <a:ext cx="2338200" cy="52164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8" name="CustomShape 15"/>
          <p:cNvSpPr/>
          <p:nvPr/>
        </p:nvSpPr>
        <p:spPr>
          <a:xfrm>
            <a:off x="6084720" y="2398680"/>
            <a:ext cx="2755800" cy="46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16"/>
          <p:cNvSpPr/>
          <p:nvPr/>
        </p:nvSpPr>
        <p:spPr>
          <a:xfrm>
            <a:off x="6084720" y="2398680"/>
            <a:ext cx="2755800" cy="46008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17"/>
          <p:cNvSpPr/>
          <p:nvPr/>
        </p:nvSpPr>
        <p:spPr>
          <a:xfrm>
            <a:off x="3719520" y="3357720"/>
            <a:ext cx="1276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 “Zero”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CustomShape 18"/>
          <p:cNvSpPr/>
          <p:nvPr/>
        </p:nvSpPr>
        <p:spPr>
          <a:xfrm>
            <a:off x="3160800" y="3947013"/>
            <a:ext cx="2536560" cy="1114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</a:t>
            </a:r>
            <a:r>
              <a:rPr lang="en-AU" sz="1800" b="1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Except 0</a:t>
            </a:r>
            <a:r>
              <a:rPr lang="en-AU" sz="1800" b="1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</a:t>
            </a: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which has no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meaning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2" name="CustomShape 19"/>
          <p:cNvSpPr/>
          <p:nvPr/>
        </p:nvSpPr>
        <p:spPr>
          <a:xfrm>
            <a:off x="6912000" y="3379680"/>
            <a:ext cx="965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Example</a:t>
            </a:r>
            <a:endParaRPr lang="en-AU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3" name="CustomShape 20"/>
          <p:cNvSpPr/>
          <p:nvPr/>
        </p:nvSpPr>
        <p:spPr>
          <a:xfrm>
            <a:off x="6408720" y="3887640"/>
            <a:ext cx="740880" cy="345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CustomShape 21"/>
          <p:cNvSpPr/>
          <p:nvPr/>
        </p:nvSpPr>
        <p:spPr>
          <a:xfrm>
            <a:off x="6408720" y="3887640"/>
            <a:ext cx="740880" cy="345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5" name="CustomShape 22"/>
          <p:cNvSpPr/>
          <p:nvPr/>
        </p:nvSpPr>
        <p:spPr>
          <a:xfrm>
            <a:off x="6386400" y="4694400"/>
            <a:ext cx="730080" cy="34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y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23"/>
          <p:cNvSpPr/>
          <p:nvPr/>
        </p:nvSpPr>
        <p:spPr>
          <a:xfrm>
            <a:off x="6386400" y="4319640"/>
            <a:ext cx="1120680" cy="34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0840" rIns="90000" bIns="45000"/>
          <a:lstStyle/>
          <a:p>
            <a:pPr>
              <a:lnSpc>
                <a:spcPct val="93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2134</a:t>
            </a:r>
            <a:r>
              <a:rPr lang="en-AU" sz="1800" strike="noStrike" spc="-1" baseline="3300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 </a:t>
            </a: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AU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Try the following..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431640" indent="-323640">
              <a:lnSpc>
                <a:spcPct val="100000"/>
              </a:lnSpc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1640" indent="-323640">
              <a:lnSpc>
                <a:spcPct val="100000"/>
              </a:lnSpc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3"/>
          <p:cNvSpPr/>
          <p:nvPr/>
        </p:nvSpPr>
        <p:spPr>
          <a:xfrm>
            <a:off x="576360" y="1600200"/>
            <a:ext cx="6030360" cy="4168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 (21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						2.  (3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 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3.   (4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	4.  (a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5.  (m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	6.  (4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ejaVu Sans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7.  2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(2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8.  n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(n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 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26E3-043F-45B6-8A64-73CF54AE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8F9E5-BFB1-4C29-87E3-1778CAE59A6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6696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</TotalTime>
  <Words>173</Words>
  <Application>Microsoft Office PowerPoint</Application>
  <PresentationFormat>On-screen Show (4:3)</PresentationFormat>
  <Paragraphs>80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85</cp:revision>
  <cp:lastPrinted>2016-02-04T11:51:09Z</cp:lastPrinted>
  <dcterms:created xsi:type="dcterms:W3CDTF">2014-05-14T02:58:57Z</dcterms:created>
  <dcterms:modified xsi:type="dcterms:W3CDTF">2018-11-28T13:56:19Z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The Department of Education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11</vt:i4>
  </property>
</Properties>
</file>