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322" r:id="rId2"/>
    <p:sldId id="257" r:id="rId3"/>
    <p:sldId id="331" r:id="rId4"/>
    <p:sldId id="333" r:id="rId5"/>
    <p:sldId id="267" r:id="rId6"/>
    <p:sldId id="332" r:id="rId7"/>
    <p:sldId id="334" r:id="rId8"/>
    <p:sldId id="260" r:id="rId9"/>
    <p:sldId id="30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22"/>
            <p14:sldId id="257"/>
            <p14:sldId id="331"/>
            <p14:sldId id="333"/>
            <p14:sldId id="267"/>
            <p14:sldId id="332"/>
            <p14:sldId id="334"/>
            <p14:sldId id="260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1E7I7_r3C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10300" y="1970631"/>
            <a:ext cx="5160787" cy="41946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r>
              <a:rPr lang="en-AU" dirty="0"/>
              <a:t>Copy and complete this table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84DD7-2799-4D1D-8E5C-4B4EBA6E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22" y="3001618"/>
            <a:ext cx="6145278" cy="19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Introduction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 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/>
          <a:lstStyle/>
          <a:p>
            <a:r>
              <a:rPr lang="en-AU" dirty="0"/>
              <a:t>Who Was Pythagoras?</a:t>
            </a:r>
            <a:endParaRPr lang="en-GB" dirty="0"/>
          </a:p>
        </p:txBody>
      </p:sp>
      <p:pic>
        <p:nvPicPr>
          <p:cNvPr id="4" name="Online Media 3" title="What was up with Pythagoras?">
            <a:hlinkClick r:id="" action="ppaction://media"/>
            <a:extLst>
              <a:ext uri="{FF2B5EF4-FFF2-40B4-BE49-F238E27FC236}">
                <a16:creationId xmlns:a16="http://schemas.microsoft.com/office/drawing/2014/main" id="{998D31BB-2301-4276-9958-B951C4B4D41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28767" y="1762298"/>
            <a:ext cx="7880004" cy="44325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1C49C-F173-45E4-8461-E184C5617254}"/>
              </a:ext>
            </a:extLst>
          </p:cNvPr>
          <p:cNvSpPr/>
          <p:nvPr/>
        </p:nvSpPr>
        <p:spPr>
          <a:xfrm>
            <a:off x="3207228" y="6292334"/>
            <a:ext cx="5777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https://www.youtube.com/watch?v=X1E7I7_r3Cw</a:t>
            </a:r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54110" y="2890266"/>
            <a:ext cx="369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hypotenuse is the longest side of a right-angled triangle.</a:t>
            </a:r>
          </a:p>
          <a:p>
            <a:endParaRPr lang="en-AU" dirty="0"/>
          </a:p>
          <a:p>
            <a:r>
              <a:rPr lang="en-AU" dirty="0"/>
              <a:t>It is opposite the right angle.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4BA58-6A46-44EF-9DCB-C36CC072C4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27913" y="3490431"/>
            <a:ext cx="2726197" cy="682558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054BB3-9BA4-4BAD-8B48-67FAFEA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3" y="3313556"/>
            <a:ext cx="3791928" cy="2937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92903" y="2632364"/>
            <a:ext cx="280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Worked Example:</a:t>
            </a:r>
          </a:p>
          <a:p>
            <a:r>
              <a:rPr lang="en-AU" sz="2000" dirty="0"/>
              <a:t>Find the length of the hypotenuse in this right-angled triangle.</a:t>
            </a:r>
          </a:p>
          <a:p>
            <a:pPr algn="ctr"/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9CB8EA-C260-4345-9676-8B6B8CDD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261" y="2370012"/>
            <a:ext cx="9966288" cy="2439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75FF2D-7024-4599-BC57-F9CBC690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2787229"/>
            <a:ext cx="1564735" cy="375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E35CEB-F94C-48B5-A64F-F9E68EF7D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0" y="3195627"/>
            <a:ext cx="1759093" cy="3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51ABA2-0489-4B8F-B5DE-6227B4FB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3481169"/>
            <a:ext cx="1610474" cy="3440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A4BF0B-BC6B-41DF-B39F-64E05A8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05" y="3890326"/>
            <a:ext cx="1610474" cy="3440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E1A33E-C67A-4EE4-8926-7E51782AF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11" y="4310003"/>
            <a:ext cx="1610474" cy="3440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C56DF5-40B7-4AFA-A2E6-10A8775A703A}"/>
              </a:ext>
            </a:extLst>
          </p:cNvPr>
          <p:cNvSpPr txBox="1"/>
          <p:nvPr/>
        </p:nvSpPr>
        <p:spPr>
          <a:xfrm>
            <a:off x="99391" y="2186609"/>
            <a:ext cx="1766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the length of the hypotenuse?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8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side is the hypotenuse?</a:t>
            </a:r>
          </a:p>
          <a:p>
            <a:r>
              <a:rPr lang="en-AU" dirty="0"/>
              <a:t>Determine the length of the hypotenuse.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12cm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= 5cm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3259302" y="563765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2C21F-CE3E-4D1E-B974-65386641B2E6}"/>
              </a:ext>
            </a:extLst>
          </p:cNvPr>
          <p:cNvSpPr txBox="1"/>
          <p:nvPr/>
        </p:nvSpPr>
        <p:spPr>
          <a:xfrm>
            <a:off x="7248274" y="2913960"/>
            <a:ext cx="4604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Answers</a:t>
            </a:r>
          </a:p>
          <a:p>
            <a:endParaRPr lang="en-AU" sz="2000" dirty="0"/>
          </a:p>
          <a:p>
            <a:r>
              <a:rPr lang="en-AU" sz="2000" dirty="0"/>
              <a:t>The hypotenuse is side f.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Excel Worksheets</a:t>
            </a:r>
          </a:p>
          <a:p>
            <a:pPr marL="0" indent="0">
              <a:buNone/>
            </a:pPr>
            <a:r>
              <a:rPr lang="en-AU" dirty="0"/>
              <a:t>Naming the Hypotenuse</a:t>
            </a:r>
          </a:p>
          <a:p>
            <a:pPr marL="0" indent="0">
              <a:buNone/>
            </a:pPr>
            <a:r>
              <a:rPr lang="en-AU" dirty="0"/>
              <a:t>Find the Length of the Hypotenuse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Dwyer Year 9 Text</a:t>
            </a:r>
          </a:p>
          <a:p>
            <a:pPr marL="0" indent="0">
              <a:buNone/>
            </a:pPr>
            <a:r>
              <a:rPr lang="en-AU" dirty="0"/>
              <a:t>Exercise 7.3 </a:t>
            </a:r>
          </a:p>
          <a:p>
            <a:pPr marL="0" indent="0">
              <a:buNone/>
            </a:pPr>
            <a:r>
              <a:rPr lang="en-AU" dirty="0"/>
              <a:t>Questions 1- 6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6473</TotalTime>
  <Words>347</Words>
  <Application>Microsoft Office PowerPoint</Application>
  <PresentationFormat>Widescreen</PresentationFormat>
  <Paragraphs>80</Paragraphs>
  <Slides>9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Topic: Pythagoras Theorem EQ: What is the Pythagoras Theorem?</vt:lpstr>
      <vt:lpstr>Pythagoras Introduction</vt:lpstr>
      <vt:lpstr>Who Was Pythagoras?</vt:lpstr>
      <vt:lpstr>PowerPoint Presentation</vt:lpstr>
      <vt:lpstr>PowerPoint Presentation</vt:lpstr>
      <vt:lpstr>PowerPoint Presentation</vt:lpstr>
      <vt:lpstr>We Do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39</cp:revision>
  <dcterms:created xsi:type="dcterms:W3CDTF">2017-10-15T23:31:24Z</dcterms:created>
  <dcterms:modified xsi:type="dcterms:W3CDTF">2018-06-06T17:45:28Z</dcterms:modified>
</cp:coreProperties>
</file>