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3395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6556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386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994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734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531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6730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7103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607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5635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973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064F8-0A58-49E2-B763-151479046935}" type="datetimeFigureOut">
              <a:rPr lang="en-AU" smtClean="0"/>
              <a:t>18/06/2018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B4128-BC12-470F-91FF-C3EACB305C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185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4FF40-68AB-496F-8AB1-5AAFA0C801CA}"/>
              </a:ext>
            </a:extLst>
          </p:cNvPr>
          <p:cNvSpPr/>
          <p:nvPr/>
        </p:nvSpPr>
        <p:spPr>
          <a:xfrm>
            <a:off x="2474730" y="201482"/>
            <a:ext cx="31730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https://youtu.be/eajEY8WbVwc</a:t>
            </a:r>
          </a:p>
        </p:txBody>
      </p:sp>
      <p:pic>
        <p:nvPicPr>
          <p:cNvPr id="3" name="How To Make A Perfect Right Angle [3-4-5 Method]">
            <a:hlinkClick r:id="" action="ppaction://media"/>
            <a:extLst>
              <a:ext uri="{FF2B5EF4-FFF2-40B4-BE49-F238E27FC236}">
                <a16:creationId xmlns:a16="http://schemas.microsoft.com/office/drawing/2014/main" id="{4F1B68B5-48C3-4712-B9A8-94E88CEC1F2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9984" y="635129"/>
            <a:ext cx="7599328" cy="427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6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38238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73193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819" y="0"/>
            <a:ext cx="40616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00" dirty="0"/>
              <a:t>24</a:t>
            </a:r>
          </a:p>
          <a:p>
            <a:r>
              <a:rPr lang="en-AU" sz="700" dirty="0"/>
              <a:t>7</a:t>
            </a:r>
          </a:p>
          <a:p>
            <a:r>
              <a:rPr lang="en-AU" sz="7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83097" y="722076"/>
            <a:ext cx="16207" cy="572596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11987" y="-52895"/>
            <a:ext cx="4430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Topic: Pythagoras Problem Solving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CA6A26-836E-42B1-99E4-55AD63B76824}"/>
              </a:ext>
            </a:extLst>
          </p:cNvPr>
          <p:cNvSpPr txBox="1"/>
          <p:nvPr/>
        </p:nvSpPr>
        <p:spPr>
          <a:xfrm>
            <a:off x="7209187" y="-36000"/>
            <a:ext cx="8533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Date: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23BE65-9D90-4392-943B-E98F602F55A9}"/>
              </a:ext>
            </a:extLst>
          </p:cNvPr>
          <p:cNvSpPr txBox="1"/>
          <p:nvPr/>
        </p:nvSpPr>
        <p:spPr>
          <a:xfrm>
            <a:off x="141556" y="334591"/>
            <a:ext cx="7437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EQ: How do we solve problems with Pythagoras theorem?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EBC360-6807-4738-B012-C37B3F2EAF41}"/>
              </a:ext>
            </a:extLst>
          </p:cNvPr>
          <p:cNvSpPr txBox="1"/>
          <p:nvPr/>
        </p:nvSpPr>
        <p:spPr>
          <a:xfrm>
            <a:off x="1627200" y="917860"/>
            <a:ext cx="67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1.  If there isn’t a diagram, create one.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815740-04E4-4C9E-BDF5-62B59446B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601" y="1287192"/>
            <a:ext cx="4708800" cy="941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35150AB-6C19-4018-B9EF-FB113302D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579" y="1408796"/>
            <a:ext cx="1771718" cy="16636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D2A1BE-6532-40F7-A9E6-537D8B4BB89E}"/>
              </a:ext>
            </a:extLst>
          </p:cNvPr>
          <p:cNvSpPr txBox="1"/>
          <p:nvPr/>
        </p:nvSpPr>
        <p:spPr>
          <a:xfrm>
            <a:off x="1785601" y="2413618"/>
            <a:ext cx="677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2.  Identify the right angled triangle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22C99DF-FE35-402D-9E18-45C25D5E7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058" y="3137058"/>
            <a:ext cx="1954348" cy="1528580"/>
          </a:xfrm>
          <a:prstGeom prst="rect">
            <a:avLst/>
          </a:prstGeom>
        </p:spPr>
      </p:pic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F4519977-7D16-405F-B2BE-2430028CF5E3}"/>
              </a:ext>
            </a:extLst>
          </p:cNvPr>
          <p:cNvSpPr/>
          <p:nvPr/>
        </p:nvSpPr>
        <p:spPr>
          <a:xfrm flipH="1">
            <a:off x="7488000" y="1525460"/>
            <a:ext cx="446400" cy="534050"/>
          </a:xfrm>
          <a:prstGeom prst="rtTriangl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A62EC3-B3B6-4A27-BCC4-9BD1BB288648}"/>
              </a:ext>
            </a:extLst>
          </p:cNvPr>
          <p:cNvSpPr txBox="1"/>
          <p:nvPr/>
        </p:nvSpPr>
        <p:spPr>
          <a:xfrm>
            <a:off x="1785601" y="3072482"/>
            <a:ext cx="4708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3.  Use the measurements you have to identify the lengths of any sides you can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A4CBDD-341A-44B8-9100-B9B90198D6AA}"/>
              </a:ext>
            </a:extLst>
          </p:cNvPr>
          <p:cNvCxnSpPr>
            <a:cxnSpLocks/>
          </p:cNvCxnSpPr>
          <p:nvPr/>
        </p:nvCxnSpPr>
        <p:spPr>
          <a:xfrm>
            <a:off x="3950677" y="1525460"/>
            <a:ext cx="3810000" cy="28001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92DFFEDE-9792-4D66-B157-5E798DD811D2}"/>
              </a:ext>
            </a:extLst>
          </p:cNvPr>
          <p:cNvSpPr/>
          <p:nvPr/>
        </p:nvSpPr>
        <p:spPr>
          <a:xfrm>
            <a:off x="6671162" y="3017182"/>
            <a:ext cx="2405449" cy="273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B1D33F-8DDA-425A-AAC1-6A67136C2D7B}"/>
              </a:ext>
            </a:extLst>
          </p:cNvPr>
          <p:cNvSpPr txBox="1"/>
          <p:nvPr/>
        </p:nvSpPr>
        <p:spPr>
          <a:xfrm>
            <a:off x="1828961" y="3685481"/>
            <a:ext cx="470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Step 4. Solve using Pythagoras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E6A33A0-66F6-428E-9048-0287EC30CA61}"/>
              </a:ext>
            </a:extLst>
          </p:cNvPr>
          <p:cNvCxnSpPr>
            <a:cxnSpLocks/>
          </p:cNvCxnSpPr>
          <p:nvPr/>
        </p:nvCxnSpPr>
        <p:spPr>
          <a:xfrm>
            <a:off x="2796088" y="1960578"/>
            <a:ext cx="5606312" cy="19407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CE54762D-FD7A-4E40-9ACF-933C0FA6F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446" y="3945872"/>
            <a:ext cx="2127845" cy="1769128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C3A3E8C-7AD6-420D-B265-9E5E80085D82}"/>
              </a:ext>
            </a:extLst>
          </p:cNvPr>
          <p:cNvCxnSpPr>
            <a:cxnSpLocks/>
          </p:cNvCxnSpPr>
          <p:nvPr/>
        </p:nvCxnSpPr>
        <p:spPr>
          <a:xfrm>
            <a:off x="2110491" y="1893332"/>
            <a:ext cx="4726524" cy="2247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236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 animBg="1"/>
      <p:bldP spid="19" grpId="0"/>
      <p:bldP spid="29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A9FFC7-8014-4270-B82E-E9B942B83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16" y="587332"/>
            <a:ext cx="7334250" cy="18383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36FC869-8A9B-4B8D-894F-03AA806FC403}"/>
              </a:ext>
            </a:extLst>
          </p:cNvPr>
          <p:cNvSpPr/>
          <p:nvPr/>
        </p:nvSpPr>
        <p:spPr>
          <a:xfrm>
            <a:off x="674216" y="304800"/>
            <a:ext cx="5528876" cy="70845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950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55DD10-7967-4C04-A7CF-79FE5FE61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935" y="302225"/>
            <a:ext cx="7286625" cy="2095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FBF053-2F16-4897-B68D-7BC032AB8972}"/>
              </a:ext>
            </a:extLst>
          </p:cNvPr>
          <p:cNvSpPr txBox="1"/>
          <p:nvPr/>
        </p:nvSpPr>
        <p:spPr>
          <a:xfrm>
            <a:off x="337751" y="189470"/>
            <a:ext cx="397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</a:t>
            </a:r>
          </a:p>
        </p:txBody>
      </p:sp>
    </p:spTree>
    <p:extLst>
      <p:ext uri="{BB962C8B-B14F-4D97-AF65-F5344CB8AC3E}">
        <p14:creationId xmlns:p14="http://schemas.microsoft.com/office/powerpoint/2010/main" val="1729926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FBF053-2F16-4897-B68D-7BC032AB8972}"/>
              </a:ext>
            </a:extLst>
          </p:cNvPr>
          <p:cNvSpPr txBox="1"/>
          <p:nvPr/>
        </p:nvSpPr>
        <p:spPr>
          <a:xfrm>
            <a:off x="337751" y="189470"/>
            <a:ext cx="397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323A78-E3C2-4714-8AB8-BA6EEA4E9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834" y="635858"/>
            <a:ext cx="74295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796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2736D4-DA3E-4615-858F-F51F9D837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34" y="363495"/>
            <a:ext cx="73533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09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96EA4-E6C0-4FD4-872A-F0CD3BA7B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64" y="356801"/>
            <a:ext cx="7324725" cy="20193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35F03EB-0F23-46EF-8A6A-E5A92AE4541B}"/>
              </a:ext>
            </a:extLst>
          </p:cNvPr>
          <p:cNvSpPr/>
          <p:nvPr/>
        </p:nvSpPr>
        <p:spPr>
          <a:xfrm>
            <a:off x="2866768" y="724930"/>
            <a:ext cx="4670854" cy="1655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114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6DF1E5-0BE5-4485-9DD2-15CC0C739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58" y="133350"/>
            <a:ext cx="7210425" cy="1790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8BD9BA5-CD7E-4F3E-939C-F303BF4F2978}"/>
              </a:ext>
            </a:extLst>
          </p:cNvPr>
          <p:cNvSpPr/>
          <p:nvPr/>
        </p:nvSpPr>
        <p:spPr>
          <a:xfrm>
            <a:off x="3575222" y="642551"/>
            <a:ext cx="4670854" cy="1655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7324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1039</TotalTime>
  <Words>76</Words>
  <Application>Microsoft Office PowerPoint</Application>
  <PresentationFormat>On-screen Show (16:10)</PresentationFormat>
  <Paragraphs>14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8</cp:revision>
  <dcterms:created xsi:type="dcterms:W3CDTF">2018-06-17T13:28:22Z</dcterms:created>
  <dcterms:modified xsi:type="dcterms:W3CDTF">2018-06-18T06:49:22Z</dcterms:modified>
</cp:coreProperties>
</file>