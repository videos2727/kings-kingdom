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57" r:id="rId4"/>
    <p:sldId id="260" r:id="rId5"/>
    <p:sldId id="262" r:id="rId6"/>
    <p:sldId id="266" r:id="rId7"/>
    <p:sldId id="267" r:id="rId8"/>
    <p:sldId id="265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57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20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56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24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63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78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69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547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5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554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261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1215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647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839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1111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049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384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0539F4A-CE88-433F-9892-937EE53AA716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977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BF5D4-B2D4-49C9-A9F8-AAC29D346FED}"/>
              </a:ext>
            </a:extLst>
          </p:cNvPr>
          <p:cNvSpPr txBox="1"/>
          <p:nvPr/>
        </p:nvSpPr>
        <p:spPr>
          <a:xfrm>
            <a:off x="0" y="31860"/>
            <a:ext cx="1219200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b="1" u="sng" dirty="0"/>
              <a:t>Today</a:t>
            </a:r>
          </a:p>
          <a:p>
            <a:r>
              <a:rPr lang="en-AU" sz="4400" dirty="0"/>
              <a:t>Topic: Re-arranging simple interest equation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C3607-A371-4F54-B4B6-218CB29694BF}"/>
              </a:ext>
            </a:extLst>
          </p:cNvPr>
          <p:cNvSpPr txBox="1"/>
          <p:nvPr/>
        </p:nvSpPr>
        <p:spPr>
          <a:xfrm>
            <a:off x="207189" y="1561818"/>
            <a:ext cx="8143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EQ: How do you calculate for the other variables in the simple interest formula</a:t>
            </a:r>
            <a:r>
              <a:rPr lang="en-AU" sz="320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4EA27-F7DD-42A4-9BB5-B0202878D803}"/>
              </a:ext>
            </a:extLst>
          </p:cNvPr>
          <p:cNvSpPr txBox="1"/>
          <p:nvPr/>
        </p:nvSpPr>
        <p:spPr>
          <a:xfrm>
            <a:off x="810869" y="3228759"/>
            <a:ext cx="51282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FF00"/>
                </a:solidFill>
              </a:rPr>
              <a:t>Mental warm up:</a:t>
            </a:r>
          </a:p>
          <a:p>
            <a:endParaRPr lang="en-AU" sz="2400" b="1" dirty="0">
              <a:solidFill>
                <a:srgbClr val="FFFF00"/>
              </a:solidFill>
            </a:endParaRPr>
          </a:p>
          <a:p>
            <a:r>
              <a:rPr lang="en-AU" sz="2400" b="1" dirty="0">
                <a:solidFill>
                  <a:srgbClr val="FFFF00"/>
                </a:solidFill>
              </a:rPr>
              <a:t>Chocolate for the first person to find the missing number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80657-951C-4960-8531-BC95A0A3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341" y="2100427"/>
            <a:ext cx="4487607" cy="4487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0E12D2-4B6C-44AA-A0FC-EF0F6870E50D}"/>
              </a:ext>
            </a:extLst>
          </p:cNvPr>
          <p:cNvSpPr txBox="1"/>
          <p:nvPr/>
        </p:nvSpPr>
        <p:spPr>
          <a:xfrm>
            <a:off x="4607511" y="124287"/>
            <a:ext cx="559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FF00"/>
                </a:solidFill>
              </a:rPr>
              <a:t>Everyone needs a calculator for today!!!</a:t>
            </a:r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25766D-8809-408B-8BBD-F7F2D3698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33350"/>
            <a:ext cx="6400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Word Problem #1 – As a Class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35006" y="1233996"/>
            <a:ext cx="9614847" cy="501440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>
                <a:latin typeface="+mn-lt"/>
              </a:rPr>
              <a:t>Joe wants to borrow $2000 from a bank to buy a new car. He will take 2 years to pay the money back, and the bank’s interest rate is 8% per annum (per year). </a:t>
            </a:r>
          </a:p>
          <a:p>
            <a:pPr>
              <a:buFont typeface="Wingdings" pitchFamily="2" charset="2"/>
              <a:buNone/>
            </a:pPr>
            <a:endParaRPr lang="en-AU" dirty="0">
              <a:latin typeface="+mn-lt"/>
            </a:endParaRPr>
          </a:p>
          <a:p>
            <a:pPr>
              <a:buFont typeface="Wingdings" pitchFamily="2" charset="2"/>
              <a:buNone/>
            </a:pPr>
            <a:r>
              <a:rPr lang="en-AU" dirty="0">
                <a:latin typeface="+mn-lt"/>
              </a:rPr>
              <a:t>How much simple interest does </a:t>
            </a:r>
            <a:r>
              <a:rPr lang="en-AU" dirty="0"/>
              <a:t>he pay?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F5C1C-8494-4482-8442-694B4A6C5407}"/>
              </a:ext>
            </a:extLst>
          </p:cNvPr>
          <p:cNvSpPr txBox="1"/>
          <p:nvPr/>
        </p:nvSpPr>
        <p:spPr>
          <a:xfrm>
            <a:off x="8966447" y="83386"/>
            <a:ext cx="322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Write on LHS of note book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4D873-F8D5-4266-9380-3B8AA0F0E947}"/>
              </a:ext>
            </a:extLst>
          </p:cNvPr>
          <p:cNvSpPr txBox="1"/>
          <p:nvPr/>
        </p:nvSpPr>
        <p:spPr>
          <a:xfrm>
            <a:off x="8220723" y="2142431"/>
            <a:ext cx="3906174" cy="286232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3515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37351" y="260648"/>
            <a:ext cx="9637317" cy="1319402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Word Problem #2 Work with a partner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37352" y="1020932"/>
            <a:ext cx="9712502" cy="522746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Susie borrows $4500 for a holiday. She expects to pay it off after 18 months. The bank charges 9% </a:t>
            </a:r>
            <a:r>
              <a:rPr lang="en-AU" i="1" dirty="0"/>
              <a:t>per annum </a:t>
            </a:r>
            <a:r>
              <a:rPr lang="en-AU" dirty="0"/>
              <a:t>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Susie pay? 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she pay altogether?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2B4F0-E10C-4878-8281-37FF4672F608}"/>
              </a:ext>
            </a:extLst>
          </p:cNvPr>
          <p:cNvSpPr txBox="1"/>
          <p:nvPr/>
        </p:nvSpPr>
        <p:spPr>
          <a:xfrm>
            <a:off x="8220723" y="2142431"/>
            <a:ext cx="3906174" cy="286232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467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Word Problem #3 Solo practice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39697" y="1111500"/>
            <a:ext cx="9742503" cy="231750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Steph invests $6000 at 14% p.a. interest for 5 years. 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did Steph earn?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DE040-B05D-4754-8CF5-E1231015F507}"/>
              </a:ext>
            </a:extLst>
          </p:cNvPr>
          <p:cNvSpPr txBox="1"/>
          <p:nvPr/>
        </p:nvSpPr>
        <p:spPr>
          <a:xfrm>
            <a:off x="9650027" y="1296140"/>
            <a:ext cx="2192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Check with your shoulder partner!</a:t>
            </a:r>
          </a:p>
        </p:txBody>
      </p:sp>
    </p:spTree>
    <p:extLst>
      <p:ext uri="{BB962C8B-B14F-4D97-AF65-F5344CB8AC3E}">
        <p14:creationId xmlns:p14="http://schemas.microsoft.com/office/powerpoint/2010/main" val="20292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263244" y="403204"/>
            <a:ext cx="4103822" cy="1200329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4905" y="2420622"/>
            <a:ext cx="6408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need to re-arrange the equation using back-tracking</a:t>
            </a:r>
          </a:p>
          <a:p>
            <a:endParaRPr lang="en-AU" sz="1000" dirty="0"/>
          </a:p>
          <a:p>
            <a:r>
              <a:rPr lang="en-AU" sz="2400" dirty="0"/>
              <a:t>Backtracking uses opposite operations to find the unknown.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>
            <a:cxnSpLocks/>
          </p:cNvCxnSpPr>
          <p:nvPr/>
        </p:nvCxnSpPr>
        <p:spPr>
          <a:xfrm>
            <a:off x="79899" y="62068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>
            <a:cxnSpLocks/>
          </p:cNvCxnSpPr>
          <p:nvPr/>
        </p:nvCxnSpPr>
        <p:spPr>
          <a:xfrm>
            <a:off x="79899" y="134076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168676" y="695881"/>
            <a:ext cx="9894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solve for the other variables?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168676" y="48229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Re-arranging simple interest formula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2559082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43643E-DCCB-48B4-9358-841805B9EB32}"/>
              </a:ext>
            </a:extLst>
          </p:cNvPr>
          <p:cNvSpPr txBox="1"/>
          <p:nvPr/>
        </p:nvSpPr>
        <p:spPr>
          <a:xfrm>
            <a:off x="2666955" y="1781112"/>
            <a:ext cx="7801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FF00"/>
                </a:solidFill>
              </a:rPr>
              <a:t>In this equation simple interest is the subject but what if we wanted to find the rate? (or principal amount or time)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80FC7-C9D0-45CE-AE63-462CC935F31D}"/>
              </a:ext>
            </a:extLst>
          </p:cNvPr>
          <p:cNvSpPr txBox="1"/>
          <p:nvPr/>
        </p:nvSpPr>
        <p:spPr>
          <a:xfrm>
            <a:off x="467226" y="1518348"/>
            <a:ext cx="228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subject?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25A5B-B400-4684-85AD-23BF109252B9}"/>
              </a:ext>
            </a:extLst>
          </p:cNvPr>
          <p:cNvSpPr txBox="1"/>
          <p:nvPr/>
        </p:nvSpPr>
        <p:spPr>
          <a:xfrm>
            <a:off x="2749739" y="1449417"/>
            <a:ext cx="592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Whatever is being solved for in the equation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CDCFA-E502-4EDE-ADDC-4986EBAA8F8F}"/>
              </a:ext>
            </a:extLst>
          </p:cNvPr>
          <p:cNvSpPr txBox="1"/>
          <p:nvPr/>
        </p:nvSpPr>
        <p:spPr>
          <a:xfrm>
            <a:off x="168697" y="2601407"/>
            <a:ext cx="228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get a different subject?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5779FF-1519-4ED4-8EB6-BF5B21111BEB}"/>
              </a:ext>
            </a:extLst>
          </p:cNvPr>
          <p:cNvSpPr txBox="1"/>
          <p:nvPr/>
        </p:nvSpPr>
        <p:spPr>
          <a:xfrm>
            <a:off x="9021115" y="2427092"/>
            <a:ext cx="3110133" cy="15081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Opposite Operations</a:t>
            </a:r>
          </a:p>
          <a:p>
            <a:endParaRPr lang="en-AU" dirty="0">
              <a:solidFill>
                <a:srgbClr val="00B0F0"/>
              </a:solidFill>
            </a:endParaRPr>
          </a:p>
          <a:p>
            <a:r>
              <a:rPr lang="en-AU" dirty="0">
                <a:solidFill>
                  <a:srgbClr val="00B0F0"/>
                </a:solidFill>
              </a:rPr>
              <a:t> Addition and Subtraction</a:t>
            </a:r>
          </a:p>
          <a:p>
            <a:r>
              <a:rPr lang="en-AU" dirty="0">
                <a:solidFill>
                  <a:srgbClr val="00B0F0"/>
                </a:solidFill>
              </a:rPr>
              <a:t>Multiplication and Division</a:t>
            </a:r>
            <a:r>
              <a:rPr lang="en-AU" sz="2000" dirty="0">
                <a:solidFill>
                  <a:srgbClr val="00B0F0"/>
                </a:solidFill>
              </a:rPr>
              <a:t> </a:t>
            </a:r>
          </a:p>
          <a:p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5BFEBA-7DE2-40C9-9ED6-4988252BD0C8}"/>
              </a:ext>
            </a:extLst>
          </p:cNvPr>
          <p:cNvSpPr txBox="1"/>
          <p:nvPr/>
        </p:nvSpPr>
        <p:spPr>
          <a:xfrm>
            <a:off x="2443273" y="43393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rgbClr val="FFFF00"/>
                </a:solidFill>
              </a:rPr>
              <a:t>RT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C9FF3B-9018-4C65-9CE1-75C77113CE53}"/>
              </a:ext>
            </a:extLst>
          </p:cNvPr>
          <p:cNvSpPr txBox="1"/>
          <p:nvPr/>
        </p:nvSpPr>
        <p:spPr>
          <a:xfrm>
            <a:off x="122293" y="4488273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07E8B-6C2F-4FD9-AA56-9DF34804CA42}"/>
              </a:ext>
            </a:extLst>
          </p:cNvPr>
          <p:cNvSpPr txBox="1"/>
          <p:nvPr/>
        </p:nvSpPr>
        <p:spPr>
          <a:xfrm>
            <a:off x="5859259" y="4272551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F5493-7992-46F1-A1C7-3C30DD8EE608}"/>
              </a:ext>
            </a:extLst>
          </p:cNvPr>
          <p:cNvSpPr txBox="1"/>
          <p:nvPr/>
        </p:nvSpPr>
        <p:spPr>
          <a:xfrm>
            <a:off x="7814629" y="4607733"/>
            <a:ext cx="363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It’s being multiplied by R and 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FFA332-CA5B-4308-A415-F3DE58214752}"/>
              </a:ext>
            </a:extLst>
          </p:cNvPr>
          <p:cNvSpPr txBox="1"/>
          <p:nvPr/>
        </p:nvSpPr>
        <p:spPr>
          <a:xfrm>
            <a:off x="5859261" y="4937438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rgbClr val="FFFF00"/>
                </a:solidFill>
              </a:rPr>
              <a:t>Division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/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blipFill>
                <a:blip r:embed="rId2"/>
                <a:stretch>
                  <a:fillRect l="-4211" r="-7368"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/>
              <p:nvPr/>
            </p:nvSpPr>
            <p:spPr>
              <a:xfrm>
                <a:off x="2685383" y="5005830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383" y="5005830"/>
                <a:ext cx="578941" cy="276999"/>
              </a:xfrm>
              <a:prstGeom prst="rect">
                <a:avLst/>
              </a:prstGeom>
              <a:blipFill>
                <a:blip r:embed="rId3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45B010B-755E-4492-BB71-C70A09B18897}"/>
              </a:ext>
            </a:extLst>
          </p:cNvPr>
          <p:cNvSpPr txBox="1"/>
          <p:nvPr/>
        </p:nvSpPr>
        <p:spPr>
          <a:xfrm>
            <a:off x="5954108" y="5466048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/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rgbClr val="FFFF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659556"/>
      </p:ext>
    </p:extLst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7" grpId="0"/>
      <p:bldP spid="8" grpId="0"/>
      <p:bldP spid="19" grpId="0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263244" y="403204"/>
            <a:ext cx="4103822" cy="1200329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>
            <a:cxnSpLocks/>
          </p:cNvCxnSpPr>
          <p:nvPr/>
        </p:nvCxnSpPr>
        <p:spPr>
          <a:xfrm>
            <a:off x="79899" y="62068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>
            <a:cxnSpLocks/>
          </p:cNvCxnSpPr>
          <p:nvPr/>
        </p:nvCxnSpPr>
        <p:spPr>
          <a:xfrm>
            <a:off x="79899" y="1340768"/>
            <a:ext cx="818334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168676" y="695881"/>
            <a:ext cx="9894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solve for the other variables?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168676" y="48229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Re-arranging simple interest formula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2559082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5BFEBA-7DE2-40C9-9ED6-4988252BD0C8}"/>
              </a:ext>
            </a:extLst>
          </p:cNvPr>
          <p:cNvSpPr txBox="1"/>
          <p:nvPr/>
        </p:nvSpPr>
        <p:spPr>
          <a:xfrm>
            <a:off x="2269333" y="1332603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rgbClr val="FFFF00"/>
                </a:solidFill>
              </a:rPr>
              <a:t>RT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C9FF3B-9018-4C65-9CE1-75C77113CE53}"/>
              </a:ext>
            </a:extLst>
          </p:cNvPr>
          <p:cNvSpPr txBox="1"/>
          <p:nvPr/>
        </p:nvSpPr>
        <p:spPr>
          <a:xfrm>
            <a:off x="103865" y="1554459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07E8B-6C2F-4FD9-AA56-9DF34804CA42}"/>
              </a:ext>
            </a:extLst>
          </p:cNvPr>
          <p:cNvSpPr txBox="1"/>
          <p:nvPr/>
        </p:nvSpPr>
        <p:spPr>
          <a:xfrm>
            <a:off x="6012464" y="1623546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F5493-7992-46F1-A1C7-3C30DD8EE608}"/>
              </a:ext>
            </a:extLst>
          </p:cNvPr>
          <p:cNvSpPr txBox="1"/>
          <p:nvPr/>
        </p:nvSpPr>
        <p:spPr>
          <a:xfrm>
            <a:off x="8039816" y="1916669"/>
            <a:ext cx="363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It’s being multiplied by R and 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FFA332-CA5B-4308-A415-F3DE58214752}"/>
              </a:ext>
            </a:extLst>
          </p:cNvPr>
          <p:cNvSpPr txBox="1"/>
          <p:nvPr/>
        </p:nvSpPr>
        <p:spPr>
          <a:xfrm>
            <a:off x="6012464" y="2269877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rgbClr val="FFFF00"/>
                </a:solidFill>
              </a:rPr>
              <a:t>Division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/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E3A7D7-8EAF-4C3B-BDC3-07D23EB11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blipFill>
                <a:blip r:embed="rId2"/>
                <a:stretch>
                  <a:fillRect l="-4211" r="-8421" b="-10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/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298CD0-5EC9-4E13-8BC3-490496E14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blipFill>
                <a:blip r:embed="rId3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45B010B-755E-4492-BB71-C70A09B18897}"/>
              </a:ext>
            </a:extLst>
          </p:cNvPr>
          <p:cNvSpPr txBox="1"/>
          <p:nvPr/>
        </p:nvSpPr>
        <p:spPr>
          <a:xfrm>
            <a:off x="6237653" y="2629366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/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B8DFCA-8FF0-4135-89F4-7292907E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1400F62-7DDE-41C7-BE32-F03EF50780B6}"/>
              </a:ext>
            </a:extLst>
          </p:cNvPr>
          <p:cNvSpPr txBox="1"/>
          <p:nvPr/>
        </p:nvSpPr>
        <p:spPr>
          <a:xfrm>
            <a:off x="79899" y="3237052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R the subject of the equation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9391B7-CB15-4C3F-B615-36C696FBF766}"/>
              </a:ext>
            </a:extLst>
          </p:cNvPr>
          <p:cNvSpPr txBox="1"/>
          <p:nvPr/>
        </p:nvSpPr>
        <p:spPr>
          <a:xfrm>
            <a:off x="2269331" y="318503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P</a:t>
            </a:r>
            <a:r>
              <a:rPr lang="en-AU" sz="4000" dirty="0">
                <a:solidFill>
                  <a:srgbClr val="FF0000"/>
                </a:solidFill>
              </a:rPr>
              <a:t>R</a:t>
            </a:r>
            <a:r>
              <a:rPr lang="en-AU" sz="4000" dirty="0">
                <a:solidFill>
                  <a:srgbClr val="FFFF00"/>
                </a:solidFill>
              </a:rPr>
              <a:t>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D0061A-7417-4CA8-BBA6-2E72A2AD831C}"/>
                  </a:ext>
                </a:extLst>
              </p:cNvPr>
              <p:cNvSpPr txBox="1"/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D0061A-7417-4CA8-BBA6-2E72A2AD8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blipFill>
                <a:blip r:embed="rId5"/>
                <a:stretch>
                  <a:fillRect l="-4255" r="-9574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D70D0B-9B22-41EC-A31B-5EF8E0709B8E}"/>
                  </a:ext>
                </a:extLst>
              </p:cNvPr>
              <p:cNvSpPr txBox="1"/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D70D0B-9B22-41EC-A31B-5EF8E0709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blipFill>
                <a:blip r:embed="rId6"/>
                <a:stretch>
                  <a:fillRect l="-4255" r="-8511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376398-CEB8-4C5F-9356-F4A9CF45EFCD}"/>
                  </a:ext>
                </a:extLst>
              </p:cNvPr>
              <p:cNvSpPr txBox="1"/>
              <p:nvPr/>
            </p:nvSpPr>
            <p:spPr>
              <a:xfrm>
                <a:off x="2286622" y="3905541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R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376398-CEB8-4C5F-9356-F4A9CF45E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622" y="3905541"/>
                <a:ext cx="3355755" cy="963149"/>
              </a:xfrm>
              <a:prstGeom prst="rect">
                <a:avLst/>
              </a:prstGeom>
              <a:blipFill>
                <a:blip r:embed="rId7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5FFC5C5-926A-4F53-9440-30998C9D3AE3}"/>
              </a:ext>
            </a:extLst>
          </p:cNvPr>
          <p:cNvSpPr txBox="1"/>
          <p:nvPr/>
        </p:nvSpPr>
        <p:spPr>
          <a:xfrm>
            <a:off x="79899" y="4877174"/>
            <a:ext cx="23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T the subject of the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A26772-92EE-4468-8FD5-8F6CD4B726DC}"/>
                  </a:ext>
                </a:extLst>
              </p:cNvPr>
              <p:cNvSpPr txBox="1"/>
              <p:nvPr/>
            </p:nvSpPr>
            <p:spPr>
              <a:xfrm>
                <a:off x="2269330" y="5755737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A26772-92EE-4468-8FD5-8F6CD4B72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30" y="5755737"/>
                <a:ext cx="3355755" cy="9631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1B149C4-2E0B-4CBD-AF4D-6078141AF9EB}"/>
              </a:ext>
            </a:extLst>
          </p:cNvPr>
          <p:cNvSpPr txBox="1"/>
          <p:nvPr/>
        </p:nvSpPr>
        <p:spPr>
          <a:xfrm>
            <a:off x="2084379" y="49396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</a:rPr>
              <a:t>I = PR</a:t>
            </a:r>
            <a:r>
              <a:rPr lang="en-AU" sz="4000" dirty="0">
                <a:solidFill>
                  <a:srgbClr val="FF0000"/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B79239-5D44-4B83-811D-4C249232A590}"/>
                  </a:ext>
                </a:extLst>
              </p:cNvPr>
              <p:cNvSpPr txBox="1"/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B79239-5D44-4B83-811D-4C249232A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blipFill>
                <a:blip r:embed="rId9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EAB630-A713-4CF7-8FB9-FF9F1B3E6DC4}"/>
                  </a:ext>
                </a:extLst>
              </p:cNvPr>
              <p:cNvSpPr txBox="1"/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EAB630-A713-4CF7-8FB9-FF9F1B3E6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blipFill>
                <a:blip r:embed="rId10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869232"/>
      </p:ext>
    </p:extLst>
  </p:cSld>
  <p:clrMapOvr>
    <a:masterClrMapping/>
  </p:clrMapOvr>
  <p:transition spd="slow">
    <p:wheel spokes="8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F8C9E-B12F-415A-B842-94C79D3B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021" y="2052918"/>
            <a:ext cx="12263021" cy="4195481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E1126-DFAD-4F88-A695-25C39C21E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6" t="37410" r="40656" b="27024"/>
          <a:stretch/>
        </p:blipFill>
        <p:spPr>
          <a:xfrm>
            <a:off x="1751382" y="177553"/>
            <a:ext cx="7357107" cy="279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0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F8C9E-B12F-415A-B842-94C79D3B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021" y="2052918"/>
            <a:ext cx="12263021" cy="4195481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31BBF-A53B-499D-BD68-41FE65521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92" t="34952" r="3883" b="29709"/>
          <a:stretch/>
        </p:blipFill>
        <p:spPr>
          <a:xfrm>
            <a:off x="2504982" y="0"/>
            <a:ext cx="7111014" cy="242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7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F8C9E-B12F-415A-B842-94C79D3B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021" y="2052918"/>
            <a:ext cx="12263021" cy="4195481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4D9EF-F222-4796-94D7-06E17BD78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2" t="42977" r="40437" b="12492"/>
          <a:stretch/>
        </p:blipFill>
        <p:spPr>
          <a:xfrm>
            <a:off x="2636667" y="0"/>
            <a:ext cx="6747029" cy="30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F8C9E-B12F-415A-B842-94C79D3B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021" y="2052918"/>
            <a:ext cx="12263021" cy="4195481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16FE7-0D1F-4926-9B27-8595C7811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11" t="24078" r="5299" b="33204"/>
          <a:stretch/>
        </p:blipFill>
        <p:spPr>
          <a:xfrm>
            <a:off x="2441359" y="0"/>
            <a:ext cx="6716437" cy="29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51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4225</TotalTime>
  <Words>504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Century Gothic</vt:lpstr>
      <vt:lpstr>Wingdings</vt:lpstr>
      <vt:lpstr>Wingdings 3</vt:lpstr>
      <vt:lpstr>Ion</vt:lpstr>
      <vt:lpstr>PowerPoint Presentation</vt:lpstr>
      <vt:lpstr>PowerPoint Presentation</vt:lpstr>
      <vt:lpstr>Word Problem #1 – As a Class </vt:lpstr>
      <vt:lpstr>Word Problem #2 Work with a partner</vt:lpstr>
      <vt:lpstr>Word Problem #3 Solo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E4092707</dc:creator>
  <cp:lastModifiedBy>E4092707</cp:lastModifiedBy>
  <cp:revision>11</cp:revision>
  <dcterms:created xsi:type="dcterms:W3CDTF">2018-02-01T23:14:49Z</dcterms:created>
  <dcterms:modified xsi:type="dcterms:W3CDTF">2018-02-05T22:39:25Z</dcterms:modified>
</cp:coreProperties>
</file>