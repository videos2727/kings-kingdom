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9" r:id="rId2"/>
    <p:sldId id="326" r:id="rId3"/>
    <p:sldId id="340" r:id="rId4"/>
    <p:sldId id="341" r:id="rId5"/>
    <p:sldId id="342" r:id="rId6"/>
    <p:sldId id="343" r:id="rId7"/>
    <p:sldId id="344" r:id="rId8"/>
    <p:sldId id="345" r:id="rId9"/>
    <p:sldId id="260" r:id="rId10"/>
    <p:sldId id="2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gdeline Lum" initials="ML" lastIdx="1" clrIdx="0">
    <p:extLst>
      <p:ext uri="{19B8F6BF-5375-455C-9EA6-DF929625EA0E}">
        <p15:presenceInfo xmlns:p15="http://schemas.microsoft.com/office/powerpoint/2012/main" userId="84ffe2a5011a3e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93" y="4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1FBB1-E461-4EE2-8064-F0C5B06BD487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0EBA9-1C23-4FC6-AAC6-74DECE9A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49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2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60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33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91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9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2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9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5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1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8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223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87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5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40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04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BDBF-F4FC-4BD8-8353-209347E61AA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9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comments" Target="../comments/comment2.xml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comments" Target="../comments/comment3.xml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5.xml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6.xml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Quadratics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759" y="3500278"/>
            <a:ext cx="9446339" cy="10403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the parabola be transformed?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Transformations in mathematics involves, reflection, translation, and dilation. These can be applied to parabolas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D7588-2DDC-4041-8B56-9CD5F8B6D576}"/>
              </a:ext>
            </a:extLst>
          </p:cNvPr>
          <p:cNvSpPr txBox="1"/>
          <p:nvPr/>
        </p:nvSpPr>
        <p:spPr>
          <a:xfrm>
            <a:off x="-922" y="1387627"/>
            <a:ext cx="2075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transformation?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EFAEB-A4E2-499C-964E-5DD605C5DB44}"/>
                  </a:ext>
                </a:extLst>
              </p:cNvPr>
              <p:cNvSpPr txBox="1"/>
              <p:nvPr/>
            </p:nvSpPr>
            <p:spPr>
              <a:xfrm>
                <a:off x="2194149" y="2592675"/>
                <a:ext cx="95239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The simplest parabola is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b="0" dirty="0"/>
                  <a:t> and this is what will be transformed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EFAEB-A4E2-499C-964E-5DD605C5D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149" y="2592675"/>
                <a:ext cx="9523950" cy="400110"/>
              </a:xfrm>
              <a:prstGeom prst="rect">
                <a:avLst/>
              </a:prstGeom>
              <a:blipFill>
                <a:blip r:embed="rId3"/>
                <a:stretch>
                  <a:fillRect l="-704" t="-7576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172334" y="2512310"/>
            <a:ext cx="1829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the simplest parabola?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F5F73-051A-4FDD-8115-47AA097F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271" y="3120902"/>
            <a:ext cx="4425705" cy="343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dilate or reduce a parabola?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06013-CD1C-403C-9721-3070F3485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264" y="1435836"/>
            <a:ext cx="6803018" cy="52849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913120" y="2120122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120" y="2120122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B1F735-8E04-4326-BBC4-74941D4A2828}"/>
                  </a:ext>
                </a:extLst>
              </p:cNvPr>
              <p:cNvSpPr txBox="1"/>
              <p:nvPr/>
            </p:nvSpPr>
            <p:spPr>
              <a:xfrm>
                <a:off x="5704138" y="2976338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B1F735-8E04-4326-BBC4-74941D4A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38" y="2976338"/>
                <a:ext cx="2122517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6860BC-1F7D-4469-8EA6-1C7423524262}"/>
                  </a:ext>
                </a:extLst>
              </p:cNvPr>
              <p:cNvSpPr txBox="1"/>
              <p:nvPr/>
            </p:nvSpPr>
            <p:spPr>
              <a:xfrm>
                <a:off x="5034741" y="127699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6860BC-1F7D-4469-8EA6-1C7423524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741" y="127699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18C949-9BAE-4601-AD12-E08978096928}"/>
              </a:ext>
            </a:extLst>
          </p:cNvPr>
          <p:cNvCxnSpPr>
            <a:cxnSpLocks/>
          </p:cNvCxnSpPr>
          <p:nvPr/>
        </p:nvCxnSpPr>
        <p:spPr>
          <a:xfrm flipH="1">
            <a:off x="5495157" y="1646327"/>
            <a:ext cx="417963" cy="9105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E5267F-B5EA-4666-A677-3A3CC25F89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33193" y="2489454"/>
            <a:ext cx="1141186" cy="278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4ABE5F-3785-4186-AA1B-D88F62656278}"/>
              </a:ext>
            </a:extLst>
          </p:cNvPr>
          <p:cNvCxnSpPr>
            <a:cxnSpLocks/>
          </p:cNvCxnSpPr>
          <p:nvPr/>
        </p:nvCxnSpPr>
        <p:spPr>
          <a:xfrm flipH="1">
            <a:off x="5780117" y="3456304"/>
            <a:ext cx="803563" cy="154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72282" y="1690255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as the value of a increases, the parabola becomes steeper.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82" y="1690255"/>
                <a:ext cx="3429000" cy="923330"/>
              </a:xfrm>
              <a:prstGeom prst="rect">
                <a:avLst/>
              </a:prstGeom>
              <a:blipFill>
                <a:blip r:embed="rId7"/>
                <a:stretch>
                  <a:fillRect l="-1421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2C725D-42C3-44EF-9311-FFF62A1E0253}"/>
                  </a:ext>
                </a:extLst>
              </p:cNvPr>
              <p:cNvSpPr txBox="1"/>
              <p:nvPr/>
            </p:nvSpPr>
            <p:spPr>
              <a:xfrm>
                <a:off x="8572282" y="3203352"/>
                <a:ext cx="3429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as the value of a decreases, the parabola becomes wider as a decreases.</a:t>
                </a: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2C725D-42C3-44EF-9311-FFF62A1E0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82" y="3203352"/>
                <a:ext cx="3429000" cy="1200329"/>
              </a:xfrm>
              <a:prstGeom prst="rect">
                <a:avLst/>
              </a:prstGeom>
              <a:blipFill>
                <a:blip r:embed="rId8"/>
                <a:stretch>
                  <a:fillRect l="-1421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06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E729E1-9D5D-4F93-8AED-70E2CB6AD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92" y="1534359"/>
            <a:ext cx="6649452" cy="5184008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reflect a parabola about the x-axis?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when a is less than zero, the parabola is reflected about the x-axis.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blipFill>
                <a:blip r:embed="rId5"/>
                <a:stretch>
                  <a:fillRect l="-1421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/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/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/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/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/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D45CB9-1C49-4255-ABF4-456F1499F174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9F620B-EBBC-440E-95DE-E79F39CAE8AC}"/>
              </a:ext>
            </a:extLst>
          </p:cNvPr>
          <p:cNvCxnSpPr>
            <a:cxnSpLocks/>
          </p:cNvCxnSpPr>
          <p:nvPr/>
        </p:nvCxnSpPr>
        <p:spPr>
          <a:xfrm flipH="1">
            <a:off x="5495157" y="3336048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821C1-0DFE-4555-B554-84FA8CBCC62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400770" y="4971630"/>
            <a:ext cx="879330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0BD4CF-B78F-40AF-ACAB-0414720F6915}"/>
              </a:ext>
            </a:extLst>
          </p:cNvPr>
          <p:cNvCxnSpPr>
            <a:cxnSpLocks/>
          </p:cNvCxnSpPr>
          <p:nvPr/>
        </p:nvCxnSpPr>
        <p:spPr>
          <a:xfrm flipH="1">
            <a:off x="5750047" y="5780956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F7C7BD-62F6-4372-8A81-251BB144C9C4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3745892" y="2833889"/>
            <a:ext cx="845092" cy="184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2A46E2-8FFB-4FFB-BDC9-FD20D9F41806}"/>
              </a:ext>
            </a:extLst>
          </p:cNvPr>
          <p:cNvCxnSpPr>
            <a:cxnSpLocks/>
          </p:cNvCxnSpPr>
          <p:nvPr/>
        </p:nvCxnSpPr>
        <p:spPr>
          <a:xfrm>
            <a:off x="3713632" y="5361464"/>
            <a:ext cx="887409" cy="3299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7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E729E1-9D5D-4F93-8AED-70E2CB6AD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92" y="1534359"/>
            <a:ext cx="6649452" cy="5184008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reflect a parabola about the x-axis?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when a is less than zero, the parabola is reflected about the x-axis.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blipFill>
                <a:blip r:embed="rId5"/>
                <a:stretch>
                  <a:fillRect l="-1421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/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/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/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/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/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D45CB9-1C49-4255-ABF4-456F1499F174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9F620B-EBBC-440E-95DE-E79F39CAE8AC}"/>
              </a:ext>
            </a:extLst>
          </p:cNvPr>
          <p:cNvCxnSpPr>
            <a:cxnSpLocks/>
          </p:cNvCxnSpPr>
          <p:nvPr/>
        </p:nvCxnSpPr>
        <p:spPr>
          <a:xfrm flipH="1">
            <a:off x="5495157" y="3336048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821C1-0DFE-4555-B554-84FA8CBCC62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400770" y="4971630"/>
            <a:ext cx="879330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0BD4CF-B78F-40AF-ACAB-0414720F6915}"/>
              </a:ext>
            </a:extLst>
          </p:cNvPr>
          <p:cNvCxnSpPr>
            <a:cxnSpLocks/>
          </p:cNvCxnSpPr>
          <p:nvPr/>
        </p:nvCxnSpPr>
        <p:spPr>
          <a:xfrm flipH="1">
            <a:off x="5750047" y="5780956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F7C7BD-62F6-4372-8A81-251BB144C9C4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3745892" y="2833889"/>
            <a:ext cx="845092" cy="184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2A46E2-8FFB-4FFB-BDC9-FD20D9F41806}"/>
              </a:ext>
            </a:extLst>
          </p:cNvPr>
          <p:cNvCxnSpPr>
            <a:cxnSpLocks/>
          </p:cNvCxnSpPr>
          <p:nvPr/>
        </p:nvCxnSpPr>
        <p:spPr>
          <a:xfrm>
            <a:off x="3713632" y="5361464"/>
            <a:ext cx="887409" cy="3299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54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7B883C-F864-4B05-936D-11F6A0CA8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503" y="1440959"/>
            <a:ext cx="6789830" cy="527474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vertically?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403717" y="2871739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717" y="2871739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when c is positive, the parabola moves up c units. If c is negative the parabola moves down c units.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2664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5403717" y="370555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717" y="370555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5772248" y="2163052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248" y="2163052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448053" y="3195054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 flipH="1">
            <a:off x="5453694" y="4028208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98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DC37A-1F8E-42E3-9D20-9B4D1722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89" y="1402569"/>
            <a:ext cx="6576565" cy="510906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horizontally?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, the parabola moves left h units. </a:t>
                </a:r>
              </a:p>
              <a:p>
                <a:endParaRPr lang="en-GB" dirty="0"/>
              </a:p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 parabola moves right h units.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177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6805206" y="259434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685862" y="2416033"/>
            <a:ext cx="538726" cy="528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>
            <a:off x="2509388" y="2480702"/>
            <a:ext cx="699761" cy="456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2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DC37A-1F8E-42E3-9D20-9B4D1722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89" y="1402569"/>
            <a:ext cx="6576565" cy="510906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horizontally?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, the parabola moves left h units. </a:t>
                </a:r>
              </a:p>
              <a:p>
                <a:endParaRPr lang="en-GB" dirty="0"/>
              </a:p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 parabola moves right h units.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177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6805206" y="259434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685862" y="2416033"/>
            <a:ext cx="538726" cy="528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>
            <a:off x="2509388" y="2480702"/>
            <a:ext cx="699761" cy="456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35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the Quadratics Transformation Worksheet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5B740C-03A6-4C1E-A03F-B71FA988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332</TotalTime>
  <Words>470</Words>
  <Application>Microsoft Office PowerPoint</Application>
  <PresentationFormat>Widescreen</PresentationFormat>
  <Paragraphs>100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BSC Theme</vt:lpstr>
      <vt:lpstr>Quadratics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Magdeline Lum</cp:lastModifiedBy>
  <cp:revision>21</cp:revision>
  <dcterms:created xsi:type="dcterms:W3CDTF">2018-06-02T10:27:40Z</dcterms:created>
  <dcterms:modified xsi:type="dcterms:W3CDTF">2018-11-12T17:07:46Z</dcterms:modified>
</cp:coreProperties>
</file>