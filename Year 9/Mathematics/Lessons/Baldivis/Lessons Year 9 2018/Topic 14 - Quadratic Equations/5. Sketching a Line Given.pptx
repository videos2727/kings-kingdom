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417" r:id="rId2"/>
    <p:sldId id="389" r:id="rId3"/>
    <p:sldId id="259" r:id="rId4"/>
    <p:sldId id="258" r:id="rId5"/>
    <p:sldId id="399" r:id="rId6"/>
    <p:sldId id="404" r:id="rId7"/>
    <p:sldId id="405" r:id="rId8"/>
    <p:sldId id="413" r:id="rId9"/>
    <p:sldId id="416" r:id="rId10"/>
    <p:sldId id="414" r:id="rId11"/>
    <p:sldId id="415" r:id="rId12"/>
    <p:sldId id="411" r:id="rId13"/>
    <p:sldId id="41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05" autoAdjust="0"/>
    <p:restoredTop sz="94660"/>
  </p:normalViewPr>
  <p:slideViewPr>
    <p:cSldViewPr>
      <p:cViewPr varScale="1">
        <p:scale>
          <a:sx n="69" d="100"/>
          <a:sy n="69" d="100"/>
        </p:scale>
        <p:origin x="82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BCFE2-6253-4348-9B09-420E3B58B207}" type="datetimeFigureOut">
              <a:rPr lang="en-GB" smtClean="0"/>
              <a:t>13/11/2018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B26D4-533B-4C79-A515-52D7EF59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656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06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5179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533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171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580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083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907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981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084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701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5362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4007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738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9615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6122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8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4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  <a:r>
              <a:rPr lang="en-AU" sz="2400" dirty="0" smtClean="0"/>
              <a:t>/11/2018</a:t>
            </a:r>
            <a:endParaRPr lang="en-AU" sz="2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674516" y="1348437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I form a graph from a rule?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555193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A539F4-62A1-496D-8D5C-97AA3DBD9314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>
                <a:normAutofit fontScale="90000"/>
              </a:bodyPr>
              <a:lstStyle/>
              <a:p>
                <a:pPr/>
                <a:r>
                  <a:rPr lang="en-AU" dirty="0"/>
                  <a:t>Linear Relationships – Sketching a Line Given</a:t>
                </a:r>
                <a:br>
                  <a:rPr lang="en-AU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A539F4-62A1-496D-8D5C-97AA3DBD93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2"/>
                <a:stretch>
                  <a:fillRect l="-3419" t="-404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>
            <a:extLst>
              <a:ext uri="{FF2B5EF4-FFF2-40B4-BE49-F238E27FC236}">
                <a16:creationId xmlns:a16="http://schemas.microsoft.com/office/drawing/2014/main" id="{72049166-CC40-4F73-91D8-81ACD30048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9 Maths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656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7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0" y="1196753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9E1E61-6F2E-45A1-8E20-D5EFB0DD3C4A}"/>
              </a:ext>
            </a:extLst>
          </p:cNvPr>
          <p:cNvCxnSpPr/>
          <p:nvPr/>
        </p:nvCxnSpPr>
        <p:spPr>
          <a:xfrm>
            <a:off x="9336360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9FB6ED-18E6-41B3-9B04-71246F5B2B0D}"/>
              </a:ext>
            </a:extLst>
          </p:cNvPr>
          <p:cNvSpPr txBox="1"/>
          <p:nvPr/>
        </p:nvSpPr>
        <p:spPr>
          <a:xfrm>
            <a:off x="9346972" y="1196751"/>
            <a:ext cx="5132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Steps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BF69CC-851A-45BB-9582-9F218D26C672}"/>
              </a:ext>
            </a:extLst>
          </p:cNvPr>
          <p:cNvSpPr txBox="1"/>
          <p:nvPr/>
        </p:nvSpPr>
        <p:spPr>
          <a:xfrm>
            <a:off x="939815" y="788557"/>
            <a:ext cx="4580121" cy="81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Complete the tasks on this side (left) of your page</a:t>
            </a:r>
            <a:endParaRPr lang="en-AU" sz="2333" dirty="0"/>
          </a:p>
        </p:txBody>
      </p:sp>
      <p:pic>
        <p:nvPicPr>
          <p:cNvPr id="21" name="Picture 20" descr="Image result for finger you">
            <a:extLst>
              <a:ext uri="{FF2B5EF4-FFF2-40B4-BE49-F238E27FC236}">
                <a16:creationId xmlns:a16="http://schemas.microsoft.com/office/drawing/2014/main" id="{8EDE0A71-0B31-47FC-8116-A1F1E0C468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169" y="2164094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C89346-A77D-4BA1-9F84-C8C332506CA6}"/>
              </a:ext>
            </a:extLst>
          </p:cNvPr>
          <p:cNvSpPr txBox="1"/>
          <p:nvPr/>
        </p:nvSpPr>
        <p:spPr>
          <a:xfrm>
            <a:off x="537185" y="5064654"/>
            <a:ext cx="5168173" cy="45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Your book, your responsibility!</a:t>
            </a:r>
            <a:endParaRPr lang="en-AU" sz="2333" dirty="0"/>
          </a:p>
        </p:txBody>
      </p:sp>
      <p:sp>
        <p:nvSpPr>
          <p:cNvPr id="27" name="Right Arrow 20">
            <a:extLst>
              <a:ext uri="{FF2B5EF4-FFF2-40B4-BE49-F238E27FC236}">
                <a16:creationId xmlns:a16="http://schemas.microsoft.com/office/drawing/2014/main" id="{5386C233-1672-4F1F-95FE-C741EB5A2D49}"/>
              </a:ext>
            </a:extLst>
          </p:cNvPr>
          <p:cNvSpPr/>
          <p:nvPr/>
        </p:nvSpPr>
        <p:spPr>
          <a:xfrm rot="11903126">
            <a:off x="6355904" y="189622"/>
            <a:ext cx="1908624" cy="1020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CB974D-84DF-409D-A9C4-0ECD4359A6ED}"/>
              </a:ext>
            </a:extLst>
          </p:cNvPr>
          <p:cNvSpPr txBox="1"/>
          <p:nvPr/>
        </p:nvSpPr>
        <p:spPr>
          <a:xfrm>
            <a:off x="8218331" y="664949"/>
            <a:ext cx="19613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You should be ticking these off!</a:t>
            </a:r>
            <a:endParaRPr lang="en-AU" sz="15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E91817-3DB0-421A-8D4D-1CE79938934A}"/>
              </a:ext>
            </a:extLst>
          </p:cNvPr>
          <p:cNvSpPr txBox="1"/>
          <p:nvPr/>
        </p:nvSpPr>
        <p:spPr>
          <a:xfrm>
            <a:off x="7637972" y="2105473"/>
            <a:ext cx="2850292" cy="11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Write your notes on this side (right) of your page</a:t>
            </a:r>
            <a:endParaRPr lang="en-AU" sz="2333" dirty="0"/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260C7911-4221-4C73-9ED2-216672ABED77}"/>
              </a:ext>
            </a:extLst>
          </p:cNvPr>
          <p:cNvSpPr txBox="1">
            <a:spLocks/>
          </p:cNvSpPr>
          <p:nvPr/>
        </p:nvSpPr>
        <p:spPr>
          <a:xfrm>
            <a:off x="6410842" y="5600297"/>
            <a:ext cx="4548257" cy="9525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67" dirty="0"/>
              <a:t>Have YOU been doing your summaries?</a:t>
            </a:r>
            <a:endParaRPr lang="en-AU" sz="2667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8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I form a graph from a rule?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434795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5095E9-004E-44AF-8FAD-E2A30996A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2368"/>
            <a:ext cx="12192000" cy="50611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7A72C1-1276-4FAF-B2A1-55B2EB0C3F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789"/>
          <a:stretch/>
        </p:blipFill>
        <p:spPr>
          <a:xfrm>
            <a:off x="263352" y="5517232"/>
            <a:ext cx="4082026" cy="8512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F0F6CE-66DD-455F-9E1E-DFC15703C977}"/>
              </a:ext>
            </a:extLst>
          </p:cNvPr>
          <p:cNvSpPr txBox="1"/>
          <p:nvPr/>
        </p:nvSpPr>
        <p:spPr>
          <a:xfrm>
            <a:off x="5951984" y="764704"/>
            <a:ext cx="13681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(          )</a:t>
            </a:r>
          </a:p>
          <a:p>
            <a:endParaRPr lang="en-AU" dirty="0"/>
          </a:p>
          <a:p>
            <a:r>
              <a:rPr lang="en-AU" dirty="0"/>
              <a:t>B (		)</a:t>
            </a:r>
          </a:p>
          <a:p>
            <a:endParaRPr lang="en-AU" dirty="0"/>
          </a:p>
          <a:p>
            <a:r>
              <a:rPr lang="en-AU" dirty="0"/>
              <a:t>C (		)</a:t>
            </a:r>
          </a:p>
          <a:p>
            <a:endParaRPr lang="en-AU" dirty="0"/>
          </a:p>
          <a:p>
            <a:r>
              <a:rPr lang="en-AU" dirty="0"/>
              <a:t>D (		)</a:t>
            </a:r>
          </a:p>
          <a:p>
            <a:endParaRPr lang="en-AU" dirty="0"/>
          </a:p>
          <a:p>
            <a:r>
              <a:rPr lang="en-AU" dirty="0"/>
              <a:t>F (		)</a:t>
            </a:r>
          </a:p>
          <a:p>
            <a:endParaRPr lang="en-AU" dirty="0"/>
          </a:p>
          <a:p>
            <a:r>
              <a:rPr lang="en-AU" dirty="0"/>
              <a:t>H (		)</a:t>
            </a:r>
          </a:p>
          <a:p>
            <a:endParaRPr lang="en-AU" dirty="0"/>
          </a:p>
          <a:p>
            <a:r>
              <a:rPr lang="en-AU" dirty="0"/>
              <a:t>I (	</a:t>
            </a:r>
            <a:r>
              <a:rPr lang="en-AU"/>
              <a:t>	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677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76029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I form a graph from a rule?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54B0C-61EF-494B-A67D-17D7CF3D9036}"/>
              </a:ext>
            </a:extLst>
          </p:cNvPr>
          <p:cNvSpPr txBox="1"/>
          <p:nvPr/>
        </p:nvSpPr>
        <p:spPr>
          <a:xfrm>
            <a:off x="2620541" y="1916832"/>
            <a:ext cx="61561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substitution to fill in the table. </a:t>
            </a:r>
          </a:p>
          <a:p>
            <a:r>
              <a:rPr lang="en-US" i="1" dirty="0"/>
              <a:t>Example: Draw a graph of the equation y = 2x +1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F784EBD-202A-4F89-B4E7-A8224EAF7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812618"/>
              </p:ext>
            </p:extLst>
          </p:nvPr>
        </p:nvGraphicFramePr>
        <p:xfrm>
          <a:off x="3396943" y="2617309"/>
          <a:ext cx="4462010" cy="7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309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247752F-44AC-4E52-B918-74F47BA3B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888" y="3206146"/>
            <a:ext cx="3449315" cy="34671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76029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I form a graph from a rule?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54B0C-61EF-494B-A67D-17D7CF3D9036}"/>
              </a:ext>
            </a:extLst>
          </p:cNvPr>
          <p:cNvSpPr txBox="1"/>
          <p:nvPr/>
        </p:nvSpPr>
        <p:spPr>
          <a:xfrm>
            <a:off x="2620541" y="1916832"/>
            <a:ext cx="61561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substitution to fill in the table. </a:t>
            </a:r>
          </a:p>
          <a:p>
            <a:r>
              <a:rPr lang="en-US" i="1" dirty="0"/>
              <a:t>Example: Draw a graph of the equation y = 2x +1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EC566DC-A3E1-4207-8A97-A612404D3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420735"/>
              </p:ext>
            </p:extLst>
          </p:nvPr>
        </p:nvGraphicFramePr>
        <p:xfrm>
          <a:off x="3396943" y="2617309"/>
          <a:ext cx="4462010" cy="7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ED13CE7-6D65-4843-AD22-51EADC9B494C}"/>
              </a:ext>
            </a:extLst>
          </p:cNvPr>
          <p:cNvSpPr/>
          <p:nvPr/>
        </p:nvSpPr>
        <p:spPr>
          <a:xfrm>
            <a:off x="761546" y="3741085"/>
            <a:ext cx="2952324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Next, use these values as coordinates and plot them on the axes.</a:t>
            </a:r>
          </a:p>
          <a:p>
            <a:endParaRPr lang="en-US" dirty="0"/>
          </a:p>
          <a:p>
            <a:r>
              <a:rPr lang="en-US" dirty="0"/>
              <a:t>Then join them up with a straight line (</a:t>
            </a:r>
            <a:r>
              <a:rPr lang="en-US" b="1" dirty="0"/>
              <a:t>use a ruler</a:t>
            </a:r>
            <a:r>
              <a:rPr lang="en-US" dirty="0"/>
              <a:t>), </a:t>
            </a:r>
            <a:r>
              <a:rPr lang="en-US" b="1" u="sng" dirty="0">
                <a:solidFill>
                  <a:srgbClr val="FF0000"/>
                </a:solidFill>
              </a:rPr>
              <a:t>putting arrows on the end indicating the line goes on forever</a:t>
            </a:r>
            <a:endParaRPr lang="en-AU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821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8682DC-4E08-460D-BD08-7D54F25A7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128" y="2204864"/>
            <a:ext cx="4287247" cy="430946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1A2501-55A8-4462-9230-6641140F318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67408" y="2780928"/>
          <a:ext cx="5904655" cy="108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8D915E-851B-4DA6-9AC4-5C43671D694A}"/>
                  </a:ext>
                </a:extLst>
              </p:cNvPr>
              <p:cNvSpPr txBox="1"/>
              <p:nvPr/>
            </p:nvSpPr>
            <p:spPr>
              <a:xfrm>
                <a:off x="4603219" y="1124744"/>
                <a:ext cx="528981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8D915E-851B-4DA6-9AC4-5C43671D6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219" y="1124744"/>
                <a:ext cx="5289817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4338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8682DC-4E08-460D-BD08-7D54F25A7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128" y="2204864"/>
            <a:ext cx="4287247" cy="430946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1A2501-55A8-4462-9230-6641140F3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096085"/>
              </p:ext>
            </p:extLst>
          </p:nvPr>
        </p:nvGraphicFramePr>
        <p:xfrm>
          <a:off x="767408" y="2780928"/>
          <a:ext cx="5904655" cy="108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8D915E-851B-4DA6-9AC4-5C43671D694A}"/>
                  </a:ext>
                </a:extLst>
              </p:cNvPr>
              <p:cNvSpPr txBox="1"/>
              <p:nvPr/>
            </p:nvSpPr>
            <p:spPr>
              <a:xfrm>
                <a:off x="4603219" y="1124744"/>
                <a:ext cx="528981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 −3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8D915E-851B-4DA6-9AC4-5C43671D6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219" y="1124744"/>
                <a:ext cx="5289817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4170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8682DC-4E08-460D-BD08-7D54F25A7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128" y="2204864"/>
            <a:ext cx="4287247" cy="430946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1A2501-55A8-4462-9230-6641140F318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67408" y="2780928"/>
          <a:ext cx="5904655" cy="108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8D915E-851B-4DA6-9AC4-5C43671D694A}"/>
                  </a:ext>
                </a:extLst>
              </p:cNvPr>
              <p:cNvSpPr txBox="1"/>
              <p:nvPr/>
            </p:nvSpPr>
            <p:spPr>
              <a:xfrm>
                <a:off x="4603219" y="1124744"/>
                <a:ext cx="528981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8D915E-851B-4DA6-9AC4-5C43671D6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219" y="1124744"/>
                <a:ext cx="5289817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6597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5A9F-E9D6-4F2B-A8F8-45F0BCE4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527577-51F3-470C-A932-DBEE8F650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564904"/>
            <a:ext cx="10820400" cy="218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057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3183-D8BF-4697-AFDA-D82A045A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EB8599-DDBA-4C18-8B6E-03D1791F4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665" y="2492896"/>
            <a:ext cx="10820400" cy="209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47514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768</TotalTime>
  <Words>274</Words>
  <Application>Microsoft Office PowerPoint</Application>
  <PresentationFormat>Widescreen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Century Gothic</vt:lpstr>
      <vt:lpstr>BSC Theme</vt:lpstr>
      <vt:lpstr>PowerPoint Presentation</vt:lpstr>
      <vt:lpstr>Linear Relationships – Sketching a Line Given y=mx+c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TAsk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Perimeter, Area and Volume Interactive Notebook</dc:title>
  <dc:creator>E4007446</dc:creator>
  <cp:lastModifiedBy>D'SOUZA Jillian [Baldivis Secondary College]</cp:lastModifiedBy>
  <cp:revision>56</cp:revision>
  <dcterms:created xsi:type="dcterms:W3CDTF">2017-03-06T12:42:44Z</dcterms:created>
  <dcterms:modified xsi:type="dcterms:W3CDTF">2018-11-13T09:03:20Z</dcterms:modified>
</cp:coreProperties>
</file>