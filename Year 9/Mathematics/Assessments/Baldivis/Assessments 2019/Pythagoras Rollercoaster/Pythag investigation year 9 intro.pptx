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5"/>
    <p:restoredTop sz="94690"/>
  </p:normalViewPr>
  <p:slideViewPr>
    <p:cSldViewPr snapToGrid="0" snapToObjects="1">
      <p:cViewPr varScale="1">
        <p:scale>
          <a:sx n="73" d="100"/>
          <a:sy n="73" d="100"/>
        </p:scale>
        <p:origin x="224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6/13/19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6/13/19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6/13/19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6/13/19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6/13/19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6/13/19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6/13/19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6/13/19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6/13/19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6/13/19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6/13/19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6/13/19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1ACD-A17B-3A46-8387-75B253397A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Year 9 Pythagoras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57ED9-0ECE-E846-8A9D-43615E9E70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Investigation introduction</a:t>
            </a:r>
          </a:p>
        </p:txBody>
      </p:sp>
    </p:spTree>
    <p:extLst>
      <p:ext uri="{BB962C8B-B14F-4D97-AF65-F5344CB8AC3E}">
        <p14:creationId xmlns:p14="http://schemas.microsoft.com/office/powerpoint/2010/main" val="499325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3FD29-BF24-304F-BE65-844228446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need to do: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ED60D-0221-8743-8195-9B75C5F3A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need to design a rollercoaster for Adventure World.</a:t>
            </a:r>
          </a:p>
          <a:p>
            <a:r>
              <a:rPr lang="en-US" dirty="0"/>
              <a:t>You will need to work out how long the roller coaster will be, and how much it would cost to build. </a:t>
            </a:r>
          </a:p>
          <a:p>
            <a:r>
              <a:rPr lang="en-US" dirty="0"/>
              <a:t>You also need to write a report with your calculations and design.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are using Pythagoras theorem to help us model the slant lengths, and you can use circles to represent loops. </a:t>
            </a:r>
          </a:p>
        </p:txBody>
      </p:sp>
    </p:spTree>
    <p:extLst>
      <p:ext uri="{BB962C8B-B14F-4D97-AF65-F5344CB8AC3E}">
        <p14:creationId xmlns:p14="http://schemas.microsoft.com/office/powerpoint/2010/main" val="897164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6757-B04E-3040-B889-67522A057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1850"/>
            <a:ext cx="10058400" cy="13716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837144-7517-AC43-8BA2-7A144EDD5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6695" y="1320026"/>
            <a:ext cx="7496114" cy="39322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EF8105-D48D-AB49-BFC2-B47A3378C9C7}"/>
              </a:ext>
            </a:extLst>
          </p:cNvPr>
          <p:cNvSpPr txBox="1"/>
          <p:nvPr/>
        </p:nvSpPr>
        <p:spPr>
          <a:xfrm>
            <a:off x="1616423" y="5404108"/>
            <a:ext cx="5875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rollercoaster is made up of three Right-triangles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369F65-6291-A44A-AE37-365D7477413D}"/>
              </a:ext>
            </a:extLst>
          </p:cNvPr>
          <p:cNvCxnSpPr>
            <a:cxnSpLocks/>
          </p:cNvCxnSpPr>
          <p:nvPr/>
        </p:nvCxnSpPr>
        <p:spPr>
          <a:xfrm flipV="1">
            <a:off x="2308352" y="2235200"/>
            <a:ext cx="2019300" cy="23749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E64A15-4290-4144-8342-0DAFFE4C3498}"/>
              </a:ext>
            </a:extLst>
          </p:cNvPr>
          <p:cNvCxnSpPr>
            <a:cxnSpLocks/>
          </p:cNvCxnSpPr>
          <p:nvPr/>
        </p:nvCxnSpPr>
        <p:spPr>
          <a:xfrm flipV="1">
            <a:off x="4264152" y="2235200"/>
            <a:ext cx="63500" cy="24384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1527CC-440D-F746-A556-B958E49B48EE}"/>
              </a:ext>
            </a:extLst>
          </p:cNvPr>
          <p:cNvCxnSpPr>
            <a:cxnSpLocks/>
          </p:cNvCxnSpPr>
          <p:nvPr/>
        </p:nvCxnSpPr>
        <p:spPr>
          <a:xfrm>
            <a:off x="2308352" y="4610100"/>
            <a:ext cx="1955800" cy="6350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643198B-9DDF-A14C-9A91-F4557E5E094C}"/>
              </a:ext>
            </a:extLst>
          </p:cNvPr>
          <p:cNvCxnSpPr>
            <a:cxnSpLocks/>
          </p:cNvCxnSpPr>
          <p:nvPr/>
        </p:nvCxnSpPr>
        <p:spPr>
          <a:xfrm flipV="1">
            <a:off x="3986784" y="4352544"/>
            <a:ext cx="0" cy="2893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9E2FC7-D8C0-564C-A220-4DB402F1B356}"/>
              </a:ext>
            </a:extLst>
          </p:cNvPr>
          <p:cNvCxnSpPr>
            <a:cxnSpLocks/>
          </p:cNvCxnSpPr>
          <p:nvPr/>
        </p:nvCxnSpPr>
        <p:spPr>
          <a:xfrm>
            <a:off x="3986784" y="4352544"/>
            <a:ext cx="277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CD2D97-7C3C-C643-A07B-83A9986C9E39}"/>
                  </a:ext>
                </a:extLst>
              </p:cNvPr>
              <p:cNvSpPr txBox="1"/>
              <p:nvPr/>
            </p:nvSpPr>
            <p:spPr>
              <a:xfrm>
                <a:off x="9002809" y="1519372"/>
                <a:ext cx="3096768" cy="4124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Because A</a:t>
                </a:r>
                <a:r>
                  <a:rPr lang="en-US" baseline="30000" dirty="0"/>
                  <a:t>2</a:t>
                </a:r>
                <a:r>
                  <a:rPr lang="en-US" dirty="0"/>
                  <a:t> + B</a:t>
                </a:r>
                <a:r>
                  <a:rPr lang="en-US" baseline="30000" dirty="0"/>
                  <a:t>2</a:t>
                </a:r>
                <a:r>
                  <a:rPr lang="en-US" dirty="0"/>
                  <a:t> = C</a:t>
                </a:r>
                <a:r>
                  <a:rPr lang="en-US" baseline="30000" dirty="0"/>
                  <a:t>2.</a:t>
                </a:r>
              </a:p>
              <a:p>
                <a:r>
                  <a:rPr lang="en-US" dirty="0"/>
                  <a:t>A is 100</a:t>
                </a:r>
              </a:p>
              <a:p>
                <a:r>
                  <a:rPr lang="en-US" dirty="0"/>
                  <a:t>B is 70,</a:t>
                </a:r>
              </a:p>
              <a:p>
                <a:r>
                  <a:rPr lang="en-US" dirty="0"/>
                  <a:t>So A</a:t>
                </a:r>
                <a:r>
                  <a:rPr lang="en-US" baseline="30000" dirty="0"/>
                  <a:t>2</a:t>
                </a:r>
                <a:r>
                  <a:rPr lang="en-US" dirty="0"/>
                  <a:t> + B</a:t>
                </a:r>
                <a:r>
                  <a:rPr lang="en-US" baseline="30000" dirty="0"/>
                  <a:t>2</a:t>
                </a:r>
                <a:r>
                  <a:rPr lang="en-US" dirty="0"/>
                  <a:t> = 14,900. </a:t>
                </a:r>
              </a:p>
              <a:p>
                <a:r>
                  <a:rPr lang="en-US" dirty="0"/>
                  <a:t>This is also C</a:t>
                </a:r>
                <a:r>
                  <a:rPr lang="en-US" baseline="30000" dirty="0"/>
                  <a:t>2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So </a:t>
                </a:r>
              </a:p>
              <a:p>
                <a:r>
                  <a:rPr lang="en-US" dirty="0"/>
                  <a:t>C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14900</m:t>
                        </m:r>
                      </m:e>
                    </m:rad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C = 122.06</a:t>
                </a:r>
              </a:p>
              <a:p>
                <a:endParaRPr lang="en-US" dirty="0"/>
              </a:p>
              <a:p>
                <a:endParaRPr lang="en-US" baseline="30000" dirty="0"/>
              </a:p>
              <a:p>
                <a:r>
                  <a:rPr lang="en-US" baseline="30000" dirty="0">
                    <a:solidFill>
                      <a:srgbClr val="00B0F0"/>
                    </a:solidFill>
                  </a:rPr>
                  <a:t>122.06</a:t>
                </a:r>
                <a:r>
                  <a:rPr lang="en-US" baseline="30000" dirty="0">
                    <a:solidFill>
                      <a:srgbClr val="C00000"/>
                    </a:solidFill>
                  </a:rPr>
                  <a:t>+40+60.71+94.87 = 317.64 m of track. </a:t>
                </a:r>
              </a:p>
              <a:p>
                <a:endParaRPr lang="en-US" baseline="30000" dirty="0">
                  <a:solidFill>
                    <a:srgbClr val="C00000"/>
                  </a:solidFill>
                </a:endParaRPr>
              </a:p>
              <a:p>
                <a:r>
                  <a:rPr lang="en-US" baseline="30000" dirty="0">
                    <a:solidFill>
                      <a:srgbClr val="C00000"/>
                    </a:solidFill>
                  </a:rPr>
                  <a:t>Steel is $160 per linear meter. X317.64 = $50,822.4 </a:t>
                </a:r>
                <a:r>
                  <a:rPr lang="en-US" b="1" u="sng" baseline="30000" dirty="0">
                    <a:solidFill>
                      <a:srgbClr val="C00000"/>
                    </a:solidFill>
                  </a:rPr>
                  <a:t>without supports.</a:t>
                </a:r>
                <a:r>
                  <a:rPr lang="en-US" b="1" u="sng" dirty="0">
                    <a:solidFill>
                      <a:srgbClr val="C00000"/>
                    </a:solidFill>
                  </a:rPr>
                  <a:t> </a:t>
                </a:r>
                <a:endParaRPr lang="en-US" b="1" u="sng" baseline="30000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CD2D97-7C3C-C643-A07B-83A9986C9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809" y="1519372"/>
                <a:ext cx="3096768" cy="4124975"/>
              </a:xfrm>
              <a:prstGeom prst="rect">
                <a:avLst/>
              </a:prstGeom>
              <a:blipFill>
                <a:blip r:embed="rId3"/>
                <a:stretch>
                  <a:fillRect l="-2041" t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1EF144C-2506-6548-B2D4-48E165A0F092}"/>
              </a:ext>
            </a:extLst>
          </p:cNvPr>
          <p:cNvCxnSpPr>
            <a:cxnSpLocks/>
          </p:cNvCxnSpPr>
          <p:nvPr/>
        </p:nvCxnSpPr>
        <p:spPr>
          <a:xfrm>
            <a:off x="4327652" y="2235200"/>
            <a:ext cx="107340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14211A-F08B-CF42-B682-6CE469FBD994}"/>
              </a:ext>
            </a:extLst>
          </p:cNvPr>
          <p:cNvCxnSpPr>
            <a:cxnSpLocks/>
          </p:cNvCxnSpPr>
          <p:nvPr/>
        </p:nvCxnSpPr>
        <p:spPr>
          <a:xfrm>
            <a:off x="5401056" y="2235200"/>
            <a:ext cx="609600" cy="1678432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E13B620-159D-6A43-A134-43EC45B8DDDB}"/>
              </a:ext>
            </a:extLst>
          </p:cNvPr>
          <p:cNvCxnSpPr>
            <a:cxnSpLocks/>
          </p:cNvCxnSpPr>
          <p:nvPr/>
        </p:nvCxnSpPr>
        <p:spPr>
          <a:xfrm>
            <a:off x="6010656" y="3913632"/>
            <a:ext cx="2279904" cy="899719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8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C8D42-8340-5345-B48E-D6633436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from here?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87DF2-CD0F-324D-8082-D68909F2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need to begin to design a roller coaster yourself. </a:t>
            </a:r>
          </a:p>
          <a:p>
            <a:r>
              <a:rPr lang="en-US" dirty="0"/>
              <a:t>You will need to consider all of the information given to you, and investigate the things you don’t. </a:t>
            </a:r>
          </a:p>
          <a:p>
            <a:r>
              <a:rPr lang="en-US" dirty="0"/>
              <a:t>Collaboration is encouraged, but productivity needs to be top priority. You only have two in class sessions. </a:t>
            </a:r>
          </a:p>
          <a:p>
            <a:r>
              <a:rPr lang="en-US" dirty="0"/>
              <a:t>Your design should be unique. You report should be neat. </a:t>
            </a:r>
          </a:p>
          <a:p>
            <a:endParaRPr lang="en-US" dirty="0"/>
          </a:p>
          <a:p>
            <a:r>
              <a:rPr lang="en-US" dirty="0"/>
              <a:t>Are there any questions? </a:t>
            </a:r>
          </a:p>
        </p:txBody>
      </p:sp>
    </p:spTree>
    <p:extLst>
      <p:ext uri="{BB962C8B-B14F-4D97-AF65-F5344CB8AC3E}">
        <p14:creationId xmlns:p14="http://schemas.microsoft.com/office/powerpoint/2010/main" val="35673771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404</TotalTime>
  <Words>222</Words>
  <Application>Microsoft Macintosh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Cambria Math</vt:lpstr>
      <vt:lpstr>Century Gothic</vt:lpstr>
      <vt:lpstr>Garamond</vt:lpstr>
      <vt:lpstr>Savon</vt:lpstr>
      <vt:lpstr>Year 9 Pythagoras</vt:lpstr>
      <vt:lpstr>What you need to do:</vt:lpstr>
      <vt:lpstr>Example</vt:lpstr>
      <vt:lpstr>Where to from here?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9 Pythagoras</dc:title>
  <dc:creator>POWER Travis [Baldivis Secondary College]</dc:creator>
  <cp:lastModifiedBy>POWER Travis [Baldivis Secondary College]</cp:lastModifiedBy>
  <cp:revision>5</cp:revision>
  <dcterms:created xsi:type="dcterms:W3CDTF">2019-06-13T00:30:26Z</dcterms:created>
  <dcterms:modified xsi:type="dcterms:W3CDTF">2019-06-13T07:14:44Z</dcterms:modified>
</cp:coreProperties>
</file>