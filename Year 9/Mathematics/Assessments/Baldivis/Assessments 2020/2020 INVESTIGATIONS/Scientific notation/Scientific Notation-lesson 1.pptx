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20" r:id="rId2"/>
    <p:sldId id="319" r:id="rId3"/>
    <p:sldId id="303" r:id="rId4"/>
    <p:sldId id="314" r:id="rId5"/>
    <p:sldId id="321" r:id="rId6"/>
    <p:sldId id="323" r:id="rId7"/>
    <p:sldId id="322" r:id="rId8"/>
    <p:sldId id="32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7691" autoAdjust="0"/>
  </p:normalViewPr>
  <p:slideViewPr>
    <p:cSldViewPr>
      <p:cViewPr varScale="1">
        <p:scale>
          <a:sx n="83" d="100"/>
          <a:sy n="83" d="100"/>
        </p:scale>
        <p:origin x="1454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9/03/2020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520" y="274638"/>
            <a:ext cx="9252520" cy="1143000"/>
          </a:xfrm>
        </p:spPr>
        <p:txBody>
          <a:bodyPr>
            <a:normAutofit/>
          </a:bodyPr>
          <a:lstStyle/>
          <a:p>
            <a:r>
              <a:rPr lang="en-AU" sz="3200" dirty="0" smtClean="0"/>
              <a:t>The sun had a mass of</a:t>
            </a:r>
            <a:br>
              <a:rPr lang="en-AU" sz="3200" dirty="0" smtClean="0"/>
            </a:br>
            <a:r>
              <a:rPr lang="en-AU" sz="3200" dirty="0" smtClean="0"/>
              <a:t>2 000 000 000 000 000 000 000 000 000 000kg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How could we write </a:t>
            </a:r>
            <a:r>
              <a:rPr lang="en-AU" smtClean="0"/>
              <a:t>this easier?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756467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AU" dirty="0" smtClean="0"/>
                  <a:t>Starter – write the following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AU" dirty="0" smtClean="0"/>
                  <a:t/>
                </a:r>
                <a:br>
                  <a:rPr lang="en-AU" dirty="0" smtClean="0"/>
                </a:br>
                <a:r>
                  <a:rPr lang="en-AU" dirty="0" smtClean="0"/>
                  <a:t>LHS</a:t>
                </a:r>
                <a:endParaRPr lang="en-AU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7021" b="-297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31224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10 =</a:t>
            </a:r>
          </a:p>
          <a:p>
            <a:pPr marL="0" indent="0">
              <a:buNone/>
            </a:pPr>
            <a:r>
              <a:rPr lang="en-AU" dirty="0" smtClean="0"/>
              <a:t>100=</a:t>
            </a:r>
          </a:p>
          <a:p>
            <a:pPr marL="0" indent="0">
              <a:buNone/>
            </a:pPr>
            <a:r>
              <a:rPr lang="en-AU" dirty="0" smtClean="0"/>
              <a:t>1000=</a:t>
            </a:r>
          </a:p>
          <a:p>
            <a:pPr marL="0" indent="0">
              <a:buNone/>
            </a:pPr>
            <a:r>
              <a:rPr lang="en-AU" dirty="0" smtClean="0"/>
              <a:t>10000=</a:t>
            </a:r>
          </a:p>
          <a:p>
            <a:pPr marL="0" indent="0">
              <a:buNone/>
            </a:pPr>
            <a:r>
              <a:rPr lang="en-AU" dirty="0" smtClean="0"/>
              <a:t>100000=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1 000 000 000=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4283968" y="1600200"/>
            <a:ext cx="4572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3200" dirty="0" smtClean="0"/>
              <a:t>0.1=</a:t>
            </a:r>
            <a:endParaRPr lang="en-AU" sz="3200" dirty="0"/>
          </a:p>
          <a:p>
            <a:r>
              <a:rPr lang="en-AU" sz="3200" dirty="0" smtClean="0"/>
              <a:t>0.001=</a:t>
            </a:r>
            <a:endParaRPr lang="en-AU" sz="3200" dirty="0"/>
          </a:p>
          <a:p>
            <a:r>
              <a:rPr lang="en-AU" sz="3200" dirty="0" smtClean="0"/>
              <a:t>0.0001=</a:t>
            </a:r>
            <a:endParaRPr lang="en-AU" sz="3200" dirty="0"/>
          </a:p>
          <a:p>
            <a:r>
              <a:rPr lang="en-AU" sz="3200" dirty="0" smtClean="0"/>
              <a:t>0.00001=</a:t>
            </a:r>
            <a:endParaRPr lang="en-AU" sz="3200" dirty="0"/>
          </a:p>
          <a:p>
            <a:r>
              <a:rPr lang="en-AU" sz="3200" dirty="0" smtClean="0"/>
              <a:t>0.000001=</a:t>
            </a:r>
            <a:endParaRPr lang="en-AU" sz="3200" dirty="0"/>
          </a:p>
          <a:p>
            <a:endParaRPr lang="en-AU" sz="3200" dirty="0" smtClean="0"/>
          </a:p>
          <a:p>
            <a:endParaRPr lang="en-AU" sz="3200" dirty="0"/>
          </a:p>
          <a:p>
            <a:r>
              <a:rPr lang="en-AU" sz="3200" dirty="0" smtClean="0"/>
              <a:t>0. 000 </a:t>
            </a:r>
            <a:r>
              <a:rPr lang="en-AU" sz="3200" dirty="0"/>
              <a:t>000 </a:t>
            </a:r>
            <a:r>
              <a:rPr lang="en-AU" sz="3200" dirty="0" smtClean="0"/>
              <a:t>001=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79733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 and very small numbers?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</a:t>
            </a:r>
            <a:r>
              <a:rPr lang="en-AU" sz="2400" dirty="0"/>
              <a:t>numbers and very small numbers?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87" t="-2538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29302" y="1929066"/>
                <a:ext cx="60339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91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2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77" y="764704"/>
            <a:ext cx="8048625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356992"/>
            <a:ext cx="81534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3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3 spaces left.</a:t>
                </a:r>
              </a:p>
              <a:p>
                <a:r>
                  <a:rPr lang="en-AU" dirty="0" smtClean="0"/>
                  <a:t>= 0. 005 7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337" t="-2538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95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" y="692696"/>
            <a:ext cx="9553209" cy="1800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3789040"/>
            <a:ext cx="10589689" cy="11725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3140968"/>
            <a:ext cx="6839581" cy="40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0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Page </a:t>
            </a:r>
          </a:p>
          <a:p>
            <a:pPr marL="0" indent="0">
              <a:buNone/>
            </a:pPr>
            <a:r>
              <a:rPr lang="en-AU" dirty="0" smtClean="0"/>
              <a:t>Dwyer text book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208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</TotalTime>
  <Words>220</Words>
  <Application>Microsoft Office PowerPoint</Application>
  <PresentationFormat>On-screen Show 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The sun had a mass of 2 000 000 000 000 000 000 000 000 000 000kg</vt:lpstr>
      <vt:lpstr>Starter – write the following as 〖10〗^x LHS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 [Baldivis Secondary College]</cp:lastModifiedBy>
  <cp:revision>80</cp:revision>
  <dcterms:created xsi:type="dcterms:W3CDTF">2014-05-14T02:58:57Z</dcterms:created>
  <dcterms:modified xsi:type="dcterms:W3CDTF">2020-03-09T00:03:43Z</dcterms:modified>
</cp:coreProperties>
</file>