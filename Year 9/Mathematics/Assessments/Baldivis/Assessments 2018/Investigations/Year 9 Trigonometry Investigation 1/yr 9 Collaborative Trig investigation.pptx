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38D1-425A-4793-9A5B-32F1FABE9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EF547-3633-4375-819B-3A3B45F20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C8266-AAB4-446F-A92D-F9A41248C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F81-25B3-467B-A5FD-4B24098F1FD9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83B1F-A084-47D3-B920-4A4727C14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483E3-FC2D-4B5A-A556-723172274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1B57-04C2-4D9D-B0D3-D10D32A91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5709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3B6F-E6A0-4718-A048-3AA83F780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E564E-C506-4B12-9339-30AA4A638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75FBA-E0AA-4EE5-A69D-BBD0A266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F81-25B3-467B-A5FD-4B24098F1FD9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59A77-DBFB-407A-ACB7-F4EDACE62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47488-A59F-47E1-B1F3-217B962E0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1B57-04C2-4D9D-B0D3-D10D32A91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495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E940-6E48-470E-BA56-F3D1F0D42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B2ED4-3C5F-4180-AAA8-E73AE84D9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844DC-314A-49ED-BB2C-AC6DBE39A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F81-25B3-467B-A5FD-4B24098F1FD9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8D87F-9909-4CF6-AAD5-B84CC2CB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785C-3527-4639-91E9-13FE9981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1B57-04C2-4D9D-B0D3-D10D32A91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21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71F3-4E43-40BA-882D-B1E1A852E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BCD52-11AF-490B-8085-91FBB921C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DE8DD-94D8-405D-B09F-AAA87AD4E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6A962-BE6A-415B-B701-B3180C394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F81-25B3-467B-A5FD-4B24098F1FD9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D3932-7A3B-4C03-A265-20C2857BE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A3CE2-A969-4FE4-B668-0A77743E6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1B57-04C2-4D9D-B0D3-D10D32A91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3595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31457-FADD-4B09-B238-4C57988D4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E9FCE-96A8-4FF8-83DF-E8AE616BE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D9104-EED3-4EC5-B15F-5B04126D7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8CF030-140A-4318-B035-0B5711022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F83CA-933E-4F10-803A-96D73A29BC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1F3C83-ADC9-4085-8B44-87AD08C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F81-25B3-467B-A5FD-4B24098F1FD9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FFD55-919E-4295-B289-EAAEDF0D3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C924AD-700F-446F-B48A-5579F3724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1B57-04C2-4D9D-B0D3-D10D32A91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1355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7AA72-1DC4-453D-A6BB-51040E6B3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E2D302-4EAF-463D-9252-E789DD4A1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F81-25B3-467B-A5FD-4B24098F1FD9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BF766-4CDD-4512-8D92-EA0D2671C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E1DEE-DE3C-4276-89BD-CCE3B7597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1B57-04C2-4D9D-B0D3-D10D32A91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9928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7E3E1-DF48-447E-BEF0-A2DE7DCAC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F81-25B3-467B-A5FD-4B24098F1FD9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3D3E05-DC0D-45C1-9412-76CB2ED4E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CE49E-2996-4C2F-8E0D-53B273D6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1B57-04C2-4D9D-B0D3-D10D32A91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220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00CC-8F1F-4BDC-892A-0BB1C7D10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D2D59-1384-48B3-B261-690C47776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A0F90-0DB7-47A8-AA6D-31987E470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D32C6-3841-4A48-8D43-02076D463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F81-25B3-467B-A5FD-4B24098F1FD9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A1929-8C69-4796-8DFE-E055DA8BF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4DE6D-1A08-49A1-AE16-8EBAB9EC4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1B57-04C2-4D9D-B0D3-D10D32A91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0270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5B629-0EAB-4879-B5A4-36AC26C44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4B0240-ED11-4124-9A4A-510E44F804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23EEB-EFE2-47A3-9E3C-942DE2FC7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3713D-FC3B-46B7-A95C-8C938A8F2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F81-25B3-467B-A5FD-4B24098F1FD9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60D31-4D77-41C0-BAE6-5D78AC8FC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42D84-0F1A-4BF1-8174-EE5DC889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1B57-04C2-4D9D-B0D3-D10D32A91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9956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A3B7-5443-49DC-A69D-F2A427B95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5DE08-BC8B-4739-AB8A-EF92ADE4E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58BD1-15F4-4D55-9C98-38DC6C7B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F81-25B3-467B-A5FD-4B24098F1FD9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E445D-D55F-4F1B-BC01-5C4DC492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8E140-9B7C-4B7F-A03D-9075B7C8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1B57-04C2-4D9D-B0D3-D10D32A91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757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089257-9EA8-475F-974E-D5D1CD0981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9520A3-DDDB-47D9-8535-A439A471E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B1D98-3171-4F50-8971-0FE2D5DE8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F81-25B3-467B-A5FD-4B24098F1FD9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D0939-A116-4C17-ADD5-DD81803F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7487D-749E-44F5-9C95-97603F9C8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61B57-04C2-4D9D-B0D3-D10D32A91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2151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D889CA-8F29-42C7-86A4-AD4B4ACA0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A422B-E130-4E69-959F-67822F24F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3872B-EBAF-4664-926B-6A0D03BA6B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22F81-25B3-467B-A5FD-4B24098F1FD9}" type="datetimeFigureOut">
              <a:rPr lang="en-AU" smtClean="0"/>
              <a:t>24/10/2018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7C9FB-1AE3-452B-AF10-0FF789D56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1F090-C67F-44D4-B68F-18DBC2A15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61B57-04C2-4D9D-B0D3-D10D32A91F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2415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EF548-ED44-4639-9687-CE9A3CE1D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24" y="2036433"/>
            <a:ext cx="7214080" cy="45127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ACBAF1-3697-4532-9616-DB4F71940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104" y="308793"/>
            <a:ext cx="3751326" cy="62404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495979-15CF-4E64-A161-C24145D44CE6}"/>
              </a:ext>
            </a:extLst>
          </p:cNvPr>
          <p:cNvSpPr txBox="1"/>
          <p:nvPr/>
        </p:nvSpPr>
        <p:spPr>
          <a:xfrm>
            <a:off x="137696" y="83248"/>
            <a:ext cx="80431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Working in pairs fill in the table using 1 set of triangles all with the same angle size.</a:t>
            </a:r>
          </a:p>
          <a:p>
            <a:pPr marL="342900" indent="-342900">
              <a:buAutoNum type="arabicPeriod"/>
            </a:pPr>
            <a:r>
              <a:rPr lang="en-AU" dirty="0"/>
              <a:t>Label the sides of your 8 triangles</a:t>
            </a:r>
          </a:p>
          <a:p>
            <a:pPr marL="342900" indent="-342900">
              <a:buAutoNum type="arabicPeriod"/>
            </a:pPr>
            <a:r>
              <a:rPr lang="en-AU" dirty="0"/>
              <a:t>Measure the sides and complete columns 1,2 and 3 of the table</a:t>
            </a:r>
          </a:p>
          <a:p>
            <a:pPr marL="342900" indent="-342900">
              <a:buAutoNum type="arabicPeriod"/>
            </a:pPr>
            <a:r>
              <a:rPr lang="en-AU" dirty="0"/>
              <a:t>Use the trig ratios to work out the fraction</a:t>
            </a:r>
          </a:p>
          <a:p>
            <a:pPr marL="342900" indent="-342900">
              <a:buAutoNum type="arabicPeriod"/>
            </a:pPr>
            <a:r>
              <a:rPr lang="en-AU" dirty="0"/>
              <a:t>Use a calculator to work out the decimal  </a:t>
            </a:r>
          </a:p>
          <a:p>
            <a:pPr marL="342900" indent="-342900">
              <a:buAutoNum type="arabicPeriod"/>
            </a:pPr>
            <a:r>
              <a:rPr lang="en-AU" dirty="0"/>
              <a:t>Write your names on top – you will need this information for the validation.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03797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70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3</cp:revision>
  <dcterms:created xsi:type="dcterms:W3CDTF">2018-10-24T01:06:12Z</dcterms:created>
  <dcterms:modified xsi:type="dcterms:W3CDTF">2018-10-24T01:25:16Z</dcterms:modified>
</cp:coreProperties>
</file>