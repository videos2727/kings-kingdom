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1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466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659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94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56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089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89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99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564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08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42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590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1F980-10EB-4A62-BD0A-7FB255108EEC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9F7B6-47D9-43C2-A02E-9412A2D26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429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8E0B5-81F0-42DB-8055-F7240D68D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1687-4B26-4E11-9245-CFC76C3FEB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C8495-EBAD-4330-8A65-DC4DFBD5A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962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9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3</cp:revision>
  <cp:lastPrinted>2018-10-24T01:16:18Z</cp:lastPrinted>
  <dcterms:created xsi:type="dcterms:W3CDTF">2018-10-24T00:54:29Z</dcterms:created>
  <dcterms:modified xsi:type="dcterms:W3CDTF">2018-10-24T01:19:28Z</dcterms:modified>
</cp:coreProperties>
</file>