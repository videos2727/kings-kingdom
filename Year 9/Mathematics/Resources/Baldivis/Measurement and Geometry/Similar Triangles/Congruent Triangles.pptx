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293" r:id="rId6"/>
    <p:sldId id="294" r:id="rId7"/>
    <p:sldId id="295" r:id="rId8"/>
    <p:sldId id="296" r:id="rId9"/>
    <p:sldId id="29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11/11/2014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Geometry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4 Semester 2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340679" y="53432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970749" y="252890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3549499" y="2132856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5940152" y="2256179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7596336" y="728700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gular Pentagon 7"/>
          <p:cNvSpPr/>
          <p:nvPr/>
        </p:nvSpPr>
        <p:spPr>
          <a:xfrm>
            <a:off x="1159344" y="4612526"/>
            <a:ext cx="1062969" cy="1002165"/>
          </a:xfrm>
          <a:prstGeom prst="pentag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156176" y="4365104"/>
            <a:ext cx="14401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940152" y="4365104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300192" y="5113608"/>
            <a:ext cx="25922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00192" y="5113608"/>
            <a:ext cx="12961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948264" y="3861048"/>
            <a:ext cx="1224136" cy="1753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2092206"/>
            <a:ext cx="4757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Congruent</a:t>
            </a:r>
            <a:r>
              <a:rPr lang="en-AU" dirty="0" smtClean="0"/>
              <a:t> figures have the same shape and size.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960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2092206"/>
            <a:ext cx="4757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Congruent</a:t>
            </a:r>
            <a:r>
              <a:rPr lang="en-AU" dirty="0" smtClean="0"/>
              <a:t> figures have the same shape and size.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496531"/>
            <a:ext cx="52565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Tests for triangle congruence 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Side, </a:t>
            </a:r>
            <a:r>
              <a:rPr lang="en-AU" dirty="0"/>
              <a:t>S</a:t>
            </a:r>
            <a:r>
              <a:rPr lang="en-AU" dirty="0" smtClean="0"/>
              <a:t>ide, Side (SSS)</a:t>
            </a:r>
          </a:p>
          <a:p>
            <a:pPr lvl="1"/>
            <a:r>
              <a:rPr lang="en-AU" dirty="0" smtClean="0"/>
              <a:t>Three pairs of corresponding sides are equal</a:t>
            </a:r>
          </a:p>
          <a:p>
            <a:pPr lvl="1"/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001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2092206"/>
            <a:ext cx="4757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Congruent</a:t>
            </a:r>
            <a:r>
              <a:rPr lang="en-AU" dirty="0" smtClean="0"/>
              <a:t> figures have the same shape and size.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496531"/>
            <a:ext cx="52565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Tests for triangle congruence 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Side, </a:t>
            </a:r>
            <a:r>
              <a:rPr lang="en-AU" dirty="0"/>
              <a:t>S</a:t>
            </a:r>
            <a:r>
              <a:rPr lang="en-AU" dirty="0" smtClean="0"/>
              <a:t>ide, Side (SSS)</a:t>
            </a:r>
          </a:p>
          <a:p>
            <a:pPr lvl="1"/>
            <a:r>
              <a:rPr lang="en-AU" dirty="0" smtClean="0"/>
              <a:t>Three pairs of corresponding sides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Side, Angle, Side (SAS)</a:t>
            </a:r>
          </a:p>
          <a:p>
            <a:pPr lvl="1"/>
            <a:r>
              <a:rPr lang="en-AU" dirty="0" smtClean="0"/>
              <a:t>Two pairs of corresponding sides and the included angle are equal</a:t>
            </a:r>
          </a:p>
          <a:p>
            <a:pPr lvl="1"/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308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2092206"/>
            <a:ext cx="4757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Congruent</a:t>
            </a:r>
            <a:r>
              <a:rPr lang="en-AU" dirty="0" smtClean="0"/>
              <a:t> figures have the same shape and size.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496531"/>
            <a:ext cx="52565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Tests for triangle congruence 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Side, </a:t>
            </a:r>
            <a:r>
              <a:rPr lang="en-AU" dirty="0"/>
              <a:t>S</a:t>
            </a:r>
            <a:r>
              <a:rPr lang="en-AU" dirty="0" smtClean="0"/>
              <a:t>ide, Side (SSS)</a:t>
            </a:r>
          </a:p>
          <a:p>
            <a:pPr lvl="1"/>
            <a:r>
              <a:rPr lang="en-AU" dirty="0" smtClean="0"/>
              <a:t>Three pairs of corresponding sides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Side, Angle, Side (SAS)</a:t>
            </a:r>
          </a:p>
          <a:p>
            <a:pPr lvl="1"/>
            <a:r>
              <a:rPr lang="en-AU" dirty="0" smtClean="0"/>
              <a:t>Two pairs of corresponding sides and the included angle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Angle, Side, Angle (ASA)</a:t>
            </a:r>
          </a:p>
          <a:p>
            <a:pPr lvl="1"/>
            <a:r>
              <a:rPr lang="en-AU" dirty="0" smtClean="0"/>
              <a:t>Two angles and any pair of corresponding sides are equal</a:t>
            </a:r>
          </a:p>
          <a:p>
            <a:pPr lvl="1"/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35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71600" y="476672"/>
            <a:ext cx="3172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Congruent Triangles 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860" y="103120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determine if two triangles are congruent?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131840" y="2092206"/>
            <a:ext cx="4757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/>
              <a:t>Congruent</a:t>
            </a:r>
            <a:r>
              <a:rPr lang="en-AU" dirty="0" smtClean="0"/>
              <a:t> figures have the same shape and size.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31840" y="2496531"/>
            <a:ext cx="52565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Tests for triangle congruence </a:t>
            </a:r>
          </a:p>
          <a:p>
            <a:pPr marL="285750" indent="-285750">
              <a:buFontTx/>
              <a:buChar char="-"/>
            </a:pPr>
            <a:r>
              <a:rPr lang="en-AU" dirty="0" smtClean="0"/>
              <a:t>Side, </a:t>
            </a:r>
            <a:r>
              <a:rPr lang="en-AU" dirty="0"/>
              <a:t>S</a:t>
            </a:r>
            <a:r>
              <a:rPr lang="en-AU" dirty="0" smtClean="0"/>
              <a:t>ide, Side (SSS)</a:t>
            </a:r>
          </a:p>
          <a:p>
            <a:pPr lvl="1"/>
            <a:r>
              <a:rPr lang="en-AU" dirty="0" smtClean="0"/>
              <a:t>Three pairs of corresponding sides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Side, Angle, Side (SAS)</a:t>
            </a:r>
          </a:p>
          <a:p>
            <a:pPr lvl="1"/>
            <a:r>
              <a:rPr lang="en-AU" dirty="0" smtClean="0"/>
              <a:t>Two pairs of corresponding sides and the included angle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Angle, Side, Angle (ASA)</a:t>
            </a:r>
          </a:p>
          <a:p>
            <a:pPr lvl="1"/>
            <a:r>
              <a:rPr lang="en-AU" dirty="0" smtClean="0"/>
              <a:t>Two angles and any pair of corresponding sides are equal</a:t>
            </a:r>
          </a:p>
          <a:p>
            <a:pPr lvl="1"/>
            <a:endParaRPr lang="en-AU" dirty="0" smtClean="0"/>
          </a:p>
          <a:p>
            <a:pPr marL="285750" indent="-285750">
              <a:buFontTx/>
              <a:buChar char="-"/>
            </a:pPr>
            <a:r>
              <a:rPr lang="en-AU" dirty="0" smtClean="0"/>
              <a:t>Right angle, Hypotenuse, Side (RHS)</a:t>
            </a:r>
          </a:p>
          <a:p>
            <a:pPr lvl="1"/>
            <a:r>
              <a:rPr lang="en-AU" dirty="0" smtClean="0"/>
              <a:t>A right angle, the hypotenuse and one other pair of corresponding sides are equal.</a:t>
            </a:r>
          </a:p>
          <a:p>
            <a:pPr marL="285750" indent="-285750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085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414</Words>
  <Application>Microsoft Office PowerPoint</Application>
  <PresentationFormat>On-screen Show (4:3)</PresentationFormat>
  <Paragraphs>102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Geometry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42</cp:revision>
  <dcterms:created xsi:type="dcterms:W3CDTF">2014-05-14T02:58:57Z</dcterms:created>
  <dcterms:modified xsi:type="dcterms:W3CDTF">2014-11-11T00:34:20Z</dcterms:modified>
</cp:coreProperties>
</file>