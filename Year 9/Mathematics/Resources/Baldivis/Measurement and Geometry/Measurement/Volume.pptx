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61" r:id="rId5"/>
    <p:sldId id="302" r:id="rId6"/>
    <p:sldId id="303" r:id="rId7"/>
    <p:sldId id="304" r:id="rId8"/>
    <p:sldId id="305" r:id="rId9"/>
    <p:sldId id="301" r:id="rId10"/>
    <p:sldId id="292" r:id="rId11"/>
    <p:sldId id="291" r:id="rId12"/>
    <p:sldId id="29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4660"/>
  </p:normalViewPr>
  <p:slideViewPr>
    <p:cSldViewPr>
      <p:cViewPr varScale="1">
        <p:scale>
          <a:sx n="69" d="100"/>
          <a:sy n="69" d="100"/>
        </p:scale>
        <p:origin x="-1410" y="-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Perimeter, Area and Volume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Name </a:t>
            </a:r>
          </a:p>
          <a:p>
            <a:r>
              <a:rPr lang="en-AU" dirty="0" smtClean="0"/>
              <a:t>Class </a:t>
            </a:r>
          </a:p>
          <a:p>
            <a:r>
              <a:rPr lang="en-AU" dirty="0" smtClean="0"/>
              <a:t>Term 3 Semester 2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33427" y="2348880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rapezoid 4"/>
          <p:cNvSpPr/>
          <p:nvPr/>
        </p:nvSpPr>
        <p:spPr>
          <a:xfrm>
            <a:off x="2699792" y="234888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Hexagon 5"/>
          <p:cNvSpPr/>
          <p:nvPr/>
        </p:nvSpPr>
        <p:spPr>
          <a:xfrm>
            <a:off x="5076056" y="2348880"/>
            <a:ext cx="1512168" cy="13681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ecagon 6"/>
          <p:cNvSpPr/>
          <p:nvPr/>
        </p:nvSpPr>
        <p:spPr>
          <a:xfrm>
            <a:off x="7596336" y="2852936"/>
            <a:ext cx="1224136" cy="1296144"/>
          </a:xfrm>
          <a:prstGeom prst="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Pie 8"/>
          <p:cNvSpPr/>
          <p:nvPr/>
        </p:nvSpPr>
        <p:spPr>
          <a:xfrm>
            <a:off x="683568" y="4653136"/>
            <a:ext cx="1368152" cy="1440160"/>
          </a:xfrm>
          <a:prstGeom prst="pi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48264" y="5301208"/>
            <a:ext cx="115212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L-Shape 10"/>
          <p:cNvSpPr/>
          <p:nvPr/>
        </p:nvSpPr>
        <p:spPr>
          <a:xfrm>
            <a:off x="323528" y="548680"/>
            <a:ext cx="936104" cy="1368152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Parallelogram 11"/>
          <p:cNvSpPr/>
          <p:nvPr/>
        </p:nvSpPr>
        <p:spPr>
          <a:xfrm>
            <a:off x="7524328" y="1232756"/>
            <a:ext cx="936104" cy="1116124"/>
          </a:xfrm>
          <a:prstGeom prst="parallelogram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2339752" y="3717032"/>
            <a:ext cx="93610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18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19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5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Volumes of</a:t>
            </a:r>
            <a:r>
              <a:rPr lang="en-AU" sz="3200" dirty="0" smtClean="0"/>
              <a:t> </a:t>
            </a:r>
            <a:r>
              <a:rPr lang="en-AU" sz="3200" dirty="0" smtClean="0"/>
              <a:t>Prisms</a:t>
            </a:r>
            <a:endParaRPr lang="en-AU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ar</a:t>
            </a:r>
            <a:r>
              <a:rPr lang="en-AU" sz="2400" dirty="0" smtClean="0"/>
              <a:t>e the formulas for area used to find the volume of a prism?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5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Volumes of</a:t>
            </a:r>
            <a:r>
              <a:rPr lang="en-AU" sz="3200" dirty="0" smtClean="0"/>
              <a:t> </a:t>
            </a:r>
            <a:r>
              <a:rPr lang="en-AU" sz="3200" dirty="0" smtClean="0"/>
              <a:t>Prisms</a:t>
            </a:r>
            <a:endParaRPr lang="en-AU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ar</a:t>
            </a:r>
            <a:r>
              <a:rPr lang="en-AU" sz="2400" dirty="0" smtClean="0"/>
              <a:t>e the formulas for area used to find the volume of a prism?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50127" y="1918823"/>
            <a:ext cx="5438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prism is a 3-D shape with the same shape throughout its length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707904" y="3933056"/>
            <a:ext cx="1431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Cross Section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5868144" y="3933056"/>
            <a:ext cx="824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Length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2434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5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Volumes of</a:t>
            </a:r>
            <a:r>
              <a:rPr lang="en-AU" sz="3200" dirty="0" smtClean="0"/>
              <a:t> </a:t>
            </a:r>
            <a:r>
              <a:rPr lang="en-AU" sz="3200" dirty="0" smtClean="0"/>
              <a:t>Prisms</a:t>
            </a:r>
            <a:endParaRPr lang="en-AU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ar</a:t>
            </a:r>
            <a:r>
              <a:rPr lang="en-AU" sz="2400" dirty="0" smtClean="0"/>
              <a:t>e the formulas for area used to find the volume of a prism?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50127" y="1918823"/>
            <a:ext cx="5438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prism is a 3-D shape with the same shape throughout its length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707904" y="3933056"/>
            <a:ext cx="1431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Cross Section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5868144" y="3933056"/>
            <a:ext cx="824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Length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07784" y="4607627"/>
            <a:ext cx="3172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Volume of a prism is – </a:t>
            </a:r>
          </a:p>
          <a:p>
            <a:endParaRPr lang="en-AU" dirty="0" smtClean="0"/>
          </a:p>
          <a:p>
            <a:r>
              <a:rPr lang="en-AU" dirty="0" smtClean="0"/>
              <a:t>Area of cross-section x length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3461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5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Volumes of</a:t>
            </a:r>
            <a:r>
              <a:rPr lang="en-AU" sz="3200" dirty="0" smtClean="0"/>
              <a:t> </a:t>
            </a:r>
            <a:r>
              <a:rPr lang="en-AU" sz="3200" dirty="0" smtClean="0"/>
              <a:t>Prisms</a:t>
            </a:r>
            <a:endParaRPr lang="en-AU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ar</a:t>
            </a:r>
            <a:r>
              <a:rPr lang="en-AU" sz="2400" dirty="0" smtClean="0"/>
              <a:t>e the formulas for area used to find the volume of a prism?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50127" y="1918823"/>
            <a:ext cx="5438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prism is a 3-D shape with the same shape throughout its length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07784" y="4607627"/>
            <a:ext cx="3172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Volume of a prism is – </a:t>
            </a:r>
          </a:p>
          <a:p>
            <a:endParaRPr lang="en-AU" dirty="0" smtClean="0"/>
          </a:p>
          <a:p>
            <a:r>
              <a:rPr lang="en-AU" dirty="0" smtClean="0"/>
              <a:t>Area of cross-section x length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19" t="10834" r="61884" b="40700"/>
          <a:stretch/>
        </p:blipFill>
        <p:spPr bwMode="auto">
          <a:xfrm>
            <a:off x="3593492" y="2241988"/>
            <a:ext cx="1957016" cy="1810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5139193" y="3429000"/>
            <a:ext cx="824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Length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696082" y="3290500"/>
            <a:ext cx="1012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Cross Section</a:t>
            </a:r>
            <a:endParaRPr lang="en-A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7" t="15083" r="66020" b="51475"/>
          <a:stretch/>
        </p:blipFill>
        <p:spPr bwMode="auto">
          <a:xfrm>
            <a:off x="6188939" y="2528952"/>
            <a:ext cx="2231240" cy="152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458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5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Volumes of</a:t>
            </a:r>
            <a:r>
              <a:rPr lang="en-AU" sz="3200" dirty="0" smtClean="0"/>
              <a:t> </a:t>
            </a:r>
            <a:r>
              <a:rPr lang="en-AU" sz="3200" dirty="0" smtClean="0"/>
              <a:t>Prisms</a:t>
            </a:r>
            <a:endParaRPr lang="en-AU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ar</a:t>
            </a:r>
            <a:r>
              <a:rPr lang="en-AU" sz="2400" dirty="0" smtClean="0"/>
              <a:t>e the formulas for area used to find the volume of a prism?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50127" y="1918823"/>
            <a:ext cx="5438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prism is a 3-D shape with the same shape throughout its length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07784" y="4607627"/>
            <a:ext cx="3172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Volume of a prism is – </a:t>
            </a:r>
          </a:p>
          <a:p>
            <a:endParaRPr lang="en-AU" dirty="0" smtClean="0"/>
          </a:p>
          <a:p>
            <a:r>
              <a:rPr lang="en-AU" dirty="0" smtClean="0"/>
              <a:t>Area of cross-section x length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99688" y="5805264"/>
            <a:ext cx="1939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Page 302 – Q5 - 12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19" t="10834" r="61884" b="40700"/>
          <a:stretch/>
        </p:blipFill>
        <p:spPr bwMode="auto">
          <a:xfrm>
            <a:off x="3593492" y="2241988"/>
            <a:ext cx="1957016" cy="1810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5139193" y="3429000"/>
            <a:ext cx="824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Length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696082" y="3290500"/>
            <a:ext cx="1012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Cross Section</a:t>
            </a:r>
            <a:endParaRPr lang="en-A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7" t="15083" r="66020" b="51475"/>
          <a:stretch/>
        </p:blipFill>
        <p:spPr bwMode="auto">
          <a:xfrm>
            <a:off x="6188939" y="2528952"/>
            <a:ext cx="2231240" cy="152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936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Plenary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Draw three shapes with a perimeter of 36cm.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45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317</Words>
  <Application>Microsoft Office PowerPoint</Application>
  <PresentationFormat>On-screen Show (4:3)</PresentationFormat>
  <Paragraphs>93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My Perimeter, Area and Volume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Notes Review</vt:lpstr>
      <vt:lpstr>Homework</vt:lpstr>
      <vt:lpstr>Plenary 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37</cp:revision>
  <dcterms:created xsi:type="dcterms:W3CDTF">2014-05-14T02:58:57Z</dcterms:created>
  <dcterms:modified xsi:type="dcterms:W3CDTF">2014-08-13T00:30:46Z</dcterms:modified>
</cp:coreProperties>
</file>