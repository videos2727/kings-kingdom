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304" r:id="rId3"/>
    <p:sldId id="259" r:id="rId4"/>
    <p:sldId id="258" r:id="rId5"/>
    <p:sldId id="320" r:id="rId6"/>
    <p:sldId id="346" r:id="rId7"/>
    <p:sldId id="347" r:id="rId8"/>
    <p:sldId id="344" r:id="rId9"/>
    <p:sldId id="292" r:id="rId10"/>
    <p:sldId id="291" r:id="rId11"/>
    <p:sldId id="349" r:id="rId12"/>
    <p:sldId id="350" r:id="rId13"/>
    <p:sldId id="351" r:id="rId14"/>
    <p:sldId id="35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28/06/2015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38126"/>
            <a:ext cx="15906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measurement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Name: Mrs. Whitehurst</a:t>
            </a:r>
          </a:p>
          <a:p>
            <a:pPr>
              <a:buFontTx/>
              <a:buChar char="-"/>
            </a:pPr>
            <a:r>
              <a:rPr lang="en-AU" dirty="0" smtClean="0"/>
              <a:t>Semester </a:t>
            </a:r>
            <a:r>
              <a:rPr lang="en-AU" dirty="0"/>
              <a:t>2</a:t>
            </a:r>
            <a:r>
              <a:rPr lang="en-AU" dirty="0" smtClean="0"/>
              <a:t> Term 3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74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Length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length measurements to determine perimeter?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2483768" y="1916832"/>
            <a:ext cx="63367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Length is at the foundation of measurement from which the concepts of perimeter, circumference, </a:t>
            </a:r>
            <a:r>
              <a:rPr lang="en-AU" sz="1600" dirty="0" smtClean="0"/>
              <a:t>area and </a:t>
            </a:r>
            <a:r>
              <a:rPr lang="en-AU" sz="1600" dirty="0"/>
              <a:t>volume are developed</a:t>
            </a:r>
            <a:r>
              <a:rPr lang="en-AU" sz="1600" dirty="0" smtClean="0"/>
              <a:t>.</a:t>
            </a:r>
          </a:p>
          <a:p>
            <a:endParaRPr lang="en-AU" sz="1600" dirty="0"/>
          </a:p>
          <a:p>
            <a:endParaRPr lang="en-AU" sz="1600" dirty="0"/>
          </a:p>
          <a:p>
            <a:endParaRPr lang="en-AU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8602" t="42586" r="50667" b="25363"/>
          <a:stretch/>
        </p:blipFill>
        <p:spPr>
          <a:xfrm>
            <a:off x="2483768" y="2708920"/>
            <a:ext cx="6336704" cy="28047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5387" y="2047200"/>
            <a:ext cx="21149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Why is length important?</a:t>
            </a:r>
          </a:p>
          <a:p>
            <a:endParaRPr lang="en-AU" sz="1600" dirty="0"/>
          </a:p>
          <a:p>
            <a:r>
              <a:rPr lang="en-AU" sz="1600" dirty="0" smtClean="0"/>
              <a:t>How do I convert metric units?</a:t>
            </a:r>
          </a:p>
          <a:p>
            <a:endParaRPr lang="en-AU" sz="1600" dirty="0"/>
          </a:p>
          <a:p>
            <a:endParaRPr lang="en-AU" sz="1600" dirty="0" smtClean="0"/>
          </a:p>
          <a:p>
            <a:endParaRPr lang="en-AU" sz="1600" dirty="0"/>
          </a:p>
          <a:p>
            <a:endParaRPr lang="en-AU" sz="1600" dirty="0"/>
          </a:p>
          <a:p>
            <a:r>
              <a:rPr lang="en-AU" sz="1600" dirty="0" smtClean="0"/>
              <a:t>What is the perimeter?</a:t>
            </a:r>
            <a:endParaRPr lang="en-AU" sz="1600" dirty="0"/>
          </a:p>
          <a:p>
            <a:endParaRPr lang="en-AU" sz="1600" dirty="0"/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74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Length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length measurements to determine perimeter?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2483768" y="1916832"/>
            <a:ext cx="6336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600" dirty="0"/>
          </a:p>
          <a:p>
            <a:endParaRPr lang="en-A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211874" y="2020151"/>
            <a:ext cx="2114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600" dirty="0"/>
          </a:p>
          <a:p>
            <a:endParaRPr lang="en-AU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35044" t="20300" r="22826" b="11801"/>
          <a:stretch/>
        </p:blipFill>
        <p:spPr>
          <a:xfrm>
            <a:off x="2656226" y="1703859"/>
            <a:ext cx="5634440" cy="51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0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74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Length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length measurements to determine perimeter?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2844791" y="2003136"/>
            <a:ext cx="6336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600" dirty="0"/>
          </a:p>
          <a:p>
            <a:endParaRPr lang="en-A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175387" y="2047200"/>
            <a:ext cx="2114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600" dirty="0"/>
          </a:p>
          <a:p>
            <a:endParaRPr lang="en-AU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5038" t="21301" r="18500" b="37399"/>
          <a:stretch/>
        </p:blipFill>
        <p:spPr>
          <a:xfrm>
            <a:off x="1704821" y="1974776"/>
            <a:ext cx="7318530" cy="365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3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755576" y="1412776"/>
            <a:ext cx="75608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TEXT: Essentials 9 </a:t>
            </a:r>
          </a:p>
          <a:p>
            <a:endParaRPr lang="en-AU" dirty="0"/>
          </a:p>
          <a:p>
            <a:r>
              <a:rPr lang="en-AU" dirty="0" smtClean="0"/>
              <a:t>Complete </a:t>
            </a:r>
            <a:r>
              <a:rPr lang="en-AU" dirty="0"/>
              <a:t>Numbers </a:t>
            </a:r>
            <a:r>
              <a:rPr lang="en-AU" dirty="0" smtClean="0"/>
              <a:t>1- 6 from </a:t>
            </a:r>
            <a:r>
              <a:rPr lang="en-AU" dirty="0"/>
              <a:t>pages </a:t>
            </a:r>
            <a:r>
              <a:rPr lang="en-AU" dirty="0" smtClean="0"/>
              <a:t>267 </a:t>
            </a:r>
            <a:r>
              <a:rPr lang="en-AU" dirty="0"/>
              <a:t>– </a:t>
            </a:r>
            <a:r>
              <a:rPr lang="en-AU" dirty="0" smtClean="0"/>
              <a:t>268 </a:t>
            </a:r>
            <a:r>
              <a:rPr lang="en-AU" dirty="0"/>
              <a:t>in the text book</a:t>
            </a:r>
            <a:r>
              <a:rPr lang="en-AU" dirty="0" smtClean="0"/>
              <a:t>.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i="1" dirty="0" smtClean="0"/>
              <a:t>Extension/Early Finishers</a:t>
            </a:r>
            <a:endParaRPr lang="en-AU" i="1" dirty="0"/>
          </a:p>
          <a:p>
            <a:r>
              <a:rPr lang="en-AU" dirty="0" smtClean="0"/>
              <a:t>Complete Numbers 7-8 from page 268 in the text book.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615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74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Length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measurement conversions and perimeter to solve problems?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75387" y="2047200"/>
            <a:ext cx="2114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600" dirty="0"/>
          </a:p>
          <a:p>
            <a:r>
              <a:rPr lang="en-AU" sz="1600" dirty="0" smtClean="0"/>
              <a:t>Remember:</a:t>
            </a:r>
            <a:endParaRPr lang="en-AU" sz="16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l="8602" t="42586" r="50667" b="25363"/>
          <a:stretch/>
        </p:blipFill>
        <p:spPr>
          <a:xfrm>
            <a:off x="2533224" y="2134627"/>
            <a:ext cx="6336704" cy="280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3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755576" y="1412776"/>
            <a:ext cx="75608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TEXT: Essentials 9 </a:t>
            </a:r>
          </a:p>
          <a:p>
            <a:endParaRPr lang="en-AU" dirty="0"/>
          </a:p>
          <a:p>
            <a:r>
              <a:rPr lang="en-AU" dirty="0" smtClean="0"/>
              <a:t>Complete </a:t>
            </a:r>
            <a:r>
              <a:rPr lang="en-AU" dirty="0"/>
              <a:t>Numbers </a:t>
            </a:r>
            <a:r>
              <a:rPr lang="en-AU" dirty="0" smtClean="0"/>
              <a:t>9-15 from </a:t>
            </a:r>
            <a:r>
              <a:rPr lang="en-AU" dirty="0"/>
              <a:t>pages </a:t>
            </a:r>
            <a:r>
              <a:rPr lang="en-AU" dirty="0" smtClean="0"/>
              <a:t>268 </a:t>
            </a:r>
            <a:r>
              <a:rPr lang="en-AU" dirty="0"/>
              <a:t>– </a:t>
            </a:r>
            <a:r>
              <a:rPr lang="en-AU" dirty="0" smtClean="0"/>
              <a:t>269 </a:t>
            </a:r>
            <a:r>
              <a:rPr lang="en-AU" dirty="0"/>
              <a:t>in the text book</a:t>
            </a:r>
            <a:r>
              <a:rPr lang="en-AU" dirty="0" smtClean="0"/>
              <a:t>.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i="1" dirty="0" smtClean="0"/>
              <a:t>Extension/Early Finishers</a:t>
            </a:r>
            <a:endParaRPr lang="en-AU" i="1" dirty="0"/>
          </a:p>
          <a:p>
            <a:r>
              <a:rPr lang="en-AU" dirty="0" smtClean="0"/>
              <a:t>Complete Number 16 from page 269 in the text book.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568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3022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07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327</Words>
  <Application>Microsoft Office PowerPoint</Application>
  <PresentationFormat>On-screen Show (4:3)</PresentationFormat>
  <Paragraphs>111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Measurement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KB Whitehurst</cp:lastModifiedBy>
  <cp:revision>105</cp:revision>
  <dcterms:created xsi:type="dcterms:W3CDTF">2014-05-14T02:58:57Z</dcterms:created>
  <dcterms:modified xsi:type="dcterms:W3CDTF">2015-06-28T11:19:41Z</dcterms:modified>
</cp:coreProperties>
</file>