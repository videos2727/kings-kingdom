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21" r:id="rId6"/>
    <p:sldId id="323" r:id="rId7"/>
    <p:sldId id="322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87" d="100"/>
          <a:sy n="87" d="100"/>
        </p:scale>
        <p:origin x="-44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midpoint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you find the midpoint 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993424"/>
                <a:ext cx="5328592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030" t="-15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96455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AU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975202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29" y="3218372"/>
            <a:ext cx="2690050" cy="3411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6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midpoint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you find the midpoint of a line between two points located on a Cartesian plane?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The midpoint of a line segment is the halfway point between the two end points.</a:t>
                </a:r>
              </a:p>
              <a:p>
                <a:r>
                  <a:rPr lang="en-AU" dirty="0" smtClean="0"/>
                  <a:t>If the two end point have the coordinates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(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 </m:t>
                    </m:r>
                    <m:r>
                      <a:rPr lang="en-AU" b="0" i="1" smtClean="0">
                        <a:latin typeface="Cambria Math"/>
                      </a:rPr>
                      <m:t>𝑎𝑛𝑑</m:t>
                    </m:r>
                    <m:r>
                      <a:rPr lang="en-AU" b="0" i="1" smtClean="0">
                        <a:latin typeface="Cambria Math"/>
                      </a:rPr>
                      <m:t> (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then the midpoint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986" y="2684127"/>
                <a:ext cx="4253866" cy="1986378"/>
              </a:xfrm>
              <a:prstGeom prst="rect">
                <a:avLst/>
              </a:prstGeom>
              <a:blipFill rotWithShape="1">
                <a:blip r:embed="rId3"/>
                <a:stretch>
                  <a:fillRect l="-1146" t="-1534" r="-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(1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51" y="3795136"/>
                <a:ext cx="752129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(4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AU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656" y="4554742"/>
                <a:ext cx="64472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8571" t="-8197" r="-3810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=(4,2)</m:t>
                      </m:r>
                    </m:oMath>
                  </m:oMathPara>
                </a14:m>
                <a:endParaRPr lang="en-AU" b="0" dirty="0" smtClean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123593" y="4462409"/>
                <a:ext cx="1826860" cy="9233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𝑀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i="1" smtClean="0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AU" b="0" i="1" smtClean="0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AU" i="1" dirty="0" smtClean="0">
                  <a:latin typeface="Cambria Math"/>
                </a:endParaRPr>
              </a:p>
              <a:p>
                <a:r>
                  <a:rPr lang="en-AU" i="1" dirty="0">
                    <a:latin typeface="Cambria Math"/>
                  </a:rPr>
                  <a:t> </a:t>
                </a:r>
                <a:r>
                  <a:rPr lang="en-AU" i="1" dirty="0" smtClean="0">
                    <a:latin typeface="Cambria Math"/>
                  </a:rPr>
                  <a:t>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=(2.5,3.5)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44" y="5093359"/>
                <a:ext cx="2685735" cy="17777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915816" y="4277743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Reminder -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𝐿𝑒𝑛𝑔𝑡h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𝑜𝑓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𝑙𝑖𝑛𝑒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AU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29" y="2126000"/>
                <a:ext cx="5570564" cy="427746"/>
              </a:xfrm>
              <a:prstGeom prst="rect">
                <a:avLst/>
              </a:prstGeom>
              <a:blipFill rotWithShape="1">
                <a:blip r:embed="rId8"/>
                <a:stretch>
                  <a:fillRect l="-875" b="-214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9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9" t="13056" b="17894"/>
          <a:stretch/>
        </p:blipFill>
        <p:spPr bwMode="auto">
          <a:xfrm>
            <a:off x="467544" y="2716052"/>
            <a:ext cx="3847258" cy="3957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66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</a:t>
            </a:r>
            <a:r>
              <a:rPr lang="en-AU" sz="2800" dirty="0" smtClean="0"/>
              <a:t>length </a:t>
            </a:r>
            <a:r>
              <a:rPr lang="en-AU" sz="2800" dirty="0" smtClean="0"/>
              <a:t>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is Pythagoras’ theorem used to find the length of a line between </a:t>
            </a:r>
            <a:r>
              <a:rPr lang="en-AU" sz="2400" dirty="0" smtClean="0"/>
              <a:t>two points located on a Cartesian plane?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242132" y="3027939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(1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32" y="3027939"/>
                <a:ext cx="75212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784997" y="4694693"/>
                <a:ext cx="6447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3">
                        <a:lumMod val="75000"/>
                      </a:schemeClr>
                    </a:solidFill>
                  </a:rPr>
                  <a:t>(4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,</m:t>
                    </m:r>
                    <m:r>
                      <a:rPr lang="en-AU" b="0" i="1" smtClean="0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3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97" y="4694693"/>
                <a:ext cx="64472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491" t="-8197" r="-2830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 flipH="1">
                <a:off x="6588224" y="2960557"/>
                <a:ext cx="18268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AU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1,5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3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/>
                        </a:rPr>
                        <m:t>=(4,2)</m:t>
                      </m:r>
                    </m:oMath>
                  </m:oMathPara>
                </a14:m>
                <a:endParaRPr lang="en-AU" b="0" dirty="0" smtClean="0">
                  <a:solidFill>
                    <a:schemeClr val="accent3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88224" y="2960557"/>
                <a:ext cx="1826860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470570" y="2960557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3050229" y="2126000"/>
                <a:ext cx="5817875" cy="7047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i="1" dirty="0" smtClean="0">
                    <a:solidFill>
                      <a:schemeClr val="accent4">
                        <a:lumMod val="75000"/>
                      </a:schemeClr>
                    </a:solidFill>
                    <a:latin typeface="Cambria Math"/>
                  </a:rPr>
                  <a:t>Using Pythagoras’ theorem – we will go through this later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𝑙𝑖𝑛𝑒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229" y="2126000"/>
                <a:ext cx="5817875" cy="704745"/>
              </a:xfrm>
              <a:prstGeom prst="rect">
                <a:avLst/>
              </a:prstGeom>
              <a:blipFill rotWithShape="1">
                <a:blip r:embed="rId6"/>
                <a:stretch>
                  <a:fillRect l="-838" t="-5217" r="-105" b="-69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182114" y="3883887"/>
                <a:ext cx="3791947" cy="1979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r>
                  <a:rPr lang="en-AU" dirty="0" smtClean="0"/>
                  <a:t>	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5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 smtClean="0"/>
                  <a:t>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AU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−3</m:t>
                            </m:r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  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AU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9</m:t>
                        </m:r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9</m:t>
                        </m:r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:r>
                  <a:rPr lang="en-AU" dirty="0" smtClean="0"/>
                  <a:t>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18</m:t>
                        </m:r>
                      </m:e>
                    </m:rad>
                  </m:oMath>
                </a14:m>
                <a:endParaRPr lang="en-AU" dirty="0" smtClean="0"/>
              </a:p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      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AU" dirty="0" smtClean="0"/>
                  <a:t>  4.24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114" y="3883887"/>
                <a:ext cx="3791947" cy="1979453"/>
              </a:xfrm>
              <a:prstGeom prst="rect">
                <a:avLst/>
              </a:prstGeom>
              <a:blipFill rotWithShape="1">
                <a:blip r:embed="rId7"/>
                <a:stretch>
                  <a:fillRect l="-322" b="-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1618196" y="3645024"/>
            <a:ext cx="0" cy="1228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618196" y="4879359"/>
            <a:ext cx="18736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308833" y="3422222"/>
                <a:ext cx="2952328" cy="975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𝐿𝑒𝑛𝑔𝑡h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𝑜𝑓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𝑙𝑖𝑛𝑒</m:t>
                      </m:r>
                      <m:r>
                        <a:rPr lang="en-AU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AU" i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833" y="3422222"/>
                <a:ext cx="2952328" cy="975395"/>
              </a:xfrm>
              <a:prstGeom prst="rect">
                <a:avLst/>
              </a:prstGeom>
              <a:blipFill rotWithShape="1">
                <a:blip r:embed="rId8"/>
                <a:stretch>
                  <a:fillRect l="-6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1945127" y="5055307"/>
                <a:ext cx="1219821" cy="392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/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27" y="5055307"/>
                <a:ext cx="1219821" cy="392993"/>
              </a:xfrm>
              <a:prstGeom prst="rect">
                <a:avLst/>
              </a:prstGeom>
              <a:blipFill rotWithShape="1">
                <a:blip r:embed="rId9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7544" y="4111966"/>
                <a:ext cx="10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AU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11966"/>
                <a:ext cx="1082156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5085" t="-8333" r="-226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0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1988840"/>
            <a:ext cx="27933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3200" dirty="0" smtClean="0"/>
              <a:t>Exercise 4 H</a:t>
            </a:r>
            <a:endParaRPr lang="en-AU" sz="3200" dirty="0"/>
          </a:p>
          <a:p>
            <a:pPr algn="ctr"/>
            <a:r>
              <a:rPr lang="en-AU" sz="3200" dirty="0" smtClean="0"/>
              <a:t>Questions 4 – 9</a:t>
            </a:r>
          </a:p>
          <a:p>
            <a:pPr algn="ctr"/>
            <a:r>
              <a:rPr lang="en-AU" sz="3200" dirty="0" smtClean="0"/>
              <a:t>Pages 237 - 238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4805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583</Words>
  <Application>Microsoft Office PowerPoint</Application>
  <PresentationFormat>On-screen Show (4:3)</PresentationFormat>
  <Paragraphs>90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48</cp:revision>
  <dcterms:created xsi:type="dcterms:W3CDTF">2014-05-14T02:58:57Z</dcterms:created>
  <dcterms:modified xsi:type="dcterms:W3CDTF">2015-09-09T04:57:02Z</dcterms:modified>
</cp:coreProperties>
</file>