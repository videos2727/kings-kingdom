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0" r:id="rId2"/>
    <p:sldId id="259" r:id="rId3"/>
    <p:sldId id="258" r:id="rId4"/>
    <p:sldId id="350" r:id="rId5"/>
    <p:sldId id="352" r:id="rId6"/>
    <p:sldId id="354" r:id="rId7"/>
    <p:sldId id="355" r:id="rId8"/>
    <p:sldId id="356" r:id="rId9"/>
    <p:sldId id="292" r:id="rId10"/>
    <p:sldId id="291" r:id="rId11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735" autoAdjust="0"/>
    <p:restoredTop sz="92895" autoAdjust="0"/>
  </p:normalViewPr>
  <p:slideViewPr>
    <p:cSldViewPr>
      <p:cViewPr>
        <p:scale>
          <a:sx n="77" d="100"/>
          <a:sy n="77" d="100"/>
        </p:scale>
        <p:origin x="-1164" y="-2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D4022-C777-46CF-AD8F-3402A32E55D4}" type="datetimeFigureOut">
              <a:rPr lang="en-AU" smtClean="0"/>
              <a:t>25/08/2015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D896F-3CBD-4829-AF49-9EF5743A93DC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4696F-A8CA-4586-AF8E-2B1548AA263E}" type="datetimeFigureOut">
              <a:rPr lang="en-AU" smtClean="0"/>
              <a:t>25/08/2015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767FA-C088-483C-A816-A47C5ECA0DA9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767FA-C088-483C-A816-A47C5ECA0DA9}" type="slidenum">
              <a:rPr lang="en-AU" smtClean="0"/>
              <a:t>1</a:t>
            </a:fld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25/08/2015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25/08/2015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25/08/2015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25/08/2015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25/08/2015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25/08/2015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25/08/2015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25/08/2015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25/08/2015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25/08/2015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25/08/2015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25/08/2015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Relationships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Term 3 Semester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13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3055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Gradient in real life.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18534" y="1063436"/>
            <a:ext cx="6633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gradient, how does it help in real life.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539552" y="2132856"/>
            <a:ext cx="84837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An example:  I’m travelling to Geraldton </a:t>
            </a:r>
            <a:r>
              <a:rPr lang="en-AU" sz="2400" dirty="0" smtClean="0"/>
              <a:t>which is </a:t>
            </a:r>
            <a:r>
              <a:rPr lang="en-AU" sz="2400" dirty="0"/>
              <a:t>450km away.  It will take me 6 hours to </a:t>
            </a:r>
            <a:r>
              <a:rPr lang="en-AU" sz="2400" dirty="0" smtClean="0"/>
              <a:t>get there.  </a:t>
            </a:r>
            <a:endParaRPr lang="en-AU" sz="2400" dirty="0" smtClean="0"/>
          </a:p>
          <a:p>
            <a:r>
              <a:rPr lang="en-AU" sz="2400" dirty="0" smtClean="0"/>
              <a:t>Questions: </a:t>
            </a:r>
          </a:p>
          <a:p>
            <a:pPr marL="457200" indent="-457200">
              <a:buAutoNum type="arabicPeriod"/>
            </a:pPr>
            <a:r>
              <a:rPr lang="en-AU" sz="2400" dirty="0" smtClean="0"/>
              <a:t>What is my average speed for the trip?</a:t>
            </a:r>
          </a:p>
          <a:p>
            <a:pPr marL="457200" indent="-457200">
              <a:buAutoNum type="arabicPeriod"/>
            </a:pPr>
            <a:r>
              <a:rPr lang="en-AU" sz="2400" dirty="0" smtClean="0"/>
              <a:t>Is speed a rate?</a:t>
            </a:r>
          </a:p>
          <a:p>
            <a:pPr marL="457200" indent="-457200">
              <a:buAutoNum type="arabicPeriod"/>
            </a:pPr>
            <a:r>
              <a:rPr lang="en-AU" sz="2400" dirty="0" smtClean="0"/>
              <a:t>Draw a graph of distance </a:t>
            </a:r>
            <a:r>
              <a:rPr lang="en-AU" sz="2400" dirty="0" err="1" smtClean="0"/>
              <a:t>vs</a:t>
            </a:r>
            <a:r>
              <a:rPr lang="en-AU" sz="2400" dirty="0" smtClean="0"/>
              <a:t> time – assume constant speed.</a:t>
            </a:r>
          </a:p>
          <a:p>
            <a:pPr marL="457200" indent="-457200">
              <a:buAutoNum type="arabicPeriod"/>
            </a:pPr>
            <a:r>
              <a:rPr lang="en-AU" sz="2400" dirty="0" smtClean="0"/>
              <a:t>Where does my graph intersect with the axes, why?</a:t>
            </a:r>
          </a:p>
          <a:p>
            <a:pPr marL="457200" indent="-457200">
              <a:buAutoNum type="arabicPeriod"/>
            </a:pPr>
            <a:r>
              <a:rPr lang="en-AU" sz="2400" dirty="0" smtClean="0"/>
              <a:t>Find the gradient of the graph.  What about it?</a:t>
            </a:r>
          </a:p>
          <a:p>
            <a:pPr marL="457200" indent="-457200">
              <a:buAutoNum type="arabicPeriod"/>
            </a:pPr>
            <a:r>
              <a:rPr lang="en-AU" sz="2400" dirty="0" smtClean="0"/>
              <a:t>Give me a rule linking the distance (d) and time (t).</a:t>
            </a:r>
            <a:endParaRPr lang="en-AU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98972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5536" y="908720"/>
            <a:ext cx="5838825" cy="574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588224" y="548680"/>
            <a:ext cx="192155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450km in 6 hrs</a:t>
            </a:r>
          </a:p>
          <a:p>
            <a:pPr marL="342900" indent="-342900">
              <a:buAutoNum type="arabicPeriod"/>
            </a:pPr>
            <a:r>
              <a:rPr lang="en-AU" dirty="0" smtClean="0"/>
              <a:t>Ave speed</a:t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Rate?</a:t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Graph d </a:t>
            </a:r>
            <a:r>
              <a:rPr lang="en-AU" dirty="0" err="1" smtClean="0"/>
              <a:t>vs</a:t>
            </a:r>
            <a:r>
              <a:rPr lang="en-AU" dirty="0" smtClean="0"/>
              <a:t> t</a:t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Intersect axes?</a:t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Find m?</a:t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Rule?</a:t>
            </a:r>
            <a:br>
              <a:rPr lang="en-AU" dirty="0" smtClean="0"/>
            </a:b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706726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13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3055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Gradient in real life.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18534" y="1063436"/>
            <a:ext cx="6633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gradient, how does it help in real life.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539552" y="2132856"/>
            <a:ext cx="84837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An example:  </a:t>
            </a:r>
            <a:r>
              <a:rPr lang="en-AU" sz="2400" dirty="0" smtClean="0"/>
              <a:t>This time I’m a taxi, it costs $5 just for me to go to pick you up.  I then charge $2 for every km that we do.  </a:t>
            </a:r>
          </a:p>
          <a:p>
            <a:r>
              <a:rPr lang="en-AU" sz="2400" dirty="0" smtClean="0"/>
              <a:t>Questions: </a:t>
            </a:r>
          </a:p>
          <a:p>
            <a:pPr marL="457200" indent="-457200">
              <a:buAutoNum type="arabicPeriod"/>
            </a:pPr>
            <a:r>
              <a:rPr lang="en-AU" sz="2400" dirty="0" smtClean="0"/>
              <a:t>Is there an average cost for the trip?</a:t>
            </a:r>
          </a:p>
          <a:p>
            <a:pPr marL="457200" indent="-457200">
              <a:buAutoNum type="arabicPeriod"/>
            </a:pPr>
            <a:r>
              <a:rPr lang="en-AU" sz="2400" dirty="0" smtClean="0"/>
              <a:t>Is cost a rate?</a:t>
            </a:r>
          </a:p>
          <a:p>
            <a:pPr marL="457200" indent="-457200">
              <a:buAutoNum type="arabicPeriod"/>
            </a:pPr>
            <a:r>
              <a:rPr lang="en-AU" sz="2400" dirty="0" smtClean="0"/>
              <a:t>Draw a graph of cost </a:t>
            </a:r>
            <a:r>
              <a:rPr lang="en-AU" sz="2400" dirty="0" err="1" smtClean="0"/>
              <a:t>vs</a:t>
            </a:r>
            <a:r>
              <a:rPr lang="en-AU" sz="2400" dirty="0" smtClean="0"/>
              <a:t> distance.</a:t>
            </a:r>
          </a:p>
          <a:p>
            <a:pPr marL="457200" indent="-457200">
              <a:buAutoNum type="arabicPeriod"/>
            </a:pPr>
            <a:r>
              <a:rPr lang="en-AU" sz="2400" dirty="0" smtClean="0"/>
              <a:t>Where does my graph intersect with the axes, why?</a:t>
            </a:r>
          </a:p>
          <a:p>
            <a:pPr marL="457200" indent="-457200">
              <a:buAutoNum type="arabicPeriod"/>
            </a:pPr>
            <a:r>
              <a:rPr lang="en-AU" sz="2400" dirty="0" smtClean="0"/>
              <a:t>Find the gradient of the graph.  What about it?</a:t>
            </a:r>
          </a:p>
          <a:p>
            <a:pPr marL="457200" indent="-457200">
              <a:buAutoNum type="arabicPeriod"/>
            </a:pPr>
            <a:r>
              <a:rPr lang="en-AU" sz="2400" dirty="0" smtClean="0"/>
              <a:t>Give me a rule linking the cost (c) and distance (d).</a:t>
            </a:r>
            <a:endParaRPr lang="en-AU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98972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5536" y="908720"/>
            <a:ext cx="5838825" cy="574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372200" y="188640"/>
            <a:ext cx="250292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$5 </a:t>
            </a:r>
            <a:r>
              <a:rPr lang="en-AU" dirty="0" err="1" smtClean="0"/>
              <a:t>flagfall</a:t>
            </a:r>
            <a:r>
              <a:rPr lang="en-AU" dirty="0" smtClean="0"/>
              <a:t> and $2 per km</a:t>
            </a:r>
          </a:p>
          <a:p>
            <a:pPr marL="342900" indent="-342900">
              <a:buAutoNum type="arabicPeriod"/>
            </a:pPr>
            <a:r>
              <a:rPr lang="en-AU" dirty="0" smtClean="0"/>
              <a:t>Ave cost</a:t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Rate?</a:t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Graph c </a:t>
            </a:r>
            <a:r>
              <a:rPr lang="en-AU" dirty="0" err="1" smtClean="0"/>
              <a:t>vs</a:t>
            </a:r>
            <a:r>
              <a:rPr lang="en-AU" dirty="0" smtClean="0"/>
              <a:t> d</a:t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Intersect axes?</a:t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Find m?</a:t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Rule?</a:t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Can you answer 1 &amp; 2 now?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31840" y="2636912"/>
            <a:ext cx="288630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3200" dirty="0" smtClean="0"/>
              <a:t>Try exercise 4E</a:t>
            </a:r>
          </a:p>
          <a:p>
            <a:pPr algn="ctr"/>
            <a:r>
              <a:rPr lang="en-AU" sz="3200" dirty="0" smtClean="0"/>
              <a:t>Pages  221 - 223</a:t>
            </a:r>
            <a:endParaRPr lang="en-AU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329</Words>
  <Application>Microsoft Office PowerPoint</Application>
  <PresentationFormat>On-screen Show (4:3)</PresentationFormat>
  <Paragraphs>81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My Linear Relationships Interactive Notebook</vt:lpstr>
      <vt:lpstr>Slide 2</vt:lpstr>
      <vt:lpstr>Slide 3</vt:lpstr>
      <vt:lpstr>Slide 4</vt:lpstr>
      <vt:lpstr>Slide 5</vt:lpstr>
      <vt:lpstr>Slide 6</vt:lpstr>
      <vt:lpstr>Slide 7</vt:lpstr>
      <vt:lpstr>Slide 8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Gradient in Real Life</dc:title>
  <dc:creator>Rob McAllister</dc:creator>
  <cp:lastModifiedBy>Owner</cp:lastModifiedBy>
  <cp:revision>66</cp:revision>
  <dcterms:created xsi:type="dcterms:W3CDTF">2014-05-14T02:58:57Z</dcterms:created>
  <dcterms:modified xsi:type="dcterms:W3CDTF">2015-08-25T12:57:23Z</dcterms:modified>
</cp:coreProperties>
</file>