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  <p:sldId id="303" r:id="rId5"/>
    <p:sldId id="304" r:id="rId6"/>
    <p:sldId id="305" r:id="rId7"/>
    <p:sldId id="306" r:id="rId8"/>
    <p:sldId id="309" r:id="rId9"/>
    <p:sldId id="310" r:id="rId10"/>
    <p:sldId id="301" r:id="rId11"/>
    <p:sldId id="292" r:id="rId12"/>
    <p:sldId id="291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>
        <p:scale>
          <a:sx n="72" d="100"/>
          <a:sy n="72" d="100"/>
        </p:scale>
        <p:origin x="-894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21/08/2015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21/08/2015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21/08/2015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21/08/2015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21/08/2015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21/08/2015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21/08/2015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21/08/2015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21/08/2015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21/08/2015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21/08/2015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21/08/2015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Linear Relationships 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Term 3 Semester 2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88840"/>
            <a:ext cx="4320480" cy="3574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6373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10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82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Drawing Linear Graphs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draw a graph given the equation?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578" y="848815"/>
            <a:ext cx="6274296" cy="6009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67544" y="325595"/>
            <a:ext cx="74313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Draw a coordinate grid from -5 to 5 on both axes. 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357788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82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Drawing Linear Graphs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draw a graph given the equation?</a:t>
            </a:r>
            <a:endParaRPr lang="en-AU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165926"/>
              </p:ext>
            </p:extLst>
          </p:nvPr>
        </p:nvGraphicFramePr>
        <p:xfrm>
          <a:off x="3203848" y="2996952"/>
          <a:ext cx="3190459" cy="1152128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455362"/>
                <a:gridCol w="455362"/>
                <a:gridCol w="455362"/>
                <a:gridCol w="455362"/>
                <a:gridCol w="456337"/>
                <a:gridCol w="456337"/>
                <a:gridCol w="456337"/>
              </a:tblGrid>
              <a:tr h="57606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x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-2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-1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606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 y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948249" y="1988840"/>
                <a:ext cx="485126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/>
                  <a:t>Complete the table below for the line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=3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−2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Then draw the line</a:t>
                </a:r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8249" y="1988840"/>
                <a:ext cx="4851264" cy="646331"/>
              </a:xfrm>
              <a:prstGeom prst="rect">
                <a:avLst/>
              </a:prstGeom>
              <a:blipFill rotWithShape="1">
                <a:blip r:embed="rId2"/>
                <a:stretch>
                  <a:fillRect l="-1132" t="-4717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1205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1916" y="2368851"/>
            <a:ext cx="4616936" cy="4332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82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Drawing Linear Graphs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draw a graph given the equation?</a:t>
            </a:r>
            <a:endParaRPr lang="en-AU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12286"/>
              </p:ext>
            </p:extLst>
          </p:nvPr>
        </p:nvGraphicFramePr>
        <p:xfrm>
          <a:off x="3203848" y="2996952"/>
          <a:ext cx="3190459" cy="1152128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455362"/>
                <a:gridCol w="455362"/>
                <a:gridCol w="455362"/>
                <a:gridCol w="455362"/>
                <a:gridCol w="456337"/>
                <a:gridCol w="456337"/>
                <a:gridCol w="456337"/>
              </a:tblGrid>
              <a:tr h="57606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x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-2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-1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606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 y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 smtClean="0">
                          <a:solidFill>
                            <a:schemeClr val="tx1"/>
                          </a:solidFill>
                          <a:effectLst/>
                        </a:rPr>
                        <a:t>-8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 smtClean="0">
                          <a:solidFill>
                            <a:schemeClr val="tx1"/>
                          </a:solidFill>
                          <a:effectLst/>
                        </a:rPr>
                        <a:t>-5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 smtClean="0">
                          <a:solidFill>
                            <a:schemeClr val="tx1"/>
                          </a:solidFill>
                          <a:effectLst/>
                        </a:rPr>
                        <a:t>-2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/>
                        </a:rPr>
                        <a:t>1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/>
                        </a:rPr>
                        <a:t>4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948249" y="1988840"/>
                <a:ext cx="485126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/>
                  <a:t>Complete the table below for the line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=3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−2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Then draw the line</a:t>
                </a:r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8249" y="1988840"/>
                <a:ext cx="4851264" cy="646331"/>
              </a:xfrm>
              <a:prstGeom prst="rect">
                <a:avLst/>
              </a:prstGeom>
              <a:blipFill rotWithShape="1">
                <a:blip r:embed="rId3"/>
                <a:stretch>
                  <a:fillRect l="-1132" t="-4717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3216627" y="4678168"/>
            <a:ext cx="21572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Ordered pairs (-2,-8), (-1,-5), (0,-2) </a:t>
            </a:r>
            <a:r>
              <a:rPr lang="en-AU" dirty="0" err="1" smtClean="0"/>
              <a:t>etc</a:t>
            </a:r>
            <a:endParaRPr lang="en-AU" dirty="0" smtClean="0"/>
          </a:p>
          <a:p>
            <a:r>
              <a:rPr lang="en-AU" b="1" dirty="0" smtClean="0"/>
              <a:t>Note: first number is for the horizontal axis and the other is for vertical the axis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2966989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340768"/>
            <a:ext cx="7544669" cy="5259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323528" y="188640"/>
                <a:ext cx="3888432" cy="144016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AU" i="1" dirty="0" smtClean="0">
                    <a:latin typeface="Cambria Math"/>
                  </a:rPr>
                  <a:t>Lets look at these ones</a:t>
                </a:r>
                <a:endParaRPr lang="en-AU" b="0" i="1" dirty="0" smtClean="0">
                  <a:latin typeface="Cambria Math"/>
                </a:endParaRPr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+3</m:t>
                    </m:r>
                  </m:oMath>
                </a14:m>
                <a:endParaRPr lang="en-AU" b="0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=5−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endParaRPr lang="en-AU" dirty="0" smtClean="0"/>
              </a:p>
            </p:txBody>
          </p:sp>
        </mc:Choice>
        <mc:Fallback xmlns="">
          <p:sp>
            <p:nvSpPr>
              <p:cNvPr id="5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188640"/>
                <a:ext cx="3888432" cy="1440160"/>
              </a:xfrm>
              <a:blipFill rotWithShape="1">
                <a:blip r:embed="rId3"/>
                <a:stretch>
                  <a:fillRect l="-2821" t="-97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732240" y="1340768"/>
                <a:ext cx="15121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𝑦</m:t>
                      </m:r>
                      <m:r>
                        <a:rPr lang="en-AU" i="1">
                          <a:latin typeface="Cambria Math"/>
                        </a:rPr>
                        <m:t>=</m:t>
                      </m:r>
                      <m:r>
                        <a:rPr lang="en-AU" i="1">
                          <a:latin typeface="Cambria Math"/>
                        </a:rPr>
                        <m:t>𝑥</m:t>
                      </m:r>
                      <m:r>
                        <a:rPr lang="en-AU" i="1">
                          <a:latin typeface="Cambria Math"/>
                        </a:rPr>
                        <m:t>+3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2240" y="1340768"/>
                <a:ext cx="1512168" cy="369332"/>
              </a:xfrm>
              <a:prstGeom prst="rect">
                <a:avLst/>
              </a:prstGeom>
              <a:blipFill rotWithShape="1">
                <a:blip r:embed="rId4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732240" y="2492896"/>
                <a:ext cx="1800200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𝑦</m:t>
                      </m:r>
                      <m:r>
                        <a:rPr lang="en-AU" i="1">
                          <a:latin typeface="Cambria Math"/>
                        </a:rPr>
                        <m:t>=5−</m:t>
                      </m:r>
                      <m:f>
                        <m:fPr>
                          <m:ctrlPr>
                            <a:rPr lang="en-AU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i="1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AU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2240" y="2492896"/>
                <a:ext cx="1800200" cy="610936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5151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340768"/>
            <a:ext cx="7544669" cy="5259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67262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010346"/>
          </a:xfrm>
        </p:spPr>
        <p:txBody>
          <a:bodyPr/>
          <a:lstStyle/>
          <a:p>
            <a:r>
              <a:rPr lang="en-AU" dirty="0" smtClean="0"/>
              <a:t>Questions</a:t>
            </a:r>
            <a:br>
              <a:rPr lang="en-AU" dirty="0" smtClean="0"/>
            </a:br>
            <a:r>
              <a:rPr lang="en-AU" dirty="0"/>
              <a:t/>
            </a:r>
            <a:br>
              <a:rPr lang="en-AU" dirty="0"/>
            </a:br>
            <a:r>
              <a:rPr lang="en-AU" dirty="0" smtClean="0"/>
              <a:t>Exercise 4A </a:t>
            </a:r>
            <a:r>
              <a:rPr lang="en-AU" dirty="0" err="1" smtClean="0"/>
              <a:t>Pgs</a:t>
            </a:r>
            <a:r>
              <a:rPr lang="en-AU" smtClean="0"/>
              <a:t> 198 - 201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684</TotalTime>
  <Words>284</Words>
  <Application>Microsoft Office PowerPoint</Application>
  <PresentationFormat>On-screen Show (4:3)</PresentationFormat>
  <Paragraphs>95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My Linear Relationships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  Exercise 4A Pgs 198 - 201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48</cp:revision>
  <dcterms:created xsi:type="dcterms:W3CDTF">2014-05-14T02:58:57Z</dcterms:created>
  <dcterms:modified xsi:type="dcterms:W3CDTF">2015-08-21T00:31:59Z</dcterms:modified>
</cp:coreProperties>
</file>