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48" r:id="rId6"/>
    <p:sldId id="349" r:id="rId7"/>
    <p:sldId id="350" r:id="rId8"/>
    <p:sldId id="351" r:id="rId9"/>
    <p:sldId id="301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8" d="100"/>
          <a:sy n="68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15/09/2014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Relationships 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Term 3 Semester 2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</a:t>
            </a:r>
            <a:r>
              <a:rPr lang="en-AU" sz="2400" dirty="0" smtClean="0"/>
              <a:t>the gradient and y intercept can be used to find the equation of a line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</a:t>
            </a:r>
            <a:r>
              <a:rPr lang="en-AU" sz="2400" dirty="0" smtClean="0"/>
              <a:t>the gradient and y intercept can be used to find the equation of a line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𝑦</m:t>
                      </m:r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𝑥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2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2123564"/>
            <a:ext cx="463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The equation of a line has the form </a:t>
            </a:r>
            <a:endParaRPr lang="en-AU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32040" y="3128192"/>
            <a:ext cx="216024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0524" y="3546661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Gradient</a:t>
            </a:r>
            <a:endParaRPr lang="en-AU" sz="2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56176" y="3128192"/>
            <a:ext cx="252028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56176" y="3584785"/>
            <a:ext cx="15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B050"/>
                </a:solidFill>
              </a:rPr>
              <a:t>y intercept</a:t>
            </a:r>
            <a:endParaRPr lang="en-AU" sz="24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01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</a:t>
            </a:r>
            <a:r>
              <a:rPr lang="en-AU" sz="2400" dirty="0" smtClean="0"/>
              <a:t>the gradient and y intercept can be used to find the equation of a line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𝑦</m:t>
                      </m:r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𝑥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2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2123564"/>
            <a:ext cx="463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The equation of a line has the form </a:t>
            </a:r>
            <a:endParaRPr lang="en-AU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32040" y="3128192"/>
            <a:ext cx="216024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0524" y="3546661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Gradient</a:t>
            </a:r>
            <a:endParaRPr lang="en-AU" sz="2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56176" y="3128192"/>
            <a:ext cx="252028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56176" y="3584785"/>
            <a:ext cx="15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B050"/>
                </a:solidFill>
              </a:rPr>
              <a:t>y intercept</a:t>
            </a:r>
            <a:endParaRPr lang="en-AU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What is the gradient and y-intercept for the line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𝑦</m:t>
                    </m:r>
                    <m:r>
                      <a:rPr lang="en-AU" sz="2400" b="0" i="1" smtClean="0">
                        <a:latin typeface="Cambria Math"/>
                      </a:rPr>
                      <m:t>=2</m:t>
                    </m:r>
                    <m:r>
                      <a:rPr lang="en-AU" sz="2400" b="0" i="1" smtClean="0">
                        <a:latin typeface="Cambria Math"/>
                      </a:rPr>
                      <m:t>𝑥</m:t>
                    </m:r>
                    <m:r>
                      <a:rPr lang="en-AU" sz="2400" b="0" i="1" smtClean="0">
                        <a:latin typeface="Cambria Math"/>
                      </a:rPr>
                      <m:t>+1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609" t="-5882" r="-751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48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13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501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Finding the equation of a line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</a:t>
            </a:r>
            <a:r>
              <a:rPr lang="en-AU" sz="2400" dirty="0" smtClean="0"/>
              <a:t>the gradient and y intercept can be used to find the equation of a line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/>
                        </a:rPr>
                        <m:t>𝑦</m:t>
                      </m:r>
                      <m:r>
                        <a:rPr lang="en-AU" sz="2800" b="0" i="1" smtClean="0">
                          <a:latin typeface="Cambria Math"/>
                        </a:rPr>
                        <m:t>=</m:t>
                      </m:r>
                      <m:r>
                        <a:rPr lang="en-AU" sz="2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𝑚</m:t>
                      </m:r>
                      <m:r>
                        <a:rPr lang="en-AU" sz="2800" b="0" i="1" smtClean="0">
                          <a:latin typeface="Cambria Math"/>
                        </a:rPr>
                        <m:t>𝑥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</m:t>
                      </m:r>
                      <m:r>
                        <a:rPr lang="en-AU" sz="2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𝑐</m:t>
                      </m:r>
                    </m:oMath>
                  </m:oMathPara>
                </a14:m>
                <a:endParaRPr lang="en-AU" sz="2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4325" y="2604972"/>
                <a:ext cx="2046971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203848" y="2123564"/>
            <a:ext cx="463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The equation of a line has the form </a:t>
            </a:r>
            <a:endParaRPr lang="en-AU" sz="24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4932040" y="3128192"/>
            <a:ext cx="216024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10524" y="3546661"/>
            <a:ext cx="12751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FF0000"/>
                </a:solidFill>
              </a:rPr>
              <a:t>Gradient</a:t>
            </a:r>
            <a:endParaRPr lang="en-AU" sz="2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6156176" y="3128192"/>
            <a:ext cx="252028" cy="438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56176" y="3584785"/>
            <a:ext cx="15255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>
                <a:solidFill>
                  <a:srgbClr val="00B050"/>
                </a:solidFill>
              </a:rPr>
              <a:t>y intercept</a:t>
            </a:r>
            <a:endParaRPr lang="en-AU" sz="2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What is the gradient and y-intercept for the line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/>
                      </a:rPr>
                      <m:t>𝑦</m:t>
                    </m:r>
                    <m:r>
                      <a:rPr lang="en-AU" sz="2400" b="0" i="1" smtClean="0">
                        <a:latin typeface="Cambria Math"/>
                      </a:rPr>
                      <m:t>=2</m:t>
                    </m:r>
                    <m:r>
                      <a:rPr lang="en-AU" sz="2400" b="0" i="1" smtClean="0">
                        <a:latin typeface="Cambria Math"/>
                      </a:rPr>
                      <m:t>𝑥</m:t>
                    </m:r>
                    <m:r>
                      <a:rPr lang="en-AU" sz="2400" b="0" i="1" smtClean="0">
                        <a:latin typeface="Cambria Math"/>
                      </a:rPr>
                      <m:t>+1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057617"/>
                <a:ext cx="5681163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1609" t="-5882" r="-751" b="-16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209645" y="4888614"/>
            <a:ext cx="17223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Gradient = 2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201042" y="5350279"/>
                <a:ext cx="22684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/>
                        </a:rPr>
                        <m:t>𝑦</m:t>
                      </m:r>
                      <m:r>
                        <a:rPr lang="en-AU" sz="2400" b="0" i="0" smtClean="0">
                          <a:latin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2400" b="0" i="0" smtClean="0">
                          <a:latin typeface="Cambria Math"/>
                        </a:rPr>
                        <m:t>intercept</m:t>
                      </m:r>
                      <m:r>
                        <a:rPr lang="en-AU" sz="2400" b="0" i="0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42" y="5350279"/>
                <a:ext cx="2268442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7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97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106857"/>
                  </p:ext>
                </p:extLst>
              </p:nvPr>
            </p:nvGraphicFramePr>
            <p:xfrm>
              <a:off x="1331640" y="1196752"/>
              <a:ext cx="6105380" cy="4718592"/>
            </p:xfrm>
            <a:graphic>
              <a:graphicData uri="http://schemas.openxmlformats.org/drawingml/2006/table">
                <a:tbl>
                  <a:tblPr/>
                  <a:tblGrid>
                    <a:gridCol w="1119202"/>
                    <a:gridCol w="1933488"/>
                    <a:gridCol w="1526345"/>
                    <a:gridCol w="1526345"/>
                  </a:tblGrid>
                  <a:tr h="517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Question</a:t>
                          </a:r>
                          <a:endParaRPr lang="en-AU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Equation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Gradient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y-</a:t>
                          </a:r>
                          <a:r>
                            <a:rPr lang="en-AU" baseline="0" dirty="0" smtClean="0"/>
                            <a:t>intercept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+4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=−3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=−6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6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AU" b="0" i="1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AU" b="0" i="1" smtClean="0">
                                        <a:latin typeface="Cambria Math"/>
                                      </a:rPr>
                                      <m:t>5</m:t>
                                    </m:r>
                                  </m:den>
                                </m:f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−0.8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8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=6−8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=4−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latin typeface="Cambria Math"/>
                                  </a:rPr>
                                  <m:t>2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=5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AU" b="0" i="1" smtClean="0">
                                    <a:latin typeface="Cambria Math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2106857"/>
                  </p:ext>
                </p:extLst>
              </p:nvPr>
            </p:nvGraphicFramePr>
            <p:xfrm>
              <a:off x="1331640" y="1196752"/>
              <a:ext cx="6105380" cy="4718592"/>
            </p:xfrm>
            <a:graphic>
              <a:graphicData uri="http://schemas.openxmlformats.org/drawingml/2006/table">
                <a:tbl>
                  <a:tblPr/>
                  <a:tblGrid>
                    <a:gridCol w="1119202"/>
                    <a:gridCol w="1933488"/>
                    <a:gridCol w="1526345"/>
                    <a:gridCol w="1526345"/>
                  </a:tblGrid>
                  <a:tr h="517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Question</a:t>
                          </a:r>
                          <a:endParaRPr lang="en-AU" dirty="0"/>
                        </a:p>
                      </a:txBody>
                      <a:tcPr>
                        <a:lnL w="12700" cmpd="sng">
                          <a:solidFill>
                            <a:schemeClr val="tx1"/>
                          </a:solidFill>
                          <a:prstDash val="soli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solidFill>
                            <a:schemeClr val="tx1"/>
                          </a:solidFill>
                          <a:prstDash val="soli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Equation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Gradient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y-</a:t>
                          </a:r>
                          <a:r>
                            <a:rPr lang="en-AU" baseline="0" dirty="0" smtClean="0"/>
                            <a:t>intercept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solidFill>
                            <a:schemeClr val="tx1"/>
                          </a:solidFill>
                          <a:prstDash val="soli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47541" r="-158044" b="-105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2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247541" r="-158044" b="-95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3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341935" r="-158044" b="-8387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4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449180" r="-158044" b="-7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68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5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338384" r="-158044" b="-36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6068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6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434000" r="-158044" b="-26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7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875410" r="-158044" b="-3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8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975410" r="-158044" b="-2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9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058065" r="-158044" b="-1225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37343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dirty="0" smtClean="0"/>
                            <a:t>10</a:t>
                          </a:r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solidFill>
                            <a:schemeClr val="tx1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8044" t="-1177049" r="-158044" b="-245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– Fill in the table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0804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369</Words>
  <Application>Microsoft Office PowerPoint</Application>
  <PresentationFormat>On-screen Show (4:3)</PresentationFormat>
  <Paragraphs>103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My Linear Relationships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– Fill in the table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56</cp:revision>
  <dcterms:created xsi:type="dcterms:W3CDTF">2014-05-14T02:58:57Z</dcterms:created>
  <dcterms:modified xsi:type="dcterms:W3CDTF">2014-09-15T00:33:41Z</dcterms:modified>
</cp:coreProperties>
</file>