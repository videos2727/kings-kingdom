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304" r:id="rId3"/>
    <p:sldId id="259" r:id="rId4"/>
    <p:sldId id="258" r:id="rId5"/>
    <p:sldId id="303" r:id="rId6"/>
    <p:sldId id="345" r:id="rId7"/>
    <p:sldId id="346" r:id="rId8"/>
    <p:sldId id="347" r:id="rId9"/>
    <p:sldId id="348" r:id="rId10"/>
    <p:sldId id="343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2/12/2015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2/12/2015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Non-linear Relationship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Mrs Rust </a:t>
            </a:r>
          </a:p>
          <a:p>
            <a:pPr algn="l"/>
            <a:r>
              <a:rPr lang="en-AU" dirty="0" smtClean="0"/>
              <a:t>Term </a:t>
            </a:r>
            <a:r>
              <a:rPr lang="en-AU" dirty="0"/>
              <a:t>4</a:t>
            </a:r>
            <a:r>
              <a:rPr lang="en-AU" dirty="0" smtClean="0"/>
              <a:t>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51"/>
          <a:stretch/>
        </p:blipFill>
        <p:spPr bwMode="auto">
          <a:xfrm>
            <a:off x="4644008" y="2132856"/>
            <a:ext cx="3823186" cy="4035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Non-Linear Relationships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2 Term 4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86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quadratic relations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sketch a quadratic relationship.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49014" y="2163789"/>
                <a:ext cx="374339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 sketch does not have to be accurate</a:t>
                </a:r>
              </a:p>
              <a:p>
                <a:endParaRPr lang="en-AU" dirty="0"/>
              </a:p>
              <a:p>
                <a:r>
                  <a:rPr lang="en-AU" dirty="0" smtClean="0"/>
                  <a:t>Sketch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𝑥</m:t>
                    </m:r>
                    <m:r>
                      <a:rPr lang="en-AU" i="1" dirty="0" smtClean="0">
                        <a:latin typeface="Cambria Math"/>
                      </a:rPr>
                      <m:t>−</m:t>
                    </m:r>
                    <m:r>
                      <a:rPr lang="en-AU" i="1" dirty="0" smtClean="0"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/>
                  <a:t> by putting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𝑦</m:t>
                    </m:r>
                    <m:r>
                      <a:rPr lang="en-AU" i="1" dirty="0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014" y="2163789"/>
                <a:ext cx="3743397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466" t="-1736" r="-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86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quadratic relations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sketch a quadratic relationship.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49014" y="2163789"/>
                <a:ext cx="3743397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 sketch does not have to be accurate</a:t>
                </a:r>
              </a:p>
              <a:p>
                <a:endParaRPr lang="en-AU" dirty="0"/>
              </a:p>
              <a:p>
                <a:r>
                  <a:rPr lang="en-AU" dirty="0" smtClean="0"/>
                  <a:t>Sketch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𝑥</m:t>
                    </m:r>
                    <m:r>
                      <a:rPr lang="en-AU" i="1" dirty="0" smtClean="0">
                        <a:latin typeface="Cambria Math"/>
                      </a:rPr>
                      <m:t>−</m:t>
                    </m:r>
                    <m:r>
                      <a:rPr lang="en-AU" i="1" dirty="0" smtClean="0"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/>
                  <a:t> by putting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𝑦</m:t>
                    </m:r>
                    <m:r>
                      <a:rPr lang="en-AU" i="1" dirty="0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−2=0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             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x</m:t>
                    </m:r>
                    <m:r>
                      <a:rPr lang="en-AU" b="0" i="0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r>
                  <a:rPr lang="en-AU" b="0" smtClean="0"/>
                  <a:t>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=−2</m:t>
                    </m:r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014" y="2163789"/>
                <a:ext cx="3743397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466" t="-893" r="-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13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86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quadratic relations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sketch a quadratic relationship.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3206" y="1942332"/>
                <a:ext cx="6375033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sketch does not have to be accurate</a:t>
                </a:r>
              </a:p>
              <a:p>
                <a:endParaRPr lang="en-AU" dirty="0"/>
              </a:p>
              <a:p>
                <a:r>
                  <a:rPr lang="en-AU" dirty="0" smtClean="0"/>
                  <a:t>Sketch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−4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dirty="0" smtClean="0"/>
                  <a:t>by putting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𝑦</m:t>
                    </m:r>
                    <m:r>
                      <a:rPr lang="en-AU" i="1" dirty="0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−4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−4=0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             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x</m:t>
                    </m:r>
                    <m:r>
                      <a:rPr lang="en-AU" b="0" i="0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r>
                  <a:rPr lang="en-AU" b="0" dirty="0" smtClean="0"/>
                  <a:t>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=−2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Turning point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AU" dirty="0" smtClean="0"/>
                  <a:t>	(halfway between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b="0" i="1" smtClean="0"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/>
                  <a:t>)</a:t>
                </a:r>
              </a:p>
              <a:p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1−4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1+2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=−3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3=−9</m:t>
                    </m:r>
                  </m:oMath>
                </a14:m>
                <a:r>
                  <a:rPr lang="en-AU" dirty="0"/>
                  <a:t> </a:t>
                </a:r>
                <a:r>
                  <a:rPr lang="en-AU" dirty="0" smtClean="0"/>
                  <a:t>	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>
                            <a:latin typeface="Cambria Math"/>
                          </a:rPr>
                        </m:ctrlPr>
                      </m:dPr>
                      <m:e>
                        <m:r>
                          <a:rPr lang="en-AU" i="1">
                            <a:latin typeface="Cambria Math"/>
                          </a:rPr>
                          <m:t>1,</m:t>
                        </m:r>
                        <m:r>
                          <a:rPr lang="en-AU" b="0" i="1" smtClean="0">
                            <a:latin typeface="Cambria Math"/>
                          </a:rPr>
                          <m:t>−</m:t>
                        </m:r>
                        <m:r>
                          <a:rPr lang="en-AU" i="1">
                            <a:latin typeface="Cambria Math"/>
                          </a:rPr>
                          <m:t>9</m:t>
                        </m:r>
                      </m:e>
                    </m:d>
                  </m:oMath>
                </a14:m>
                <a:endParaRPr lang="en-AU" dirty="0" smtClean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06" y="1942332"/>
                <a:ext cx="6375033" cy="4247317"/>
              </a:xfrm>
              <a:prstGeom prst="rect">
                <a:avLst/>
              </a:prstGeom>
              <a:blipFill rotWithShape="1">
                <a:blip r:embed="rId2"/>
                <a:stretch>
                  <a:fillRect l="-861" t="-7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21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86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quadratic relations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sketch a quadratic relationship.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3206" y="1942332"/>
                <a:ext cx="6375033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sketch does not have to be accurate</a:t>
                </a:r>
              </a:p>
              <a:p>
                <a:endParaRPr lang="en-AU" dirty="0"/>
              </a:p>
              <a:p>
                <a:r>
                  <a:rPr lang="en-AU" dirty="0" smtClean="0"/>
                  <a:t>Sketch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−4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dirty="0" smtClean="0"/>
                  <a:t>by putting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𝑦</m:t>
                    </m:r>
                    <m:r>
                      <a:rPr lang="en-AU" i="1" dirty="0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−4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−4=0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             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x</m:t>
                    </m:r>
                    <m:r>
                      <a:rPr lang="en-AU" b="0" i="0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r>
                  <a:rPr lang="en-AU" b="0" dirty="0" smtClean="0"/>
                  <a:t>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=−2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Turning point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AU" dirty="0" smtClean="0"/>
                  <a:t>	(halfway between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b="0" i="1" smtClean="0"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/>
                  <a:t>)</a:t>
                </a:r>
              </a:p>
              <a:p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1−4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1+2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=−3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3=−9</m:t>
                    </m:r>
                  </m:oMath>
                </a14:m>
                <a:r>
                  <a:rPr lang="en-AU" dirty="0" smtClean="0"/>
                  <a:t> 	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1−,9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𝑖𝑛𝑡𝑒𝑟𝑐𝑒𝑝𝑡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dirty="0" smtClean="0"/>
                  <a:t>put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0−4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0+2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=−8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06" y="1942332"/>
                <a:ext cx="6375033" cy="5078313"/>
              </a:xfrm>
              <a:prstGeom prst="rect">
                <a:avLst/>
              </a:prstGeom>
              <a:blipFill rotWithShape="1">
                <a:blip r:embed="rId2"/>
                <a:stretch>
                  <a:fillRect l="-861" t="-6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42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86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quadratic relations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sketch a quadratic relationship.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3206" y="1942332"/>
                <a:ext cx="6375033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sketch does not have to be accurate</a:t>
                </a:r>
              </a:p>
              <a:p>
                <a:r>
                  <a:rPr lang="en-AU" dirty="0" smtClean="0"/>
                  <a:t>Sketch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−4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dirty="0" smtClean="0"/>
                  <a:t>by putting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𝑦</m:t>
                    </m:r>
                    <m:r>
                      <a:rPr lang="en-AU" i="1" dirty="0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−4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  <m:r>
                            <a:rPr lang="en-AU" i="1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 smtClean="0"/>
              </a:p>
              <a:p>
                <a:pPr/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−4=0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             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x</m:t>
                    </m:r>
                    <m:r>
                      <a:rPr lang="en-AU" b="0" i="0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dirty="0" smtClean="0"/>
              </a:p>
              <a:p>
                <a:r>
                  <a:rPr lang="en-AU" b="0" dirty="0" smtClean="0"/>
                  <a:t>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=−2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Turning point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AU" dirty="0" smtClean="0"/>
                  <a:t>	(halfway between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b="0" i="1" smtClean="0">
                        <a:latin typeface="Cambria Math"/>
                      </a:rPr>
                      <m:t>𝑖𝑛𝑡𝑒𝑟𝑐𝑒𝑝𝑡𝑠</m:t>
                    </m:r>
                  </m:oMath>
                </a14:m>
                <a:r>
                  <a:rPr lang="en-AU" dirty="0" smtClean="0"/>
                  <a:t>)</a:t>
                </a:r>
              </a:p>
              <a:p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1−4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1+2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=−3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3=−9</m:t>
                    </m:r>
                  </m:oMath>
                </a14:m>
                <a:r>
                  <a:rPr lang="en-AU" dirty="0" smtClean="0"/>
                  <a:t> 	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1−,9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𝑖𝑛𝑡𝑒𝑟𝑐𝑒𝑝𝑡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dirty="0" smtClean="0"/>
                  <a:t>put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0−4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0+2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=−8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smtClean="0"/>
                  <a:t>Now Sketch</a:t>
                </a:r>
                <a:endParaRPr lang="en-AU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06" y="1942332"/>
                <a:ext cx="6375033" cy="4247317"/>
              </a:xfrm>
              <a:prstGeom prst="rect">
                <a:avLst/>
              </a:prstGeom>
              <a:blipFill rotWithShape="1">
                <a:blip r:embed="rId2"/>
                <a:stretch>
                  <a:fillRect l="-861" t="-718" b="-14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32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29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404</Words>
  <Application>Microsoft Office PowerPoint</Application>
  <PresentationFormat>On-screen Show (4:3)</PresentationFormat>
  <Paragraphs>138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Non-linear Relationship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77</cp:revision>
  <dcterms:created xsi:type="dcterms:W3CDTF">2014-05-14T02:58:57Z</dcterms:created>
  <dcterms:modified xsi:type="dcterms:W3CDTF">2015-12-02T02:44:22Z</dcterms:modified>
</cp:coreProperties>
</file>