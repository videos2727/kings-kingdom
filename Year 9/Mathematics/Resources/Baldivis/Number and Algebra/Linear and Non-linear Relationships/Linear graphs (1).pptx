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04" r:id="rId6"/>
    <p:sldId id="305" r:id="rId7"/>
    <p:sldId id="307" r:id="rId8"/>
    <p:sldId id="306" r:id="rId9"/>
    <p:sldId id="308" r:id="rId10"/>
    <p:sldId id="301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2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draw a graph given the equation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578" y="848815"/>
            <a:ext cx="6274296" cy="6009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325595"/>
            <a:ext cx="7431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 a coordinate grid from -5 to 5 on both axes.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35778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draw a graph given the equation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165926"/>
              </p:ext>
            </p:extLst>
          </p:nvPr>
        </p:nvGraphicFramePr>
        <p:xfrm>
          <a:off x="3203848" y="2996952"/>
          <a:ext cx="3190459" cy="11521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5362"/>
                <a:gridCol w="455362"/>
                <a:gridCol w="455362"/>
                <a:gridCol w="455362"/>
                <a:gridCol w="456337"/>
                <a:gridCol w="456337"/>
                <a:gridCol w="456337"/>
              </a:tblGrid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13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0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draw a graph given the equation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824314"/>
              </p:ext>
            </p:extLst>
          </p:nvPr>
        </p:nvGraphicFramePr>
        <p:xfrm>
          <a:off x="3203848" y="2996952"/>
          <a:ext cx="3600400" cy="11521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13871"/>
                <a:gridCol w="513871"/>
                <a:gridCol w="513871"/>
                <a:gridCol w="513871"/>
                <a:gridCol w="514972"/>
                <a:gridCol w="514972"/>
                <a:gridCol w="514972"/>
              </a:tblGrid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-8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 smtClean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blipFill rotWithShape="1">
                <a:blip r:embed="rId2"/>
                <a:stretch>
                  <a:fillRect l="-113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73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1916" y="2368851"/>
            <a:ext cx="4616936" cy="433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82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Drawing Linear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draw a graph given the equation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02014"/>
              </p:ext>
            </p:extLst>
          </p:nvPr>
        </p:nvGraphicFramePr>
        <p:xfrm>
          <a:off x="3203848" y="2996952"/>
          <a:ext cx="3190459" cy="11521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55362"/>
                <a:gridCol w="455362"/>
                <a:gridCol w="455362"/>
                <a:gridCol w="455362"/>
                <a:gridCol w="456337"/>
                <a:gridCol w="456337"/>
                <a:gridCol w="456337"/>
              </a:tblGrid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 y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28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2800" b="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Complete the table below for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−2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Then draw the line</a:t>
                </a:r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249" y="1988840"/>
                <a:ext cx="4851264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1132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98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Task – Complete a table and draw the line for the given equation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+3</m:t>
                    </m:r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=4−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b="0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=5−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𝑦</m:t>
                    </m:r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72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301</Words>
  <Application>Microsoft Office PowerPoint</Application>
  <PresentationFormat>On-screen Show (4:3)</PresentationFormat>
  <Paragraphs>118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Complete a table and draw the line for the given equation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44</cp:revision>
  <dcterms:created xsi:type="dcterms:W3CDTF">2014-05-14T02:58:57Z</dcterms:created>
  <dcterms:modified xsi:type="dcterms:W3CDTF">2014-09-03T08:55:01Z</dcterms:modified>
</cp:coreProperties>
</file>