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04" r:id="rId6"/>
    <p:sldId id="305" r:id="rId7"/>
    <p:sldId id="326" r:id="rId8"/>
    <p:sldId id="319" r:id="rId9"/>
    <p:sldId id="32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123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1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 Continued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5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AU" b="0" i="1" smtClean="0">
                                    <a:latin typeface="Cambria Math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AU" b="0" i="1" smtClean="0">
                                    <a:latin typeface="Cambria Math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73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8" y="4522787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2129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3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54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3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822554" y="3736674"/>
                <a:ext cx="32572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554" y="3736674"/>
                <a:ext cx="325723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37118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4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226432" y="3745302"/>
                <a:ext cx="2645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(6×3)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432" y="3745302"/>
                <a:ext cx="2645147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96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3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822554" y="3736674"/>
                <a:ext cx="32572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554" y="3736674"/>
                <a:ext cx="325723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37118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4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226432" y="3745302"/>
                <a:ext cx="2645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(6×3)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432" y="3745302"/>
                <a:ext cx="2645147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741688" y="4302186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4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257268" y="4869160"/>
                <a:ext cx="1693028" cy="82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268" y="4869160"/>
                <a:ext cx="1693028" cy="82580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382419" y="5021559"/>
                <a:ext cx="1631985" cy="995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chemeClr val="accent4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419" y="5021559"/>
                <a:ext cx="1631985" cy="99514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11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479</Words>
  <Application>Microsoft Office PowerPoint</Application>
  <PresentationFormat>On-screen Show (4:3)</PresentationFormat>
  <Paragraphs>108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–Expand the following</vt:lpstr>
      <vt:lpstr>Task –Expand the following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70</cp:revision>
  <dcterms:created xsi:type="dcterms:W3CDTF">2014-05-14T02:58:57Z</dcterms:created>
  <dcterms:modified xsi:type="dcterms:W3CDTF">2015-03-02T02:07:17Z</dcterms:modified>
</cp:coreProperties>
</file>