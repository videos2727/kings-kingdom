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258" r:id="rId4"/>
    <p:sldId id="303" r:id="rId5"/>
    <p:sldId id="328" r:id="rId6"/>
    <p:sldId id="329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123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9/03/2015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9/03/2015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66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Negative Indices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effect of a negative indices on a number.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2991" y="1920280"/>
            <a:ext cx="2928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rule for negative powers?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325170" y="2169618"/>
                <a:ext cx="1263102" cy="629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170" y="2169618"/>
                <a:ext cx="1263102" cy="6295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220072" y="2186482"/>
                <a:ext cx="126759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186482"/>
                <a:ext cx="1267591" cy="6127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93471" y="3181618"/>
            <a:ext cx="106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66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Negative Indices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effect of a negative indices on a number.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2991" y="1920280"/>
            <a:ext cx="2928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rule for negative powers?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325170" y="2169618"/>
                <a:ext cx="1263102" cy="629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170" y="2169618"/>
                <a:ext cx="1263102" cy="6295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220072" y="2186482"/>
                <a:ext cx="126759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186482"/>
                <a:ext cx="1267591" cy="6127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191245" y="3181618"/>
                <a:ext cx="1689758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245" y="3181618"/>
                <a:ext cx="1689758" cy="6127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93471" y="3181618"/>
            <a:ext cx="106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Examples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95994" y="2812286"/>
            <a:ext cx="2667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with positive indices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889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66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Negative Indices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the effect of a negative indices on a number.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2991" y="1920280"/>
            <a:ext cx="2928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rule for negative powers?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325170" y="2169618"/>
                <a:ext cx="1263102" cy="629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170" y="2169618"/>
                <a:ext cx="1263102" cy="6295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220072" y="2186482"/>
                <a:ext cx="126759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186482"/>
                <a:ext cx="1267591" cy="6127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351815" y="3181618"/>
                <a:ext cx="1689758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815" y="3181618"/>
                <a:ext cx="1689758" cy="6127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93471" y="3181618"/>
            <a:ext cx="106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351815" y="3933056"/>
                <a:ext cx="2432845" cy="6469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sup>
                      </m:sSup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815" y="3933056"/>
                <a:ext cx="2432845" cy="64697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37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322</Words>
  <Application>Microsoft Office PowerPoint</Application>
  <PresentationFormat>On-screen Show (4:3)</PresentationFormat>
  <Paragraphs>81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72</cp:revision>
  <dcterms:created xsi:type="dcterms:W3CDTF">2014-05-14T02:58:57Z</dcterms:created>
  <dcterms:modified xsi:type="dcterms:W3CDTF">2015-03-09T08:49:03Z</dcterms:modified>
</cp:coreProperties>
</file>