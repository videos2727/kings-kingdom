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5" r:id="rId2"/>
    <p:sldId id="307" r:id="rId3"/>
    <p:sldId id="308" r:id="rId4"/>
    <p:sldId id="309" r:id="rId5"/>
    <p:sldId id="311" r:id="rId6"/>
    <p:sldId id="312" r:id="rId7"/>
    <p:sldId id="314" r:id="rId8"/>
    <p:sldId id="315" r:id="rId9"/>
    <p:sldId id="316" r:id="rId10"/>
    <p:sldId id="306" r:id="rId11"/>
    <p:sldId id="318" r:id="rId12"/>
    <p:sldId id="260" r:id="rId13"/>
    <p:sldId id="304" r:id="rId14"/>
    <p:sldId id="259" r:id="rId15"/>
    <p:sldId id="258" r:id="rId16"/>
    <p:sldId id="303" r:id="rId17"/>
    <p:sldId id="301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30/01/2016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30/01/2016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jpeg"/><Relationship Id="rId7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91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65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08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297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47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1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745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  <p:pic>
        <p:nvPicPr>
          <p:cNvPr id="7184" name="Picture 16" descr="C:\Users\e4047095\AppData\Local\Microsoft\Windows\Temporary Internet Files\Content.IE5\NT6PWUPC\photo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051" y="4869268"/>
            <a:ext cx="1147068" cy="153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926785" y="4363235"/>
            <a:ext cx="21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012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  <p:pic>
        <p:nvPicPr>
          <p:cNvPr id="7184" name="Picture 16" descr="C:\Users\e4047095\AppData\Local\Microsoft\Windows\Temporary Internet Files\Content.IE5\NT6PWUPC\photo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051" y="4869268"/>
            <a:ext cx="1147068" cy="153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926785" y="4363235"/>
            <a:ext cx="21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410951" y="147990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Paper</a:t>
            </a:r>
            <a:endParaRPr lang="en-AU" dirty="0"/>
          </a:p>
        </p:txBody>
      </p:sp>
      <p:pic>
        <p:nvPicPr>
          <p:cNvPr id="8195" name="Picture 3" descr="C:\Users\e4047095\AppData\Local\Microsoft\Windows\Temporary Internet Files\Content.IE5\FL99N31V\lined_paper_by_flameshaft-d4s5611[1]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07" y="208460"/>
            <a:ext cx="1006687" cy="125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00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</a:p>
          <a:p>
            <a:r>
              <a:rPr lang="en-AU" dirty="0" smtClean="0"/>
              <a:t>Connect 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569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</a:p>
          <a:p>
            <a:r>
              <a:rPr lang="en-AU" dirty="0" smtClean="0"/>
              <a:t>Connect </a:t>
            </a:r>
          </a:p>
          <a:p>
            <a:r>
              <a:rPr lang="en-AU" dirty="0" smtClean="0"/>
              <a:t>Expectations </a:t>
            </a:r>
            <a:r>
              <a:rPr lang="en-AU" dirty="0" smtClean="0"/>
              <a:t>– Work and behaviour(Classroom rules to allow everyone to learn)</a:t>
            </a:r>
          </a:p>
          <a:p>
            <a:r>
              <a:rPr lang="en-AU" dirty="0" smtClean="0"/>
              <a:t>Homework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823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Your name 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Class 9-6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Teachers </a:t>
            </a:r>
            <a:r>
              <a:rPr lang="en-AU" dirty="0" smtClean="0"/>
              <a:t>Name – Mrs Rust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Naplan</a:t>
            </a:r>
            <a:r>
              <a:rPr lang="en-AU" dirty="0" smtClean="0"/>
              <a:t> Practice</a:t>
            </a:r>
          </a:p>
          <a:p>
            <a:r>
              <a:rPr lang="en-AU" dirty="0" smtClean="0"/>
              <a:t>Review </a:t>
            </a:r>
            <a:r>
              <a:rPr lang="en-AU" dirty="0" smtClean="0"/>
              <a:t>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252</Words>
  <Application>Microsoft Office PowerPoint</Application>
  <PresentationFormat>On-screen Show (4:3)</PresentationFormat>
  <Paragraphs>120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First Lesson</vt:lpstr>
      <vt:lpstr>Equipment</vt:lpstr>
      <vt:lpstr>Equipment</vt:lpstr>
      <vt:lpstr>Equipment</vt:lpstr>
      <vt:lpstr>Equipment</vt:lpstr>
      <vt:lpstr>Equipment</vt:lpstr>
      <vt:lpstr>Equipment</vt:lpstr>
      <vt:lpstr>Equipment</vt:lpstr>
      <vt:lpstr>Equipment</vt:lpstr>
      <vt:lpstr>First Lesson</vt:lpstr>
      <vt:lpstr>First Lesson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54</cp:revision>
  <dcterms:created xsi:type="dcterms:W3CDTF">2014-05-14T02:58:57Z</dcterms:created>
  <dcterms:modified xsi:type="dcterms:W3CDTF">2016-01-30T09:05:04Z</dcterms:modified>
</cp:coreProperties>
</file>