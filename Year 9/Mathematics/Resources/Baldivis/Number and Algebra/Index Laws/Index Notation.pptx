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259" r:id="rId3"/>
    <p:sldId id="258" r:id="rId4"/>
    <p:sldId id="303" r:id="rId5"/>
    <p:sldId id="329" r:id="rId6"/>
    <p:sldId id="307" r:id="rId7"/>
    <p:sldId id="308" r:id="rId8"/>
    <p:sldId id="309" r:id="rId9"/>
    <p:sldId id="310" r:id="rId10"/>
    <p:sldId id="332" r:id="rId11"/>
    <p:sldId id="325" r:id="rId12"/>
    <p:sldId id="331" r:id="rId13"/>
    <p:sldId id="292" r:id="rId14"/>
    <p:sldId id="291" r:id="rId15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27/02/2015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a number written in index form?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471" y="2363481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530212"/>
                <a:ext cx="4270593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530212"/>
                <a:ext cx="4270593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450625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67944" y="2265959"/>
            <a:ext cx="0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17208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05064" y="1987418"/>
            <a:ext cx="26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03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How do I expand a number written in index form?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76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307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045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Write in expanded form and find the value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=</a:t>
                </a:r>
              </a:p>
              <a:p>
                <a:r>
                  <a:rPr lang="en-AU" dirty="0" smtClean="0"/>
                  <a:t>Look at the pattern- Can you find the value of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482" r="-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37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=1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15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1824" y="1133054"/>
            <a:ext cx="4040188" cy="639762"/>
          </a:xfrm>
        </p:spPr>
        <p:txBody>
          <a:bodyPr/>
          <a:lstStyle/>
          <a:p>
            <a:r>
              <a:rPr lang="en-AU" dirty="0" smtClean="0"/>
              <a:t>Write in expanded form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01824" y="1772816"/>
                <a:ext cx="4040188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0" smtClean="0">
                        <a:latin typeface="Cambria Math"/>
                      </a:rPr>
                      <m:t>=</m:t>
                    </m:r>
                  </m:oMath>
                </a14:m>
                <a:endParaRPr lang="en-AU" b="0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15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pPr marL="457200" indent="-45720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1824" y="1772816"/>
                <a:ext cx="4040188" cy="3951288"/>
              </a:xfrm>
              <a:blipFill rotWithShape="1">
                <a:blip r:embed="rId2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689649" y="1133054"/>
            <a:ext cx="4041775" cy="639762"/>
          </a:xfrm>
        </p:spPr>
        <p:txBody>
          <a:bodyPr/>
          <a:lstStyle/>
          <a:p>
            <a:r>
              <a:rPr lang="en-AU" dirty="0" smtClean="0"/>
              <a:t>Write in index form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89649" y="1772816"/>
                <a:ext cx="4041775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×2×2×2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×7×7×7×7×7×7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×4×4×4×4×4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457200" indent="-457200">
                  <a:buFont typeface="+mj-lt"/>
                  <a:buAutoNum type="arabicParenR" startAt="6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9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89649" y="1772816"/>
                <a:ext cx="4041775" cy="3951288"/>
              </a:xfrm>
              <a:blipFill rotWithShape="1">
                <a:blip r:embed="rId3"/>
                <a:stretch>
                  <a:fillRect l="-2112" t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flipH="1">
                <a:off x="512168" y="3963045"/>
                <a:ext cx="3050625" cy="2350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Find the value of</a:t>
                </a:r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5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10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18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 9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sz="2400" dirty="0" smtClean="0"/>
              </a:p>
              <a:p>
                <a:pPr marL="457200" indent="-457200">
                  <a:buFont typeface="+mj-lt"/>
                  <a:buAutoNum type="arabicParenR" startAt="11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  2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AU" sz="2400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sz="24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8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2168" y="3963045"/>
                <a:ext cx="3050625" cy="2350002"/>
              </a:xfrm>
              <a:prstGeom prst="rect">
                <a:avLst/>
              </a:prstGeom>
              <a:blipFill rotWithShape="1">
                <a:blip r:embed="rId4"/>
                <a:stretch>
                  <a:fillRect l="-3000" t="-2073" b="-23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60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623</Words>
  <Application>Microsoft Office PowerPoint</Application>
  <PresentationFormat>On-screen Show (4:3)</PresentationFormat>
  <Paragraphs>166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Write in expanded form and find the value</vt:lpstr>
      <vt:lpstr>PowerPoint Presentation</vt:lpstr>
      <vt:lpstr>Task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69</cp:revision>
  <dcterms:created xsi:type="dcterms:W3CDTF">2014-05-14T02:58:57Z</dcterms:created>
  <dcterms:modified xsi:type="dcterms:W3CDTF">2015-02-26T23:33:41Z</dcterms:modified>
</cp:coreProperties>
</file>