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09" r:id="rId5"/>
    <p:sldId id="317" r:id="rId6"/>
    <p:sldId id="323" r:id="rId7"/>
    <p:sldId id="337" r:id="rId8"/>
    <p:sldId id="326" r:id="rId9"/>
    <p:sldId id="327" r:id="rId10"/>
    <p:sldId id="329" r:id="rId11"/>
    <p:sldId id="330" r:id="rId12"/>
    <p:sldId id="331" r:id="rId13"/>
    <p:sldId id="333" r:id="rId14"/>
    <p:sldId id="332" r:id="rId15"/>
    <p:sldId id="334" r:id="rId16"/>
    <p:sldId id="335" r:id="rId17"/>
    <p:sldId id="336" r:id="rId18"/>
    <p:sldId id="338" r:id="rId19"/>
    <p:sldId id="339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16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052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Match up the like terms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308304" y="1991000"/>
                <a:ext cx="8754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>
                          <a:latin typeface="Cambria Math"/>
                        </a:rPr>
                        <m:t>7</m:t>
                      </m:r>
                      <m:r>
                        <a:rPr lang="en-AU" sz="4000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04" y="1991000"/>
                <a:ext cx="875432" cy="707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020272" y="3560822"/>
                <a:ext cx="11181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3560822"/>
                <a:ext cx="1118127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24182" y="2852936"/>
                <a:ext cx="11603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/>
                        </a:rPr>
                        <m:t>8</m:t>
                      </m:r>
                      <m:r>
                        <a:rPr lang="en-AU" sz="4000" b="0" i="1" smtClean="0">
                          <a:latin typeface="Cambria Math"/>
                        </a:rPr>
                        <m:t>𝑝𝑞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82" y="2852936"/>
                <a:ext cx="1160382" cy="70788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52120" y="1291625"/>
                <a:ext cx="58381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291625"/>
                <a:ext cx="583813" cy="70788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31840" y="1797968"/>
                <a:ext cx="10453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/>
                        </a:rPr>
                        <m:t>−</m:t>
                      </m:r>
                      <m:r>
                        <a:rPr lang="en-AU" sz="4000" b="0" i="1" smtClean="0">
                          <a:latin typeface="Cambria Math"/>
                        </a:rPr>
                        <m:t>4</m:t>
                      </m:r>
                      <m:r>
                        <a:rPr lang="en-AU" sz="4000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797968"/>
                <a:ext cx="1045351" cy="70788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04525" y="3068960"/>
                <a:ext cx="8750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525" y="3068960"/>
                <a:ext cx="875048" cy="70788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14404" y="4303333"/>
                <a:ext cx="87504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/>
                        </a:rPr>
                        <m:t>8</m:t>
                      </m:r>
                      <m:r>
                        <a:rPr lang="en-AU" sz="4000" b="0" i="1" smtClean="0"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404" y="4303333"/>
                <a:ext cx="875047" cy="70788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94124" y="4718956"/>
                <a:ext cx="11603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latin typeface="Cambria Math"/>
                        </a:rPr>
                        <m:t>𝑝𝑞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124" y="4718956"/>
                <a:ext cx="1160382" cy="70788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0336" y="4365104"/>
                <a:ext cx="79541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AU" sz="4000" b="0" i="0" smtClean="0"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36" y="4365104"/>
                <a:ext cx="795411" cy="70788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5536" y="1340768"/>
                <a:ext cx="8754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40768"/>
                <a:ext cx="875432" cy="70788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20272" y="5229200"/>
                <a:ext cx="128804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/>
                        </a:rPr>
                        <m:t>−</m:t>
                      </m:r>
                      <m:r>
                        <a:rPr lang="en-AU" sz="4000" b="0" i="1" smtClean="0"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en-AU" sz="4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5229200"/>
                <a:ext cx="1288045" cy="70788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0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Match up the like terms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308304" y="1991000"/>
                <a:ext cx="8754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04" y="1991000"/>
                <a:ext cx="875432" cy="707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020272" y="3560822"/>
                <a:ext cx="11181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3560822"/>
                <a:ext cx="1118127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24182" y="2852936"/>
                <a:ext cx="11603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8</m:t>
                      </m:r>
                      <m:r>
                        <a:rPr lang="en-AU" sz="4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𝑝𝑞</m:t>
                      </m:r>
                    </m:oMath>
                  </m:oMathPara>
                </a14:m>
                <a:endParaRPr lang="en-AU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82" y="2852936"/>
                <a:ext cx="1160382" cy="70788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52120" y="1291625"/>
                <a:ext cx="58381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291625"/>
                <a:ext cx="583813" cy="70788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31840" y="1797968"/>
                <a:ext cx="10453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797968"/>
                <a:ext cx="1045351" cy="70788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04525" y="3068960"/>
                <a:ext cx="8750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AU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525" y="3068960"/>
                <a:ext cx="875048" cy="70788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14404" y="4303333"/>
                <a:ext cx="87504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8</m:t>
                      </m:r>
                      <m:r>
                        <a:rPr lang="en-AU" sz="4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AU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404" y="4303333"/>
                <a:ext cx="875047" cy="70788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94124" y="4718956"/>
                <a:ext cx="11603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𝑝𝑞</m:t>
                      </m:r>
                    </m:oMath>
                  </m:oMathPara>
                </a14:m>
                <a:endParaRPr lang="en-AU" sz="4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124" y="4718956"/>
                <a:ext cx="1160382" cy="70788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0336" y="4365104"/>
                <a:ext cx="79541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AU" sz="4000" b="0" i="0" smtClean="0">
                          <a:solidFill>
                            <a:schemeClr val="accent6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AU" sz="4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36" y="4365104"/>
                <a:ext cx="795411" cy="70788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5536" y="1340768"/>
                <a:ext cx="8754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40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AU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40768"/>
                <a:ext cx="875432" cy="70788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020272" y="5229200"/>
                <a:ext cx="128804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sz="40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40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5229200"/>
                <a:ext cx="1288045" cy="70788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65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12010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𝑡</m:t>
                      </m:r>
                      <m:r>
                        <a:rPr lang="en-AU" b="0" i="1" smtClean="0">
                          <a:latin typeface="Cambria Math"/>
                        </a:rPr>
                        <m:t>+4</m:t>
                      </m:r>
                      <m:r>
                        <a:rPr lang="en-AU" b="0" i="1" smtClean="0">
                          <a:latin typeface="Cambria Math"/>
                        </a:rPr>
                        <m:t>𝑡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120103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11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05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56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56837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32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56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568378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99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40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53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915816" y="30892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9213" y="38942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17723" y="545539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  <a:r>
              <a:rPr lang="en-AU" dirty="0" smtClean="0"/>
              <a:t>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  <m:r>
                        <a:rPr lang="en-AU" b="0" i="1" smtClean="0">
                          <a:latin typeface="Cambria Math"/>
                        </a:rPr>
                        <m:t>+2</m:t>
                      </m:r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864241" y="5448609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053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915816" y="30892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9213" y="38942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17723" y="545539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  <a:r>
              <a:rPr lang="en-AU" dirty="0" smtClean="0"/>
              <a:t>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864241" y="5448609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23" name="Rectangle 22"/>
          <p:cNvSpPr/>
          <p:nvPr/>
        </p:nvSpPr>
        <p:spPr>
          <a:xfrm>
            <a:off x="3377117" y="5455398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365817" y="5448609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51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915816" y="30892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9213" y="38942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17723" y="545539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  <a:r>
              <a:rPr lang="en-AU" dirty="0" smtClean="0"/>
              <a:t>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864241" y="5448609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23" name="Rectangle 22"/>
          <p:cNvSpPr/>
          <p:nvPr/>
        </p:nvSpPr>
        <p:spPr>
          <a:xfrm>
            <a:off x="3377117" y="5455398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365817" y="5448609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3850593" y="5448609"/>
            <a:ext cx="42939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4850045" y="5455398"/>
            <a:ext cx="42939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8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‘like term’ and how do I collect them?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20608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Like terms contain exactly the same variables with the same powers. The variables do not need to be in the same order. 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204864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like terms?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2996952"/>
            <a:ext cx="2626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simplify expressions by collecting like terms?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60" y="3920282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816061" y="3894206"/>
            <a:ext cx="0" cy="3861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3y</a:t>
                </a:r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920282"/>
                <a:ext cx="1609095" cy="1200329"/>
              </a:xfrm>
              <a:prstGeom prst="rect">
                <a:avLst/>
              </a:prstGeom>
              <a:blipFill rotWithShape="1">
                <a:blip r:embed="rId2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635896" y="3920282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4641355" y="3920282"/>
            <a:ext cx="4466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+4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70C0"/>
                    </a:solidFill>
                  </a:rPr>
                  <a:t>add or subtract the coefficients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3089285"/>
                <a:ext cx="501162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915816" y="30892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19213" y="38942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17723" y="545539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  <a:r>
              <a:rPr lang="en-AU" dirty="0" smtClean="0"/>
              <a:t>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+2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117" y="5455398"/>
                <a:ext cx="197740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5864241" y="5448609"/>
            <a:ext cx="3960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like terms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Simplify</a:t>
            </a:r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23" name="Rectangle 22"/>
          <p:cNvSpPr/>
          <p:nvPr/>
        </p:nvSpPr>
        <p:spPr>
          <a:xfrm>
            <a:off x="3377117" y="5455398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4365817" y="5448609"/>
            <a:ext cx="42939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3850593" y="5448609"/>
            <a:ext cx="42939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4850045" y="5455398"/>
            <a:ext cx="42939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203758" y="6216811"/>
                <a:ext cx="1270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758" y="6216811"/>
                <a:ext cx="12709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90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14" y="1019175"/>
            <a:ext cx="8810625" cy="583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519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2"/>
            <a:ext cx="6689021" cy="3365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47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1109</Words>
  <Application>Microsoft Office PowerPoint</Application>
  <PresentationFormat>On-screen Show (4:3)</PresentationFormat>
  <Paragraphs>266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Match up the like terms</vt:lpstr>
      <vt:lpstr>Match up the like terms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50</cp:revision>
  <dcterms:created xsi:type="dcterms:W3CDTF">2014-05-14T02:58:57Z</dcterms:created>
  <dcterms:modified xsi:type="dcterms:W3CDTF">2015-04-30T04:39:35Z</dcterms:modified>
</cp:coreProperties>
</file>