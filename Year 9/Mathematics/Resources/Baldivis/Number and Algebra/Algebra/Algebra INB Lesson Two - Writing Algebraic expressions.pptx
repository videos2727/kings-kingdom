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08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>
        <p:scale>
          <a:sx n="76" d="100"/>
          <a:sy n="76" d="100"/>
        </p:scale>
        <p:origin x="-120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  <a:r>
              <a:rPr lang="en-AU" dirty="0" smtClean="0"/>
              <a:t>: </a:t>
            </a:r>
            <a:endParaRPr lang="en-AU" dirty="0" smtClean="0"/>
          </a:p>
          <a:p>
            <a:pPr algn="l"/>
            <a:r>
              <a:rPr lang="en-AU" dirty="0" smtClean="0"/>
              <a:t>Class : 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2 </a:t>
            </a:r>
            <a:r>
              <a:rPr lang="en-AU" dirty="0" smtClean="0"/>
              <a:t>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I use symbols to simplify problems with unknown values?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766606"/>
                  </p:ext>
                </p:extLst>
              </p:nvPr>
            </p:nvGraphicFramePr>
            <p:xfrm>
              <a:off x="3048000" y="2060848"/>
              <a:ext cx="5700464" cy="2232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766606"/>
                  </p:ext>
                </p:extLst>
              </p:nvPr>
            </p:nvGraphicFramePr>
            <p:xfrm>
              <a:off x="3048000" y="2060848"/>
              <a:ext cx="5700464" cy="2232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408197" r="-1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08197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75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53416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53416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8197" r="-214" b="-5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108197" r="-214" b="-4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08197" r="-214" b="-3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308197" r="-214" b="-288525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49000" r="-100000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49000" r="-214" b="-76000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2131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572131" r="-2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86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98863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98863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8197" r="-214" b="-5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108197" r="-214" b="-4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08197" r="-214" b="-3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308197" r="-214" b="-288525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49000" r="-100000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49000" r="-214" b="-76000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2131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572131" r="-2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59832" y="4643844"/>
                <a:ext cx="454707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an algebraic expression for the following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sum of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AU" dirty="0" smtClean="0"/>
                  <a:t> 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Five more than double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Double the sum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and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sum of the squares of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e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dirty="0" smtClean="0"/>
                  <a:t>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f</a:t>
                </a:r>
                <a:endParaRPr lang="en-AU" i="1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643844"/>
                <a:ext cx="4547079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1206" t="-2066" r="-402" b="-57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92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626769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626769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8197" r="-214" b="-5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108197" r="-214" b="-4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08197" r="-214" b="-3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308197" r="-214" b="-288525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49000" r="-100000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49000" r="-214" b="-76000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2131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572131" r="-2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55818" y="4602582"/>
                <a:ext cx="5934381" cy="1519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an algebraic expression for the following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sum of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AU" dirty="0" smtClean="0"/>
                  <a:t> 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b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𝑏</m:t>
                    </m:r>
                  </m:oMath>
                </a14:m>
                <a:endParaRPr lang="en-AU" i="1" dirty="0" smtClean="0">
                  <a:solidFill>
                    <a:srgbClr val="FF0000"/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Five more than double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+5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Double the sum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and 5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2(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+5)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difference between the squares of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e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dirty="0" smtClean="0"/>
                  <a:t>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f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𝑒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−</m:t>
                    </m:r>
                    <m:sSup>
                      <m:sSupPr>
                        <m:ctrlP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𝑓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i="1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818" y="4602582"/>
                <a:ext cx="5934381" cy="1519647"/>
              </a:xfrm>
              <a:prstGeom prst="rect">
                <a:avLst/>
              </a:prstGeom>
              <a:blipFill rotWithShape="1">
                <a:blip r:embed="rId3"/>
                <a:stretch>
                  <a:fillRect l="-821" t="-2008" b="-28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1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3"/>
          <a:stretch/>
        </p:blipFill>
        <p:spPr bwMode="auto">
          <a:xfrm>
            <a:off x="0" y="1143000"/>
            <a:ext cx="8998776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416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7"/>
          <a:stretch/>
        </p:blipFill>
        <p:spPr bwMode="auto">
          <a:xfrm>
            <a:off x="1139868" y="1340104"/>
            <a:ext cx="7510456" cy="4321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228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342</Words>
  <Application>Microsoft Office PowerPoint</Application>
  <PresentationFormat>On-screen Show (4:3)</PresentationFormat>
  <Paragraphs>127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36</cp:revision>
  <dcterms:created xsi:type="dcterms:W3CDTF">2014-05-14T02:58:57Z</dcterms:created>
  <dcterms:modified xsi:type="dcterms:W3CDTF">2015-04-19T12:57:46Z</dcterms:modified>
</cp:coreProperties>
</file>