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9" r:id="rId3"/>
    <p:sldId id="258" r:id="rId4"/>
    <p:sldId id="309" r:id="rId5"/>
    <p:sldId id="310" r:id="rId6"/>
    <p:sldId id="312" r:id="rId7"/>
    <p:sldId id="313" r:id="rId8"/>
    <p:sldId id="315" r:id="rId9"/>
    <p:sldId id="314" r:id="rId10"/>
    <p:sldId id="316" r:id="rId11"/>
    <p:sldId id="317" r:id="rId12"/>
    <p:sldId id="318" r:id="rId13"/>
    <p:sldId id="319" r:id="rId14"/>
    <p:sldId id="311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04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258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3471" y="2996952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</a:t>
            </a:r>
            <a:r>
              <a:rPr lang="en-AU" dirty="0" smtClean="0"/>
              <a:t>Brackets?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469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40" t="-8333" r="-685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70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011152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011152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178023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40" t="-8333" r="-685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78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25313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2253139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17794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177946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740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28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673494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673494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34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07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3598164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92605" y="5537865"/>
                <a:ext cx="2040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(5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−7)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5537865"/>
                <a:ext cx="204017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388" t="-8197" r="-299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95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001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Brackets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distributive law to expand expressions with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045" y="196123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distributive law?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30565"/>
                <a:ext cx="3672408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667" y="3203684"/>
            <a:ext cx="270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expand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3606134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13095"/>
                  </p:ext>
                </p:extLst>
              </p:nvPr>
            </p:nvGraphicFramePr>
            <p:xfrm>
              <a:off x="3779912" y="3789040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+2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3211160"/>
                <a:ext cx="27434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778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+2×1=2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+2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404" y="4972526"/>
                <a:ext cx="388535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25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  <m:r>
                          <a:rPr lang="en-AU" b="0" i="1" smtClean="0">
                            <a:latin typeface="Cambria Math"/>
                          </a:rPr>
                          <m:t>−7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=15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𝑝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−21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605" y="5537865"/>
                <a:ext cx="350115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9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22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20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698</Words>
  <Application>Microsoft Office PowerPoint</Application>
  <PresentationFormat>On-screen Show (4:3)</PresentationFormat>
  <Paragraphs>168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65</cp:revision>
  <dcterms:created xsi:type="dcterms:W3CDTF">2014-05-14T02:58:57Z</dcterms:created>
  <dcterms:modified xsi:type="dcterms:W3CDTF">2015-05-07T04:40:33Z</dcterms:modified>
</cp:coreProperties>
</file>