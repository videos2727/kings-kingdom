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319" r:id="rId3"/>
    <p:sldId id="259" r:id="rId4"/>
    <p:sldId id="258" r:id="rId5"/>
    <p:sldId id="303" r:id="rId6"/>
    <p:sldId id="305" r:id="rId7"/>
    <p:sldId id="306" r:id="rId8"/>
    <p:sldId id="307" r:id="rId9"/>
    <p:sldId id="308" r:id="rId10"/>
    <p:sldId id="311" r:id="rId11"/>
    <p:sldId id="314" r:id="rId12"/>
    <p:sldId id="317" r:id="rId13"/>
    <p:sldId id="318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7691" autoAdjust="0"/>
  </p:normalViewPr>
  <p:slideViewPr>
    <p:cSldViewPr>
      <p:cViewPr>
        <p:scale>
          <a:sx n="75" d="100"/>
          <a:sy n="75" d="100"/>
        </p:scale>
        <p:origin x="-1224" y="-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18/07/2016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Starter – Use your calculator to find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 2million x 15million</a:t>
                </a:r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0" smtClean="0">
                            <a:latin typeface="Cambria Math"/>
                          </a:rPr>
                          <m:t>12</m:t>
                        </m:r>
                      </m:e>
                      <m:sup>
                        <m:r>
                          <a:rPr lang="en-AU" b="0" i="0" smtClean="0">
                            <a:latin typeface="Cambria Math"/>
                          </a:rPr>
                          <m:t>16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 smtClean="0"/>
                  <a:t>12345678910 +10987654321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 smtClean="0"/>
                  <a:t>What do you notice?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20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733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910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3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9302" y="1929066"/>
            <a:ext cx="60339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 smtClean="0"/>
          </a:p>
          <a:p>
            <a:endParaRPr lang="en-AU" dirty="0"/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Write 2 778 000 in scientific notation.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blipFill rotWithShape="1">
                <a:blip r:embed="rId2"/>
                <a:stretch>
                  <a:fillRect l="-910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617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585323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910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60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585323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86104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0" y="3676382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910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160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7503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895518" y="4221088"/>
                <a:ext cx="411119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518" y="4221088"/>
                <a:ext cx="4111190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335" t="-3289" r="-44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15816" y="1580063"/>
                <a:ext cx="60339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1580063"/>
                <a:ext cx="6033910" cy="1477328"/>
              </a:xfrm>
              <a:prstGeom prst="rect">
                <a:avLst/>
              </a:prstGeom>
              <a:blipFill rotWithShape="1">
                <a:blip r:embed="rId4"/>
                <a:stretch>
                  <a:fillRect l="-808"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32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187" t="-2538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929302" y="1929066"/>
                <a:ext cx="603391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number expressed in the form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</m:t>
                    </m:r>
                  </m:oMath>
                </a14:m>
                <a:r>
                  <a:rPr lang="en-AU" dirty="0" smtClean="0"/>
                  <a:t> and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AU" dirty="0" smtClean="0"/>
                  <a:t> is an integer</a:t>
                </a:r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910" t="-25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2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16386" y="4149080"/>
            <a:ext cx="2959670" cy="20162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6056" y="422108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674212" y="691704"/>
            <a:ext cx="5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EXP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779748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for scientific notation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692696"/>
            <a:ext cx="214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Some calculators use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97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Textbook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354 Exercise 6F</a:t>
            </a:r>
          </a:p>
          <a:p>
            <a:r>
              <a:rPr lang="en-AU" dirty="0" smtClean="0"/>
              <a:t>Q4 and 7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14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596</Words>
  <Application>Microsoft Office PowerPoint</Application>
  <PresentationFormat>On-screen Show (4:3)</PresentationFormat>
  <Paragraphs>195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Number Interactive Notebook</vt:lpstr>
      <vt:lpstr>Starter – Use your calculator to find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Textbook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72</cp:revision>
  <dcterms:created xsi:type="dcterms:W3CDTF">2014-05-14T02:58:57Z</dcterms:created>
  <dcterms:modified xsi:type="dcterms:W3CDTF">2016-07-18T08:10:49Z</dcterms:modified>
</cp:coreProperties>
</file>