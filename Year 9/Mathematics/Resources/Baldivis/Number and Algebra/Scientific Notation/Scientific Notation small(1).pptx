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3" r:id="rId5"/>
    <p:sldId id="305" r:id="rId6"/>
    <p:sldId id="318" r:id="rId7"/>
    <p:sldId id="319" r:id="rId8"/>
    <p:sldId id="321" r:id="rId9"/>
    <p:sldId id="317" r:id="rId10"/>
    <p:sldId id="322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7691" autoAdjust="0"/>
  </p:normalViewPr>
  <p:slideViewPr>
    <p:cSldViewPr>
      <p:cViewPr>
        <p:scale>
          <a:sx n="75" d="100"/>
          <a:sy n="75" d="100"/>
        </p:scale>
        <p:origin x="-1236" y="-1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22/07/2016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22/07/2016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7290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3059832" y="3717994"/>
            <a:ext cx="3770328" cy="94699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Write 0.0000073 </a:t>
            </a:r>
            <a:r>
              <a:rPr lang="en-AU" dirty="0"/>
              <a:t>in scientific notation</a:t>
            </a:r>
            <a:r>
              <a:rPr lang="en-AU" dirty="0" smtClean="0"/>
              <a:t>.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395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783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2985197" y="4725144"/>
                <a:ext cx="4104778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endParaRPr lang="en-AU" dirty="0" smtClean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5197" y="4725144"/>
                <a:ext cx="4104778" cy="646331"/>
              </a:xfrm>
              <a:prstGeom prst="rect">
                <a:avLst/>
              </a:prstGeom>
              <a:blipFill rotWithShape="1">
                <a:blip r:embed="rId4"/>
                <a:stretch>
                  <a:fillRect l="-1337" t="-4717" r="-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576426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50790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Scientific Notation small numbers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is index notation used to write very small numbers?  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08627" y="1945804"/>
            <a:ext cx="2732286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What is scientific notation?</a:t>
            </a:r>
          </a:p>
          <a:p>
            <a:endParaRPr lang="en-AU" dirty="0"/>
          </a:p>
          <a:p>
            <a:endParaRPr lang="en-AU" dirty="0" smtClean="0"/>
          </a:p>
          <a:p>
            <a:endParaRPr lang="en-AU" dirty="0" smtClean="0"/>
          </a:p>
          <a:p>
            <a:endParaRPr lang="en-AU" dirty="0"/>
          </a:p>
          <a:p>
            <a:endParaRPr lang="en-AU" dirty="0" smtClean="0"/>
          </a:p>
          <a:p>
            <a:r>
              <a:rPr lang="en-AU" dirty="0" smtClean="0"/>
              <a:t>Examples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Is written as a number between 1 and 10 multiplied by a power of 10.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dirty="0" smtClean="0">
                          <a:solidFill>
                            <a:schemeClr val="accent1"/>
                          </a:solidFill>
                          <a:latin typeface="Cambria Math"/>
                        </a:rPr>
                        <m:t>𝑎</m:t>
                      </m:r>
                      <m:r>
                        <a:rPr lang="en-AU" i="1" dirty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i="1" dirty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i="1" dirty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i="1" dirty="0" smtClean="0">
                              <a:solidFill>
                                <a:srgbClr val="FF0000"/>
                              </a:solidFill>
                              <a:latin typeface="Cambria Math"/>
                              <a:ea typeface="Cambria Math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en-AU" dirty="0" smtClean="0"/>
              </a:p>
              <a:p>
                <a:endParaRPr lang="en-AU" dirty="0" smtClean="0"/>
              </a:p>
              <a:p>
                <a:r>
                  <a:rPr lang="en-AU" dirty="0" smtClean="0"/>
                  <a:t>Where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1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≤</m:t>
                    </m:r>
                    <m:r>
                      <a:rPr lang="en-AU" b="0" i="1" smtClean="0">
                        <a:solidFill>
                          <a:schemeClr val="accent1"/>
                        </a:solidFill>
                        <a:latin typeface="Cambria Math"/>
                        <a:ea typeface="Cambria Math"/>
                      </a:rPr>
                      <m:t>𝑎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&lt;10  </m:t>
                    </m:r>
                  </m:oMath>
                </a14:m>
                <a:endParaRPr lang="en-AU" b="0" dirty="0" smtClean="0">
                  <a:ea typeface="Cambria Math"/>
                </a:endParaRP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</a:t>
                </a:r>
                <a:r>
                  <a:rPr lang="en-AU" dirty="0" smtClean="0"/>
                  <a:t> is an integer</a:t>
                </a:r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9302" y="1929066"/>
                <a:ext cx="6033910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910" t="-1736" b="-451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0.0000073 </a:t>
                </a:r>
                <a:r>
                  <a:rPr lang="en-AU" dirty="0"/>
                  <a:t>in scientific notation</a:t>
                </a:r>
                <a:r>
                  <a:rPr lang="en-AU" dirty="0" smtClean="0"/>
                  <a:t>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7.3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</m:t>
                      </m:r>
                      <m:sSup>
                        <m:sSupPr>
                          <m:ctrlPr>
                            <a:rPr lang="en-AU" b="0" i="1" smtClean="0"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8844" y="3683392"/>
                <a:ext cx="3770328" cy="946991"/>
              </a:xfrm>
              <a:prstGeom prst="rect">
                <a:avLst/>
              </a:prstGeom>
              <a:blipFill rotWithShape="1">
                <a:blip r:embed="rId3"/>
                <a:stretch>
                  <a:fillRect l="-1292" t="-3205" r="-9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/>
          <p:cNvCxnSpPr/>
          <p:nvPr/>
        </p:nvCxnSpPr>
        <p:spPr>
          <a:xfrm flipH="1">
            <a:off x="4142087" y="4276358"/>
            <a:ext cx="360040" cy="72008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514347" y="4091692"/>
            <a:ext cx="4340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>
                <a:solidFill>
                  <a:srgbClr val="FF0000"/>
                </a:solidFill>
              </a:rPr>
              <a:t>The number places the decimal point moves</a:t>
            </a:r>
            <a:endParaRPr lang="en-AU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004750" y="4725144"/>
                <a:ext cx="4104778" cy="120032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AU" dirty="0" smtClean="0"/>
                  <a:t>Write </a:t>
                </a:r>
                <a14:m>
                  <m:oMath xmlns:m="http://schemas.openxmlformats.org/officeDocument/2006/math">
                    <m:r>
                      <a:rPr lang="en-AU" i="1" dirty="0" smtClean="0">
                        <a:latin typeface="Cambria Math"/>
                      </a:rPr>
                      <m:t>5</m:t>
                    </m:r>
                    <m:r>
                      <a:rPr lang="en-AU" b="0" i="1" dirty="0" smtClean="0">
                        <a:latin typeface="Cambria Math"/>
                      </a:rPr>
                      <m:t>.7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sSup>
                      <m:sSupPr>
                        <m:ctrlPr>
                          <a:rPr lang="en-AU" b="0" i="1" smtClean="0">
                            <a:latin typeface="Cambria Math"/>
                            <a:ea typeface="Cambria Math"/>
                          </a:rPr>
                        </m:ctrlPr>
                      </m:sSupPr>
                      <m:e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10</m:t>
                        </m:r>
                      </m:e>
                      <m:sup>
                        <m:r>
                          <a:rPr lang="en-AU" b="0" i="1" smtClean="0">
                            <a:latin typeface="Cambria Math"/>
                            <a:ea typeface="Cambria Math"/>
                          </a:rPr>
                          <m:t>−3  </m:t>
                        </m:r>
                      </m:sup>
                    </m:sSup>
                    <m:r>
                      <a:rPr lang="en-AU" b="0" i="1" smtClean="0"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AU" dirty="0" smtClean="0"/>
                  <a:t>as an ordinary number.</a:t>
                </a:r>
              </a:p>
              <a:p>
                <a:r>
                  <a:rPr lang="en-AU" dirty="0" smtClean="0">
                    <a:solidFill>
                      <a:srgbClr val="FF0000"/>
                    </a:solidFill>
                  </a:rPr>
                  <a:t>Move the decimal point 3 spaces left.</a:t>
                </a:r>
              </a:p>
              <a:p>
                <a:r>
                  <a:rPr lang="en-AU" dirty="0" smtClean="0"/>
                  <a:t>= 0. 005 7</a:t>
                </a:r>
                <a:endParaRPr lang="en-AU" dirty="0"/>
              </a:p>
              <a:p>
                <a:endParaRPr lang="en-AU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4750" y="4725144"/>
                <a:ext cx="4104778" cy="1200329"/>
              </a:xfrm>
              <a:prstGeom prst="rect">
                <a:avLst/>
              </a:prstGeom>
              <a:blipFill rotWithShape="1">
                <a:blip r:embed="rId4"/>
                <a:stretch>
                  <a:fillRect l="-1337" t="-2538" r="-44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07938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4" t="4891" r="41045" b="6424"/>
          <a:stretch/>
        </p:blipFill>
        <p:spPr bwMode="auto">
          <a:xfrm>
            <a:off x="395536" y="116632"/>
            <a:ext cx="3441700" cy="64874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 flipH="1">
            <a:off x="2116386" y="4149080"/>
            <a:ext cx="2959670" cy="2016224"/>
          </a:xfrm>
          <a:prstGeom prst="straightConnector1">
            <a:avLst/>
          </a:prstGeom>
          <a:ln w="571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076056" y="4221088"/>
            <a:ext cx="237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9" name="TextBox 8"/>
          <p:cNvSpPr txBox="1"/>
          <p:nvPr/>
        </p:nvSpPr>
        <p:spPr>
          <a:xfrm>
            <a:off x="6674212" y="691704"/>
            <a:ext cx="576064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 smtClean="0"/>
              <a:t>EXP</a:t>
            </a:r>
            <a:endParaRPr lang="en-AU" dirty="0"/>
          </a:p>
        </p:txBody>
      </p:sp>
      <p:sp>
        <p:nvSpPr>
          <p:cNvPr id="10" name="TextBox 9"/>
          <p:cNvSpPr txBox="1"/>
          <p:nvPr/>
        </p:nvSpPr>
        <p:spPr>
          <a:xfrm>
            <a:off x="4572000" y="3779748"/>
            <a:ext cx="2590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Use for scientific notation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572000" y="692696"/>
            <a:ext cx="2147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Some calculators use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3970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Task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Page 354-357</a:t>
            </a:r>
          </a:p>
          <a:p>
            <a:r>
              <a:rPr lang="en-AU" dirty="0" smtClean="0"/>
              <a:t>6-10</a:t>
            </a:r>
          </a:p>
          <a:p>
            <a:r>
              <a:rPr lang="en-AU" dirty="0" smtClean="0"/>
              <a:t>12 and 13</a:t>
            </a:r>
          </a:p>
        </p:txBody>
      </p:sp>
    </p:spTree>
    <p:extLst>
      <p:ext uri="{BB962C8B-B14F-4D97-AF65-F5344CB8AC3E}">
        <p14:creationId xmlns:p14="http://schemas.microsoft.com/office/powerpoint/2010/main" val="1947103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1498</TotalTime>
  <Words>483</Words>
  <Application>Microsoft Office PowerPoint</Application>
  <PresentationFormat>On-screen Show (4:3)</PresentationFormat>
  <Paragraphs>152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71</cp:revision>
  <dcterms:created xsi:type="dcterms:W3CDTF">2014-05-14T02:58:57Z</dcterms:created>
  <dcterms:modified xsi:type="dcterms:W3CDTF">2016-07-22T06:36:48Z</dcterms:modified>
</cp:coreProperties>
</file>