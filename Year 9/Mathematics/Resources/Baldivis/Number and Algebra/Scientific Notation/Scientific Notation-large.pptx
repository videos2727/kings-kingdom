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3" r:id="rId5"/>
    <p:sldId id="305" r:id="rId6"/>
    <p:sldId id="306" r:id="rId7"/>
    <p:sldId id="307" r:id="rId8"/>
    <p:sldId id="308" r:id="rId9"/>
    <p:sldId id="311" r:id="rId10"/>
    <p:sldId id="314" r:id="rId11"/>
    <p:sldId id="317" r:id="rId12"/>
    <p:sldId id="318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7691" autoAdjust="0"/>
  </p:normalViewPr>
  <p:slideViewPr>
    <p:cSldViewPr>
      <p:cViewPr>
        <p:scale>
          <a:sx n="75" d="100"/>
          <a:sy n="75" d="100"/>
        </p:scale>
        <p:origin x="-122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11/03/2015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</a:t>
            </a:r>
            <a:r>
              <a:rPr lang="en-AU" sz="2400" dirty="0" smtClean="0"/>
              <a:t>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</a:t>
            </a:r>
            <a:r>
              <a:rPr lang="en-AU" sz="2400" dirty="0" smtClean="0"/>
              <a:t>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9302" y="1929066"/>
            <a:ext cx="6033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written as a number between 1 and 10 multiplied by a power of 10. 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3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</a:t>
            </a:r>
            <a:r>
              <a:rPr lang="en-AU" sz="2400" dirty="0" smtClean="0"/>
              <a:t>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9302" y="1929066"/>
            <a:ext cx="60339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written as a number between 1 and 10 multiplied by a power of 10.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Write 2 778 000 in scientific notation.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617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</a:t>
            </a:r>
            <a:r>
              <a:rPr lang="en-AU" sz="2400" dirty="0" smtClean="0"/>
              <a:t>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1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60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</a:t>
            </a:r>
            <a:r>
              <a:rPr lang="en-AU" sz="2400" dirty="0" smtClean="0"/>
              <a:t>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1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86104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0" y="3676382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60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</a:t>
            </a:r>
            <a:r>
              <a:rPr lang="en-AU" sz="2400" dirty="0" smtClean="0"/>
              <a:t>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 t="-14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2895518" y="4221088"/>
                <a:ext cx="411119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18" y="4221088"/>
                <a:ext cx="4111190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335" t="-3289" r="-4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32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</a:t>
            </a:r>
            <a:r>
              <a:rPr lang="en-AU" sz="2400" dirty="0" smtClean="0"/>
              <a:t>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 t="-14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187" t="-2538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2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16386" y="4149080"/>
            <a:ext cx="2959670" cy="20162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6056" y="422108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674212" y="691704"/>
            <a:ext cx="5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EXP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779748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for scientific notation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692696"/>
            <a:ext cx="214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Some calculators use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97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Textbook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354 Exercise 6F</a:t>
            </a:r>
          </a:p>
          <a:p>
            <a:r>
              <a:rPr lang="en-AU" dirty="0" smtClean="0"/>
              <a:t>Q4 and 7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14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530</Words>
  <Application>Microsoft Office PowerPoint</Application>
  <PresentationFormat>On-screen Show (4:3)</PresentationFormat>
  <Paragraphs>162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Textbook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71</cp:revision>
  <dcterms:created xsi:type="dcterms:W3CDTF">2014-05-14T02:58:57Z</dcterms:created>
  <dcterms:modified xsi:type="dcterms:W3CDTF">2015-03-11T03:49:01Z</dcterms:modified>
</cp:coreProperties>
</file>