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05" r:id="rId6"/>
    <p:sldId id="318" r:id="rId7"/>
    <p:sldId id="319" r:id="rId8"/>
    <p:sldId id="321" r:id="rId9"/>
    <p:sldId id="317" r:id="rId10"/>
    <p:sldId id="322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>
        <p:scale>
          <a:sx n="75" d="100"/>
          <a:sy n="75" d="100"/>
        </p:scale>
        <p:origin x="-122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29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</a:t>
            </a:r>
            <a:r>
              <a:rPr lang="en-AU" sz="2800" dirty="0" smtClean="0"/>
              <a:t>Notation Small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</a:t>
            </a:r>
            <a:r>
              <a:rPr lang="en-AU" sz="2400" dirty="0" smtClean="0"/>
              <a:t>small </a:t>
            </a:r>
            <a:r>
              <a:rPr lang="en-AU" sz="2400" dirty="0" smtClean="0"/>
              <a:t>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</a:t>
            </a:r>
            <a:r>
              <a:rPr lang="en-AU" sz="2800" dirty="0" smtClean="0"/>
              <a:t>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</a:t>
            </a:r>
            <a:r>
              <a:rPr lang="en-AU" sz="2400" dirty="0" smtClean="0"/>
              <a:t>very small </a:t>
            </a:r>
            <a:r>
              <a:rPr lang="en-AU" sz="2400" dirty="0" smtClean="0"/>
              <a:t>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059832" y="3717994"/>
            <a:ext cx="3770328" cy="946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Write 0.0000073 </a:t>
            </a:r>
            <a:r>
              <a:rPr lang="en-AU" dirty="0"/>
              <a:t>in scientific notation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pPr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</a:t>
            </a:r>
            <a:r>
              <a:rPr lang="en-AU" sz="2800" dirty="0" smtClean="0"/>
              <a:t>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</a:t>
            </a:r>
            <a:r>
              <a:rPr lang="en-AU" sz="2400" dirty="0" smtClean="0"/>
              <a:t>very small </a:t>
            </a:r>
            <a:r>
              <a:rPr lang="en-AU" sz="2400" dirty="0" smtClean="0"/>
              <a:t>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8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</a:t>
            </a:r>
            <a:r>
              <a:rPr lang="en-AU" sz="2800" dirty="0" smtClean="0"/>
              <a:t>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</a:t>
            </a:r>
            <a:r>
              <a:rPr lang="en-AU" sz="2400" dirty="0" smtClean="0"/>
              <a:t>very small </a:t>
            </a:r>
            <a:r>
              <a:rPr lang="en-AU" sz="2400" dirty="0" smtClean="0"/>
              <a:t>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337" t="-4717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64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</a:t>
            </a:r>
            <a:r>
              <a:rPr lang="en-AU" sz="2800" dirty="0" smtClean="0"/>
              <a:t>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</a:t>
            </a:r>
            <a:r>
              <a:rPr lang="en-AU" sz="2400" dirty="0" smtClean="0"/>
              <a:t>very small </a:t>
            </a:r>
            <a:r>
              <a:rPr lang="en-AU" sz="2400" dirty="0" smtClean="0"/>
              <a:t>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 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337" t="-2538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93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354-357</a:t>
            </a:r>
          </a:p>
          <a:p>
            <a:r>
              <a:rPr lang="en-AU" dirty="0" smtClean="0"/>
              <a:t>6-10</a:t>
            </a:r>
          </a:p>
          <a:p>
            <a:r>
              <a:rPr lang="en-AU" dirty="0" smtClean="0"/>
              <a:t>12 and 13</a:t>
            </a:r>
          </a:p>
        </p:txBody>
      </p:sp>
    </p:spTree>
    <p:extLst>
      <p:ext uri="{BB962C8B-B14F-4D97-AF65-F5344CB8AC3E}">
        <p14:creationId xmlns:p14="http://schemas.microsoft.com/office/powerpoint/2010/main" val="194710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483</Words>
  <Application>Microsoft Office PowerPoint</Application>
  <PresentationFormat>On-screen Show (4:3)</PresentationFormat>
  <Paragraphs>152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71</cp:revision>
  <dcterms:created xsi:type="dcterms:W3CDTF">2014-05-14T02:58:57Z</dcterms:created>
  <dcterms:modified xsi:type="dcterms:W3CDTF">2015-03-12T05:11:05Z</dcterms:modified>
</cp:coreProperties>
</file>