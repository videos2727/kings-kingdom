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0" r:id="rId2"/>
    <p:sldId id="304" r:id="rId3"/>
    <p:sldId id="259" r:id="rId4"/>
    <p:sldId id="258" r:id="rId5"/>
    <p:sldId id="305" r:id="rId6"/>
    <p:sldId id="332" r:id="rId7"/>
    <p:sldId id="303" r:id="rId8"/>
    <p:sldId id="330" r:id="rId9"/>
    <p:sldId id="331" r:id="rId10"/>
    <p:sldId id="333" r:id="rId11"/>
    <p:sldId id="334" r:id="rId12"/>
    <p:sldId id="338" r:id="rId13"/>
    <p:sldId id="337" r:id="rId14"/>
    <p:sldId id="336" r:id="rId15"/>
    <p:sldId id="335" r:id="rId16"/>
    <p:sldId id="339" r:id="rId17"/>
    <p:sldId id="340" r:id="rId18"/>
    <p:sldId id="341" r:id="rId19"/>
    <p:sldId id="342" r:id="rId20"/>
    <p:sldId id="292" r:id="rId21"/>
    <p:sldId id="291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2895" autoAdjust="0"/>
  </p:normalViewPr>
  <p:slideViewPr>
    <p:cSldViewPr>
      <p:cViewPr varScale="1">
        <p:scale>
          <a:sx n="68" d="100"/>
          <a:sy n="68" d="100"/>
        </p:scale>
        <p:origin x="-1440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2/02/2015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2/02/2015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2/02/2015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2/02/2015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One – Show me boards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68760"/>
                <a:ext cx="8229600" cy="5328592"/>
              </a:xfrm>
            </p:spPr>
            <p:txBody>
              <a:bodyPr>
                <a:normAutofit fontScale="92500" lnSpcReduction="10000"/>
              </a:bodyPr>
              <a:lstStyle/>
              <a:p>
                <a:pPr marL="514350" indent="-514350">
                  <a:buFont typeface="+mj-lt"/>
                  <a:buAutoNum type="arabicParenR"/>
                </a:pPr>
                <a:r>
                  <a:rPr lang="en-AU" dirty="0" smtClean="0"/>
                  <a:t>Write the factors of 8.</a:t>
                </a:r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 smtClean="0"/>
                  <a:t>Write down the first 5 multiples of 7.</a:t>
                </a:r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 smtClean="0"/>
                  <a:t>Calculate the HCF of 12 and 20</a:t>
                </a:r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 smtClean="0"/>
                  <a:t>Calculate the LCM of 8 and 10</a:t>
                </a:r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 smtClean="0"/>
                  <a:t>Find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 smtClean="0"/>
                  <a:t>Find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</a:rPr>
                          <m:t>16</m:t>
                        </m:r>
                      </m:e>
                    </m:rad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 smtClean="0"/>
                  <a:t>Calculate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−3+</m:t>
                    </m:r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−7</m:t>
                        </m:r>
                      </m:e>
                    </m:d>
                  </m:oMath>
                </a14:m>
                <a:endParaRPr lang="en-AU" b="0" dirty="0" smtClean="0"/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 smtClean="0"/>
                  <a:t>Calculate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3−(−7)</m:t>
                    </m:r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 smtClean="0"/>
                  <a:t>Calculate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−2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×−8</m:t>
                    </m:r>
                  </m:oMath>
                </a14:m>
                <a:endParaRPr lang="en-AU" b="0" dirty="0" smtClean="0">
                  <a:ea typeface="Cambria Math"/>
                </a:endParaRPr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 smtClean="0"/>
                  <a:t> Calculate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÷−3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68760"/>
                <a:ext cx="8229600" cy="5328592"/>
              </a:xfrm>
              <a:blipFill rotWithShape="1">
                <a:blip r:embed="rId2"/>
                <a:stretch>
                  <a:fillRect l="-1704" t="-240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2133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Task Two – Write a definition for the following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Integer</a:t>
            </a:r>
          </a:p>
          <a:p>
            <a:r>
              <a:rPr lang="en-AU" dirty="0" smtClean="0"/>
              <a:t>Factor </a:t>
            </a:r>
          </a:p>
          <a:p>
            <a:r>
              <a:rPr lang="en-AU" dirty="0" smtClean="0"/>
              <a:t>Multiple </a:t>
            </a:r>
          </a:p>
          <a:p>
            <a:r>
              <a:rPr lang="en-AU" dirty="0" smtClean="0"/>
              <a:t>Prime Number</a:t>
            </a:r>
          </a:p>
          <a:p>
            <a:r>
              <a:rPr lang="en-AU" dirty="0" smtClean="0"/>
              <a:t>Composite </a:t>
            </a:r>
          </a:p>
          <a:p>
            <a:r>
              <a:rPr lang="en-AU" dirty="0" smtClean="0"/>
              <a:t>Square Number </a:t>
            </a:r>
          </a:p>
          <a:p>
            <a:r>
              <a:rPr lang="en-AU" dirty="0" smtClean="0"/>
              <a:t>Cube Number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91309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74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Number Properties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the difference between the HCF and LCM and how both are calculated.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74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Number Properties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the difference between the HCF and LCM and how both are calculated.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13899" y="2060848"/>
            <a:ext cx="2003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an integer?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96119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74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Number Properties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the difference between the HCF and LCM and how both are calculated.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8674" y="1937865"/>
            <a:ext cx="129541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is..</a:t>
            </a:r>
          </a:p>
          <a:p>
            <a:r>
              <a:rPr lang="en-AU" dirty="0" smtClean="0"/>
              <a:t> an integer?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059832" y="2060848"/>
                <a:ext cx="5445145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An integer is a positive (+) or negative (-) whole number.</a:t>
                </a:r>
              </a:p>
              <a:p>
                <a:endParaRPr lang="en-AU" dirty="0"/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…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−3, −2, −1, 0, 1, 2, 3 …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5445145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1008" t="-3289" r="-112" b="-92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1087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74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Number Properties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the difference between the HCF and LCM and how both are calculated.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8674" y="1937865"/>
            <a:ext cx="129541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is..</a:t>
            </a:r>
          </a:p>
          <a:p>
            <a:r>
              <a:rPr lang="en-AU" dirty="0" smtClean="0"/>
              <a:t> an integer?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/>
              <a:t>a</a:t>
            </a:r>
            <a:r>
              <a:rPr lang="en-AU" dirty="0" smtClean="0"/>
              <a:t> factor?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059832" y="2060848"/>
                <a:ext cx="5445145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An integer is a positive (+) or negative (-) whole number.</a:t>
                </a:r>
              </a:p>
              <a:p>
                <a:endParaRPr lang="en-AU" dirty="0"/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…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−3, −2, −1, 0, 1, 2, 3 …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5445145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1008" t="-3289" r="-112" b="-92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1671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74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Number Properties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the difference between the HCF and LCM and how both are calculated.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8674" y="1937865"/>
            <a:ext cx="129541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is..</a:t>
            </a:r>
          </a:p>
          <a:p>
            <a:r>
              <a:rPr lang="en-AU" dirty="0" smtClean="0"/>
              <a:t> an integer?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/>
              <a:t>a</a:t>
            </a:r>
            <a:r>
              <a:rPr lang="en-AU" dirty="0" smtClean="0"/>
              <a:t> factor?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059832" y="2060848"/>
                <a:ext cx="6206379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An integer is a positive (+) or negative (-) whole number.</a:t>
                </a:r>
              </a:p>
              <a:p>
                <a:endParaRPr lang="en-AU" dirty="0"/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…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−3, −2, −1, 0, 1, 2, 3 …</m:t>
                    </m:r>
                  </m:oMath>
                </a14:m>
                <a:r>
                  <a:rPr lang="en-AU" dirty="0" smtClean="0"/>
                  <a:t> </a:t>
                </a:r>
              </a:p>
              <a:p>
                <a:endParaRPr lang="en-AU" dirty="0"/>
              </a:p>
              <a:p>
                <a:r>
                  <a:rPr lang="en-AU" dirty="0" smtClean="0"/>
                  <a:t>A + integer that multiples by another + integer to give a number.</a:t>
                </a:r>
              </a:p>
              <a:p>
                <a:endParaRPr lang="en-AU" dirty="0"/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3 is a factor of 6 because 2 x 3 = 6.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6206379" cy="2308324"/>
              </a:xfrm>
              <a:prstGeom prst="rect">
                <a:avLst/>
              </a:prstGeom>
              <a:blipFill rotWithShape="1">
                <a:blip r:embed="rId2"/>
                <a:stretch>
                  <a:fillRect l="-884" t="-131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1691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74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Number Properties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the difference between the HCF and LCM and how both are calculated.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8674" y="1937865"/>
            <a:ext cx="129541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is..</a:t>
            </a:r>
          </a:p>
          <a:p>
            <a:r>
              <a:rPr lang="en-AU" dirty="0" smtClean="0"/>
              <a:t> an integer?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/>
              <a:t>a</a:t>
            </a:r>
            <a:r>
              <a:rPr lang="en-AU" dirty="0" smtClean="0"/>
              <a:t> factor?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a multiple?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059832" y="2060848"/>
                <a:ext cx="6206379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An integer is a positive (+) or negative (-) whole number.</a:t>
                </a:r>
              </a:p>
              <a:p>
                <a:endParaRPr lang="en-AU" dirty="0"/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…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−3, −2, −1, 0, 1, 2, 3 …</m:t>
                    </m:r>
                  </m:oMath>
                </a14:m>
                <a:r>
                  <a:rPr lang="en-AU" dirty="0" smtClean="0"/>
                  <a:t> </a:t>
                </a:r>
              </a:p>
              <a:p>
                <a:endParaRPr lang="en-AU" dirty="0"/>
              </a:p>
              <a:p>
                <a:r>
                  <a:rPr lang="en-AU" dirty="0" smtClean="0"/>
                  <a:t>A + integer that multiples by another + integer to give a number.</a:t>
                </a:r>
              </a:p>
              <a:p>
                <a:endParaRPr lang="en-AU" dirty="0"/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3 is a factor of 6 because 2 x 3 = 6.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6206379" cy="2308324"/>
              </a:xfrm>
              <a:prstGeom prst="rect">
                <a:avLst/>
              </a:prstGeom>
              <a:blipFill rotWithShape="1">
                <a:blip r:embed="rId2"/>
                <a:stretch>
                  <a:fillRect l="-884" t="-131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9282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74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Number Properties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the difference between the HCF and LCM and how both are calculated.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8674" y="1937865"/>
            <a:ext cx="129541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is..</a:t>
            </a:r>
          </a:p>
          <a:p>
            <a:r>
              <a:rPr lang="en-AU" dirty="0" smtClean="0"/>
              <a:t> an integer?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/>
              <a:t>a</a:t>
            </a:r>
            <a:r>
              <a:rPr lang="en-AU" dirty="0" smtClean="0"/>
              <a:t> factor?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a multiple?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059832" y="2060848"/>
                <a:ext cx="6206379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An integer is a positive (+) or negative (-) whole number.</a:t>
                </a:r>
              </a:p>
              <a:p>
                <a:endParaRPr lang="en-AU" dirty="0"/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…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−3, −2, −1, 0, 1, 2, 3 …</m:t>
                    </m:r>
                  </m:oMath>
                </a14:m>
                <a:r>
                  <a:rPr lang="en-AU" dirty="0" smtClean="0"/>
                  <a:t> </a:t>
                </a:r>
              </a:p>
              <a:p>
                <a:endParaRPr lang="en-AU" dirty="0"/>
              </a:p>
              <a:p>
                <a:r>
                  <a:rPr lang="en-AU" dirty="0" smtClean="0"/>
                  <a:t>A + integer that multiples by another + integer to give a number.</a:t>
                </a:r>
              </a:p>
              <a:p>
                <a:endParaRPr lang="en-AU" dirty="0"/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3 is a factor of 6 because 2 x 3 = 6.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 smtClean="0"/>
                  <a:t>The result of multiplying a number by an integer</a:t>
                </a:r>
              </a:p>
              <a:p>
                <a:endParaRPr lang="en-AU" dirty="0"/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15 is a multiple of 5 because 5 x 3 = 15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6206379" cy="3416320"/>
              </a:xfrm>
              <a:prstGeom prst="rect">
                <a:avLst/>
              </a:prstGeom>
              <a:blipFill rotWithShape="1">
                <a:blip r:embed="rId2"/>
                <a:stretch>
                  <a:fillRect l="-884" t="-8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3213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74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Number Properties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the difference between the HCF and LCM and how both are calculated.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8674" y="1937865"/>
            <a:ext cx="1861407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is..</a:t>
            </a:r>
          </a:p>
          <a:p>
            <a:r>
              <a:rPr lang="en-AU" dirty="0" smtClean="0"/>
              <a:t> an integer?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/>
              <a:t>a</a:t>
            </a:r>
            <a:r>
              <a:rPr lang="en-AU" dirty="0" smtClean="0"/>
              <a:t> factor?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a multiple?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a prime number?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059832" y="2060848"/>
                <a:ext cx="6206379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An integer is a positive (+) or negative (-) whole number.</a:t>
                </a:r>
              </a:p>
              <a:p>
                <a:endParaRPr lang="en-AU" dirty="0"/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…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−3, −2, −1, 0, 1, 2, 3 …</m:t>
                    </m:r>
                  </m:oMath>
                </a14:m>
                <a:r>
                  <a:rPr lang="en-AU" dirty="0" smtClean="0"/>
                  <a:t> </a:t>
                </a:r>
              </a:p>
              <a:p>
                <a:endParaRPr lang="en-AU" dirty="0"/>
              </a:p>
              <a:p>
                <a:r>
                  <a:rPr lang="en-AU" dirty="0" smtClean="0"/>
                  <a:t>A + integer that multiples by another + integer to give a number.</a:t>
                </a:r>
              </a:p>
              <a:p>
                <a:endParaRPr lang="en-AU" dirty="0"/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3 is a factor of 6 because 2 x 3 = 6.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 smtClean="0"/>
                  <a:t>The result of multiplying a number by an integer</a:t>
                </a:r>
              </a:p>
              <a:p>
                <a:endParaRPr lang="en-AU" dirty="0"/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15 is a multiple of 5 because 5 x 3 = 15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6206379" cy="3416320"/>
              </a:xfrm>
              <a:prstGeom prst="rect">
                <a:avLst/>
              </a:prstGeom>
              <a:blipFill rotWithShape="1">
                <a:blip r:embed="rId2"/>
                <a:stretch>
                  <a:fillRect l="-884" t="-8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2652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74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Number Properties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the difference between the HCF and LCM and how both are calculated.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8674" y="1937865"/>
            <a:ext cx="1861407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is..</a:t>
            </a:r>
          </a:p>
          <a:p>
            <a:r>
              <a:rPr lang="en-AU" dirty="0" smtClean="0"/>
              <a:t> an integer?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/>
              <a:t>a</a:t>
            </a:r>
            <a:r>
              <a:rPr lang="en-AU" dirty="0" smtClean="0"/>
              <a:t> factor?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a multiple?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a prime number?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059832" y="2060848"/>
                <a:ext cx="6206379" cy="42473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An integer is a positive (+) or negative (-) whole number.</a:t>
                </a:r>
              </a:p>
              <a:p>
                <a:endParaRPr lang="en-AU" dirty="0" smtClean="0"/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…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−3, −2, −1, 0, 1, 2, 3 …</m:t>
                    </m:r>
                  </m:oMath>
                </a14:m>
                <a:r>
                  <a:rPr lang="en-AU" dirty="0" smtClean="0"/>
                  <a:t> </a:t>
                </a:r>
              </a:p>
              <a:p>
                <a:endParaRPr lang="en-AU" dirty="0"/>
              </a:p>
              <a:p>
                <a:r>
                  <a:rPr lang="en-AU" dirty="0" smtClean="0"/>
                  <a:t>A + integer that multiples by another + integer to give a number.</a:t>
                </a:r>
              </a:p>
              <a:p>
                <a:endParaRPr lang="en-AU" dirty="0" smtClean="0"/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3 is a factor of 6 because 2 x 3 = 6.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 smtClean="0"/>
                  <a:t>The result of multiplying a number by an integer</a:t>
                </a:r>
              </a:p>
              <a:p>
                <a:endParaRPr lang="en-AU" dirty="0"/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15 is a multiple of 5 because 5 x 3 = 15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 smtClean="0"/>
                  <a:t>Has exactly two factors 1 and itself.</a:t>
                </a:r>
              </a:p>
              <a:p>
                <a:endParaRPr lang="en-AU" dirty="0" smtClean="0"/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13 is prime because 1 and 13 are the only factors.</a:t>
                </a:r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6206379" cy="4247317"/>
              </a:xfrm>
              <a:prstGeom prst="rect">
                <a:avLst/>
              </a:prstGeom>
              <a:blipFill rotWithShape="1">
                <a:blip r:embed="rId2"/>
                <a:stretch>
                  <a:fillRect l="-884" t="-717" b="-129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078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74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Number Properties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the difference between the HCF and LCM and how both are calculated.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8674" y="1937865"/>
            <a:ext cx="1808508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is..</a:t>
            </a:r>
          </a:p>
          <a:p>
            <a:r>
              <a:rPr lang="en-AU" dirty="0" smtClean="0"/>
              <a:t> an integer?</a:t>
            </a:r>
          </a:p>
          <a:p>
            <a:endParaRPr lang="en-AU" dirty="0"/>
          </a:p>
          <a:p>
            <a:r>
              <a:rPr lang="en-AU" dirty="0" smtClean="0"/>
              <a:t>a factor?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a multiple?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a prime number?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 square number?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059832" y="2060848"/>
                <a:ext cx="6206379" cy="31393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An integer is a positive (+) or negative (-) whole number.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…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−3, −2, −1, 0, 1, 2, 3 …</m:t>
                    </m:r>
                  </m:oMath>
                </a14:m>
                <a:r>
                  <a:rPr lang="en-AU" dirty="0" smtClean="0"/>
                  <a:t> </a:t>
                </a:r>
              </a:p>
              <a:p>
                <a:endParaRPr lang="en-AU" dirty="0"/>
              </a:p>
              <a:p>
                <a:r>
                  <a:rPr lang="en-AU" dirty="0" smtClean="0"/>
                  <a:t>A + integer that multiples by another + integer to give a number.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3 is a factor of 6 because 2 x 3 = 6.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 smtClean="0"/>
                  <a:t>The result of multiplying a number by an integer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15 is a multiple of 5 because 5 x 3 = 15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 smtClean="0"/>
                  <a:t>Has exactly two factors 1 and itself.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13 is prime because 1 and 13 are the only factors.</a:t>
                </a:r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6206379" cy="3139321"/>
              </a:xfrm>
              <a:prstGeom prst="rect">
                <a:avLst/>
              </a:prstGeom>
              <a:blipFill rotWithShape="1">
                <a:blip r:embed="rId2"/>
                <a:stretch>
                  <a:fillRect l="-884" t="-971" b="-21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1364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74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Number Properties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the difference between the HCF and LCM and how both are calculated.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8674" y="1937865"/>
            <a:ext cx="1943353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is..</a:t>
            </a:r>
          </a:p>
          <a:p>
            <a:r>
              <a:rPr lang="en-AU" dirty="0" smtClean="0"/>
              <a:t> an integer?</a:t>
            </a:r>
          </a:p>
          <a:p>
            <a:endParaRPr lang="en-AU" dirty="0"/>
          </a:p>
          <a:p>
            <a:r>
              <a:rPr lang="en-AU" dirty="0" smtClean="0"/>
              <a:t>a factor?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a multiple?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a prime number?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 a square number?</a:t>
            </a:r>
          </a:p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059832" y="2060848"/>
                <a:ext cx="6206379" cy="39703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An integer is a positive (+) or negative (-) whole number.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…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−3, −2, −1, 0, 1, 2, 3 …</m:t>
                    </m:r>
                  </m:oMath>
                </a14:m>
                <a:r>
                  <a:rPr lang="en-AU" dirty="0" smtClean="0"/>
                  <a:t> </a:t>
                </a:r>
              </a:p>
              <a:p>
                <a:endParaRPr lang="en-AU" dirty="0"/>
              </a:p>
              <a:p>
                <a:r>
                  <a:rPr lang="en-AU" dirty="0" smtClean="0"/>
                  <a:t>A + integer that multiples by another + integer to give a number.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3 is a factor of 6 because 2 x 3 = 6.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 smtClean="0"/>
                  <a:t>The result of multiplying a number by an integer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15 is a multiple of 5 because 5 x 3 = 15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 smtClean="0"/>
                  <a:t>Has exactly two factors 1 and itself.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13 is prime because 1 and 13 are the only factors.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 smtClean="0"/>
                  <a:t>The result of multiplying a number by itself.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25 is a square number because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=5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×5=25</m:t>
                    </m:r>
                  </m:oMath>
                </a14:m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6206379" cy="3970318"/>
              </a:xfrm>
              <a:prstGeom prst="rect">
                <a:avLst/>
              </a:prstGeom>
              <a:blipFill rotWithShape="1">
                <a:blip r:embed="rId2"/>
                <a:stretch>
                  <a:fillRect l="-884" t="-768" b="-15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3377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74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Number Properties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the difference between the HCF and LCM and how both are calculated.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8674" y="1937865"/>
            <a:ext cx="194335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is..</a:t>
            </a:r>
          </a:p>
          <a:p>
            <a:r>
              <a:rPr lang="en-AU" dirty="0" smtClean="0"/>
              <a:t> an integer?</a:t>
            </a:r>
          </a:p>
          <a:p>
            <a:endParaRPr lang="en-AU" dirty="0"/>
          </a:p>
          <a:p>
            <a:r>
              <a:rPr lang="en-AU" dirty="0" smtClean="0"/>
              <a:t>a factor?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a multiple?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a prime number?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 a square number?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/>
              <a:t>a</a:t>
            </a:r>
            <a:r>
              <a:rPr lang="en-AU" dirty="0" smtClean="0"/>
              <a:t> square root?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059832" y="2060848"/>
                <a:ext cx="6206379" cy="39703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An integer is a positive (+) or negative (-) whole number.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…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−3, −2, −1, 0, 1, 2, 3 …</m:t>
                    </m:r>
                  </m:oMath>
                </a14:m>
                <a:r>
                  <a:rPr lang="en-AU" dirty="0" smtClean="0"/>
                  <a:t> </a:t>
                </a:r>
              </a:p>
              <a:p>
                <a:endParaRPr lang="en-AU" dirty="0"/>
              </a:p>
              <a:p>
                <a:r>
                  <a:rPr lang="en-AU" dirty="0" smtClean="0"/>
                  <a:t>A + integer that multiples by another + integer to give a number.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3 is a factor of 6 because 2 x 3 = 6.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 smtClean="0"/>
                  <a:t>The result of multiplying a number by an integer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15 is a multiple of 5 because 5 x 3 = 15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 smtClean="0"/>
                  <a:t>Has exactly two factors 1 and itself.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13 is prime because 1 and 13 are the only factors.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 smtClean="0"/>
                  <a:t>The result of multiplying a number by itself.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25 is a square number because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=5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×5=25</m:t>
                    </m:r>
                  </m:oMath>
                </a14:m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6206379" cy="3970318"/>
              </a:xfrm>
              <a:prstGeom prst="rect">
                <a:avLst/>
              </a:prstGeom>
              <a:blipFill rotWithShape="1">
                <a:blip r:embed="rId2"/>
                <a:stretch>
                  <a:fillRect l="-884" t="-768" b="-15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3431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74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Number Properties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the difference between the HCF and LCM and how both are calculated.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8674" y="1937865"/>
            <a:ext cx="194335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is..</a:t>
            </a:r>
          </a:p>
          <a:p>
            <a:r>
              <a:rPr lang="en-AU" dirty="0" smtClean="0"/>
              <a:t> an integer?</a:t>
            </a:r>
          </a:p>
          <a:p>
            <a:endParaRPr lang="en-AU" dirty="0"/>
          </a:p>
          <a:p>
            <a:r>
              <a:rPr lang="en-AU" dirty="0" smtClean="0"/>
              <a:t>a factor?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a multiple?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a prime number?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 a square number?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/>
              <a:t>a</a:t>
            </a:r>
            <a:r>
              <a:rPr lang="en-AU" dirty="0" smtClean="0"/>
              <a:t> square root?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059832" y="1964353"/>
                <a:ext cx="6206379" cy="48724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An integer is a positive (+) or negative (-) whole number.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…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−3, −2, −1, 0, 1, 2, 3 …</m:t>
                    </m:r>
                  </m:oMath>
                </a14:m>
                <a:r>
                  <a:rPr lang="en-AU" dirty="0" smtClean="0"/>
                  <a:t> </a:t>
                </a:r>
              </a:p>
              <a:p>
                <a:endParaRPr lang="en-AU" dirty="0"/>
              </a:p>
              <a:p>
                <a:r>
                  <a:rPr lang="en-AU" dirty="0" smtClean="0"/>
                  <a:t>A + integer that multiples by another + integer to give a number.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3 is a factor of 6 because 2 x 3 = 6.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 smtClean="0"/>
                  <a:t>The result of multiplying a number by an integer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15 is a multiple of 5 because 5 x 3 = 15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 smtClean="0"/>
                  <a:t>Has exactly two factors 1 and itself.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13 is prime because 1 and 13 are the only factors.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 smtClean="0"/>
                  <a:t>The result of multiplying a number by itself.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25 is a square number because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=5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×5=25</m:t>
                    </m:r>
                  </m:oMath>
                </a14:m>
                <a:endParaRPr lang="en-AU" dirty="0" smtClean="0">
                  <a:solidFill>
                    <a:srgbClr val="00B050"/>
                  </a:solidFill>
                </a:endParaRPr>
              </a:p>
              <a:p>
                <a:endParaRPr lang="en-AU" dirty="0"/>
              </a:p>
              <a:p>
                <a:r>
                  <a:rPr lang="en-AU" dirty="0" smtClean="0"/>
                  <a:t>The inverse operation to squaring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25</m:t>
                          </m:r>
                        </m:e>
                      </m:rad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=5</m:t>
                      </m:r>
                    </m:oMath>
                  </m:oMathPara>
                </a14:m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1964353"/>
                <a:ext cx="6206379" cy="4872488"/>
              </a:xfrm>
              <a:prstGeom prst="rect">
                <a:avLst/>
              </a:prstGeom>
              <a:blipFill rotWithShape="1">
                <a:blip r:embed="rId2"/>
                <a:stretch>
                  <a:fillRect l="-884" t="-62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5482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869</TotalTime>
  <Words>1607</Words>
  <Application>Microsoft Office PowerPoint</Application>
  <PresentationFormat>On-screen Show (4:3)</PresentationFormat>
  <Paragraphs>402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My Number Interactive Notebook</vt:lpstr>
      <vt:lpstr>Create your own front page</vt:lpstr>
      <vt:lpstr>PowerPoint Presentation</vt:lpstr>
      <vt:lpstr>PowerPoint Presentation</vt:lpstr>
      <vt:lpstr>Task One – Show me boards</vt:lpstr>
      <vt:lpstr>Task Two – Write a definition for the following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70</cp:revision>
  <dcterms:created xsi:type="dcterms:W3CDTF">2014-05-14T02:58:57Z</dcterms:created>
  <dcterms:modified xsi:type="dcterms:W3CDTF">2015-02-02T13:35:26Z</dcterms:modified>
</cp:coreProperties>
</file>