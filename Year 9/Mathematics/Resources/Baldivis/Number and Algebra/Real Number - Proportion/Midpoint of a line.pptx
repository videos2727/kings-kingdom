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21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</a:t>
            </a:r>
            <a:r>
              <a:rPr lang="en-AU" sz="2800" dirty="0" smtClean="0"/>
              <a:t>midpoint</a:t>
            </a:r>
            <a:r>
              <a:rPr lang="en-AU" sz="2800" dirty="0" smtClean="0"/>
              <a:t> </a:t>
            </a:r>
            <a:r>
              <a:rPr lang="en-AU" sz="2800" dirty="0" smtClean="0"/>
              <a:t>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you find </a:t>
            </a:r>
            <a:r>
              <a:rPr lang="en-AU" sz="2400" dirty="0" smtClean="0"/>
              <a:t>the </a:t>
            </a:r>
            <a:r>
              <a:rPr lang="en-AU" sz="2400" dirty="0" smtClean="0"/>
              <a:t>midpoint</a:t>
            </a:r>
            <a:r>
              <a:rPr lang="en-AU" sz="2400" dirty="0" smtClean="0"/>
              <a:t> </a:t>
            </a:r>
            <a:r>
              <a:rPr lang="en-AU" sz="2400" dirty="0" smtClean="0"/>
              <a:t>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030" t="-15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</a:t>
            </a:r>
            <a:r>
              <a:rPr lang="en-AU" sz="2800" dirty="0" smtClean="0"/>
              <a:t>midpoint</a:t>
            </a:r>
            <a:r>
              <a:rPr lang="en-AU" sz="2800" dirty="0" smtClean="0"/>
              <a:t> </a:t>
            </a:r>
            <a:r>
              <a:rPr lang="en-AU" sz="2800" dirty="0" smtClean="0"/>
              <a:t>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you find </a:t>
            </a:r>
            <a:r>
              <a:rPr lang="en-AU" sz="2400" dirty="0" smtClean="0"/>
              <a:t>the </a:t>
            </a:r>
            <a:r>
              <a:rPr lang="en-AU" sz="2400" dirty="0" smtClean="0"/>
              <a:t>midpoint</a:t>
            </a:r>
            <a:r>
              <a:rPr lang="en-AU" sz="2400" dirty="0" smtClean="0"/>
              <a:t> </a:t>
            </a:r>
            <a:r>
              <a:rPr lang="en-AU" sz="2400" dirty="0" smtClean="0"/>
              <a:t>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146" t="-1534" r="-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(1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(4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AU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8571" t="-8197" r="-3810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=(4,2)</m:t>
                      </m:r>
                    </m:oMath>
                  </m:oMathPara>
                </a14:m>
                <a:endParaRPr lang="en-AU" b="0" dirty="0" smtClean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𝑀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:r>
                  <a:rPr lang="en-AU" i="1" dirty="0" smtClean="0">
                    <a:latin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=(2.5,3.5)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915816" y="4277743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Reminder -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𝐿𝑒𝑛𝑔𝑡h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𝑜𝑓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𝑙𝑖𝑛𝑒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  <a:blipFill rotWithShape="1">
                <a:blip r:embed="rId8"/>
                <a:stretch>
                  <a:fillRect l="-875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9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386</Words>
  <Application>Microsoft Office PowerPoint</Application>
  <PresentationFormat>On-screen Show (4:3)</PresentationFormat>
  <Paragraphs>64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LocalAdmin</cp:lastModifiedBy>
  <cp:revision>45</cp:revision>
  <dcterms:created xsi:type="dcterms:W3CDTF">2014-05-14T02:58:57Z</dcterms:created>
  <dcterms:modified xsi:type="dcterms:W3CDTF">2014-09-17T12:55:11Z</dcterms:modified>
</cp:coreProperties>
</file>