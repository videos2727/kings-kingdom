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0" r:id="rId2"/>
    <p:sldId id="259" r:id="rId3"/>
    <p:sldId id="258" r:id="rId4"/>
    <p:sldId id="303" r:id="rId5"/>
    <p:sldId id="319" r:id="rId6"/>
    <p:sldId id="318" r:id="rId7"/>
    <p:sldId id="320" r:id="rId8"/>
    <p:sldId id="321" r:id="rId9"/>
    <p:sldId id="322" r:id="rId10"/>
    <p:sldId id="323" r:id="rId11"/>
    <p:sldId id="324" r:id="rId12"/>
    <p:sldId id="325" r:id="rId13"/>
    <p:sldId id="327" r:id="rId14"/>
    <p:sldId id="328" r:id="rId15"/>
    <p:sldId id="329" r:id="rId16"/>
    <p:sldId id="330" r:id="rId17"/>
    <p:sldId id="292" r:id="rId18"/>
    <p:sldId id="29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5" autoAdjust="0"/>
    <p:restoredTop sz="89165" autoAdjust="0"/>
  </p:normalViewPr>
  <p:slideViewPr>
    <p:cSldViewPr>
      <p:cViewPr>
        <p:scale>
          <a:sx n="75" d="100"/>
          <a:sy n="75" d="100"/>
        </p:scale>
        <p:origin x="-1230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8/02/2015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8/02/2015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solve a problem with more than one operations?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Solve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 b="0" i="0" smtClean="0">
                          <a:latin typeface="Cambria Math"/>
                          <a:ea typeface="Cambria Math"/>
                        </a:rPr>
                        <m:t>−(3+8)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888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4104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55331"/>
            <a:ext cx="10240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68649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55331"/>
            <a:ext cx="29201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- 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7855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55331"/>
            <a:ext cx="45258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0169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55331"/>
            <a:ext cx="44729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</a:t>
            </a:r>
          </a:p>
          <a:p>
            <a:endParaRPr lang="en-AU" dirty="0" smtClean="0"/>
          </a:p>
          <a:p>
            <a:r>
              <a:rPr lang="en-AU" dirty="0" smtClean="0"/>
              <a:t>Addition and subtraction  </a:t>
            </a:r>
          </a:p>
          <a:p>
            <a:r>
              <a:rPr lang="en-AU" dirty="0" smtClean="0"/>
              <a:t>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6205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48521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31840" y="2055331"/>
            <a:ext cx="44729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</a:t>
            </a:r>
          </a:p>
          <a:p>
            <a:endParaRPr lang="en-AU" dirty="0" smtClean="0"/>
          </a:p>
          <a:p>
            <a:r>
              <a:rPr lang="en-AU" dirty="0" smtClean="0"/>
              <a:t>Addition and subtraction – from left to right </a:t>
            </a:r>
          </a:p>
          <a:p>
            <a:r>
              <a:rPr lang="en-AU" dirty="0" smtClean="0"/>
              <a:t>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1623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8384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71977" y="2055331"/>
            <a:ext cx="44729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</a:t>
            </a:r>
          </a:p>
          <a:p>
            <a:endParaRPr lang="en-AU" dirty="0" smtClean="0"/>
          </a:p>
          <a:p>
            <a:r>
              <a:rPr lang="en-AU" dirty="0" smtClean="0"/>
              <a:t>Addition and subtraction – from left to right </a:t>
            </a:r>
          </a:p>
          <a:p>
            <a:r>
              <a:rPr lang="en-AU" dirty="0" smtClean="0"/>
              <a:t> 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80981" y="3747660"/>
            <a:ext cx="469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e.g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4223066" y="4473116"/>
                <a:ext cx="25306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i="1">
                          <a:latin typeface="Cambria Math"/>
                        </a:rPr>
                        <m:t>+5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>
                          <a:latin typeface="Cambria Math"/>
                          <a:ea typeface="Cambria Math"/>
                        </a:rPr>
                        <m:t>−(3+8)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066" y="4473116"/>
                <a:ext cx="2530693" cy="369332"/>
              </a:xfrm>
              <a:prstGeom prst="rect">
                <a:avLst/>
              </a:prstGeom>
              <a:blipFill rotWithShape="1">
                <a:blip r:embed="rId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4572000" y="4086656"/>
            <a:ext cx="288032" cy="3864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23066" y="3752808"/>
            <a:ext cx="4723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Brackets are only there to show the 2 is negative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20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8384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71977" y="2055331"/>
            <a:ext cx="44729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</a:t>
            </a:r>
          </a:p>
          <a:p>
            <a:endParaRPr lang="en-AU" dirty="0" smtClean="0"/>
          </a:p>
          <a:p>
            <a:r>
              <a:rPr lang="en-AU" dirty="0" smtClean="0"/>
              <a:t>Addition and subtraction – from left to right </a:t>
            </a:r>
          </a:p>
          <a:p>
            <a:r>
              <a:rPr lang="en-AU" dirty="0" smtClean="0"/>
              <a:t> 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80981" y="3747660"/>
            <a:ext cx="469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e.g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4223066" y="4473116"/>
                <a:ext cx="2587568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i="1">
                          <a:latin typeface="Cambria Math"/>
                        </a:rPr>
                        <m:t>+5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AU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AU">
                              <a:latin typeface="Cambria Math"/>
                              <a:ea typeface="Cambria Math"/>
                            </a:rPr>
                            <m:t>3+8</m:t>
                          </m:r>
                        </m:e>
                      </m:d>
                    </m:oMath>
                  </m:oMathPara>
                </a14:m>
                <a:endParaRPr lang="en-AU" dirty="0" smtClean="0">
                  <a:ea typeface="Cambria Math"/>
                </a:endParaRPr>
              </a:p>
              <a:p>
                <a:endParaRPr lang="en-AU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×3−11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066" y="4473116"/>
                <a:ext cx="2587568" cy="9233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4572000" y="4086656"/>
            <a:ext cx="288032" cy="3864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23066" y="3752808"/>
            <a:ext cx="4723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Brackets are only there to show the 2 is negative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5899450" y="4842448"/>
            <a:ext cx="68541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>
            <a:off x="6584866" y="4473116"/>
            <a:ext cx="507414" cy="36933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29913" y="4263490"/>
            <a:ext cx="86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Do first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49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 smtClean="0"/>
              <a:t>9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107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Order of Operations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do you solve a problem with more than one operations?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-8384" y="1916832"/>
            <a:ext cx="2820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order of operations?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71977" y="2055331"/>
            <a:ext cx="447295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Brackets</a:t>
            </a:r>
          </a:p>
          <a:p>
            <a:endParaRPr lang="en-AU" dirty="0" smtClean="0"/>
          </a:p>
          <a:p>
            <a:r>
              <a:rPr lang="en-AU" dirty="0" smtClean="0"/>
              <a:t>Multiplication and Division – from left to right</a:t>
            </a:r>
          </a:p>
          <a:p>
            <a:endParaRPr lang="en-AU" dirty="0" smtClean="0"/>
          </a:p>
          <a:p>
            <a:r>
              <a:rPr lang="en-AU" dirty="0" smtClean="0"/>
              <a:t>Addition and subtraction – from left to right </a:t>
            </a:r>
          </a:p>
          <a:p>
            <a:r>
              <a:rPr lang="en-AU" dirty="0" smtClean="0"/>
              <a:t> </a:t>
            </a:r>
          </a:p>
          <a:p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180981" y="3747660"/>
            <a:ext cx="469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err="1" smtClean="0"/>
              <a:t>e.g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4223066" y="4473116"/>
                <a:ext cx="2606804" cy="25853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i="1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i="1">
                          <a:latin typeface="Cambria Math"/>
                        </a:rPr>
                        <m:t>+5</m:t>
                      </m:r>
                      <m:r>
                        <a:rPr lang="en-AU" i="1">
                          <a:latin typeface="Cambria Math"/>
                          <a:ea typeface="Cambria Math"/>
                        </a:rPr>
                        <m:t>×3</m:t>
                      </m:r>
                      <m:r>
                        <a:rPr lang="en-AU">
                          <a:latin typeface="Cambria Math"/>
                          <a:ea typeface="Cambria Math"/>
                        </a:rPr>
                        <m:t>−</m:t>
                      </m:r>
                      <m:d>
                        <m:dPr>
                          <m:ctrlPr>
                            <a:rPr lang="en-AU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AU">
                              <a:latin typeface="Cambria Math"/>
                              <a:ea typeface="Cambria Math"/>
                            </a:rPr>
                            <m:t>3+8</m:t>
                          </m:r>
                        </m:e>
                      </m:d>
                    </m:oMath>
                  </m:oMathPara>
                </a14:m>
                <a:endParaRPr lang="en-AU" dirty="0" smtClean="0">
                  <a:ea typeface="Cambria Math"/>
                </a:endParaRPr>
              </a:p>
              <a:p>
                <a:endParaRPr lang="en-AU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×3−11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+15−11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3066" y="4473116"/>
                <a:ext cx="2606804" cy="258532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/>
          <p:cNvCxnSpPr/>
          <p:nvPr/>
        </p:nvCxnSpPr>
        <p:spPr>
          <a:xfrm flipH="1">
            <a:off x="4572000" y="4086656"/>
            <a:ext cx="288032" cy="38646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223066" y="3752808"/>
            <a:ext cx="4723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Brackets are only there to show the 2 is negative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5899450" y="4842448"/>
            <a:ext cx="68541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5899450" y="5335598"/>
            <a:ext cx="1048815" cy="253642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84332" y="5919188"/>
            <a:ext cx="2443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Do last from left to right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5238488" y="5301208"/>
            <a:ext cx="57596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45932" y="5335598"/>
            <a:ext cx="1168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Do second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82313" y="4415890"/>
            <a:ext cx="86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Do first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6" name="Straight Arrow Connector 25"/>
          <p:cNvCxnSpPr/>
          <p:nvPr/>
        </p:nvCxnSpPr>
        <p:spPr>
          <a:xfrm flipH="1">
            <a:off x="4489987" y="5950444"/>
            <a:ext cx="156382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 flipV="1">
            <a:off x="5408455" y="5950444"/>
            <a:ext cx="1169765" cy="19840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431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56792"/>
            <a:ext cx="9205590" cy="3693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47636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028" y="2060848"/>
            <a:ext cx="7787942" cy="27363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7973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1159</TotalTime>
  <Words>596</Words>
  <Application>Microsoft Office PowerPoint</Application>
  <PresentationFormat>On-screen Show (4:3)</PresentationFormat>
  <Paragraphs>185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Solve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61</cp:revision>
  <dcterms:created xsi:type="dcterms:W3CDTF">2014-05-14T02:58:57Z</dcterms:created>
  <dcterms:modified xsi:type="dcterms:W3CDTF">2015-02-08T12:31:33Z</dcterms:modified>
</cp:coreProperties>
</file>