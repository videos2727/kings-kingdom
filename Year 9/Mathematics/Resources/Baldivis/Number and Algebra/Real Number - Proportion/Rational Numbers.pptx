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59" r:id="rId3"/>
    <p:sldId id="258" r:id="rId4"/>
    <p:sldId id="303" r:id="rId5"/>
    <p:sldId id="304" r:id="rId6"/>
    <p:sldId id="305" r:id="rId7"/>
    <p:sldId id="292" r:id="rId8"/>
    <p:sldId id="29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4" autoAdjust="0"/>
    <p:restoredTop sz="89165" autoAdjust="0"/>
  </p:normalViewPr>
  <p:slideViewPr>
    <p:cSldViewPr>
      <p:cViewPr>
        <p:scale>
          <a:sx n="75" d="100"/>
          <a:sy n="75" d="100"/>
        </p:scale>
        <p:origin x="-1224" y="-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12/02/2015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799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Rational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</a:t>
            </a:r>
            <a:r>
              <a:rPr lang="en-AU" sz="2400" dirty="0" smtClean="0"/>
              <a:t>difference between rational and irrational numbers.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5292080" y="2021344"/>
            <a:ext cx="1495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Real Numbers</a:t>
            </a:r>
            <a:endParaRPr lang="en-AU" dirty="0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572000" y="2390676"/>
            <a:ext cx="1296144" cy="5342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228184" y="2390676"/>
            <a:ext cx="1210991" cy="5342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990677" y="2924944"/>
                <a:ext cx="2878096" cy="11667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Rational numbers</a:t>
                </a:r>
              </a:p>
              <a:p>
                <a:r>
                  <a:rPr lang="en-AU" dirty="0" smtClean="0"/>
                  <a:t>(can be written as a fraction)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              </m:t>
                      </m:r>
                      <m:f>
                        <m:fPr>
                          <m:ctrlPr>
                            <a:rPr lang="en-AU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12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, 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8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1</m:t>
                          </m:r>
                        </m:den>
                      </m:f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, 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0677" y="2924944"/>
                <a:ext cx="2878096" cy="1166794"/>
              </a:xfrm>
              <a:prstGeom prst="rect">
                <a:avLst/>
              </a:prstGeom>
              <a:blipFill rotWithShape="1">
                <a:blip r:embed="rId2"/>
                <a:stretch>
                  <a:fillRect l="-1907" t="-2618" r="-12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7095836" y="2924943"/>
                <a:ext cx="2052741" cy="673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Irrational numbers</a:t>
                </a: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,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𝑝𝑖</m:t>
                    </m:r>
                    <m:d>
                      <m:dPr>
                        <m:ctrlP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  <a:ea typeface="Cambria Math"/>
                          </a:rPr>
                          <m:t>𝜋</m:t>
                        </m:r>
                      </m:e>
                    </m:d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,  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𝑝h𝑖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𝜑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836" y="2924943"/>
                <a:ext cx="2052741" cy="673326"/>
              </a:xfrm>
              <a:prstGeom prst="rect">
                <a:avLst/>
              </a:prstGeom>
              <a:blipFill rotWithShape="1">
                <a:blip r:embed="rId3"/>
                <a:stretch>
                  <a:fillRect l="-2374" t="-4545" b="-72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/>
          <p:nvPr/>
        </p:nvCxnSpPr>
        <p:spPr>
          <a:xfrm flipH="1">
            <a:off x="3300760" y="3823302"/>
            <a:ext cx="423028" cy="6498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572000" y="3767702"/>
            <a:ext cx="574323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8" idx="2"/>
          </p:cNvCxnSpPr>
          <p:nvPr/>
        </p:nvCxnSpPr>
        <p:spPr>
          <a:xfrm flipH="1">
            <a:off x="8059595" y="3598269"/>
            <a:ext cx="62612" cy="8731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2825730" y="4473115"/>
                <a:ext cx="1353063" cy="11887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Terminating </a:t>
                </a:r>
              </a:p>
              <a:p>
                <a:r>
                  <a:rPr lang="en-AU" dirty="0" smtClean="0"/>
                  <a:t>Decimals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=0.4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5730" y="4473115"/>
                <a:ext cx="1353063" cy="1188787"/>
              </a:xfrm>
              <a:prstGeom prst="rect">
                <a:avLst/>
              </a:prstGeom>
              <a:blipFill rotWithShape="1">
                <a:blip r:embed="rId4"/>
                <a:stretch>
                  <a:fillRect l="-4072" t="-2564" r="-31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4651262" y="4409056"/>
                <a:ext cx="1137619" cy="14657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Recurring </a:t>
                </a:r>
              </a:p>
              <a:p>
                <a:r>
                  <a:rPr lang="en-AU" dirty="0" smtClean="0"/>
                  <a:t>Decimals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=0.</m:t>
                      </m:r>
                      <m:acc>
                        <m:accPr>
                          <m:chr m:val="̇"/>
                          <m:ctrlP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262" y="4409056"/>
                <a:ext cx="1137619" cy="1465786"/>
              </a:xfrm>
              <a:prstGeom prst="rect">
                <a:avLst/>
              </a:prstGeom>
              <a:blipFill rotWithShape="1">
                <a:blip r:embed="rId5"/>
                <a:stretch>
                  <a:fillRect l="-4278" t="-2075" r="-37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6935150" y="4485048"/>
                <a:ext cx="224888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Infinite non-recurring </a:t>
                </a:r>
              </a:p>
              <a:p>
                <a:r>
                  <a:rPr lang="en-AU" dirty="0" smtClean="0"/>
                  <a:t>Decimals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=3.1415…….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150" y="4485048"/>
                <a:ext cx="2248885" cy="923330"/>
              </a:xfrm>
              <a:prstGeom prst="rect">
                <a:avLst/>
              </a:prstGeom>
              <a:blipFill rotWithShape="1">
                <a:blip r:embed="rId6"/>
                <a:stretch>
                  <a:fillRect l="-2439" t="-3311" r="-10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119514" y="2062954"/>
            <a:ext cx="2735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rational number?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 Fraction Revision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Convert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dirty="0" smtClean="0"/>
                  <a:t> a mixed number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Write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4</m:t>
                    </m:r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dirty="0" smtClean="0"/>
                  <a:t>as an improper fraction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Simplify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12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16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Write a fraction that is equivalent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Write as a decimal </a:t>
                </a:r>
              </a:p>
              <a:p>
                <a:pPr marL="0" indent="0">
                  <a:buNone/>
                </a:pPr>
                <a:r>
                  <a:rPr lang="en-AU" dirty="0"/>
                  <a:t>	</a:t>
                </a:r>
                <a:r>
                  <a:rPr lang="en-AU" dirty="0" smtClean="0"/>
                  <a:t>a)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 smtClean="0"/>
                  <a:t>		  b)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dirty="0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AU" b="0" i="1" dirty="0" smtClean="0">
                            <a:latin typeface="Cambria Math"/>
                          </a:rPr>
                          <m:t>9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 startAt="6"/>
                </a:pPr>
                <a:r>
                  <a:rPr lang="en-AU" dirty="0" smtClean="0"/>
                  <a:t>Write as a fraction </a:t>
                </a:r>
              </a:p>
              <a:p>
                <a:pPr marL="400050" lvl="1" indent="0">
                  <a:buNone/>
                </a:pPr>
                <a:r>
                  <a:rPr lang="en-AU" dirty="0"/>
                  <a:t>	</a:t>
                </a:r>
                <a:r>
                  <a:rPr lang="en-AU" dirty="0" smtClean="0"/>
                  <a:t>a)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0</m:t>
                    </m:r>
                    <m:r>
                      <a:rPr lang="en-AU" b="0" i="1" smtClean="0">
                        <a:latin typeface="Cambria Math"/>
                      </a:rPr>
                      <m:t>.  </m:t>
                    </m:r>
                    <m:r>
                      <a:rPr lang="en-AU" b="0" i="1" smtClean="0">
                        <a:latin typeface="Cambria Math"/>
                      </a:rPr>
                      <m:t>7</m:t>
                    </m:r>
                  </m:oMath>
                </a14:m>
                <a:r>
                  <a:rPr lang="en-AU" dirty="0" smtClean="0"/>
                  <a:t>  	  b)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0</m:t>
                    </m:r>
                    <m:r>
                      <a:rPr lang="en-AU" b="0" i="1" smtClean="0">
                        <a:latin typeface="Cambria Math"/>
                      </a:rPr>
                      <m:t>.</m:t>
                    </m:r>
                    <m:r>
                      <a:rPr lang="en-AU" b="0" i="1" smtClean="0">
                        <a:latin typeface="Cambria Math"/>
                      </a:rPr>
                      <m:t>33</m:t>
                    </m:r>
                  </m:oMath>
                </a14:m>
                <a:r>
                  <a:rPr lang="en-AU" dirty="0" smtClean="0"/>
                  <a:t> 	c)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.</m:t>
                    </m:r>
                    <m:r>
                      <a:rPr lang="en-AU" b="0" i="1" smtClean="0">
                        <a:latin typeface="Cambria Math"/>
                      </a:rPr>
                      <m:t>34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04" t="-1752" b="-32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6141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 Fraction Revision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Convert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dirty="0" smtClean="0"/>
                  <a:t> a mixed number  </a:t>
                </a:r>
                <a14:m>
                  <m:oMath xmlns:m="http://schemas.openxmlformats.org/officeDocument/2006/math">
                    <m:r>
                      <a:rPr lang="en-AU" b="0" i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f>
                      <m:f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Write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4</m:t>
                    </m:r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dirty="0" smtClean="0"/>
                  <a:t>as an improper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14</m:t>
                        </m:r>
                      </m:num>
                      <m:den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Simplify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12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16</m:t>
                        </m:r>
                      </m:den>
                    </m:f>
                  </m:oMath>
                </a14:m>
                <a:r>
                  <a:rPr lang="en-AU" dirty="0" smtClean="0"/>
                  <a:t> =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 smtClean="0"/>
                  <a:t> 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Write a fraction that is equivalent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 smtClean="0"/>
                  <a:t> </a:t>
                </a:r>
                <a:r>
                  <a:rPr lang="en-AU" dirty="0" err="1" smtClean="0">
                    <a:solidFill>
                      <a:srgbClr val="FF0000"/>
                    </a:solidFill>
                  </a:rPr>
                  <a:t>eg</a:t>
                </a:r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10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40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Write as a decimal </a:t>
                </a:r>
              </a:p>
              <a:p>
                <a:pPr marL="0" indent="0">
                  <a:buNone/>
                </a:pPr>
                <a:r>
                  <a:rPr lang="en-AU" dirty="0"/>
                  <a:t>	</a:t>
                </a:r>
                <a:r>
                  <a:rPr lang="en-AU" dirty="0" smtClean="0"/>
                  <a:t>a)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 smtClean="0"/>
                  <a:t> =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0.75</a:t>
                </a:r>
                <a:r>
                  <a:rPr lang="en-AU" dirty="0" smtClean="0"/>
                  <a:t>		  b)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dirty="0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AU" b="0" i="1" dirty="0" smtClean="0">
                            <a:latin typeface="Cambria Math"/>
                          </a:rPr>
                          <m:t>9</m:t>
                        </m:r>
                      </m:den>
                    </m:f>
                    <m:r>
                      <a:rPr lang="en-AU" b="0" i="1" dirty="0" smtClean="0">
                        <a:latin typeface="Cambria Math"/>
                      </a:rPr>
                      <m:t>=</m:t>
                    </m:r>
                    <m:r>
                      <a:rPr lang="en-AU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0.2222….=0.</m:t>
                    </m:r>
                    <m:acc>
                      <m:accPr>
                        <m:chr m:val="̇"/>
                        <m:ctrlPr>
                          <a:rPr lang="en-AU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AU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e>
                    </m:acc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 startAt="6"/>
                </a:pPr>
                <a:r>
                  <a:rPr lang="en-AU" dirty="0" smtClean="0"/>
                  <a:t>Write as a fraction </a:t>
                </a:r>
              </a:p>
              <a:p>
                <a:pPr marL="400050" lvl="1" indent="0">
                  <a:buNone/>
                </a:pPr>
                <a:r>
                  <a:rPr lang="en-AU" dirty="0"/>
                  <a:t>	</a:t>
                </a:r>
                <a:r>
                  <a:rPr lang="en-AU" dirty="0" smtClean="0"/>
                  <a:t>a)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0. 7=</m:t>
                    </m:r>
                    <m:f>
                      <m:fPr>
                        <m:ctrlP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7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dirty="0" smtClean="0"/>
                  <a:t>	  b)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0.33</m:t>
                    </m:r>
                    <m:r>
                      <a:rPr lang="en-AU" b="0" i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33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AU" b="0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 	c)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2.34=</m:t>
                    </m:r>
                    <m:r>
                      <a:rPr lang="en-AU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f>
                      <m:fPr>
                        <m:ctrlP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AU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f>
                      <m:fPr>
                        <m:ctrlP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17</m:t>
                        </m:r>
                      </m:num>
                      <m:den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5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3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758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1248</TotalTime>
  <Words>303</Words>
  <Application>Microsoft Office PowerPoint</Application>
  <PresentationFormat>On-screen Show (4:3)</PresentationFormat>
  <Paragraphs>83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Task – Fraction Revision</vt:lpstr>
      <vt:lpstr>Task – Fraction Revision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72</cp:revision>
  <dcterms:created xsi:type="dcterms:W3CDTF">2014-05-14T02:58:57Z</dcterms:created>
  <dcterms:modified xsi:type="dcterms:W3CDTF">2015-02-12T12:39:28Z</dcterms:modified>
</cp:coreProperties>
</file>