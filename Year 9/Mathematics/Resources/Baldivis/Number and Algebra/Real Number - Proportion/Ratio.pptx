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304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09" r:id="rId11"/>
    <p:sldId id="311" r:id="rId12"/>
    <p:sldId id="310" r:id="rId13"/>
    <p:sldId id="312" r:id="rId14"/>
    <p:sldId id="313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1" d="100"/>
          <a:sy n="61" d="100"/>
        </p:scale>
        <p:origin x="143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22/02/2015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771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written as </a:t>
            </a:r>
            <a:r>
              <a:rPr lang="en-AU" dirty="0" smtClean="0">
                <a:solidFill>
                  <a:srgbClr val="0070C0"/>
                </a:solidFill>
              </a:rPr>
              <a:t>2 : 5</a:t>
            </a:r>
            <a:endParaRPr lang="en-AU" dirty="0">
              <a:solidFill>
                <a:srgbClr val="0070C0"/>
              </a:solidFill>
            </a:endParaRP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576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written as </a:t>
            </a:r>
            <a:r>
              <a:rPr lang="en-AU" dirty="0" smtClean="0">
                <a:solidFill>
                  <a:srgbClr val="0070C0"/>
                </a:solidFill>
              </a:rPr>
              <a:t>2 : 5</a:t>
            </a:r>
            <a:endParaRPr lang="en-AU" dirty="0">
              <a:solidFill>
                <a:srgbClr val="0070C0"/>
              </a:solidFill>
            </a:endParaRP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326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6019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written as </a:t>
            </a:r>
            <a:r>
              <a:rPr lang="en-AU" dirty="0" smtClean="0">
                <a:solidFill>
                  <a:srgbClr val="0070C0"/>
                </a:solidFill>
              </a:rPr>
              <a:t>2 :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/>
          </a:p>
          <a:p>
            <a:r>
              <a:rPr lang="en-AU" dirty="0" smtClean="0"/>
              <a:t>Ratios in their simplest form use whole numbers with no common factors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470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24799" y="1970277"/>
                <a:ext cx="6019201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Ratios are used to compare quantities with the same units.</a:t>
                </a:r>
              </a:p>
              <a:p>
                <a:r>
                  <a:rPr lang="en-AU" dirty="0" smtClean="0"/>
                  <a:t>The ratio of 2 to 5 is written as 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2 : 5</a:t>
                </a:r>
              </a:p>
              <a:p>
                <a:endParaRPr lang="en-AU" dirty="0">
                  <a:solidFill>
                    <a:srgbClr val="0070C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Ratios in their simplest form use whole numbers with no common factors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. Simplify </a:t>
                </a:r>
              </a:p>
              <a:p>
                <a:endParaRPr lang="en-AU" dirty="0"/>
              </a:p>
              <a:p>
                <a:r>
                  <a:rPr lang="en-AU" dirty="0" smtClean="0"/>
                  <a:t>5 : 10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1 : 2</a:t>
                </a:r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99" y="1970277"/>
                <a:ext cx="6019201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1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490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24799" y="1970277"/>
                <a:ext cx="6019201" cy="4767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Ratios are used to compare quantities with the same units.</a:t>
                </a:r>
              </a:p>
              <a:p>
                <a:r>
                  <a:rPr lang="en-AU" dirty="0" smtClean="0"/>
                  <a:t>The ratio of 2 to 5 is written as 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2 : 5</a:t>
                </a:r>
              </a:p>
              <a:p>
                <a:endParaRPr lang="en-AU" dirty="0">
                  <a:solidFill>
                    <a:srgbClr val="0070C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Ratios in their simplest form use whole numbers with no common factors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. Simplify </a:t>
                </a:r>
              </a:p>
              <a:p>
                <a:endParaRPr lang="en-AU" dirty="0"/>
              </a:p>
              <a:p>
                <a:r>
                  <a:rPr lang="en-AU" dirty="0" smtClean="0"/>
                  <a:t>5 : 10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1 : 2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:2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→  1 :6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99" y="1970277"/>
                <a:ext cx="6019201" cy="4767715"/>
              </a:xfrm>
              <a:prstGeom prst="rect">
                <a:avLst/>
              </a:prstGeom>
              <a:blipFill rotWithShape="1">
                <a:blip r:embed="rId2"/>
                <a:stretch>
                  <a:fillRect l="-912" t="-6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805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24799" y="1970277"/>
                <a:ext cx="6019201" cy="5321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Ratios are used to compare quantities with the same units.</a:t>
                </a:r>
              </a:p>
              <a:p>
                <a:r>
                  <a:rPr lang="en-AU" dirty="0" smtClean="0"/>
                  <a:t>The ratio of 2 to 5 is written as 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2 : 5</a:t>
                </a:r>
              </a:p>
              <a:p>
                <a:endParaRPr lang="en-AU" dirty="0">
                  <a:solidFill>
                    <a:srgbClr val="0070C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Ratios in their simplest form use whole numbers with no common factors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. Simplify </a:t>
                </a:r>
              </a:p>
              <a:p>
                <a:endParaRPr lang="en-AU" dirty="0"/>
              </a:p>
              <a:p>
                <a:r>
                  <a:rPr lang="en-AU" dirty="0" smtClean="0"/>
                  <a:t>5 : 10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1 : 2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:2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→  1 :6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0.5 : 7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 </m:t>
                    </m:r>
                  </m:oMath>
                </a14:m>
                <a:r>
                  <a:rPr lang="en-AU" dirty="0" smtClean="0"/>
                  <a:t>1 : 14 </a:t>
                </a:r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99" y="1970277"/>
                <a:ext cx="6019201" cy="5321713"/>
              </a:xfrm>
              <a:prstGeom prst="rect">
                <a:avLst/>
              </a:prstGeom>
              <a:blipFill rotWithShape="1">
                <a:blip r:embed="rId2"/>
                <a:stretch>
                  <a:fillRect l="-912" t="-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296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Why do we use ratios and what are they used for?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24799" y="1970277"/>
                <a:ext cx="6019201" cy="5598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Ratios are used to compare quantities with the same units.</a:t>
                </a:r>
              </a:p>
              <a:p>
                <a:r>
                  <a:rPr lang="en-AU" dirty="0" smtClean="0"/>
                  <a:t>The ratio of 2 to 5 is written as 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2 : 5</a:t>
                </a:r>
              </a:p>
              <a:p>
                <a:endParaRPr lang="en-AU" dirty="0">
                  <a:solidFill>
                    <a:srgbClr val="0070C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Ratios in their simplest form use whole numbers with no common factors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. Simplify </a:t>
                </a:r>
              </a:p>
              <a:p>
                <a:endParaRPr lang="en-AU" dirty="0"/>
              </a:p>
              <a:p>
                <a:r>
                  <a:rPr lang="en-AU" dirty="0" smtClean="0"/>
                  <a:t>5 : 10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1 : 2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:2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→  1 :6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dirty="0"/>
              </a:p>
              <a:p>
                <a:r>
                  <a:rPr lang="en-AU" dirty="0" smtClean="0"/>
                  <a:t>0.5 : 7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 </m:t>
                    </m:r>
                  </m:oMath>
                </a14:m>
                <a:r>
                  <a:rPr lang="en-AU" dirty="0" smtClean="0"/>
                  <a:t>1 : 14 </a:t>
                </a:r>
              </a:p>
              <a:p>
                <a:endParaRPr lang="en-AU" dirty="0"/>
              </a:p>
              <a:p>
                <a:r>
                  <a:rPr lang="en-AU" dirty="0" smtClean="0"/>
                  <a:t>1m : 30cm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AU" dirty="0" smtClean="0"/>
                  <a:t>  100 : 30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AU" dirty="0"/>
                  <a:t> </a:t>
                </a:r>
                <a:r>
                  <a:rPr lang="en-AU" dirty="0" smtClean="0"/>
                  <a:t>10 : 3</a:t>
                </a:r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99" y="1970277"/>
                <a:ext cx="6019201" cy="5598712"/>
              </a:xfrm>
              <a:prstGeom prst="rect">
                <a:avLst/>
              </a:prstGeom>
              <a:blipFill rotWithShape="1">
                <a:blip r:embed="rId2"/>
                <a:stretch>
                  <a:fillRect l="-912" t="-5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81315" y="2923808"/>
            <a:ext cx="2491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simplify ratios?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57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1790700"/>
            <a:ext cx="856297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299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633</Words>
  <Application>Microsoft Office PowerPoint</Application>
  <PresentationFormat>On-screen Show (4:3)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74</cp:revision>
  <dcterms:created xsi:type="dcterms:W3CDTF">2014-05-14T02:58:57Z</dcterms:created>
  <dcterms:modified xsi:type="dcterms:W3CDTF">2015-02-22T08:45:40Z</dcterms:modified>
</cp:coreProperties>
</file>