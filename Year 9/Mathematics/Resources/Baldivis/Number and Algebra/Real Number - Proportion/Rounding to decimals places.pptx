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04" r:id="rId6"/>
    <p:sldId id="305" r:id="rId7"/>
    <p:sldId id="306" r:id="rId8"/>
    <p:sldId id="308" r:id="rId9"/>
    <p:sldId id="309" r:id="rId10"/>
    <p:sldId id="310" r:id="rId11"/>
    <p:sldId id="311" r:id="rId12"/>
    <p:sldId id="312" r:id="rId13"/>
    <p:sldId id="313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9/02/2015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schools/mathsfile/shockwave/games/roundoff.html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hlinkClick r:id="rId2"/>
              </a:rPr>
              <a:t>Rounding Activity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25035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7250" y="2060848"/>
            <a:ext cx="171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rounding to a number of decimal places?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916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7250" y="2060848"/>
            <a:ext cx="171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rounding to a number of decimal places?</a:t>
            </a:r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12160" y="1916832"/>
            <a:ext cx="0" cy="4941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16064" y="2294046"/>
            <a:ext cx="3115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Locate the digit in the required number of decimal places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995936" y="1916832"/>
            <a:ext cx="3561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Rule </a:t>
            </a:r>
            <a:r>
              <a:rPr lang="en-AU" dirty="0" smtClean="0"/>
              <a:t>                                        </a:t>
            </a:r>
            <a:r>
              <a:rPr lang="en-AU" u="sng" dirty="0" smtClean="0">
                <a:solidFill>
                  <a:schemeClr val="tx2"/>
                </a:solidFill>
              </a:rPr>
              <a:t>Example</a:t>
            </a:r>
            <a:endParaRPr lang="en-AU" u="sng" dirty="0">
              <a:solidFill>
                <a:schemeClr val="tx2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623513" y="330146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64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7250" y="2060848"/>
            <a:ext cx="171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rounding to a number of decimal places?</a:t>
            </a:r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12160" y="1916832"/>
            <a:ext cx="0" cy="4941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16064" y="2294046"/>
            <a:ext cx="3115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Locate the digit in the required number of decimal places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995936" y="1916832"/>
            <a:ext cx="3561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Rule </a:t>
            </a:r>
            <a:r>
              <a:rPr lang="en-AU" dirty="0" smtClean="0"/>
              <a:t>                                        </a:t>
            </a:r>
            <a:r>
              <a:rPr lang="en-AU" u="sng" dirty="0" smtClean="0">
                <a:solidFill>
                  <a:schemeClr val="tx2"/>
                </a:solidFill>
              </a:rPr>
              <a:t>Example</a:t>
            </a:r>
            <a:endParaRPr lang="en-AU" u="sng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5102" y="2285805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Round to 3 decimal places (</a:t>
            </a:r>
            <a:r>
              <a:rPr lang="en-AU" dirty="0" err="1" smtClean="0">
                <a:solidFill>
                  <a:schemeClr val="tx2"/>
                </a:solidFill>
              </a:rPr>
              <a:t>d.p</a:t>
            </a:r>
            <a:r>
              <a:rPr lang="en-AU" dirty="0" smtClean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 smtClean="0">
                <a:solidFill>
                  <a:schemeClr val="tx2"/>
                </a:solidFill>
              </a:rPr>
              <a:t>2.6</a:t>
            </a:r>
            <a:r>
              <a:rPr lang="en-AU" sz="2400" u="sng" dirty="0" smtClean="0">
                <a:solidFill>
                  <a:schemeClr val="tx2"/>
                </a:solidFill>
              </a:rPr>
              <a:t>8</a:t>
            </a:r>
            <a:r>
              <a:rPr lang="en-AU" sz="2400" dirty="0" smtClean="0">
                <a:solidFill>
                  <a:schemeClr val="tx2"/>
                </a:solidFill>
              </a:rPr>
              <a:t>9236 </a:t>
            </a:r>
            <a:endParaRPr lang="en-AU" sz="2400" dirty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17" name="Straight Arrow Connector 16"/>
          <p:cNvCxnSpPr>
            <a:stCxn id="15" idx="2"/>
            <a:endCxn id="15" idx="2"/>
          </p:cNvCxnSpPr>
          <p:nvPr/>
        </p:nvCxnSpPr>
        <p:spPr>
          <a:xfrm>
            <a:off x="7623513" y="330146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7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7250" y="2060848"/>
            <a:ext cx="171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rounding to a number of decimal places?</a:t>
            </a:r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12160" y="1916832"/>
            <a:ext cx="0" cy="4941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16064" y="2294046"/>
            <a:ext cx="31155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Locate the digit in the required number of decimal places</a:t>
            </a:r>
          </a:p>
          <a:p>
            <a:endParaRPr lang="en-AU" dirty="0"/>
          </a:p>
          <a:p>
            <a:r>
              <a:rPr lang="en-AU" dirty="0" smtClean="0"/>
              <a:t>If the next digit is less than 5 then do nothing</a:t>
            </a:r>
          </a:p>
          <a:p>
            <a:endParaRPr lang="en-AU" dirty="0"/>
          </a:p>
          <a:p>
            <a:r>
              <a:rPr lang="en-AU" dirty="0" smtClean="0"/>
              <a:t>If the next digit is 5 or more then round up.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995936" y="1916832"/>
            <a:ext cx="365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Rule </a:t>
            </a:r>
            <a:r>
              <a:rPr lang="en-AU" dirty="0" smtClean="0"/>
              <a:t>                                        </a:t>
            </a:r>
            <a:r>
              <a:rPr lang="en-AU" u="sng" dirty="0" smtClean="0">
                <a:solidFill>
                  <a:schemeClr val="tx2"/>
                </a:solidFill>
              </a:rPr>
              <a:t>Example</a:t>
            </a:r>
            <a:endParaRPr lang="en-AU" u="sng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5102" y="2285805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Round to 3 decimal places (</a:t>
            </a:r>
            <a:r>
              <a:rPr lang="en-AU" dirty="0" err="1" smtClean="0">
                <a:solidFill>
                  <a:schemeClr val="tx2"/>
                </a:solidFill>
              </a:rPr>
              <a:t>d.p</a:t>
            </a:r>
            <a:r>
              <a:rPr lang="en-AU" dirty="0" smtClean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 smtClean="0">
                <a:solidFill>
                  <a:schemeClr val="tx2"/>
                </a:solidFill>
              </a:rPr>
              <a:t>2.68</a:t>
            </a:r>
            <a:r>
              <a:rPr lang="en-AU" sz="2400" u="sng" dirty="0" smtClean="0">
                <a:solidFill>
                  <a:schemeClr val="tx2"/>
                </a:solidFill>
              </a:rPr>
              <a:t>9</a:t>
            </a:r>
            <a:r>
              <a:rPr lang="en-AU" sz="2400" dirty="0" smtClean="0">
                <a:solidFill>
                  <a:schemeClr val="tx2"/>
                </a:solidFill>
              </a:rPr>
              <a:t>236 </a:t>
            </a:r>
            <a:endParaRPr lang="en-AU" sz="2400" dirty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17" name="Straight Arrow Connector 16"/>
          <p:cNvCxnSpPr>
            <a:stCxn id="15" idx="2"/>
            <a:endCxn id="15" idx="2"/>
          </p:cNvCxnSpPr>
          <p:nvPr/>
        </p:nvCxnSpPr>
        <p:spPr>
          <a:xfrm>
            <a:off x="7623513" y="330146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7250" y="2060848"/>
            <a:ext cx="171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rounding to a number of decimal places?</a:t>
            </a:r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12160" y="1916832"/>
            <a:ext cx="0" cy="4941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16064" y="2294046"/>
            <a:ext cx="31155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Locate the digit in the required number of decimal places</a:t>
            </a:r>
          </a:p>
          <a:p>
            <a:endParaRPr lang="en-AU" dirty="0"/>
          </a:p>
          <a:p>
            <a:r>
              <a:rPr lang="en-AU" dirty="0" smtClean="0"/>
              <a:t>If the next digit is less than 5 then do nothing</a:t>
            </a:r>
          </a:p>
          <a:p>
            <a:endParaRPr lang="en-AU" dirty="0"/>
          </a:p>
          <a:p>
            <a:r>
              <a:rPr lang="en-AU" dirty="0" smtClean="0"/>
              <a:t>If the next digit is 5 or more then round up.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995936" y="1916832"/>
            <a:ext cx="365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Rule </a:t>
            </a:r>
            <a:r>
              <a:rPr lang="en-AU" dirty="0" smtClean="0"/>
              <a:t>                                        </a:t>
            </a:r>
            <a:r>
              <a:rPr lang="en-AU" u="sng" dirty="0" smtClean="0">
                <a:solidFill>
                  <a:schemeClr val="tx2"/>
                </a:solidFill>
              </a:rPr>
              <a:t>Example</a:t>
            </a:r>
            <a:endParaRPr lang="en-AU" u="sng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5102" y="2285805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Round to 3 decimal places (</a:t>
            </a:r>
            <a:r>
              <a:rPr lang="en-AU" dirty="0" err="1" smtClean="0">
                <a:solidFill>
                  <a:schemeClr val="tx2"/>
                </a:solidFill>
              </a:rPr>
              <a:t>d.p</a:t>
            </a:r>
            <a:r>
              <a:rPr lang="en-AU" dirty="0" smtClean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 smtClean="0">
                <a:solidFill>
                  <a:schemeClr val="tx2"/>
                </a:solidFill>
              </a:rPr>
              <a:t>2.68</a:t>
            </a:r>
            <a:r>
              <a:rPr lang="en-AU" sz="2400" u="sng" dirty="0" smtClean="0">
                <a:solidFill>
                  <a:schemeClr val="tx2"/>
                </a:solidFill>
              </a:rPr>
              <a:t>9</a:t>
            </a:r>
            <a:r>
              <a:rPr lang="en-AU" sz="2400" dirty="0" smtClean="0">
                <a:solidFill>
                  <a:schemeClr val="tx2"/>
                </a:solidFill>
              </a:rPr>
              <a:t>236 </a:t>
            </a:r>
            <a:endParaRPr lang="en-AU" sz="2400" dirty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17" name="Straight Arrow Connector 16"/>
          <p:cNvCxnSpPr>
            <a:stCxn id="15" idx="2"/>
            <a:endCxn id="15" idx="2"/>
          </p:cNvCxnSpPr>
          <p:nvPr/>
        </p:nvCxnSpPr>
        <p:spPr>
          <a:xfrm>
            <a:off x="7623513" y="330146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776356" y="2924944"/>
            <a:ext cx="0" cy="376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67039" y="3263542"/>
            <a:ext cx="284885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digit is &lt;5 so do nothing</a:t>
            </a:r>
          </a:p>
          <a:p>
            <a:r>
              <a:rPr lang="en-AU" dirty="0" smtClean="0"/>
              <a:t>Answer </a:t>
            </a:r>
            <a:r>
              <a:rPr lang="en-AU" sz="2800" dirty="0">
                <a:solidFill>
                  <a:schemeClr val="tx2"/>
                </a:solidFill>
              </a:rPr>
              <a:t>2.689</a:t>
            </a:r>
            <a:endParaRPr lang="en-AU" sz="2800" dirty="0" smtClean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7623513" y="537748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16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68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Rounding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process of rounding a number to a given number of decimal places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7250" y="2060848"/>
            <a:ext cx="17127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rounding to a number of decimal places?</a:t>
            </a:r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12160" y="1916832"/>
            <a:ext cx="0" cy="4941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16064" y="2294046"/>
            <a:ext cx="31155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Locate the digit in the required number of decimal places</a:t>
            </a:r>
          </a:p>
          <a:p>
            <a:endParaRPr lang="en-AU" dirty="0"/>
          </a:p>
          <a:p>
            <a:r>
              <a:rPr lang="en-AU" dirty="0" smtClean="0"/>
              <a:t>If the next digit is less than 5 then do nothing</a:t>
            </a:r>
          </a:p>
          <a:p>
            <a:endParaRPr lang="en-AU" dirty="0"/>
          </a:p>
          <a:p>
            <a:r>
              <a:rPr lang="en-AU" dirty="0" smtClean="0"/>
              <a:t>If the next digit is 5 or more then round up.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995936" y="1916832"/>
            <a:ext cx="365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Rule </a:t>
            </a:r>
            <a:r>
              <a:rPr lang="en-AU" dirty="0" smtClean="0"/>
              <a:t>                                        </a:t>
            </a:r>
            <a:r>
              <a:rPr lang="en-AU" u="sng" dirty="0" smtClean="0">
                <a:solidFill>
                  <a:schemeClr val="tx2"/>
                </a:solidFill>
              </a:rPr>
              <a:t>Example</a:t>
            </a:r>
            <a:endParaRPr lang="en-AU" u="sng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5102" y="2285805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Round to 3 decimal places (</a:t>
            </a:r>
            <a:r>
              <a:rPr lang="en-AU" dirty="0" err="1" smtClean="0">
                <a:solidFill>
                  <a:schemeClr val="tx2"/>
                </a:solidFill>
              </a:rPr>
              <a:t>d.p</a:t>
            </a:r>
            <a:r>
              <a:rPr lang="en-AU" dirty="0" smtClean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 smtClean="0">
                <a:solidFill>
                  <a:schemeClr val="tx2"/>
                </a:solidFill>
              </a:rPr>
              <a:t>2.68</a:t>
            </a:r>
            <a:r>
              <a:rPr lang="en-AU" sz="2400" u="sng" dirty="0" smtClean="0">
                <a:solidFill>
                  <a:schemeClr val="tx2"/>
                </a:solidFill>
              </a:rPr>
              <a:t>9</a:t>
            </a:r>
            <a:r>
              <a:rPr lang="en-AU" sz="2400" dirty="0" smtClean="0">
                <a:solidFill>
                  <a:schemeClr val="tx2"/>
                </a:solidFill>
              </a:rPr>
              <a:t>236 </a:t>
            </a:r>
            <a:endParaRPr lang="en-AU" sz="2400" dirty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17" name="Straight Arrow Connector 16"/>
          <p:cNvCxnSpPr>
            <a:stCxn id="15" idx="2"/>
            <a:endCxn id="15" idx="2"/>
          </p:cNvCxnSpPr>
          <p:nvPr/>
        </p:nvCxnSpPr>
        <p:spPr>
          <a:xfrm>
            <a:off x="7623513" y="3301468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776356" y="2924944"/>
            <a:ext cx="0" cy="376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67039" y="3263542"/>
            <a:ext cx="284885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digit is &lt;5 so do nothing</a:t>
            </a:r>
          </a:p>
          <a:p>
            <a:r>
              <a:rPr lang="en-AU" dirty="0" smtClean="0"/>
              <a:t>Answer </a:t>
            </a:r>
            <a:r>
              <a:rPr lang="en-AU" sz="2800" dirty="0">
                <a:solidFill>
                  <a:schemeClr val="tx2"/>
                </a:solidFill>
              </a:rPr>
              <a:t>2.689</a:t>
            </a:r>
            <a:endParaRPr lang="en-AU" sz="28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6055102" y="4361821"/>
            <a:ext cx="31368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Round to 2 decimal places (</a:t>
            </a:r>
            <a:r>
              <a:rPr lang="en-AU" dirty="0" err="1" smtClean="0">
                <a:solidFill>
                  <a:schemeClr val="tx2"/>
                </a:solidFill>
              </a:rPr>
              <a:t>d.p</a:t>
            </a:r>
            <a:r>
              <a:rPr lang="en-AU" dirty="0" smtClean="0">
                <a:solidFill>
                  <a:schemeClr val="tx2"/>
                </a:solidFill>
              </a:rPr>
              <a:t>)</a:t>
            </a:r>
          </a:p>
          <a:p>
            <a:pPr algn="ctr"/>
            <a:r>
              <a:rPr lang="en-AU" sz="2400" dirty="0" smtClean="0">
                <a:solidFill>
                  <a:schemeClr val="tx2"/>
                </a:solidFill>
              </a:rPr>
              <a:t>2.6</a:t>
            </a:r>
            <a:r>
              <a:rPr lang="en-AU" sz="2400" u="sng" dirty="0" smtClean="0">
                <a:solidFill>
                  <a:schemeClr val="tx2"/>
                </a:solidFill>
              </a:rPr>
              <a:t>8</a:t>
            </a:r>
            <a:r>
              <a:rPr lang="en-AU" sz="2400" dirty="0" smtClean="0">
                <a:solidFill>
                  <a:schemeClr val="tx2"/>
                </a:solidFill>
              </a:rPr>
              <a:t>9236 </a:t>
            </a:r>
            <a:endParaRPr lang="en-AU" sz="2400" dirty="0">
              <a:solidFill>
                <a:schemeClr val="tx2"/>
              </a:solidFill>
            </a:endParaRPr>
          </a:p>
          <a:p>
            <a:endParaRPr lang="en-AU" dirty="0">
              <a:solidFill>
                <a:schemeClr val="tx2"/>
              </a:solidFill>
            </a:endParaRPr>
          </a:p>
        </p:txBody>
      </p:sp>
      <p:cxnSp>
        <p:nvCxnSpPr>
          <p:cNvPr id="19" name="Straight Arrow Connector 18"/>
          <p:cNvCxnSpPr>
            <a:stCxn id="18" idx="2"/>
            <a:endCxn id="18" idx="2"/>
          </p:cNvCxnSpPr>
          <p:nvPr/>
        </p:nvCxnSpPr>
        <p:spPr>
          <a:xfrm>
            <a:off x="7623513" y="537748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7623512" y="5000960"/>
            <a:ext cx="0" cy="376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67039" y="5339558"/>
            <a:ext cx="242194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digit is &gt;5 round up</a:t>
            </a:r>
          </a:p>
          <a:p>
            <a:r>
              <a:rPr lang="en-AU" dirty="0" smtClean="0"/>
              <a:t>Answer </a:t>
            </a:r>
            <a:r>
              <a:rPr lang="en-AU" sz="2800" dirty="0" smtClean="0">
                <a:solidFill>
                  <a:schemeClr val="tx2"/>
                </a:solidFill>
              </a:rPr>
              <a:t>2.69</a:t>
            </a:r>
            <a:endParaRPr lang="en-AU" sz="2800" dirty="0" smtClean="0"/>
          </a:p>
        </p:txBody>
      </p:sp>
    </p:spTree>
    <p:extLst>
      <p:ext uri="{BB962C8B-B14F-4D97-AF65-F5344CB8AC3E}">
        <p14:creationId xmlns:p14="http://schemas.microsoft.com/office/powerpoint/2010/main" val="374562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" y="1628800"/>
            <a:ext cx="8124825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353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6448429" cy="13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28" y="2693368"/>
            <a:ext cx="6702917" cy="879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859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533</Words>
  <Application>Microsoft Office PowerPoint</Application>
  <PresentationFormat>On-screen Show (4:3)</PresentationFormat>
  <Paragraphs>138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Rounding Activity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64</cp:revision>
  <dcterms:created xsi:type="dcterms:W3CDTF">2014-05-14T02:58:57Z</dcterms:created>
  <dcterms:modified xsi:type="dcterms:W3CDTF">2015-02-09T13:13:32Z</dcterms:modified>
</cp:coreProperties>
</file>