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258" r:id="rId4"/>
    <p:sldId id="303" r:id="rId5"/>
    <p:sldId id="309" r:id="rId6"/>
    <p:sldId id="308" r:id="rId7"/>
    <p:sldId id="304" r:id="rId8"/>
    <p:sldId id="305" r:id="rId9"/>
    <p:sldId id="307" r:id="rId10"/>
    <p:sldId id="306" r:id="rId11"/>
    <p:sldId id="310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17/02/2015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Multiplying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cancel common factors to multiply fractions?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process for multiplying fractions?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Write any mixed </a:t>
            </a:r>
            <a:r>
              <a:rPr lang="en-AU" dirty="0" err="1" smtClean="0"/>
              <a:t>fracions</a:t>
            </a:r>
            <a:r>
              <a:rPr lang="en-AU" dirty="0" smtClean="0"/>
              <a:t> as a improper fraction.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Cancel any common factors between the numerators and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Multiply the numerators and multiply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88224" y="1947786"/>
                <a:ext cx="1184940" cy="14493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2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pPr/>
                <a:endParaRPr lang="en-AU" b="0" dirty="0" smtClean="0"/>
              </a:p>
              <a:p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947786"/>
                <a:ext cx="1184940" cy="144937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Multiplying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cancel common factors to multiply fractions?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process for multiplying fractions?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Write any mixed </a:t>
            </a:r>
            <a:r>
              <a:rPr lang="en-AU" dirty="0" err="1" smtClean="0"/>
              <a:t>fracions</a:t>
            </a:r>
            <a:r>
              <a:rPr lang="en-AU" dirty="0" smtClean="0"/>
              <a:t> as a improper fraction.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Cancel any common factors between the numerators and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Multiply the numerators and multiply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88224" y="1947786"/>
                <a:ext cx="1184940" cy="2252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2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  <a:p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947786"/>
                <a:ext cx="1184940" cy="225241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78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Multiplying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cancel common factors to multiply fractions?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process for multiplying fractions?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Write any mixed </a:t>
            </a:r>
            <a:r>
              <a:rPr lang="en-AU" dirty="0" err="1" smtClean="0"/>
              <a:t>fracions</a:t>
            </a:r>
            <a:r>
              <a:rPr lang="en-AU" dirty="0" smtClean="0"/>
              <a:t> as a improper fraction.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Cancel any common factors between the numerators and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Multiply the numerators and multiply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88224" y="1947786"/>
                <a:ext cx="1336969" cy="2531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2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14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947786"/>
                <a:ext cx="1336969" cy="25312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6948264" y="3645024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538764" y="3924672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37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Multiplying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cancel common factors to multiply fractions?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process for multiplying fractions?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Write any mixed </a:t>
            </a:r>
            <a:r>
              <a:rPr lang="en-AU" dirty="0" err="1" smtClean="0"/>
              <a:t>fracions</a:t>
            </a:r>
            <a:r>
              <a:rPr lang="en-AU" dirty="0" smtClean="0"/>
              <a:t> as a improper fraction.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Cancel any common factors between the numerators and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Multiply the numerators and multiply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88224" y="1947786"/>
                <a:ext cx="1336969" cy="3085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2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14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 smtClean="0">
                  <a:ea typeface="Cambria Math"/>
                </a:endParaRPr>
              </a:p>
              <a:p>
                <a:pPr/>
                <a:endParaRPr lang="en-AU" b="0" dirty="0" smtClean="0"/>
              </a:p>
              <a:p>
                <a:pPr/>
                <a:endParaRPr lang="en-AU" b="0" dirty="0" smtClean="0"/>
              </a:p>
              <a:p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947786"/>
                <a:ext cx="1336969" cy="308526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6948264" y="3645024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524328" y="3581400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966520" y="4013448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538764" y="3924672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20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Multiplying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cancel common factors to multiply fractions?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process for multiplying fractions?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Write any mixed </a:t>
            </a:r>
            <a:r>
              <a:rPr lang="en-AU" dirty="0" err="1" smtClean="0"/>
              <a:t>fracions</a:t>
            </a:r>
            <a:r>
              <a:rPr lang="en-AU" dirty="0" smtClean="0"/>
              <a:t> as a improper fraction.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Cancel any common factors between the numerators and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Multiply the numerators and multiply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88224" y="1947786"/>
                <a:ext cx="1336969" cy="38808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2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14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 smtClean="0">
                  <a:ea typeface="Cambria Math"/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×1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/>
              </a:p>
              <a:p>
                <a:pPr/>
                <a:endParaRPr lang="en-AU" b="0" dirty="0" smtClean="0"/>
              </a:p>
              <a:p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947786"/>
                <a:ext cx="1336969" cy="388087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6948264" y="3645024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524328" y="3581400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966520" y="4013448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538764" y="3924672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02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Multiplying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cancel common factors to multiply fractions?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process for multiplying fractions?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Write any mixed </a:t>
            </a:r>
            <a:r>
              <a:rPr lang="en-AU" dirty="0" err="1" smtClean="0"/>
              <a:t>fracions</a:t>
            </a:r>
            <a:r>
              <a:rPr lang="en-AU" dirty="0" smtClean="0"/>
              <a:t> as a improper fraction.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Cancel any common factors between the numerators and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Multiply the numerators and multiply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88224" y="1947786"/>
                <a:ext cx="1336969" cy="3845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2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14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 smtClean="0">
                  <a:ea typeface="Cambria Math"/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×1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947786"/>
                <a:ext cx="1336969" cy="384547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6948264" y="3645024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524328" y="3581400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966520" y="4013448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538764" y="3924672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77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5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Multiplying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cancel common factors to multiply fractions?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9515" y="206295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process for multiplying fractions?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3580" y="2062954"/>
            <a:ext cx="31605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 Write any mixed </a:t>
            </a:r>
            <a:r>
              <a:rPr lang="en-AU" dirty="0" err="1" smtClean="0"/>
              <a:t>fracions</a:t>
            </a:r>
            <a:r>
              <a:rPr lang="en-AU" dirty="0" smtClean="0"/>
              <a:t> as a improper fraction.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Cancel any common factors between the numerators and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Multiply the numerators and multiply the denominators.</a:t>
            </a:r>
          </a:p>
          <a:p>
            <a:endParaRPr lang="en-AU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AU" dirty="0" smtClean="0"/>
              <a:t>Simplify.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84168" y="1916832"/>
            <a:ext cx="0" cy="4756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88224" y="1947786"/>
                <a:ext cx="1336969" cy="4676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   2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14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 smtClean="0">
                  <a:ea typeface="Cambria Math"/>
                </a:endParaRPr>
              </a:p>
              <a:p>
                <a:pPr/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×1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/>
              </a:p>
              <a:p>
                <a:pPr/>
                <a:r>
                  <a:rPr lang="en-AU" b="0" dirty="0" smtClean="0"/>
                  <a:t>= 2</a:t>
                </a:r>
                <a:endParaRPr lang="en-AU" b="0" dirty="0" smtClean="0"/>
              </a:p>
              <a:p>
                <a:endParaRPr lang="en-AU" b="0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947786"/>
                <a:ext cx="1336969" cy="4676473"/>
              </a:xfrm>
              <a:prstGeom prst="rect">
                <a:avLst/>
              </a:prstGeom>
              <a:blipFill rotWithShape="1">
                <a:blip r:embed="rId2"/>
                <a:stretch>
                  <a:fillRect l="-41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6948264" y="3645024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524328" y="3581400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966520" y="4013448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538764" y="3924672"/>
            <a:ext cx="144016" cy="216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54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44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739</Words>
  <Application>Microsoft Office PowerPoint</Application>
  <PresentationFormat>On-screen Show (4:3)</PresentationFormat>
  <Paragraphs>234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76</cp:revision>
  <dcterms:created xsi:type="dcterms:W3CDTF">2014-05-14T02:58:57Z</dcterms:created>
  <dcterms:modified xsi:type="dcterms:W3CDTF">2015-02-17T12:18:29Z</dcterms:modified>
</cp:coreProperties>
</file>