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3" r:id="rId5"/>
    <p:sldId id="304" r:id="rId6"/>
    <p:sldId id="305" r:id="rId7"/>
    <p:sldId id="306" r:id="rId8"/>
    <p:sldId id="307" r:id="rId9"/>
    <p:sldId id="309" r:id="rId10"/>
    <p:sldId id="310" r:id="rId11"/>
    <p:sldId id="308" r:id="rId12"/>
    <p:sldId id="311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20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of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equivalent  fractions to add and subtract fractions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is the process for adding and subtracting fractions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Make the denominators the same.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741753" y="2276872"/>
                <a:ext cx="1026243" cy="8897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753" y="2276872"/>
                <a:ext cx="1026243" cy="88979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20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of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equivalent  fractions to add and subtract fractions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is the process for adding and subtracting fractions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Make the denominators the same.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735744" y="2276872"/>
                <a:ext cx="1026243" cy="1166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×3)</m:t>
                    </m:r>
                  </m:oMath>
                </a14:m>
                <a:endParaRPr lang="en-AU" b="0" dirty="0" smtClean="0"/>
              </a:p>
              <a:p>
                <a:pPr/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744" y="2276872"/>
                <a:ext cx="1026243" cy="1166794"/>
              </a:xfrm>
              <a:prstGeom prst="rect">
                <a:avLst/>
              </a:prstGeom>
              <a:blipFill rotWithShape="1">
                <a:blip r:embed="rId2"/>
                <a:stretch>
                  <a:fillRect l="-53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79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20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of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equivalent  fractions to add and subtract fractions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is the process for adding and subtracting fractions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Make the denominators the same.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735744" y="2276872"/>
                <a:ext cx="1489510" cy="14437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×3)     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(×5)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744" y="2276872"/>
                <a:ext cx="1489510" cy="1443793"/>
              </a:xfrm>
              <a:prstGeom prst="rect">
                <a:avLst/>
              </a:prstGeom>
              <a:blipFill rotWithShape="1">
                <a:blip r:embed="rId2"/>
                <a:stretch>
                  <a:fillRect l="-3689" r="-1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71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20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of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equivalent  fractions to add and subtract fractions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is the process for adding and subtracting fractions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Make the denominators the same.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735744" y="2276872"/>
                <a:ext cx="1489510" cy="16928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×3)     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(×5)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744" y="2276872"/>
                <a:ext cx="1489510" cy="1692836"/>
              </a:xfrm>
              <a:prstGeom prst="rect">
                <a:avLst/>
              </a:prstGeom>
              <a:blipFill rotWithShape="1">
                <a:blip r:embed="rId2"/>
                <a:stretch>
                  <a:fillRect l="-3689" r="-1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76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20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of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equivalent  fractions to add and subtract fractions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is the process for adding and subtracting fractions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Make the denominators the same.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735744" y="2276872"/>
                <a:ext cx="1489510" cy="2246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×3)     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(×5)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744" y="2276872"/>
                <a:ext cx="1489510" cy="2246834"/>
              </a:xfrm>
              <a:prstGeom prst="rect">
                <a:avLst/>
              </a:prstGeom>
              <a:blipFill rotWithShape="1">
                <a:blip r:embed="rId2"/>
                <a:stretch>
                  <a:fillRect l="-3689" r="-1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052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20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of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equivalent  fractions to add and subtract fractions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is the process for adding and subtracting fractions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Make the denominators the same.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Add or subtract the numerators.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pPr marL="285750" indent="-285750">
              <a:buFont typeface="Arial" pitchFamily="34" charset="0"/>
              <a:buChar char="•"/>
            </a:pPr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735744" y="2276872"/>
                <a:ext cx="1489510" cy="2800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×3)     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(×5)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744" y="2276872"/>
                <a:ext cx="1489510" cy="2800831"/>
              </a:xfrm>
              <a:prstGeom prst="rect">
                <a:avLst/>
              </a:prstGeom>
              <a:blipFill rotWithShape="1">
                <a:blip r:embed="rId2"/>
                <a:stretch>
                  <a:fillRect l="-3689" r="-1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05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20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of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equivalent  fractions to add and subtract fractions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is the process for adding and subtracting fractions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Make the denominators the same.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Add or subtract the numerators.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pPr marL="285750" indent="-285750">
              <a:buFont typeface="Arial" pitchFamily="34" charset="0"/>
              <a:buChar char="•"/>
            </a:pPr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735744" y="2276872"/>
                <a:ext cx="1489510" cy="30442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×3)     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(×5)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744" y="2276872"/>
                <a:ext cx="1489510" cy="3044295"/>
              </a:xfrm>
              <a:prstGeom prst="rect">
                <a:avLst/>
              </a:prstGeom>
              <a:blipFill rotWithShape="1">
                <a:blip r:embed="rId2"/>
                <a:stretch>
                  <a:fillRect l="-3689" r="-1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51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20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of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equivalent  fractions to add and subtract fractions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is the process for adding and subtracting fractions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Make the denominators the same.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Add or subtract the numerators.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pPr marL="285750" indent="-285750">
              <a:buFont typeface="Arial" pitchFamily="34" charset="0"/>
              <a:buChar char="•"/>
            </a:pPr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Simplify </a:t>
            </a:r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735744" y="2276872"/>
                <a:ext cx="1489510" cy="30442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×3)     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(×5)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744" y="2276872"/>
                <a:ext cx="1489510" cy="3044295"/>
              </a:xfrm>
              <a:prstGeom prst="rect">
                <a:avLst/>
              </a:prstGeom>
              <a:blipFill rotWithShape="1">
                <a:blip r:embed="rId2"/>
                <a:stretch>
                  <a:fillRect l="-3689" r="-1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466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20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of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equivalent  fractions to add and subtract fractions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is the process for adding and subtracting fractions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Make the denominators the same.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Add or subtract the numerators.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pPr marL="285750" indent="-285750">
              <a:buFont typeface="Arial" pitchFamily="34" charset="0"/>
              <a:buChar char="•"/>
            </a:pPr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Simplify </a:t>
            </a:r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735744" y="2276872"/>
                <a:ext cx="1489510" cy="3287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×3)     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(×5)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=1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744" y="2276872"/>
                <a:ext cx="1489510" cy="3287760"/>
              </a:xfrm>
              <a:prstGeom prst="rect">
                <a:avLst/>
              </a:prstGeom>
              <a:blipFill rotWithShape="1">
                <a:blip r:embed="rId2"/>
                <a:stretch>
                  <a:fillRect l="-3689" r="-1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647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687</Words>
  <Application>Microsoft Office PowerPoint</Application>
  <PresentationFormat>On-screen Show (4:3)</PresentationFormat>
  <Paragraphs>209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74</cp:revision>
  <dcterms:created xsi:type="dcterms:W3CDTF">2014-05-14T02:58:57Z</dcterms:created>
  <dcterms:modified xsi:type="dcterms:W3CDTF">2015-02-15T13:03:35Z</dcterms:modified>
</cp:coreProperties>
</file>