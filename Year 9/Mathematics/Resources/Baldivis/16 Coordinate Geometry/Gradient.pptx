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50" r:id="rId5"/>
    <p:sldId id="354" r:id="rId6"/>
    <p:sldId id="356" r:id="rId7"/>
    <p:sldId id="357" r:id="rId8"/>
    <p:sldId id="355" r:id="rId9"/>
    <p:sldId id="301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>
        <p:scale>
          <a:sx n="77" d="100"/>
          <a:sy n="77" d="100"/>
        </p:scale>
        <p:origin x="-810" y="1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14/10/2016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14/10/2016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14/10/2016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14/10/2016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14/10/2016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Relationships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</a:t>
            </a:r>
            <a:r>
              <a:rPr lang="en-AU" dirty="0" smtClean="0"/>
              <a:t>4 </a:t>
            </a:r>
            <a:r>
              <a:rPr lang="en-AU" dirty="0" smtClean="0"/>
              <a:t>Semester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gradient </a:t>
            </a:r>
            <a:r>
              <a:rPr lang="en-AU" sz="2400" dirty="0" smtClean="0"/>
              <a:t>is calculated?</a:t>
            </a:r>
            <a:endParaRPr lang="en-AU" sz="2400" dirty="0"/>
          </a:p>
        </p:txBody>
      </p:sp>
      <p:pic>
        <p:nvPicPr>
          <p:cNvPr id="21" name="Picture 20"/>
          <p:cNvPicPr/>
          <p:nvPr/>
        </p:nvPicPr>
        <p:blipFill rotWithShape="1">
          <a:blip r:embed="rId2"/>
          <a:srcRect l="18605" t="26472" r="51661" b="25436"/>
          <a:stretch/>
        </p:blipFill>
        <p:spPr bwMode="auto">
          <a:xfrm>
            <a:off x="3009900" y="2478087"/>
            <a:ext cx="5954588" cy="368721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8972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gradient </a:t>
            </a:r>
            <a:r>
              <a:rPr lang="en-AU" sz="2400" dirty="0" smtClean="0"/>
              <a:t>is calculated?</a:t>
            </a:r>
            <a:endParaRPr lang="en-AU" sz="2400" dirty="0"/>
          </a:p>
        </p:txBody>
      </p:sp>
      <p:pic>
        <p:nvPicPr>
          <p:cNvPr id="13" name="Picture 12"/>
          <p:cNvPicPr/>
          <p:nvPr/>
        </p:nvPicPr>
        <p:blipFill rotWithShape="1">
          <a:blip r:embed="rId2"/>
          <a:srcRect l="75499" t="37944" r="6478" b="27201"/>
          <a:stretch/>
        </p:blipFill>
        <p:spPr bwMode="auto">
          <a:xfrm>
            <a:off x="3059832" y="2184635"/>
            <a:ext cx="5832648" cy="430403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1916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4652" t="3088" r="51992" b="17054"/>
          <a:stretch/>
        </p:blipFill>
        <p:spPr bwMode="auto">
          <a:xfrm>
            <a:off x="107504" y="0"/>
            <a:ext cx="8928992" cy="64533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19998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 rotWithShape="1">
          <a:blip r:embed="rId2"/>
          <a:srcRect l="4817" t="5294" r="52160" b="25436"/>
          <a:stretch/>
        </p:blipFill>
        <p:spPr bwMode="auto">
          <a:xfrm>
            <a:off x="179512" y="332656"/>
            <a:ext cx="8856984" cy="59046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54825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547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Gradient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the gradient </a:t>
            </a:r>
            <a:r>
              <a:rPr lang="en-AU" sz="2400" dirty="0" smtClean="0"/>
              <a:t>is calculated?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02994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700808"/>
            <a:ext cx="8229600" cy="2448272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Questions</a:t>
            </a:r>
            <a:br>
              <a:rPr lang="en-AU" dirty="0" smtClean="0"/>
            </a:br>
            <a:r>
              <a:rPr lang="en-AU" dirty="0"/>
              <a:t/>
            </a:r>
            <a:br>
              <a:rPr lang="en-AU" dirty="0"/>
            </a:br>
            <a:r>
              <a:rPr lang="en-AU" dirty="0" smtClean="0"/>
              <a:t>Exercise </a:t>
            </a:r>
            <a:r>
              <a:rPr lang="en-AU" dirty="0" smtClean="0"/>
              <a:t>16.6 &amp; 16.7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Pages </a:t>
            </a:r>
            <a:r>
              <a:rPr lang="en-AU" dirty="0" smtClean="0"/>
              <a:t>218 </a:t>
            </a:r>
            <a:r>
              <a:rPr lang="en-AU" dirty="0" smtClean="0"/>
              <a:t>- </a:t>
            </a:r>
            <a:r>
              <a:rPr lang="en-AU" dirty="0" smtClean="0"/>
              <a:t>219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</TotalTime>
  <Words>111</Words>
  <Application>Microsoft Office PowerPoint</Application>
  <PresentationFormat>On-screen Show (4:3)</PresentationFormat>
  <Paragraphs>48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Linear Relationships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  Exercise 16.6 &amp; 16.7 Pages 218 - 219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61</cp:revision>
  <dcterms:created xsi:type="dcterms:W3CDTF">2014-05-14T02:58:57Z</dcterms:created>
  <dcterms:modified xsi:type="dcterms:W3CDTF">2016-10-14T00:14:48Z</dcterms:modified>
</cp:coreProperties>
</file>