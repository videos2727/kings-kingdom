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304" r:id="rId3"/>
    <p:sldId id="259" r:id="rId4"/>
    <p:sldId id="258" r:id="rId5"/>
    <p:sldId id="315" r:id="rId6"/>
    <p:sldId id="316" r:id="rId7"/>
    <p:sldId id="317" r:id="rId8"/>
    <p:sldId id="318" r:id="rId9"/>
    <p:sldId id="319" r:id="rId10"/>
    <p:sldId id="303" r:id="rId11"/>
    <p:sldId id="321" r:id="rId12"/>
    <p:sldId id="322" r:id="rId13"/>
    <p:sldId id="324" r:id="rId14"/>
    <p:sldId id="323" r:id="rId15"/>
    <p:sldId id="326" r:id="rId16"/>
    <p:sldId id="325" r:id="rId17"/>
    <p:sldId id="320" r:id="rId18"/>
    <p:sldId id="313" r:id="rId19"/>
    <p:sldId id="314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ymathsonline.com.au/gold/playyourcards/playcards.swf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One– Dice Bingo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a 3 x 3 table.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Two dice will be rolled. The uppermost faces then added together. Write the totals you think will come up. </a:t>
            </a:r>
          </a:p>
          <a:p>
            <a:r>
              <a:rPr lang="en-AU" dirty="0" smtClean="0"/>
              <a:t>You may use the same number more than once, but can only cross one number each go.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377041"/>
              </p:ext>
            </p:extLst>
          </p:nvPr>
        </p:nvGraphicFramePr>
        <p:xfrm>
          <a:off x="4499992" y="1340768"/>
          <a:ext cx="2232249" cy="128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83"/>
                <a:gridCol w="744083"/>
                <a:gridCol w="744083"/>
              </a:tblGrid>
              <a:tr h="43204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168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16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61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Two – Write a sentence to answer the following.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If you could play again would you change your numbers. Why? Why not?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085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3 – Copy and complete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AU" dirty="0" smtClean="0"/>
              <a:t>Fill in the table to list the outcomes 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309777"/>
              </p:ext>
            </p:extLst>
          </p:nvPr>
        </p:nvGraphicFramePr>
        <p:xfrm>
          <a:off x="1475656" y="2348880"/>
          <a:ext cx="6072339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477"/>
                <a:gridCol w="867477"/>
                <a:gridCol w="867477"/>
                <a:gridCol w="867477"/>
                <a:gridCol w="867477"/>
                <a:gridCol w="867477"/>
                <a:gridCol w="867477"/>
              </a:tblGrid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2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3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29080" y="1948190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Dice One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4077072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Dice One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344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3 – Copy and complete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AU" dirty="0" smtClean="0"/>
              <a:t>Fill in the table to list the outcomes 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357880"/>
              </p:ext>
            </p:extLst>
          </p:nvPr>
        </p:nvGraphicFramePr>
        <p:xfrm>
          <a:off x="1475656" y="2348880"/>
          <a:ext cx="6072339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477"/>
                <a:gridCol w="867477"/>
                <a:gridCol w="867477"/>
                <a:gridCol w="867477"/>
                <a:gridCol w="867477"/>
                <a:gridCol w="867477"/>
                <a:gridCol w="867477"/>
              </a:tblGrid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AU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2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3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2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3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3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9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4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9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10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5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9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10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11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774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6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7</a:t>
                      </a:r>
                      <a:endParaRPr lang="en-AU" sz="32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8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9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10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11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12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29080" y="1948190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Dice One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323528" y="4077072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Dice One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303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3 – Answer the following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How many possible outcomes?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(2)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(7)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(&gt;10)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(1)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814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9007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For two events. List the outcomes in a table.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 with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One card is chosen the letter noted then replaced.</a:t>
            </a:r>
          </a:p>
          <a:p>
            <a:r>
              <a:rPr lang="en-AU" dirty="0" smtClean="0"/>
              <a:t>A second card is then chosen. 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9007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For two events. List the outcomes in a table.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 with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One card is chosen the letter noted then replaced.</a:t>
            </a:r>
          </a:p>
          <a:p>
            <a:r>
              <a:rPr lang="en-AU" dirty="0" smtClean="0"/>
              <a:t>A second card is then chosen. 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658283"/>
              </p:ext>
            </p:extLst>
          </p:nvPr>
        </p:nvGraphicFramePr>
        <p:xfrm>
          <a:off x="3233467" y="422108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79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9007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For two events. List the outcomes in a table.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 with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One card is chosen the letter noted then replaced.</a:t>
            </a:r>
          </a:p>
          <a:p>
            <a:r>
              <a:rPr lang="en-AU" dirty="0" smtClean="0"/>
              <a:t>A second card is then chosen. 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762178"/>
              </p:ext>
            </p:extLst>
          </p:nvPr>
        </p:nvGraphicFramePr>
        <p:xfrm>
          <a:off x="3233467" y="422108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89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9007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For two events. List the outcomes in a table.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 with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One card is chosen the letter noted then replaced.</a:t>
            </a:r>
          </a:p>
          <a:p>
            <a:r>
              <a:rPr lang="en-AU" dirty="0" smtClean="0"/>
              <a:t>A second card is then chosen. 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542311"/>
              </p:ext>
            </p:extLst>
          </p:nvPr>
        </p:nvGraphicFramePr>
        <p:xfrm>
          <a:off x="3233467" y="422108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45638" y="5166484"/>
            <a:ext cx="2098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9 possible outcomes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1423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285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</a:t>
            </a:r>
            <a:r>
              <a:rPr lang="en-AU" u="sng" dirty="0" smtClean="0"/>
              <a:t>without</a:t>
            </a:r>
            <a:r>
              <a:rPr lang="en-AU" dirty="0" smtClean="0"/>
              <a:t>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Two cards are chosen without replacement.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218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285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</a:t>
            </a:r>
            <a:r>
              <a:rPr lang="en-AU" u="sng" dirty="0" smtClean="0"/>
              <a:t>without</a:t>
            </a:r>
            <a:r>
              <a:rPr lang="en-AU" dirty="0" smtClean="0"/>
              <a:t>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Two cards are chosen without replacement.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49225"/>
              </p:ext>
            </p:extLst>
          </p:nvPr>
        </p:nvGraphicFramePr>
        <p:xfrm>
          <a:off x="3233465" y="350100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28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522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Listing Outcomes for Multiple Events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can I list the outcomes for multiple events with and with out replacement?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94231" y="2076044"/>
            <a:ext cx="4285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 </a:t>
            </a:r>
            <a:r>
              <a:rPr lang="en-AU" u="sng" dirty="0" smtClean="0"/>
              <a:t>without</a:t>
            </a:r>
            <a:r>
              <a:rPr lang="en-AU" dirty="0" smtClean="0"/>
              <a:t> replacement – </a:t>
            </a:r>
          </a:p>
          <a:p>
            <a:r>
              <a:rPr lang="en-AU" dirty="0" smtClean="0"/>
              <a:t>Three cards have the letters C A R.</a:t>
            </a:r>
          </a:p>
          <a:p>
            <a:r>
              <a:rPr lang="en-AU" dirty="0" smtClean="0"/>
              <a:t>Two cards are chosen without replacement.</a:t>
            </a:r>
          </a:p>
          <a:p>
            <a:r>
              <a:rPr lang="en-AU" dirty="0" smtClean="0"/>
              <a:t>Show all the possible outcomes. 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634589"/>
              </p:ext>
            </p:extLst>
          </p:nvPr>
        </p:nvGraphicFramePr>
        <p:xfrm>
          <a:off x="3233465" y="3501008"/>
          <a:ext cx="3404304" cy="194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76"/>
                <a:gridCol w="851076"/>
                <a:gridCol w="851076"/>
                <a:gridCol w="851076"/>
              </a:tblGrid>
              <a:tr h="486054"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(C,R)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(A,R)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05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(R,C)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(R,A)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3848" y="557994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 possible outcomes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233472" y="5966810"/>
            <a:ext cx="4205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Use the table to calculate the probabilities </a:t>
            </a:r>
            <a:endParaRPr lang="en-AU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25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Four -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522-524</a:t>
            </a:r>
          </a:p>
          <a:p>
            <a:r>
              <a:rPr lang="en-AU" dirty="0" smtClean="0"/>
              <a:t>Questions 4,6,8,9,12,13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949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Fill in the questions on your Cornell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http://</a:t>
            </a:r>
            <a:r>
              <a:rPr lang="en-AU" dirty="0" smtClean="0">
                <a:hlinkClick r:id="rId2"/>
              </a:rPr>
              <a:t>www.mymathsonline.com.au/gold/playyourcards/playcards.swf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024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923</Words>
  <Application>Microsoft Office PowerPoint</Application>
  <PresentationFormat>On-screen Show (4:3)</PresentationFormat>
  <Paragraphs>291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My Probability Interactive Notebook</vt:lpstr>
      <vt:lpstr>Create your own front page</vt:lpstr>
      <vt:lpstr>PowerPoint Presentation</vt:lpstr>
      <vt:lpstr>PowerPoint Presentation</vt:lpstr>
      <vt:lpstr>Task One– Dice Bingo</vt:lpstr>
      <vt:lpstr>Task Two – Write a sentence to answer the following.</vt:lpstr>
      <vt:lpstr>Task 3 – Copy and complete</vt:lpstr>
      <vt:lpstr>Task 3 – Copy and complete</vt:lpstr>
      <vt:lpstr>Task 3 – Answer the following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Four - </vt:lpstr>
      <vt:lpstr>Fill in the questions on your Cornell Notes</vt:lpstr>
      <vt:lpstr>Plenary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77</cp:revision>
  <dcterms:created xsi:type="dcterms:W3CDTF">2014-05-14T02:58:57Z</dcterms:created>
  <dcterms:modified xsi:type="dcterms:W3CDTF">2015-03-15T11:56:02Z</dcterms:modified>
</cp:coreProperties>
</file>