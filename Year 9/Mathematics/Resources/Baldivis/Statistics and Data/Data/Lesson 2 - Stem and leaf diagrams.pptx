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05" r:id="rId6"/>
    <p:sldId id="307" r:id="rId7"/>
    <p:sldId id="306" r:id="rId8"/>
    <p:sldId id="308" r:id="rId9"/>
    <p:sldId id="309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80" d="100"/>
          <a:sy n="80" d="100"/>
        </p:scale>
        <p:origin x="-1080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0680832"/>
        <c:axId val="80682368"/>
      </c:barChart>
      <c:catAx>
        <c:axId val="806808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0682368"/>
        <c:crosses val="autoZero"/>
        <c:auto val="1"/>
        <c:lblAlgn val="ctr"/>
        <c:lblOffset val="100"/>
        <c:noMultiLvlLbl val="0"/>
      </c:catAx>
      <c:valAx>
        <c:axId val="806823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068083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 smtClean="0"/>
              <a:t>plo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1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 smtClean="0"/>
              <a:t>plo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14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 smtClean="0"/>
              <a:t>plo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1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mathsonline.com.au/tasks/library/loadLesson.asp?title=stemandleaf/INTstemandleaf&amp;taskID=121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mathsonline.com.au/tasks/library/loadLesson.asp?title=stemandleaf/INTstemandleaf&amp;taskID=121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mathsonline.com.au/tasks/library/loadLesson.asp?title=stemandleaf/INTstemandleaf&amp;taskID=121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55662" y="404664"/>
            <a:ext cx="306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Stem and leaf plots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how to find averages from a stem and leaf plot.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hlinkClick r:id="rId3"/>
              </a:rPr>
              <a:t>stem and leaf plot – </a:t>
            </a:r>
            <a:r>
              <a:rPr lang="en-AU" dirty="0" err="1" smtClean="0">
                <a:hlinkClick r:id="rId3"/>
              </a:rPr>
              <a:t>mymaths</a:t>
            </a:r>
            <a:r>
              <a:rPr lang="en-AU" dirty="0" smtClean="0">
                <a:hlinkClick r:id="rId3"/>
              </a:rPr>
              <a:t> lesson link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2631" y="2092206"/>
            <a:ext cx="2721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create a stem and leaf plot?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55662" y="404664"/>
            <a:ext cx="306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Stem and leaf plots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how to find averages from a stem and leaf plot.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hlinkClick r:id="rId3"/>
              </a:rPr>
              <a:t>stem and leaf plot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2631" y="2092206"/>
            <a:ext cx="2721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create a stem and leaf plot?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3501008"/>
            <a:ext cx="27503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plot to find the mode, median and range?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56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55662" y="404664"/>
            <a:ext cx="306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Stem and leaf plots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how to find averages from a stem and leaf plot.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hlinkClick r:id="rId3"/>
              </a:rPr>
              <a:t>stem and leaf plot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22631" y="2092206"/>
            <a:ext cx="2721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create a stem and leaf plot?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3501008"/>
            <a:ext cx="27503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plot to find the mode, median and range?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122631" y="5072342"/>
            <a:ext cx="2566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symmetrical and skewed data?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932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542/543 – questions 1 and 3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37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819150"/>
            <a:ext cx="54483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33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3900"/>
            <a:ext cx="9525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885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240</Words>
  <Application>Microsoft Office PowerPoint</Application>
  <PresentationFormat>On-screen Show (4:3)</PresentationFormat>
  <Paragraphs>78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Statistics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77</cp:revision>
  <dcterms:created xsi:type="dcterms:W3CDTF">2014-05-14T02:58:57Z</dcterms:created>
  <dcterms:modified xsi:type="dcterms:W3CDTF">2015-06-08T10:44:28Z</dcterms:modified>
</cp:coreProperties>
</file>