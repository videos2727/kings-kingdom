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1" r:id="rId2"/>
    <p:sldId id="256" r:id="rId3"/>
    <p:sldId id="258" r:id="rId4"/>
    <p:sldId id="257" r:id="rId5"/>
    <p:sldId id="262" r:id="rId6"/>
    <p:sldId id="259" r:id="rId7"/>
    <p:sldId id="260" r:id="rId8"/>
    <p:sldId id="261" r:id="rId9"/>
    <p:sldId id="263" r:id="rId10"/>
    <p:sldId id="264" r:id="rId11"/>
    <p:sldId id="267" r:id="rId12"/>
    <p:sldId id="268" r:id="rId13"/>
    <p:sldId id="265" r:id="rId14"/>
    <p:sldId id="270" r:id="rId15"/>
    <p:sldId id="269" r:id="rId16"/>
    <p:sldId id="274" r:id="rId17"/>
    <p:sldId id="266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15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51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94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99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378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80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62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51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15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819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07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69C0B-1FAE-4C79-A571-126F9E5B5763}" type="datetimeFigureOut">
              <a:rPr lang="en-AU" smtClean="0"/>
              <a:t>25/11/2016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600A5-FE8C-402B-A504-06BC64B932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7370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Learning intentions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AU" dirty="0" smtClean="0"/>
              <a:t>Problem solve using </a:t>
            </a:r>
            <a:r>
              <a:rPr lang="en-AU" dirty="0" smtClean="0"/>
              <a:t>Pythagoras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EQ: How </a:t>
            </a:r>
            <a:r>
              <a:rPr lang="en-AU" dirty="0" smtClean="0"/>
              <a:t>do we problem solve using </a:t>
            </a:r>
            <a:r>
              <a:rPr lang="en-AU" dirty="0" smtClean="0"/>
              <a:t>Pythagoras?</a:t>
            </a: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>
              <a:buFontTx/>
              <a:buChar char="-"/>
            </a:pPr>
            <a:endParaRPr lang="en-AU" dirty="0"/>
          </a:p>
        </p:txBody>
      </p:sp>
      <p:pic>
        <p:nvPicPr>
          <p:cNvPr id="6146" name="Picture 2" descr="C:\Users\e4075868\AppData\Local\Microsoft\Windows\Temporary Internet Files\Content.IE5\RP2BT71J\pythagoras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789040"/>
            <a:ext cx="2012627" cy="229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3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796" y="260648"/>
            <a:ext cx="7772400" cy="1470025"/>
          </a:xfrm>
        </p:spPr>
        <p:txBody>
          <a:bodyPr/>
          <a:lstStyle/>
          <a:p>
            <a:r>
              <a:rPr lang="en-AU" b="1" dirty="0" smtClean="0"/>
              <a:t>Buying a new TV.</a:t>
            </a:r>
            <a:endParaRPr lang="en-AU" b="1" dirty="0"/>
          </a:p>
        </p:txBody>
      </p:sp>
      <p:pic>
        <p:nvPicPr>
          <p:cNvPr id="4" name="Picture 2" descr="Image result for oled t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947" y="1431642"/>
            <a:ext cx="4968552" cy="399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6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Buying a New TV</a:t>
            </a:r>
            <a:endParaRPr lang="en-A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43608" y="1412776"/>
            <a:ext cx="7344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What do you look for when buying a new TV?</a:t>
            </a:r>
          </a:p>
          <a:p>
            <a:r>
              <a:rPr lang="en-AU" sz="4000" dirty="0" smtClean="0"/>
              <a:t>Make a list</a:t>
            </a:r>
            <a:endParaRPr lang="en-AU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1043608" y="3356992"/>
            <a:ext cx="21533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Price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Size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Brand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How good it looks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Image quality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connectivity</a:t>
            </a:r>
            <a:endParaRPr lang="en-AU" dirty="0"/>
          </a:p>
        </p:txBody>
      </p:sp>
      <p:pic>
        <p:nvPicPr>
          <p:cNvPr id="3074" name="Picture 2" descr="C:\Users\e4075868\AppData\Local\Microsoft\Windows\Temporary Internet Files\Content.IE5\J801ZEEM\512px-Écran_TV_plat.svg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708920"/>
            <a:ext cx="3292668" cy="262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65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4807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AU" b="1" dirty="0" smtClean="0"/>
              <a:t>Televisions come in a range of different sizes</a:t>
            </a:r>
            <a:r>
              <a:rPr lang="en-AU" dirty="0" smtClean="0"/>
              <a:t>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The problem with TV sizes is that they are in inches. We need to convert them to cm. </a:t>
            </a:r>
          </a:p>
          <a:p>
            <a:pPr marL="0" indent="0" algn="ctr">
              <a:buNone/>
            </a:pPr>
            <a:r>
              <a:rPr lang="en-AU" dirty="0" smtClean="0"/>
              <a:t>1 inch = 2.54cm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056487"/>
              </p:ext>
            </p:extLst>
          </p:nvPr>
        </p:nvGraphicFramePr>
        <p:xfrm>
          <a:off x="344699" y="3789040"/>
          <a:ext cx="84249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26”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37”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54”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58”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65”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70”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56cm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692695"/>
            <a:ext cx="3714750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625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4807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AU" dirty="0" smtClean="0"/>
              <a:t>Televisions come in a range of different sizes.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The problem with TV sizes is that they are in inches. We need to convert them to cm. </a:t>
            </a:r>
          </a:p>
          <a:p>
            <a:pPr marL="0" indent="0" algn="ctr">
              <a:buNone/>
            </a:pPr>
            <a:r>
              <a:rPr lang="en-AU" dirty="0" smtClean="0"/>
              <a:t>1 inch = 2.54cm</a:t>
            </a:r>
            <a:endParaRPr lang="en-AU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043799"/>
              </p:ext>
            </p:extLst>
          </p:nvPr>
        </p:nvGraphicFramePr>
        <p:xfrm>
          <a:off x="344699" y="3789040"/>
          <a:ext cx="84249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26”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37”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54”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58”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65”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70”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56cm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66cm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81cm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94cm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147cm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165cm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178cm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692695"/>
            <a:ext cx="3714750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785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TV lengths and widths are in the ratio of 16:9.</a:t>
            </a:r>
          </a:p>
          <a:p>
            <a:pPr marL="0" indent="0">
              <a:buNone/>
            </a:pPr>
            <a:r>
              <a:rPr lang="en-AU" dirty="0" smtClean="0"/>
              <a:t>We can make a scale factor by 16÷9= 1.78. This means the length is always 1.78 times bigger than the width.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492896"/>
            <a:ext cx="4181475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73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Information so far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3633267"/>
          </a:xfrm>
        </p:spPr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The length is 1.78 times larger than the width</a:t>
            </a:r>
          </a:p>
          <a:p>
            <a:r>
              <a:rPr lang="en-AU" dirty="0" smtClean="0"/>
              <a:t>TV sizes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32036"/>
              </p:ext>
            </p:extLst>
          </p:nvPr>
        </p:nvGraphicFramePr>
        <p:xfrm>
          <a:off x="395536" y="3429000"/>
          <a:ext cx="842493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26”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37”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54”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58”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65”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70”</a:t>
                      </a:r>
                      <a:endParaRPr lang="en-AU" dirty="0"/>
                    </a:p>
                  </a:txBody>
                  <a:tcPr/>
                </a:tc>
              </a:tr>
              <a:tr h="133216">
                <a:tc>
                  <a:txBody>
                    <a:bodyPr/>
                    <a:lstStyle/>
                    <a:p>
                      <a:r>
                        <a:rPr lang="en-AU" dirty="0" smtClean="0"/>
                        <a:t>56cm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66cm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81cm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94cm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147cm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165cm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178cm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100" name="Picture 4" descr="C:\Users\e4075868\AppData\Local\Microsoft\Windows\Temporary Internet Files\Content.IE5\RP2BT71J\HomerFamilyTV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826577"/>
            <a:ext cx="214312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38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Tom’s TV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Tom goes to the shop wanting to buy a new TV.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Unfortunately Tom didn’t realise that TV sizes where measured in Diagonals.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He has measured the spot he wants his TV. The space on the wall is 1.4m in length and 1.1m in width. What is the biggest TV he can buy?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308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Tom’s TV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b="1" dirty="0" smtClean="0"/>
              <a:t>Step 1: </a:t>
            </a:r>
          </a:p>
          <a:p>
            <a:pPr marL="0" indent="0">
              <a:buNone/>
            </a:pPr>
            <a:r>
              <a:rPr lang="en-AU" dirty="0" smtClean="0"/>
              <a:t>Do his dimensions fit with the ratio 16:9?</a:t>
            </a:r>
          </a:p>
          <a:p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Length : Width</a:t>
            </a:r>
          </a:p>
          <a:p>
            <a:pPr marL="0" indent="0" algn="ctr">
              <a:buNone/>
            </a:pPr>
            <a:r>
              <a:rPr lang="en-AU" dirty="0" smtClean="0"/>
              <a:t>1.4:1.1</a:t>
            </a:r>
          </a:p>
          <a:p>
            <a:pPr marL="0" indent="0" algn="ctr">
              <a:buNone/>
            </a:pPr>
            <a:r>
              <a:rPr lang="en-AU" dirty="0" smtClean="0"/>
              <a:t>1.4÷1.1= 1.27</a:t>
            </a:r>
          </a:p>
          <a:p>
            <a:pPr marL="0" indent="0" algn="ctr">
              <a:buNone/>
            </a:pPr>
            <a:r>
              <a:rPr lang="en-AU" dirty="0" smtClean="0"/>
              <a:t>1.27≠1.78</a:t>
            </a:r>
          </a:p>
          <a:p>
            <a:pPr marL="0" indent="0" algn="ctr">
              <a:buNone/>
            </a:pPr>
            <a:r>
              <a:rPr lang="en-AU" dirty="0" smtClean="0"/>
              <a:t>So doesn’t follow the scale factor</a:t>
            </a:r>
          </a:p>
        </p:txBody>
      </p:sp>
    </p:spTree>
    <p:extLst>
      <p:ext uri="{BB962C8B-B14F-4D97-AF65-F5344CB8AC3E}">
        <p14:creationId xmlns:p14="http://schemas.microsoft.com/office/powerpoint/2010/main" val="52079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Tom’s TV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smtClean="0"/>
              <a:t>Step 2:  </a:t>
            </a:r>
          </a:p>
          <a:p>
            <a:pPr marL="0" indent="0">
              <a:buNone/>
            </a:pPr>
            <a:r>
              <a:rPr lang="en-AU" dirty="0" smtClean="0"/>
              <a:t>Find a length and width that fits the ratio and fits in the wall space.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 smtClean="0"/>
              <a:t>(remember the wall space has a length of 1.4m and width of 1.1m)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Dimensions: (1.4/1.78= </a:t>
            </a:r>
            <a:r>
              <a:rPr lang="en-AU" dirty="0" smtClean="0"/>
              <a:t>0.8m)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491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Tom’s TV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Step 3:</a:t>
            </a:r>
          </a:p>
          <a:p>
            <a:pPr marL="0" indent="0">
              <a:buNone/>
            </a:pPr>
            <a:r>
              <a:rPr lang="en-AU" dirty="0" smtClean="0"/>
              <a:t>Use your dimensions to find the length of the diagonal. </a:t>
            </a:r>
          </a:p>
          <a:p>
            <a:pPr marL="0" indent="0">
              <a:buNone/>
            </a:pPr>
            <a:r>
              <a:rPr lang="en-AU" dirty="0" smtClean="0"/>
              <a:t>(Hint: Use Pythagoras)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ight Triangle 3"/>
          <p:cNvSpPr/>
          <p:nvPr/>
        </p:nvSpPr>
        <p:spPr>
          <a:xfrm>
            <a:off x="3419872" y="4149080"/>
            <a:ext cx="2808312" cy="1584176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3419872" y="5373216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2699792" y="479715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width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4193665" y="5733256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Length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13792" y="514554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4772698" y="457183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475079" y="593453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</a:t>
            </a:r>
            <a:endParaRPr lang="en-AU" dirty="0"/>
          </a:p>
        </p:txBody>
      </p:sp>
      <p:pic>
        <p:nvPicPr>
          <p:cNvPr id="5123" name="Picture 3" descr="C:\Users\e4075868\AppData\Local\Microsoft\Windows\Temporary Internet Files\Content.IE5\J801ZEEM\think_smiley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613" y="2970518"/>
            <a:ext cx="2024807" cy="320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47293" y="3491025"/>
                <a:ext cx="1545423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𝒄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293" y="3491025"/>
                <a:ext cx="1545423" cy="37555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04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Tom’s TV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Step 4:</a:t>
            </a:r>
          </a:p>
          <a:p>
            <a:pPr marL="0" indent="0">
              <a:buNone/>
            </a:pPr>
            <a:r>
              <a:rPr lang="en-AU" dirty="0" smtClean="0"/>
              <a:t>Which is the largest TV size that will fit  in Tom’s space?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106461"/>
              </p:ext>
            </p:extLst>
          </p:nvPr>
        </p:nvGraphicFramePr>
        <p:xfrm>
          <a:off x="395536" y="3573016"/>
          <a:ext cx="842493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26”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37”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42”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54”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58”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65”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70”</a:t>
                      </a:r>
                      <a:endParaRPr lang="en-AU" dirty="0"/>
                    </a:p>
                  </a:txBody>
                  <a:tcPr/>
                </a:tc>
              </a:tr>
              <a:tr h="133216">
                <a:tc>
                  <a:txBody>
                    <a:bodyPr/>
                    <a:lstStyle/>
                    <a:p>
                      <a:r>
                        <a:rPr lang="en-AU" dirty="0" smtClean="0"/>
                        <a:t>56cm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66cm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81cm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94cm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147cm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165cm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178cm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 rot="16200000">
            <a:off x="6948263" y="4529010"/>
            <a:ext cx="1008112" cy="1008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1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The technician’s problem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Sam works for a company that installs home theatre systems. He has a customer who wants a 70” TV installed.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Sam needs to work out the length and width of the screen so he can work out how much wall space is needed. </a:t>
            </a:r>
          </a:p>
        </p:txBody>
      </p:sp>
    </p:spTree>
    <p:extLst>
      <p:ext uri="{BB962C8B-B14F-4D97-AF65-F5344CB8AC3E}">
        <p14:creationId xmlns:p14="http://schemas.microsoft.com/office/powerpoint/2010/main" val="40637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The technician’s problem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b="1" dirty="0" smtClean="0"/>
              <a:t>Sam’s Method</a:t>
            </a:r>
          </a:p>
          <a:p>
            <a:pPr marL="0" indent="0">
              <a:buNone/>
            </a:pPr>
            <a:r>
              <a:rPr lang="en-AU" b="1" dirty="0" smtClean="0"/>
              <a:t>Step 1: </a:t>
            </a:r>
            <a:r>
              <a:rPr lang="en-AU" dirty="0" smtClean="0"/>
              <a:t>Imagine a TV has the dimensions 16” and 9”. What is the length of the diagonal?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b="1" dirty="0" smtClean="0"/>
              <a:t>Step2: </a:t>
            </a:r>
            <a:r>
              <a:rPr lang="en-AU" dirty="0" smtClean="0"/>
              <a:t>Taking the size of the diagonal of the TV the customer wants, divide this by the length of the diagonal in step 1. This gives you the scale factor.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b="1" dirty="0" smtClean="0"/>
              <a:t>Step 3: </a:t>
            </a:r>
            <a:r>
              <a:rPr lang="en-AU" dirty="0" smtClean="0"/>
              <a:t>To get the length of the </a:t>
            </a:r>
            <a:r>
              <a:rPr lang="en-AU" dirty="0" smtClean="0"/>
              <a:t>TV</a:t>
            </a:r>
            <a:r>
              <a:rPr lang="en-AU" dirty="0" smtClean="0"/>
              <a:t> </a:t>
            </a:r>
            <a:r>
              <a:rPr lang="en-AU" dirty="0" smtClean="0"/>
              <a:t>multiply the scale factor by 16 and to get the width multiply the scale factor by 9.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b="1" dirty="0" smtClean="0"/>
              <a:t>Step 4: </a:t>
            </a:r>
            <a:r>
              <a:rPr lang="en-AU" dirty="0" smtClean="0"/>
              <a:t>Convert the units into cm by multiplying by 2.54.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479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The technician’s problem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The wall space the customer wants to hang  the TV on is 1.3m long and 1m high. </a:t>
            </a:r>
            <a:endParaRPr lang="en-AU" dirty="0"/>
          </a:p>
        </p:txBody>
      </p:sp>
      <p:pic>
        <p:nvPicPr>
          <p:cNvPr id="4" name="Picture 2" descr="C:\Users\e4075868\AppData\Local\Microsoft\Windows\Temporary Internet Files\Content.IE5\RP2BT71J\computerfixed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437112"/>
            <a:ext cx="1689100" cy="168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86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The technician’s problem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wall space the customer wants to hang  the TV on is 1.3m long and 1m high. </a:t>
            </a:r>
            <a:endParaRPr lang="en-AU" dirty="0" smtClean="0"/>
          </a:p>
          <a:p>
            <a:endParaRPr lang="en-AU" dirty="0"/>
          </a:p>
          <a:p>
            <a:r>
              <a:rPr lang="en-AU" dirty="0" smtClean="0"/>
              <a:t>Is there enough space?</a:t>
            </a:r>
          </a:p>
          <a:p>
            <a:endParaRPr lang="en-AU" dirty="0"/>
          </a:p>
          <a:p>
            <a:r>
              <a:rPr lang="en-AU" dirty="0" smtClean="0"/>
              <a:t>What size would fit?</a:t>
            </a: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2" descr="C:\Users\e4075868\AppData\Local\Microsoft\Windows\Temporary Internet Files\Content.IE5\RP2BT71J\computerfixed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437112"/>
            <a:ext cx="1689100" cy="168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75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The biggest TV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The world’s biggest TV is 370”.</a:t>
            </a:r>
          </a:p>
          <a:p>
            <a:pPr marL="0" indent="0" algn="ctr">
              <a:buNone/>
            </a:pPr>
            <a:endParaRPr lang="en-AU" dirty="0" smtClean="0"/>
          </a:p>
          <a:p>
            <a:pPr marL="0" indent="0" algn="ctr">
              <a:buNone/>
            </a:pPr>
            <a:r>
              <a:rPr lang="en-AU" dirty="0" smtClean="0"/>
              <a:t>What is the dimensions of this TV?</a:t>
            </a:r>
          </a:p>
          <a:p>
            <a:pPr marL="0" indent="0" algn="ctr">
              <a:buNone/>
            </a:pPr>
            <a:r>
              <a:rPr lang="en-AU" dirty="0" smtClean="0"/>
              <a:t> (give your answer in metres)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 smtClean="0"/>
          </a:p>
          <a:p>
            <a:pPr marL="0" indent="0" algn="ctr">
              <a:buNone/>
            </a:pPr>
            <a:r>
              <a:rPr lang="en-AU" dirty="0" smtClean="0"/>
              <a:t>4.6</a:t>
            </a:r>
            <a:r>
              <a:rPr lang="en-AU" dirty="0" smtClean="0"/>
              <a:t>m by 8.2m</a:t>
            </a:r>
            <a:endParaRPr lang="en-AU" dirty="0"/>
          </a:p>
        </p:txBody>
      </p:sp>
      <p:pic>
        <p:nvPicPr>
          <p:cNvPr id="1026" name="Picture 2" descr="C:\Users\e4075868\AppData\Local\Microsoft\Windows\Temporary Internet Files\Content.IE5\J801ZEEM\asto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4437112"/>
            <a:ext cx="1815852" cy="184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12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438150"/>
            <a:ext cx="8820150" cy="598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22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5924</TotalTime>
  <Words>687</Words>
  <Application>Microsoft Office PowerPoint</Application>
  <PresentationFormat>On-screen Show (4:3)</PresentationFormat>
  <Paragraphs>171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Learning intentions</vt:lpstr>
      <vt:lpstr>Buying a new TV.</vt:lpstr>
      <vt:lpstr>Buying a New TV</vt:lpstr>
      <vt:lpstr>PowerPoint Presentation</vt:lpstr>
      <vt:lpstr>PowerPoint Presentation</vt:lpstr>
      <vt:lpstr>PowerPoint Presentation</vt:lpstr>
      <vt:lpstr>Information so far</vt:lpstr>
      <vt:lpstr>Tom’s TV</vt:lpstr>
      <vt:lpstr>Tom’s TV</vt:lpstr>
      <vt:lpstr>Tom’s TV</vt:lpstr>
      <vt:lpstr>Tom’s TV</vt:lpstr>
      <vt:lpstr>Tom’s TV</vt:lpstr>
      <vt:lpstr>The technician’s problem</vt:lpstr>
      <vt:lpstr>The technician’s problem</vt:lpstr>
      <vt:lpstr>The technician’s problem</vt:lpstr>
      <vt:lpstr>The technician’s problem</vt:lpstr>
      <vt:lpstr>The biggest TV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Adam</dc:creator>
  <cp:lastModifiedBy>MORGAN Adam</cp:lastModifiedBy>
  <cp:revision>27</cp:revision>
  <dcterms:created xsi:type="dcterms:W3CDTF">2016-11-24T01:13:49Z</dcterms:created>
  <dcterms:modified xsi:type="dcterms:W3CDTF">2016-11-28T23:57:53Z</dcterms:modified>
</cp:coreProperties>
</file>