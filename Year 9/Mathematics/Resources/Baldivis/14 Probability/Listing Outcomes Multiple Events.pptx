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60" r:id="rId2"/>
    <p:sldId id="304" r:id="rId3"/>
    <p:sldId id="259" r:id="rId4"/>
    <p:sldId id="258" r:id="rId5"/>
    <p:sldId id="315" r:id="rId6"/>
    <p:sldId id="317" r:id="rId7"/>
    <p:sldId id="318" r:id="rId8"/>
    <p:sldId id="319" r:id="rId9"/>
    <p:sldId id="303" r:id="rId10"/>
    <p:sldId id="321" r:id="rId11"/>
    <p:sldId id="324" r:id="rId12"/>
    <p:sldId id="323" r:id="rId13"/>
    <p:sldId id="326" r:id="rId14"/>
    <p:sldId id="325" r:id="rId15"/>
    <p:sldId id="327" r:id="rId16"/>
    <p:sldId id="320" r:id="rId17"/>
    <p:sldId id="292" r:id="rId18"/>
    <p:sldId id="291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62" autoAdjust="0"/>
    <p:restoredTop sz="92895" autoAdjust="0"/>
  </p:normalViewPr>
  <p:slideViewPr>
    <p:cSldViewPr>
      <p:cViewPr varScale="1">
        <p:scale>
          <a:sx n="71" d="100"/>
          <a:sy n="71" d="100"/>
        </p:scale>
        <p:origin x="-990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25/10/2016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25/10/2016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25/10/2016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25/10/2016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25/10/2016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25/10/2016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25/10/2016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25/10/2016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25/10/2016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25/10/2016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25/10/2016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25/10/2016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25/10/2016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e4047095\AppData\Local\Microsoft\Windows\Temporary Internet Files\Content.IE5\4I30O3QX\euro_coins[1]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260648"/>
            <a:ext cx="1919258" cy="1830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Probability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4509120"/>
            <a:ext cx="6400800" cy="17526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4 Semester </a:t>
            </a:r>
            <a:r>
              <a:rPr lang="en-AU" dirty="0"/>
              <a:t>2</a:t>
            </a:r>
            <a:endParaRPr lang="en-AU" dirty="0" smtClean="0"/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1026" name="Picture 2" descr="C:\Users\e4047095\AppData\Local\Microsoft\Windows\Temporary Internet Files\Content.IE5\4I30O3QX\373269258_560c1d534d_z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2440" y="1844824"/>
            <a:ext cx="24384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C:\Users\e4047095\AppData\Local\Microsoft\Windows\Temporary Internet Files\Content.IE5\4I30O3QX\Playing_Cards[1]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3079119"/>
            <a:ext cx="3199160" cy="2725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Create your own front page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 smtClean="0"/>
              <a:t>It needs to contain the following –</a:t>
            </a:r>
          </a:p>
          <a:p>
            <a:pPr>
              <a:buFontTx/>
              <a:buChar char="-"/>
            </a:pPr>
            <a:r>
              <a:rPr lang="en-AU" dirty="0" smtClean="0"/>
              <a:t>My number interactive notebook</a:t>
            </a:r>
          </a:p>
          <a:p>
            <a:pPr>
              <a:buFontTx/>
              <a:buChar char="-"/>
            </a:pPr>
            <a:r>
              <a:rPr lang="en-AU" dirty="0" smtClean="0"/>
              <a:t>Name </a:t>
            </a:r>
          </a:p>
          <a:p>
            <a:pPr>
              <a:buFontTx/>
              <a:buChar char="-"/>
            </a:pPr>
            <a:r>
              <a:rPr lang="en-AU" dirty="0" smtClean="0"/>
              <a:t>Class</a:t>
            </a:r>
          </a:p>
          <a:p>
            <a:pPr>
              <a:buFontTx/>
              <a:buChar char="-"/>
            </a:pPr>
            <a:r>
              <a:rPr lang="en-AU" dirty="0" smtClean="0"/>
              <a:t>Teachers Name</a:t>
            </a:r>
          </a:p>
          <a:p>
            <a:pPr>
              <a:buFontTx/>
              <a:buChar char="-"/>
            </a:pPr>
            <a:r>
              <a:rPr lang="en-AU" dirty="0" smtClean="0"/>
              <a:t>Semester 1 Term 1</a:t>
            </a:r>
          </a:p>
          <a:p>
            <a:pPr>
              <a:buFontTx/>
              <a:buChar char="-"/>
            </a:pPr>
            <a:r>
              <a:rPr lang="en-AU" dirty="0" smtClean="0"/>
              <a:t>Page number 1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2869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Dice Bingo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Draw a 3 x 3 table.</a:t>
            </a:r>
          </a:p>
          <a:p>
            <a:pPr marL="0" indent="0">
              <a:buNone/>
            </a:pPr>
            <a:endParaRPr lang="en-AU" dirty="0" smtClean="0"/>
          </a:p>
          <a:p>
            <a:r>
              <a:rPr lang="en-AU" dirty="0" smtClean="0"/>
              <a:t>Two dice will be rolled. The uppermost faces then added together. Write the totals you think will come up. </a:t>
            </a:r>
          </a:p>
          <a:p>
            <a:r>
              <a:rPr lang="en-AU" dirty="0" smtClean="0"/>
              <a:t>You may use the same number more than once, but can only cross one number each go.</a:t>
            </a:r>
            <a:endParaRPr lang="en-AU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8377041"/>
              </p:ext>
            </p:extLst>
          </p:nvPr>
        </p:nvGraphicFramePr>
        <p:xfrm>
          <a:off x="4499992" y="1340768"/>
          <a:ext cx="2232249" cy="1286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4083"/>
                <a:gridCol w="744083"/>
                <a:gridCol w="744083"/>
              </a:tblGrid>
              <a:tr h="432048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7168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7168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7610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Copy and complete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r>
              <a:rPr lang="en-AU" dirty="0" smtClean="0"/>
              <a:t>Fill in the table to list the outcomes </a:t>
            </a:r>
            <a:endParaRPr lang="en-AU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7309777"/>
              </p:ext>
            </p:extLst>
          </p:nvPr>
        </p:nvGraphicFramePr>
        <p:xfrm>
          <a:off x="1475656" y="2348880"/>
          <a:ext cx="6072339" cy="405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7477"/>
                <a:gridCol w="867477"/>
                <a:gridCol w="867477"/>
                <a:gridCol w="867477"/>
                <a:gridCol w="867477"/>
                <a:gridCol w="867477"/>
                <a:gridCol w="867477"/>
              </a:tblGrid>
              <a:tr h="557744"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>
                          <a:solidFill>
                            <a:schemeClr val="tx1"/>
                          </a:solidFill>
                        </a:rPr>
                        <a:t>+</a:t>
                      </a:r>
                      <a:endParaRPr lang="en-AU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en-AU" sz="3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en-AU" sz="3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  <a:endParaRPr lang="en-AU" sz="3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en-AU" sz="3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en-AU" sz="3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6</a:t>
                      </a:r>
                      <a:endParaRPr lang="en-AU" sz="3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  <a:tr h="557744"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1</a:t>
                      </a:r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3200" dirty="0"/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3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3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3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3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7744"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2</a:t>
                      </a:r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3200" dirty="0"/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3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3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3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3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7744"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3</a:t>
                      </a:r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3200"/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3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3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3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3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7744"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4</a:t>
                      </a:r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3200"/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3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3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3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3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7744"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5</a:t>
                      </a:r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3200"/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3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3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3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3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7744"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6</a:t>
                      </a:r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3200"/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3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3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029080" y="1948190"/>
            <a:ext cx="1035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Dice One</a:t>
            </a:r>
            <a:endParaRPr lang="en-AU" dirty="0"/>
          </a:p>
        </p:txBody>
      </p:sp>
      <p:sp>
        <p:nvSpPr>
          <p:cNvPr id="6" name="TextBox 5"/>
          <p:cNvSpPr txBox="1"/>
          <p:nvPr/>
        </p:nvSpPr>
        <p:spPr>
          <a:xfrm>
            <a:off x="323528" y="4077072"/>
            <a:ext cx="1035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Dice One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83447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 3 – Copy and complete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r>
              <a:rPr lang="en-AU" dirty="0" smtClean="0"/>
              <a:t>Fill in the table to list the outcomes </a:t>
            </a:r>
            <a:endParaRPr lang="en-AU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1357880"/>
              </p:ext>
            </p:extLst>
          </p:nvPr>
        </p:nvGraphicFramePr>
        <p:xfrm>
          <a:off x="1475656" y="2348880"/>
          <a:ext cx="6072339" cy="405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7477"/>
                <a:gridCol w="867477"/>
                <a:gridCol w="867477"/>
                <a:gridCol w="867477"/>
                <a:gridCol w="867477"/>
                <a:gridCol w="867477"/>
                <a:gridCol w="867477"/>
              </a:tblGrid>
              <a:tr h="557744"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>
                          <a:solidFill>
                            <a:schemeClr val="tx1"/>
                          </a:solidFill>
                        </a:rPr>
                        <a:t>+</a:t>
                      </a:r>
                      <a:endParaRPr lang="en-AU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en-AU" sz="3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en-AU" sz="3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  <a:endParaRPr lang="en-AU" sz="3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en-AU" sz="3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en-AU" sz="3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6</a:t>
                      </a:r>
                      <a:endParaRPr lang="en-AU" sz="3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  <a:tr h="557744"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1</a:t>
                      </a:r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2</a:t>
                      </a:r>
                      <a:endParaRPr lang="en-AU" sz="3200" dirty="0"/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3</a:t>
                      </a:r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4</a:t>
                      </a:r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5</a:t>
                      </a:r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6</a:t>
                      </a:r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7</a:t>
                      </a:r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7744"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2</a:t>
                      </a:r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3</a:t>
                      </a:r>
                      <a:endParaRPr lang="en-AU" sz="3200" dirty="0"/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4</a:t>
                      </a:r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5</a:t>
                      </a:r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6</a:t>
                      </a:r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7</a:t>
                      </a:r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8</a:t>
                      </a:r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7744"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3</a:t>
                      </a:r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4</a:t>
                      </a:r>
                      <a:endParaRPr lang="en-AU" sz="3200" dirty="0"/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5</a:t>
                      </a:r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6</a:t>
                      </a:r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7</a:t>
                      </a:r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8</a:t>
                      </a:r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9</a:t>
                      </a:r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7744"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4</a:t>
                      </a:r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5</a:t>
                      </a:r>
                      <a:endParaRPr lang="en-AU" sz="3200" dirty="0"/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6</a:t>
                      </a:r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7</a:t>
                      </a:r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8</a:t>
                      </a:r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9</a:t>
                      </a:r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10</a:t>
                      </a:r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7744"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5</a:t>
                      </a:r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6</a:t>
                      </a:r>
                      <a:endParaRPr lang="en-AU" sz="3200" dirty="0"/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7</a:t>
                      </a:r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8</a:t>
                      </a:r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9</a:t>
                      </a:r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10</a:t>
                      </a:r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11</a:t>
                      </a:r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7744"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6</a:t>
                      </a:r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7</a:t>
                      </a:r>
                      <a:endParaRPr lang="en-AU" sz="3200" dirty="0"/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8</a:t>
                      </a:r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9</a:t>
                      </a:r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10</a:t>
                      </a:r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11</a:t>
                      </a:r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12</a:t>
                      </a:r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029080" y="1948190"/>
            <a:ext cx="1035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Dice One</a:t>
            </a:r>
            <a:endParaRPr lang="en-AU" dirty="0"/>
          </a:p>
        </p:txBody>
      </p:sp>
      <p:sp>
        <p:nvSpPr>
          <p:cNvPr id="6" name="TextBox 5"/>
          <p:cNvSpPr txBox="1"/>
          <p:nvPr/>
        </p:nvSpPr>
        <p:spPr>
          <a:xfrm>
            <a:off x="323528" y="4077072"/>
            <a:ext cx="1035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Dice One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7668344" y="4446404"/>
            <a:ext cx="12547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36 possible outcomes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33036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Answer the following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44824"/>
            <a:ext cx="8229600" cy="4281339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AU" dirty="0" smtClean="0"/>
              <a:t>How many possible outcomes?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 smtClean="0"/>
              <a:t>Find </a:t>
            </a:r>
            <a:r>
              <a:rPr lang="en-AU" dirty="0" err="1" smtClean="0"/>
              <a:t>Pr</a:t>
            </a:r>
            <a:r>
              <a:rPr lang="en-AU" dirty="0" smtClean="0"/>
              <a:t>(2)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 smtClean="0"/>
              <a:t>Find </a:t>
            </a:r>
            <a:r>
              <a:rPr lang="en-AU" dirty="0" err="1" smtClean="0"/>
              <a:t>Pr</a:t>
            </a:r>
            <a:r>
              <a:rPr lang="en-AU" dirty="0" smtClean="0"/>
              <a:t>(7)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 smtClean="0"/>
              <a:t>Find </a:t>
            </a:r>
            <a:r>
              <a:rPr lang="en-AU" dirty="0" err="1" smtClean="0"/>
              <a:t>Pr</a:t>
            </a:r>
            <a:r>
              <a:rPr lang="en-AU" dirty="0" smtClean="0"/>
              <a:t>(&gt;10)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 smtClean="0"/>
              <a:t>Find </a:t>
            </a:r>
            <a:r>
              <a:rPr lang="en-AU" dirty="0" err="1" smtClean="0"/>
              <a:t>Pr</a:t>
            </a:r>
            <a:r>
              <a:rPr lang="en-AU" dirty="0" smtClean="0"/>
              <a:t>(1)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78143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7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55221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Listing Outcomes for Multiple Events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can I list the outcomes for multiple events with and with out replacement?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2994231" y="2076044"/>
            <a:ext cx="4900765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For two events. List the outcomes in a table.</a:t>
            </a:r>
            <a:endParaRPr lang="en-AU" dirty="0"/>
          </a:p>
          <a:p>
            <a:endParaRPr lang="en-AU" dirty="0" smtClean="0"/>
          </a:p>
          <a:p>
            <a:r>
              <a:rPr lang="en-AU" dirty="0" smtClean="0"/>
              <a:t>Example with replacement – </a:t>
            </a:r>
          </a:p>
          <a:p>
            <a:r>
              <a:rPr lang="en-AU" dirty="0" smtClean="0"/>
              <a:t>Three cards have the letters C A R.</a:t>
            </a:r>
          </a:p>
          <a:p>
            <a:r>
              <a:rPr lang="en-AU" dirty="0" smtClean="0"/>
              <a:t>One card is chosen the letter noted then replaced.</a:t>
            </a:r>
          </a:p>
          <a:p>
            <a:r>
              <a:rPr lang="en-AU" dirty="0" smtClean="0"/>
              <a:t>A second card is then chosen. </a:t>
            </a:r>
          </a:p>
          <a:p>
            <a:r>
              <a:rPr lang="en-AU" dirty="0" smtClean="0"/>
              <a:t>Show all the possible outcomes.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7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55221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Listing Outcomes for Multiple Events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can I list the outcomes for multiple events with and with out replacement?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2994231" y="2076044"/>
            <a:ext cx="4900765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For two events. List the outcomes in a table.</a:t>
            </a:r>
            <a:endParaRPr lang="en-AU" dirty="0"/>
          </a:p>
          <a:p>
            <a:endParaRPr lang="en-AU" dirty="0" smtClean="0"/>
          </a:p>
          <a:p>
            <a:r>
              <a:rPr lang="en-AU" dirty="0" smtClean="0"/>
              <a:t>Example with replacement – </a:t>
            </a:r>
          </a:p>
          <a:p>
            <a:r>
              <a:rPr lang="en-AU" dirty="0" smtClean="0"/>
              <a:t>Three cards have the letters C A R.</a:t>
            </a:r>
          </a:p>
          <a:p>
            <a:r>
              <a:rPr lang="en-AU" dirty="0" smtClean="0"/>
              <a:t>One card is chosen the letter noted then replaced.</a:t>
            </a:r>
          </a:p>
          <a:p>
            <a:r>
              <a:rPr lang="en-AU" dirty="0" smtClean="0"/>
              <a:t>A second card is then chosen. </a:t>
            </a:r>
          </a:p>
          <a:p>
            <a:r>
              <a:rPr lang="en-AU" dirty="0" smtClean="0"/>
              <a:t>Show all the possible outcomes. </a:t>
            </a:r>
            <a:endParaRPr lang="en-AU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8658283"/>
              </p:ext>
            </p:extLst>
          </p:nvPr>
        </p:nvGraphicFramePr>
        <p:xfrm>
          <a:off x="3233467" y="4221088"/>
          <a:ext cx="3404304" cy="1944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1076"/>
                <a:gridCol w="851076"/>
                <a:gridCol w="851076"/>
                <a:gridCol w="851076"/>
              </a:tblGrid>
              <a:tr h="486054"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b="0" dirty="0" smtClean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en-AU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86054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86054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86054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0797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7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55221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Listing Outcomes for Multiple Events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can I list the outcomes for multiple events with and with out replacement?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2994231" y="2076044"/>
            <a:ext cx="4900765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For two events. List the outcomes in a table.</a:t>
            </a:r>
            <a:endParaRPr lang="en-AU" dirty="0"/>
          </a:p>
          <a:p>
            <a:endParaRPr lang="en-AU" dirty="0" smtClean="0"/>
          </a:p>
          <a:p>
            <a:r>
              <a:rPr lang="en-AU" dirty="0" smtClean="0"/>
              <a:t>Example with replacement – </a:t>
            </a:r>
          </a:p>
          <a:p>
            <a:r>
              <a:rPr lang="en-AU" dirty="0" smtClean="0"/>
              <a:t>Three cards have the letters C A R.</a:t>
            </a:r>
          </a:p>
          <a:p>
            <a:r>
              <a:rPr lang="en-AU" dirty="0" smtClean="0"/>
              <a:t>One card is chosen the letter noted then replaced.</a:t>
            </a:r>
          </a:p>
          <a:p>
            <a:r>
              <a:rPr lang="en-AU" dirty="0" smtClean="0"/>
              <a:t>A second card is then chosen. </a:t>
            </a:r>
          </a:p>
          <a:p>
            <a:r>
              <a:rPr lang="en-AU" dirty="0" smtClean="0"/>
              <a:t>Show all the possible outcomes. </a:t>
            </a:r>
            <a:endParaRPr lang="en-AU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2542311"/>
              </p:ext>
            </p:extLst>
          </p:nvPr>
        </p:nvGraphicFramePr>
        <p:xfrm>
          <a:off x="3233467" y="4221088"/>
          <a:ext cx="3404304" cy="1944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1076"/>
                <a:gridCol w="851076"/>
                <a:gridCol w="851076"/>
                <a:gridCol w="851076"/>
              </a:tblGrid>
              <a:tr h="486054"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b="0" dirty="0" smtClean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en-AU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486054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(C,C)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(C,A)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(C,R)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86054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(A,C)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(A,A)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(A,R)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86054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(R,C)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(R,A)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(R,R)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45638" y="5166484"/>
            <a:ext cx="2098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9 possible outcomes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14230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7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55221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Listing Outcomes for Multiple Events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can I list the outcomes for multiple events with and with out replacement?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2994231" y="2076044"/>
            <a:ext cx="428578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 </a:t>
            </a:r>
            <a:r>
              <a:rPr lang="en-AU" u="sng" dirty="0" smtClean="0"/>
              <a:t>without</a:t>
            </a:r>
            <a:r>
              <a:rPr lang="en-AU" dirty="0" smtClean="0"/>
              <a:t> replacement – </a:t>
            </a:r>
          </a:p>
          <a:p>
            <a:r>
              <a:rPr lang="en-AU" dirty="0" smtClean="0"/>
              <a:t>Three cards have the letters C A R.</a:t>
            </a:r>
          </a:p>
          <a:p>
            <a:r>
              <a:rPr lang="en-AU" dirty="0" smtClean="0"/>
              <a:t>Two cards are chosen without replacement.</a:t>
            </a:r>
          </a:p>
          <a:p>
            <a:r>
              <a:rPr lang="en-AU" dirty="0" smtClean="0"/>
              <a:t>Show all the possible outcomes. </a:t>
            </a:r>
            <a:endParaRPr lang="en-AU" dirty="0"/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1928991"/>
              </p:ext>
            </p:extLst>
          </p:nvPr>
        </p:nvGraphicFramePr>
        <p:xfrm>
          <a:off x="3233467" y="4221088"/>
          <a:ext cx="3404304" cy="1944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1076"/>
                <a:gridCol w="851076"/>
                <a:gridCol w="851076"/>
                <a:gridCol w="851076"/>
              </a:tblGrid>
              <a:tr h="486054"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b="0" dirty="0" smtClean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en-AU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86054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86054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86054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2182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7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55221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Listing Outcomes for Multiple Events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can I list the outcomes for multiple events with and with out replacement?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2994231" y="2076044"/>
            <a:ext cx="428578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 </a:t>
            </a:r>
            <a:r>
              <a:rPr lang="en-AU" u="sng" dirty="0" smtClean="0"/>
              <a:t>without</a:t>
            </a:r>
            <a:r>
              <a:rPr lang="en-AU" dirty="0" smtClean="0"/>
              <a:t> replacement – </a:t>
            </a:r>
          </a:p>
          <a:p>
            <a:r>
              <a:rPr lang="en-AU" dirty="0" smtClean="0"/>
              <a:t>Three cards have the letters C A R.</a:t>
            </a:r>
          </a:p>
          <a:p>
            <a:r>
              <a:rPr lang="en-AU" dirty="0" smtClean="0"/>
              <a:t>Two cards are chosen without replacement.</a:t>
            </a:r>
          </a:p>
          <a:p>
            <a:r>
              <a:rPr lang="en-AU" dirty="0" smtClean="0"/>
              <a:t>Show all the possible outcomes. </a:t>
            </a:r>
            <a:endParaRPr lang="en-AU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0949225"/>
              </p:ext>
            </p:extLst>
          </p:nvPr>
        </p:nvGraphicFramePr>
        <p:xfrm>
          <a:off x="3233465" y="3501008"/>
          <a:ext cx="3404304" cy="1944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1076"/>
                <a:gridCol w="851076"/>
                <a:gridCol w="851076"/>
                <a:gridCol w="851076"/>
              </a:tblGrid>
              <a:tr h="486054"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b="0" dirty="0" smtClean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en-AU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</a:tr>
              <a:tr h="486054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(C,A)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(C,R)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86054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(A,C)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(A,R)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86054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(R,C)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(R,A)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2288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7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55221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Listing Outcomes for Multiple Events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can I list the outcomes for multiple events with and with out replacement?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2994231" y="2076044"/>
            <a:ext cx="428578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 </a:t>
            </a:r>
            <a:r>
              <a:rPr lang="en-AU" u="sng" dirty="0" smtClean="0"/>
              <a:t>without</a:t>
            </a:r>
            <a:r>
              <a:rPr lang="en-AU" dirty="0" smtClean="0"/>
              <a:t> replacement – </a:t>
            </a:r>
          </a:p>
          <a:p>
            <a:r>
              <a:rPr lang="en-AU" dirty="0" smtClean="0"/>
              <a:t>Three cards have the letters C A R.</a:t>
            </a:r>
          </a:p>
          <a:p>
            <a:r>
              <a:rPr lang="en-AU" dirty="0" smtClean="0"/>
              <a:t>Two cards are chosen without replacement.</a:t>
            </a:r>
          </a:p>
          <a:p>
            <a:r>
              <a:rPr lang="en-AU" dirty="0" smtClean="0"/>
              <a:t>Show all the possible outcomes. </a:t>
            </a:r>
            <a:endParaRPr lang="en-AU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4634589"/>
              </p:ext>
            </p:extLst>
          </p:nvPr>
        </p:nvGraphicFramePr>
        <p:xfrm>
          <a:off x="3233465" y="3501008"/>
          <a:ext cx="3404304" cy="1944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1076"/>
                <a:gridCol w="851076"/>
                <a:gridCol w="851076"/>
                <a:gridCol w="851076"/>
              </a:tblGrid>
              <a:tr h="486054"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b="0" dirty="0" smtClean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en-AU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</a:tr>
              <a:tr h="486054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(C,A)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(C,R)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86054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(A,C)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(A,R)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86054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(R,C)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(R,A)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3848" y="5579948"/>
            <a:ext cx="3096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6 </a:t>
            </a:r>
            <a:r>
              <a:rPr lang="en-AU" dirty="0" smtClean="0"/>
              <a:t>possible outcomes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3233472" y="5966810"/>
            <a:ext cx="42057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AU" dirty="0" smtClean="0"/>
          </a:p>
          <a:p>
            <a:r>
              <a:rPr lang="en-AU" dirty="0" smtClean="0"/>
              <a:t>Use the table to calculate the probabilities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55253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7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55221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Listing Outcomes for Multiple Events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can I list the outcomes for multiple events with and with out replacement?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2994231" y="2076044"/>
            <a:ext cx="460210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Is it possible to draw a two way table  showing all the combinations of boys and girls a couple with three children can possibly have?</a:t>
            </a:r>
            <a:endParaRPr lang="en-AU" sz="2200" dirty="0"/>
          </a:p>
        </p:txBody>
      </p:sp>
      <p:sp>
        <p:nvSpPr>
          <p:cNvPr id="14" name="TextBox 13"/>
          <p:cNvSpPr txBox="1"/>
          <p:nvPr/>
        </p:nvSpPr>
        <p:spPr>
          <a:xfrm>
            <a:off x="3157643" y="4293096"/>
            <a:ext cx="460210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Answer no.  It would have to have another dimension – </a:t>
            </a:r>
            <a:r>
              <a:rPr lang="en-AU" sz="2200" dirty="0" err="1" smtClean="0"/>
              <a:t>ie</a:t>
            </a:r>
            <a:r>
              <a:rPr lang="en-AU" sz="2200" dirty="0" smtClean="0"/>
              <a:t> a three way table – in three dimensions.</a:t>
            </a:r>
          </a:p>
          <a:p>
            <a:r>
              <a:rPr lang="en-AU" sz="2200" dirty="0" smtClean="0"/>
              <a:t>Not possible to do on paper – we need to do a tree diagram.</a:t>
            </a:r>
            <a:endParaRPr lang="en-AU" sz="2200" dirty="0"/>
          </a:p>
        </p:txBody>
      </p:sp>
    </p:spTree>
    <p:extLst>
      <p:ext uri="{BB962C8B-B14F-4D97-AF65-F5344CB8AC3E}">
        <p14:creationId xmlns:p14="http://schemas.microsoft.com/office/powerpoint/2010/main" val="3231784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Exercises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Page 191</a:t>
            </a:r>
          </a:p>
          <a:p>
            <a:r>
              <a:rPr lang="en-AU" dirty="0" smtClean="0"/>
              <a:t>Ex 14.2 Two way tables ones</a:t>
            </a:r>
          </a:p>
          <a:p>
            <a:r>
              <a:rPr lang="en-AU" dirty="0" err="1" smtClean="0"/>
              <a:t>Mathspace</a:t>
            </a:r>
            <a:r>
              <a:rPr lang="en-AU" dirty="0" smtClean="0"/>
              <a:t> Two way tables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9497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953</TotalTime>
  <Words>872</Words>
  <Application>Microsoft Office PowerPoint</Application>
  <PresentationFormat>On-screen Show (4:3)</PresentationFormat>
  <Paragraphs>275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My Probability Interactive Notebook</vt:lpstr>
      <vt:lpstr>Create your own front page</vt:lpstr>
      <vt:lpstr>PowerPoint Presentation</vt:lpstr>
      <vt:lpstr>PowerPoint Presentation</vt:lpstr>
      <vt:lpstr>Dice Bingo</vt:lpstr>
      <vt:lpstr>Copy and complete</vt:lpstr>
      <vt:lpstr>Task 3 – Copy and complete</vt:lpstr>
      <vt:lpstr>Answer the following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Exercises 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MCALLISTER Robert</cp:lastModifiedBy>
  <cp:revision>80</cp:revision>
  <dcterms:created xsi:type="dcterms:W3CDTF">2014-05-14T02:58:57Z</dcterms:created>
  <dcterms:modified xsi:type="dcterms:W3CDTF">2016-10-25T03:33:17Z</dcterms:modified>
</cp:coreProperties>
</file>