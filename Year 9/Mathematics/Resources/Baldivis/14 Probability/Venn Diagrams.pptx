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9" r:id="rId3"/>
    <p:sldId id="258" r:id="rId4"/>
    <p:sldId id="303" r:id="rId5"/>
    <p:sldId id="304" r:id="rId6"/>
    <p:sldId id="305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91" d="100"/>
          <a:sy n="91" d="100"/>
        </p:scale>
        <p:origin x="-42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622B1A-A6B7-4526-9C63-5533ED623034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964374FE-0E54-43F8-A78F-1680C21A97BA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83575290-D941-4CED-B000-BEA0B2122D61}" type="parTrans" cxnId="{16E203F8-340B-41AD-B290-68998F2ADDC6}">
      <dgm:prSet/>
      <dgm:spPr/>
      <dgm:t>
        <a:bodyPr/>
        <a:lstStyle/>
        <a:p>
          <a:endParaRPr lang="en-AU"/>
        </a:p>
      </dgm:t>
    </dgm:pt>
    <dgm:pt modelId="{EF2A6414-7303-475A-9F1B-4398CF7A782C}" type="sibTrans" cxnId="{16E203F8-340B-41AD-B290-68998F2ADDC6}">
      <dgm:prSet/>
      <dgm:spPr/>
      <dgm:t>
        <a:bodyPr/>
        <a:lstStyle/>
        <a:p>
          <a:endParaRPr lang="en-AU"/>
        </a:p>
      </dgm:t>
    </dgm:pt>
    <dgm:pt modelId="{DB47D332-2A91-4988-BE1C-672F04D582D2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7E0D3FB0-023A-4DD1-8D90-29CD191B4FB8}" type="parTrans" cxnId="{79F02894-0810-493E-90FE-B7BBB4BF403A}">
      <dgm:prSet/>
      <dgm:spPr/>
      <dgm:t>
        <a:bodyPr/>
        <a:lstStyle/>
        <a:p>
          <a:endParaRPr lang="en-AU"/>
        </a:p>
      </dgm:t>
    </dgm:pt>
    <dgm:pt modelId="{866C8B36-409E-4911-8371-1AE882F6E341}" type="sibTrans" cxnId="{79F02894-0810-493E-90FE-B7BBB4BF403A}">
      <dgm:prSet/>
      <dgm:spPr/>
      <dgm:t>
        <a:bodyPr/>
        <a:lstStyle/>
        <a:p>
          <a:endParaRPr lang="en-AU"/>
        </a:p>
      </dgm:t>
    </dgm:pt>
    <dgm:pt modelId="{ADF1C2AC-8501-4147-ACD1-56AEE2467A3D}" type="pres">
      <dgm:prSet presAssocID="{E7622B1A-A6B7-4526-9C63-5533ED623034}" presName="compositeShape" presStyleCnt="0">
        <dgm:presLayoutVars>
          <dgm:chMax val="7"/>
          <dgm:dir/>
          <dgm:resizeHandles val="exact"/>
        </dgm:presLayoutVars>
      </dgm:prSet>
      <dgm:spPr/>
    </dgm:pt>
    <dgm:pt modelId="{611D6772-2171-415A-A485-059AC4E03AC2}" type="pres">
      <dgm:prSet presAssocID="{964374FE-0E54-43F8-A78F-1680C21A97BA}" presName="circ1" presStyleLbl="vennNode1" presStyleIdx="0" presStyleCnt="2" custScaleX="83915" custScaleY="76244"/>
      <dgm:spPr/>
      <dgm:t>
        <a:bodyPr/>
        <a:lstStyle/>
        <a:p>
          <a:endParaRPr lang="en-AU"/>
        </a:p>
      </dgm:t>
    </dgm:pt>
    <dgm:pt modelId="{D00F0D4F-6B09-4C31-BDCD-C359F80612C6}" type="pres">
      <dgm:prSet presAssocID="{964374FE-0E54-43F8-A78F-1680C21A97B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7B7B287B-02D7-46A7-8842-5BBEC9012B44}" type="pres">
      <dgm:prSet presAssocID="{DB47D332-2A91-4988-BE1C-672F04D582D2}" presName="circ2" presStyleLbl="vennNode1" presStyleIdx="1" presStyleCnt="2" custScaleX="86766" custScaleY="80590" custLinFactNeighborX="-2161" custLinFactNeighborY="-552"/>
      <dgm:spPr/>
      <dgm:t>
        <a:bodyPr/>
        <a:lstStyle/>
        <a:p>
          <a:endParaRPr lang="en-AU"/>
        </a:p>
      </dgm:t>
    </dgm:pt>
    <dgm:pt modelId="{5ECF20C3-443E-4FC0-B1FB-91625624F298}" type="pres">
      <dgm:prSet presAssocID="{DB47D332-2A91-4988-BE1C-672F04D582D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2737D8DB-20A5-4393-8566-06D02FCFFCCD}" type="presOf" srcId="{E7622B1A-A6B7-4526-9C63-5533ED623034}" destId="{ADF1C2AC-8501-4147-ACD1-56AEE2467A3D}" srcOrd="0" destOrd="0" presId="urn:microsoft.com/office/officeart/2005/8/layout/venn1"/>
    <dgm:cxn modelId="{6C6DCB03-17F4-44EA-B185-88C23955FB71}" type="presOf" srcId="{964374FE-0E54-43F8-A78F-1680C21A97BA}" destId="{611D6772-2171-415A-A485-059AC4E03AC2}" srcOrd="0" destOrd="0" presId="urn:microsoft.com/office/officeart/2005/8/layout/venn1"/>
    <dgm:cxn modelId="{1E0B7051-1971-43A3-9330-FE345B38067E}" type="presOf" srcId="{964374FE-0E54-43F8-A78F-1680C21A97BA}" destId="{D00F0D4F-6B09-4C31-BDCD-C359F80612C6}" srcOrd="1" destOrd="0" presId="urn:microsoft.com/office/officeart/2005/8/layout/venn1"/>
    <dgm:cxn modelId="{E24FFD4C-E76E-4FA6-9A49-6DF8C089651C}" type="presOf" srcId="{DB47D332-2A91-4988-BE1C-672F04D582D2}" destId="{5ECF20C3-443E-4FC0-B1FB-91625624F298}" srcOrd="1" destOrd="0" presId="urn:microsoft.com/office/officeart/2005/8/layout/venn1"/>
    <dgm:cxn modelId="{24B97871-84AE-4992-A382-A90524D38628}" type="presOf" srcId="{DB47D332-2A91-4988-BE1C-672F04D582D2}" destId="{7B7B287B-02D7-46A7-8842-5BBEC9012B44}" srcOrd="0" destOrd="0" presId="urn:microsoft.com/office/officeart/2005/8/layout/venn1"/>
    <dgm:cxn modelId="{79F02894-0810-493E-90FE-B7BBB4BF403A}" srcId="{E7622B1A-A6B7-4526-9C63-5533ED623034}" destId="{DB47D332-2A91-4988-BE1C-672F04D582D2}" srcOrd="1" destOrd="0" parTransId="{7E0D3FB0-023A-4DD1-8D90-29CD191B4FB8}" sibTransId="{866C8B36-409E-4911-8371-1AE882F6E341}"/>
    <dgm:cxn modelId="{16E203F8-340B-41AD-B290-68998F2ADDC6}" srcId="{E7622B1A-A6B7-4526-9C63-5533ED623034}" destId="{964374FE-0E54-43F8-A78F-1680C21A97BA}" srcOrd="0" destOrd="0" parTransId="{83575290-D941-4CED-B000-BEA0B2122D61}" sibTransId="{EF2A6414-7303-475A-9F1B-4398CF7A782C}"/>
    <dgm:cxn modelId="{CB645133-CCAF-4424-9D90-5E476C460207}" type="presParOf" srcId="{ADF1C2AC-8501-4147-ACD1-56AEE2467A3D}" destId="{611D6772-2171-415A-A485-059AC4E03AC2}" srcOrd="0" destOrd="0" presId="urn:microsoft.com/office/officeart/2005/8/layout/venn1"/>
    <dgm:cxn modelId="{E9DFE9A2-BE01-44EA-BE7B-FD0403925152}" type="presParOf" srcId="{ADF1C2AC-8501-4147-ACD1-56AEE2467A3D}" destId="{D00F0D4F-6B09-4C31-BDCD-C359F80612C6}" srcOrd="1" destOrd="0" presId="urn:microsoft.com/office/officeart/2005/8/layout/venn1"/>
    <dgm:cxn modelId="{B813F974-2EED-4DD8-A06E-75B786555D22}" type="presParOf" srcId="{ADF1C2AC-8501-4147-ACD1-56AEE2467A3D}" destId="{7B7B287B-02D7-46A7-8842-5BBEC9012B44}" srcOrd="2" destOrd="0" presId="urn:microsoft.com/office/officeart/2005/8/layout/venn1"/>
    <dgm:cxn modelId="{9F989AF3-66B7-4587-B57C-D13A622F76A5}" type="presParOf" srcId="{ADF1C2AC-8501-4147-ACD1-56AEE2467A3D}" destId="{5ECF20C3-443E-4FC0-B1FB-91625624F298}" srcOrd="3" destOrd="0" presId="urn:microsoft.com/office/officeart/2005/8/layout/venn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622B1A-A6B7-4526-9C63-5533ED623034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964374FE-0E54-43F8-A78F-1680C21A97BA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83575290-D941-4CED-B000-BEA0B2122D61}" type="parTrans" cxnId="{16E203F8-340B-41AD-B290-68998F2ADDC6}">
      <dgm:prSet/>
      <dgm:spPr/>
      <dgm:t>
        <a:bodyPr/>
        <a:lstStyle/>
        <a:p>
          <a:endParaRPr lang="en-AU"/>
        </a:p>
      </dgm:t>
    </dgm:pt>
    <dgm:pt modelId="{EF2A6414-7303-475A-9F1B-4398CF7A782C}" type="sibTrans" cxnId="{16E203F8-340B-41AD-B290-68998F2ADDC6}">
      <dgm:prSet/>
      <dgm:spPr/>
      <dgm:t>
        <a:bodyPr/>
        <a:lstStyle/>
        <a:p>
          <a:endParaRPr lang="en-AU"/>
        </a:p>
      </dgm:t>
    </dgm:pt>
    <dgm:pt modelId="{DB47D332-2A91-4988-BE1C-672F04D582D2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7E0D3FB0-023A-4DD1-8D90-29CD191B4FB8}" type="parTrans" cxnId="{79F02894-0810-493E-90FE-B7BBB4BF403A}">
      <dgm:prSet/>
      <dgm:spPr/>
      <dgm:t>
        <a:bodyPr/>
        <a:lstStyle/>
        <a:p>
          <a:endParaRPr lang="en-AU"/>
        </a:p>
      </dgm:t>
    </dgm:pt>
    <dgm:pt modelId="{866C8B36-409E-4911-8371-1AE882F6E341}" type="sibTrans" cxnId="{79F02894-0810-493E-90FE-B7BBB4BF403A}">
      <dgm:prSet/>
      <dgm:spPr/>
      <dgm:t>
        <a:bodyPr/>
        <a:lstStyle/>
        <a:p>
          <a:endParaRPr lang="en-AU"/>
        </a:p>
      </dgm:t>
    </dgm:pt>
    <dgm:pt modelId="{ADF1C2AC-8501-4147-ACD1-56AEE2467A3D}" type="pres">
      <dgm:prSet presAssocID="{E7622B1A-A6B7-4526-9C63-5533ED623034}" presName="compositeShape" presStyleCnt="0">
        <dgm:presLayoutVars>
          <dgm:chMax val="7"/>
          <dgm:dir/>
          <dgm:resizeHandles val="exact"/>
        </dgm:presLayoutVars>
      </dgm:prSet>
      <dgm:spPr/>
    </dgm:pt>
    <dgm:pt modelId="{611D6772-2171-415A-A485-059AC4E03AC2}" type="pres">
      <dgm:prSet presAssocID="{964374FE-0E54-43F8-A78F-1680C21A97BA}" presName="circ1" presStyleLbl="vennNode1" presStyleIdx="0" presStyleCnt="2" custScaleX="83915" custScaleY="76244"/>
      <dgm:spPr/>
      <dgm:t>
        <a:bodyPr/>
        <a:lstStyle/>
        <a:p>
          <a:endParaRPr lang="en-AU"/>
        </a:p>
      </dgm:t>
    </dgm:pt>
    <dgm:pt modelId="{D00F0D4F-6B09-4C31-BDCD-C359F80612C6}" type="pres">
      <dgm:prSet presAssocID="{964374FE-0E54-43F8-A78F-1680C21A97B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7B7B287B-02D7-46A7-8842-5BBEC9012B44}" type="pres">
      <dgm:prSet presAssocID="{DB47D332-2A91-4988-BE1C-672F04D582D2}" presName="circ2" presStyleLbl="vennNode1" presStyleIdx="1" presStyleCnt="2" custScaleX="86766" custScaleY="80590" custLinFactNeighborX="-2161" custLinFactNeighborY="-552"/>
      <dgm:spPr/>
      <dgm:t>
        <a:bodyPr/>
        <a:lstStyle/>
        <a:p>
          <a:endParaRPr lang="en-AU"/>
        </a:p>
      </dgm:t>
    </dgm:pt>
    <dgm:pt modelId="{5ECF20C3-443E-4FC0-B1FB-91625624F298}" type="pres">
      <dgm:prSet presAssocID="{DB47D332-2A91-4988-BE1C-672F04D582D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49DE4361-9C42-4249-A117-2FF3871541CA}" type="presOf" srcId="{964374FE-0E54-43F8-A78F-1680C21A97BA}" destId="{D00F0D4F-6B09-4C31-BDCD-C359F80612C6}" srcOrd="1" destOrd="0" presId="urn:microsoft.com/office/officeart/2005/8/layout/venn1"/>
    <dgm:cxn modelId="{23930B8B-8B28-4C24-A56D-93AF2F788E8C}" type="presOf" srcId="{DB47D332-2A91-4988-BE1C-672F04D582D2}" destId="{7B7B287B-02D7-46A7-8842-5BBEC9012B44}" srcOrd="0" destOrd="0" presId="urn:microsoft.com/office/officeart/2005/8/layout/venn1"/>
    <dgm:cxn modelId="{0609EC9A-D371-4923-A962-30B6A8A90883}" type="presOf" srcId="{964374FE-0E54-43F8-A78F-1680C21A97BA}" destId="{611D6772-2171-415A-A485-059AC4E03AC2}" srcOrd="0" destOrd="0" presId="urn:microsoft.com/office/officeart/2005/8/layout/venn1"/>
    <dgm:cxn modelId="{D7A71DE2-166D-4359-99DE-C8E850A6C497}" type="presOf" srcId="{E7622B1A-A6B7-4526-9C63-5533ED623034}" destId="{ADF1C2AC-8501-4147-ACD1-56AEE2467A3D}" srcOrd="0" destOrd="0" presId="urn:microsoft.com/office/officeart/2005/8/layout/venn1"/>
    <dgm:cxn modelId="{78D3497B-895E-45EA-B365-A355841363D3}" type="presOf" srcId="{DB47D332-2A91-4988-BE1C-672F04D582D2}" destId="{5ECF20C3-443E-4FC0-B1FB-91625624F298}" srcOrd="1" destOrd="0" presId="urn:microsoft.com/office/officeart/2005/8/layout/venn1"/>
    <dgm:cxn modelId="{79F02894-0810-493E-90FE-B7BBB4BF403A}" srcId="{E7622B1A-A6B7-4526-9C63-5533ED623034}" destId="{DB47D332-2A91-4988-BE1C-672F04D582D2}" srcOrd="1" destOrd="0" parTransId="{7E0D3FB0-023A-4DD1-8D90-29CD191B4FB8}" sibTransId="{866C8B36-409E-4911-8371-1AE882F6E341}"/>
    <dgm:cxn modelId="{16E203F8-340B-41AD-B290-68998F2ADDC6}" srcId="{E7622B1A-A6B7-4526-9C63-5533ED623034}" destId="{964374FE-0E54-43F8-A78F-1680C21A97BA}" srcOrd="0" destOrd="0" parTransId="{83575290-D941-4CED-B000-BEA0B2122D61}" sibTransId="{EF2A6414-7303-475A-9F1B-4398CF7A782C}"/>
    <dgm:cxn modelId="{A3865796-8A97-40AC-B6B1-866C296C13AC}" type="presParOf" srcId="{ADF1C2AC-8501-4147-ACD1-56AEE2467A3D}" destId="{611D6772-2171-415A-A485-059AC4E03AC2}" srcOrd="0" destOrd="0" presId="urn:microsoft.com/office/officeart/2005/8/layout/venn1"/>
    <dgm:cxn modelId="{F642C393-2AB8-42C1-BDC6-7EFB29DE1AFA}" type="presParOf" srcId="{ADF1C2AC-8501-4147-ACD1-56AEE2467A3D}" destId="{D00F0D4F-6B09-4C31-BDCD-C359F80612C6}" srcOrd="1" destOrd="0" presId="urn:microsoft.com/office/officeart/2005/8/layout/venn1"/>
    <dgm:cxn modelId="{9FA936BD-4BA5-4739-9807-59DAEF30850F}" type="presParOf" srcId="{ADF1C2AC-8501-4147-ACD1-56AEE2467A3D}" destId="{7B7B287B-02D7-46A7-8842-5BBEC9012B44}" srcOrd="2" destOrd="0" presId="urn:microsoft.com/office/officeart/2005/8/layout/venn1"/>
    <dgm:cxn modelId="{51F0243C-E6CB-49B0-A480-80181D372D01}" type="presParOf" srcId="{ADF1C2AC-8501-4147-ACD1-56AEE2467A3D}" destId="{5ECF20C3-443E-4FC0-B1FB-91625624F298}" srcOrd="3" destOrd="0" presId="urn:microsoft.com/office/officeart/2005/8/layout/venn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622B1A-A6B7-4526-9C63-5533ED623034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964374FE-0E54-43F8-A78F-1680C21A97BA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83575290-D941-4CED-B000-BEA0B2122D61}" type="parTrans" cxnId="{16E203F8-340B-41AD-B290-68998F2ADDC6}">
      <dgm:prSet/>
      <dgm:spPr/>
      <dgm:t>
        <a:bodyPr/>
        <a:lstStyle/>
        <a:p>
          <a:endParaRPr lang="en-AU"/>
        </a:p>
      </dgm:t>
    </dgm:pt>
    <dgm:pt modelId="{EF2A6414-7303-475A-9F1B-4398CF7A782C}" type="sibTrans" cxnId="{16E203F8-340B-41AD-B290-68998F2ADDC6}">
      <dgm:prSet/>
      <dgm:spPr/>
      <dgm:t>
        <a:bodyPr/>
        <a:lstStyle/>
        <a:p>
          <a:endParaRPr lang="en-AU"/>
        </a:p>
      </dgm:t>
    </dgm:pt>
    <dgm:pt modelId="{DB47D332-2A91-4988-BE1C-672F04D582D2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7E0D3FB0-023A-4DD1-8D90-29CD191B4FB8}" type="parTrans" cxnId="{79F02894-0810-493E-90FE-B7BBB4BF403A}">
      <dgm:prSet/>
      <dgm:spPr/>
      <dgm:t>
        <a:bodyPr/>
        <a:lstStyle/>
        <a:p>
          <a:endParaRPr lang="en-AU"/>
        </a:p>
      </dgm:t>
    </dgm:pt>
    <dgm:pt modelId="{866C8B36-409E-4911-8371-1AE882F6E341}" type="sibTrans" cxnId="{79F02894-0810-493E-90FE-B7BBB4BF403A}">
      <dgm:prSet/>
      <dgm:spPr/>
      <dgm:t>
        <a:bodyPr/>
        <a:lstStyle/>
        <a:p>
          <a:endParaRPr lang="en-AU"/>
        </a:p>
      </dgm:t>
    </dgm:pt>
    <dgm:pt modelId="{ADF1C2AC-8501-4147-ACD1-56AEE2467A3D}" type="pres">
      <dgm:prSet presAssocID="{E7622B1A-A6B7-4526-9C63-5533ED623034}" presName="compositeShape" presStyleCnt="0">
        <dgm:presLayoutVars>
          <dgm:chMax val="7"/>
          <dgm:dir/>
          <dgm:resizeHandles val="exact"/>
        </dgm:presLayoutVars>
      </dgm:prSet>
      <dgm:spPr/>
    </dgm:pt>
    <dgm:pt modelId="{611D6772-2171-415A-A485-059AC4E03AC2}" type="pres">
      <dgm:prSet presAssocID="{964374FE-0E54-43F8-A78F-1680C21A97BA}" presName="circ1" presStyleLbl="vennNode1" presStyleIdx="0" presStyleCnt="2" custScaleX="83915" custScaleY="76244"/>
      <dgm:spPr/>
      <dgm:t>
        <a:bodyPr/>
        <a:lstStyle/>
        <a:p>
          <a:endParaRPr lang="en-AU"/>
        </a:p>
      </dgm:t>
    </dgm:pt>
    <dgm:pt modelId="{D00F0D4F-6B09-4C31-BDCD-C359F80612C6}" type="pres">
      <dgm:prSet presAssocID="{964374FE-0E54-43F8-A78F-1680C21A97B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7B7B287B-02D7-46A7-8842-5BBEC9012B44}" type="pres">
      <dgm:prSet presAssocID="{DB47D332-2A91-4988-BE1C-672F04D582D2}" presName="circ2" presStyleLbl="vennNode1" presStyleIdx="1" presStyleCnt="2" custScaleX="86766" custScaleY="80590" custLinFactNeighborX="-2161" custLinFactNeighborY="-552"/>
      <dgm:spPr/>
      <dgm:t>
        <a:bodyPr/>
        <a:lstStyle/>
        <a:p>
          <a:endParaRPr lang="en-AU"/>
        </a:p>
      </dgm:t>
    </dgm:pt>
    <dgm:pt modelId="{5ECF20C3-443E-4FC0-B1FB-91625624F298}" type="pres">
      <dgm:prSet presAssocID="{DB47D332-2A91-4988-BE1C-672F04D582D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41BDC91B-917E-4841-AFF1-12D9E537147C}" type="presOf" srcId="{DB47D332-2A91-4988-BE1C-672F04D582D2}" destId="{7B7B287B-02D7-46A7-8842-5BBEC9012B44}" srcOrd="0" destOrd="0" presId="urn:microsoft.com/office/officeart/2005/8/layout/venn1"/>
    <dgm:cxn modelId="{16E203F8-340B-41AD-B290-68998F2ADDC6}" srcId="{E7622B1A-A6B7-4526-9C63-5533ED623034}" destId="{964374FE-0E54-43F8-A78F-1680C21A97BA}" srcOrd="0" destOrd="0" parTransId="{83575290-D941-4CED-B000-BEA0B2122D61}" sibTransId="{EF2A6414-7303-475A-9F1B-4398CF7A782C}"/>
    <dgm:cxn modelId="{27206971-E383-4B27-96ED-8E0C0ACC2A25}" type="presOf" srcId="{964374FE-0E54-43F8-A78F-1680C21A97BA}" destId="{611D6772-2171-415A-A485-059AC4E03AC2}" srcOrd="0" destOrd="0" presId="urn:microsoft.com/office/officeart/2005/8/layout/venn1"/>
    <dgm:cxn modelId="{65C2955A-7EDC-437A-B516-8760A6135946}" type="presOf" srcId="{964374FE-0E54-43F8-A78F-1680C21A97BA}" destId="{D00F0D4F-6B09-4C31-BDCD-C359F80612C6}" srcOrd="1" destOrd="0" presId="urn:microsoft.com/office/officeart/2005/8/layout/venn1"/>
    <dgm:cxn modelId="{A224C2B3-FC74-4D69-92E9-A1579CE25031}" type="presOf" srcId="{E7622B1A-A6B7-4526-9C63-5533ED623034}" destId="{ADF1C2AC-8501-4147-ACD1-56AEE2467A3D}" srcOrd="0" destOrd="0" presId="urn:microsoft.com/office/officeart/2005/8/layout/venn1"/>
    <dgm:cxn modelId="{79F02894-0810-493E-90FE-B7BBB4BF403A}" srcId="{E7622B1A-A6B7-4526-9C63-5533ED623034}" destId="{DB47D332-2A91-4988-BE1C-672F04D582D2}" srcOrd="1" destOrd="0" parTransId="{7E0D3FB0-023A-4DD1-8D90-29CD191B4FB8}" sibTransId="{866C8B36-409E-4911-8371-1AE882F6E341}"/>
    <dgm:cxn modelId="{42E3DE1E-3A3D-4D5C-9FC2-80A26833EF66}" type="presOf" srcId="{DB47D332-2A91-4988-BE1C-672F04D582D2}" destId="{5ECF20C3-443E-4FC0-B1FB-91625624F298}" srcOrd="1" destOrd="0" presId="urn:microsoft.com/office/officeart/2005/8/layout/venn1"/>
    <dgm:cxn modelId="{2C50DB16-CA08-4896-8858-12F317455308}" type="presParOf" srcId="{ADF1C2AC-8501-4147-ACD1-56AEE2467A3D}" destId="{611D6772-2171-415A-A485-059AC4E03AC2}" srcOrd="0" destOrd="0" presId="urn:microsoft.com/office/officeart/2005/8/layout/venn1"/>
    <dgm:cxn modelId="{381C5273-DB47-4BAA-9CF9-B105FBB2E13C}" type="presParOf" srcId="{ADF1C2AC-8501-4147-ACD1-56AEE2467A3D}" destId="{D00F0D4F-6B09-4C31-BDCD-C359F80612C6}" srcOrd="1" destOrd="0" presId="urn:microsoft.com/office/officeart/2005/8/layout/venn1"/>
    <dgm:cxn modelId="{2C2EFBC3-6194-44FF-865D-F8F1EDEC9EAD}" type="presParOf" srcId="{ADF1C2AC-8501-4147-ACD1-56AEE2467A3D}" destId="{7B7B287B-02D7-46A7-8842-5BBEC9012B44}" srcOrd="2" destOrd="0" presId="urn:microsoft.com/office/officeart/2005/8/layout/venn1"/>
    <dgm:cxn modelId="{92E77433-08B4-4C32-9E1E-992341438A51}" type="presParOf" srcId="{ADF1C2AC-8501-4147-ACD1-56AEE2467A3D}" destId="{5ECF20C3-443E-4FC0-B1FB-91625624F298}" srcOrd="3" destOrd="0" presId="urn:microsoft.com/office/officeart/2005/8/layout/venn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D6772-2171-415A-A485-059AC4E03AC2}">
      <dsp:nvSpPr>
        <dsp:cNvPr id="0" name=""/>
        <dsp:cNvSpPr/>
      </dsp:nvSpPr>
      <dsp:spPr>
        <a:xfrm>
          <a:off x="357410" y="306132"/>
          <a:ext cx="2114072" cy="1920816"/>
        </a:xfrm>
        <a:prstGeom prst="ellipse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6500" kern="1200" dirty="0" smtClean="0"/>
            <a:t> </a:t>
          </a:r>
          <a:endParaRPr lang="en-AU" sz="6500" kern="1200" dirty="0"/>
        </a:p>
      </dsp:txBody>
      <dsp:txXfrm>
        <a:off x="652618" y="532638"/>
        <a:ext cx="1218924" cy="1467805"/>
      </dsp:txXfrm>
    </dsp:sp>
    <dsp:sp modelId="{7B7B287B-02D7-46A7-8842-5BBEC9012B44}">
      <dsp:nvSpPr>
        <dsp:cNvPr id="0" name=""/>
        <dsp:cNvSpPr/>
      </dsp:nvSpPr>
      <dsp:spPr>
        <a:xfrm>
          <a:off x="2082768" y="237481"/>
          <a:ext cx="2185897" cy="2030305"/>
        </a:xfrm>
        <a:prstGeom prst="ellipse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6500" kern="1200" dirty="0" smtClean="0"/>
            <a:t> </a:t>
          </a:r>
          <a:endParaRPr lang="en-AU" sz="6500" kern="1200" dirty="0"/>
        </a:p>
      </dsp:txBody>
      <dsp:txXfrm>
        <a:off x="2703091" y="476898"/>
        <a:ext cx="1260337" cy="15514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D6772-2171-415A-A485-059AC4E03AC2}">
      <dsp:nvSpPr>
        <dsp:cNvPr id="0" name=""/>
        <dsp:cNvSpPr/>
      </dsp:nvSpPr>
      <dsp:spPr>
        <a:xfrm>
          <a:off x="357410" y="306132"/>
          <a:ext cx="2114072" cy="1920816"/>
        </a:xfrm>
        <a:prstGeom prst="ellipse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6500" kern="1200" dirty="0" smtClean="0"/>
            <a:t> </a:t>
          </a:r>
          <a:endParaRPr lang="en-AU" sz="6500" kern="1200" dirty="0"/>
        </a:p>
      </dsp:txBody>
      <dsp:txXfrm>
        <a:off x="652618" y="532638"/>
        <a:ext cx="1218924" cy="1467805"/>
      </dsp:txXfrm>
    </dsp:sp>
    <dsp:sp modelId="{7B7B287B-02D7-46A7-8842-5BBEC9012B44}">
      <dsp:nvSpPr>
        <dsp:cNvPr id="0" name=""/>
        <dsp:cNvSpPr/>
      </dsp:nvSpPr>
      <dsp:spPr>
        <a:xfrm>
          <a:off x="2082768" y="237481"/>
          <a:ext cx="2185897" cy="2030305"/>
        </a:xfrm>
        <a:prstGeom prst="ellipse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6500" kern="1200" dirty="0" smtClean="0"/>
            <a:t> </a:t>
          </a:r>
          <a:endParaRPr lang="en-AU" sz="6500" kern="1200" dirty="0"/>
        </a:p>
      </dsp:txBody>
      <dsp:txXfrm>
        <a:off x="2703091" y="476898"/>
        <a:ext cx="1260337" cy="15514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D6772-2171-415A-A485-059AC4E03AC2}">
      <dsp:nvSpPr>
        <dsp:cNvPr id="0" name=""/>
        <dsp:cNvSpPr/>
      </dsp:nvSpPr>
      <dsp:spPr>
        <a:xfrm>
          <a:off x="357410" y="306132"/>
          <a:ext cx="2114072" cy="1920816"/>
        </a:xfrm>
        <a:prstGeom prst="ellipse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6500" kern="1200" dirty="0" smtClean="0"/>
            <a:t> </a:t>
          </a:r>
          <a:endParaRPr lang="en-AU" sz="6500" kern="1200" dirty="0"/>
        </a:p>
      </dsp:txBody>
      <dsp:txXfrm>
        <a:off x="652618" y="532638"/>
        <a:ext cx="1218924" cy="1467805"/>
      </dsp:txXfrm>
    </dsp:sp>
    <dsp:sp modelId="{7B7B287B-02D7-46A7-8842-5BBEC9012B44}">
      <dsp:nvSpPr>
        <dsp:cNvPr id="0" name=""/>
        <dsp:cNvSpPr/>
      </dsp:nvSpPr>
      <dsp:spPr>
        <a:xfrm>
          <a:off x="2082768" y="237481"/>
          <a:ext cx="2185897" cy="2030305"/>
        </a:xfrm>
        <a:prstGeom prst="ellipse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6500" kern="1200" dirty="0" smtClean="0"/>
            <a:t> </a:t>
          </a:r>
          <a:endParaRPr lang="en-AU" sz="6500" kern="1200" dirty="0"/>
        </a:p>
      </dsp:txBody>
      <dsp:txXfrm>
        <a:off x="2703091" y="476898"/>
        <a:ext cx="1260337" cy="15514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1/11/2016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1/11/2016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1/11/2016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1919258" cy="183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4 </a:t>
            </a:r>
            <a:r>
              <a:rPr lang="en-AU" dirty="0" smtClean="0"/>
              <a:t>Semester </a:t>
            </a:r>
            <a:r>
              <a:rPr lang="en-AU" dirty="0" smtClean="0"/>
              <a:t>2</a:t>
            </a:r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Venn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3752" y="1065473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put the information from a  Venn diagram into a two-way table?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1965680"/>
            <a:ext cx="55051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the results of an experiment involve overlapping categories you can organise the information into a  Venn diagram or two-way table.</a:t>
            </a:r>
          </a:p>
          <a:p>
            <a:r>
              <a:rPr lang="en-AU" dirty="0" smtClean="0"/>
              <a:t>These can then be used to calculate probabilities. </a:t>
            </a:r>
          </a:p>
          <a:p>
            <a:endParaRPr lang="en-AU" dirty="0"/>
          </a:p>
          <a:p>
            <a:r>
              <a:rPr lang="en-AU" dirty="0" smtClean="0"/>
              <a:t>Example – Draw a Venn Diagram showing the number of students in the class with a brother or sister.</a:t>
            </a:r>
          </a:p>
          <a:p>
            <a:endParaRPr lang="en-AU" dirty="0" smtClean="0"/>
          </a:p>
          <a:p>
            <a:endParaRPr lang="en-AU" dirty="0"/>
          </a:p>
          <a:p>
            <a:endParaRPr lang="en-AU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674442505"/>
              </p:ext>
            </p:extLst>
          </p:nvPr>
        </p:nvGraphicFramePr>
        <p:xfrm>
          <a:off x="3580331" y="4140252"/>
          <a:ext cx="4680519" cy="2533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Venn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3752" y="1065473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put the information from a  Venn diagram into a two-way table?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1965680"/>
            <a:ext cx="55051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a class of 34 Mathematics students 18 do Food Science, 21 do Wood Technology and 5 do neither.  Put this information on the Venn diagram below and find the probability of a student doing both Food and Wood.</a:t>
            </a:r>
            <a:endParaRPr lang="en-AU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759013374"/>
              </p:ext>
            </p:extLst>
          </p:nvPr>
        </p:nvGraphicFramePr>
        <p:xfrm>
          <a:off x="3580331" y="4140252"/>
          <a:ext cx="4680519" cy="2533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141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187624" y="1875020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Venn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3752" y="1065473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put the information from a  Venn diagram into a two-way table?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1965680"/>
            <a:ext cx="55051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a class of 34 Mathematics students 18 do Food Science, 21 do Wood Technology and 5 do neither.  Put this information on the Venn diagram below and find the probability of a student doing both Food and Wood.</a:t>
            </a:r>
            <a:endParaRPr lang="en-AU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4273973989"/>
              </p:ext>
            </p:extLst>
          </p:nvPr>
        </p:nvGraphicFramePr>
        <p:xfrm>
          <a:off x="3580331" y="4140252"/>
          <a:ext cx="4680519" cy="2533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55976" y="4473116"/>
            <a:ext cx="5950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F-18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779899" y="4431304"/>
            <a:ext cx="6944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W-21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563888" y="411599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34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685074" y="6120300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615180" y="3338426"/>
            <a:ext cx="5060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There are 34-5=29 students doing F, W or both</a:t>
            </a:r>
          </a:p>
          <a:p>
            <a:r>
              <a:rPr lang="en-AU" dirty="0" smtClean="0"/>
              <a:t>Therefore those doing Wood alone will be 29-18=11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675989" y="530120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4653493" y="5299232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5661565" y="522920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1187624" y="4300660"/>
                <a:ext cx="2376264" cy="1893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From this we have</a:t>
                </a:r>
              </a:p>
              <a:p>
                <a:r>
                  <a:rPr lang="en-AU" dirty="0" smtClean="0"/>
                  <a:t>Doing both 21-11=10</a:t>
                </a:r>
              </a:p>
              <a:p>
                <a:r>
                  <a:rPr lang="en-AU" dirty="0" smtClean="0"/>
                  <a:t>And then Food only</a:t>
                </a:r>
              </a:p>
              <a:p>
                <a:r>
                  <a:rPr lang="en-AU" dirty="0" smtClean="0"/>
                  <a:t>18 – 10 =8</a:t>
                </a:r>
              </a:p>
              <a:p>
                <a:endParaRPr lang="en-AU" dirty="0"/>
              </a:p>
              <a:p>
                <a:r>
                  <a:rPr lang="en-AU" dirty="0" smtClean="0"/>
                  <a:t>P(F &amp; W)=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34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𝑜𝑟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17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4300660"/>
                <a:ext cx="2376264" cy="1893532"/>
              </a:xfrm>
              <a:prstGeom prst="rect">
                <a:avLst/>
              </a:prstGeom>
              <a:blipFill rotWithShape="1">
                <a:blip r:embed="rId7"/>
                <a:stretch>
                  <a:fillRect l="-2308" t="-16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77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</TotalTime>
  <Words>345</Words>
  <Application>Microsoft Office PowerPoint</Application>
  <PresentationFormat>On-screen Show (4:3)</PresentationFormat>
  <Paragraphs>84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My Probability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86</cp:revision>
  <dcterms:created xsi:type="dcterms:W3CDTF">2014-05-14T02:58:57Z</dcterms:created>
  <dcterms:modified xsi:type="dcterms:W3CDTF">2016-11-01T00:01:20Z</dcterms:modified>
</cp:coreProperties>
</file>