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0" r:id="rId2"/>
    <p:sldId id="259" r:id="rId3"/>
    <p:sldId id="258" r:id="rId4"/>
    <p:sldId id="327" r:id="rId5"/>
    <p:sldId id="328" r:id="rId6"/>
    <p:sldId id="303" r:id="rId7"/>
    <p:sldId id="330" r:id="rId8"/>
    <p:sldId id="331" r:id="rId9"/>
    <p:sldId id="333" r:id="rId10"/>
    <p:sldId id="335" r:id="rId11"/>
    <p:sldId id="336" r:id="rId12"/>
    <p:sldId id="337" r:id="rId13"/>
    <p:sldId id="334" r:id="rId14"/>
    <p:sldId id="292" r:id="rId15"/>
    <p:sldId id="29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62" autoAdjust="0"/>
    <p:restoredTop sz="92895" autoAdjust="0"/>
  </p:normalViewPr>
  <p:slideViewPr>
    <p:cSldViewPr>
      <p:cViewPr varScale="1">
        <p:scale>
          <a:sx n="57" d="100"/>
          <a:sy n="57" d="100"/>
        </p:scale>
        <p:origin x="-59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24/10/2016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24/10/2016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e4047095\AppData\Local\Microsoft\Windows\Temporary Internet Files\Content.IE5\4I30O3QX\euro_coins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60648"/>
            <a:ext cx="1919258" cy="183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Probability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3568" y="450912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4 </a:t>
            </a:r>
            <a:r>
              <a:rPr lang="en-AU" smtClean="0"/>
              <a:t>Semester 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C:\Users\e4047095\AppData\Local\Microsoft\Windows\Temporary Internet Files\Content.IE5\4I30O3QX\373269258_560c1d534d_z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40" y="1844824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e4047095\AppData\Local\Microsoft\Windows\Temporary Internet Files\Content.IE5\4I30O3QX\Playing_Cards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3079119"/>
            <a:ext cx="3199160" cy="2725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Three letters are chosen from the work MATH without replacement.</a:t>
            </a:r>
          </a:p>
          <a:p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(MAT)</a:t>
            </a:r>
          </a:p>
          <a:p>
            <a:r>
              <a:rPr lang="en-AU" dirty="0" smtClean="0"/>
              <a:t>Start by listing the outcomes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234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One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Three letters are chosen from the work MATH without replacement</a:t>
            </a:r>
          </a:p>
          <a:p>
            <a:r>
              <a:rPr lang="en-AU" dirty="0" smtClean="0"/>
              <a:t>Find </a:t>
            </a:r>
            <a:r>
              <a:rPr lang="en-AU" dirty="0" err="1" smtClean="0"/>
              <a:t>Pr</a:t>
            </a:r>
            <a:r>
              <a:rPr lang="en-AU" dirty="0" smtClean="0"/>
              <a:t>(MAT)</a:t>
            </a:r>
          </a:p>
          <a:p>
            <a:r>
              <a:rPr lang="en-AU" dirty="0" smtClean="0"/>
              <a:t>Start by listing the outcomes</a:t>
            </a:r>
          </a:p>
          <a:p>
            <a:r>
              <a:rPr lang="en-AU" dirty="0" smtClean="0"/>
              <a:t>What problems did you encounter in solving this problem?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4244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0372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45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25300" y="3298586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98778" y="3269750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355" y="2931450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79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25300" y="3298586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98778" y="3269750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355" y="2931450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8810" y="2882943"/>
            <a:ext cx="10503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Outcome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0366" y="3300782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</a:t>
            </a:r>
          </a:p>
          <a:p>
            <a:r>
              <a:rPr lang="en-AU" dirty="0" smtClean="0"/>
              <a:t>MT</a:t>
            </a:r>
          </a:p>
          <a:p>
            <a:r>
              <a:rPr lang="en-AU" dirty="0" smtClean="0"/>
              <a:t>MH</a:t>
            </a:r>
          </a:p>
          <a:p>
            <a:r>
              <a:rPr lang="en-AU" dirty="0" smtClean="0"/>
              <a:t>AM</a:t>
            </a:r>
          </a:p>
          <a:p>
            <a:r>
              <a:rPr lang="en-AU" dirty="0" smtClean="0"/>
              <a:t>AT</a:t>
            </a:r>
          </a:p>
          <a:p>
            <a:r>
              <a:rPr lang="en-AU" dirty="0" smtClean="0"/>
              <a:t>AH</a:t>
            </a:r>
          </a:p>
          <a:p>
            <a:r>
              <a:rPr lang="en-AU" dirty="0" smtClean="0"/>
              <a:t>TM</a:t>
            </a:r>
          </a:p>
          <a:p>
            <a:r>
              <a:rPr lang="en-AU" dirty="0" smtClean="0"/>
              <a:t>TA</a:t>
            </a:r>
          </a:p>
          <a:p>
            <a:r>
              <a:rPr lang="en-AU" dirty="0" smtClean="0"/>
              <a:t>TH</a:t>
            </a:r>
          </a:p>
          <a:p>
            <a:r>
              <a:rPr lang="en-AU" dirty="0" smtClean="0"/>
              <a:t>HMHA</a:t>
            </a:r>
          </a:p>
          <a:p>
            <a:r>
              <a:rPr lang="en-AU" dirty="0" smtClean="0"/>
              <a:t>HT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312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2968849" y="2060848"/>
            <a:ext cx="6081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Tree diagrams list the sample space for multistage experiments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992687" y="2564904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30339" y="3300782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03262" y="3549848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25179" y="4288450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25179" y="5229200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303262" y="6049739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10264" y="3180516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25300" y="3298586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98778" y="3269750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0355" y="2931450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28810" y="2882943"/>
            <a:ext cx="1140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0366" y="3300782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</a:t>
            </a:r>
          </a:p>
          <a:p>
            <a:r>
              <a:rPr lang="en-AU" dirty="0" smtClean="0"/>
              <a:t>MT</a:t>
            </a:r>
          </a:p>
          <a:p>
            <a:r>
              <a:rPr lang="en-AU" dirty="0" smtClean="0"/>
              <a:t>MH</a:t>
            </a:r>
          </a:p>
          <a:p>
            <a:r>
              <a:rPr lang="en-AU" dirty="0" smtClean="0"/>
              <a:t>AM</a:t>
            </a:r>
          </a:p>
          <a:p>
            <a:r>
              <a:rPr lang="en-AU" dirty="0" smtClean="0"/>
              <a:t>AT</a:t>
            </a:r>
          </a:p>
          <a:p>
            <a:r>
              <a:rPr lang="en-AU" dirty="0" smtClean="0"/>
              <a:t>AH</a:t>
            </a:r>
          </a:p>
          <a:p>
            <a:r>
              <a:rPr lang="en-AU" dirty="0" smtClean="0"/>
              <a:t>TM</a:t>
            </a:r>
          </a:p>
          <a:p>
            <a:r>
              <a:rPr lang="en-AU" dirty="0" smtClean="0"/>
              <a:t>TA</a:t>
            </a:r>
          </a:p>
          <a:p>
            <a:r>
              <a:rPr lang="en-AU" dirty="0" smtClean="0"/>
              <a:t>TH</a:t>
            </a:r>
          </a:p>
          <a:p>
            <a:r>
              <a:rPr lang="en-AU" dirty="0" smtClean="0"/>
              <a:t>HMHA</a:t>
            </a:r>
          </a:p>
          <a:p>
            <a:r>
              <a:rPr lang="en-AU" dirty="0" smtClean="0"/>
              <a:t>HT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866030" y="4288450"/>
            <a:ext cx="1441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12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99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39088" y="5869657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9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2550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Tree Diagrams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I list the outcomes for multiple events?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2983311" y="1945893"/>
            <a:ext cx="60306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Example : Two </a:t>
            </a:r>
            <a:r>
              <a:rPr lang="en-AU" dirty="0"/>
              <a:t>letters are chosen from the work </a:t>
            </a:r>
            <a:r>
              <a:rPr lang="en-AU" dirty="0" smtClean="0"/>
              <a:t>MATH without replacement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33" t="11993" r="72692" b="18648"/>
          <a:stretch/>
        </p:blipFill>
        <p:spPr bwMode="auto">
          <a:xfrm>
            <a:off x="3320963" y="2681771"/>
            <a:ext cx="1241661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293886" y="2930837"/>
            <a:ext cx="434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315803" y="3669439"/>
            <a:ext cx="3706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A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4315803" y="4610189"/>
            <a:ext cx="34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T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4293886" y="543072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H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00888" y="2561505"/>
            <a:ext cx="1020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</a:t>
            </a:r>
            <a:r>
              <a:rPr lang="en-AU" baseline="30000" dirty="0" smtClean="0">
                <a:solidFill>
                  <a:srgbClr val="FF0000"/>
                </a:solidFill>
              </a:rPr>
              <a:t>st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34" t="11993" r="64765" b="18648"/>
          <a:stretch/>
        </p:blipFill>
        <p:spPr bwMode="auto">
          <a:xfrm>
            <a:off x="4915924" y="2679575"/>
            <a:ext cx="1073343" cy="33542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5689402" y="2650739"/>
            <a:ext cx="3872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</a:t>
            </a:r>
          </a:p>
          <a:p>
            <a:r>
              <a:rPr lang="en-AU" dirty="0"/>
              <a:t>T</a:t>
            </a:r>
            <a:endParaRPr lang="en-AU" dirty="0" smtClean="0"/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T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</a:t>
            </a:r>
          </a:p>
          <a:p>
            <a:r>
              <a:rPr lang="en-AU" dirty="0" smtClean="0"/>
              <a:t>A</a:t>
            </a:r>
          </a:p>
          <a:p>
            <a:r>
              <a:rPr lang="en-AU" dirty="0" smtClean="0"/>
              <a:t>H</a:t>
            </a:r>
          </a:p>
          <a:p>
            <a:r>
              <a:rPr lang="en-AU" dirty="0" smtClean="0"/>
              <a:t>MA</a:t>
            </a:r>
          </a:p>
          <a:p>
            <a:r>
              <a:rPr lang="en-AU" dirty="0"/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0979" y="2312439"/>
            <a:ext cx="1070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2</a:t>
            </a:r>
            <a:r>
              <a:rPr lang="en-AU" baseline="30000" dirty="0" smtClean="0">
                <a:solidFill>
                  <a:srgbClr val="FF0000"/>
                </a:solidFill>
              </a:rPr>
              <a:t>nd</a:t>
            </a:r>
            <a:r>
              <a:rPr lang="en-AU" dirty="0" smtClean="0">
                <a:solidFill>
                  <a:srgbClr val="FF0000"/>
                </a:solidFill>
              </a:rPr>
              <a:t> Letter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19434" y="2263932"/>
            <a:ext cx="1140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50990" y="2681771"/>
            <a:ext cx="55199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MA</a:t>
            </a:r>
          </a:p>
          <a:p>
            <a:r>
              <a:rPr lang="en-AU" dirty="0" smtClean="0"/>
              <a:t>MT</a:t>
            </a:r>
          </a:p>
          <a:p>
            <a:r>
              <a:rPr lang="en-AU" dirty="0" smtClean="0"/>
              <a:t>MH</a:t>
            </a:r>
          </a:p>
          <a:p>
            <a:r>
              <a:rPr lang="en-AU" dirty="0" smtClean="0"/>
              <a:t>AM</a:t>
            </a:r>
          </a:p>
          <a:p>
            <a:r>
              <a:rPr lang="en-AU" dirty="0" smtClean="0"/>
              <a:t>AT</a:t>
            </a:r>
          </a:p>
          <a:p>
            <a:r>
              <a:rPr lang="en-AU" dirty="0" smtClean="0"/>
              <a:t>AH</a:t>
            </a:r>
          </a:p>
          <a:p>
            <a:r>
              <a:rPr lang="en-AU" dirty="0" smtClean="0"/>
              <a:t>TM</a:t>
            </a:r>
          </a:p>
          <a:p>
            <a:r>
              <a:rPr lang="en-AU" dirty="0" smtClean="0"/>
              <a:t>TA</a:t>
            </a:r>
          </a:p>
          <a:p>
            <a:r>
              <a:rPr lang="en-AU" dirty="0" smtClean="0"/>
              <a:t>TH</a:t>
            </a:r>
          </a:p>
          <a:p>
            <a:r>
              <a:rPr lang="en-AU" dirty="0" smtClean="0"/>
              <a:t>HMHA</a:t>
            </a:r>
          </a:p>
          <a:p>
            <a:r>
              <a:rPr lang="en-AU" dirty="0" smtClean="0"/>
              <a:t>HT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856654" y="3669439"/>
            <a:ext cx="14412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12 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Outcomes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267441" y="6265059"/>
                <a:ext cx="1844864" cy="4834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Find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AU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AU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AU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/>
                              </a:rPr>
                              <m:t>𝐴𝑇</m:t>
                            </m:r>
                          </m:e>
                        </m:d>
                      </m:e>
                    </m:func>
                    <m:r>
                      <a:rPr lang="en-AU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441" y="6265059"/>
                <a:ext cx="1844864" cy="483466"/>
              </a:xfrm>
              <a:prstGeom prst="rect">
                <a:avLst/>
              </a:prstGeom>
              <a:blipFill rotWithShape="1">
                <a:blip r:embed="rId3"/>
                <a:stretch>
                  <a:fillRect l="-2970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36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191</a:t>
            </a:r>
          </a:p>
          <a:p>
            <a:r>
              <a:rPr lang="en-AU" dirty="0" smtClean="0"/>
              <a:t>Ex 14.2</a:t>
            </a:r>
          </a:p>
          <a:p>
            <a:r>
              <a:rPr lang="en-AU" dirty="0" err="1" smtClean="0"/>
              <a:t>Mathspace</a:t>
            </a:r>
            <a:r>
              <a:rPr lang="en-AU" dirty="0" smtClean="0"/>
              <a:t> tree diagrams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266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550</Words>
  <Application>Microsoft Office PowerPoint</Application>
  <PresentationFormat>On-screen Show (4:3)</PresentationFormat>
  <Paragraphs>223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My Probability Interactive Notebook</vt:lpstr>
      <vt:lpstr>PowerPoint Presentation</vt:lpstr>
      <vt:lpstr>PowerPoint Presentation</vt:lpstr>
      <vt:lpstr>Task One</vt:lpstr>
      <vt:lpstr>Task One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82</cp:revision>
  <dcterms:created xsi:type="dcterms:W3CDTF">2014-05-14T02:58:57Z</dcterms:created>
  <dcterms:modified xsi:type="dcterms:W3CDTF">2016-10-24T02:46:45Z</dcterms:modified>
</cp:coreProperties>
</file>