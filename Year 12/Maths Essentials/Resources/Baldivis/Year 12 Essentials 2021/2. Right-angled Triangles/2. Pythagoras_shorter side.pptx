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4" r:id="rId4"/>
    <p:sldId id="259" r:id="rId5"/>
    <p:sldId id="261" r:id="rId6"/>
    <p:sldId id="265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C347F-6251-4CC6-9050-AE770A3A7019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AA5EF-271B-4CDE-8043-9092F7094A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4518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-211138" y="815975"/>
            <a:ext cx="7250113" cy="407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2758" y="5167024"/>
            <a:ext cx="5462058" cy="4895073"/>
          </a:xfrm>
          <a:prstGeom prst="rect">
            <a:avLst/>
          </a:prstGeom>
        </p:spPr>
        <p:txBody>
          <a:bodyPr spcFirstLastPara="1" wrap="square" lIns="99545" tIns="99545" rIns="99545" bIns="9954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311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96600" rIns="96600" bIns="966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96600" rIns="96600" bIns="966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461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96600" rIns="96600" bIns="966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7735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96600" rIns="96600" bIns="966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0837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61A0-CC17-43F7-8EE3-208E9B06A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5F647-EF5B-4C4C-83C8-7978BBB8D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A8A81-B46D-4D5E-B557-16A6CD59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13BAF-87BC-44F4-8A2D-7F55BB9A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4F700-D6E0-477E-8A0C-B02AB222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25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EE63-1146-45BF-80CE-6B6AA812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7BB75-70AC-40E7-BAD0-96A53A2A4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4FF7E-9E92-4B7C-A881-B28258C7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6CB68-506B-4E0A-95F7-0A909422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9D25C-4135-4D2B-B74D-12BA25F3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319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9B96-1ED5-4E48-82F2-5C362EDC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8ABA3-3BB2-47F8-9D59-88C69FE9B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305FE-8DB0-47F3-A094-8F302723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7F272-C8A3-47A2-BDC4-E32F38C7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24BD9-180C-4BC5-83FC-4678DE0B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6327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A0A2D-3AC4-487D-B8FE-5D9FED67D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A1714-FD99-4030-8B31-C44C71130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17007-1BC8-4146-87B4-E2044AEEC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D4121-1339-4277-B219-BFC17237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F8EB4-3FF3-4C16-9C05-CFCC66DD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00C3B-5F83-43F8-B38B-D382401A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324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E742-02F8-4F93-9824-14A392910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6908E-C902-4896-ABE1-6FD3CC4A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13CB9-C478-4E3D-ACD5-494FD167F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943A2-B3DC-4A54-A496-FCA1BE88E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E5F0A-E921-4E07-9230-B7EA851CE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E46ACD-27A7-4B3A-82D3-15FD1D81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5B3DD-1549-4934-AAB4-EA5097D3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A7CA37-203A-4285-9EB0-3399A5EB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533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D3DA-7CAC-4AE2-9F1E-487DF871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733E2-A33E-414B-ABE2-19334578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5BDC7-BFA7-417F-B0BE-1796C1B9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82929-7363-421A-8F40-85CB79B0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390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D6211-C58C-453C-9C50-BC8790813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45EA38-878A-405F-A11D-8623C7D1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DE9A2-6FB7-4820-A34B-FBEFF76F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45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BB7E-F107-4813-9124-A508F91C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A0312-5205-4280-B921-B5F340910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27591-C873-4A63-A678-18FA2454F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F3EB3-F53B-4C25-AB9D-E68D0D55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B7475-BCA0-48C9-B406-39EF06A7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5EFF9-E8B1-4004-8DF3-53C7DF8A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333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7A2B-716E-43FE-88ED-9723FA654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AE431A-9C32-455F-ABEA-7DBEF15DC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A78B1-D565-445D-8A3D-4F51894E6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671E4-6763-4703-9C73-67F21292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88D04-DF11-4DD6-8C88-830E428F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A0238-0667-4F2B-920A-4E325FF0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28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6E0A-AA2A-4354-9B28-F8CD7092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776B6-024E-47B8-A274-31B296F1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07BFD-E54F-48EF-87DC-039A9A63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D0956-8B61-4F9B-8738-054FFC11B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7BFE-DD7B-4FC1-A932-E085BF03D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778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7A401E-80F9-4151-98B8-68307717C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83F55-4214-4A01-8795-B67D19B2F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A4C95-E2B1-419B-9446-EC6DB3A4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0F217-0C09-4DEE-BCE1-7026C816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07A85-E740-4698-BA2E-6F58FB16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3690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5941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41520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55361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38699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5617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E1345-B5AA-46C5-81EA-4A568A2A4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4A6A0-4A8E-451E-B154-263F1B7BB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827E1-284F-48D5-9025-AE58EF11B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D5C80-2A8D-4A12-BE8C-02941E43A4B2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9E30B-6BF4-4F6E-9CB5-18F1F9AD8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99EE1-CC40-4783-804B-813686C28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AFF76-7B5F-4A8D-99D2-36B4985D67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158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iwi School Handwriting" panose="00000500000000000000" pitchFamily="2" charset="0"/>
              </a:rPr>
              <a:t>EQ – How do we use Pythagoras to find the length of the </a:t>
            </a:r>
            <a:r>
              <a:rPr lang="en-AU" sz="3200" b="1">
                <a:solidFill>
                  <a:schemeClr val="tx1">
                    <a:lumMod val="50000"/>
                    <a:lumOff val="50000"/>
                  </a:schemeClr>
                </a:solidFill>
                <a:latin typeface="Kiwi School Handwriting" panose="00000500000000000000" pitchFamily="2" charset="0"/>
              </a:rPr>
              <a:t>shorter side? </a:t>
            </a:r>
            <a:endParaRPr lang="en-AU" sz="3200" b="1" dirty="0">
              <a:solidFill>
                <a:schemeClr val="tx1">
                  <a:lumMod val="50000"/>
                  <a:lumOff val="50000"/>
                </a:schemeClr>
              </a:solidFill>
              <a:latin typeface="Kiwi School Handwriting" panose="00000500000000000000" pitchFamily="2" charset="0"/>
            </a:endParaRPr>
          </a:p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Topic: Right-angled Triangles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Recall the important definitions used in algebra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3368675" y="423884"/>
            <a:ext cx="8229600" cy="47847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en-US" dirty="0"/>
              <a:t>A plane flies 120km due north, and then heads due east for 80km. How far is the plane from it’s starting point?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pic>
        <p:nvPicPr>
          <p:cNvPr id="102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>
            <a:off x="2909391" y="5733257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251201" y="6021389"/>
            <a:ext cx="219075" cy="219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341688" y="3429001"/>
            <a:ext cx="0" cy="2727325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79651" y="4508501"/>
            <a:ext cx="113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/>
              <a:t>120km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368675" y="3429000"/>
            <a:ext cx="220503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675" y="3429001"/>
            <a:ext cx="2205038" cy="27400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89389" y="2997201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80km</a:t>
            </a:r>
          </a:p>
        </p:txBody>
      </p:sp>
      <p:pic>
        <p:nvPicPr>
          <p:cNvPr id="1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 rot="5400000">
            <a:off x="2904812" y="2992620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68565" y="1658522"/>
            <a:ext cx="3456384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3200" dirty="0"/>
              <a:t>How do we calculate the final distance?</a:t>
            </a:r>
          </a:p>
        </p:txBody>
      </p:sp>
      <p:pic>
        <p:nvPicPr>
          <p:cNvPr id="8" name="Picture 2" descr="Image result for thinking cap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64" y="296247"/>
            <a:ext cx="2128651" cy="311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4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3.7037E-6 L 0.00035 -0.397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208 L 0.23733 0.0020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90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use Pythagoras to find the length of the shorter sides?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A253DB-6A58-4D4F-891B-F4A41918FED5}"/>
              </a:ext>
            </a:extLst>
          </p:cNvPr>
          <p:cNvSpPr txBox="1"/>
          <p:nvPr/>
        </p:nvSpPr>
        <p:spPr>
          <a:xfrm>
            <a:off x="1" y="1827341"/>
            <a:ext cx="21125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Kiwi School Handwriting" panose="00000500000000000000" pitchFamily="2" charset="0"/>
              </a:rPr>
              <a:t>How do you find the length of the shorter side?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653C22-7DB7-4083-A85E-EFA3B458F685}"/>
              </a:ext>
            </a:extLst>
          </p:cNvPr>
          <p:cNvSpPr/>
          <p:nvPr/>
        </p:nvSpPr>
        <p:spPr>
          <a:xfrm>
            <a:off x="2759028" y="1546145"/>
            <a:ext cx="803994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2800" dirty="0"/>
              <a:t>We can also use Pythagoras’ theorem to find the length of a shorter</a:t>
            </a:r>
          </a:p>
          <a:p>
            <a:pPr algn="ctr" eaLnBrk="1" hangingPunct="1"/>
            <a:endParaRPr lang="en-GB" altLang="en-US" sz="2800" dirty="0"/>
          </a:p>
          <a:p>
            <a:pPr algn="ctr" eaLnBrk="1" hangingPunct="1"/>
            <a:r>
              <a:rPr lang="en-GB" altLang="en-US" sz="2800" b="1" dirty="0"/>
              <a:t>a</a:t>
            </a:r>
            <a:r>
              <a:rPr lang="en-GB" altLang="en-US" sz="2800" b="1" baseline="30000" dirty="0"/>
              <a:t>2</a:t>
            </a:r>
            <a:r>
              <a:rPr lang="en-GB" altLang="en-US" sz="2800" b="1" dirty="0"/>
              <a:t> = c</a:t>
            </a:r>
            <a:r>
              <a:rPr lang="en-GB" altLang="en-US" sz="2800" b="1" baseline="30000" dirty="0"/>
              <a:t>2</a:t>
            </a:r>
            <a:r>
              <a:rPr lang="en-GB" altLang="en-US" sz="2800" b="1" dirty="0"/>
              <a:t> – b</a:t>
            </a:r>
            <a:r>
              <a:rPr lang="en-GB" altLang="en-US" sz="2800" b="1" baseline="30000" dirty="0"/>
              <a:t>2</a:t>
            </a:r>
          </a:p>
          <a:p>
            <a:pPr algn="ctr" eaLnBrk="1" hangingPunct="1"/>
            <a:endParaRPr lang="en-GB" altLang="en-US" sz="2800" dirty="0"/>
          </a:p>
          <a:p>
            <a:pPr algn="ctr" eaLnBrk="1" hangingPunct="1"/>
            <a:endParaRPr lang="en-GB" altLang="en-US" sz="28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Square the longer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Subtract the square of the other known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Square root your answer to get the unknown shorter side</a:t>
            </a:r>
          </a:p>
          <a:p>
            <a:pPr marL="0" indent="0" eaLnBrk="1" hangingPunct="1">
              <a:buNone/>
            </a:pPr>
            <a:r>
              <a:rPr lang="en-GB" altLang="en-US" sz="2800" dirty="0"/>
              <a:t>	</a:t>
            </a:r>
            <a:endParaRPr lang="en-GB" altLang="en-US" sz="2800" baseline="30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F04A3D-7087-482B-B962-E45581A133EB}"/>
              </a:ext>
            </a:extLst>
          </p:cNvPr>
          <p:cNvSpPr/>
          <p:nvPr/>
        </p:nvSpPr>
        <p:spPr>
          <a:xfrm>
            <a:off x="5707649" y="2638293"/>
            <a:ext cx="2142699" cy="79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24D919CC-9239-41B3-AFFE-413FFF5995FF}"/>
              </a:ext>
            </a:extLst>
          </p:cNvPr>
          <p:cNvSpPr/>
          <p:nvPr/>
        </p:nvSpPr>
        <p:spPr>
          <a:xfrm>
            <a:off x="1807949" y="1579632"/>
            <a:ext cx="4824413" cy="3168650"/>
          </a:xfrm>
          <a:prstGeom prst="rtTriangl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093BEC5-3A90-4FD5-8873-74837CF8C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86" y="2871857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12cm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5A09D6C5-40B7-4EB0-A64B-3406AC330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890" y="4751239"/>
            <a:ext cx="12239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a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11E983E-BAA9-44F2-BCCF-8E16A3D15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948" y="2507527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13cm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2A51F-71F6-415F-A830-D945C2644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186" y="1182538"/>
            <a:ext cx="266541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c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b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13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- 12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169 - 144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25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 = √25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b="1" dirty="0">
                <a:solidFill>
                  <a:srgbClr val="00B050"/>
                </a:solidFill>
              </a:rPr>
              <a:t>a = 5 cm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DDEED7-BB85-48CA-84DC-618727AAAAB7}"/>
              </a:ext>
            </a:extLst>
          </p:cNvPr>
          <p:cNvSpPr/>
          <p:nvPr/>
        </p:nvSpPr>
        <p:spPr>
          <a:xfrm>
            <a:off x="1807948" y="4334253"/>
            <a:ext cx="402703" cy="41402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17272F-753B-43EF-AF94-2E397F000D5F}"/>
              </a:ext>
            </a:extLst>
          </p:cNvPr>
          <p:cNvSpPr txBox="1"/>
          <p:nvPr/>
        </p:nvSpPr>
        <p:spPr>
          <a:xfrm>
            <a:off x="1284270" y="616449"/>
            <a:ext cx="3914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</a:p>
          <a:p>
            <a:r>
              <a:rPr lang="en-US" dirty="0"/>
              <a:t>Find the length of side “a”.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CAAB3851-3238-4FBD-9C57-70D530361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226" y="1567692"/>
            <a:ext cx="1008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6cm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D8D4CF2-23E0-407F-8738-E3800A642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288" y="3311311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14cm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EB87173-06D0-4477-B3F4-497844059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55" y="3311311"/>
            <a:ext cx="10080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b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55457D-4FF9-46ED-AC12-0AF78EBF0EA4}"/>
              </a:ext>
            </a:extLst>
          </p:cNvPr>
          <p:cNvGrpSpPr/>
          <p:nvPr/>
        </p:nvGrpSpPr>
        <p:grpSpPr>
          <a:xfrm rot="5400000">
            <a:off x="348991" y="3307888"/>
            <a:ext cx="3996532" cy="1960668"/>
            <a:chOff x="2927350" y="1844675"/>
            <a:chExt cx="4824414" cy="3168650"/>
          </a:xfrm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7241315D-5322-471C-BFA9-AA9D2DE69A01}"/>
                </a:ext>
              </a:extLst>
            </p:cNvPr>
            <p:cNvSpPr/>
            <p:nvPr/>
          </p:nvSpPr>
          <p:spPr>
            <a:xfrm>
              <a:off x="2927351" y="1844675"/>
              <a:ext cx="4824413" cy="3168650"/>
            </a:xfrm>
            <a:prstGeom prst="rtTriangl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8968EF-9F91-43DA-9127-9293F60BE018}"/>
                </a:ext>
              </a:extLst>
            </p:cNvPr>
            <p:cNvSpPr/>
            <p:nvPr/>
          </p:nvSpPr>
          <p:spPr>
            <a:xfrm>
              <a:off x="2927350" y="4599296"/>
              <a:ext cx="402703" cy="41402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8700DB-EF10-4D37-A914-CF9F1DB97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919" y="1187365"/>
            <a:ext cx="266541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c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14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- 6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196 - 36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160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 = √160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b="1" dirty="0">
                <a:solidFill>
                  <a:srgbClr val="7030A0"/>
                </a:solidFill>
              </a:rPr>
              <a:t>b = 12.65 cm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21B058E-54FE-46AA-821F-C2E5AC8B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47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21913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3BD365-C47C-43DD-AEFE-92822C99F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65" y="1275940"/>
            <a:ext cx="11847670" cy="545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Widescreen</PresentationFormat>
  <Paragraphs>59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Kiwi School Handwriting</vt:lpstr>
      <vt:lpstr>Office Theme</vt:lpstr>
      <vt:lpstr>Topic: Right-angled Triangles</vt:lpstr>
      <vt:lpstr>Learning Intentions</vt:lpstr>
      <vt:lpstr>PowerPoint Presentation</vt:lpstr>
      <vt:lpstr>PowerPoint Presentation</vt:lpstr>
      <vt:lpstr>Practice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Right-angled Triangles</dc:title>
  <dc:creator>Sarah JAMES</dc:creator>
  <cp:lastModifiedBy>Sarah JAMES</cp:lastModifiedBy>
  <cp:revision>1</cp:revision>
  <dcterms:created xsi:type="dcterms:W3CDTF">2021-02-23T03:46:40Z</dcterms:created>
  <dcterms:modified xsi:type="dcterms:W3CDTF">2021-02-23T03:47:29Z</dcterms:modified>
</cp:coreProperties>
</file>