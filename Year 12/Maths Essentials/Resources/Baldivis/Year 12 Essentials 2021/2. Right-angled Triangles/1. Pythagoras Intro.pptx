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8" r:id="rId9"/>
    <p:sldId id="261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02E8-83E8-4AF9-A150-E620EFF860EC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1D729-6D47-4C98-8EC6-590EA4AD4B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78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11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460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6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15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04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54A1-DBB0-4F27-8B77-34CBEDADE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5FEFC-B0B6-4222-A3A9-DD4825691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9327A-8AEA-4D66-B915-DB7464BC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72446-6C13-4F09-B0BD-B4F07FCE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1DDD6-43B5-4C9E-8ECA-848435CC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35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F133-912F-40A3-9404-F3C5D443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FCE07-FA0B-4E8B-84E6-D394417B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D823-2278-46B3-BF2D-435FEFCE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E4187-75DC-4A65-B5C5-069B0C3C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E2FDD-9EA3-48C2-B2FF-0BB5518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65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1E5E-E3AE-4DCF-8C27-EA9CE3E4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A3277-2D98-4C1A-9F93-4873D1E7F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A424-31E0-4747-A2D0-C357EDC8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61D88-9564-4F9B-9FFF-FB236879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F5817-331F-4AB1-A3A2-C828E31F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1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737A-3A7A-4358-A31C-36137501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04EB-7090-4DFB-9AF8-030393A89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6F94-29DA-418A-8B17-66B95441D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6852F-A6F1-4BA2-BF9A-BB5F8511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AE377-F787-43E7-A924-DCA42819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F46B5-79F9-4BFC-8679-C2566B7F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1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4C61-B020-4CE4-A6F2-5FEDF93A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CB954-7B0D-4B6D-B60D-CC7A71208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D60BD-7E7B-47A5-9CB7-44AF3BAC3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2417B-CFB8-4153-9589-CD5A7B6B4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98E07-F15D-4D10-8F7E-5E3F4CE5E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44D02-E53B-46E7-A59D-07E593C6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D7858-21BB-4321-9CE2-15D87D83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0F309-CE7F-4EFB-AA5B-BF5242C3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43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7A26-7BCA-4D0B-AB89-5FF1B0BF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D297B1-A09D-4A6F-AEE0-6EB13D01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706FB-0FA7-4149-87ED-52E63B42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E970E-7493-429A-A09F-3C1DF424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77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389-0F70-41B1-AC28-CA94AA44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D0BEC-E509-4E9B-8C31-065BA056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0D70A-D2A9-4C92-9520-49607EB9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092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7F03-5AF4-4A59-910A-C3E9F977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AA0ED-61CE-439D-844F-523D50A68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FCCB6-1E92-4E6A-A65E-884CC4F26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64736-731B-4C56-B191-EA708DC7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47E16-16A2-46C5-8168-4659E75D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ED15E-B8D6-49B4-B319-3D193936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586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DB3D-2EDA-4AA1-A23E-09D1D215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61728-5C28-4506-BD0A-C742CE6C9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08439-FE01-4A97-A890-7B1514DF0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35520-19FD-4066-9BD1-BAA38A46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13F77-28EA-4738-A69E-5B490B9D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72D6F-3520-452C-9328-4B080021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64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BE5F-D67E-4A97-A1DF-F1F40363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F34FC-9C6F-4137-9DEE-61B102397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E320-B83F-4A26-80C4-393DE082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E1F7-4D7E-4876-B9D0-127277AD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54606-4977-4CB1-8A00-1040D650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01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3914A-3FF6-4AE8-B72E-29D01A050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DD225-72E2-4D03-A430-00C439D9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34AB-CAE6-450C-A859-2A228DC5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FC220-A68B-431F-BAD8-D43C813E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0E8DD-9569-4D2C-8D03-DF62E040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948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58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9106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25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07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1DCE8-BD04-42EA-BD77-3F557D7B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8E026-DF16-44BF-8897-C1EF1A094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9A8E7-95C9-4E68-A5C8-06109DEFD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45D5A-60A8-41C8-BEC2-0E464B95A447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94852-8890-4D39-BCEC-19E5BB2BE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FE27-F891-4794-964A-AE90A9435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A9D1C-87D5-40EE-BF1C-16295F5AD7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650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qhlG3Vakw8&amp;t=13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78E6-4834-4A73-9AE8-EEEE7513C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66F97-B19F-4B26-BCBC-D015AEE55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95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Topic: Right-angled Triangles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966291"/>
            <a:ext cx="10820400" cy="21919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742950" indent="-742950">
              <a:buFont typeface="Wingdings" panose="05000000000000000000" pitchFamily="2" charset="2"/>
              <a:buChar char="§"/>
            </a:pPr>
            <a:r>
              <a:rPr lang="en-AU" sz="3600" dirty="0"/>
              <a:t>Calculate the hypotenuse using Pythagoras Theorem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756" y="1477692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9034741" y="1779807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2230554"/>
            <a:ext cx="1847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hypotenuse?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3728E-F01F-4F24-A9A9-CA7EB2E93C61}"/>
              </a:ext>
            </a:extLst>
          </p:cNvPr>
          <p:cNvSpPr/>
          <p:nvPr/>
        </p:nvSpPr>
        <p:spPr>
          <a:xfrm>
            <a:off x="1958740" y="1542996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right-angled triangle has one angle measuring 90° and two smaller angles. The side opposite the right angle is the longest side. </a:t>
            </a:r>
          </a:p>
          <a:p>
            <a:endParaRPr lang="en-US" sz="2800" dirty="0"/>
          </a:p>
          <a:p>
            <a:r>
              <a:rPr lang="en-US" sz="2800" dirty="0"/>
              <a:t>That is called the </a:t>
            </a:r>
            <a:r>
              <a:rPr lang="en-US" sz="2800" b="1" dirty="0"/>
              <a:t>hypotenuse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BF630A-E0AC-4682-8A9A-9CFE5862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761" y="3805793"/>
            <a:ext cx="3920835" cy="30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226346" y="1854200"/>
            <a:ext cx="1657350" cy="165576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75633" y="3438524"/>
            <a:ext cx="719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63560" y="2564091"/>
            <a:ext cx="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155793" y="2346421"/>
            <a:ext cx="649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9" name="Right Triangle 8"/>
          <p:cNvSpPr/>
          <p:nvPr/>
        </p:nvSpPr>
        <p:spPr>
          <a:xfrm rot="16200000">
            <a:off x="4658170" y="3130089"/>
            <a:ext cx="1800225" cy="86518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414614" y="4391358"/>
            <a:ext cx="36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990876" y="3383295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99097" y="3317007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3" name="Right Triangle 12"/>
          <p:cNvSpPr/>
          <p:nvPr/>
        </p:nvSpPr>
        <p:spPr>
          <a:xfrm rot="2510793">
            <a:off x="8215314" y="2163763"/>
            <a:ext cx="2016125" cy="10795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112348" y="1578829"/>
            <a:ext cx="357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9264307" y="2344091"/>
            <a:ext cx="4333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399464" y="2924175"/>
            <a:ext cx="433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b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944614" y="1921631"/>
            <a:ext cx="23562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9227684" y="2010696"/>
            <a:ext cx="2592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852079" y="2777671"/>
            <a:ext cx="19228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6402" name="TextBox 19"/>
          <p:cNvSpPr txBox="1">
            <a:spLocks noChangeArrowheads="1"/>
          </p:cNvSpPr>
          <p:nvPr/>
        </p:nvSpPr>
        <p:spPr bwMode="auto">
          <a:xfrm>
            <a:off x="2485805" y="6005045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b="1" dirty="0">
                <a:solidFill>
                  <a:srgbClr val="7030A0"/>
                </a:solidFill>
              </a:rPr>
              <a:t>Which of these sides is the hypotenuse?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67DFD7-03AF-455C-80F5-D4FF41FF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8" grpId="1"/>
      <p:bldP spid="9" grpId="0" animBg="1"/>
      <p:bldP spid="10" grpId="0"/>
      <p:bldP spid="11" grpId="0"/>
      <p:bldP spid="12" grpId="0"/>
      <p:bldP spid="12" grpId="1"/>
      <p:bldP spid="13" grpId="0" animBg="1"/>
      <p:bldP spid="14" grpId="0"/>
      <p:bldP spid="15" grpId="0"/>
      <p:bldP spid="15" grpId="1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thagorean theorem water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3904" y="109183"/>
            <a:ext cx="9092986" cy="66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1547197"/>
            <a:ext cx="1847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use Pythagoras’ theory to find hypotenuse?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F7C69-10DF-4C53-B0CA-731D067E032C}"/>
              </a:ext>
            </a:extLst>
          </p:cNvPr>
          <p:cNvSpPr/>
          <p:nvPr/>
        </p:nvSpPr>
        <p:spPr>
          <a:xfrm>
            <a:off x="2012215" y="1449946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c</a:t>
            </a:r>
            <a:r>
              <a:rPr lang="en-GB" sz="2800" baseline="30000" dirty="0"/>
              <a:t>2</a:t>
            </a:r>
            <a:r>
              <a:rPr lang="en-GB" sz="2800" dirty="0"/>
              <a:t> = a</a:t>
            </a:r>
            <a:r>
              <a:rPr lang="en-GB" sz="2800" baseline="30000" dirty="0"/>
              <a:t>2</a:t>
            </a:r>
            <a:r>
              <a:rPr lang="en-GB" sz="2800" dirty="0"/>
              <a:t> + b</a:t>
            </a:r>
            <a:r>
              <a:rPr lang="en-GB" sz="2800" baseline="30000" dirty="0"/>
              <a:t>2</a:t>
            </a:r>
          </a:p>
          <a:p>
            <a:pPr>
              <a:defRPr/>
            </a:pPr>
            <a:endParaRPr lang="en-GB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Square both the non-hypotenuse (shorter sides) sides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Add the results together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sz="2800" dirty="0"/>
              <a:t>Square root your answer to find the length of the hypotenuse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FB1EC-3624-444E-86D4-311D9BDED26D}"/>
              </a:ext>
            </a:extLst>
          </p:cNvPr>
          <p:cNvSpPr txBox="1"/>
          <p:nvPr/>
        </p:nvSpPr>
        <p:spPr>
          <a:xfrm>
            <a:off x="2647950" y="5114925"/>
            <a:ext cx="806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need extra help view this YouTube clip:</a:t>
            </a:r>
          </a:p>
          <a:p>
            <a:r>
              <a:rPr lang="en-US" dirty="0"/>
              <a:t> </a:t>
            </a:r>
            <a:r>
              <a:rPr lang="en-AU" dirty="0">
                <a:hlinkClick r:id="rId3"/>
              </a:rPr>
              <a:t>https://www.youtube.com/watch?v=WqhlG3Vakw8&amp;t=13s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58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46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F7C69-10DF-4C53-B0CA-731D067E032C}"/>
              </a:ext>
            </a:extLst>
          </p:cNvPr>
          <p:cNvSpPr/>
          <p:nvPr/>
        </p:nvSpPr>
        <p:spPr>
          <a:xfrm>
            <a:off x="2012216" y="1911483"/>
            <a:ext cx="9169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Find the length of “c” in this triangle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6D481B-B9E5-4E80-89D5-075DC3AB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195" y="2655193"/>
            <a:ext cx="5880465" cy="39983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EBC327-4E52-4961-BB66-598E808535D0}"/>
              </a:ext>
            </a:extLst>
          </p:cNvPr>
          <p:cNvSpPr/>
          <p:nvPr/>
        </p:nvSpPr>
        <p:spPr>
          <a:xfrm>
            <a:off x="1847529" y="1447298"/>
            <a:ext cx="49190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4550E-7DC9-49C2-B5C7-9ACC50C6CECF}"/>
              </a:ext>
            </a:extLst>
          </p:cNvPr>
          <p:cNvSpPr txBox="1"/>
          <p:nvPr/>
        </p:nvSpPr>
        <p:spPr>
          <a:xfrm>
            <a:off x="7" y="1911483"/>
            <a:ext cx="1847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use Pythagoras’ theory to find hypotenuse?</a:t>
            </a:r>
          </a:p>
        </p:txBody>
      </p:sp>
    </p:spTree>
    <p:extLst>
      <p:ext uri="{BB962C8B-B14F-4D97-AF65-F5344CB8AC3E}">
        <p14:creationId xmlns:p14="http://schemas.microsoft.com/office/powerpoint/2010/main" val="82368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Summarise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98AAC5-0C24-426D-B21B-51070CA9DBD5}"/>
              </a:ext>
            </a:extLst>
          </p:cNvPr>
          <p:cNvSpPr txBox="1">
            <a:spLocks/>
          </p:cNvSpPr>
          <p:nvPr/>
        </p:nvSpPr>
        <p:spPr>
          <a:xfrm>
            <a:off x="1181894" y="1552575"/>
            <a:ext cx="8507413" cy="45259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		a</a:t>
            </a:r>
            <a:r>
              <a:rPr lang="en-AU" altLang="en-US" baseline="30000" dirty="0"/>
              <a:t>2</a:t>
            </a:r>
            <a:r>
              <a:rPr lang="en-AU" altLang="en-US" dirty="0"/>
              <a:t> + </a:t>
            </a:r>
            <a:r>
              <a:rPr lang="en-US" altLang="en-US" dirty="0"/>
              <a:t>b</a:t>
            </a:r>
            <a:r>
              <a:rPr lang="en-AU" altLang="en-US" baseline="30000" dirty="0"/>
              <a:t>2</a:t>
            </a:r>
            <a:r>
              <a:rPr lang="en-AU" altLang="en-US" dirty="0"/>
              <a:t> = c</a:t>
            </a:r>
            <a:r>
              <a:rPr lang="en-AU" altLang="en-US" baseline="30000" dirty="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    shorter sides	        longer side (hypotenuse)</a:t>
            </a: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E4380-12E8-4ABA-912A-10CA56866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660" y="4271145"/>
            <a:ext cx="381635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618479-EA52-450C-8DB6-F90F04310206}"/>
              </a:ext>
            </a:extLst>
          </p:cNvPr>
          <p:cNvCxnSpPr>
            <a:cxnSpLocks/>
          </p:cNvCxnSpPr>
          <p:nvPr/>
        </p:nvCxnSpPr>
        <p:spPr>
          <a:xfrm flipH="1" flipV="1">
            <a:off x="4504107" y="2572946"/>
            <a:ext cx="664241" cy="95408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EBD014-4052-485E-ADBF-F0CB219FCB44}"/>
              </a:ext>
            </a:extLst>
          </p:cNvPr>
          <p:cNvCxnSpPr/>
          <p:nvPr/>
        </p:nvCxnSpPr>
        <p:spPr>
          <a:xfrm flipV="1">
            <a:off x="2635252" y="2572945"/>
            <a:ext cx="488950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4D1A01-4772-43F8-A8E4-62304AEBA792}"/>
              </a:ext>
            </a:extLst>
          </p:cNvPr>
          <p:cNvCxnSpPr/>
          <p:nvPr/>
        </p:nvCxnSpPr>
        <p:spPr>
          <a:xfrm flipV="1">
            <a:off x="2628765" y="2572945"/>
            <a:ext cx="1260475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B76C35-1693-4B29-AF6A-EB0DAA52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5763F6-1929-4963-8D35-EBDCD7263405}"/>
              </a:ext>
            </a:extLst>
          </p:cNvPr>
          <p:cNvSpPr txBox="1">
            <a:spLocks/>
          </p:cNvSpPr>
          <p:nvPr/>
        </p:nvSpPr>
        <p:spPr>
          <a:xfrm>
            <a:off x="829102" y="1224173"/>
            <a:ext cx="10515600" cy="43513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Find the length of the hypotenuse for these: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a) 							b)</a:t>
            </a:r>
            <a:endParaRPr lang="en-AU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6984735-FE52-4C97-B696-D60C4FB5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98" y="2388658"/>
            <a:ext cx="30670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E9DA9-136D-4793-80AA-84397D861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737" y="2517201"/>
            <a:ext cx="2734516" cy="328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159F1C6-EF6F-45B4-AAC4-C3669035A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264" y="1749030"/>
            <a:ext cx="3067050" cy="21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683FEF-269F-4228-A077-1F5C2C00385C}"/>
              </a:ext>
            </a:extLst>
          </p:cNvPr>
          <p:cNvSpPr/>
          <p:nvPr/>
        </p:nvSpPr>
        <p:spPr>
          <a:xfrm>
            <a:off x="4171737" y="3234795"/>
            <a:ext cx="2745898" cy="66054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273AE-872A-41C7-8CCA-911118C12143}"/>
              </a:ext>
            </a:extLst>
          </p:cNvPr>
          <p:cNvSpPr/>
          <p:nvPr/>
        </p:nvSpPr>
        <p:spPr>
          <a:xfrm>
            <a:off x="4160355" y="3952390"/>
            <a:ext cx="2745898" cy="407576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4A952-F2D1-414D-80DA-4B58804D7B83}"/>
              </a:ext>
            </a:extLst>
          </p:cNvPr>
          <p:cNvSpPr/>
          <p:nvPr/>
        </p:nvSpPr>
        <p:spPr>
          <a:xfrm>
            <a:off x="4160355" y="4409147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BC72B7-BEEF-486C-9B0C-975F8D3F9006}"/>
              </a:ext>
            </a:extLst>
          </p:cNvPr>
          <p:cNvSpPr/>
          <p:nvPr/>
        </p:nvSpPr>
        <p:spPr>
          <a:xfrm>
            <a:off x="4171737" y="5214938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85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9A41B-0F68-4A84-9371-F5DE37EE6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6" y="662326"/>
            <a:ext cx="8931025" cy="57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Widescreen</PresentationFormat>
  <Paragraphs>66</Paragraphs>
  <Slides>11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Kiwi School Handwriting</vt:lpstr>
      <vt:lpstr>Wingdings</vt:lpstr>
      <vt:lpstr>Office Theme</vt:lpstr>
      <vt:lpstr>PowerPoint Presentation</vt:lpstr>
      <vt:lpstr>Topic: Right-angled Triangles</vt:lpstr>
      <vt:lpstr>Learning Intentions</vt:lpstr>
      <vt:lpstr>PowerPoint Presentation</vt:lpstr>
      <vt:lpstr>Practice</vt:lpstr>
      <vt:lpstr>PowerPoint Presentation</vt:lpstr>
      <vt:lpstr>PowerPoint Presentation</vt:lpstr>
      <vt:lpstr>PowerPoint Presentation</vt:lpstr>
      <vt:lpstr>Summarise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1</cp:revision>
  <dcterms:created xsi:type="dcterms:W3CDTF">2021-02-23T03:42:27Z</dcterms:created>
  <dcterms:modified xsi:type="dcterms:W3CDTF">2021-02-23T03:43:45Z</dcterms:modified>
</cp:coreProperties>
</file>