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5" r:id="rId2"/>
    <p:sldId id="264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54511-44B7-4673-8335-487F5C321748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5AC7A-A7C2-4D66-A9AE-1011BD2209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836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719C6-5726-4D3A-A8B5-E46B76659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BC158-228B-486A-865C-CF807107DF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C0089-29BC-49EE-9450-0AD776BE7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BDBE-14D7-4506-A803-98483A76AAF4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F8A07-AD3E-44EC-B1A4-1278DC39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07D84-7877-4D88-93A5-3B5DD80C3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B603-0C9D-4820-BCEC-60A5E60317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722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F557-040A-4EDA-9A3E-8468C0E40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A0EDE-2EE8-4FAB-9140-C477D28D4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BA62B-D684-4BDF-A375-D6BBA2AE7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BDBE-14D7-4506-A803-98483A76AAF4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1F464-DF2B-4541-B9EE-4D7B8226B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96565-BBFD-4C2F-BDC2-9BECDE68C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B603-0C9D-4820-BCEC-60A5E60317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2594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78552-3655-4591-B7C0-511153E2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621F7-D7D8-4128-9F25-754BE0857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6933E-1701-4B0C-94FB-6DE58BA11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BDBE-14D7-4506-A803-98483A76AAF4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B4A09-5228-45F6-AC4E-B57444563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7263B-00CC-4083-81C6-4CCB6564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B603-0C9D-4820-BCEC-60A5E60317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802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C604-BD07-4FCF-8AED-E43A5479B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3258-26AA-4CE7-AE37-960BB910B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277CB-EB79-448E-B531-4BD39FA3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33CC3-DA60-4C34-88E9-F9C86A23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BDBE-14D7-4506-A803-98483A76AAF4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8E506-91CA-41C7-AE33-BE96C8AE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E0154-1BEF-49F0-AD1F-C37831FA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B603-0C9D-4820-BCEC-60A5E60317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963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F11DC-6F6B-414C-9289-8BD950DB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8A257-C80A-4CE8-A9C2-299697485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8AAE2-76FE-46D4-A9CA-C7F7E3753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A2D7F-1E90-456F-9059-2322B96257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C71259-12EF-47D7-9D5B-F10BB6816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9E3D63-DC69-4054-A261-7DB70F3D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BDBE-14D7-4506-A803-98483A76AAF4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88AF47-DA2F-4447-8291-68E01BE8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235BC-64FF-4657-A2A4-7F6C4694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B603-0C9D-4820-BCEC-60A5E60317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4595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EC659-BB14-47C0-AEBE-5468CC395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51D0D-943E-4108-8126-E3B08715C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BDBE-14D7-4506-A803-98483A76AAF4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83E06-93B5-437C-9CAA-486130B79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2AF10-DA4B-41C4-A0B5-2B7C2998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B603-0C9D-4820-BCEC-60A5E60317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736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5E40D-D13D-4FAF-BCA8-EDE91CCFD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BDBE-14D7-4506-A803-98483A76AAF4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A1E59A-8AA7-4C12-AD3F-945C2E14A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C123D-F246-438D-9C5F-98E76294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B603-0C9D-4820-BCEC-60A5E60317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645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B5950-9CDC-41E0-9081-4EF483026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EBD2F-A9F8-4398-B054-C893DA8CF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D815F-63A8-4ADD-AC1F-C2586BAED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59366-5408-4305-AAEA-D9848D5B8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BDBE-14D7-4506-A803-98483A76AAF4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B6681-2268-4A4E-AE28-074310C4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DD220-0C0A-40B4-B609-4D75317E3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B603-0C9D-4820-BCEC-60A5E60317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101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E6AC-BD6C-4A62-93AB-70346703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EB53A-8A22-4208-86A6-351E0D4A1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60813-896D-42E9-A2B0-5A5A61593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E7D18-F8EF-4C3C-BBBB-8E634541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BDBE-14D7-4506-A803-98483A76AAF4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67662-EF4E-4540-AF41-C286CB4EB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264B5-3E09-49B6-A3D0-95C44D32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B603-0C9D-4820-BCEC-60A5E60317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7977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8A06D-7C70-4235-B9B7-F1E1EF704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C4BD88-A548-448F-8CEA-F6352ED64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F451E-D200-48B5-B63D-726C93CDB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BDBE-14D7-4506-A803-98483A76AAF4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CF921-1021-413B-8DDE-EEA419EB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9C1C4-FFD8-4FD1-B740-4C8097D1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B603-0C9D-4820-BCEC-60A5E60317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0265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F07E05-D7B9-497F-9928-5379463324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9342C-9FB1-4437-A7CF-0E3D41EAA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69E38-E5D3-4E69-B3C6-731CAE1E7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BDBE-14D7-4506-A803-98483A76AAF4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4DDEC-C3AC-47B7-9157-31E16537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A73CB-88C1-4EB2-BBA6-B10A7F82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B603-0C9D-4820-BCEC-60A5E60317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643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6D6643-072C-4CA8-92AA-7D8C8E76A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E98F7-B310-482D-BCDB-8F5FAD24B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4207D-274E-4770-A250-8E8CC6A754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4BDBE-14D7-4506-A803-98483A76AAF4}" type="datetimeFigureOut">
              <a:rPr lang="en-AU" smtClean="0"/>
              <a:t>13/05/2021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DD4CA-F61D-42AA-90DA-D04890973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A92CF-3DAB-477A-BF0C-1874645C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6B603-0C9D-4820-BCEC-60A5E60317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8320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2.m4a"/><Relationship Id="rId7" Type="http://schemas.openxmlformats.org/officeDocument/2006/relationships/image" Target="../media/image1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2.m4a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1832" y="0"/>
            <a:ext cx="10955886" cy="1052461"/>
          </a:xfrm>
        </p:spPr>
        <p:txBody>
          <a:bodyPr/>
          <a:lstStyle/>
          <a:p>
            <a:r>
              <a:rPr lang="en-US" dirty="0"/>
              <a:t>Topic: Bivariate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159" y="909587"/>
            <a:ext cx="11089232" cy="623938"/>
          </a:xfrm>
        </p:spPr>
        <p:txBody>
          <a:bodyPr>
            <a:normAutofit/>
          </a:bodyPr>
          <a:lstStyle/>
          <a:p>
            <a:r>
              <a:rPr lang="en-US" dirty="0"/>
              <a:t>EQ:  What are Scatter Plots (Scatter graphs)?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A15DB-2199-4616-B832-E1D6AFEC576D}"/>
              </a:ext>
            </a:extLst>
          </p:cNvPr>
          <p:cNvSpPr txBox="1"/>
          <p:nvPr/>
        </p:nvSpPr>
        <p:spPr>
          <a:xfrm>
            <a:off x="609600" y="1638300"/>
            <a:ext cx="109918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Instructions: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Read the instructions on slide 1  (don’t forget to listen to the audio icon)</a:t>
            </a:r>
          </a:p>
          <a:p>
            <a:pPr marL="342900" indent="-342900">
              <a:buAutoNum type="arabicPeriod"/>
            </a:pPr>
            <a:r>
              <a:rPr lang="en-US" dirty="0"/>
              <a:t>Open up or get your hard copy of the EST content tick list from Term 1 Week 5</a:t>
            </a:r>
          </a:p>
          <a:p>
            <a:pPr marL="342900" indent="-342900">
              <a:buAutoNum type="arabicPeriod"/>
            </a:pPr>
            <a:r>
              <a:rPr lang="en-US" dirty="0"/>
              <a:t>Read and copy the notes on slide 3-5</a:t>
            </a:r>
          </a:p>
          <a:p>
            <a:pPr marL="342900" indent="-342900">
              <a:buAutoNum type="arabicPeriod"/>
            </a:pPr>
            <a:r>
              <a:rPr lang="en-US" dirty="0"/>
              <a:t>On your LHS, practice plotting the 2 bivariate data sets on slide 6. You can do this by hand or you can use Excel to do this</a:t>
            </a:r>
          </a:p>
          <a:p>
            <a:pPr marL="342900" indent="-342900">
              <a:buAutoNum type="arabicPeriod"/>
            </a:pPr>
            <a:r>
              <a:rPr lang="en-US" dirty="0"/>
              <a:t>Check your answers off against slide 7-8</a:t>
            </a:r>
          </a:p>
          <a:p>
            <a:pPr marL="342900" indent="-342900">
              <a:buAutoNum type="arabicPeriod"/>
            </a:pPr>
            <a:r>
              <a:rPr lang="en-US" dirty="0"/>
              <a:t>Once you have completed the 2 scatterplots  I would like for you to take a photo or have your Excel document and add it to the submission folder on Connect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AU" dirty="0"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5C09A5C7-BABB-4EFA-9694-44E58F51D1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120053" y="1638300"/>
            <a:ext cx="406400" cy="406400"/>
          </a:xfrm>
          <a:prstGeom prst="rect">
            <a:avLst/>
          </a:prstGeom>
        </p:spPr>
      </p:pic>
      <p:pic>
        <p:nvPicPr>
          <p:cNvPr id="7" name="Submission folder">
            <a:hlinkClick r:id="" action="ppaction://media"/>
            <a:extLst>
              <a:ext uri="{FF2B5EF4-FFF2-40B4-BE49-F238E27FC236}">
                <a16:creationId xmlns:a16="http://schemas.microsoft.com/office/drawing/2014/main" id="{0860A3BE-5909-450C-9238-F8FE2F8AFFF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16575" y="4105282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79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167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8C1ED8-116A-44F2-B3B0-FAAE74CBA649}"/>
              </a:ext>
            </a:extLst>
          </p:cNvPr>
          <p:cNvSpPr txBox="1"/>
          <p:nvPr/>
        </p:nvSpPr>
        <p:spPr>
          <a:xfrm>
            <a:off x="511036" y="2933189"/>
            <a:ext cx="74667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Topic: Bivariate Data</a:t>
            </a:r>
          </a:p>
          <a:p>
            <a:r>
              <a:rPr lang="en-US" sz="2800" dirty="0"/>
              <a:t>EQ:  What are Scatter Plots (Scatter graphs)?</a:t>
            </a:r>
            <a:endParaRPr lang="en-A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869971-E723-4640-8D91-4C13A9B7BDBD}"/>
              </a:ext>
            </a:extLst>
          </p:cNvPr>
          <p:cNvSpPr txBox="1"/>
          <p:nvPr/>
        </p:nvSpPr>
        <p:spPr>
          <a:xfrm>
            <a:off x="6168887" y="1532805"/>
            <a:ext cx="4903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 new topic so please add to contents page</a:t>
            </a:r>
          </a:p>
          <a:p>
            <a:r>
              <a:rPr lang="en-US" dirty="0"/>
              <a:t>This topic is also part of the EST Content.</a:t>
            </a:r>
          </a:p>
          <a:p>
            <a:r>
              <a:rPr lang="en-US" dirty="0"/>
              <a:t>Please have the EST </a:t>
            </a:r>
            <a:endParaRPr lang="en-AU" dirty="0"/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0038A9C2-8C10-4964-A1C0-D3A37A2C31CA}"/>
              </a:ext>
            </a:extLst>
          </p:cNvPr>
          <p:cNvSpPr/>
          <p:nvPr/>
        </p:nvSpPr>
        <p:spPr>
          <a:xfrm>
            <a:off x="5618922" y="365555"/>
            <a:ext cx="5870713" cy="3044687"/>
          </a:xfrm>
          <a:prstGeom prst="wedgeEllipse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4391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83532" y="158273"/>
            <a:ext cx="6746708" cy="7571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160" b="1" dirty="0">
                <a:solidFill>
                  <a:srgbClr val="000000"/>
                </a:solidFill>
                <a:latin typeface="Trebuchet MS - 48"/>
              </a:rPr>
              <a:t>Topic: Bivariate Data</a:t>
            </a:r>
          </a:p>
          <a:p>
            <a:r>
              <a:rPr lang="en-GB" sz="2160" b="1" dirty="0">
                <a:solidFill>
                  <a:srgbClr val="000000"/>
                </a:solidFill>
                <a:latin typeface="Trebuchet MS - 48"/>
              </a:rPr>
              <a:t>EQ: What are scatter graphs?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3147" y="1286262"/>
            <a:ext cx="7582442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rebuchet MS - 24"/>
              </a:rPr>
              <a:t>Scatter graphs are used to investigate relationships between two sets of data (bi-variate data). </a:t>
            </a:r>
          </a:p>
          <a:p>
            <a:endParaRPr lang="en-GB" dirty="0">
              <a:solidFill>
                <a:srgbClr val="000000"/>
              </a:solidFill>
              <a:latin typeface="Trebuchet MS - 24"/>
            </a:endParaRPr>
          </a:p>
          <a:p>
            <a:r>
              <a:rPr lang="en-GB" dirty="0">
                <a:solidFill>
                  <a:srgbClr val="000000"/>
                </a:solidFill>
                <a:latin typeface="Trebuchet MS - 24"/>
              </a:rPr>
              <a:t>Points are plotted very like co-ordinates.</a:t>
            </a:r>
          </a:p>
          <a:p>
            <a:endParaRPr lang="en-GB" dirty="0">
              <a:solidFill>
                <a:srgbClr val="000000"/>
              </a:solidFill>
              <a:latin typeface="Trebuchet MS - 24"/>
            </a:endParaRPr>
          </a:p>
          <a:p>
            <a:r>
              <a:rPr lang="en-GB" dirty="0">
                <a:solidFill>
                  <a:srgbClr val="000000"/>
                </a:solidFill>
                <a:latin typeface="Trebuchet MS - 24"/>
              </a:rPr>
              <a:t>Below are the marks of eight students in their Maths and Science tests.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23110" y="3223260"/>
          <a:ext cx="8613419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Student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A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B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C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E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G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H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Maths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Science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19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81350" y="205740"/>
            <a:ext cx="5964656" cy="3416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620">
                <a:solidFill>
                  <a:srgbClr val="000000"/>
                </a:solidFill>
                <a:latin typeface="Trebuchet MS - 24"/>
              </a:rPr>
              <a:t>Draw a scatter graph of this information: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14600" y="742951"/>
          <a:ext cx="7525020" cy="1470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90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8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89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010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Student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A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B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C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E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G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H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10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Maths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103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Science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4" name="Group 73"/>
          <p:cNvGrpSpPr/>
          <p:nvPr/>
        </p:nvGrpSpPr>
        <p:grpSpPr>
          <a:xfrm>
            <a:off x="3730730" y="2365213"/>
            <a:ext cx="4262650" cy="4122669"/>
            <a:chOff x="2451923" y="2628014"/>
            <a:chExt cx="4736277" cy="4580744"/>
          </a:xfrm>
        </p:grpSpPr>
        <p:grpSp>
          <p:nvGrpSpPr>
            <p:cNvPr id="71" name="Group 70"/>
            <p:cNvGrpSpPr/>
            <p:nvPr/>
          </p:nvGrpSpPr>
          <p:grpSpPr>
            <a:xfrm>
              <a:off x="2552700" y="2628014"/>
              <a:ext cx="4635500" cy="4326744"/>
              <a:chOff x="2552700" y="2628014"/>
              <a:chExt cx="4635500" cy="4326744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3072514" y="2628014"/>
                <a:ext cx="4061424" cy="4057426"/>
                <a:chOff x="3072514" y="2628014"/>
                <a:chExt cx="4061424" cy="4057426"/>
              </a:xfrm>
            </p:grpSpPr>
            <p:grpSp>
              <p:nvGrpSpPr>
                <p:cNvPr id="46" name="Group 45"/>
                <p:cNvGrpSpPr/>
                <p:nvPr/>
              </p:nvGrpSpPr>
              <p:grpSpPr>
                <a:xfrm>
                  <a:off x="3073497" y="2886731"/>
                  <a:ext cx="3801964" cy="3798709"/>
                  <a:chOff x="3073497" y="2886731"/>
                  <a:chExt cx="3801964" cy="3798709"/>
                </a:xfrm>
              </p:grpSpPr>
              <p:sp>
                <p:nvSpPr>
                  <p:cNvPr id="4" name="Freeform 3"/>
                  <p:cNvSpPr/>
                  <p:nvPr/>
                </p:nvSpPr>
                <p:spPr>
                  <a:xfrm>
                    <a:off x="3073497" y="2895229"/>
                    <a:ext cx="18959" cy="37769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59" h="3776974">
                        <a:moveTo>
                          <a:pt x="0" y="0"/>
                        </a:moveTo>
                        <a:lnTo>
                          <a:pt x="18958" y="0"/>
                        </a:lnTo>
                        <a:lnTo>
                          <a:pt x="18958" y="3776973"/>
                        </a:lnTo>
                        <a:lnTo>
                          <a:pt x="0" y="377697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5" name="Freeform 4"/>
                  <p:cNvSpPr/>
                  <p:nvPr/>
                </p:nvSpPr>
                <p:spPr>
                  <a:xfrm>
                    <a:off x="3073497" y="2886731"/>
                    <a:ext cx="3800579" cy="18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0579" h="18877">
                        <a:moveTo>
                          <a:pt x="0" y="0"/>
                        </a:moveTo>
                        <a:lnTo>
                          <a:pt x="3800578" y="0"/>
                        </a:lnTo>
                        <a:lnTo>
                          <a:pt x="3800578" y="18876"/>
                        </a:lnTo>
                        <a:lnTo>
                          <a:pt x="0" y="1887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3086817" y="3076560"/>
                    <a:ext cx="3780886" cy="196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886" h="19696">
                        <a:moveTo>
                          <a:pt x="0" y="0"/>
                        </a:moveTo>
                        <a:lnTo>
                          <a:pt x="3780885" y="0"/>
                        </a:lnTo>
                        <a:lnTo>
                          <a:pt x="3780885" y="19695"/>
                        </a:lnTo>
                        <a:lnTo>
                          <a:pt x="0" y="1969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7" name="Freeform 6"/>
                  <p:cNvSpPr/>
                  <p:nvPr/>
                </p:nvSpPr>
                <p:spPr>
                  <a:xfrm>
                    <a:off x="3264225" y="2896210"/>
                    <a:ext cx="19858" cy="37769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58" h="3776966">
                        <a:moveTo>
                          <a:pt x="0" y="0"/>
                        </a:moveTo>
                        <a:lnTo>
                          <a:pt x="19857" y="0"/>
                        </a:lnTo>
                        <a:lnTo>
                          <a:pt x="19857" y="3776965"/>
                        </a:lnTo>
                        <a:lnTo>
                          <a:pt x="0" y="377696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8" name="Freeform 7"/>
                  <p:cNvSpPr/>
                  <p:nvPr/>
                </p:nvSpPr>
                <p:spPr>
                  <a:xfrm>
                    <a:off x="3452171" y="2895229"/>
                    <a:ext cx="19694" cy="37769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94" h="3776974">
                        <a:moveTo>
                          <a:pt x="0" y="0"/>
                        </a:moveTo>
                        <a:lnTo>
                          <a:pt x="19693" y="0"/>
                        </a:lnTo>
                        <a:lnTo>
                          <a:pt x="19693" y="3776973"/>
                        </a:lnTo>
                        <a:lnTo>
                          <a:pt x="0" y="377697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9" name="Freeform 8"/>
                  <p:cNvSpPr/>
                  <p:nvPr/>
                </p:nvSpPr>
                <p:spPr>
                  <a:xfrm>
                    <a:off x="3642736" y="2896210"/>
                    <a:ext cx="21736" cy="37780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36" h="3778031">
                        <a:moveTo>
                          <a:pt x="0" y="0"/>
                        </a:moveTo>
                        <a:lnTo>
                          <a:pt x="21735" y="0"/>
                        </a:lnTo>
                        <a:lnTo>
                          <a:pt x="21735" y="3778030"/>
                        </a:lnTo>
                        <a:lnTo>
                          <a:pt x="0" y="377803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0" name="Freeform 9"/>
                  <p:cNvSpPr/>
                  <p:nvPr/>
                </p:nvSpPr>
                <p:spPr>
                  <a:xfrm>
                    <a:off x="3827825" y="2895229"/>
                    <a:ext cx="22639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639" h="3779013">
                        <a:moveTo>
                          <a:pt x="0" y="0"/>
                        </a:moveTo>
                        <a:lnTo>
                          <a:pt x="22638" y="0"/>
                        </a:lnTo>
                        <a:lnTo>
                          <a:pt x="22638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1" name="Freeform 10"/>
                  <p:cNvSpPr/>
                  <p:nvPr/>
                </p:nvSpPr>
                <p:spPr>
                  <a:xfrm>
                    <a:off x="4018473" y="2896210"/>
                    <a:ext cx="19692" cy="37769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92" h="3776966">
                        <a:moveTo>
                          <a:pt x="0" y="0"/>
                        </a:moveTo>
                        <a:lnTo>
                          <a:pt x="19691" y="0"/>
                        </a:lnTo>
                        <a:lnTo>
                          <a:pt x="19691" y="3776965"/>
                        </a:lnTo>
                        <a:lnTo>
                          <a:pt x="0" y="377696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2" name="Freeform 11"/>
                  <p:cNvSpPr/>
                  <p:nvPr/>
                </p:nvSpPr>
                <p:spPr>
                  <a:xfrm>
                    <a:off x="4209281" y="2897192"/>
                    <a:ext cx="21736" cy="37780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36" h="3778036">
                        <a:moveTo>
                          <a:pt x="0" y="0"/>
                        </a:moveTo>
                        <a:lnTo>
                          <a:pt x="21735" y="0"/>
                        </a:lnTo>
                        <a:lnTo>
                          <a:pt x="21735" y="3778035"/>
                        </a:lnTo>
                        <a:lnTo>
                          <a:pt x="0" y="377803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3" name="Freeform 12"/>
                  <p:cNvSpPr/>
                  <p:nvPr/>
                </p:nvSpPr>
                <p:spPr>
                  <a:xfrm>
                    <a:off x="4398047" y="2896210"/>
                    <a:ext cx="20676" cy="37769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676" h="3776966">
                        <a:moveTo>
                          <a:pt x="0" y="0"/>
                        </a:moveTo>
                        <a:lnTo>
                          <a:pt x="20675" y="0"/>
                        </a:lnTo>
                        <a:lnTo>
                          <a:pt x="20675" y="3776965"/>
                        </a:lnTo>
                        <a:lnTo>
                          <a:pt x="0" y="377696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4" name="Freeform 13"/>
                  <p:cNvSpPr/>
                  <p:nvPr/>
                </p:nvSpPr>
                <p:spPr>
                  <a:xfrm>
                    <a:off x="4587714" y="2897927"/>
                    <a:ext cx="22799" cy="377598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99" h="3775988">
                        <a:moveTo>
                          <a:pt x="0" y="0"/>
                        </a:moveTo>
                        <a:lnTo>
                          <a:pt x="22798" y="0"/>
                        </a:lnTo>
                        <a:lnTo>
                          <a:pt x="22798" y="3775987"/>
                        </a:lnTo>
                        <a:lnTo>
                          <a:pt x="0" y="3775987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5" name="Freeform 14"/>
                  <p:cNvSpPr/>
                  <p:nvPr/>
                </p:nvSpPr>
                <p:spPr>
                  <a:xfrm>
                    <a:off x="4771739" y="2896210"/>
                    <a:ext cx="24436" cy="37769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436" h="3776966">
                        <a:moveTo>
                          <a:pt x="0" y="0"/>
                        </a:moveTo>
                        <a:lnTo>
                          <a:pt x="24435" y="0"/>
                        </a:lnTo>
                        <a:lnTo>
                          <a:pt x="24435" y="3776965"/>
                        </a:lnTo>
                        <a:lnTo>
                          <a:pt x="0" y="377696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6" name="Freeform 15"/>
                  <p:cNvSpPr/>
                  <p:nvPr/>
                </p:nvSpPr>
                <p:spPr>
                  <a:xfrm>
                    <a:off x="4963691" y="2897192"/>
                    <a:ext cx="19616" cy="37741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16" h="3774195">
                        <a:moveTo>
                          <a:pt x="0" y="0"/>
                        </a:moveTo>
                        <a:lnTo>
                          <a:pt x="19615" y="0"/>
                        </a:lnTo>
                        <a:lnTo>
                          <a:pt x="19615" y="3774194"/>
                        </a:lnTo>
                        <a:lnTo>
                          <a:pt x="0" y="377419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7" name="Freeform 16"/>
                  <p:cNvSpPr/>
                  <p:nvPr/>
                </p:nvSpPr>
                <p:spPr>
                  <a:xfrm>
                    <a:off x="5154255" y="2897192"/>
                    <a:ext cx="21575" cy="37752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75" h="3775251">
                        <a:moveTo>
                          <a:pt x="0" y="0"/>
                        </a:moveTo>
                        <a:lnTo>
                          <a:pt x="21574" y="0"/>
                        </a:lnTo>
                        <a:lnTo>
                          <a:pt x="21574" y="3775250"/>
                        </a:lnTo>
                        <a:lnTo>
                          <a:pt x="0" y="377525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8" name="Freeform 17"/>
                  <p:cNvSpPr/>
                  <p:nvPr/>
                </p:nvSpPr>
                <p:spPr>
                  <a:xfrm>
                    <a:off x="5343024" y="2897192"/>
                    <a:ext cx="20756" cy="37759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56" h="3775993">
                        <a:moveTo>
                          <a:pt x="0" y="0"/>
                        </a:moveTo>
                        <a:lnTo>
                          <a:pt x="20755" y="0"/>
                        </a:lnTo>
                        <a:lnTo>
                          <a:pt x="20755" y="3775992"/>
                        </a:lnTo>
                        <a:lnTo>
                          <a:pt x="0" y="37759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9" name="Freeform 18"/>
                  <p:cNvSpPr/>
                  <p:nvPr/>
                </p:nvSpPr>
                <p:spPr>
                  <a:xfrm>
                    <a:off x="5532854" y="2897927"/>
                    <a:ext cx="22798" cy="37780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98" h="3778035">
                        <a:moveTo>
                          <a:pt x="0" y="0"/>
                        </a:moveTo>
                        <a:lnTo>
                          <a:pt x="22797" y="0"/>
                        </a:lnTo>
                        <a:lnTo>
                          <a:pt x="22797" y="3778034"/>
                        </a:lnTo>
                        <a:lnTo>
                          <a:pt x="0" y="377803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0" name="Freeform 19"/>
                  <p:cNvSpPr/>
                  <p:nvPr/>
                </p:nvSpPr>
                <p:spPr>
                  <a:xfrm>
                    <a:off x="5716958" y="2896210"/>
                    <a:ext cx="24438" cy="37790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438" h="3779011">
                        <a:moveTo>
                          <a:pt x="0" y="0"/>
                        </a:moveTo>
                        <a:lnTo>
                          <a:pt x="24437" y="0"/>
                        </a:lnTo>
                        <a:lnTo>
                          <a:pt x="24437" y="3779010"/>
                        </a:lnTo>
                        <a:lnTo>
                          <a:pt x="0" y="377901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1" name="Freeform 20"/>
                  <p:cNvSpPr/>
                  <p:nvPr/>
                </p:nvSpPr>
                <p:spPr>
                  <a:xfrm>
                    <a:off x="5908503" y="2897192"/>
                    <a:ext cx="21735" cy="37770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35" h="3777054">
                        <a:moveTo>
                          <a:pt x="0" y="0"/>
                        </a:moveTo>
                        <a:lnTo>
                          <a:pt x="21734" y="0"/>
                        </a:lnTo>
                        <a:lnTo>
                          <a:pt x="21734" y="3777053"/>
                        </a:lnTo>
                        <a:lnTo>
                          <a:pt x="0" y="377705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2" name="Freeform 21"/>
                  <p:cNvSpPr/>
                  <p:nvPr/>
                </p:nvSpPr>
                <p:spPr>
                  <a:xfrm>
                    <a:off x="6099070" y="2897927"/>
                    <a:ext cx="23533" cy="37780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533" h="3778035">
                        <a:moveTo>
                          <a:pt x="0" y="0"/>
                        </a:moveTo>
                        <a:lnTo>
                          <a:pt x="23532" y="0"/>
                        </a:lnTo>
                        <a:lnTo>
                          <a:pt x="23532" y="3778034"/>
                        </a:lnTo>
                        <a:lnTo>
                          <a:pt x="0" y="377803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3" name="Freeform 22"/>
                  <p:cNvSpPr/>
                  <p:nvPr/>
                </p:nvSpPr>
                <p:spPr>
                  <a:xfrm>
                    <a:off x="6287915" y="2897192"/>
                    <a:ext cx="22716" cy="37770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16" h="3777054">
                        <a:moveTo>
                          <a:pt x="0" y="0"/>
                        </a:moveTo>
                        <a:lnTo>
                          <a:pt x="22715" y="0"/>
                        </a:lnTo>
                        <a:lnTo>
                          <a:pt x="22715" y="3777053"/>
                        </a:lnTo>
                        <a:lnTo>
                          <a:pt x="0" y="377705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4" name="Freeform 23"/>
                  <p:cNvSpPr/>
                  <p:nvPr/>
                </p:nvSpPr>
                <p:spPr>
                  <a:xfrm>
                    <a:off x="6476681" y="2897192"/>
                    <a:ext cx="24601" cy="377901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601" h="3779015">
                        <a:moveTo>
                          <a:pt x="0" y="0"/>
                        </a:moveTo>
                        <a:lnTo>
                          <a:pt x="24600" y="0"/>
                        </a:lnTo>
                        <a:lnTo>
                          <a:pt x="24600" y="3779014"/>
                        </a:lnTo>
                        <a:lnTo>
                          <a:pt x="0" y="377901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5" name="Freeform 24"/>
                  <p:cNvSpPr/>
                  <p:nvPr/>
                </p:nvSpPr>
                <p:spPr>
                  <a:xfrm>
                    <a:off x="6661934" y="2897192"/>
                    <a:ext cx="26390" cy="377901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390" h="3779015">
                        <a:moveTo>
                          <a:pt x="0" y="0"/>
                        </a:moveTo>
                        <a:lnTo>
                          <a:pt x="26389" y="0"/>
                        </a:lnTo>
                        <a:lnTo>
                          <a:pt x="26389" y="3779014"/>
                        </a:lnTo>
                        <a:lnTo>
                          <a:pt x="0" y="377901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6" name="Freeform 25"/>
                  <p:cNvSpPr/>
                  <p:nvPr/>
                </p:nvSpPr>
                <p:spPr>
                  <a:xfrm>
                    <a:off x="6847925" y="2894248"/>
                    <a:ext cx="27536" cy="37796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536" h="3779670">
                        <a:moveTo>
                          <a:pt x="0" y="0"/>
                        </a:moveTo>
                        <a:lnTo>
                          <a:pt x="27535" y="0"/>
                        </a:lnTo>
                        <a:lnTo>
                          <a:pt x="27535" y="3779669"/>
                        </a:lnTo>
                        <a:lnTo>
                          <a:pt x="0" y="377966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7" name="Freeform 26"/>
                  <p:cNvSpPr/>
                  <p:nvPr/>
                </p:nvSpPr>
                <p:spPr>
                  <a:xfrm>
                    <a:off x="3084773" y="3266225"/>
                    <a:ext cx="3777205" cy="196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205" h="19693">
                        <a:moveTo>
                          <a:pt x="0" y="0"/>
                        </a:moveTo>
                        <a:lnTo>
                          <a:pt x="3777204" y="0"/>
                        </a:lnTo>
                        <a:lnTo>
                          <a:pt x="3777204" y="19692"/>
                        </a:lnTo>
                        <a:lnTo>
                          <a:pt x="0" y="196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8" name="Freeform 27"/>
                  <p:cNvSpPr/>
                  <p:nvPr/>
                </p:nvSpPr>
                <p:spPr>
                  <a:xfrm>
                    <a:off x="3085673" y="3454340"/>
                    <a:ext cx="3783010" cy="196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10" h="19693">
                        <a:moveTo>
                          <a:pt x="0" y="0"/>
                        </a:moveTo>
                        <a:lnTo>
                          <a:pt x="3783009" y="0"/>
                        </a:lnTo>
                        <a:lnTo>
                          <a:pt x="3783009" y="19692"/>
                        </a:lnTo>
                        <a:lnTo>
                          <a:pt x="0" y="196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9" name="Freeform 28"/>
                  <p:cNvSpPr/>
                  <p:nvPr/>
                </p:nvSpPr>
                <p:spPr>
                  <a:xfrm>
                    <a:off x="3083958" y="3639184"/>
                    <a:ext cx="3783746" cy="207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6" h="20755">
                        <a:moveTo>
                          <a:pt x="0" y="0"/>
                        </a:moveTo>
                        <a:lnTo>
                          <a:pt x="3783745" y="0"/>
                        </a:lnTo>
                        <a:lnTo>
                          <a:pt x="3783745" y="20754"/>
                        </a:lnTo>
                        <a:lnTo>
                          <a:pt x="0" y="2075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0" name="Freeform 29"/>
                  <p:cNvSpPr/>
                  <p:nvPr/>
                </p:nvSpPr>
                <p:spPr>
                  <a:xfrm>
                    <a:off x="3087717" y="4587351"/>
                    <a:ext cx="3783739" cy="2067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39" h="20676">
                        <a:moveTo>
                          <a:pt x="0" y="0"/>
                        </a:moveTo>
                        <a:lnTo>
                          <a:pt x="3783738" y="0"/>
                        </a:lnTo>
                        <a:lnTo>
                          <a:pt x="3783738" y="20675"/>
                        </a:lnTo>
                        <a:lnTo>
                          <a:pt x="0" y="2067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1" name="Freeform 30"/>
                  <p:cNvSpPr/>
                  <p:nvPr/>
                </p:nvSpPr>
                <p:spPr>
                  <a:xfrm>
                    <a:off x="3085673" y="4399481"/>
                    <a:ext cx="3783744" cy="206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4" h="20677">
                        <a:moveTo>
                          <a:pt x="0" y="0"/>
                        </a:moveTo>
                        <a:lnTo>
                          <a:pt x="3783743" y="0"/>
                        </a:lnTo>
                        <a:lnTo>
                          <a:pt x="3783743" y="20676"/>
                        </a:lnTo>
                        <a:lnTo>
                          <a:pt x="0" y="2067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2" name="Freeform 31"/>
                  <p:cNvSpPr/>
                  <p:nvPr/>
                </p:nvSpPr>
                <p:spPr>
                  <a:xfrm>
                    <a:off x="3085673" y="4209652"/>
                    <a:ext cx="3777202" cy="206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202" h="20677">
                        <a:moveTo>
                          <a:pt x="0" y="0"/>
                        </a:moveTo>
                        <a:lnTo>
                          <a:pt x="3777201" y="0"/>
                        </a:lnTo>
                        <a:lnTo>
                          <a:pt x="3777201" y="20676"/>
                        </a:lnTo>
                        <a:lnTo>
                          <a:pt x="0" y="2067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3" name="Freeform 32"/>
                  <p:cNvSpPr/>
                  <p:nvPr/>
                </p:nvSpPr>
                <p:spPr>
                  <a:xfrm>
                    <a:off x="3087717" y="4019985"/>
                    <a:ext cx="3782927" cy="196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27" h="19693">
                        <a:moveTo>
                          <a:pt x="0" y="0"/>
                        </a:moveTo>
                        <a:lnTo>
                          <a:pt x="3782926" y="0"/>
                        </a:lnTo>
                        <a:lnTo>
                          <a:pt x="3782926" y="19692"/>
                        </a:lnTo>
                        <a:lnTo>
                          <a:pt x="0" y="196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4" name="Freeform 33"/>
                  <p:cNvSpPr/>
                  <p:nvPr/>
                </p:nvSpPr>
                <p:spPr>
                  <a:xfrm>
                    <a:off x="3086817" y="3831871"/>
                    <a:ext cx="3772385" cy="196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2385" h="19693">
                        <a:moveTo>
                          <a:pt x="0" y="0"/>
                        </a:moveTo>
                        <a:lnTo>
                          <a:pt x="3772384" y="0"/>
                        </a:lnTo>
                        <a:lnTo>
                          <a:pt x="3772384" y="19692"/>
                        </a:lnTo>
                        <a:lnTo>
                          <a:pt x="0" y="196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5" name="Freeform 34"/>
                  <p:cNvSpPr/>
                  <p:nvPr/>
                </p:nvSpPr>
                <p:spPr>
                  <a:xfrm>
                    <a:off x="3084773" y="4774235"/>
                    <a:ext cx="3776139" cy="19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6139" h="19775">
                        <a:moveTo>
                          <a:pt x="0" y="0"/>
                        </a:moveTo>
                        <a:lnTo>
                          <a:pt x="3776138" y="0"/>
                        </a:lnTo>
                        <a:lnTo>
                          <a:pt x="3776138" y="19774"/>
                        </a:lnTo>
                        <a:lnTo>
                          <a:pt x="0" y="197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6" name="Freeform 35"/>
                  <p:cNvSpPr/>
                  <p:nvPr/>
                </p:nvSpPr>
                <p:spPr>
                  <a:xfrm>
                    <a:off x="3083958" y="4964147"/>
                    <a:ext cx="3783004" cy="1969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04" h="19690">
                        <a:moveTo>
                          <a:pt x="0" y="0"/>
                        </a:moveTo>
                        <a:lnTo>
                          <a:pt x="3783003" y="0"/>
                        </a:lnTo>
                        <a:lnTo>
                          <a:pt x="3783003" y="19689"/>
                        </a:lnTo>
                        <a:lnTo>
                          <a:pt x="0" y="1968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7" name="Freeform 36"/>
                  <p:cNvSpPr/>
                  <p:nvPr/>
                </p:nvSpPr>
                <p:spPr>
                  <a:xfrm>
                    <a:off x="3082975" y="5153975"/>
                    <a:ext cx="3780881" cy="206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881" h="20681">
                        <a:moveTo>
                          <a:pt x="0" y="0"/>
                        </a:moveTo>
                        <a:lnTo>
                          <a:pt x="3780880" y="0"/>
                        </a:lnTo>
                        <a:lnTo>
                          <a:pt x="3780880" y="20680"/>
                        </a:lnTo>
                        <a:lnTo>
                          <a:pt x="0" y="206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8" name="Freeform 37"/>
                  <p:cNvSpPr/>
                  <p:nvPr/>
                </p:nvSpPr>
                <p:spPr>
                  <a:xfrm>
                    <a:off x="3083958" y="5341926"/>
                    <a:ext cx="3783746" cy="206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6" h="20680">
                        <a:moveTo>
                          <a:pt x="0" y="0"/>
                        </a:moveTo>
                        <a:lnTo>
                          <a:pt x="3783745" y="0"/>
                        </a:lnTo>
                        <a:lnTo>
                          <a:pt x="3783745" y="20679"/>
                        </a:lnTo>
                        <a:lnTo>
                          <a:pt x="0" y="206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9" name="Freeform 38"/>
                  <p:cNvSpPr/>
                  <p:nvPr/>
                </p:nvSpPr>
                <p:spPr>
                  <a:xfrm>
                    <a:off x="3082975" y="5526936"/>
                    <a:ext cx="3783584" cy="208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584" h="20842">
                        <a:moveTo>
                          <a:pt x="0" y="0"/>
                        </a:moveTo>
                        <a:lnTo>
                          <a:pt x="3783583" y="0"/>
                        </a:lnTo>
                        <a:lnTo>
                          <a:pt x="3783583" y="20841"/>
                        </a:lnTo>
                        <a:lnTo>
                          <a:pt x="0" y="2084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0" name="Freeform 39"/>
                  <p:cNvSpPr/>
                  <p:nvPr/>
                </p:nvSpPr>
                <p:spPr>
                  <a:xfrm>
                    <a:off x="3085673" y="6471091"/>
                    <a:ext cx="3783744" cy="228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4" h="22803">
                        <a:moveTo>
                          <a:pt x="0" y="0"/>
                        </a:moveTo>
                        <a:lnTo>
                          <a:pt x="3783743" y="0"/>
                        </a:lnTo>
                        <a:lnTo>
                          <a:pt x="3783743" y="22802"/>
                        </a:lnTo>
                        <a:lnTo>
                          <a:pt x="0" y="2280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1" name="Freeform 40"/>
                  <p:cNvSpPr/>
                  <p:nvPr/>
                </p:nvSpPr>
                <p:spPr>
                  <a:xfrm>
                    <a:off x="3085673" y="6286006"/>
                    <a:ext cx="3784723" cy="226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4723" h="22639">
                        <a:moveTo>
                          <a:pt x="0" y="0"/>
                        </a:moveTo>
                        <a:lnTo>
                          <a:pt x="3784722" y="0"/>
                        </a:lnTo>
                        <a:lnTo>
                          <a:pt x="3784722" y="22638"/>
                        </a:lnTo>
                        <a:lnTo>
                          <a:pt x="0" y="2263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2" name="Freeform 41"/>
                  <p:cNvSpPr/>
                  <p:nvPr/>
                </p:nvSpPr>
                <p:spPr>
                  <a:xfrm>
                    <a:off x="3082975" y="6097075"/>
                    <a:ext cx="3783010" cy="208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10" h="20842">
                        <a:moveTo>
                          <a:pt x="0" y="0"/>
                        </a:moveTo>
                        <a:lnTo>
                          <a:pt x="3783009" y="0"/>
                        </a:lnTo>
                        <a:lnTo>
                          <a:pt x="3783009" y="20841"/>
                        </a:lnTo>
                        <a:lnTo>
                          <a:pt x="0" y="2084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3" name="Freeform 42"/>
                  <p:cNvSpPr/>
                  <p:nvPr/>
                </p:nvSpPr>
                <p:spPr>
                  <a:xfrm>
                    <a:off x="3083958" y="5907408"/>
                    <a:ext cx="3783746" cy="208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6" h="20843">
                        <a:moveTo>
                          <a:pt x="0" y="0"/>
                        </a:moveTo>
                        <a:lnTo>
                          <a:pt x="3783745" y="0"/>
                        </a:lnTo>
                        <a:lnTo>
                          <a:pt x="3783745" y="20842"/>
                        </a:lnTo>
                        <a:lnTo>
                          <a:pt x="0" y="2084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4" name="Freeform 43"/>
                  <p:cNvSpPr/>
                  <p:nvPr/>
                </p:nvSpPr>
                <p:spPr>
                  <a:xfrm>
                    <a:off x="3083958" y="5719620"/>
                    <a:ext cx="3778919" cy="207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919" h="20753">
                        <a:moveTo>
                          <a:pt x="0" y="0"/>
                        </a:moveTo>
                        <a:lnTo>
                          <a:pt x="3778918" y="0"/>
                        </a:lnTo>
                        <a:lnTo>
                          <a:pt x="3778918" y="20752"/>
                        </a:lnTo>
                        <a:lnTo>
                          <a:pt x="0" y="2075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5" name="Freeform 44"/>
                  <p:cNvSpPr/>
                  <p:nvPr/>
                </p:nvSpPr>
                <p:spPr>
                  <a:xfrm>
                    <a:off x="3073497" y="6662718"/>
                    <a:ext cx="3801718" cy="227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1718" h="22722">
                        <a:moveTo>
                          <a:pt x="0" y="0"/>
                        </a:moveTo>
                        <a:lnTo>
                          <a:pt x="3801717" y="0"/>
                        </a:lnTo>
                        <a:lnTo>
                          <a:pt x="3801717" y="22721"/>
                        </a:lnTo>
                        <a:lnTo>
                          <a:pt x="0" y="2272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</p:grp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3072514" y="2628014"/>
                  <a:ext cx="0" cy="4038785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3074149" y="6671296"/>
                  <a:ext cx="4059789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/>
              <p:cNvSpPr txBox="1"/>
              <p:nvPr/>
            </p:nvSpPr>
            <p:spPr>
              <a:xfrm>
                <a:off x="2552700" y="2743200"/>
                <a:ext cx="58755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100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2628900" y="53975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30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628900" y="57785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628900" y="61595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705100" y="66040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0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2616200" y="4267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60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2616200" y="4648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50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2616200" y="5029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40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616200" y="3124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90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616200" y="3505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80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2616200" y="3886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70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6604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100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3937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30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3556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3175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5080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60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699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50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4318000" y="66548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40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6223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90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5842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80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5461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70</a:t>
                </a:r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4381500" y="6921500"/>
              <a:ext cx="1484067" cy="287258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080">
                  <a:solidFill>
                    <a:srgbClr val="000000"/>
                  </a:solidFill>
                  <a:latin typeface="Trebuchet MS - 16"/>
                </a:rPr>
                <a:t>Maths mark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 rot="16200000">
              <a:off x="1854200" y="4452571"/>
              <a:ext cx="1482704" cy="287258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080">
                  <a:solidFill>
                    <a:srgbClr val="000000"/>
                  </a:solidFill>
                  <a:latin typeface="Trebuchet MS - 16"/>
                </a:rPr>
                <a:t>Science mark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700181" y="2958324"/>
            <a:ext cx="238209" cy="145808"/>
            <a:chOff x="7973534" y="3287026"/>
            <a:chExt cx="264677" cy="162009"/>
          </a:xfrm>
        </p:grpSpPr>
        <p:sp>
          <p:nvSpPr>
            <p:cNvPr id="75" name="Freeform 74"/>
            <p:cNvSpPr/>
            <p:nvPr/>
          </p:nvSpPr>
          <p:spPr>
            <a:xfrm>
              <a:off x="7973534" y="3287026"/>
              <a:ext cx="264677" cy="162009"/>
            </a:xfrm>
            <a:custGeom>
              <a:avLst/>
              <a:gdLst/>
              <a:ahLst/>
              <a:cxnLst/>
              <a:rect l="0" t="0" r="0" b="0"/>
              <a:pathLst>
                <a:path w="264677" h="162009">
                  <a:moveTo>
                    <a:pt x="132537" y="68051"/>
                  </a:moveTo>
                  <a:lnTo>
                    <a:pt x="244119" y="0"/>
                  </a:lnTo>
                  <a:lnTo>
                    <a:pt x="264676" y="12412"/>
                  </a:lnTo>
                  <a:lnTo>
                    <a:pt x="153403" y="81148"/>
                  </a:lnTo>
                  <a:lnTo>
                    <a:pt x="264676" y="149199"/>
                  </a:lnTo>
                  <a:lnTo>
                    <a:pt x="244119" y="162008"/>
                  </a:lnTo>
                  <a:lnTo>
                    <a:pt x="132537" y="93849"/>
                  </a:lnTo>
                  <a:lnTo>
                    <a:pt x="21087" y="162008"/>
                  </a:lnTo>
                  <a:lnTo>
                    <a:pt x="0" y="149199"/>
                  </a:lnTo>
                  <a:lnTo>
                    <a:pt x="111450" y="80896"/>
                  </a:lnTo>
                  <a:lnTo>
                    <a:pt x="0" y="12845"/>
                  </a:lnTo>
                  <a:lnTo>
                    <a:pt x="21087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7973534" y="3287026"/>
              <a:ext cx="264677" cy="162009"/>
            </a:xfrm>
            <a:custGeom>
              <a:avLst/>
              <a:gdLst/>
              <a:ahLst/>
              <a:cxnLst/>
              <a:rect l="0" t="0" r="0" b="0"/>
              <a:pathLst>
                <a:path w="264677" h="162009">
                  <a:moveTo>
                    <a:pt x="132537" y="68051"/>
                  </a:moveTo>
                  <a:lnTo>
                    <a:pt x="244119" y="0"/>
                  </a:lnTo>
                  <a:lnTo>
                    <a:pt x="264676" y="12412"/>
                  </a:lnTo>
                  <a:lnTo>
                    <a:pt x="153403" y="81148"/>
                  </a:lnTo>
                  <a:lnTo>
                    <a:pt x="264676" y="149199"/>
                  </a:lnTo>
                  <a:lnTo>
                    <a:pt x="244119" y="162008"/>
                  </a:lnTo>
                  <a:lnTo>
                    <a:pt x="132537" y="93849"/>
                  </a:lnTo>
                  <a:lnTo>
                    <a:pt x="21087" y="162008"/>
                  </a:lnTo>
                  <a:lnTo>
                    <a:pt x="0" y="149199"/>
                  </a:lnTo>
                  <a:lnTo>
                    <a:pt x="111450" y="80896"/>
                  </a:lnTo>
                  <a:lnTo>
                    <a:pt x="0" y="12845"/>
                  </a:lnTo>
                  <a:lnTo>
                    <a:pt x="21087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9043112" y="3301213"/>
            <a:ext cx="238202" cy="145848"/>
            <a:chOff x="8354568" y="3668014"/>
            <a:chExt cx="264669" cy="162053"/>
          </a:xfrm>
        </p:grpSpPr>
        <p:sp>
          <p:nvSpPr>
            <p:cNvPr id="78" name="Freeform 77"/>
            <p:cNvSpPr/>
            <p:nvPr/>
          </p:nvSpPr>
          <p:spPr>
            <a:xfrm>
              <a:off x="8354568" y="3668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8354568" y="3668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9386012" y="3644113"/>
            <a:ext cx="238202" cy="145848"/>
            <a:chOff x="8735568" y="4049014"/>
            <a:chExt cx="264669" cy="162053"/>
          </a:xfrm>
        </p:grpSpPr>
        <p:sp>
          <p:nvSpPr>
            <p:cNvPr id="81" name="Freeform 80"/>
            <p:cNvSpPr/>
            <p:nvPr/>
          </p:nvSpPr>
          <p:spPr>
            <a:xfrm>
              <a:off x="8735568" y="4049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8735568" y="4049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9728912" y="3987013"/>
            <a:ext cx="238202" cy="145848"/>
            <a:chOff x="9116568" y="4430014"/>
            <a:chExt cx="264669" cy="162053"/>
          </a:xfrm>
        </p:grpSpPr>
        <p:sp>
          <p:nvSpPr>
            <p:cNvPr id="84" name="Freeform 83"/>
            <p:cNvSpPr/>
            <p:nvPr/>
          </p:nvSpPr>
          <p:spPr>
            <a:xfrm>
              <a:off x="9116568" y="4430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85" name="Freeform 84"/>
            <p:cNvSpPr/>
            <p:nvPr/>
          </p:nvSpPr>
          <p:spPr>
            <a:xfrm>
              <a:off x="9116568" y="4430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8437322" y="3529813"/>
            <a:ext cx="238202" cy="145848"/>
            <a:chOff x="7681468" y="3922014"/>
            <a:chExt cx="264669" cy="162053"/>
          </a:xfrm>
        </p:grpSpPr>
        <p:sp>
          <p:nvSpPr>
            <p:cNvPr id="87" name="Freeform 86"/>
            <p:cNvSpPr/>
            <p:nvPr/>
          </p:nvSpPr>
          <p:spPr>
            <a:xfrm>
              <a:off x="7681468" y="3922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88" name="Freeform 87"/>
            <p:cNvSpPr/>
            <p:nvPr/>
          </p:nvSpPr>
          <p:spPr>
            <a:xfrm>
              <a:off x="7681468" y="3922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8780222" y="3872713"/>
            <a:ext cx="238202" cy="145848"/>
            <a:chOff x="8062468" y="4303014"/>
            <a:chExt cx="264669" cy="162053"/>
          </a:xfrm>
        </p:grpSpPr>
        <p:sp>
          <p:nvSpPr>
            <p:cNvPr id="90" name="Freeform 89"/>
            <p:cNvSpPr/>
            <p:nvPr/>
          </p:nvSpPr>
          <p:spPr>
            <a:xfrm>
              <a:off x="8062468" y="4303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91" name="Freeform 90"/>
            <p:cNvSpPr/>
            <p:nvPr/>
          </p:nvSpPr>
          <p:spPr>
            <a:xfrm>
              <a:off x="8062468" y="4303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9123122" y="4215613"/>
            <a:ext cx="238202" cy="145848"/>
            <a:chOff x="8443468" y="4684014"/>
            <a:chExt cx="264669" cy="162053"/>
          </a:xfrm>
        </p:grpSpPr>
        <p:sp>
          <p:nvSpPr>
            <p:cNvPr id="93" name="Freeform 92"/>
            <p:cNvSpPr/>
            <p:nvPr/>
          </p:nvSpPr>
          <p:spPr>
            <a:xfrm>
              <a:off x="8443468" y="4684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8443468" y="4684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9466022" y="4558513"/>
            <a:ext cx="238202" cy="145848"/>
            <a:chOff x="8824468" y="5065014"/>
            <a:chExt cx="264669" cy="162053"/>
          </a:xfrm>
        </p:grpSpPr>
        <p:sp>
          <p:nvSpPr>
            <p:cNvPr id="96" name="Freeform 95"/>
            <p:cNvSpPr/>
            <p:nvPr/>
          </p:nvSpPr>
          <p:spPr>
            <a:xfrm>
              <a:off x="8824468" y="5065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8824468" y="5065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</p:spTree>
    <p:extLst>
      <p:ext uri="{BB962C8B-B14F-4D97-AF65-F5344CB8AC3E}">
        <p14:creationId xmlns:p14="http://schemas.microsoft.com/office/powerpoint/2010/main" val="283882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81350" y="205740"/>
            <a:ext cx="5966460" cy="3416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620">
                <a:solidFill>
                  <a:srgbClr val="000000"/>
                </a:solidFill>
                <a:latin typeface="Trebuchet MS - 24"/>
              </a:rPr>
              <a:t>Draw a scatter graph of this information: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14601" y="742950"/>
          <a:ext cx="7524944" cy="1470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9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011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Student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A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B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C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E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G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H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11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Maths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11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Science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9" name="Group 98"/>
          <p:cNvGrpSpPr/>
          <p:nvPr/>
        </p:nvGrpSpPr>
        <p:grpSpPr>
          <a:xfrm>
            <a:off x="4343675" y="2525230"/>
            <a:ext cx="4266926" cy="4122672"/>
            <a:chOff x="3132971" y="2805811"/>
            <a:chExt cx="4741029" cy="4580747"/>
          </a:xfrm>
        </p:grpSpPr>
        <p:grpSp>
          <p:nvGrpSpPr>
            <p:cNvPr id="74" name="Group 73"/>
            <p:cNvGrpSpPr/>
            <p:nvPr/>
          </p:nvGrpSpPr>
          <p:grpSpPr>
            <a:xfrm>
              <a:off x="3132971" y="2805811"/>
              <a:ext cx="4741029" cy="4580747"/>
              <a:chOff x="3132971" y="2805811"/>
              <a:chExt cx="4741029" cy="4580747"/>
            </a:xfrm>
          </p:grpSpPr>
          <p:grpSp>
            <p:nvGrpSpPr>
              <p:cNvPr id="71" name="Group 70"/>
              <p:cNvGrpSpPr/>
              <p:nvPr/>
            </p:nvGrpSpPr>
            <p:grpSpPr>
              <a:xfrm>
                <a:off x="3238500" y="2805811"/>
                <a:ext cx="4635500" cy="4326747"/>
                <a:chOff x="3238500" y="2805811"/>
                <a:chExt cx="4635500" cy="4326747"/>
              </a:xfrm>
            </p:grpSpPr>
            <p:grpSp>
              <p:nvGrpSpPr>
                <p:cNvPr id="49" name="Group 48"/>
                <p:cNvGrpSpPr/>
                <p:nvPr/>
              </p:nvGrpSpPr>
              <p:grpSpPr>
                <a:xfrm>
                  <a:off x="3758311" y="2805811"/>
                  <a:ext cx="4061460" cy="4057397"/>
                  <a:chOff x="3758311" y="2805811"/>
                  <a:chExt cx="4061460" cy="4057397"/>
                </a:xfrm>
              </p:grpSpPr>
              <p:grpSp>
                <p:nvGrpSpPr>
                  <p:cNvPr id="46" name="Group 45"/>
                  <p:cNvGrpSpPr/>
                  <p:nvPr/>
                </p:nvGrpSpPr>
                <p:grpSpPr>
                  <a:xfrm>
                    <a:off x="3759327" y="3064510"/>
                    <a:ext cx="3801873" cy="3798698"/>
                    <a:chOff x="3759327" y="3064510"/>
                    <a:chExt cx="3801873" cy="3798698"/>
                  </a:xfrm>
                </p:grpSpPr>
                <p:sp>
                  <p:nvSpPr>
                    <p:cNvPr id="4" name="Freeform 3"/>
                    <p:cNvSpPr/>
                    <p:nvPr/>
                  </p:nvSpPr>
                  <p:spPr>
                    <a:xfrm>
                      <a:off x="3759327" y="3073019"/>
                      <a:ext cx="18924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924" h="3776981">
                          <a:moveTo>
                            <a:pt x="0" y="0"/>
                          </a:moveTo>
                          <a:lnTo>
                            <a:pt x="18923" y="0"/>
                          </a:lnTo>
                          <a:lnTo>
                            <a:pt x="18923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5" name="Freeform 4"/>
                    <p:cNvSpPr/>
                    <p:nvPr/>
                  </p:nvSpPr>
                  <p:spPr>
                    <a:xfrm>
                      <a:off x="3759327" y="3064510"/>
                      <a:ext cx="3800603" cy="189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00603" h="18924">
                          <a:moveTo>
                            <a:pt x="0" y="0"/>
                          </a:moveTo>
                          <a:lnTo>
                            <a:pt x="3800602" y="0"/>
                          </a:lnTo>
                          <a:lnTo>
                            <a:pt x="3800602" y="18923"/>
                          </a:lnTo>
                          <a:lnTo>
                            <a:pt x="0" y="1892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6" name="Freeform 5"/>
                    <p:cNvSpPr/>
                    <p:nvPr/>
                  </p:nvSpPr>
                  <p:spPr>
                    <a:xfrm>
                      <a:off x="3772662" y="3254375"/>
                      <a:ext cx="3780791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0791" h="19686">
                          <a:moveTo>
                            <a:pt x="0" y="0"/>
                          </a:moveTo>
                          <a:lnTo>
                            <a:pt x="3780790" y="0"/>
                          </a:lnTo>
                          <a:lnTo>
                            <a:pt x="3780790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7" name="Freeform 6"/>
                    <p:cNvSpPr/>
                    <p:nvPr/>
                  </p:nvSpPr>
                  <p:spPr>
                    <a:xfrm>
                      <a:off x="3950081" y="3074035"/>
                      <a:ext cx="19813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813" h="3776981">
                          <a:moveTo>
                            <a:pt x="0" y="0"/>
                          </a:moveTo>
                          <a:lnTo>
                            <a:pt x="19812" y="0"/>
                          </a:lnTo>
                          <a:lnTo>
                            <a:pt x="19812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8" name="Freeform 7"/>
                    <p:cNvSpPr/>
                    <p:nvPr/>
                  </p:nvSpPr>
                  <p:spPr>
                    <a:xfrm>
                      <a:off x="4137914" y="3073019"/>
                      <a:ext cx="19813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813" h="3776981">
                          <a:moveTo>
                            <a:pt x="0" y="0"/>
                          </a:moveTo>
                          <a:lnTo>
                            <a:pt x="19812" y="0"/>
                          </a:lnTo>
                          <a:lnTo>
                            <a:pt x="19812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9" name="Freeform 8"/>
                    <p:cNvSpPr/>
                    <p:nvPr/>
                  </p:nvSpPr>
                  <p:spPr>
                    <a:xfrm>
                      <a:off x="4328541" y="3074035"/>
                      <a:ext cx="21718" cy="37779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7997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7996"/>
                          </a:lnTo>
                          <a:lnTo>
                            <a:pt x="0" y="377799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0" name="Freeform 9"/>
                    <p:cNvSpPr/>
                    <p:nvPr/>
                  </p:nvSpPr>
                  <p:spPr>
                    <a:xfrm>
                      <a:off x="4513580" y="3073019"/>
                      <a:ext cx="22734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9013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1" name="Freeform 10"/>
                    <p:cNvSpPr/>
                    <p:nvPr/>
                  </p:nvSpPr>
                  <p:spPr>
                    <a:xfrm>
                      <a:off x="4704334" y="3074035"/>
                      <a:ext cx="19686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686" h="3776981">
                          <a:moveTo>
                            <a:pt x="0" y="0"/>
                          </a:moveTo>
                          <a:lnTo>
                            <a:pt x="19685" y="0"/>
                          </a:lnTo>
                          <a:lnTo>
                            <a:pt x="19685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2" name="Freeform 11"/>
                    <p:cNvSpPr/>
                    <p:nvPr/>
                  </p:nvSpPr>
                  <p:spPr>
                    <a:xfrm>
                      <a:off x="4895088" y="3075051"/>
                      <a:ext cx="21718" cy="37779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7997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7996"/>
                          </a:lnTo>
                          <a:lnTo>
                            <a:pt x="0" y="377799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3" name="Freeform 12"/>
                    <p:cNvSpPr/>
                    <p:nvPr/>
                  </p:nvSpPr>
                  <p:spPr>
                    <a:xfrm>
                      <a:off x="5083810" y="3074035"/>
                      <a:ext cx="20702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702" h="3776981">
                          <a:moveTo>
                            <a:pt x="0" y="0"/>
                          </a:moveTo>
                          <a:lnTo>
                            <a:pt x="20701" y="0"/>
                          </a:lnTo>
                          <a:lnTo>
                            <a:pt x="20701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4" name="Freeform 13"/>
                    <p:cNvSpPr/>
                    <p:nvPr/>
                  </p:nvSpPr>
                  <p:spPr>
                    <a:xfrm>
                      <a:off x="5273548" y="3075686"/>
                      <a:ext cx="22734" cy="377609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6092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6091"/>
                          </a:lnTo>
                          <a:lnTo>
                            <a:pt x="0" y="377609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5" name="Freeform 14"/>
                    <p:cNvSpPr/>
                    <p:nvPr/>
                  </p:nvSpPr>
                  <p:spPr>
                    <a:xfrm>
                      <a:off x="5457571" y="3074035"/>
                      <a:ext cx="24385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385" h="3776981">
                          <a:moveTo>
                            <a:pt x="0" y="0"/>
                          </a:moveTo>
                          <a:lnTo>
                            <a:pt x="24384" y="0"/>
                          </a:lnTo>
                          <a:lnTo>
                            <a:pt x="24384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6" name="Freeform 15"/>
                    <p:cNvSpPr/>
                    <p:nvPr/>
                  </p:nvSpPr>
                  <p:spPr>
                    <a:xfrm>
                      <a:off x="5649468" y="3075051"/>
                      <a:ext cx="19686" cy="377418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686" h="3774187">
                          <a:moveTo>
                            <a:pt x="0" y="0"/>
                          </a:moveTo>
                          <a:lnTo>
                            <a:pt x="19685" y="0"/>
                          </a:lnTo>
                          <a:lnTo>
                            <a:pt x="19685" y="3774186"/>
                          </a:lnTo>
                          <a:lnTo>
                            <a:pt x="0" y="377418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7" name="Freeform 16"/>
                    <p:cNvSpPr/>
                    <p:nvPr/>
                  </p:nvSpPr>
                  <p:spPr>
                    <a:xfrm>
                      <a:off x="5840095" y="3075051"/>
                      <a:ext cx="21590" cy="377520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590" h="3775203">
                          <a:moveTo>
                            <a:pt x="0" y="0"/>
                          </a:moveTo>
                          <a:lnTo>
                            <a:pt x="21589" y="0"/>
                          </a:lnTo>
                          <a:lnTo>
                            <a:pt x="21589" y="3775202"/>
                          </a:lnTo>
                          <a:lnTo>
                            <a:pt x="0" y="377520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8" name="Freeform 17"/>
                    <p:cNvSpPr/>
                    <p:nvPr/>
                  </p:nvSpPr>
                  <p:spPr>
                    <a:xfrm>
                      <a:off x="6028817" y="3075051"/>
                      <a:ext cx="20702" cy="377596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702" h="3775965">
                          <a:moveTo>
                            <a:pt x="0" y="0"/>
                          </a:moveTo>
                          <a:lnTo>
                            <a:pt x="20701" y="0"/>
                          </a:lnTo>
                          <a:lnTo>
                            <a:pt x="20701" y="3775964"/>
                          </a:lnTo>
                          <a:lnTo>
                            <a:pt x="0" y="377596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9" name="Freeform 18"/>
                    <p:cNvSpPr/>
                    <p:nvPr/>
                  </p:nvSpPr>
                  <p:spPr>
                    <a:xfrm>
                      <a:off x="6218682" y="3075686"/>
                      <a:ext cx="22735" cy="37781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5" h="3778124">
                          <a:moveTo>
                            <a:pt x="0" y="0"/>
                          </a:moveTo>
                          <a:lnTo>
                            <a:pt x="22734" y="0"/>
                          </a:lnTo>
                          <a:lnTo>
                            <a:pt x="22734" y="3778123"/>
                          </a:lnTo>
                          <a:lnTo>
                            <a:pt x="0" y="377812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0" name="Freeform 19"/>
                    <p:cNvSpPr/>
                    <p:nvPr/>
                  </p:nvSpPr>
                  <p:spPr>
                    <a:xfrm>
                      <a:off x="6402705" y="3074035"/>
                      <a:ext cx="24512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512" h="3779013">
                          <a:moveTo>
                            <a:pt x="0" y="0"/>
                          </a:moveTo>
                          <a:lnTo>
                            <a:pt x="24511" y="0"/>
                          </a:lnTo>
                          <a:lnTo>
                            <a:pt x="24511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1" name="Freeform 20"/>
                    <p:cNvSpPr/>
                    <p:nvPr/>
                  </p:nvSpPr>
                  <p:spPr>
                    <a:xfrm>
                      <a:off x="6594348" y="3075051"/>
                      <a:ext cx="21718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6981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2" name="Freeform 21"/>
                    <p:cNvSpPr/>
                    <p:nvPr/>
                  </p:nvSpPr>
                  <p:spPr>
                    <a:xfrm>
                      <a:off x="6784848" y="3075686"/>
                      <a:ext cx="23496" cy="37781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3496" h="3778124">
                          <a:moveTo>
                            <a:pt x="0" y="0"/>
                          </a:moveTo>
                          <a:lnTo>
                            <a:pt x="23495" y="0"/>
                          </a:lnTo>
                          <a:lnTo>
                            <a:pt x="23495" y="3778123"/>
                          </a:lnTo>
                          <a:lnTo>
                            <a:pt x="0" y="377812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3" name="Freeform 22"/>
                    <p:cNvSpPr/>
                    <p:nvPr/>
                  </p:nvSpPr>
                  <p:spPr>
                    <a:xfrm>
                      <a:off x="6973697" y="3075051"/>
                      <a:ext cx="22734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6981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4" name="Freeform 23"/>
                    <p:cNvSpPr/>
                    <p:nvPr/>
                  </p:nvSpPr>
                  <p:spPr>
                    <a:xfrm>
                      <a:off x="7162419" y="3075051"/>
                      <a:ext cx="24639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639" h="3779013">
                          <a:moveTo>
                            <a:pt x="0" y="0"/>
                          </a:moveTo>
                          <a:lnTo>
                            <a:pt x="24638" y="0"/>
                          </a:lnTo>
                          <a:lnTo>
                            <a:pt x="24638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5" name="Freeform 24"/>
                    <p:cNvSpPr/>
                    <p:nvPr/>
                  </p:nvSpPr>
                  <p:spPr>
                    <a:xfrm>
                      <a:off x="7347712" y="3075051"/>
                      <a:ext cx="26417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6417" h="3779013">
                          <a:moveTo>
                            <a:pt x="0" y="0"/>
                          </a:moveTo>
                          <a:lnTo>
                            <a:pt x="26416" y="0"/>
                          </a:lnTo>
                          <a:lnTo>
                            <a:pt x="26416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6" name="Freeform 25"/>
                    <p:cNvSpPr/>
                    <p:nvPr/>
                  </p:nvSpPr>
                  <p:spPr>
                    <a:xfrm>
                      <a:off x="7533767" y="3072003"/>
                      <a:ext cx="27433" cy="37797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433" h="3779775">
                          <a:moveTo>
                            <a:pt x="0" y="0"/>
                          </a:moveTo>
                          <a:lnTo>
                            <a:pt x="27432" y="0"/>
                          </a:lnTo>
                          <a:lnTo>
                            <a:pt x="27432" y="3779774"/>
                          </a:lnTo>
                          <a:lnTo>
                            <a:pt x="0" y="377977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7" name="Freeform 26"/>
                    <p:cNvSpPr/>
                    <p:nvPr/>
                  </p:nvSpPr>
                  <p:spPr>
                    <a:xfrm>
                      <a:off x="3770630" y="3443986"/>
                      <a:ext cx="3777108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7108" h="19686">
                          <a:moveTo>
                            <a:pt x="0" y="0"/>
                          </a:moveTo>
                          <a:lnTo>
                            <a:pt x="3777107" y="0"/>
                          </a:lnTo>
                          <a:lnTo>
                            <a:pt x="3777107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8" name="Freeform 27"/>
                    <p:cNvSpPr/>
                    <p:nvPr/>
                  </p:nvSpPr>
                  <p:spPr>
                    <a:xfrm>
                      <a:off x="3771519" y="3632200"/>
                      <a:ext cx="3782950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2950" h="19686">
                          <a:moveTo>
                            <a:pt x="0" y="0"/>
                          </a:moveTo>
                          <a:lnTo>
                            <a:pt x="3782949" y="0"/>
                          </a:lnTo>
                          <a:lnTo>
                            <a:pt x="3782949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9" name="Freeform 28"/>
                    <p:cNvSpPr/>
                    <p:nvPr/>
                  </p:nvSpPr>
                  <p:spPr>
                    <a:xfrm>
                      <a:off x="3769741" y="3816985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0" name="Freeform 29"/>
                    <p:cNvSpPr/>
                    <p:nvPr/>
                  </p:nvSpPr>
                  <p:spPr>
                    <a:xfrm>
                      <a:off x="3773551" y="4765167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1" name="Freeform 30"/>
                    <p:cNvSpPr/>
                    <p:nvPr/>
                  </p:nvSpPr>
                  <p:spPr>
                    <a:xfrm>
                      <a:off x="3771519" y="4577334"/>
                      <a:ext cx="3783712" cy="205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575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574"/>
                          </a:lnTo>
                          <a:lnTo>
                            <a:pt x="0" y="2057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2" name="Freeform 31"/>
                    <p:cNvSpPr/>
                    <p:nvPr/>
                  </p:nvSpPr>
                  <p:spPr>
                    <a:xfrm>
                      <a:off x="3771519" y="4387469"/>
                      <a:ext cx="3777108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7108" h="20702">
                          <a:moveTo>
                            <a:pt x="0" y="0"/>
                          </a:moveTo>
                          <a:lnTo>
                            <a:pt x="3777107" y="0"/>
                          </a:lnTo>
                          <a:lnTo>
                            <a:pt x="3777107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3" name="Freeform 32"/>
                    <p:cNvSpPr/>
                    <p:nvPr/>
                  </p:nvSpPr>
                  <p:spPr>
                    <a:xfrm>
                      <a:off x="3773551" y="4197731"/>
                      <a:ext cx="3782950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2950" h="19686">
                          <a:moveTo>
                            <a:pt x="0" y="0"/>
                          </a:moveTo>
                          <a:lnTo>
                            <a:pt x="3782949" y="0"/>
                          </a:lnTo>
                          <a:lnTo>
                            <a:pt x="3782949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4" name="Freeform 33"/>
                    <p:cNvSpPr/>
                    <p:nvPr/>
                  </p:nvSpPr>
                  <p:spPr>
                    <a:xfrm>
                      <a:off x="3772662" y="4009644"/>
                      <a:ext cx="3772282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2282" h="19686">
                          <a:moveTo>
                            <a:pt x="0" y="0"/>
                          </a:moveTo>
                          <a:lnTo>
                            <a:pt x="3772281" y="0"/>
                          </a:lnTo>
                          <a:lnTo>
                            <a:pt x="3772281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5" name="Freeform 34"/>
                    <p:cNvSpPr/>
                    <p:nvPr/>
                  </p:nvSpPr>
                  <p:spPr>
                    <a:xfrm>
                      <a:off x="3770630" y="4951984"/>
                      <a:ext cx="3776092" cy="198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6092" h="19813">
                          <a:moveTo>
                            <a:pt x="0" y="0"/>
                          </a:moveTo>
                          <a:lnTo>
                            <a:pt x="3776091" y="0"/>
                          </a:lnTo>
                          <a:lnTo>
                            <a:pt x="3776091" y="19812"/>
                          </a:lnTo>
                          <a:lnTo>
                            <a:pt x="0" y="198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6" name="Freeform 35"/>
                    <p:cNvSpPr/>
                    <p:nvPr/>
                  </p:nvSpPr>
                  <p:spPr>
                    <a:xfrm>
                      <a:off x="3769741" y="5141976"/>
                      <a:ext cx="3783077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077" h="19686">
                          <a:moveTo>
                            <a:pt x="0" y="0"/>
                          </a:moveTo>
                          <a:lnTo>
                            <a:pt x="3783076" y="0"/>
                          </a:lnTo>
                          <a:lnTo>
                            <a:pt x="3783076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7" name="Freeform 36"/>
                    <p:cNvSpPr/>
                    <p:nvPr/>
                  </p:nvSpPr>
                  <p:spPr>
                    <a:xfrm>
                      <a:off x="3768725" y="5331714"/>
                      <a:ext cx="3780918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0918" h="20702">
                          <a:moveTo>
                            <a:pt x="0" y="0"/>
                          </a:moveTo>
                          <a:lnTo>
                            <a:pt x="3780917" y="0"/>
                          </a:lnTo>
                          <a:lnTo>
                            <a:pt x="3780917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8" name="Freeform 37"/>
                    <p:cNvSpPr/>
                    <p:nvPr/>
                  </p:nvSpPr>
                  <p:spPr>
                    <a:xfrm>
                      <a:off x="3769741" y="5519674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9" name="Freeform 38"/>
                    <p:cNvSpPr/>
                    <p:nvPr/>
                  </p:nvSpPr>
                  <p:spPr>
                    <a:xfrm>
                      <a:off x="3768725" y="5704713"/>
                      <a:ext cx="3783585" cy="2082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585" h="20828">
                          <a:moveTo>
                            <a:pt x="0" y="0"/>
                          </a:moveTo>
                          <a:lnTo>
                            <a:pt x="3783584" y="0"/>
                          </a:lnTo>
                          <a:lnTo>
                            <a:pt x="3783584" y="20827"/>
                          </a:lnTo>
                          <a:lnTo>
                            <a:pt x="0" y="20827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0" name="Freeform 39"/>
                    <p:cNvSpPr/>
                    <p:nvPr/>
                  </p:nvSpPr>
                  <p:spPr>
                    <a:xfrm>
                      <a:off x="3771519" y="6648831"/>
                      <a:ext cx="3783712" cy="2286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2861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2860"/>
                          </a:lnTo>
                          <a:lnTo>
                            <a:pt x="0" y="2286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1" name="Freeform 40"/>
                    <p:cNvSpPr/>
                    <p:nvPr/>
                  </p:nvSpPr>
                  <p:spPr>
                    <a:xfrm>
                      <a:off x="3771519" y="6463792"/>
                      <a:ext cx="3784728" cy="2260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4728" h="22607">
                          <a:moveTo>
                            <a:pt x="0" y="0"/>
                          </a:moveTo>
                          <a:lnTo>
                            <a:pt x="3784727" y="0"/>
                          </a:lnTo>
                          <a:lnTo>
                            <a:pt x="3784727" y="22606"/>
                          </a:lnTo>
                          <a:lnTo>
                            <a:pt x="0" y="2260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2" name="Freeform 41"/>
                    <p:cNvSpPr/>
                    <p:nvPr/>
                  </p:nvSpPr>
                  <p:spPr>
                    <a:xfrm>
                      <a:off x="3768725" y="6274815"/>
                      <a:ext cx="3783077" cy="209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077" h="20957">
                          <a:moveTo>
                            <a:pt x="0" y="0"/>
                          </a:moveTo>
                          <a:lnTo>
                            <a:pt x="3783076" y="0"/>
                          </a:lnTo>
                          <a:lnTo>
                            <a:pt x="3783076" y="20956"/>
                          </a:lnTo>
                          <a:lnTo>
                            <a:pt x="0" y="2095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3" name="Freeform 42"/>
                    <p:cNvSpPr/>
                    <p:nvPr/>
                  </p:nvSpPr>
                  <p:spPr>
                    <a:xfrm>
                      <a:off x="3769741" y="6085205"/>
                      <a:ext cx="3783712" cy="208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829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828"/>
                          </a:lnTo>
                          <a:lnTo>
                            <a:pt x="0" y="20828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4" name="Freeform 43"/>
                    <p:cNvSpPr/>
                    <p:nvPr/>
                  </p:nvSpPr>
                  <p:spPr>
                    <a:xfrm>
                      <a:off x="3769741" y="5897372"/>
                      <a:ext cx="3778886" cy="208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8886" h="20829">
                          <a:moveTo>
                            <a:pt x="0" y="0"/>
                          </a:moveTo>
                          <a:lnTo>
                            <a:pt x="3778885" y="0"/>
                          </a:lnTo>
                          <a:lnTo>
                            <a:pt x="3778885" y="20828"/>
                          </a:lnTo>
                          <a:lnTo>
                            <a:pt x="0" y="20828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5" name="Freeform 44"/>
                    <p:cNvSpPr/>
                    <p:nvPr/>
                  </p:nvSpPr>
                  <p:spPr>
                    <a:xfrm>
                      <a:off x="3759327" y="6840474"/>
                      <a:ext cx="3801746" cy="2273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01746" h="22734">
                          <a:moveTo>
                            <a:pt x="0" y="0"/>
                          </a:moveTo>
                          <a:lnTo>
                            <a:pt x="3801745" y="0"/>
                          </a:lnTo>
                          <a:lnTo>
                            <a:pt x="3801745" y="22733"/>
                          </a:lnTo>
                          <a:lnTo>
                            <a:pt x="0" y="2273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</p:grpSp>
              <p:cxnSp>
                <p:nvCxnSpPr>
                  <p:cNvPr id="47" name="Straight Connector 46"/>
                  <p:cNvCxnSpPr/>
                  <p:nvPr/>
                </p:nvCxnSpPr>
                <p:spPr>
                  <a:xfrm flipV="1">
                    <a:off x="3758311" y="2805811"/>
                    <a:ext cx="0" cy="4038727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sm"/>
                    <a:tailEnd type="triangle" w="med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/>
                  <p:cNvCxnSpPr/>
                  <p:nvPr/>
                </p:nvCxnSpPr>
                <p:spPr>
                  <a:xfrm>
                    <a:off x="3759962" y="6849110"/>
                    <a:ext cx="4059809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sm"/>
                    <a:tailEnd type="triangle" w="med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0" name="TextBox 49"/>
                <p:cNvSpPr txBox="1"/>
                <p:nvPr/>
              </p:nvSpPr>
              <p:spPr>
                <a:xfrm>
                  <a:off x="3238500" y="2921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100</a:t>
                  </a:r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3314700" y="557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30</a:t>
                  </a: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3314700" y="5956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20</a:t>
                  </a: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3314700" y="6337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10</a:t>
                  </a: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3390900" y="67818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0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3302000" y="4445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60</a:t>
                  </a: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3302000" y="4826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50</a:t>
                  </a: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3302000" y="5207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40</a:t>
                  </a: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3302000" y="3302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90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3302000" y="3683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80</a:t>
                  </a:r>
                </a:p>
              </p:txBody>
            </p:sp>
            <p:sp>
              <p:nvSpPr>
                <p:cNvPr id="60" name="TextBox 59"/>
                <p:cNvSpPr txBox="1"/>
                <p:nvPr/>
              </p:nvSpPr>
              <p:spPr>
                <a:xfrm>
                  <a:off x="3302000" y="4064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70</a:t>
                  </a: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7289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100</a:t>
                  </a:r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>
                  <a:off x="4622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30</a:t>
                  </a:r>
                </a:p>
              </p:txBody>
            </p:sp>
            <p:sp>
              <p:nvSpPr>
                <p:cNvPr id="63" name="TextBox 62"/>
                <p:cNvSpPr txBox="1"/>
                <p:nvPr/>
              </p:nvSpPr>
              <p:spPr>
                <a:xfrm>
                  <a:off x="4241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20</a:t>
                  </a:r>
                </a:p>
              </p:txBody>
            </p:sp>
            <p:sp>
              <p:nvSpPr>
                <p:cNvPr id="64" name="TextBox 63"/>
                <p:cNvSpPr txBox="1"/>
                <p:nvPr/>
              </p:nvSpPr>
              <p:spPr>
                <a:xfrm>
                  <a:off x="3860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10</a:t>
                  </a:r>
                </a:p>
              </p:txBody>
            </p:sp>
            <p:sp>
              <p:nvSpPr>
                <p:cNvPr id="65" name="TextBox 64"/>
                <p:cNvSpPr txBox="1"/>
                <p:nvPr/>
              </p:nvSpPr>
              <p:spPr>
                <a:xfrm>
                  <a:off x="5765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60</a:t>
                  </a:r>
                </a:p>
              </p:txBody>
            </p:sp>
            <p:sp>
              <p:nvSpPr>
                <p:cNvPr id="66" name="TextBox 65"/>
                <p:cNvSpPr txBox="1"/>
                <p:nvPr/>
              </p:nvSpPr>
              <p:spPr>
                <a:xfrm>
                  <a:off x="5384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50</a:t>
                  </a:r>
                </a:p>
              </p:txBody>
            </p:sp>
            <p:sp>
              <p:nvSpPr>
                <p:cNvPr id="67" name="TextBox 66"/>
                <p:cNvSpPr txBox="1"/>
                <p:nvPr/>
              </p:nvSpPr>
              <p:spPr>
                <a:xfrm>
                  <a:off x="5003800" y="68326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40</a:t>
                  </a: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6908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90</a:t>
                  </a:r>
                </a:p>
              </p:txBody>
            </p:sp>
            <p:sp>
              <p:nvSpPr>
                <p:cNvPr id="69" name="TextBox 68"/>
                <p:cNvSpPr txBox="1"/>
                <p:nvPr/>
              </p:nvSpPr>
              <p:spPr>
                <a:xfrm>
                  <a:off x="6527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80</a:t>
                  </a:r>
                </a:p>
              </p:txBody>
            </p:sp>
            <p:sp>
              <p:nvSpPr>
                <p:cNvPr id="70" name="TextBox 69"/>
                <p:cNvSpPr txBox="1"/>
                <p:nvPr/>
              </p:nvSpPr>
              <p:spPr>
                <a:xfrm>
                  <a:off x="6146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70</a:t>
                  </a:r>
                </a:p>
              </p:txBody>
            </p:sp>
          </p:grpSp>
          <p:sp>
            <p:nvSpPr>
              <p:cNvPr id="72" name="TextBox 71"/>
              <p:cNvSpPr txBox="1"/>
              <p:nvPr/>
            </p:nvSpPr>
            <p:spPr>
              <a:xfrm>
                <a:off x="5067300" y="7099300"/>
                <a:ext cx="1473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Maths mark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 rot="16200000">
                <a:off x="2540000" y="4630371"/>
                <a:ext cx="1473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Science mark</a:t>
                </a:r>
              </a:p>
            </p:txBody>
          </p:sp>
        </p:grpSp>
        <p:grpSp>
          <p:nvGrpSpPr>
            <p:cNvPr id="77" name="Group 76"/>
            <p:cNvGrpSpPr/>
            <p:nvPr/>
          </p:nvGrpSpPr>
          <p:grpSpPr>
            <a:xfrm>
              <a:off x="6424168" y="4188714"/>
              <a:ext cx="264669" cy="162053"/>
              <a:chOff x="6424168" y="4188714"/>
              <a:chExt cx="264669" cy="162053"/>
            </a:xfrm>
          </p:grpSpPr>
          <p:sp>
            <p:nvSpPr>
              <p:cNvPr id="75" name="Freeform 74"/>
              <p:cNvSpPr/>
              <p:nvPr/>
            </p:nvSpPr>
            <p:spPr>
              <a:xfrm>
                <a:off x="6424168" y="41887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6424168" y="41887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5585968" y="5065014"/>
              <a:ext cx="264669" cy="162053"/>
              <a:chOff x="5585968" y="5065014"/>
              <a:chExt cx="264669" cy="162053"/>
            </a:xfrm>
          </p:grpSpPr>
          <p:sp>
            <p:nvSpPr>
              <p:cNvPr id="78" name="Freeform 77"/>
              <p:cNvSpPr/>
              <p:nvPr/>
            </p:nvSpPr>
            <p:spPr>
              <a:xfrm>
                <a:off x="5585968" y="50650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9" name="Freeform 78"/>
              <p:cNvSpPr/>
              <p:nvPr/>
            </p:nvSpPr>
            <p:spPr>
              <a:xfrm>
                <a:off x="5585968" y="50650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3" name="Group 82"/>
            <p:cNvGrpSpPr/>
            <p:nvPr/>
          </p:nvGrpSpPr>
          <p:grpSpPr>
            <a:xfrm>
              <a:off x="4544568" y="5433314"/>
              <a:ext cx="264669" cy="162052"/>
              <a:chOff x="4544568" y="5433314"/>
              <a:chExt cx="264669" cy="162052"/>
            </a:xfrm>
          </p:grpSpPr>
          <p:sp>
            <p:nvSpPr>
              <p:cNvPr id="81" name="Freeform 80"/>
              <p:cNvSpPr/>
              <p:nvPr/>
            </p:nvSpPr>
            <p:spPr>
              <a:xfrm>
                <a:off x="4544568" y="5433314"/>
                <a:ext cx="264669" cy="162052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2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4"/>
                    </a:lnTo>
                    <a:lnTo>
                      <a:pt x="244094" y="162051"/>
                    </a:lnTo>
                    <a:lnTo>
                      <a:pt x="132461" y="93853"/>
                    </a:lnTo>
                    <a:lnTo>
                      <a:pt x="21082" y="162051"/>
                    </a:lnTo>
                    <a:lnTo>
                      <a:pt x="0" y="149224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2" name="Freeform 81"/>
              <p:cNvSpPr/>
              <p:nvPr/>
            </p:nvSpPr>
            <p:spPr>
              <a:xfrm>
                <a:off x="4544568" y="5433314"/>
                <a:ext cx="264669" cy="162052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2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4"/>
                    </a:lnTo>
                    <a:lnTo>
                      <a:pt x="244094" y="162051"/>
                    </a:lnTo>
                    <a:lnTo>
                      <a:pt x="132461" y="93853"/>
                    </a:lnTo>
                    <a:lnTo>
                      <a:pt x="21082" y="162051"/>
                    </a:lnTo>
                    <a:lnTo>
                      <a:pt x="0" y="149224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4963668" y="5547614"/>
              <a:ext cx="264669" cy="162052"/>
              <a:chOff x="4963668" y="5547614"/>
              <a:chExt cx="264669" cy="162052"/>
            </a:xfrm>
          </p:grpSpPr>
          <p:sp>
            <p:nvSpPr>
              <p:cNvPr id="84" name="Freeform 83"/>
              <p:cNvSpPr/>
              <p:nvPr/>
            </p:nvSpPr>
            <p:spPr>
              <a:xfrm>
                <a:off x="4963668" y="5547614"/>
                <a:ext cx="264669" cy="162052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2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4"/>
                    </a:lnTo>
                    <a:lnTo>
                      <a:pt x="244094" y="162051"/>
                    </a:lnTo>
                    <a:lnTo>
                      <a:pt x="132461" y="93853"/>
                    </a:lnTo>
                    <a:lnTo>
                      <a:pt x="21082" y="162051"/>
                    </a:lnTo>
                    <a:lnTo>
                      <a:pt x="0" y="149224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5" name="Freeform 84"/>
              <p:cNvSpPr/>
              <p:nvPr/>
            </p:nvSpPr>
            <p:spPr>
              <a:xfrm>
                <a:off x="4963668" y="5547614"/>
                <a:ext cx="264669" cy="162052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2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4"/>
                    </a:lnTo>
                    <a:lnTo>
                      <a:pt x="244094" y="162051"/>
                    </a:lnTo>
                    <a:lnTo>
                      <a:pt x="132461" y="93853"/>
                    </a:lnTo>
                    <a:lnTo>
                      <a:pt x="21082" y="162051"/>
                    </a:lnTo>
                    <a:lnTo>
                      <a:pt x="0" y="149224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5763768" y="4404614"/>
              <a:ext cx="264669" cy="162053"/>
              <a:chOff x="5763768" y="4404614"/>
              <a:chExt cx="264669" cy="162053"/>
            </a:xfrm>
          </p:grpSpPr>
          <p:sp>
            <p:nvSpPr>
              <p:cNvPr id="87" name="Freeform 86"/>
              <p:cNvSpPr/>
              <p:nvPr/>
            </p:nvSpPr>
            <p:spPr>
              <a:xfrm>
                <a:off x="5763768" y="44046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8" name="Freeform 87"/>
              <p:cNvSpPr/>
              <p:nvPr/>
            </p:nvSpPr>
            <p:spPr>
              <a:xfrm>
                <a:off x="5763768" y="44046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6017768" y="4188714"/>
              <a:ext cx="264669" cy="162053"/>
              <a:chOff x="6017768" y="4188714"/>
              <a:chExt cx="264669" cy="162053"/>
            </a:xfrm>
          </p:grpSpPr>
          <p:sp>
            <p:nvSpPr>
              <p:cNvPr id="90" name="Freeform 89"/>
              <p:cNvSpPr/>
              <p:nvPr/>
            </p:nvSpPr>
            <p:spPr>
              <a:xfrm>
                <a:off x="6017768" y="41887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91" name="Freeform 90"/>
              <p:cNvSpPr/>
              <p:nvPr/>
            </p:nvSpPr>
            <p:spPr>
              <a:xfrm>
                <a:off x="6017768" y="41887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6170168" y="3998214"/>
              <a:ext cx="264669" cy="162053"/>
              <a:chOff x="6170168" y="3998214"/>
              <a:chExt cx="264669" cy="162053"/>
            </a:xfrm>
          </p:grpSpPr>
          <p:sp>
            <p:nvSpPr>
              <p:cNvPr id="93" name="Freeform 92"/>
              <p:cNvSpPr/>
              <p:nvPr/>
            </p:nvSpPr>
            <p:spPr>
              <a:xfrm>
                <a:off x="6170168" y="39982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94" name="Freeform 93"/>
              <p:cNvSpPr/>
              <p:nvPr/>
            </p:nvSpPr>
            <p:spPr>
              <a:xfrm>
                <a:off x="6170168" y="39982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7211568" y="3452114"/>
              <a:ext cx="264669" cy="162053"/>
              <a:chOff x="7211568" y="3452114"/>
              <a:chExt cx="264669" cy="162053"/>
            </a:xfrm>
          </p:grpSpPr>
          <p:sp>
            <p:nvSpPr>
              <p:cNvPr id="96" name="Freeform 95"/>
              <p:cNvSpPr/>
              <p:nvPr/>
            </p:nvSpPr>
            <p:spPr>
              <a:xfrm>
                <a:off x="7211568" y="34521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97" name="Freeform 96"/>
              <p:cNvSpPr/>
              <p:nvPr/>
            </p:nvSpPr>
            <p:spPr>
              <a:xfrm>
                <a:off x="7211568" y="34521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</p:grpSp>
      <p:sp>
        <p:nvSpPr>
          <p:cNvPr id="100" name="TextBox 99"/>
          <p:cNvSpPr txBox="1"/>
          <p:nvPr/>
        </p:nvSpPr>
        <p:spPr>
          <a:xfrm>
            <a:off x="1752600" y="2514600"/>
            <a:ext cx="2620877" cy="5909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620">
                <a:solidFill>
                  <a:srgbClr val="0000FF"/>
                </a:solidFill>
                <a:latin typeface="Trebuchet MS - 24"/>
              </a:rPr>
              <a:t>What yours should look like:</a:t>
            </a:r>
          </a:p>
        </p:txBody>
      </p:sp>
    </p:spTree>
    <p:extLst>
      <p:ext uri="{BB962C8B-B14F-4D97-AF65-F5344CB8AC3E}">
        <p14:creationId xmlns:p14="http://schemas.microsoft.com/office/powerpoint/2010/main" val="276516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2610" y="182880"/>
            <a:ext cx="8733009" cy="4662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30" b="1">
                <a:solidFill>
                  <a:srgbClr val="000000"/>
                </a:solidFill>
                <a:latin typeface="Trebuchet MS - 36"/>
              </a:rPr>
              <a:t>Plot these sets of data on scatter graphs: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40736" y="1714500"/>
          <a:ext cx="7960747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50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Day of the week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W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Sales of scarves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Temperature (oC)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0260" y="4389120"/>
          <a:ext cx="8613419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Journey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Distance (km)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140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237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180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104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Petrol used (l)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12.5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25.3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8.9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4.1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44040" y="857250"/>
            <a:ext cx="8392764" cy="5909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620">
                <a:solidFill>
                  <a:srgbClr val="000000"/>
                </a:solidFill>
                <a:latin typeface="Trebuchet MS - 24"/>
              </a:rPr>
              <a:t>The data below shows the number of scarves sold by a shop in a week and the temperature that day: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9760" y="3589020"/>
            <a:ext cx="8392764" cy="5909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620">
                <a:solidFill>
                  <a:srgbClr val="000000"/>
                </a:solidFill>
                <a:latin typeface="Trebuchet MS - 24"/>
              </a:rPr>
              <a:t>The data below shows the amount of petrol used by a car and the distance driven on eight different journeys:</a:t>
            </a:r>
          </a:p>
        </p:txBody>
      </p:sp>
    </p:spTree>
    <p:extLst>
      <p:ext uri="{BB962C8B-B14F-4D97-AF65-F5344CB8AC3E}">
        <p14:creationId xmlns:p14="http://schemas.microsoft.com/office/powerpoint/2010/main" val="3366738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2610" y="182880"/>
            <a:ext cx="8778173" cy="4662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30" b="1">
                <a:solidFill>
                  <a:srgbClr val="000000"/>
                </a:solidFill>
                <a:latin typeface="Trebuchet MS - 36"/>
              </a:rPr>
              <a:t>How your scatter graph should look: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669401" y="788671"/>
          <a:ext cx="7019618" cy="2001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4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5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17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5543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Day of the week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W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543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Sales of scarves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Temperature (oC)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i="0" u="none" baseline="0">
                          <a:solidFill>
                            <a:srgbClr val="000000"/>
                          </a:solidFill>
                          <a:latin typeface="Trebuchet MS - 22"/>
                        </a:rPr>
                        <a:t>20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9" name="Group 88"/>
          <p:cNvGrpSpPr/>
          <p:nvPr/>
        </p:nvGrpSpPr>
        <p:grpSpPr>
          <a:xfrm>
            <a:off x="3750786" y="2473795"/>
            <a:ext cx="4219734" cy="4128387"/>
            <a:chOff x="2474207" y="2748661"/>
            <a:chExt cx="4688593" cy="4587097"/>
          </a:xfrm>
        </p:grpSpPr>
        <p:grpSp>
          <p:nvGrpSpPr>
            <p:cNvPr id="67" name="Group 66"/>
            <p:cNvGrpSpPr/>
            <p:nvPr/>
          </p:nvGrpSpPr>
          <p:grpSpPr>
            <a:xfrm>
              <a:off x="2474207" y="2748661"/>
              <a:ext cx="4688593" cy="4587097"/>
              <a:chOff x="2474207" y="2748661"/>
              <a:chExt cx="4688593" cy="4587097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3047111" y="2748661"/>
                <a:ext cx="4061460" cy="4057396"/>
                <a:chOff x="3047111" y="2748661"/>
                <a:chExt cx="4061460" cy="4057396"/>
              </a:xfrm>
            </p:grpSpPr>
            <p:grpSp>
              <p:nvGrpSpPr>
                <p:cNvPr id="46" name="Group 45"/>
                <p:cNvGrpSpPr/>
                <p:nvPr/>
              </p:nvGrpSpPr>
              <p:grpSpPr>
                <a:xfrm>
                  <a:off x="3048127" y="3007360"/>
                  <a:ext cx="3801873" cy="3798697"/>
                  <a:chOff x="3048127" y="3007360"/>
                  <a:chExt cx="3801873" cy="3798697"/>
                </a:xfrm>
              </p:grpSpPr>
              <p:sp>
                <p:nvSpPr>
                  <p:cNvPr id="4" name="Freeform 3"/>
                  <p:cNvSpPr/>
                  <p:nvPr/>
                </p:nvSpPr>
                <p:spPr>
                  <a:xfrm>
                    <a:off x="3048127" y="3015869"/>
                    <a:ext cx="18924" cy="37769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24" h="3776980">
                        <a:moveTo>
                          <a:pt x="0" y="0"/>
                        </a:moveTo>
                        <a:lnTo>
                          <a:pt x="18923" y="0"/>
                        </a:lnTo>
                        <a:lnTo>
                          <a:pt x="18923" y="3776979"/>
                        </a:lnTo>
                        <a:lnTo>
                          <a:pt x="0" y="37769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5" name="Freeform 4"/>
                  <p:cNvSpPr/>
                  <p:nvPr/>
                </p:nvSpPr>
                <p:spPr>
                  <a:xfrm>
                    <a:off x="3048127" y="3007360"/>
                    <a:ext cx="3800603" cy="189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0603" h="18924">
                        <a:moveTo>
                          <a:pt x="0" y="0"/>
                        </a:moveTo>
                        <a:lnTo>
                          <a:pt x="3800602" y="0"/>
                        </a:lnTo>
                        <a:lnTo>
                          <a:pt x="3800602" y="18923"/>
                        </a:lnTo>
                        <a:lnTo>
                          <a:pt x="0" y="1892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3061462" y="3197225"/>
                    <a:ext cx="3780791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791" h="19686">
                        <a:moveTo>
                          <a:pt x="0" y="0"/>
                        </a:moveTo>
                        <a:lnTo>
                          <a:pt x="3780790" y="0"/>
                        </a:lnTo>
                        <a:lnTo>
                          <a:pt x="3780790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7" name="Freeform 6"/>
                  <p:cNvSpPr/>
                  <p:nvPr/>
                </p:nvSpPr>
                <p:spPr>
                  <a:xfrm>
                    <a:off x="3238881" y="3016885"/>
                    <a:ext cx="19813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13" h="3776981">
                        <a:moveTo>
                          <a:pt x="0" y="0"/>
                        </a:moveTo>
                        <a:lnTo>
                          <a:pt x="19812" y="0"/>
                        </a:lnTo>
                        <a:lnTo>
                          <a:pt x="19812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8" name="Freeform 7"/>
                  <p:cNvSpPr/>
                  <p:nvPr/>
                </p:nvSpPr>
                <p:spPr>
                  <a:xfrm>
                    <a:off x="3426714" y="3015869"/>
                    <a:ext cx="19813" cy="37769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13" h="3776980">
                        <a:moveTo>
                          <a:pt x="0" y="0"/>
                        </a:moveTo>
                        <a:lnTo>
                          <a:pt x="19812" y="0"/>
                        </a:lnTo>
                        <a:lnTo>
                          <a:pt x="19812" y="3776979"/>
                        </a:lnTo>
                        <a:lnTo>
                          <a:pt x="0" y="37769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9" name="Freeform 8"/>
                  <p:cNvSpPr/>
                  <p:nvPr/>
                </p:nvSpPr>
                <p:spPr>
                  <a:xfrm>
                    <a:off x="3617341" y="3016885"/>
                    <a:ext cx="21718" cy="37779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7997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7996"/>
                        </a:lnTo>
                        <a:lnTo>
                          <a:pt x="0" y="377799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0" name="Freeform 9"/>
                  <p:cNvSpPr/>
                  <p:nvPr/>
                </p:nvSpPr>
                <p:spPr>
                  <a:xfrm>
                    <a:off x="3802380" y="3015869"/>
                    <a:ext cx="22734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9013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1" name="Freeform 10"/>
                  <p:cNvSpPr/>
                  <p:nvPr/>
                </p:nvSpPr>
                <p:spPr>
                  <a:xfrm>
                    <a:off x="3993134" y="3016885"/>
                    <a:ext cx="19686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86" h="3776981">
                        <a:moveTo>
                          <a:pt x="0" y="0"/>
                        </a:moveTo>
                        <a:lnTo>
                          <a:pt x="19685" y="0"/>
                        </a:lnTo>
                        <a:lnTo>
                          <a:pt x="19685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2" name="Freeform 11"/>
                  <p:cNvSpPr/>
                  <p:nvPr/>
                </p:nvSpPr>
                <p:spPr>
                  <a:xfrm>
                    <a:off x="4183888" y="3017901"/>
                    <a:ext cx="21718" cy="37779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7996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7995"/>
                        </a:lnTo>
                        <a:lnTo>
                          <a:pt x="0" y="377799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3" name="Freeform 12"/>
                  <p:cNvSpPr/>
                  <p:nvPr/>
                </p:nvSpPr>
                <p:spPr>
                  <a:xfrm>
                    <a:off x="4372610" y="3016885"/>
                    <a:ext cx="20702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02" h="3776981">
                        <a:moveTo>
                          <a:pt x="0" y="0"/>
                        </a:moveTo>
                        <a:lnTo>
                          <a:pt x="20701" y="0"/>
                        </a:lnTo>
                        <a:lnTo>
                          <a:pt x="20701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4" name="Freeform 13"/>
                  <p:cNvSpPr/>
                  <p:nvPr/>
                </p:nvSpPr>
                <p:spPr>
                  <a:xfrm>
                    <a:off x="4562348" y="3018536"/>
                    <a:ext cx="22734" cy="37760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6091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6090"/>
                        </a:lnTo>
                        <a:lnTo>
                          <a:pt x="0" y="377609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5" name="Freeform 14"/>
                  <p:cNvSpPr/>
                  <p:nvPr/>
                </p:nvSpPr>
                <p:spPr>
                  <a:xfrm>
                    <a:off x="4746371" y="3016885"/>
                    <a:ext cx="24385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85" h="3776981">
                        <a:moveTo>
                          <a:pt x="0" y="0"/>
                        </a:moveTo>
                        <a:lnTo>
                          <a:pt x="24384" y="0"/>
                        </a:lnTo>
                        <a:lnTo>
                          <a:pt x="24384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6" name="Freeform 15"/>
                  <p:cNvSpPr/>
                  <p:nvPr/>
                </p:nvSpPr>
                <p:spPr>
                  <a:xfrm>
                    <a:off x="4938268" y="3017901"/>
                    <a:ext cx="19686" cy="37741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86" h="3774186">
                        <a:moveTo>
                          <a:pt x="0" y="0"/>
                        </a:moveTo>
                        <a:lnTo>
                          <a:pt x="19685" y="0"/>
                        </a:lnTo>
                        <a:lnTo>
                          <a:pt x="19685" y="3774185"/>
                        </a:lnTo>
                        <a:lnTo>
                          <a:pt x="0" y="37741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7" name="Freeform 16"/>
                  <p:cNvSpPr/>
                  <p:nvPr/>
                </p:nvSpPr>
                <p:spPr>
                  <a:xfrm>
                    <a:off x="5128895" y="3017901"/>
                    <a:ext cx="21591" cy="37752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91" h="3775202">
                        <a:moveTo>
                          <a:pt x="0" y="0"/>
                        </a:moveTo>
                        <a:lnTo>
                          <a:pt x="21590" y="0"/>
                        </a:lnTo>
                        <a:lnTo>
                          <a:pt x="21590" y="3775201"/>
                        </a:lnTo>
                        <a:lnTo>
                          <a:pt x="0" y="37752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8" name="Freeform 17"/>
                  <p:cNvSpPr/>
                  <p:nvPr/>
                </p:nvSpPr>
                <p:spPr>
                  <a:xfrm>
                    <a:off x="5317617" y="3017901"/>
                    <a:ext cx="20702" cy="377596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02" h="3775964">
                        <a:moveTo>
                          <a:pt x="0" y="0"/>
                        </a:moveTo>
                        <a:lnTo>
                          <a:pt x="20701" y="0"/>
                        </a:lnTo>
                        <a:lnTo>
                          <a:pt x="20701" y="3775963"/>
                        </a:lnTo>
                        <a:lnTo>
                          <a:pt x="0" y="377596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9" name="Freeform 18"/>
                  <p:cNvSpPr/>
                  <p:nvPr/>
                </p:nvSpPr>
                <p:spPr>
                  <a:xfrm>
                    <a:off x="5507482" y="3018536"/>
                    <a:ext cx="22734" cy="37781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8123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8122"/>
                        </a:lnTo>
                        <a:lnTo>
                          <a:pt x="0" y="377812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0" name="Freeform 19"/>
                  <p:cNvSpPr/>
                  <p:nvPr/>
                </p:nvSpPr>
                <p:spPr>
                  <a:xfrm>
                    <a:off x="5691505" y="3016885"/>
                    <a:ext cx="24512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512" h="3779013">
                        <a:moveTo>
                          <a:pt x="0" y="0"/>
                        </a:moveTo>
                        <a:lnTo>
                          <a:pt x="24511" y="0"/>
                        </a:lnTo>
                        <a:lnTo>
                          <a:pt x="24511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1" name="Freeform 20"/>
                  <p:cNvSpPr/>
                  <p:nvPr/>
                </p:nvSpPr>
                <p:spPr>
                  <a:xfrm>
                    <a:off x="5883148" y="3017901"/>
                    <a:ext cx="21718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6981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2" name="Freeform 21"/>
                  <p:cNvSpPr/>
                  <p:nvPr/>
                </p:nvSpPr>
                <p:spPr>
                  <a:xfrm>
                    <a:off x="6073648" y="3018536"/>
                    <a:ext cx="23496" cy="37781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496" h="3778123">
                        <a:moveTo>
                          <a:pt x="0" y="0"/>
                        </a:moveTo>
                        <a:lnTo>
                          <a:pt x="23495" y="0"/>
                        </a:lnTo>
                        <a:lnTo>
                          <a:pt x="23495" y="3778122"/>
                        </a:lnTo>
                        <a:lnTo>
                          <a:pt x="0" y="377812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3" name="Freeform 22"/>
                  <p:cNvSpPr/>
                  <p:nvPr/>
                </p:nvSpPr>
                <p:spPr>
                  <a:xfrm>
                    <a:off x="6262497" y="3017901"/>
                    <a:ext cx="22734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6981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4" name="Freeform 23"/>
                  <p:cNvSpPr/>
                  <p:nvPr/>
                </p:nvSpPr>
                <p:spPr>
                  <a:xfrm>
                    <a:off x="6451219" y="3017901"/>
                    <a:ext cx="24639" cy="3779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639" h="3779012">
                        <a:moveTo>
                          <a:pt x="0" y="0"/>
                        </a:moveTo>
                        <a:lnTo>
                          <a:pt x="24638" y="0"/>
                        </a:lnTo>
                        <a:lnTo>
                          <a:pt x="24638" y="3779011"/>
                        </a:lnTo>
                        <a:lnTo>
                          <a:pt x="0" y="377901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5" name="Freeform 24"/>
                  <p:cNvSpPr/>
                  <p:nvPr/>
                </p:nvSpPr>
                <p:spPr>
                  <a:xfrm>
                    <a:off x="6636512" y="3017901"/>
                    <a:ext cx="26417" cy="3779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417" h="3779012">
                        <a:moveTo>
                          <a:pt x="0" y="0"/>
                        </a:moveTo>
                        <a:lnTo>
                          <a:pt x="26416" y="0"/>
                        </a:lnTo>
                        <a:lnTo>
                          <a:pt x="26416" y="3779011"/>
                        </a:lnTo>
                        <a:lnTo>
                          <a:pt x="0" y="377901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6" name="Freeform 25"/>
                  <p:cNvSpPr/>
                  <p:nvPr/>
                </p:nvSpPr>
                <p:spPr>
                  <a:xfrm>
                    <a:off x="6822567" y="3014853"/>
                    <a:ext cx="27433" cy="3779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33" h="3779775">
                        <a:moveTo>
                          <a:pt x="0" y="0"/>
                        </a:moveTo>
                        <a:lnTo>
                          <a:pt x="27432" y="0"/>
                        </a:lnTo>
                        <a:lnTo>
                          <a:pt x="27432" y="3779774"/>
                        </a:lnTo>
                        <a:lnTo>
                          <a:pt x="0" y="37797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7" name="Freeform 26"/>
                  <p:cNvSpPr/>
                  <p:nvPr/>
                </p:nvSpPr>
                <p:spPr>
                  <a:xfrm>
                    <a:off x="3059430" y="3386836"/>
                    <a:ext cx="3777108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108" h="19686">
                        <a:moveTo>
                          <a:pt x="0" y="0"/>
                        </a:moveTo>
                        <a:lnTo>
                          <a:pt x="3777107" y="0"/>
                        </a:lnTo>
                        <a:lnTo>
                          <a:pt x="3777107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8" name="Freeform 27"/>
                  <p:cNvSpPr/>
                  <p:nvPr/>
                </p:nvSpPr>
                <p:spPr>
                  <a:xfrm>
                    <a:off x="3060319" y="3575050"/>
                    <a:ext cx="3782950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50" h="19686">
                        <a:moveTo>
                          <a:pt x="0" y="0"/>
                        </a:moveTo>
                        <a:lnTo>
                          <a:pt x="3782949" y="0"/>
                        </a:lnTo>
                        <a:lnTo>
                          <a:pt x="3782949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9" name="Freeform 28"/>
                  <p:cNvSpPr/>
                  <p:nvPr/>
                </p:nvSpPr>
                <p:spPr>
                  <a:xfrm>
                    <a:off x="3058541" y="3759835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0" name="Freeform 29"/>
                  <p:cNvSpPr/>
                  <p:nvPr/>
                </p:nvSpPr>
                <p:spPr>
                  <a:xfrm>
                    <a:off x="3062351" y="4708017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1" name="Freeform 30"/>
                  <p:cNvSpPr/>
                  <p:nvPr/>
                </p:nvSpPr>
                <p:spPr>
                  <a:xfrm>
                    <a:off x="3060319" y="4520184"/>
                    <a:ext cx="3783712" cy="205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575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574"/>
                        </a:lnTo>
                        <a:lnTo>
                          <a:pt x="0" y="205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2" name="Freeform 31"/>
                  <p:cNvSpPr/>
                  <p:nvPr/>
                </p:nvSpPr>
                <p:spPr>
                  <a:xfrm>
                    <a:off x="3060319" y="4330319"/>
                    <a:ext cx="3777108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108" h="20702">
                        <a:moveTo>
                          <a:pt x="0" y="0"/>
                        </a:moveTo>
                        <a:lnTo>
                          <a:pt x="3777107" y="0"/>
                        </a:lnTo>
                        <a:lnTo>
                          <a:pt x="3777107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3" name="Freeform 32"/>
                  <p:cNvSpPr/>
                  <p:nvPr/>
                </p:nvSpPr>
                <p:spPr>
                  <a:xfrm>
                    <a:off x="3062351" y="4140581"/>
                    <a:ext cx="3782950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50" h="19686">
                        <a:moveTo>
                          <a:pt x="0" y="0"/>
                        </a:moveTo>
                        <a:lnTo>
                          <a:pt x="3782949" y="0"/>
                        </a:lnTo>
                        <a:lnTo>
                          <a:pt x="3782949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4" name="Freeform 33"/>
                  <p:cNvSpPr/>
                  <p:nvPr/>
                </p:nvSpPr>
                <p:spPr>
                  <a:xfrm>
                    <a:off x="3061462" y="3952494"/>
                    <a:ext cx="3772282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2282" h="19686">
                        <a:moveTo>
                          <a:pt x="0" y="0"/>
                        </a:moveTo>
                        <a:lnTo>
                          <a:pt x="3772281" y="0"/>
                        </a:lnTo>
                        <a:lnTo>
                          <a:pt x="3772281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5" name="Freeform 34"/>
                  <p:cNvSpPr/>
                  <p:nvPr/>
                </p:nvSpPr>
                <p:spPr>
                  <a:xfrm>
                    <a:off x="3059430" y="4894834"/>
                    <a:ext cx="3776092" cy="198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6092" h="19813">
                        <a:moveTo>
                          <a:pt x="0" y="0"/>
                        </a:moveTo>
                        <a:lnTo>
                          <a:pt x="3776091" y="0"/>
                        </a:lnTo>
                        <a:lnTo>
                          <a:pt x="3776091" y="19812"/>
                        </a:lnTo>
                        <a:lnTo>
                          <a:pt x="0" y="198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6" name="Freeform 35"/>
                  <p:cNvSpPr/>
                  <p:nvPr/>
                </p:nvSpPr>
                <p:spPr>
                  <a:xfrm>
                    <a:off x="3058541" y="5084826"/>
                    <a:ext cx="3783077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77" h="19686">
                        <a:moveTo>
                          <a:pt x="0" y="0"/>
                        </a:moveTo>
                        <a:lnTo>
                          <a:pt x="3783076" y="0"/>
                        </a:lnTo>
                        <a:lnTo>
                          <a:pt x="3783076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7" name="Freeform 36"/>
                  <p:cNvSpPr/>
                  <p:nvPr/>
                </p:nvSpPr>
                <p:spPr>
                  <a:xfrm>
                    <a:off x="3057525" y="5274564"/>
                    <a:ext cx="3780918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918" h="20702">
                        <a:moveTo>
                          <a:pt x="0" y="0"/>
                        </a:moveTo>
                        <a:lnTo>
                          <a:pt x="3780917" y="0"/>
                        </a:lnTo>
                        <a:lnTo>
                          <a:pt x="3780917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8" name="Freeform 37"/>
                  <p:cNvSpPr/>
                  <p:nvPr/>
                </p:nvSpPr>
                <p:spPr>
                  <a:xfrm>
                    <a:off x="3058541" y="5462524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9" name="Freeform 38"/>
                  <p:cNvSpPr/>
                  <p:nvPr/>
                </p:nvSpPr>
                <p:spPr>
                  <a:xfrm>
                    <a:off x="3057525" y="5647563"/>
                    <a:ext cx="3783585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585" h="20829">
                        <a:moveTo>
                          <a:pt x="0" y="0"/>
                        </a:moveTo>
                        <a:lnTo>
                          <a:pt x="3783584" y="0"/>
                        </a:lnTo>
                        <a:lnTo>
                          <a:pt x="3783584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0" name="Freeform 39"/>
                  <p:cNvSpPr/>
                  <p:nvPr/>
                </p:nvSpPr>
                <p:spPr>
                  <a:xfrm>
                    <a:off x="3060319" y="6591680"/>
                    <a:ext cx="3783712" cy="228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2861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2860"/>
                        </a:lnTo>
                        <a:lnTo>
                          <a:pt x="0" y="2286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1" name="Freeform 40"/>
                  <p:cNvSpPr/>
                  <p:nvPr/>
                </p:nvSpPr>
                <p:spPr>
                  <a:xfrm>
                    <a:off x="3060319" y="6406642"/>
                    <a:ext cx="3784728" cy="226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4728" h="22606">
                        <a:moveTo>
                          <a:pt x="0" y="0"/>
                        </a:moveTo>
                        <a:lnTo>
                          <a:pt x="3784727" y="0"/>
                        </a:lnTo>
                        <a:lnTo>
                          <a:pt x="3784727" y="22605"/>
                        </a:lnTo>
                        <a:lnTo>
                          <a:pt x="0" y="2260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2" name="Freeform 41"/>
                  <p:cNvSpPr/>
                  <p:nvPr/>
                </p:nvSpPr>
                <p:spPr>
                  <a:xfrm>
                    <a:off x="3057525" y="6217666"/>
                    <a:ext cx="3783077" cy="209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77" h="20956">
                        <a:moveTo>
                          <a:pt x="0" y="0"/>
                        </a:moveTo>
                        <a:lnTo>
                          <a:pt x="3783076" y="0"/>
                        </a:lnTo>
                        <a:lnTo>
                          <a:pt x="3783076" y="20955"/>
                        </a:lnTo>
                        <a:lnTo>
                          <a:pt x="0" y="2095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3" name="Freeform 42"/>
                  <p:cNvSpPr/>
                  <p:nvPr/>
                </p:nvSpPr>
                <p:spPr>
                  <a:xfrm>
                    <a:off x="3058541" y="6028055"/>
                    <a:ext cx="3783712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829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4" name="Freeform 43"/>
                  <p:cNvSpPr/>
                  <p:nvPr/>
                </p:nvSpPr>
                <p:spPr>
                  <a:xfrm>
                    <a:off x="3058541" y="5840222"/>
                    <a:ext cx="3778886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886" h="20829">
                        <a:moveTo>
                          <a:pt x="0" y="0"/>
                        </a:moveTo>
                        <a:lnTo>
                          <a:pt x="3778885" y="0"/>
                        </a:lnTo>
                        <a:lnTo>
                          <a:pt x="3778885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5" name="Freeform 44"/>
                  <p:cNvSpPr/>
                  <p:nvPr/>
                </p:nvSpPr>
                <p:spPr>
                  <a:xfrm>
                    <a:off x="3048127" y="6783323"/>
                    <a:ext cx="3801746" cy="2273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1746" h="22734">
                        <a:moveTo>
                          <a:pt x="0" y="0"/>
                        </a:moveTo>
                        <a:lnTo>
                          <a:pt x="3801745" y="0"/>
                        </a:lnTo>
                        <a:lnTo>
                          <a:pt x="3801745" y="22733"/>
                        </a:lnTo>
                        <a:lnTo>
                          <a:pt x="0" y="2273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</p:grp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3047111" y="2748661"/>
                  <a:ext cx="0" cy="4038727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3048762" y="6791960"/>
                  <a:ext cx="4059809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/>
              <p:cNvSpPr txBox="1"/>
              <p:nvPr/>
            </p:nvSpPr>
            <p:spPr>
              <a:xfrm>
                <a:off x="2590800" y="28702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2590800" y="4762500"/>
                <a:ext cx="57882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641600" y="5676900"/>
                <a:ext cx="57882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679700" y="67246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0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590800" y="37973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15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6578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100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3911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30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530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149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5054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60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4673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50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4292600" y="67754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40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6197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90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5816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80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5435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70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4000500" y="7048500"/>
                <a:ext cx="201829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Sales of scarves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 rot="16200000">
                <a:off x="1655470" y="4579571"/>
                <a:ext cx="1924732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Temperature (</a:t>
                </a:r>
                <a:r>
                  <a:rPr lang="en-GB" sz="720" baseline="70000">
                    <a:solidFill>
                      <a:srgbClr val="000000"/>
                    </a:solidFill>
                    <a:latin typeface="Trebuchet MS - 16"/>
                  </a:rPr>
                  <a:t>o</a:t>
                </a:r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C)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4392168" y="3115564"/>
              <a:ext cx="264669" cy="162053"/>
              <a:chOff x="4392168" y="3115564"/>
              <a:chExt cx="264669" cy="162053"/>
            </a:xfrm>
          </p:grpSpPr>
          <p:sp>
            <p:nvSpPr>
              <p:cNvPr id="68" name="Freeform 67"/>
              <p:cNvSpPr/>
              <p:nvPr/>
            </p:nvSpPr>
            <p:spPr>
              <a:xfrm>
                <a:off x="4392168" y="3115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4392168" y="3115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249168" y="2925064"/>
              <a:ext cx="264669" cy="162053"/>
              <a:chOff x="3249168" y="2925064"/>
              <a:chExt cx="264669" cy="162053"/>
            </a:xfrm>
          </p:grpSpPr>
          <p:sp>
            <p:nvSpPr>
              <p:cNvPr id="71" name="Freeform 70"/>
              <p:cNvSpPr/>
              <p:nvPr/>
            </p:nvSpPr>
            <p:spPr>
              <a:xfrm>
                <a:off x="3249168" y="2925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2" name="Freeform 71"/>
              <p:cNvSpPr/>
              <p:nvPr/>
            </p:nvSpPr>
            <p:spPr>
              <a:xfrm>
                <a:off x="3249168" y="2925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6043168" y="5744464"/>
              <a:ext cx="264669" cy="162053"/>
              <a:chOff x="6043168" y="5744464"/>
              <a:chExt cx="264669" cy="162053"/>
            </a:xfrm>
          </p:grpSpPr>
          <p:sp>
            <p:nvSpPr>
              <p:cNvPr id="74" name="Freeform 73"/>
              <p:cNvSpPr/>
              <p:nvPr/>
            </p:nvSpPr>
            <p:spPr>
              <a:xfrm>
                <a:off x="6043168" y="5744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6043168" y="5744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4392168" y="4449064"/>
              <a:ext cx="264669" cy="162053"/>
              <a:chOff x="4392168" y="4449064"/>
              <a:chExt cx="264669" cy="162053"/>
            </a:xfrm>
          </p:grpSpPr>
          <p:sp>
            <p:nvSpPr>
              <p:cNvPr id="77" name="Freeform 76"/>
              <p:cNvSpPr/>
              <p:nvPr/>
            </p:nvSpPr>
            <p:spPr>
              <a:xfrm>
                <a:off x="4392168" y="4449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8" name="Freeform 77"/>
              <p:cNvSpPr/>
              <p:nvPr/>
            </p:nvSpPr>
            <p:spPr>
              <a:xfrm>
                <a:off x="4392168" y="4449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5700268" y="5007864"/>
              <a:ext cx="264669" cy="162053"/>
              <a:chOff x="5700268" y="5007864"/>
              <a:chExt cx="264669" cy="162053"/>
            </a:xfrm>
          </p:grpSpPr>
          <p:sp>
            <p:nvSpPr>
              <p:cNvPr id="80" name="Freeform 79"/>
              <p:cNvSpPr/>
              <p:nvPr/>
            </p:nvSpPr>
            <p:spPr>
              <a:xfrm>
                <a:off x="5700268" y="5007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1" name="Freeform 80"/>
              <p:cNvSpPr/>
              <p:nvPr/>
            </p:nvSpPr>
            <p:spPr>
              <a:xfrm>
                <a:off x="5700268" y="5007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5" name="Group 84"/>
            <p:cNvGrpSpPr/>
            <p:nvPr/>
          </p:nvGrpSpPr>
          <p:grpSpPr>
            <a:xfrm>
              <a:off x="5077968" y="4245864"/>
              <a:ext cx="264669" cy="162053"/>
              <a:chOff x="5077968" y="4245864"/>
              <a:chExt cx="264669" cy="162053"/>
            </a:xfrm>
          </p:grpSpPr>
          <p:sp>
            <p:nvSpPr>
              <p:cNvPr id="83" name="Freeform 82"/>
              <p:cNvSpPr/>
              <p:nvPr/>
            </p:nvSpPr>
            <p:spPr>
              <a:xfrm>
                <a:off x="5077968" y="4245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4" name="Freeform 83"/>
              <p:cNvSpPr/>
              <p:nvPr/>
            </p:nvSpPr>
            <p:spPr>
              <a:xfrm>
                <a:off x="5077968" y="4245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>
              <a:off x="4963668" y="3864864"/>
              <a:ext cx="264669" cy="162053"/>
              <a:chOff x="4963668" y="3864864"/>
              <a:chExt cx="264669" cy="162053"/>
            </a:xfrm>
          </p:grpSpPr>
          <p:sp>
            <p:nvSpPr>
              <p:cNvPr id="86" name="Freeform 85"/>
              <p:cNvSpPr/>
              <p:nvPr/>
            </p:nvSpPr>
            <p:spPr>
              <a:xfrm>
                <a:off x="4963668" y="3864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7" name="Freeform 86"/>
              <p:cNvSpPr/>
              <p:nvPr/>
            </p:nvSpPr>
            <p:spPr>
              <a:xfrm>
                <a:off x="4963668" y="3864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83107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2610" y="182880"/>
            <a:ext cx="8778173" cy="4662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30" b="1">
                <a:solidFill>
                  <a:srgbClr val="000000"/>
                </a:solidFill>
                <a:latin typeface="Trebuchet MS - 36"/>
              </a:rPr>
              <a:t>How your scatter graph should look: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40330" y="788671"/>
          <a:ext cx="7525020" cy="178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0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90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89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899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0109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Journey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Distance (km)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140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i="0" u="none" baseline="0">
                          <a:solidFill>
                            <a:srgbClr val="000000"/>
                          </a:solidFill>
                          <a:latin typeface="Trebuchet MS - 22"/>
                        </a:rPr>
                        <a:t>197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180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104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Petrol used (l)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12.5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i="0" u="none" baseline="0">
                          <a:solidFill>
                            <a:srgbClr val="000000"/>
                          </a:solidFill>
                          <a:latin typeface="Trebuchet MS - 22"/>
                        </a:rPr>
                        <a:t>21.3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i="0" u="none" baseline="0">
                          <a:solidFill>
                            <a:srgbClr val="000000"/>
                          </a:solidFill>
                          <a:latin typeface="Trebuchet MS - 22"/>
                        </a:rPr>
                        <a:t>16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8.9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4.1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3" name="Group 92"/>
          <p:cNvGrpSpPr/>
          <p:nvPr/>
        </p:nvGrpSpPr>
        <p:grpSpPr>
          <a:xfrm>
            <a:off x="3680735" y="2428075"/>
            <a:ext cx="4326935" cy="4128387"/>
            <a:chOff x="2396372" y="2697861"/>
            <a:chExt cx="4807705" cy="4587097"/>
          </a:xfrm>
        </p:grpSpPr>
        <p:grpSp>
          <p:nvGrpSpPr>
            <p:cNvPr id="68" name="Group 67"/>
            <p:cNvGrpSpPr/>
            <p:nvPr/>
          </p:nvGrpSpPr>
          <p:grpSpPr>
            <a:xfrm>
              <a:off x="2396372" y="2697861"/>
              <a:ext cx="4807705" cy="4587097"/>
              <a:chOff x="2396372" y="2697861"/>
              <a:chExt cx="4807705" cy="4587097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3085211" y="2697861"/>
                <a:ext cx="4061460" cy="4057396"/>
                <a:chOff x="3085211" y="2697861"/>
                <a:chExt cx="4061460" cy="4057396"/>
              </a:xfrm>
            </p:grpSpPr>
            <p:grpSp>
              <p:nvGrpSpPr>
                <p:cNvPr id="46" name="Group 45"/>
                <p:cNvGrpSpPr/>
                <p:nvPr/>
              </p:nvGrpSpPr>
              <p:grpSpPr>
                <a:xfrm>
                  <a:off x="3086227" y="2956560"/>
                  <a:ext cx="3801873" cy="3798697"/>
                  <a:chOff x="3086227" y="2956560"/>
                  <a:chExt cx="3801873" cy="3798697"/>
                </a:xfrm>
              </p:grpSpPr>
              <p:sp>
                <p:nvSpPr>
                  <p:cNvPr id="4" name="Freeform 3"/>
                  <p:cNvSpPr/>
                  <p:nvPr/>
                </p:nvSpPr>
                <p:spPr>
                  <a:xfrm>
                    <a:off x="3086227" y="2965069"/>
                    <a:ext cx="18924" cy="37769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24" h="3776980">
                        <a:moveTo>
                          <a:pt x="0" y="0"/>
                        </a:moveTo>
                        <a:lnTo>
                          <a:pt x="18923" y="0"/>
                        </a:lnTo>
                        <a:lnTo>
                          <a:pt x="18923" y="3776979"/>
                        </a:lnTo>
                        <a:lnTo>
                          <a:pt x="0" y="37769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5" name="Freeform 4"/>
                  <p:cNvSpPr/>
                  <p:nvPr/>
                </p:nvSpPr>
                <p:spPr>
                  <a:xfrm>
                    <a:off x="3086227" y="2956560"/>
                    <a:ext cx="3800603" cy="189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0603" h="18924">
                        <a:moveTo>
                          <a:pt x="0" y="0"/>
                        </a:moveTo>
                        <a:lnTo>
                          <a:pt x="3800602" y="0"/>
                        </a:lnTo>
                        <a:lnTo>
                          <a:pt x="3800602" y="18923"/>
                        </a:lnTo>
                        <a:lnTo>
                          <a:pt x="0" y="1892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3099562" y="3146425"/>
                    <a:ext cx="3780791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791" h="19686">
                        <a:moveTo>
                          <a:pt x="0" y="0"/>
                        </a:moveTo>
                        <a:lnTo>
                          <a:pt x="3780790" y="0"/>
                        </a:lnTo>
                        <a:lnTo>
                          <a:pt x="3780790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7" name="Freeform 6"/>
                  <p:cNvSpPr/>
                  <p:nvPr/>
                </p:nvSpPr>
                <p:spPr>
                  <a:xfrm>
                    <a:off x="3276981" y="2966085"/>
                    <a:ext cx="19813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13" h="3776981">
                        <a:moveTo>
                          <a:pt x="0" y="0"/>
                        </a:moveTo>
                        <a:lnTo>
                          <a:pt x="19812" y="0"/>
                        </a:lnTo>
                        <a:lnTo>
                          <a:pt x="19812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8" name="Freeform 7"/>
                  <p:cNvSpPr/>
                  <p:nvPr/>
                </p:nvSpPr>
                <p:spPr>
                  <a:xfrm>
                    <a:off x="3464814" y="2965069"/>
                    <a:ext cx="19813" cy="37769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13" h="3776980">
                        <a:moveTo>
                          <a:pt x="0" y="0"/>
                        </a:moveTo>
                        <a:lnTo>
                          <a:pt x="19812" y="0"/>
                        </a:lnTo>
                        <a:lnTo>
                          <a:pt x="19812" y="3776979"/>
                        </a:lnTo>
                        <a:lnTo>
                          <a:pt x="0" y="37769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9" name="Freeform 8"/>
                  <p:cNvSpPr/>
                  <p:nvPr/>
                </p:nvSpPr>
                <p:spPr>
                  <a:xfrm>
                    <a:off x="3655441" y="2966085"/>
                    <a:ext cx="21718" cy="37779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7997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7996"/>
                        </a:lnTo>
                        <a:lnTo>
                          <a:pt x="0" y="377799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0" name="Freeform 9"/>
                  <p:cNvSpPr/>
                  <p:nvPr/>
                </p:nvSpPr>
                <p:spPr>
                  <a:xfrm>
                    <a:off x="3840480" y="2965069"/>
                    <a:ext cx="22734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9013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1" name="Freeform 10"/>
                  <p:cNvSpPr/>
                  <p:nvPr/>
                </p:nvSpPr>
                <p:spPr>
                  <a:xfrm>
                    <a:off x="4031234" y="2966085"/>
                    <a:ext cx="19686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86" h="3776981">
                        <a:moveTo>
                          <a:pt x="0" y="0"/>
                        </a:moveTo>
                        <a:lnTo>
                          <a:pt x="19685" y="0"/>
                        </a:lnTo>
                        <a:lnTo>
                          <a:pt x="19685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2" name="Freeform 11"/>
                  <p:cNvSpPr/>
                  <p:nvPr/>
                </p:nvSpPr>
                <p:spPr>
                  <a:xfrm>
                    <a:off x="4221988" y="2967101"/>
                    <a:ext cx="21718" cy="37779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7996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7995"/>
                        </a:lnTo>
                        <a:lnTo>
                          <a:pt x="0" y="377799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3" name="Freeform 12"/>
                  <p:cNvSpPr/>
                  <p:nvPr/>
                </p:nvSpPr>
                <p:spPr>
                  <a:xfrm>
                    <a:off x="4410710" y="2966085"/>
                    <a:ext cx="20702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02" h="3776981">
                        <a:moveTo>
                          <a:pt x="0" y="0"/>
                        </a:moveTo>
                        <a:lnTo>
                          <a:pt x="20701" y="0"/>
                        </a:lnTo>
                        <a:lnTo>
                          <a:pt x="20701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4" name="Freeform 13"/>
                  <p:cNvSpPr/>
                  <p:nvPr/>
                </p:nvSpPr>
                <p:spPr>
                  <a:xfrm>
                    <a:off x="4600448" y="2967736"/>
                    <a:ext cx="22734" cy="37760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6091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6090"/>
                        </a:lnTo>
                        <a:lnTo>
                          <a:pt x="0" y="377609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5" name="Freeform 14"/>
                  <p:cNvSpPr/>
                  <p:nvPr/>
                </p:nvSpPr>
                <p:spPr>
                  <a:xfrm>
                    <a:off x="4784471" y="2966085"/>
                    <a:ext cx="24385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85" h="3776981">
                        <a:moveTo>
                          <a:pt x="0" y="0"/>
                        </a:moveTo>
                        <a:lnTo>
                          <a:pt x="24384" y="0"/>
                        </a:lnTo>
                        <a:lnTo>
                          <a:pt x="24384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6" name="Freeform 15"/>
                  <p:cNvSpPr/>
                  <p:nvPr/>
                </p:nvSpPr>
                <p:spPr>
                  <a:xfrm>
                    <a:off x="4976368" y="2967101"/>
                    <a:ext cx="19686" cy="37741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86" h="3774186">
                        <a:moveTo>
                          <a:pt x="0" y="0"/>
                        </a:moveTo>
                        <a:lnTo>
                          <a:pt x="19685" y="0"/>
                        </a:lnTo>
                        <a:lnTo>
                          <a:pt x="19685" y="3774185"/>
                        </a:lnTo>
                        <a:lnTo>
                          <a:pt x="0" y="37741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7" name="Freeform 16"/>
                  <p:cNvSpPr/>
                  <p:nvPr/>
                </p:nvSpPr>
                <p:spPr>
                  <a:xfrm>
                    <a:off x="5166995" y="2967101"/>
                    <a:ext cx="21591" cy="37752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91" h="3775202">
                        <a:moveTo>
                          <a:pt x="0" y="0"/>
                        </a:moveTo>
                        <a:lnTo>
                          <a:pt x="21590" y="0"/>
                        </a:lnTo>
                        <a:lnTo>
                          <a:pt x="21590" y="3775201"/>
                        </a:lnTo>
                        <a:lnTo>
                          <a:pt x="0" y="37752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8" name="Freeform 17"/>
                  <p:cNvSpPr/>
                  <p:nvPr/>
                </p:nvSpPr>
                <p:spPr>
                  <a:xfrm>
                    <a:off x="5355717" y="2967101"/>
                    <a:ext cx="20702" cy="377596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02" h="3775964">
                        <a:moveTo>
                          <a:pt x="0" y="0"/>
                        </a:moveTo>
                        <a:lnTo>
                          <a:pt x="20701" y="0"/>
                        </a:lnTo>
                        <a:lnTo>
                          <a:pt x="20701" y="3775963"/>
                        </a:lnTo>
                        <a:lnTo>
                          <a:pt x="0" y="377596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9" name="Freeform 18"/>
                  <p:cNvSpPr/>
                  <p:nvPr/>
                </p:nvSpPr>
                <p:spPr>
                  <a:xfrm>
                    <a:off x="5545582" y="2967736"/>
                    <a:ext cx="22734" cy="37781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8123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8122"/>
                        </a:lnTo>
                        <a:lnTo>
                          <a:pt x="0" y="377812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0" name="Freeform 19"/>
                  <p:cNvSpPr/>
                  <p:nvPr/>
                </p:nvSpPr>
                <p:spPr>
                  <a:xfrm>
                    <a:off x="5729605" y="2966085"/>
                    <a:ext cx="24512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512" h="3779013">
                        <a:moveTo>
                          <a:pt x="0" y="0"/>
                        </a:moveTo>
                        <a:lnTo>
                          <a:pt x="24511" y="0"/>
                        </a:lnTo>
                        <a:lnTo>
                          <a:pt x="24511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1" name="Freeform 20"/>
                  <p:cNvSpPr/>
                  <p:nvPr/>
                </p:nvSpPr>
                <p:spPr>
                  <a:xfrm>
                    <a:off x="5921248" y="2967101"/>
                    <a:ext cx="21718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6981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2" name="Freeform 21"/>
                  <p:cNvSpPr/>
                  <p:nvPr/>
                </p:nvSpPr>
                <p:spPr>
                  <a:xfrm>
                    <a:off x="6111748" y="2967736"/>
                    <a:ext cx="23496" cy="37781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496" h="3778123">
                        <a:moveTo>
                          <a:pt x="0" y="0"/>
                        </a:moveTo>
                        <a:lnTo>
                          <a:pt x="23495" y="0"/>
                        </a:lnTo>
                        <a:lnTo>
                          <a:pt x="23495" y="3778122"/>
                        </a:lnTo>
                        <a:lnTo>
                          <a:pt x="0" y="377812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3" name="Freeform 22"/>
                  <p:cNvSpPr/>
                  <p:nvPr/>
                </p:nvSpPr>
                <p:spPr>
                  <a:xfrm>
                    <a:off x="6300597" y="2967101"/>
                    <a:ext cx="22734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6981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4" name="Freeform 23"/>
                  <p:cNvSpPr/>
                  <p:nvPr/>
                </p:nvSpPr>
                <p:spPr>
                  <a:xfrm>
                    <a:off x="6489319" y="2967101"/>
                    <a:ext cx="24639" cy="3779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639" h="3779012">
                        <a:moveTo>
                          <a:pt x="0" y="0"/>
                        </a:moveTo>
                        <a:lnTo>
                          <a:pt x="24638" y="0"/>
                        </a:lnTo>
                        <a:lnTo>
                          <a:pt x="24638" y="3779011"/>
                        </a:lnTo>
                        <a:lnTo>
                          <a:pt x="0" y="377901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5" name="Freeform 24"/>
                  <p:cNvSpPr/>
                  <p:nvPr/>
                </p:nvSpPr>
                <p:spPr>
                  <a:xfrm>
                    <a:off x="6674612" y="2967101"/>
                    <a:ext cx="26417" cy="3779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417" h="3779012">
                        <a:moveTo>
                          <a:pt x="0" y="0"/>
                        </a:moveTo>
                        <a:lnTo>
                          <a:pt x="26416" y="0"/>
                        </a:lnTo>
                        <a:lnTo>
                          <a:pt x="26416" y="3779011"/>
                        </a:lnTo>
                        <a:lnTo>
                          <a:pt x="0" y="377901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6" name="Freeform 25"/>
                  <p:cNvSpPr/>
                  <p:nvPr/>
                </p:nvSpPr>
                <p:spPr>
                  <a:xfrm>
                    <a:off x="6860667" y="2964053"/>
                    <a:ext cx="27433" cy="3779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33" h="3779775">
                        <a:moveTo>
                          <a:pt x="0" y="0"/>
                        </a:moveTo>
                        <a:lnTo>
                          <a:pt x="27432" y="0"/>
                        </a:lnTo>
                        <a:lnTo>
                          <a:pt x="27432" y="3779774"/>
                        </a:lnTo>
                        <a:lnTo>
                          <a:pt x="0" y="37797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7" name="Freeform 26"/>
                  <p:cNvSpPr/>
                  <p:nvPr/>
                </p:nvSpPr>
                <p:spPr>
                  <a:xfrm>
                    <a:off x="3097530" y="3336036"/>
                    <a:ext cx="3777108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108" h="19686">
                        <a:moveTo>
                          <a:pt x="0" y="0"/>
                        </a:moveTo>
                        <a:lnTo>
                          <a:pt x="3777107" y="0"/>
                        </a:lnTo>
                        <a:lnTo>
                          <a:pt x="3777107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8" name="Freeform 27"/>
                  <p:cNvSpPr/>
                  <p:nvPr/>
                </p:nvSpPr>
                <p:spPr>
                  <a:xfrm>
                    <a:off x="3098419" y="3524250"/>
                    <a:ext cx="3782950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50" h="19686">
                        <a:moveTo>
                          <a:pt x="0" y="0"/>
                        </a:moveTo>
                        <a:lnTo>
                          <a:pt x="3782949" y="0"/>
                        </a:lnTo>
                        <a:lnTo>
                          <a:pt x="3782949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9" name="Freeform 28"/>
                  <p:cNvSpPr/>
                  <p:nvPr/>
                </p:nvSpPr>
                <p:spPr>
                  <a:xfrm>
                    <a:off x="3096641" y="3709035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0" name="Freeform 29"/>
                  <p:cNvSpPr/>
                  <p:nvPr/>
                </p:nvSpPr>
                <p:spPr>
                  <a:xfrm>
                    <a:off x="3100451" y="4657217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1" name="Freeform 30"/>
                  <p:cNvSpPr/>
                  <p:nvPr/>
                </p:nvSpPr>
                <p:spPr>
                  <a:xfrm>
                    <a:off x="3098419" y="4469384"/>
                    <a:ext cx="3783712" cy="205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575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574"/>
                        </a:lnTo>
                        <a:lnTo>
                          <a:pt x="0" y="205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2" name="Freeform 31"/>
                  <p:cNvSpPr/>
                  <p:nvPr/>
                </p:nvSpPr>
                <p:spPr>
                  <a:xfrm>
                    <a:off x="3098419" y="4279519"/>
                    <a:ext cx="3777108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108" h="20702">
                        <a:moveTo>
                          <a:pt x="0" y="0"/>
                        </a:moveTo>
                        <a:lnTo>
                          <a:pt x="3777107" y="0"/>
                        </a:lnTo>
                        <a:lnTo>
                          <a:pt x="3777107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3" name="Freeform 32"/>
                  <p:cNvSpPr/>
                  <p:nvPr/>
                </p:nvSpPr>
                <p:spPr>
                  <a:xfrm>
                    <a:off x="3100451" y="4089781"/>
                    <a:ext cx="3782950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50" h="19686">
                        <a:moveTo>
                          <a:pt x="0" y="0"/>
                        </a:moveTo>
                        <a:lnTo>
                          <a:pt x="3782949" y="0"/>
                        </a:lnTo>
                        <a:lnTo>
                          <a:pt x="3782949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4" name="Freeform 33"/>
                  <p:cNvSpPr/>
                  <p:nvPr/>
                </p:nvSpPr>
                <p:spPr>
                  <a:xfrm>
                    <a:off x="3099562" y="3901694"/>
                    <a:ext cx="3772282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2282" h="19686">
                        <a:moveTo>
                          <a:pt x="0" y="0"/>
                        </a:moveTo>
                        <a:lnTo>
                          <a:pt x="3772281" y="0"/>
                        </a:lnTo>
                        <a:lnTo>
                          <a:pt x="3772281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5" name="Freeform 34"/>
                  <p:cNvSpPr/>
                  <p:nvPr/>
                </p:nvSpPr>
                <p:spPr>
                  <a:xfrm>
                    <a:off x="3097530" y="4844034"/>
                    <a:ext cx="3776092" cy="198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6092" h="19813">
                        <a:moveTo>
                          <a:pt x="0" y="0"/>
                        </a:moveTo>
                        <a:lnTo>
                          <a:pt x="3776091" y="0"/>
                        </a:lnTo>
                        <a:lnTo>
                          <a:pt x="3776091" y="19812"/>
                        </a:lnTo>
                        <a:lnTo>
                          <a:pt x="0" y="198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6" name="Freeform 35"/>
                  <p:cNvSpPr/>
                  <p:nvPr/>
                </p:nvSpPr>
                <p:spPr>
                  <a:xfrm>
                    <a:off x="3096641" y="5034026"/>
                    <a:ext cx="3783077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77" h="19686">
                        <a:moveTo>
                          <a:pt x="0" y="0"/>
                        </a:moveTo>
                        <a:lnTo>
                          <a:pt x="3783076" y="0"/>
                        </a:lnTo>
                        <a:lnTo>
                          <a:pt x="3783076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7" name="Freeform 36"/>
                  <p:cNvSpPr/>
                  <p:nvPr/>
                </p:nvSpPr>
                <p:spPr>
                  <a:xfrm>
                    <a:off x="3095625" y="5223764"/>
                    <a:ext cx="3780918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918" h="20702">
                        <a:moveTo>
                          <a:pt x="0" y="0"/>
                        </a:moveTo>
                        <a:lnTo>
                          <a:pt x="3780917" y="0"/>
                        </a:lnTo>
                        <a:lnTo>
                          <a:pt x="3780917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8" name="Freeform 37"/>
                  <p:cNvSpPr/>
                  <p:nvPr/>
                </p:nvSpPr>
                <p:spPr>
                  <a:xfrm>
                    <a:off x="3096641" y="5411724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9" name="Freeform 38"/>
                  <p:cNvSpPr/>
                  <p:nvPr/>
                </p:nvSpPr>
                <p:spPr>
                  <a:xfrm>
                    <a:off x="3095625" y="5596763"/>
                    <a:ext cx="3783585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585" h="20829">
                        <a:moveTo>
                          <a:pt x="0" y="0"/>
                        </a:moveTo>
                        <a:lnTo>
                          <a:pt x="3783584" y="0"/>
                        </a:lnTo>
                        <a:lnTo>
                          <a:pt x="3783584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0" name="Freeform 39"/>
                  <p:cNvSpPr/>
                  <p:nvPr/>
                </p:nvSpPr>
                <p:spPr>
                  <a:xfrm>
                    <a:off x="3098419" y="6540880"/>
                    <a:ext cx="3783712" cy="228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2861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2860"/>
                        </a:lnTo>
                        <a:lnTo>
                          <a:pt x="0" y="2286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1" name="Freeform 40"/>
                  <p:cNvSpPr/>
                  <p:nvPr/>
                </p:nvSpPr>
                <p:spPr>
                  <a:xfrm>
                    <a:off x="3098419" y="6355842"/>
                    <a:ext cx="3784728" cy="226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4728" h="22606">
                        <a:moveTo>
                          <a:pt x="0" y="0"/>
                        </a:moveTo>
                        <a:lnTo>
                          <a:pt x="3784727" y="0"/>
                        </a:lnTo>
                        <a:lnTo>
                          <a:pt x="3784727" y="22605"/>
                        </a:lnTo>
                        <a:lnTo>
                          <a:pt x="0" y="2260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2" name="Freeform 41"/>
                  <p:cNvSpPr/>
                  <p:nvPr/>
                </p:nvSpPr>
                <p:spPr>
                  <a:xfrm>
                    <a:off x="3095625" y="6166865"/>
                    <a:ext cx="3783077" cy="209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77" h="20957">
                        <a:moveTo>
                          <a:pt x="0" y="0"/>
                        </a:moveTo>
                        <a:lnTo>
                          <a:pt x="3783076" y="0"/>
                        </a:lnTo>
                        <a:lnTo>
                          <a:pt x="3783076" y="20956"/>
                        </a:lnTo>
                        <a:lnTo>
                          <a:pt x="0" y="2095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3" name="Freeform 42"/>
                  <p:cNvSpPr/>
                  <p:nvPr/>
                </p:nvSpPr>
                <p:spPr>
                  <a:xfrm>
                    <a:off x="3096641" y="5977255"/>
                    <a:ext cx="3783712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829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4" name="Freeform 43"/>
                  <p:cNvSpPr/>
                  <p:nvPr/>
                </p:nvSpPr>
                <p:spPr>
                  <a:xfrm>
                    <a:off x="3096641" y="5789422"/>
                    <a:ext cx="3778886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886" h="20829">
                        <a:moveTo>
                          <a:pt x="0" y="0"/>
                        </a:moveTo>
                        <a:lnTo>
                          <a:pt x="3778885" y="0"/>
                        </a:lnTo>
                        <a:lnTo>
                          <a:pt x="3778885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5" name="Freeform 44"/>
                  <p:cNvSpPr/>
                  <p:nvPr/>
                </p:nvSpPr>
                <p:spPr>
                  <a:xfrm>
                    <a:off x="3086227" y="6732523"/>
                    <a:ext cx="3801746" cy="2273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1746" h="22734">
                        <a:moveTo>
                          <a:pt x="0" y="0"/>
                        </a:moveTo>
                        <a:lnTo>
                          <a:pt x="3801745" y="0"/>
                        </a:lnTo>
                        <a:lnTo>
                          <a:pt x="3801745" y="22733"/>
                        </a:lnTo>
                        <a:lnTo>
                          <a:pt x="0" y="2273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</p:grp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3085211" y="2697861"/>
                  <a:ext cx="0" cy="4038727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3086862" y="6741160"/>
                  <a:ext cx="4059809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/>
              <p:cNvSpPr txBox="1"/>
              <p:nvPr/>
            </p:nvSpPr>
            <p:spPr>
              <a:xfrm>
                <a:off x="2654301" y="28194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25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2692401" y="58293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717801" y="66738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0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654301" y="4343400"/>
                <a:ext cx="58727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15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654301" y="5080000"/>
                <a:ext cx="58727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2654301" y="3581400"/>
                <a:ext cx="58727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6616701" y="67437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200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949700" y="67437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60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568701" y="6743700"/>
                <a:ext cx="57882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40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3187701" y="67437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5067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120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4686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100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4330700" y="67310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80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6210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180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5829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160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5448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140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394200" y="6997700"/>
                <a:ext cx="1474335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Distance (km)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 rot="16200000">
                <a:off x="1798930" y="4528771"/>
                <a:ext cx="148214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Petrol used (l)</a:t>
                </a:r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5598668" y="4766564"/>
              <a:ext cx="264669" cy="162053"/>
              <a:chOff x="5598668" y="4766564"/>
              <a:chExt cx="264669" cy="162053"/>
            </a:xfrm>
          </p:grpSpPr>
          <p:sp>
            <p:nvSpPr>
              <p:cNvPr id="69" name="Freeform 68"/>
              <p:cNvSpPr/>
              <p:nvPr/>
            </p:nvSpPr>
            <p:spPr>
              <a:xfrm>
                <a:off x="5598668" y="4766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0" name="Freeform 69"/>
              <p:cNvSpPr/>
              <p:nvPr/>
            </p:nvSpPr>
            <p:spPr>
              <a:xfrm>
                <a:off x="5598668" y="4766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6665468" y="3521964"/>
              <a:ext cx="264669" cy="162053"/>
              <a:chOff x="6665468" y="3521964"/>
              <a:chExt cx="264669" cy="162053"/>
            </a:xfrm>
          </p:grpSpPr>
          <p:sp>
            <p:nvSpPr>
              <p:cNvPr id="72" name="Freeform 71"/>
              <p:cNvSpPr/>
              <p:nvPr/>
            </p:nvSpPr>
            <p:spPr>
              <a:xfrm>
                <a:off x="6665468" y="35219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6665468" y="35219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7" name="Group 76"/>
            <p:cNvGrpSpPr/>
            <p:nvPr/>
          </p:nvGrpSpPr>
          <p:grpSpPr>
            <a:xfrm>
              <a:off x="4709668" y="5249164"/>
              <a:ext cx="264669" cy="162053"/>
              <a:chOff x="4709668" y="5249164"/>
              <a:chExt cx="264669" cy="162053"/>
            </a:xfrm>
          </p:grpSpPr>
          <p:sp>
            <p:nvSpPr>
              <p:cNvPr id="75" name="Freeform 74"/>
              <p:cNvSpPr/>
              <p:nvPr/>
            </p:nvSpPr>
            <p:spPr>
              <a:xfrm>
                <a:off x="4709668" y="5249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4709668" y="5249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3769868" y="6023864"/>
              <a:ext cx="264669" cy="162053"/>
              <a:chOff x="3769868" y="6023864"/>
              <a:chExt cx="264669" cy="162053"/>
            </a:xfrm>
          </p:grpSpPr>
          <p:sp>
            <p:nvSpPr>
              <p:cNvPr id="78" name="Freeform 77"/>
              <p:cNvSpPr/>
              <p:nvPr/>
            </p:nvSpPr>
            <p:spPr>
              <a:xfrm>
                <a:off x="3769868" y="6023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9" name="Freeform 78"/>
              <p:cNvSpPr/>
              <p:nvPr/>
            </p:nvSpPr>
            <p:spPr>
              <a:xfrm>
                <a:off x="3769868" y="6023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3" name="Group 82"/>
            <p:cNvGrpSpPr/>
            <p:nvPr/>
          </p:nvGrpSpPr>
          <p:grpSpPr>
            <a:xfrm>
              <a:off x="4366768" y="5515864"/>
              <a:ext cx="264669" cy="162053"/>
              <a:chOff x="4366768" y="5515864"/>
              <a:chExt cx="264669" cy="162053"/>
            </a:xfrm>
          </p:grpSpPr>
          <p:sp>
            <p:nvSpPr>
              <p:cNvPr id="81" name="Freeform 80"/>
              <p:cNvSpPr/>
              <p:nvPr/>
            </p:nvSpPr>
            <p:spPr>
              <a:xfrm>
                <a:off x="4366768" y="5515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2" name="Freeform 81"/>
              <p:cNvSpPr/>
              <p:nvPr/>
            </p:nvSpPr>
            <p:spPr>
              <a:xfrm>
                <a:off x="4366768" y="5515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6373368" y="4271264"/>
              <a:ext cx="264669" cy="162053"/>
              <a:chOff x="6373368" y="4271264"/>
              <a:chExt cx="264669" cy="162053"/>
            </a:xfrm>
          </p:grpSpPr>
          <p:sp>
            <p:nvSpPr>
              <p:cNvPr id="84" name="Freeform 83"/>
              <p:cNvSpPr/>
              <p:nvPr/>
            </p:nvSpPr>
            <p:spPr>
              <a:xfrm>
                <a:off x="6373368" y="4271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5" name="Freeform 84"/>
              <p:cNvSpPr/>
              <p:nvPr/>
            </p:nvSpPr>
            <p:spPr>
              <a:xfrm>
                <a:off x="6373368" y="4271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3338068" y="6150864"/>
              <a:ext cx="264669" cy="162053"/>
              <a:chOff x="3338068" y="6150864"/>
              <a:chExt cx="264669" cy="162053"/>
            </a:xfrm>
          </p:grpSpPr>
          <p:sp>
            <p:nvSpPr>
              <p:cNvPr id="87" name="Freeform 86"/>
              <p:cNvSpPr/>
              <p:nvPr/>
            </p:nvSpPr>
            <p:spPr>
              <a:xfrm>
                <a:off x="3338068" y="6150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8" name="Freeform 87"/>
              <p:cNvSpPr/>
              <p:nvPr/>
            </p:nvSpPr>
            <p:spPr>
              <a:xfrm>
                <a:off x="3338068" y="6150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4925568" y="5223764"/>
              <a:ext cx="264669" cy="162053"/>
              <a:chOff x="4925568" y="5223764"/>
              <a:chExt cx="264669" cy="162053"/>
            </a:xfrm>
          </p:grpSpPr>
          <p:sp>
            <p:nvSpPr>
              <p:cNvPr id="90" name="Freeform 89"/>
              <p:cNvSpPr/>
              <p:nvPr/>
            </p:nvSpPr>
            <p:spPr>
              <a:xfrm>
                <a:off x="4925568" y="52237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91" name="Freeform 90"/>
              <p:cNvSpPr/>
              <p:nvPr/>
            </p:nvSpPr>
            <p:spPr>
              <a:xfrm>
                <a:off x="4925568" y="52237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844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615</Words>
  <Application>Microsoft Office PowerPoint</Application>
  <PresentationFormat>Widescreen</PresentationFormat>
  <Paragraphs>295</Paragraphs>
  <Slides>8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Trebuchet MS - 16</vt:lpstr>
      <vt:lpstr>Trebuchet MS - 22</vt:lpstr>
      <vt:lpstr>Trebuchet MS - 24</vt:lpstr>
      <vt:lpstr>Trebuchet MS - 36</vt:lpstr>
      <vt:lpstr>Trebuchet MS - 48</vt:lpstr>
      <vt:lpstr>Office Theme</vt:lpstr>
      <vt:lpstr>Topic: Bivariate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Bivariate data</dc:title>
  <dc:creator>JAMES Sarah [Baldivis Secondary College]</dc:creator>
  <cp:lastModifiedBy>JAMES Sarah [Baldivis Secondary College]</cp:lastModifiedBy>
  <cp:revision>1</cp:revision>
  <dcterms:created xsi:type="dcterms:W3CDTF">2021-05-13T13:16:12Z</dcterms:created>
  <dcterms:modified xsi:type="dcterms:W3CDTF">2021-05-13T13:17:33Z</dcterms:modified>
</cp:coreProperties>
</file>