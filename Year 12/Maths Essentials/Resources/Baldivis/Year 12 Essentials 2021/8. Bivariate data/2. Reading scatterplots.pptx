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401" r:id="rId3"/>
    <p:sldId id="39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DA51-BB9D-4B51-88AC-2441B6AE69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3E09D069-0670-4FFD-BEB8-1362FA7017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3934AD3-56AE-4DFE-A625-58B297D15E93}"/>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5" name="Footer Placeholder 4">
            <a:extLst>
              <a:ext uri="{FF2B5EF4-FFF2-40B4-BE49-F238E27FC236}">
                <a16:creationId xmlns:a16="http://schemas.microsoft.com/office/drawing/2014/main" id="{96DA7687-C783-4B48-903E-84EC01A923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D3A4BA-64EA-41F8-8863-2A1CA4685E6A}"/>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530549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A08F-9C53-4333-B2EA-F0E44251E06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C9DA217-8F5A-47E7-ACC4-C111495B97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55E6355-FB08-45AC-A317-26037E4F954A}"/>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5" name="Footer Placeholder 4">
            <a:extLst>
              <a:ext uri="{FF2B5EF4-FFF2-40B4-BE49-F238E27FC236}">
                <a16:creationId xmlns:a16="http://schemas.microsoft.com/office/drawing/2014/main" id="{BE3802A1-E335-4581-8C7F-C6AFCC5A722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FDD6374-D94F-412F-A770-5D390E1CC6DD}"/>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3391178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A597D-B0DC-4216-A99B-8AC8DC7986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339675EC-D325-48BE-A3E1-E9C5D07514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AC5C13-BD4D-450E-A38B-FED40871C5BA}"/>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5" name="Footer Placeholder 4">
            <a:extLst>
              <a:ext uri="{FF2B5EF4-FFF2-40B4-BE49-F238E27FC236}">
                <a16:creationId xmlns:a16="http://schemas.microsoft.com/office/drawing/2014/main" id="{615ECD9A-3B68-45C4-973E-6BE9A88E1F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AAF7168-2239-4D6B-8028-4D56C2BF8C56}"/>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4255357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3683A-048F-43C4-BBBB-7A523862D04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0C72086-F22C-4122-BC61-2A81F66956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2EAFAB4-C600-4270-B829-E058740086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28D6838-97A8-48B8-BE38-9E0F2E9F6015}"/>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6" name="Footer Placeholder 5">
            <a:extLst>
              <a:ext uri="{FF2B5EF4-FFF2-40B4-BE49-F238E27FC236}">
                <a16:creationId xmlns:a16="http://schemas.microsoft.com/office/drawing/2014/main" id="{56B0155D-1855-4C15-9336-1AA3B0E3DF6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1082D16-A6B4-4E90-A3D2-8326D76762F3}"/>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148440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38AE6-2A36-4B96-A66A-992BF76316C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3476587-BD64-4968-BC52-2AB8DC4A89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F57F2D-3110-4A4D-B319-D63FA743CD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E9D019A-F78F-401E-9795-9EA6CEC1DA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4EAD-2601-4CED-8649-71719DB152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140E6A1-B392-4D80-B976-A879B39E0FB2}"/>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8" name="Footer Placeholder 7">
            <a:extLst>
              <a:ext uri="{FF2B5EF4-FFF2-40B4-BE49-F238E27FC236}">
                <a16:creationId xmlns:a16="http://schemas.microsoft.com/office/drawing/2014/main" id="{79510E4C-C743-4AB9-B5FF-AED1AB75053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53CAF4C-10DB-4FF9-9DB1-55A1FAFA46B5}"/>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1163170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9B3A-3891-4D5F-AB13-8F6CDCC8539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B7E0A8A-CD95-40E8-8C7A-40C2493DD2FA}"/>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4" name="Footer Placeholder 3">
            <a:extLst>
              <a:ext uri="{FF2B5EF4-FFF2-40B4-BE49-F238E27FC236}">
                <a16:creationId xmlns:a16="http://schemas.microsoft.com/office/drawing/2014/main" id="{8CACB1FD-734A-4DF5-8568-37E463994E5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5D6AB3D-E23A-40A0-88E3-056B964C5573}"/>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88795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1F72F2-0F43-44FF-A7D1-D9B82519A10B}"/>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3" name="Footer Placeholder 2">
            <a:extLst>
              <a:ext uri="{FF2B5EF4-FFF2-40B4-BE49-F238E27FC236}">
                <a16:creationId xmlns:a16="http://schemas.microsoft.com/office/drawing/2014/main" id="{4A75E88F-F4B1-4D5D-87E0-DDA78A0A0BA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765373E7-A413-40E4-AAEA-ABBFA01D4EA9}"/>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194097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341B-6BF8-4D3A-8C76-6311C1132F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441C936-5BF4-49DD-8748-B7EA3E37A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0334FE9-9A23-472F-A4C7-6EDAD48244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63EED-AE28-466B-9FBE-9F6D7C5F6BA4}"/>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6" name="Footer Placeholder 5">
            <a:extLst>
              <a:ext uri="{FF2B5EF4-FFF2-40B4-BE49-F238E27FC236}">
                <a16:creationId xmlns:a16="http://schemas.microsoft.com/office/drawing/2014/main" id="{04F60691-B2EC-499F-ACB1-EDC865057A1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E21B77B-094D-4B95-9D6D-3BE116156F55}"/>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138185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94E6-F0BD-4277-9561-DA5798498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2138407-FFBC-4624-8E11-3ECDA5A684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E2F0DA-5E1E-4016-8252-D3C5D6F6C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B5E7C7-5F9E-4F67-8DFF-C2FD07B8FC0D}"/>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6" name="Footer Placeholder 5">
            <a:extLst>
              <a:ext uri="{FF2B5EF4-FFF2-40B4-BE49-F238E27FC236}">
                <a16:creationId xmlns:a16="http://schemas.microsoft.com/office/drawing/2014/main" id="{FB8B960B-6C6A-41C8-A5E7-0DC665E890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28A6409-385B-4626-92CB-3D8474801E18}"/>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112934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4297-4EDD-4433-9A36-38E465F80F9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CD639E5-3D4C-4009-953A-34B748F600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AFD5DE9-6211-4CF4-AB0C-6FBA364A34FF}"/>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5" name="Footer Placeholder 4">
            <a:extLst>
              <a:ext uri="{FF2B5EF4-FFF2-40B4-BE49-F238E27FC236}">
                <a16:creationId xmlns:a16="http://schemas.microsoft.com/office/drawing/2014/main" id="{6854DED4-B61D-4F94-BE27-A58AD6F34C7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E497AA-FABC-4F9D-BAA4-97EFAA76DC82}"/>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1529304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7BDBD-56C6-412B-845D-2218395BD1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A721D96-0DCF-4010-A630-1F9B106882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195995C-463D-4648-AC45-ED2D183191D5}"/>
              </a:ext>
            </a:extLst>
          </p:cNvPr>
          <p:cNvSpPr>
            <a:spLocks noGrp="1"/>
          </p:cNvSpPr>
          <p:nvPr>
            <p:ph type="dt" sz="half" idx="10"/>
          </p:nvPr>
        </p:nvSpPr>
        <p:spPr/>
        <p:txBody>
          <a:bodyPr/>
          <a:lstStyle/>
          <a:p>
            <a:fld id="{95E608E1-6FB6-42FD-868D-FC8DA7F8B2E9}" type="datetimeFigureOut">
              <a:rPr lang="en-AU" smtClean="0"/>
              <a:t>20/05/2021</a:t>
            </a:fld>
            <a:endParaRPr lang="en-AU"/>
          </a:p>
        </p:txBody>
      </p:sp>
      <p:sp>
        <p:nvSpPr>
          <p:cNvPr id="5" name="Footer Placeholder 4">
            <a:extLst>
              <a:ext uri="{FF2B5EF4-FFF2-40B4-BE49-F238E27FC236}">
                <a16:creationId xmlns:a16="http://schemas.microsoft.com/office/drawing/2014/main" id="{B5654C03-1E3E-49D1-A087-0BFE034D8D6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13938D3-37D2-477E-848E-16A93964DEB5}"/>
              </a:ext>
            </a:extLst>
          </p:cNvPr>
          <p:cNvSpPr>
            <a:spLocks noGrp="1"/>
          </p:cNvSpPr>
          <p:nvPr>
            <p:ph type="sldNum" sz="quarter" idx="12"/>
          </p:nvPr>
        </p:nvSpPr>
        <p:spPr/>
        <p:txBody>
          <a:bodyPr/>
          <a:lstStyle/>
          <a:p>
            <a:fld id="{5B1AFDA4-7C35-4883-B260-3CD5623F60FA}" type="slidenum">
              <a:rPr lang="en-AU" smtClean="0"/>
              <a:t>‹#›</a:t>
            </a:fld>
            <a:endParaRPr lang="en-AU"/>
          </a:p>
        </p:txBody>
      </p:sp>
    </p:spTree>
    <p:extLst>
      <p:ext uri="{BB962C8B-B14F-4D97-AF65-F5344CB8AC3E}">
        <p14:creationId xmlns:p14="http://schemas.microsoft.com/office/powerpoint/2010/main" val="95874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A80835-ECA1-4CCD-B21B-3AAAD14AC0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1189F78-9FA7-4A15-B30F-7D65411D7F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297445-D721-4B83-8695-423F4B860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608E1-6FB6-42FD-868D-FC8DA7F8B2E9}" type="datetimeFigureOut">
              <a:rPr lang="en-AU" smtClean="0"/>
              <a:t>20/05/2021</a:t>
            </a:fld>
            <a:endParaRPr lang="en-AU"/>
          </a:p>
        </p:txBody>
      </p:sp>
      <p:sp>
        <p:nvSpPr>
          <p:cNvPr id="5" name="Footer Placeholder 4">
            <a:extLst>
              <a:ext uri="{FF2B5EF4-FFF2-40B4-BE49-F238E27FC236}">
                <a16:creationId xmlns:a16="http://schemas.microsoft.com/office/drawing/2014/main" id="{CE5155BB-D8F0-4F7B-975D-FBA479B4B5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236BC291-BD9C-4B80-8DE0-157255F2C1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1AFDA4-7C35-4883-B260-3CD5623F60FA}" type="slidenum">
              <a:rPr lang="en-AU" smtClean="0"/>
              <a:t>‹#›</a:t>
            </a:fld>
            <a:endParaRPr lang="en-AU"/>
          </a:p>
        </p:txBody>
      </p:sp>
    </p:spTree>
    <p:extLst>
      <p:ext uri="{BB962C8B-B14F-4D97-AF65-F5344CB8AC3E}">
        <p14:creationId xmlns:p14="http://schemas.microsoft.com/office/powerpoint/2010/main" val="407581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8C1ED8-116A-44F2-B3B0-FAAE74CBA649}"/>
              </a:ext>
            </a:extLst>
          </p:cNvPr>
          <p:cNvSpPr txBox="1"/>
          <p:nvPr/>
        </p:nvSpPr>
        <p:spPr>
          <a:xfrm>
            <a:off x="3359011" y="1713989"/>
            <a:ext cx="7466771" cy="954107"/>
          </a:xfrm>
          <a:prstGeom prst="rect">
            <a:avLst/>
          </a:prstGeom>
          <a:noFill/>
        </p:spPr>
        <p:txBody>
          <a:bodyPr wrap="square" rtlCol="0">
            <a:spAutoFit/>
          </a:bodyPr>
          <a:lstStyle/>
          <a:p>
            <a:r>
              <a:rPr lang="en-US" sz="2800" dirty="0"/>
              <a:t>Topic: Bivariate Data</a:t>
            </a:r>
          </a:p>
          <a:p>
            <a:r>
              <a:rPr lang="en-US" sz="2800" dirty="0"/>
              <a:t>EQ:  How do I read Scatterplots?</a:t>
            </a:r>
            <a:endParaRPr lang="en-AU" sz="2800" dirty="0"/>
          </a:p>
        </p:txBody>
      </p:sp>
    </p:spTree>
    <p:extLst>
      <p:ext uri="{BB962C8B-B14F-4D97-AF65-F5344CB8AC3E}">
        <p14:creationId xmlns:p14="http://schemas.microsoft.com/office/powerpoint/2010/main" val="404439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flipV="1">
            <a:off x="0" y="980729"/>
            <a:ext cx="12192000" cy="10667"/>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flipV="1">
            <a:off x="0" y="1892047"/>
            <a:ext cx="12192000" cy="24785"/>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9336" y="925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247825"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23392" y="274156"/>
            <a:ext cx="1928990" cy="461665"/>
          </a:xfrm>
          <a:prstGeom prst="rect">
            <a:avLst/>
          </a:prstGeom>
          <a:noFill/>
        </p:spPr>
        <p:txBody>
          <a:bodyPr wrap="none" rtlCol="0">
            <a:spAutoFit/>
          </a:bodyPr>
          <a:lstStyle/>
          <a:p>
            <a:r>
              <a:rPr lang="en-AU" sz="2400" dirty="0"/>
              <a:t>Bivariate Data</a:t>
            </a:r>
          </a:p>
        </p:txBody>
      </p:sp>
      <p:sp>
        <p:nvSpPr>
          <p:cNvPr id="11" name="TextBox 10"/>
          <p:cNvSpPr txBox="1"/>
          <p:nvPr/>
        </p:nvSpPr>
        <p:spPr>
          <a:xfrm>
            <a:off x="8616280" y="106355"/>
            <a:ext cx="2808311" cy="461665"/>
          </a:xfrm>
          <a:prstGeom prst="rect">
            <a:avLst/>
          </a:prstGeom>
          <a:noFill/>
        </p:spPr>
        <p:txBody>
          <a:bodyPr wrap="square" rtlCol="0">
            <a:spAutoFit/>
          </a:bodyPr>
          <a:lstStyle/>
          <a:p>
            <a:r>
              <a:rPr lang="en-AU" sz="2400" dirty="0"/>
              <a:t>Date:</a:t>
            </a:r>
          </a:p>
        </p:txBody>
      </p:sp>
      <p:sp>
        <p:nvSpPr>
          <p:cNvPr id="15" name="TextBox 14">
            <a:extLst>
              <a:ext uri="{FF2B5EF4-FFF2-40B4-BE49-F238E27FC236}">
                <a16:creationId xmlns:a16="http://schemas.microsoft.com/office/drawing/2014/main" id="{31056EAC-9909-49F8-AF63-CB2D7280E01D}"/>
              </a:ext>
            </a:extLst>
          </p:cNvPr>
          <p:cNvSpPr txBox="1"/>
          <p:nvPr/>
        </p:nvSpPr>
        <p:spPr>
          <a:xfrm>
            <a:off x="119514" y="1075004"/>
            <a:ext cx="11809134" cy="461665"/>
          </a:xfrm>
          <a:prstGeom prst="rect">
            <a:avLst/>
          </a:prstGeom>
          <a:noFill/>
        </p:spPr>
        <p:txBody>
          <a:bodyPr wrap="square" rtlCol="0">
            <a:spAutoFit/>
          </a:bodyPr>
          <a:lstStyle/>
          <a:p>
            <a:r>
              <a:rPr lang="en-US" sz="2400" b="1" dirty="0"/>
              <a:t>EQ: How do I read Scatterplots?</a:t>
            </a:r>
            <a:endParaRPr lang="en-AU" sz="2400" b="1" dirty="0"/>
          </a:p>
        </p:txBody>
      </p:sp>
      <p:sp>
        <p:nvSpPr>
          <p:cNvPr id="5" name="Rectangle 4">
            <a:extLst>
              <a:ext uri="{FF2B5EF4-FFF2-40B4-BE49-F238E27FC236}">
                <a16:creationId xmlns:a16="http://schemas.microsoft.com/office/drawing/2014/main" id="{91EF3F84-4E77-4F03-87F6-C57AF0F1A937}"/>
              </a:ext>
            </a:extLst>
          </p:cNvPr>
          <p:cNvSpPr/>
          <p:nvPr/>
        </p:nvSpPr>
        <p:spPr>
          <a:xfrm>
            <a:off x="1746252" y="2257124"/>
            <a:ext cx="8801100" cy="2585323"/>
          </a:xfrm>
          <a:prstGeom prst="rect">
            <a:avLst/>
          </a:prstGeom>
        </p:spPr>
        <p:txBody>
          <a:bodyPr wrap="square">
            <a:spAutoFit/>
          </a:bodyPr>
          <a:lstStyle/>
          <a:p>
            <a:r>
              <a:rPr lang="en-US" dirty="0"/>
              <a:t>A scatterplot is used to determine if there is a relationship between two numerical variables.</a:t>
            </a:r>
          </a:p>
          <a:p>
            <a:endParaRPr lang="en-US" dirty="0"/>
          </a:p>
          <a:p>
            <a:r>
              <a:rPr lang="en-US" dirty="0"/>
              <a:t>Once you have created a scatterplot you need to be able to use it to see if there is a relationship between the two variables plotted.</a:t>
            </a:r>
          </a:p>
          <a:p>
            <a:endParaRPr lang="en-US" dirty="0"/>
          </a:p>
          <a:p>
            <a:r>
              <a:rPr lang="en-US" dirty="0"/>
              <a:t>The next slide (slide 4) shows you how you can go about reading and interpreting basic things from the scatterplot. Use this example to answer the questions on the worksheet that is attached to this PowerPoint.</a:t>
            </a:r>
            <a:endParaRPr lang="en-AU" dirty="0"/>
          </a:p>
          <a:p>
            <a:r>
              <a:rPr lang="en-US" dirty="0"/>
              <a:t> </a:t>
            </a:r>
            <a:endParaRPr lang="en-AU" dirty="0"/>
          </a:p>
        </p:txBody>
      </p:sp>
    </p:spTree>
    <p:extLst>
      <p:ext uri="{BB962C8B-B14F-4D97-AF65-F5344CB8AC3E}">
        <p14:creationId xmlns:p14="http://schemas.microsoft.com/office/powerpoint/2010/main" val="1366615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flipV="1">
            <a:off x="0" y="980729"/>
            <a:ext cx="12192000" cy="10667"/>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flipV="1">
            <a:off x="0" y="1892047"/>
            <a:ext cx="12192000" cy="24785"/>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9336" y="925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14500" y="1892047"/>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23392" y="274156"/>
            <a:ext cx="1928990" cy="461665"/>
          </a:xfrm>
          <a:prstGeom prst="rect">
            <a:avLst/>
          </a:prstGeom>
          <a:noFill/>
        </p:spPr>
        <p:txBody>
          <a:bodyPr wrap="none" rtlCol="0">
            <a:spAutoFit/>
          </a:bodyPr>
          <a:lstStyle/>
          <a:p>
            <a:r>
              <a:rPr lang="en-AU" sz="2400" dirty="0"/>
              <a:t>Bivariate Data</a:t>
            </a:r>
          </a:p>
        </p:txBody>
      </p:sp>
      <p:sp>
        <p:nvSpPr>
          <p:cNvPr id="11" name="TextBox 10"/>
          <p:cNvSpPr txBox="1"/>
          <p:nvPr/>
        </p:nvSpPr>
        <p:spPr>
          <a:xfrm>
            <a:off x="8616280" y="106355"/>
            <a:ext cx="2808311" cy="461665"/>
          </a:xfrm>
          <a:prstGeom prst="rect">
            <a:avLst/>
          </a:prstGeom>
          <a:noFill/>
        </p:spPr>
        <p:txBody>
          <a:bodyPr wrap="square" rtlCol="0">
            <a:spAutoFit/>
          </a:bodyPr>
          <a:lstStyle/>
          <a:p>
            <a:r>
              <a:rPr lang="en-AU" sz="2400" dirty="0"/>
              <a:t>Date:</a:t>
            </a:r>
          </a:p>
        </p:txBody>
      </p:sp>
      <p:sp>
        <p:nvSpPr>
          <p:cNvPr id="15" name="TextBox 14">
            <a:extLst>
              <a:ext uri="{FF2B5EF4-FFF2-40B4-BE49-F238E27FC236}">
                <a16:creationId xmlns:a16="http://schemas.microsoft.com/office/drawing/2014/main" id="{31056EAC-9909-49F8-AF63-CB2D7280E01D}"/>
              </a:ext>
            </a:extLst>
          </p:cNvPr>
          <p:cNvSpPr txBox="1"/>
          <p:nvPr/>
        </p:nvSpPr>
        <p:spPr>
          <a:xfrm>
            <a:off x="119514" y="1075004"/>
            <a:ext cx="11809134" cy="461665"/>
          </a:xfrm>
          <a:prstGeom prst="rect">
            <a:avLst/>
          </a:prstGeom>
          <a:noFill/>
        </p:spPr>
        <p:txBody>
          <a:bodyPr wrap="square" rtlCol="0">
            <a:spAutoFit/>
          </a:bodyPr>
          <a:lstStyle/>
          <a:p>
            <a:r>
              <a:rPr lang="en-US" sz="2400" b="1" dirty="0"/>
              <a:t>EQ: How do I read Scatterplots?</a:t>
            </a:r>
            <a:endParaRPr lang="en-AU" sz="2400" b="1" dirty="0"/>
          </a:p>
        </p:txBody>
      </p:sp>
      <p:cxnSp>
        <p:nvCxnSpPr>
          <p:cNvPr id="12" name="Straight Connector 11">
            <a:extLst>
              <a:ext uri="{FF2B5EF4-FFF2-40B4-BE49-F238E27FC236}">
                <a16:creationId xmlns:a16="http://schemas.microsoft.com/office/drawing/2014/main" id="{B2921594-86BB-436B-A39E-849002A7C61E}"/>
              </a:ext>
            </a:extLst>
          </p:cNvPr>
          <p:cNvCxnSpPr/>
          <p:nvPr/>
        </p:nvCxnSpPr>
        <p:spPr>
          <a:xfrm>
            <a:off x="6896150" y="1892047"/>
            <a:ext cx="0" cy="5112568"/>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89590DC1-80A7-4B3E-AF29-40A33599164C}"/>
              </a:ext>
            </a:extLst>
          </p:cNvPr>
          <p:cNvPicPr>
            <a:picLocks noChangeAspect="1"/>
          </p:cNvPicPr>
          <p:nvPr/>
        </p:nvPicPr>
        <p:blipFill>
          <a:blip r:embed="rId2"/>
          <a:stretch>
            <a:fillRect/>
          </a:stretch>
        </p:blipFill>
        <p:spPr>
          <a:xfrm>
            <a:off x="859719" y="2400300"/>
            <a:ext cx="5891212" cy="4438650"/>
          </a:xfrm>
          <a:prstGeom prst="rect">
            <a:avLst/>
          </a:prstGeom>
        </p:spPr>
      </p:pic>
      <p:sp>
        <p:nvSpPr>
          <p:cNvPr id="5" name="TextBox 4">
            <a:extLst>
              <a:ext uri="{FF2B5EF4-FFF2-40B4-BE49-F238E27FC236}">
                <a16:creationId xmlns:a16="http://schemas.microsoft.com/office/drawing/2014/main" id="{0B653AC5-691F-474D-90C3-5A7227C0DF45}"/>
              </a:ext>
            </a:extLst>
          </p:cNvPr>
          <p:cNvSpPr txBox="1"/>
          <p:nvPr/>
        </p:nvSpPr>
        <p:spPr>
          <a:xfrm>
            <a:off x="942975" y="1983425"/>
            <a:ext cx="2800341" cy="369332"/>
          </a:xfrm>
          <a:prstGeom prst="rect">
            <a:avLst/>
          </a:prstGeom>
          <a:noFill/>
        </p:spPr>
        <p:txBody>
          <a:bodyPr wrap="square" rtlCol="0">
            <a:spAutoFit/>
          </a:bodyPr>
          <a:lstStyle/>
          <a:p>
            <a:r>
              <a:rPr lang="en-US" dirty="0"/>
              <a:t>Example</a:t>
            </a:r>
            <a:endParaRPr lang="en-AU" dirty="0"/>
          </a:p>
        </p:txBody>
      </p:sp>
      <p:pic>
        <p:nvPicPr>
          <p:cNvPr id="16" name="Picture 15">
            <a:extLst>
              <a:ext uri="{FF2B5EF4-FFF2-40B4-BE49-F238E27FC236}">
                <a16:creationId xmlns:a16="http://schemas.microsoft.com/office/drawing/2014/main" id="{649E68A3-1C8E-4BF9-A2B3-85C69A04B4AD}"/>
              </a:ext>
            </a:extLst>
          </p:cNvPr>
          <p:cNvPicPr>
            <a:picLocks noChangeAspect="1"/>
          </p:cNvPicPr>
          <p:nvPr/>
        </p:nvPicPr>
        <p:blipFill>
          <a:blip r:embed="rId3"/>
          <a:stretch>
            <a:fillRect/>
          </a:stretch>
        </p:blipFill>
        <p:spPr>
          <a:xfrm>
            <a:off x="6942069" y="2499935"/>
            <a:ext cx="4913572" cy="3004298"/>
          </a:xfrm>
          <a:prstGeom prst="rect">
            <a:avLst/>
          </a:prstGeom>
        </p:spPr>
      </p:pic>
      <p:sp>
        <p:nvSpPr>
          <p:cNvPr id="17" name="TextBox 16">
            <a:extLst>
              <a:ext uri="{FF2B5EF4-FFF2-40B4-BE49-F238E27FC236}">
                <a16:creationId xmlns:a16="http://schemas.microsoft.com/office/drawing/2014/main" id="{1AA50AB3-395F-4E58-B750-4DB28A0A0F8D}"/>
              </a:ext>
            </a:extLst>
          </p:cNvPr>
          <p:cNvSpPr txBox="1"/>
          <p:nvPr/>
        </p:nvSpPr>
        <p:spPr>
          <a:xfrm>
            <a:off x="7184137" y="2067988"/>
            <a:ext cx="2800341" cy="369332"/>
          </a:xfrm>
          <a:prstGeom prst="rect">
            <a:avLst/>
          </a:prstGeom>
          <a:noFill/>
        </p:spPr>
        <p:txBody>
          <a:bodyPr wrap="square" rtlCol="0">
            <a:spAutoFit/>
          </a:bodyPr>
          <a:lstStyle/>
          <a:p>
            <a:r>
              <a:rPr lang="en-US" dirty="0"/>
              <a:t>Solution</a:t>
            </a:r>
            <a:endParaRPr lang="en-AU" dirty="0"/>
          </a:p>
        </p:txBody>
      </p:sp>
    </p:spTree>
    <p:extLst>
      <p:ext uri="{BB962C8B-B14F-4D97-AF65-F5344CB8AC3E}">
        <p14:creationId xmlns:p14="http://schemas.microsoft.com/office/powerpoint/2010/main" val="243479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Sarah [Baldivis Secondary College]</dc:creator>
  <cp:lastModifiedBy>JAMES Sarah [Baldivis Secondary College]</cp:lastModifiedBy>
  <cp:revision>1</cp:revision>
  <dcterms:created xsi:type="dcterms:W3CDTF">2021-05-20T13:59:31Z</dcterms:created>
  <dcterms:modified xsi:type="dcterms:W3CDTF">2021-05-20T14:00:08Z</dcterms:modified>
</cp:coreProperties>
</file>