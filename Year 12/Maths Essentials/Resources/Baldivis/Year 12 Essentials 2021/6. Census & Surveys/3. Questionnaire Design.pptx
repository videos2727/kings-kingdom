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2" r:id="rId4"/>
    <p:sldId id="264" r:id="rId5"/>
    <p:sldId id="269" r:id="rId6"/>
    <p:sldId id="266" r:id="rId7"/>
    <p:sldId id="270" r:id="rId8"/>
    <p:sldId id="267" r:id="rId9"/>
    <p:sldId id="271" r:id="rId10"/>
    <p:sldId id="268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9BFC2-11D7-4AA1-840A-C4B748E4830F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ED9C1-E166-4294-A1D6-FEECBF0064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762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2262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219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5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885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64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065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67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480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23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026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09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68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B6D1-87FA-4895-B8DE-DFEA42A81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A19B2-A0AD-4D87-9FFF-0A43B7C08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C9C0E-DAD9-487A-B67B-05506206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BF185-0CAD-4D86-902E-A032D750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D27A8-CAD1-4614-8CBD-229EC14F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23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36E1-F880-4ACD-BB9F-EC590E66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6B8E-D458-4F87-AE4B-6CC0C0894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47009-0106-45D5-9A7B-2AEC4FFAD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5EA63-35F7-482D-BE66-CCE487DF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7AA66-AC04-495F-AE97-047C9696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8276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0C12A-1E45-4C4D-B8EC-3637FACF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E8789-377F-486E-A485-7653BA9C0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D497-6F0F-406C-BDA9-205222E0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E78BC-A73F-47AE-90E3-DEB384C99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0DBD0-0282-476C-A5D3-58424842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77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1288-8AA1-4307-A95E-E98BF24C8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1DBA-09EA-4065-B4A4-37FBFC343A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BBAA2-29A2-4190-8859-1185AD9EC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B0A64-374C-49BA-8B9D-88ACA040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EE834-CBF4-4977-ABFF-9916F6A2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54C86-A868-4157-AEFD-5CB56A6C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56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6AA6-A818-4830-8A63-98C4174F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C7DF-8314-431D-81FB-4F41CAA3A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0D014-5AD8-4426-A3BE-B9E8C2C4F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8C6428-3045-4796-A484-26F913DAE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CA0A7-3F2F-4120-AAFB-72304F1A4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F316A-E836-48D1-A4D4-A6261834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25AAB-FFE0-4505-8A46-E3B97331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962A60-35BA-438B-B992-D5F1A961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523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81EF-0645-485F-A2EE-2B799840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B6173-8351-450D-8268-135DA536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AB4E0-3E2C-4C62-98FC-C437FFA4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E7D74-AB3A-488A-A45E-07F72396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583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66DD4-B67F-4417-9CD4-7BE4D046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72BED-006E-41A8-9DC5-8DAAAC63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EEB7A-BD4C-4933-B9C2-FC3127E0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9991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0D81-711E-4743-957A-44CD2B598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E55DD-E463-402E-BB25-999204290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C5C4E-2C0F-4B0C-A603-7D8B2D9EA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04AC5-E0BE-4CCC-BE46-0BFCE452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4CBB8-32FE-44B6-A9D0-25A1391B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DAA14-9E64-4BA9-A6D2-08D93F6B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413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AF41-A0A3-4B0A-9D5B-600B880E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D14260-EE31-4F2A-AA43-F7C9AC9EC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5F052-8F78-486F-83A5-322B675A0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1863D-2719-4E88-B419-7E412069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71170-4017-40E2-AAA7-3897B10D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90883-C80B-4717-BC62-1E8F6B08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566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0240-7C7C-4F0C-8ED8-C0612C72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D1B9F-9031-45D3-9203-A7291150C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181D8-D647-40E6-90EC-B7F4E30F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3122-E414-4360-B4DD-F5EA43C3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4440F-0625-4F26-8D4A-4393FDE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54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7E377-956C-4BEF-9089-0CBE1F4B5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C0182-A395-4C8E-A946-24BFF46CC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7EA26-D80B-4D6A-86A7-884A3A2C0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7603D-879F-4CB7-A7F6-825834E4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62AD3-C52E-4F72-96BF-E6BF91C27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9871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22967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71474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004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C1BD3-5D40-48DD-81DA-1259BB51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42453-E158-42A9-9685-7C3F81AE5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40605-6B85-4B24-A333-D93FD6782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8C58D-EF2B-4818-A0BC-B09CAFF958F2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CBCE-F46D-4405-98B5-B4D43BD89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72337-8657-4A35-B7E3-90D0847D6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D8A7D-9BD5-4C6F-99A6-7DA2FE0074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2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James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2806866"/>
            <a:ext cx="9446339" cy="2884942"/>
          </a:xfrm>
        </p:spPr>
        <p:txBody>
          <a:bodyPr>
            <a:normAutofit fontScale="90000"/>
          </a:bodyPr>
          <a:lstStyle/>
          <a:p>
            <a:pPr defTabSz="914126"/>
            <a: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Census &amp; Surveys</a:t>
            </a:r>
            <a:b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</a:br>
            <a: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  <a:b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</a:br>
            <a:b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</a:br>
            <a:endParaRPr lang="en-AU" sz="66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b="1" dirty="0"/>
              <a:t>Simple survey procedure</a:t>
            </a:r>
          </a:p>
          <a:p>
            <a:r>
              <a:rPr lang="en-GB" dirty="0"/>
              <a:t>3.4.6 identify the target population to be surveyed</a:t>
            </a:r>
          </a:p>
          <a:p>
            <a:r>
              <a:rPr lang="fr-FR" dirty="0"/>
              <a:t>3.4.7 </a:t>
            </a:r>
            <a:r>
              <a:rPr lang="fr-FR" dirty="0" err="1"/>
              <a:t>investigate</a:t>
            </a:r>
            <a:r>
              <a:rPr lang="fr-FR" dirty="0"/>
              <a:t> questionnaire design </a:t>
            </a:r>
            <a:r>
              <a:rPr lang="fr-FR" dirty="0" err="1"/>
              <a:t>principles</a:t>
            </a:r>
            <a:r>
              <a:rPr lang="fr-FR" dirty="0"/>
              <a:t>; for </a:t>
            </a:r>
            <a:r>
              <a:rPr lang="fr-FR" dirty="0" err="1"/>
              <a:t>example</a:t>
            </a:r>
            <a:r>
              <a:rPr lang="fr-FR" dirty="0"/>
              <a:t>, simple </a:t>
            </a:r>
            <a:r>
              <a:rPr lang="fr-FR" dirty="0" err="1"/>
              <a:t>language</a:t>
            </a:r>
            <a:r>
              <a:rPr lang="fr-FR" dirty="0"/>
              <a:t>, </a:t>
            </a:r>
            <a:r>
              <a:rPr lang="fr-FR" dirty="0" err="1"/>
              <a:t>unambiguous</a:t>
            </a:r>
            <a:r>
              <a:rPr lang="fr-FR" dirty="0"/>
              <a:t> questions,</a:t>
            </a:r>
          </a:p>
          <a:p>
            <a:r>
              <a:rPr lang="en-GB" dirty="0"/>
              <a:t>consideration of number of choices, issues of privacy and ethics, freedom from bias</a:t>
            </a:r>
            <a:endParaRPr lang="en-AU" sz="4400" dirty="0">
              <a:latin typeface="Kiwi School Handwriting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DDD09-3A50-4593-AEB3-2FF2B87941DE}"/>
              </a:ext>
            </a:extLst>
          </p:cNvPr>
          <p:cNvSpPr txBox="1"/>
          <p:nvPr/>
        </p:nvSpPr>
        <p:spPr>
          <a:xfrm>
            <a:off x="812800" y="1371600"/>
            <a:ext cx="528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your EST content tick list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11E49DB-1958-4944-BE9C-51DF12FE1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805" y="1805519"/>
            <a:ext cx="10280609" cy="1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E6D4FE-AE88-413A-8F28-BCA157F0D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192000" cy="29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0523912-C8E6-4D99-97D7-577B5C4FD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271" y="1596572"/>
            <a:ext cx="10186219" cy="1538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4F79F5-DE78-4E4A-9075-D9C020187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271" y="3566749"/>
            <a:ext cx="10267729" cy="162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0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CCE9D9-AB45-4936-A49E-08D2476D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2" y="0"/>
            <a:ext cx="10864373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0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Type of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4F7DBBE-2F8B-4D31-8A89-2A591589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881" y="1596572"/>
            <a:ext cx="10192119" cy="151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0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769698-9769-4907-ABF4-D77830925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4" y="0"/>
            <a:ext cx="11247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9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Privacy and Ethics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D5DD13A-6958-42B5-A94B-DFC65E772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586" y="1493244"/>
            <a:ext cx="10074132" cy="269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4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0C789C-CE43-4EC5-BB3B-644141852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8988"/>
            <a:ext cx="12192000" cy="492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0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Order of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3576B34-AD77-46FA-AC6E-B73708B3E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673" y="1727051"/>
            <a:ext cx="10233414" cy="140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0B697-43FE-4BD5-9133-9B18EA61E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6655"/>
            <a:ext cx="12192000" cy="56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5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177</Words>
  <Application>Microsoft Office PowerPoint</Application>
  <PresentationFormat>Widescreen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Fragment Core</vt:lpstr>
      <vt:lpstr>Kiwi School Handwriting</vt:lpstr>
      <vt:lpstr>Office Theme</vt:lpstr>
      <vt:lpstr>Topic: Census &amp; Surveys EQ – How do you design a Questionnaire?    </vt:lpstr>
      <vt:lpstr>Learning Intentions</vt:lpstr>
      <vt:lpstr>PowerPoint Presentation</vt:lpstr>
      <vt:lpstr>Practice</vt:lpstr>
      <vt:lpstr>PowerPoint Presentation</vt:lpstr>
      <vt:lpstr>Practice</vt:lpstr>
      <vt:lpstr>PowerPoint Presentation</vt:lpstr>
      <vt:lpstr>Practice</vt:lpstr>
      <vt:lpstr>PowerPoint Presentation</vt:lpstr>
      <vt:lpstr>Practice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3</cp:revision>
  <dcterms:created xsi:type="dcterms:W3CDTF">2021-04-20T12:54:44Z</dcterms:created>
  <dcterms:modified xsi:type="dcterms:W3CDTF">2021-04-20T13:58:48Z</dcterms:modified>
</cp:coreProperties>
</file>