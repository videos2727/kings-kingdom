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4" r:id="rId3"/>
    <p:sldId id="258" r:id="rId4"/>
    <p:sldId id="259" r:id="rId5"/>
    <p:sldId id="260" r:id="rId6"/>
    <p:sldId id="261" r:id="rId7"/>
    <p:sldId id="265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C86C-F4BA-4619-BF4D-5AE65417C051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44F61-5EAD-4843-B812-3FD648131A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5954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6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See teacher notes form MAWA textbook on this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4577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31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66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 scientific calculator: alpha- decimal- add in numbers use shift ) to put comma in between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308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08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10AF-01B6-45BD-B690-AEA5CA5AA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BDFCD-1DB9-412E-8C19-F0CF10DC1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A281C-94AC-49A5-8E8B-F828F0C4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4D5D7-438B-4125-9E0B-532ACDA6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18669-FF73-4D30-A03F-DDDAA548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828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4B9F-C120-47D9-8F4D-C0FDA209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8709-77B1-4E3E-A0DD-DA2C87C54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1B7B-0A1A-4AFD-B043-0A22744D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E0EAD-C418-4ED0-AD09-BB7507F4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1556B-99FE-41AE-939A-BD02DBCC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94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E960-E120-4BF4-8D86-99DEC8BEC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180F0-3984-4111-A74F-DFC8DD791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2F79-FFAC-48DE-A63C-817081A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661BE-894F-477D-A4DF-90C4D460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B918D-5CDD-49B1-949E-E98A35F3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1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BBEE-677E-43E4-9A64-A613CF34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A2CFE-F716-4141-BB79-15A28CD13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343B8-D245-4179-9302-1A65035BD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1F199-78E2-424D-A3CD-AF594DDB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077A0-68BE-4900-A53C-991EA0ABE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E952A-A748-4D3A-9406-F7BC123D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04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DFF0-5A2C-49E0-A26D-BBAEB951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35C87-0613-4211-88DE-7BAB2D08B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96A22-F357-47BF-9F9A-4AB041ECA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7641AA-9A7C-4965-97C7-24B78896F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3F02D-6E1A-4CE9-AAEF-7A7CA115E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074E7-DA69-452A-82A6-6DAC2FBC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F29E5-0563-4A0E-91A2-E7CC2DE3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18B18-41D6-4B19-972B-9C9CF599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38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4070-2650-4C89-9D84-CAD510B4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94F2A-3E09-4A24-8CFB-F79D3BDD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0BF16-CE15-4117-A812-AC9A126E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36FED-D5A9-4B29-A982-A49D08D0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021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41A2EA-E9AA-45FD-86DF-17131BE4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C79ACB-8E71-4675-AAA7-69041113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35F2B-DEE0-4C45-9C18-4818255E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376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FDE3-B168-4D2E-9322-041E541B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AFC4D-804A-49D2-8569-D974B818A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544A8-F69A-4B0E-99EA-3A6D98459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9ACE4-1B8F-4CD2-AB1D-06338D83E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6E13A-C988-4B65-BEDD-CC87E76FE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90B63-5335-4CCC-91B4-96E0D6A7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9955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9C90-EF05-4C41-AAED-0A7966B9C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69210-0433-4A75-BE05-7EE50C1D9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23CE3-321F-4202-BDE6-189B56428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AD6AB-E29E-4617-A63A-F9A874D5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6104A-C0B8-485A-BB9C-82AFFF54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50E3C-3A39-4B4E-858C-D04F7019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761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2BC5-2323-45A0-9862-2F6B8802D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4D016-2F27-444A-ADF1-E9E763F90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A7EE2-99C3-4F87-B046-A0B386F2F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E26E0-0D88-4E64-8BAF-3C6ED1E5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1C6D0-7835-4145-B361-191F4282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91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C024B-7A0C-4C08-910B-500EF6BAA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C8FC1-0E96-4B34-98F3-4BDC097DA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3B81A-3618-4A37-8E40-3B689CD4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1776C-59FF-4069-967C-67136925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5D59-5132-449F-9C3D-5345A42AF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516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70965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36647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42003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CE0BD-CC85-44A2-929D-CC0E6FF7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88537-D96A-487F-9228-0383E5F4A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DE338-5BE1-411D-B516-CCAF4D957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D7383-FBC5-431C-8FD1-8C382926C873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61D60-8F0B-45C0-B0D9-4F73C8693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B4B7D-008F-4B46-A17B-8C9AF078D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55261-35A6-42CF-A2FE-B8F57365FF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80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5866" y="1714116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Simulations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55866" y="2951007"/>
            <a:ext cx="10320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an expected event?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BC048-333D-4ED3-8719-D98F80BBB541}"/>
              </a:ext>
            </a:extLst>
          </p:cNvPr>
          <p:cNvSpPr txBox="1"/>
          <p:nvPr/>
        </p:nvSpPr>
        <p:spPr>
          <a:xfrm>
            <a:off x="7353300" y="1057275"/>
            <a:ext cx="3590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topic. This topic will be used as content for your next assessment.</a:t>
            </a:r>
          </a:p>
          <a:p>
            <a:endParaRPr lang="en-US" dirty="0"/>
          </a:p>
          <a:p>
            <a:r>
              <a:rPr lang="en-US" dirty="0"/>
              <a:t>Be aware that this is not the probability and loans test 3 it will be statistical investigation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390A98-6D56-4C0E-A770-176FEB00B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12" y="114300"/>
            <a:ext cx="5057775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7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3113" y="69868"/>
            <a:ext cx="2730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Simulation?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run simulations?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0459728-AF11-4D53-B993-73FFEDC89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197" y="1423916"/>
            <a:ext cx="10231828" cy="148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529" y="56602"/>
            <a:ext cx="8608358" cy="1064275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 Activity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696A23-171F-4655-866F-F704809E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75" y="1120878"/>
            <a:ext cx="11370729" cy="409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033" y="300643"/>
            <a:ext cx="4839933" cy="625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DE4B8F-5C56-4C80-BC7C-3DBFAE0F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42" y="1697692"/>
            <a:ext cx="11266516" cy="40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34C3A-9B87-4C1B-8A81-370608FF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48" y="556100"/>
            <a:ext cx="9560887" cy="52929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BB55AE-1AF8-4E73-B708-5EB2B3EDC8E6}"/>
              </a:ext>
            </a:extLst>
          </p:cNvPr>
          <p:cNvSpPr/>
          <p:nvPr/>
        </p:nvSpPr>
        <p:spPr>
          <a:xfrm>
            <a:off x="1248696" y="5849034"/>
            <a:ext cx="8738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https://www.google.com.au/search?q=random+number+generator&amp;ie=&amp;oe=</a:t>
            </a:r>
          </a:p>
        </p:txBody>
      </p:sp>
    </p:spTree>
    <p:extLst>
      <p:ext uri="{BB962C8B-B14F-4D97-AF65-F5344CB8AC3E}">
        <p14:creationId xmlns:p14="http://schemas.microsoft.com/office/powerpoint/2010/main" val="198448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B55AE-1AF8-4E73-B708-5EB2B3EDC8E6}"/>
              </a:ext>
            </a:extLst>
          </p:cNvPr>
          <p:cNvSpPr/>
          <p:nvPr/>
        </p:nvSpPr>
        <p:spPr>
          <a:xfrm>
            <a:off x="1248696" y="5849034"/>
            <a:ext cx="87389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https://www.google.com.au/search?q=random+number+generator&amp;ie=&amp;oe=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4704F5-DC51-473D-808F-B83B769297EE}"/>
              </a:ext>
            </a:extLst>
          </p:cNvPr>
          <p:cNvSpPr txBox="1"/>
          <p:nvPr/>
        </p:nvSpPr>
        <p:spPr>
          <a:xfrm>
            <a:off x="2037522" y="1858617"/>
            <a:ext cx="544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Tasty Burger task class task </a:t>
            </a:r>
          </a:p>
          <a:p>
            <a:r>
              <a:rPr lang="en-US" dirty="0"/>
              <a:t>- 1 lesson practice for Inv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255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Widescreen</PresentationFormat>
  <Paragraphs>24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DJB Fancy Nancy</vt:lpstr>
      <vt:lpstr>Fragment Core</vt:lpstr>
      <vt:lpstr>Kiwi School Handwriting</vt:lpstr>
      <vt:lpstr>Office Theme</vt:lpstr>
      <vt:lpstr>Simulations</vt:lpstr>
      <vt:lpstr>PowerPoint Presentation</vt:lpstr>
      <vt:lpstr>PowerPoint Presentation</vt:lpstr>
      <vt:lpstr>Simulation Activity</vt:lpstr>
      <vt:lpstr>PowerPoint Presentation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Simulations</dc:title>
  <dc:creator>JAMES Sarah [Baldivis Secondary College]</dc:creator>
  <cp:lastModifiedBy>JAMES Sarah [Baldivis Secondary College]</cp:lastModifiedBy>
  <cp:revision>1</cp:revision>
  <dcterms:created xsi:type="dcterms:W3CDTF">2021-06-17T12:03:55Z</dcterms:created>
  <dcterms:modified xsi:type="dcterms:W3CDTF">2021-06-17T12:04:43Z</dcterms:modified>
</cp:coreProperties>
</file>