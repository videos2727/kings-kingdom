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0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FF9FF-A892-4514-84CC-6D08E7328CE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DA5BE-E21B-44E7-9403-F7D625D8F7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5663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1636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0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889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b) 144.2cm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9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b) 144.2cm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6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7E2DD-626B-42AF-AFC2-C71901E7A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6A7A5-AB59-4503-8F9A-AD5DF3897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998BB-B67C-4D09-A0C3-435393FCC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8668-88CA-4ED8-83AB-6658E910955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F1EB0-8CC9-4818-8201-6AAE77F11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929BD-5960-4BA9-A0DD-F0150A53E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6228-EEDB-49E3-BFA8-0BBA3ED9AD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1905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5362-17DA-43F4-BF59-49ADD0DF8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FD3CE-CAB7-429B-A1F1-4DECE26BB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87F32-7C23-43F6-99CA-7F449E2F6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8668-88CA-4ED8-83AB-6658E910955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F34F2-032D-4F98-B1E3-5288FB5A3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3A0DA-E72F-4A7C-8358-D73025A88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6228-EEDB-49E3-BFA8-0BBA3ED9AD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805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CF294-C94F-46C4-9BA9-7269D8BFC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AC5C4C-6F73-4164-8EED-3B36D7796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6BB72-14EB-474B-9EA8-A272725C0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8668-88CA-4ED8-83AB-6658E910955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C7DD9-2DE6-4FFC-9041-1489B3D00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A9533-FA6F-48AC-BC66-3B52278C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6228-EEDB-49E3-BFA8-0BBA3ED9AD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9708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56464-6006-4F74-BEC7-18E89364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A4463-D97D-42B6-8BE0-06F49BE14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CDE790-7ABA-445F-ABD1-4BA85FACC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D1526-AF59-4D04-970B-0D9F35E03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8668-88CA-4ED8-83AB-6658E910955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8678B-F2DF-4C7D-BAFD-89F625F2E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8A78F-EA81-4390-9FE5-700D693AE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6228-EEDB-49E3-BFA8-0BBA3ED9AD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7539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307E-39A7-4BCB-B584-F6E135D7D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DE17A-5BF9-4919-9E60-CC3F095F2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001F4-840C-4F16-AB6F-DAE554BC4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BC93E9-7419-4F55-AA9D-660E37A203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91C137-E410-4218-9FDE-7840AB50F1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A1E9FA-8D9D-403A-9D2A-130EEBAB1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8668-88CA-4ED8-83AB-6658E910955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BE4711-1A95-4E4B-8731-D81FF5C5B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9E895-BAD8-4FBE-A1EF-73FFF6CAD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6228-EEDB-49E3-BFA8-0BBA3ED9AD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169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37687-CA96-4C85-A0AC-777D3E284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91DC60-50A6-4B50-AA2B-11B2650DF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8668-88CA-4ED8-83AB-6658E910955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7CDE5A-6DFE-4F2F-ABA5-CD1025F65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3CD9BB-2006-4DBA-A494-99E15102C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6228-EEDB-49E3-BFA8-0BBA3ED9AD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7004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B94B44-9B25-44F6-BA5B-86E4BC77E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8668-88CA-4ED8-83AB-6658E910955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716140-5CB0-4CB8-8C7C-4E0B82B22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A0D4F-DB88-45CF-BCAF-8A439A453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6228-EEDB-49E3-BFA8-0BBA3ED9AD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8800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1BCD3-9B3A-4ED1-B3D0-C9256BE82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F43A3-8800-4FD0-895E-1C2EA9924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FFF08-1CEA-4D5E-B586-635F4CDD8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2DB5E-987E-40EB-91D2-F4A024A14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8668-88CA-4ED8-83AB-6658E910955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9ABC9-079D-4E6C-BE3A-675AFED3A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13EDA-6778-430E-8FC1-545771690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6228-EEDB-49E3-BFA8-0BBA3ED9AD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1298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58819-3157-49F4-8031-57461429B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D58C9-CAD5-4ED9-B478-9B2C6022DC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E4CB2-0DA4-4C5F-B946-961FAAA4B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71DC71-2897-4F57-A10A-1CBB54F5C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8668-88CA-4ED8-83AB-6658E910955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879EA-ACE7-494A-A5D5-9443114D5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4C674B-FB55-4B88-9049-D3029F96E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6228-EEDB-49E3-BFA8-0BBA3ED9AD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329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E4B16-0C95-4555-9C6C-138888C7D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6EF661-ECF2-4673-B068-4536D95D4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02B70-0870-4C1E-9827-4D990E758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8668-88CA-4ED8-83AB-6658E910955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90470-5E27-49C2-8074-102C1EEAF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23B2D-AD13-43FA-A791-3ECBAAD9E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6228-EEDB-49E3-BFA8-0BBA3ED9AD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9187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827C40-22A3-4402-8757-31E6D9FE3E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07BCD-08A6-4730-AECF-41811B39C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57E83-F1F7-4C52-A1A4-1A89D5E3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8668-88CA-4ED8-83AB-6658E910955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1C836-4C97-43E5-8A2C-98A52952C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0B109-3B3D-4909-B1E6-C3CB3FA5C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6228-EEDB-49E3-BFA8-0BBA3ED9AD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3917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76194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2DC75B-54BF-40CB-A64C-42AD84970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0336E-9C41-4625-8CDA-FB433AF59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E3687-1BFF-44F6-8075-FC4C480396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08668-88CA-4ED8-83AB-6658E9109556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0140D-D455-4615-8988-1640A616A3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B16B7-1201-4D5A-8585-4AEBEA355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06228-EEDB-49E3-BFA8-0BBA3ED9AD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1761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3200" b="1" dirty="0">
              <a:solidFill>
                <a:srgbClr val="7C7F91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Topic: Scale Drawings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54ADFA-ED92-4957-B144-422089205F6E}"/>
              </a:ext>
            </a:extLst>
          </p:cNvPr>
          <p:cNvSpPr txBox="1"/>
          <p:nvPr/>
        </p:nvSpPr>
        <p:spPr>
          <a:xfrm>
            <a:off x="2743200" y="4196080"/>
            <a:ext cx="8493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EQ: How to produce scale drawings to build and decorate?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3691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Scale Drawings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EQ: How to produce scale drawings to use to build and decorate?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973464" y="1538934"/>
            <a:ext cx="95449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Example: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0916637-F8C0-4DE1-A0DB-FBEFC05B0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825" y="2357437"/>
            <a:ext cx="7372350" cy="2143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B3018B-E660-42C3-A4BF-F6A20CDD5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6245" y="5319066"/>
            <a:ext cx="180975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3691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Scale Drawings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EQ: How to produce scale drawings to use to build and decorate?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68207" y="2237479"/>
            <a:ext cx="95449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Example: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D22F495-B256-4A29-BC91-8676587F4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207" y="1704397"/>
            <a:ext cx="6981825" cy="352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732AE7-5E21-4ED0-9B6B-0962A8285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3637" y="2743200"/>
            <a:ext cx="7324725" cy="1371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35C8B9-7A7D-49F4-B6B2-5A464DBB3E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1503" y="3824342"/>
            <a:ext cx="4809167" cy="299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509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3691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Scale Drawings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EQ: How to produce scale drawings to use to build and decorate?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37727" y="1584094"/>
            <a:ext cx="95449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Try these: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A5AF7E6-BABE-4949-BCA1-84D68CAD2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727" y="2095231"/>
            <a:ext cx="7229475" cy="19145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54FC6E-894F-4C68-A57D-E33CFDD82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5814" y="3907686"/>
            <a:ext cx="6093581" cy="273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698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3691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Scale Drawings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EQ: How to produce scale drawings to use to build and decorate?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37727" y="1584094"/>
            <a:ext cx="9544926" cy="267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You now need to prepare a couple of things: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EST tick list for your notes page for the EST assessment</a:t>
            </a:r>
          </a:p>
          <a:p>
            <a:pPr marL="342900" indent="-342900" defTabSz="914126">
              <a:buFontTx/>
              <a:buChar char="-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Work through the Weekly Mathematical Thinking task for Practical Application 2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164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145</Words>
  <Application>Microsoft Office PowerPoint</Application>
  <PresentationFormat>Widescreen</PresentationFormat>
  <Paragraphs>41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Fragment Core</vt:lpstr>
      <vt:lpstr>Kiwi School Handwriting</vt:lpstr>
      <vt:lpstr>Office Theme</vt:lpstr>
      <vt:lpstr>Topic: Scale Drawings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Scale Drawings</dc:title>
  <dc:creator>Sarah JAMES</dc:creator>
  <cp:lastModifiedBy>Sarah JAMES</cp:lastModifiedBy>
  <cp:revision>1</cp:revision>
  <dcterms:created xsi:type="dcterms:W3CDTF">2021-03-16T12:53:01Z</dcterms:created>
  <dcterms:modified xsi:type="dcterms:W3CDTF">2021-03-16T12:58:30Z</dcterms:modified>
</cp:coreProperties>
</file>