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0" r:id="rId2"/>
    <p:sldId id="284" r:id="rId3"/>
    <p:sldId id="288" r:id="rId4"/>
    <p:sldId id="262" r:id="rId5"/>
    <p:sldId id="264" r:id="rId6"/>
    <p:sldId id="266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80B0EE-B154-4879-B638-9A4937777D6D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EA39F8-01C1-48FD-9192-056485426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5747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1636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105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86862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51707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2134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59BE6-37C3-404F-ACAA-FF12A9047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71389F-B4A7-4D25-B13B-9DD04C0FAF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A51C8-F018-4738-83B7-874808435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7939C-5E35-4628-BC9E-F116B9231916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8A2E7-4404-4184-937E-F8B29CA3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C9F26-3892-4150-BF50-EDFE98C41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8A912-EB5D-497B-A0E3-7000CFB404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9031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8CFC5-90AD-4179-8169-A3D9D2F0C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F8D3A-A35F-49C4-B651-61F008CDD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0FED5-34BD-4D2D-BF35-D63805021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7939C-5E35-4628-BC9E-F116B9231916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F7762-28C8-4022-9F44-AE9FABFE0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A4AA6-4556-4A42-B5CE-F3F27C7B7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8A912-EB5D-497B-A0E3-7000CFB404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6890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A298A-178F-4C10-9E55-6E76D9740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BB6E7-3EE3-48AD-B733-6FF8EC75F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2FDD6-6183-4F9D-A12D-87A73884C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7939C-5E35-4628-BC9E-F116B9231916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CF6C5-6EE1-408F-A2A8-0EFA799C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75183-6E5E-4CF6-875C-4A0B5BC93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8A912-EB5D-497B-A0E3-7000CFB404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20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3D7AE-6EEC-4E48-A347-2BB66C7DC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1FE64-3AD5-4D7C-BC1F-1CF65E5D6E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AAFAE7-E07E-4E44-8421-1DF3338781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665826-B8C4-4FA5-8083-5DC2D038F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7939C-5E35-4628-BC9E-F116B9231916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51AEBF-03EA-4EC9-B4DB-DC2A84EAD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A6DF81-5BCC-42B6-994E-FB45E7718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8A912-EB5D-497B-A0E3-7000CFB404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2242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14423-EFCE-475D-ADC7-F58A33160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7D287-DB35-46FF-8B3D-A3D4E60F2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2BB552-8865-413F-9E49-4B135B5C7C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E47D91-C96F-4D58-A6C1-D0D435C57D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1A6386-0A12-40AF-BC78-096B0A94E9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AA2FE3-CA44-405F-AD11-4354BC9E9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7939C-5E35-4628-BC9E-F116B9231916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8D0B3C-428B-4DFB-8AF5-3A866AEEF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AE8F9A-35A0-46F9-AA74-1C6601CD5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8A912-EB5D-497B-A0E3-7000CFB404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8372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FDDBF-3F94-4C79-AC1E-3611225F1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3DA67-E57F-480B-80FE-B6560688D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7939C-5E35-4628-BC9E-F116B9231916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DF492A-44D1-4A74-AEE2-895CC5FDC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814418-2FBC-479D-8712-B63ACB4F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8A912-EB5D-497B-A0E3-7000CFB404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1203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D42B96-6F10-4C36-8B6C-FCCB96338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7939C-5E35-4628-BC9E-F116B9231916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779C3F-F106-4E86-B93D-E1A76995F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6FFC5F-4C40-4074-A4DF-C33A3705B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8A912-EB5D-497B-A0E3-7000CFB404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0993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5A48E-5AD6-4E74-81BE-47131C8F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501BD-8EB1-42D1-A1DD-CE14793AA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F6C1F-58DC-48FE-81FE-83A079350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8163EA-E10E-4ABF-9D55-9ED79FEBD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7939C-5E35-4628-BC9E-F116B9231916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BBA29E-8878-4C54-A39D-7F1D44879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9B2D2-8444-4181-8F26-46E576C87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8A912-EB5D-497B-A0E3-7000CFB404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2566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84B6E-7B61-40E4-8388-F5E0451B2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86F249-4C63-4FE8-B749-3C6DFA511B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B32CB1-C110-4928-BBD8-7567E55E1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CCAA3-35B2-49ED-A29E-2E469FF82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7939C-5E35-4628-BC9E-F116B9231916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F3AEFF-81B0-43A8-8940-3B0C991E7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5B85FF-E370-4D9B-8A1F-A3153C4BA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8A912-EB5D-497B-A0E3-7000CFB404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9693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579A3-7F7B-4708-B3B9-372FFB95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486A2D-8A38-43F7-826A-9168E40EAD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814F1-E0C4-4007-A49D-D3499A22C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7939C-5E35-4628-BC9E-F116B9231916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A362D-95A7-43C2-A7F2-6FC4BAD63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844C0-8F8D-42F9-8E3C-2382A21E8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8A912-EB5D-497B-A0E3-7000CFB404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8938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ACD8C3-5F41-44CA-BC2B-FF8C39FAB5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DF636D-FDA6-4723-A444-7771D97631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84C1E-4A61-452B-9304-3C22D2109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7939C-5E35-4628-BC9E-F116B9231916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1978A-3840-499C-B018-80218ECC1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CE1FE-98D3-4255-B34A-297BB649B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8A912-EB5D-497B-A0E3-7000CFB404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9478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0848132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4675024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20868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0E0088-17C2-4FCC-ACC8-31B786361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BDE873-8883-40E3-932D-BD001D37C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3F28C-66C4-432E-AEC5-6747749B21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27939C-5E35-4628-BC9E-F116B9231916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3F4DC-192E-4546-9948-8F4CFFFE8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5C838-31C5-4D49-BE3F-F4B101D87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98A912-EB5D-497B-A0E3-7000CFB404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9811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3" r:id="rId13"/>
    <p:sldLayoutId id="214748366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3200" b="1" dirty="0">
              <a:solidFill>
                <a:srgbClr val="7C7F91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Topic: Scale Drawings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54ADFA-ED92-4957-B144-422089205F6E}"/>
              </a:ext>
            </a:extLst>
          </p:cNvPr>
          <p:cNvSpPr txBox="1"/>
          <p:nvPr/>
        </p:nvSpPr>
        <p:spPr>
          <a:xfrm>
            <a:off x="2743200" y="4196080"/>
            <a:ext cx="7406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EQ: How do I interpret House Plans?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>
                <a:solidFill>
                  <a:srgbClr val="FF0000"/>
                </a:solidFill>
              </a:rPr>
              <a:t>FROM LAST LESSON:</a:t>
            </a:r>
            <a:br>
              <a:rPr lang="en-AU" dirty="0"/>
            </a:br>
            <a:r>
              <a:rPr lang="en-AU" dirty="0"/>
              <a:t>Think, Pair, Share</a:t>
            </a:r>
            <a:br>
              <a:rPr lang="en-AU" dirty="0"/>
            </a:br>
            <a:r>
              <a:rPr lang="en-AU" dirty="0"/>
              <a:t>What is the scale? What does this mean?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203" y="1914525"/>
            <a:ext cx="9525000" cy="494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830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/>
        </p:nvCxnSpPr>
        <p:spPr>
          <a:xfrm>
            <a:off x="2638697" y="1982834"/>
            <a:ext cx="26126" cy="4933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267131" y="121921"/>
            <a:ext cx="924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Writing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643154" y="3008811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5659966" y="3005666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U" dirty="0"/>
          </a:p>
        </p:txBody>
      </p:sp>
      <p:pic>
        <p:nvPicPr>
          <p:cNvPr id="11" name="Picture 10" descr="http://passyworldofmathematics.com/Images/pwmImagesFour/ConvertMetricOne550x407JPG.jpg"/>
          <p:cNvPicPr>
            <a:picLocks noChangeAspect="1" noChangeArrowheads="1"/>
          </p:cNvPicPr>
          <p:nvPr/>
        </p:nvPicPr>
        <p:blipFill rotWithShape="1">
          <a:blip r:embed="rId2" cstate="print"/>
          <a:srcRect t="22025" b="20641"/>
          <a:stretch/>
        </p:blipFill>
        <p:spPr bwMode="auto">
          <a:xfrm>
            <a:off x="2743200" y="2033969"/>
            <a:ext cx="4302034" cy="1825227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743199" y="3978179"/>
                <a:ext cx="9030789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A scale of 1 : 50 means that 1 unit of the scale is equal to 50 units actual distance. </a:t>
                </a:r>
              </a:p>
              <a:p>
                <a:endParaRPr lang="en-AU" dirty="0"/>
              </a:p>
              <a:p>
                <a:r>
                  <a:rPr lang="en-AU" dirty="0"/>
                  <a:t>For the scale model 1cm of the model equals 50 cm actual distance. </a:t>
                </a:r>
              </a:p>
              <a:p>
                <a:endParaRPr lang="en-AU" dirty="0"/>
              </a:p>
              <a:p>
                <a:r>
                  <a:rPr lang="en-AU" dirty="0"/>
                  <a:t>If the scale model is 20cm long. How long is a loader?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1:50</m:t>
                      </m:r>
                    </m:oMath>
                  </m:oMathPara>
                </a14:m>
                <a:endParaRPr lang="en-AU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:50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AU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: 1000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AU" dirty="0"/>
              </a:p>
              <a:p>
                <a:r>
                  <a:rPr lang="en-AU" dirty="0"/>
                  <a:t> 1000cm = 10m</a:t>
                </a:r>
              </a:p>
              <a:p>
                <a:r>
                  <a:rPr lang="en-AU" dirty="0"/>
                  <a:t>So the loader is 10m.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199" y="3978179"/>
                <a:ext cx="9030789" cy="2862322"/>
              </a:xfrm>
              <a:prstGeom prst="rect">
                <a:avLst/>
              </a:prstGeom>
              <a:blipFill>
                <a:blip r:embed="rId3"/>
                <a:stretch>
                  <a:fillRect l="-540" t="-1493" b="-234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7889966" y="5751523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66FFFF"/>
                </a:solidFill>
              </a:rPr>
              <a:t>x20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1646" y="5757175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66FFFF"/>
                </a:solidFill>
              </a:rPr>
              <a:t>x20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588F0A2-637C-4942-B0A4-8121C1D22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72628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8437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House Plans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0" y="1496942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a house plan?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interpret house plans?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3464" y="1538934"/>
            <a:ext cx="9544926" cy="4153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Each building must have plans drawn up before it can be build. These scale diagrams are called house plans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House plans use many symbols and abbreviations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Most house plan measurements are shown in millimetres to avoid using a decimal point, which can lead to errors in printing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House plans are also used to work out</a:t>
            </a: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how much materials are needed to </a:t>
            </a: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decorate the room or house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BD6FA151-30EE-4084-97FF-D252E4C18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4908" y="4265233"/>
            <a:ext cx="4473349" cy="251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C93D6F-090D-4859-B436-733876945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704" y="0"/>
            <a:ext cx="7016375" cy="536546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81C487-44A1-4EF2-BB91-6EAB23041C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7192" y="5271810"/>
            <a:ext cx="6575814" cy="15271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05A86B-4A91-4CF4-9389-07CBE5DEDA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9671" y="2033229"/>
            <a:ext cx="4665591" cy="109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A6A1E1-AD4B-445D-BE45-9EE1DB2A0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740" y="1594644"/>
            <a:ext cx="10776155" cy="491639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F6F155A-4873-422E-9024-148EDEC73462}"/>
              </a:ext>
            </a:extLst>
          </p:cNvPr>
          <p:cNvSpPr/>
          <p:nvPr/>
        </p:nvSpPr>
        <p:spPr>
          <a:xfrm>
            <a:off x="595835" y="4802075"/>
            <a:ext cx="7651463" cy="7610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12D046-7410-473D-ADFD-3CC68E1E6D92}"/>
              </a:ext>
            </a:extLst>
          </p:cNvPr>
          <p:cNvSpPr/>
          <p:nvPr/>
        </p:nvSpPr>
        <p:spPr>
          <a:xfrm>
            <a:off x="595835" y="5610287"/>
            <a:ext cx="7651463" cy="7610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63935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4457FC-EC64-4996-89A7-3F6F2463FC45}"/>
              </a:ext>
            </a:extLst>
          </p:cNvPr>
          <p:cNvSpPr txBox="1"/>
          <p:nvPr/>
        </p:nvSpPr>
        <p:spPr>
          <a:xfrm>
            <a:off x="1383528" y="3031471"/>
            <a:ext cx="9544926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Interpreting </a:t>
            </a:r>
            <a:r>
              <a:rPr lang="en-AU" sz="2399">
                <a:solidFill>
                  <a:prstClr val="black"/>
                </a:solidFill>
                <a:latin typeface="Calibri" panose="020F0502020204030204"/>
              </a:rPr>
              <a:t>an office 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p</a:t>
            </a:r>
            <a:r>
              <a:rPr lang="en-AU" sz="2399">
                <a:solidFill>
                  <a:prstClr val="black"/>
                </a:solidFill>
                <a:latin typeface="Calibri" panose="020F0502020204030204"/>
              </a:rPr>
              <a:t>lan 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Worksheet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206</Words>
  <Application>Microsoft Office PowerPoint</Application>
  <PresentationFormat>Widescreen</PresentationFormat>
  <Paragraphs>38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Fragment Core</vt:lpstr>
      <vt:lpstr>Kiwi School Handwriting</vt:lpstr>
      <vt:lpstr>Office Theme</vt:lpstr>
      <vt:lpstr>Topic: Scale Drawings</vt:lpstr>
      <vt:lpstr>FROM LAST LESSON: Think, Pair, Share What is the scale? What does this mean? </vt:lpstr>
      <vt:lpstr>Solution</vt:lpstr>
      <vt:lpstr>PowerPoint Presentation</vt:lpstr>
      <vt:lpstr>Practice</vt:lpstr>
      <vt:lpstr>Practice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Scale Drawings</dc:title>
  <dc:creator>Sarah JAMES</dc:creator>
  <cp:lastModifiedBy>Sarah JAMES</cp:lastModifiedBy>
  <cp:revision>1</cp:revision>
  <dcterms:created xsi:type="dcterms:W3CDTF">2021-03-16T12:43:37Z</dcterms:created>
  <dcterms:modified xsi:type="dcterms:W3CDTF">2021-03-16T12:48:24Z</dcterms:modified>
</cp:coreProperties>
</file>