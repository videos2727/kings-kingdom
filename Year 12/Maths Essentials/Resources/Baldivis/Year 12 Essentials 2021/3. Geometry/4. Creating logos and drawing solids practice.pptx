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F7DB-54B2-48F9-A9C9-D9F3C7E04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07586-D8B6-4C09-A990-12034E9B1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7DC71-AE7C-46A5-8D8A-C570AF2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D6C5-B46B-49D2-A112-56142C80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ED315-CA27-4507-99A0-3350A43B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169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58D0-D767-43FD-82EA-FC8AE2AB8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D886-9D5F-488B-8123-450B07A6C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FFB50-C9B3-4C2B-9A23-FF23720E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29A8B-75B7-4F2E-A055-A66C1D27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468A1-345F-491F-990F-BA8689C2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2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8587-0615-49AD-B412-7C4E400C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C7B6B-2DD2-45F4-9FFA-EC114B014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D5370-67D3-43C5-B633-70B80920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F22A0-BB8D-467D-B760-FC315F8E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6FA3A-D3C5-4134-9021-236E91D0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466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BC53-D861-448E-8CFF-1D5171FDF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5F567-CEFA-4ED1-A9D6-529FC1B20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85E18-E1BE-430D-B464-7302788CE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7DFED-45D1-459B-92D3-2709998B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CE1EE-4CF9-4E69-BA8E-DDF93070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E87E0-7201-4A00-8D49-E39EED07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25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ECD5-81B1-4976-8603-EF166A30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A7A09-B9C9-4EAF-AF4A-EAE11875F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A1D77-DB63-4837-A98A-4D5E2799D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000C4-017D-4F1A-8CE9-EFACB8E2D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86E0C5-D554-4B19-9BFE-E869B9541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779B6-58DA-402A-86BA-49E7FA6A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5F5C4-DE9E-4E11-B638-E566A3E1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4935A2-62DC-4DEB-B0FC-9593BA03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2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6E20-DCCC-4D38-B732-A3CE9687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71795-DBB6-4BE8-A966-9F18AFC0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D570B-36B6-4B04-96A1-1171A32A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6FD35-51CD-43E5-BA3F-B9E7D625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9655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8D0C9-D7E5-4373-B746-54068A9F9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9BA15C-7ACF-46FA-BB97-B233ED54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051D3-5874-449C-A7D0-6F7D2E7E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55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3C2BF-4AFB-4A2C-961A-7F64BD21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AC36F-9A19-4069-90F4-7B07D2399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B280C-ACAD-40CF-BA9A-1600B0BEB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B29F2-372E-444C-A7E3-3722AA08B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A0095-F9CA-4E7A-9EBE-A5DC2515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3BCD1-B60C-45EB-B700-812AA260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449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599-38C1-434E-894B-5A0A3A3C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97A4B-E41D-4989-A179-987495E12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0A879-ACE8-466B-99DA-2304C502E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C2D1-89B4-4870-98ED-B2D6E298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51EB3-82C4-4F00-B44C-C7645BF6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5577E-1A3F-4A87-B776-01A083F1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5A1B9-07C7-4FC6-8D0A-342B6228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C8A11-6533-4F23-BC15-ACF1BDAE9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A617C-5B6E-444C-8247-FC32E138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0740C-A188-4C0C-AE2B-E205324B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C4438-F946-4F87-9441-8CD6B7AF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4607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6CDD4-6C57-48F8-98AD-B3B9ACEF2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3761E-B4E5-4371-AABA-C7CD8507A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E0643-ADCD-4085-A4D6-559E0843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95D82-9088-4D01-981C-F1262766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9476E-D32C-453B-85A1-98DEB378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951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79F59-552B-4BD0-A15F-B676B34B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6844D-62AC-4767-936D-48D4DB186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0D1E7-25B0-4B77-9FB1-28F0F52D5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493A0-F9B2-4D22-AE96-22D11F72CC0C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91C98-7316-4C36-A80A-5E0C9F666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BB9D5-9A4E-46C0-BA36-7C154C44E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967EC-83C9-4C39-BF66-76D5408415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88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B73E-F45F-470B-B717-57F5A8A2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1699023"/>
            <a:ext cx="6858000" cy="628888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Geometry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AB92A-BB20-4C27-87BF-1FD231FF0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9840" y="2327910"/>
            <a:ext cx="6858000" cy="498872"/>
          </a:xfrm>
        </p:spPr>
        <p:txBody>
          <a:bodyPr>
            <a:normAutofit/>
          </a:bodyPr>
          <a:lstStyle/>
          <a:p>
            <a:r>
              <a:rPr lang="en-US" dirty="0"/>
              <a:t>EQ: How do I create logos and draw solids?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213F4-43C2-40FA-902A-4A70AAAE02C4}"/>
              </a:ext>
            </a:extLst>
          </p:cNvPr>
          <p:cNvSpPr txBox="1"/>
          <p:nvPr/>
        </p:nvSpPr>
        <p:spPr>
          <a:xfrm>
            <a:off x="1543050" y="5062718"/>
            <a:ext cx="9505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EST content</a:t>
            </a:r>
            <a:endParaRPr lang="en-AU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6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9C1CDB-BD19-4E29-853B-AFCFEC411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1920" y="513398"/>
            <a:ext cx="1971040" cy="1655762"/>
          </a:xfrm>
        </p:spPr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4A7CA-7A3C-4E5B-9AC5-C32797EE3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92" y="1114107"/>
            <a:ext cx="7410450" cy="1419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09E069-B65E-4102-A287-7C0A33BA7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326" y="2873056"/>
            <a:ext cx="589597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4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9C1CDB-BD19-4E29-853B-AFCFEC411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1920" y="513398"/>
            <a:ext cx="1971040" cy="431482"/>
          </a:xfrm>
        </p:spPr>
        <p:txBody>
          <a:bodyPr/>
          <a:lstStyle/>
          <a:p>
            <a:r>
              <a:rPr lang="en-US" dirty="0"/>
              <a:t>Practice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6FFD3-1835-4890-8731-C63631637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920" y="1153160"/>
            <a:ext cx="7534275" cy="60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F51ADD-CF14-4730-9182-330F48B93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25" y="2077720"/>
            <a:ext cx="5772150" cy="609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3A2410-A056-4718-A280-48EACF396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820" y="2006600"/>
            <a:ext cx="2057400" cy="1619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026753-91DD-4A04-8D1C-A30220C86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820160"/>
            <a:ext cx="7181850" cy="13430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748474-39A6-41B2-B505-4E96BBEADE32}"/>
              </a:ext>
            </a:extLst>
          </p:cNvPr>
          <p:cNvSpPr txBox="1"/>
          <p:nvPr/>
        </p:nvSpPr>
        <p:spPr>
          <a:xfrm>
            <a:off x="1198880" y="3820160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endParaRPr lang="en-A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AD98B4-0656-4BFC-ACC4-96CC44B7B4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845" y="5273040"/>
            <a:ext cx="3486150" cy="1371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12C462-0A99-41EF-AA5F-3F6B3F34E15D}"/>
              </a:ext>
            </a:extLst>
          </p:cNvPr>
          <p:cNvSpPr txBox="1"/>
          <p:nvPr/>
        </p:nvSpPr>
        <p:spPr>
          <a:xfrm>
            <a:off x="9265920" y="472440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958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9C1CDB-BD19-4E29-853B-AFCFEC411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1920" y="513398"/>
            <a:ext cx="7640320" cy="3032442"/>
          </a:xfrm>
        </p:spPr>
        <p:txBody>
          <a:bodyPr>
            <a:normAutofit/>
          </a:bodyPr>
          <a:lstStyle/>
          <a:p>
            <a:r>
              <a:rPr lang="en-US" dirty="0"/>
              <a:t>Drawing Solids Practice worksheet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Need isometric paper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Ruler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603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9C1CDB-BD19-4E29-853B-AFCFEC411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7958"/>
            <a:ext cx="7640320" cy="583882"/>
          </a:xfrm>
        </p:spPr>
        <p:txBody>
          <a:bodyPr>
            <a:normAutofit/>
          </a:bodyPr>
          <a:lstStyle/>
          <a:p>
            <a:r>
              <a:rPr lang="en-US"/>
              <a:t>Nets worksheet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8A979-43E1-4B4C-B23C-6E240FFD1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75" y="599440"/>
            <a:ext cx="4565536" cy="6228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CE6A2A-790A-441A-96F5-5B0B3A9C8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29" y="461962"/>
            <a:ext cx="4447399" cy="622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11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Topic: Geometry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3</cp:revision>
  <dcterms:created xsi:type="dcterms:W3CDTF">2021-03-16T11:30:30Z</dcterms:created>
  <dcterms:modified xsi:type="dcterms:W3CDTF">2021-03-16T11:54:48Z</dcterms:modified>
</cp:coreProperties>
</file>