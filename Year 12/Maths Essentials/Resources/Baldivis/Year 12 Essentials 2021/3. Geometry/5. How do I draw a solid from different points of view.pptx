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7" r:id="rId3"/>
    <p:sldId id="27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62DBA-5577-49F1-B6C1-437A817AE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824A55-9D48-45E9-BA65-0DC84D69F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BEB91-1251-48BB-864F-4D234CD8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476D5-E2AB-46B7-8EDF-A98F240F7EF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D31EE-37B3-4ED3-BA47-E0F52A0B4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E4D66-94AE-454E-8194-3F0C025BA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69F5-BEA2-4DE1-BEE5-ADADEDBEB5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7762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32E64-3798-449E-A299-EE2289738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A1A6E-E446-4043-ADF2-70C585DE3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6C679-AED9-4555-ADC3-765E89A12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476D5-E2AB-46B7-8EDF-A98F240F7EF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0F7B2-84C9-41BE-8042-B8C771E6C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5D55-51F7-46B6-B67E-AA3321D3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69F5-BEA2-4DE1-BEE5-ADADEDBEB5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833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A89ED-6556-483E-A780-D5790FEEB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FA195-D69D-4039-A985-79D84CB18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2A73A-229A-4D6E-A350-9923A1B3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476D5-E2AB-46B7-8EDF-A98F240F7EF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09AEA-B882-4396-8346-3CE8E5198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C9F94-8CE1-4053-8859-276090B8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69F5-BEA2-4DE1-BEE5-ADADEDBEB5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1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3AA8-F32B-4C13-A5B3-81A8C1ED8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E8B46-DCA3-448C-AA7B-A772C4E50E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C7372-0F1F-426E-A145-E0B46D9C0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8A4A3-09B5-4E8C-968D-269D8434E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476D5-E2AB-46B7-8EDF-A98F240F7EF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338C9-EDF5-4226-9FF5-DA2DBD3F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6F28E-A8F7-4CB0-AA24-9C638F53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69F5-BEA2-4DE1-BEE5-ADADEDBEB5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6552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BB97-7917-4B9C-8E39-055C662AC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883AE-429C-43DA-A1D2-74E89FEAB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16537-3B95-457D-93F9-74AD94F41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E802CE-FEE4-4488-8CCE-D2DF7C156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878329-0EC5-4DE1-A626-0C617AB8A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D58E85-D983-437A-902B-E530FA8A7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476D5-E2AB-46B7-8EDF-A98F240F7EF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E8938B-3A02-429C-ACD9-BA7655E16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32688B-050D-4B1A-AE62-2736DEE88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69F5-BEA2-4DE1-BEE5-ADADEDBEB5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175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D57AB-9DAC-4399-8401-B49EBC62C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E8162-7B29-454D-B458-52239AD4F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476D5-E2AB-46B7-8EDF-A98F240F7EF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65400B-4369-4CE1-B61C-22021EB06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0F4287-F9F2-409D-B327-411E8C023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69F5-BEA2-4DE1-BEE5-ADADEDBEB5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87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81229-F585-42BD-A0D3-B9CB2CCC2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476D5-E2AB-46B7-8EDF-A98F240F7EF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B22537-B1B3-4A42-BADA-415A463B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ED8BE-EBFE-4F76-9176-2D8751BD5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69F5-BEA2-4DE1-BEE5-ADADEDBEB5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868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0106B-4E61-4BE6-A1F0-EBCA091BD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93172-EA12-47E8-A4C8-892F23221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48179F-E54D-4EB1-8CC5-52636C0B5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85874-A09C-4126-B97C-832A850A0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476D5-E2AB-46B7-8EDF-A98F240F7EF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E808D-810D-4A60-A42B-92F850A1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B9375-9CEA-418D-BE4B-940E7920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69F5-BEA2-4DE1-BEE5-ADADEDBEB5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7652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D57AC-EDD0-445F-B874-09FA50C3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7FA614-65BB-44D9-851C-B3A4B17F6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C3A14-FF4B-4C25-ABCC-DEE67ACAE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4DEF-0F1C-4A75-B415-7ACDE427A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476D5-E2AB-46B7-8EDF-A98F240F7EF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7F14C-F376-4778-92F8-044463B6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F85FB-352B-4133-BE42-CABED47A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69F5-BEA2-4DE1-BEE5-ADADEDBEB5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0519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32179-D2BC-49EA-922D-F0AA307A8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249B19-198E-442C-862F-399411E6E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D3E0D-C63E-4524-922C-03146ADAE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476D5-E2AB-46B7-8EDF-A98F240F7EF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057B3-D52D-46A1-BFBD-AA1AB0A3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C8F92-0253-4FAF-A7F5-FB787CCC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69F5-BEA2-4DE1-BEE5-ADADEDBEB5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230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9B6D7-487B-4DE5-8623-EB6C6B55FD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4C999-AF1E-4A88-BA79-7061A26F5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1A85F-EBC9-45A6-8E59-3CCD502D7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476D5-E2AB-46B7-8EDF-A98F240F7EF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171F9-8543-4824-903B-D05A37B9C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70E3E-D78E-4515-8FE1-B10AA0F9B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D69F5-BEA2-4DE1-BEE5-ADADEDBEB5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5472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E3810A-134B-4FA3-89F7-D51A1F5BF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0ECC3-4D47-4B4D-B112-D7D23998A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6191C-134D-44FE-9A99-FED0B212B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476D5-E2AB-46B7-8EDF-A98F240F7EF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9E9AA-7748-4BCB-9CAB-E3CC2FF89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1AFA5-B2BC-4FEC-B5E5-B96678F63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D69F5-BEA2-4DE1-BEE5-ADADEDBEB5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516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B73E-F45F-470B-B717-57F5A8A2F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1699023"/>
            <a:ext cx="6858000" cy="628888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Geometry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AB92A-BB20-4C27-87BF-1FD231FF0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9840" y="2327910"/>
            <a:ext cx="6858000" cy="498872"/>
          </a:xfrm>
        </p:spPr>
        <p:txBody>
          <a:bodyPr>
            <a:normAutofit fontScale="92500"/>
          </a:bodyPr>
          <a:lstStyle/>
          <a:p>
            <a:r>
              <a:rPr lang="en-US" dirty="0"/>
              <a:t>EQ: How do I draw a solid from different points of view?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213F4-43C2-40FA-902A-4A70AAAE02C4}"/>
              </a:ext>
            </a:extLst>
          </p:cNvPr>
          <p:cNvSpPr txBox="1"/>
          <p:nvPr/>
        </p:nvSpPr>
        <p:spPr>
          <a:xfrm>
            <a:off x="1543050" y="5062718"/>
            <a:ext cx="9505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EST content</a:t>
            </a:r>
            <a:endParaRPr lang="en-AU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36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9C1CDB-BD19-4E29-853B-AFCFEC411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1920" y="513398"/>
            <a:ext cx="1971040" cy="1655762"/>
          </a:xfrm>
        </p:spPr>
        <p:txBody>
          <a:bodyPr/>
          <a:lstStyle/>
          <a:p>
            <a:r>
              <a:rPr lang="en-US" dirty="0"/>
              <a:t>Example 1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2076DA-A536-4BD1-A4BF-8A580123D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920" y="910905"/>
            <a:ext cx="5008880" cy="26940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858B9A-1120-436A-9459-D11194D62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6070" y="2655252"/>
            <a:ext cx="369570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641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9C1CDB-BD19-4E29-853B-AFCFEC411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1920" y="513398"/>
            <a:ext cx="7640320" cy="3032442"/>
          </a:xfrm>
        </p:spPr>
        <p:txBody>
          <a:bodyPr>
            <a:normAutofit/>
          </a:bodyPr>
          <a:lstStyle/>
          <a:p>
            <a:r>
              <a:rPr lang="en-US"/>
              <a:t>How do I draw a solid from different points of view worksheet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603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Topic: Geometry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Geometry</dc:title>
  <dc:creator>Sarah JAMES</dc:creator>
  <cp:lastModifiedBy>Sarah JAMES</cp:lastModifiedBy>
  <cp:revision>1</cp:revision>
  <dcterms:created xsi:type="dcterms:W3CDTF">2021-03-16T11:53:41Z</dcterms:created>
  <dcterms:modified xsi:type="dcterms:W3CDTF">2021-03-16T12:01:04Z</dcterms:modified>
</cp:coreProperties>
</file>