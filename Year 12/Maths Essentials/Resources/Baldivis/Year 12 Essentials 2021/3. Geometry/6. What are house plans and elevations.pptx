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57" r:id="rId3"/>
    <p:sldId id="27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3F6B3-833B-4357-897F-A278039381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81A3B-E8CC-44D5-BCE1-6392BE097B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47D5F-D06D-4727-AA7B-CE092C543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CC70-D83D-4394-9267-DFCE039CF6F0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31716-E6AC-438D-9C08-007144869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74BDA-9061-47B6-A0C6-07549D9FA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726F1-6D3C-4CB8-B08B-6A05A74C4F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7504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63B37-59AD-4F59-A678-EA7E25DAE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3F609-F12B-474C-8CE1-26EE3808B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3F32B-D93B-42A5-BDCD-BB1AABAAA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CC70-D83D-4394-9267-DFCE039CF6F0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F4E7F-C794-4B17-8FB4-CC1F77552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70BBA-8518-45D0-B201-C8F836126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726F1-6D3C-4CB8-B08B-6A05A74C4F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4953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B6168-4E4F-446A-88B3-A26953C65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C347B-38EA-41A0-8F9F-66BE8187E2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BC3CB8-0DFB-4275-AE89-58CC3B71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CC70-D83D-4394-9267-DFCE039CF6F0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F5171-05DD-48AE-9D60-9F93F6D08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59DB9-425F-4521-917C-8A37226D5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726F1-6D3C-4CB8-B08B-6A05A74C4F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5966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20700-0BA3-4796-BFD8-D4E6764BA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91100-D51C-47AD-8DBB-2E88B4B4C5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27EE19-5D17-4C33-880F-03D650AAB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97F03-834D-48C0-95FB-0B1FF3CB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CC70-D83D-4394-9267-DFCE039CF6F0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33C58-8D83-4A1B-8D50-165FFBC44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1C25A4-9978-4E5D-96E9-7C9611150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726F1-6D3C-4CB8-B08B-6A05A74C4F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7080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D0198-6CC1-467D-9071-F6EC86886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8A210E-D3AE-469F-9003-7B5D5A65E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21DBB-A27B-4BB4-BF10-09B881CBF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F79F41-4257-4D6E-B16D-FD0A8FB7FE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358549-F3FE-42E0-AA62-8F3C85075E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FF02A0-8C32-455A-92BB-E037F1397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CC70-D83D-4394-9267-DFCE039CF6F0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983894-291C-4D18-80EF-E47462CD8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D74A07-CDD1-4A1C-8267-8E93D98F0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726F1-6D3C-4CB8-B08B-6A05A74C4F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8942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14325-A458-4F45-80F0-64826760D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6F5733-67E2-456A-92FB-20E21E040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CC70-D83D-4394-9267-DFCE039CF6F0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8A1A56-31BF-4C01-91AD-F643DBF06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E437D-A02F-4C33-8C3D-88A1B7BD9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726F1-6D3C-4CB8-B08B-6A05A74C4F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2416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19BB97-EAFE-48B1-971E-CD8BB3C15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CC70-D83D-4394-9267-DFCE039CF6F0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2DA5BD-DE51-4304-ABBD-36E75108F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5B4019-C444-4B19-A7F6-AE1438801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726F1-6D3C-4CB8-B08B-6A05A74C4F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984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2913C-8F92-4CBB-898F-D40F1B998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8122E-355D-44F3-B768-1A54DA601C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D4D012-CCF5-420A-A342-A871D4B82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0D5F1-70DF-4672-930C-8B833F602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CC70-D83D-4394-9267-DFCE039CF6F0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A63C1-C907-4C36-949A-8ACEBD7B6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0D070-612B-4CD9-86C9-873F9AA1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726F1-6D3C-4CB8-B08B-6A05A74C4F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8871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C6BD7-67E2-435B-9FB3-FBEB78C51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379DC-8BD8-44C3-A3B4-C819D02A22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85439-27CE-4388-8216-6242A79CA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7813F-B07B-4D4C-9A78-CCE31BA17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CC70-D83D-4394-9267-DFCE039CF6F0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F8CA4-775D-4CF2-AAB3-FE6C0F3C1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1D4CC-1208-4781-A24F-9E39F2462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726F1-6D3C-4CB8-B08B-6A05A74C4F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1420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60E3F-4B7F-4CCC-9B9B-BA3F053AF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20E79F-7078-4297-B13D-628631BF8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DA252-1D16-4E2D-A229-57A2B6255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CC70-D83D-4394-9267-DFCE039CF6F0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B68C4-A58D-4CC6-8BA0-F65337936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13434-E236-4DA1-AEDC-325097743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726F1-6D3C-4CB8-B08B-6A05A74C4F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4166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B9377E-D73B-4F5D-A560-B314A8968C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B14485-72D0-45E0-85CF-91BDA2596E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B453D-0FE9-4760-8663-7A3BE6B41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0CC70-D83D-4394-9267-DFCE039CF6F0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7148A-7A5D-43CF-8172-61238AD40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CF917-68C9-4E9C-920B-ED08ED66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726F1-6D3C-4CB8-B08B-6A05A74C4F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08169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EF2F8E-74FE-47D7-B609-148F52EC9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E1BA0F-BF4C-441C-A821-64391EB94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65D78-95D2-4DB9-AF17-89B505E06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0CC70-D83D-4394-9267-DFCE039CF6F0}" type="datetimeFigureOut">
              <a:rPr lang="en-AU" smtClean="0"/>
              <a:t>16/03/2021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0CB34-5884-4AF6-97A7-D28A7A7CF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EBE17-ADFA-4D4D-BD0B-8CC22AE0C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726F1-6D3C-4CB8-B08B-6A05A74C4FF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2355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4B73E-F45F-470B-B717-57F5A8A2F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0" y="1699023"/>
            <a:ext cx="6858000" cy="628888"/>
          </a:xfrm>
        </p:spPr>
        <p:txBody>
          <a:bodyPr>
            <a:normAutofit fontScale="90000"/>
          </a:bodyPr>
          <a:lstStyle/>
          <a:p>
            <a:r>
              <a:rPr lang="en-US" dirty="0"/>
              <a:t>Topic: Geometry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AAB92A-BB20-4C27-87BF-1FD231FF0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29840" y="2327910"/>
            <a:ext cx="6858000" cy="498872"/>
          </a:xfrm>
        </p:spPr>
        <p:txBody>
          <a:bodyPr>
            <a:normAutofit/>
          </a:bodyPr>
          <a:lstStyle/>
          <a:p>
            <a:r>
              <a:rPr lang="en-US" dirty="0"/>
              <a:t>EQ: What are house plans and elevations?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E213F4-43C2-40FA-902A-4A70AAAE02C4}"/>
              </a:ext>
            </a:extLst>
          </p:cNvPr>
          <p:cNvSpPr txBox="1"/>
          <p:nvPr/>
        </p:nvSpPr>
        <p:spPr>
          <a:xfrm>
            <a:off x="1543050" y="5062718"/>
            <a:ext cx="95059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</a:rPr>
              <a:t>EST content</a:t>
            </a:r>
            <a:endParaRPr lang="en-AU" sz="4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36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85BE84D-8465-4013-85CC-383FF90F7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470" y="566102"/>
            <a:ext cx="7200900" cy="11334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36D883-7930-405D-A87F-F779EA921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417" y="2045970"/>
            <a:ext cx="2981325" cy="1790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F95521-B646-4ADF-8684-DD866D9A7849}"/>
              </a:ext>
            </a:extLst>
          </p:cNvPr>
          <p:cNvSpPr txBox="1"/>
          <p:nvPr/>
        </p:nvSpPr>
        <p:spPr>
          <a:xfrm>
            <a:off x="640080" y="1699577"/>
            <a:ext cx="183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House</a:t>
            </a:r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DE44599-07CE-4296-AEEF-2192F4AF3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470" y="4072811"/>
            <a:ext cx="757237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641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100B379-5EB0-488B-8FE9-222300C24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85" y="161925"/>
            <a:ext cx="4933950" cy="66960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D4E1EA5-1474-40AE-8562-790ADABDD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935" y="2668587"/>
            <a:ext cx="3448050" cy="26384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6E6300-DD6C-440E-9B20-02A48E08DCE0}"/>
              </a:ext>
            </a:extLst>
          </p:cNvPr>
          <p:cNvSpPr txBox="1"/>
          <p:nvPr/>
        </p:nvSpPr>
        <p:spPr>
          <a:xfrm>
            <a:off x="8686800" y="191008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Solution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2603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Topic: Geometry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Geometry</dc:title>
  <dc:creator>Sarah JAMES</dc:creator>
  <cp:lastModifiedBy>Sarah JAMES</cp:lastModifiedBy>
  <cp:revision>2</cp:revision>
  <dcterms:created xsi:type="dcterms:W3CDTF">2021-03-16T12:06:52Z</dcterms:created>
  <dcterms:modified xsi:type="dcterms:W3CDTF">2021-03-16T12:15:56Z</dcterms:modified>
</cp:coreProperties>
</file>