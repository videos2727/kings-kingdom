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303" r:id="rId3"/>
    <p:sldId id="260" r:id="rId4"/>
    <p:sldId id="262" r:id="rId5"/>
    <p:sldId id="304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AFE3-C045-4F29-A34A-FFC2AF4D8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94583-C831-40D5-BE4E-07FE80F46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8130C-5DEC-434A-A212-33C06681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AE338-DC0B-49E6-883A-5489ADF6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86C52-7340-4DBB-B33F-3D7A98B1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69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904-0500-4EDF-A073-4F9C97FF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6AF39-9F1F-4F43-B69E-2716E26F4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33AC0-B2B0-4EC2-BB30-5763ED2C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BBF9D-56A3-4405-9308-6835FB8A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5F2D0-271D-4144-A87E-10809B97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723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EE57-0C7F-4464-9454-9298820A2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54633-A1E3-4E2E-9C06-20E1B4DB6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4910-F504-45E8-B9CC-136FE5182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007B-778F-4BB6-AEB0-D1A5DB14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DDD09-2B70-44A7-8AC9-D3CDCBF3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0275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61CB-349A-4634-96BF-09C03E6F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CFDC-2C76-41A8-A296-B1538F232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2AB01-5534-47DB-8477-8DF89C308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51A44-CF03-4989-B383-FA0E1BAF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B22F2-FB79-474A-A881-F1C56729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82B1B-4154-408E-9874-4984198F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0040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B1BB-D32E-409A-9E5D-589516F6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072B5-E409-47F6-BD84-2B12885C9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D61F2-9B6E-41B9-87D5-ACF5441C2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6EE7A-C10E-49DB-AA87-85787680B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33E57-CEC9-4D92-A42D-FB713A9FC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3D8A9-6291-49F4-84A2-FAA1DC42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5C0E85-0097-46CE-9008-10777B8B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09AC8-915D-4FA3-B3EF-B5F5E066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8419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1046-E7C8-4D67-A785-0A661748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AB1E7-E35F-4820-B140-7D03709B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770B6-1088-43F9-9210-691EB3A3B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53A4B-A2AD-477F-B756-8F2EEEA4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72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6C2B5B-F6C8-447F-8138-C2CB7D0C5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975DE-19C9-41AE-9A00-53FAFA9E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EEDCC-098B-4B7E-B99D-9ED10A54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66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3058-9499-4FF5-AB56-8A7FE9B3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5CC1E-23F3-4BEE-83F3-1934044C7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929AB-7E58-44DA-8FD6-47F45ED98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D7BFB-9E57-46A7-882F-35C795DA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EEBF9-32AB-405D-A38B-AEEB6664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53C2F-0024-45C6-A53A-AB562915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273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CA59-0F38-4E69-9722-B8CC6B3F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64578-6B45-4B08-9D8F-66EE6BBAF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813F1-69EA-40A3-A35D-52F8845E1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AF20A-0B26-4F11-8F48-127F90F9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471CE-B5B9-4A0C-BFD2-AA464E3E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4877-90AF-49C2-AC7D-38C3373B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329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7708-093A-491A-9E91-0AF95FCF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6C209-D702-4AFD-A5F7-F2F726D93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5BEF-7343-4673-8951-DA6E1642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C0889-D697-4201-BF3B-9017031A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F118A-5515-4C9A-A53D-2CDB76FE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16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F536FC-1508-4AA5-8494-E427538CA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7C218-2506-4E8E-A9EC-1D70377CB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EDDE8-B561-4FE9-BEE7-DA0DBD45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7ADF8-7D97-4FC8-BDC1-4D9BD975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6C9F4-7AE7-4F20-A08A-2D5D74D8D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664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46FDC-5B42-4CBF-B205-2F0818F6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23C32-681F-4D19-A502-C0A762B5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A4389-160C-42CA-BA38-0EBD81844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8E438-22A7-4258-AF3D-8D883014B4C5}" type="datetimeFigureOut">
              <a:rPr lang="en-AU" smtClean="0"/>
              <a:t>4/02/2021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3A14F-7BEE-4488-A254-3D1F0D5D2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DBDF7-DA7D-4ED9-B2D7-5B619C551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B4511-F488-4362-83AE-DA3FC6871C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59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US" dirty="0"/>
              <a:t>EQ: How do we calculate the area of circles and sectors?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CONNECT notice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Many of you need to glue </a:t>
            </a:r>
            <a:r>
              <a:rPr lang="en-US"/>
              <a:t>in stuff</a:t>
            </a:r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Finish off:</a:t>
            </a:r>
            <a:endParaRPr lang="en-AU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98A467BC-0D2A-4E17-A7CC-DF391F47B6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08" t="46415" r="35759" b="9536"/>
          <a:stretch/>
        </p:blipFill>
        <p:spPr>
          <a:xfrm>
            <a:off x="4447719" y="1506507"/>
            <a:ext cx="6982281" cy="496610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04C27E41-C4DD-4EE0-BD7F-52D31938E0CA}"/>
              </a:ext>
            </a:extLst>
          </p:cNvPr>
          <p:cNvSpPr/>
          <p:nvPr/>
        </p:nvSpPr>
        <p:spPr>
          <a:xfrm>
            <a:off x="2177260" y="3571904"/>
            <a:ext cx="2356640" cy="1927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443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241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r>
              <a:rPr lang="en-AU" sz="2800" dirty="0" err="1"/>
              <a:t>easurement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area of circles and sectors?</a:t>
            </a:r>
            <a:endParaRPr lang="en-A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53E87-EBA3-4E8A-B6A5-F1C9305DCBAD}"/>
              </a:ext>
            </a:extLst>
          </p:cNvPr>
          <p:cNvSpPr/>
          <p:nvPr/>
        </p:nvSpPr>
        <p:spPr>
          <a:xfrm>
            <a:off x="2700839" y="2112329"/>
            <a:ext cx="3513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Refer to your area formula handout</a:t>
            </a: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66114AA0-B74B-450D-A536-E6EE164659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419" t="71288" r="5599" b="10851"/>
          <a:stretch/>
        </p:blipFill>
        <p:spPr>
          <a:xfrm>
            <a:off x="2405538" y="2940051"/>
            <a:ext cx="8643462" cy="228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0417-EBF7-4439-83CE-41FF512F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B6BD4E-763D-4A09-91F2-6CBC829E5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722" t="27136" r="26635" b="31984"/>
          <a:stretch/>
        </p:blipFill>
        <p:spPr>
          <a:xfrm>
            <a:off x="1096191" y="1930400"/>
            <a:ext cx="7970607" cy="399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3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CFFC-1477-4EEE-86F6-C9CF2C32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Bonus Question: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70800C-7F42-4CB2-A9A7-48142F8AB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786" t="40301" r="23713" b="46881"/>
          <a:stretch/>
        </p:blipFill>
        <p:spPr>
          <a:xfrm>
            <a:off x="394817" y="1930400"/>
            <a:ext cx="11402365" cy="169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35DD-832F-4713-9644-27546425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Complete in pairs/groups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B3A-A986-41D6-BFA8-1E9326BAB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“Area questions- You should aim to understand these!!!!!!!”worksheet</a:t>
            </a:r>
          </a:p>
          <a:p>
            <a:r>
              <a:rPr lang="en-AU" dirty="0"/>
              <a:t>THIS IS IMPORTANT</a:t>
            </a:r>
          </a:p>
        </p:txBody>
      </p:sp>
    </p:spTree>
    <p:extLst>
      <p:ext uri="{BB962C8B-B14F-4D97-AF65-F5344CB8AC3E}">
        <p14:creationId xmlns:p14="http://schemas.microsoft.com/office/powerpoint/2010/main" val="157521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255D-12DC-4CE8-85DD-C3719D56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Extra work: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75C1EA-ACB8-4AB3-8506-AA484C152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475" t="22632" r="51567" b="13276"/>
          <a:stretch/>
        </p:blipFill>
        <p:spPr>
          <a:xfrm rot="5400000">
            <a:off x="2463453" y="715544"/>
            <a:ext cx="4820232" cy="72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84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Topic: Measurement</vt:lpstr>
      <vt:lpstr>PowerPoint Presentation</vt:lpstr>
      <vt:lpstr>Practice.</vt:lpstr>
      <vt:lpstr>Bonus Question:</vt:lpstr>
      <vt:lpstr>Now Complete in pairs/groups</vt:lpstr>
      <vt:lpstr>Extra work: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JAMES Sarah [Baldivis Secondary College]</dc:creator>
  <cp:lastModifiedBy>JAMES Sarah [Baldivis Secondary College]</cp:lastModifiedBy>
  <cp:revision>1</cp:revision>
  <dcterms:created xsi:type="dcterms:W3CDTF">2021-02-04T00:02:50Z</dcterms:created>
  <dcterms:modified xsi:type="dcterms:W3CDTF">2021-02-04T00:03:24Z</dcterms:modified>
</cp:coreProperties>
</file>