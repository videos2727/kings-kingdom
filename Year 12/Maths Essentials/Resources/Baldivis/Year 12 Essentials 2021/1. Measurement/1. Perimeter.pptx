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7" r:id="rId3"/>
    <p:sldId id="265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B5775-7EE0-4A21-A3F1-054647784184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5825F-62A8-41F1-844E-CB440D5BEE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770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Cardboard cover needs to have Term 1 and Term 2 assessment outlines</a:t>
            </a:r>
          </a:p>
          <a:p>
            <a:r>
              <a:rPr lang="en-US" dirty="0" err="1"/>
              <a:t>Mathspace</a:t>
            </a:r>
            <a:r>
              <a:rPr lang="en-US" dirty="0"/>
              <a:t> passwords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96A28-272D-486E-9705-FD22C698988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600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96A28-272D-486E-9705-FD22C698988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9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96A28-272D-486E-9705-FD22C698988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888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Cardboard cover needs to have Term 1 and Term 2 assessment outlines</a:t>
            </a:r>
          </a:p>
          <a:p>
            <a:r>
              <a:rPr lang="en-US" dirty="0" err="1"/>
              <a:t>Mathspace</a:t>
            </a:r>
            <a:r>
              <a:rPr lang="en-US" dirty="0"/>
              <a:t> passwords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96A28-272D-486E-9705-FD22C698988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542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A5C5-62E5-482E-A611-2BC397B46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656A1-D974-4791-BB44-AA41B1220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D3CF-AFDF-4941-8E6B-7B1C3DC4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33FA-4416-4E8B-8C53-B7343D0B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4A7E4-8C72-41C2-9B8C-7F67DAB0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89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B792-B84C-4F61-B365-BFB38607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D7699-F0BE-4C65-B005-AD484041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FE7BD-60F1-4B41-BF90-D47EF2FF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ACBAB-563D-44F6-B8EA-F1AFF60A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4B041-3322-42D1-BBD7-CB57D89A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75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2DA0-4698-46FF-B7A2-32C7C4FB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4F6F0-F6DD-4226-9F90-8B37E8255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780E-CEC4-42AC-82B4-2C3D894D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6D82D-7D6B-43C2-9B4D-4A77A495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4BA06-7DAB-43A1-BCD7-D35AC2AD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30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0936-8E80-4414-B4AD-C58E68E4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7182-9C90-414F-9588-6331B79C1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25ABF-D515-46A3-BF5A-A5BB3DFAB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BFA36-8B75-4D6C-9934-36AA9F39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7D94D-7971-4F9D-8F93-733BD49C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594A4-F4B5-495F-8C14-97385C7C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1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B5DC-C5F4-439B-B00C-E8A9D91E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A84F1-51C0-4F73-A2C2-23CB7701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D5B57-6AA4-4265-9F44-B3ADFC6A2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B3FE4-4625-4B69-ACA7-57BBC4273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F962F1-2433-4A49-AE9A-504478ACB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6F8DD-5401-4E64-9FD8-D9EC7DA4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FCDFB-27D1-46B3-BBAC-67CF2E4D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F0AC52-F958-4397-A6A0-3F6F1FB6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52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DAAA-B336-4BA5-8891-D983E998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1DA63-740C-4D74-94A0-3955C96E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92B87-8E23-4AF2-9E92-397EE8D9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1136A-0FBD-4393-B3A8-9D267E24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42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3A4E8-DD2D-48C1-84AE-F0BBE801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06D54B-2F5A-4421-86C3-F6FCEEE3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4D6F1-F540-49BD-A81D-CAE40AD4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63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0756-04AA-4CE1-A0B0-6FDA6132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2096F-DFFC-4324-9C0B-8C1C53C86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C9AF4-B5A5-4F22-A3F8-770DF0CD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43B33-7F3C-4BC3-A379-01CCD98A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141D2-68F4-499A-A2B7-668907CF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90B2D-B4A0-41F0-AC95-A84EACA8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93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D812-BDC3-40B6-A8E2-A7A3BCAB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EB9A4-9C9B-4667-86C8-EE778AF8A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3567E-0140-4B30-B408-336EDB714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8AD6-4198-4829-A660-2E607BCE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02C66-9B27-4F48-8AC7-052711BB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DEE3D-288F-4D4F-92A9-53FEA78B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957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A7CC-1867-4545-9F4A-D9C07641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DFD87-C95F-4198-AC2B-2A7BB3C58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8835-B810-4AB5-869F-1723AEE2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28C7F-488F-4F89-97FB-E4C57997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48076-DBD1-4C26-825E-285A6375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30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05FDB-1658-4453-BCB8-5027E302F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A3709-9BA3-4ED0-912A-59B3AC2FE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AA590-E6E7-4BD3-9D4D-2748BD3E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B889-343E-4BA6-AACD-B429A3D8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E0301-20F8-44D6-8724-71FB0A9E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34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977FC-138A-46D6-B603-97DA2A0B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A87FE-EE18-4399-ADF8-4B000A4C7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33328-3388-4772-895A-FBDC8D6B8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E8E04-116E-48B0-ADA9-6CFA51D3107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AD192-916E-452C-ACF1-A0CBAA1C1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77EE2-C8E1-4F42-8A8B-8164696A0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70A9E-83CF-494F-B673-83AA3A0795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24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9321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perimeter of </a:t>
            </a:r>
            <a:r>
              <a:rPr lang="en-US" b="1" u="sng" dirty="0"/>
              <a:t>all</a:t>
            </a:r>
            <a:r>
              <a:rPr lang="en-US" dirty="0"/>
              <a:t> 2D shapes?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375385" y="2596316"/>
            <a:ext cx="11646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you set up Interactive Notebook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you accessed your </a:t>
            </a:r>
            <a:r>
              <a:rPr lang="en-US" dirty="0" err="1"/>
              <a:t>Mathspace</a:t>
            </a:r>
            <a:r>
              <a:rPr lang="en-US" dirty="0"/>
              <a:t> account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you checked the notices on Connect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you got a scientific calculator</a:t>
            </a:r>
          </a:p>
          <a:p>
            <a:pPr fontAlgn="ctr"/>
            <a:endParaRPr lang="en-US" dirty="0"/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2BB3-ECBB-4A1F-9BC4-E249C303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96235"/>
          </a:xfrm>
        </p:spPr>
        <p:txBody>
          <a:bodyPr>
            <a:normAutofit fontScale="90000"/>
          </a:bodyPr>
          <a:lstStyle/>
          <a:p>
            <a:r>
              <a:rPr lang="en-US" dirty="0"/>
              <a:t>With shoulder partner: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Complete perimeter foldable-15mins</a:t>
            </a:r>
            <a:br>
              <a:rPr lang="en-US" dirty="0"/>
            </a:br>
            <a:r>
              <a:rPr lang="en-US" sz="2700" dirty="0">
                <a:highlight>
                  <a:srgbClr val="FFFF00"/>
                </a:highlight>
              </a:rPr>
              <a:t>These will form your notes</a:t>
            </a:r>
            <a:br>
              <a:rPr lang="en-US" sz="2700" dirty="0">
                <a:highlight>
                  <a:srgbClr val="FFFF00"/>
                </a:highlight>
              </a:rPr>
            </a:br>
            <a:br>
              <a:rPr lang="en-US" sz="2700" dirty="0">
                <a:highlight>
                  <a:srgbClr val="FFFF00"/>
                </a:highlight>
              </a:rPr>
            </a:br>
            <a:r>
              <a:rPr lang="en-US" dirty="0"/>
              <a:t>2.Glue in on RHS of INB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75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27 at 2.22.0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6"/>
          <a:stretch/>
        </p:blipFill>
        <p:spPr>
          <a:xfrm>
            <a:off x="1528116" y="887804"/>
            <a:ext cx="9139884" cy="50009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30914" y="55991"/>
            <a:ext cx="2424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Task- 15mins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DE1BB-4D8E-49A8-A2ED-F7CFD473D41B}"/>
              </a:ext>
            </a:extLst>
          </p:cNvPr>
          <p:cNvSpPr txBox="1"/>
          <p:nvPr/>
        </p:nvSpPr>
        <p:spPr>
          <a:xfrm>
            <a:off x="1732068" y="6055847"/>
            <a:ext cx="7604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Early Finishers- </a:t>
            </a:r>
            <a:r>
              <a:rPr lang="en-US" dirty="0" err="1"/>
              <a:t>Pg</a:t>
            </a:r>
            <a:r>
              <a:rPr lang="en-US" dirty="0"/>
              <a:t> 12-13 MAWA Text Question 1 &amp; 2 only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534406"/>
            <a:ext cx="11646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dirty="0"/>
              <a:t>1. Look at the questions have on the post it note tell me why these questions are a little harder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2. Complete the questions by showing communication AND THEN  the answer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7FE64F-7E53-4413-8878-276502A43F19}"/>
              </a:ext>
            </a:extLst>
          </p:cNvPr>
          <p:cNvGraphicFramePr>
            <a:graphicFrameLocks noGrp="1"/>
          </p:cNvGraphicFramePr>
          <p:nvPr/>
        </p:nvGraphicFramePr>
        <p:xfrm>
          <a:off x="645160" y="3249506"/>
          <a:ext cx="9144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2724507082"/>
                    </a:ext>
                  </a:extLst>
                </a:gridCol>
                <a:gridCol w="3874770">
                  <a:extLst>
                    <a:ext uri="{9D8B030D-6E8A-4147-A177-3AD203B41FA5}">
                      <a16:colId xmlns:a16="http://schemas.microsoft.com/office/drawing/2014/main" val="214626142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3794740654"/>
                    </a:ext>
                  </a:extLst>
                </a:gridCol>
                <a:gridCol w="3920490">
                  <a:extLst>
                    <a:ext uri="{9D8B030D-6E8A-4147-A177-3AD203B41FA5}">
                      <a16:colId xmlns:a16="http://schemas.microsoft.com/office/drawing/2014/main" val="2650054087"/>
                    </a:ext>
                  </a:extLst>
                </a:gridCol>
              </a:tblGrid>
              <a:tr h="80433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1.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2.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5086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24A488E-8179-4BEC-A86C-494B2F080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095" y="3509537"/>
            <a:ext cx="2686050" cy="2314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DC184D-8D26-49C2-887A-6CE783EA8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64" y="3395238"/>
            <a:ext cx="2486025" cy="2543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C6C36-F5C9-41DF-8CE6-74DA848FB6A0}"/>
              </a:ext>
            </a:extLst>
          </p:cNvPr>
          <p:cNvSpPr txBox="1"/>
          <p:nvPr/>
        </p:nvSpPr>
        <p:spPr>
          <a:xfrm>
            <a:off x="1257300" y="314325"/>
            <a:ext cx="4962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Exit Pass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26998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</Words>
  <Application>Microsoft Office PowerPoint</Application>
  <PresentationFormat>Widescreen</PresentationFormat>
  <Paragraphs>41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Chalkboard</vt:lpstr>
      <vt:lpstr>Office Theme</vt:lpstr>
      <vt:lpstr>Topic: Measurement</vt:lpstr>
      <vt:lpstr>With shoulder partner:   1. Complete perimeter foldable-15mins These will form your notes  2.Glue in on RHS of INB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1</cp:revision>
  <dcterms:created xsi:type="dcterms:W3CDTF">2021-02-01T10:35:46Z</dcterms:created>
  <dcterms:modified xsi:type="dcterms:W3CDTF">2021-02-01T10:39:35Z</dcterms:modified>
</cp:coreProperties>
</file>