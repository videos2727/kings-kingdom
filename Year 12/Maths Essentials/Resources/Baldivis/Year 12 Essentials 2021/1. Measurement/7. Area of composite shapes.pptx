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328" r:id="rId3"/>
    <p:sldId id="337" r:id="rId4"/>
    <p:sldId id="334" r:id="rId5"/>
    <p:sldId id="335" r:id="rId6"/>
    <p:sldId id="336" r:id="rId7"/>
    <p:sldId id="321" r:id="rId8"/>
    <p:sldId id="338" r:id="rId9"/>
    <p:sldId id="327" r:id="rId10"/>
    <p:sldId id="2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954" autoAdjust="0"/>
  </p:normalViewPr>
  <p:slideViewPr>
    <p:cSldViewPr snapToGrid="0">
      <p:cViewPr varScale="1">
        <p:scale>
          <a:sx n="49" d="100"/>
          <a:sy n="49" d="100"/>
        </p:scale>
        <p:origin x="13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11AE5-5FAB-4974-ABCD-4DDC460B5FDF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B42DD-37FB-4473-82DA-5AA6067A8A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435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Have a go you may want to write some review questions on Perimeter and Area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B42DD-37FB-4473-82DA-5AA6067A8A34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1489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B413-953D-4D6B-B23E-A0196E4A9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E3164-DF7B-4D62-A230-4602ACC74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80FF4-BAAB-405B-94C5-8FD6E7AF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9702-2506-46E5-80D9-AD62F880E921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A679C-764D-4FC0-A5A6-015CC652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5BD31-055F-4B59-A945-45BED752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E613-1854-4A88-9BDD-25E889DB44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9956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B747D-5A37-46F1-B141-52B553AD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56449-F6BD-48FA-835E-ABE9F70A9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57C47-A489-4AD0-894E-8747EAAA1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9702-2506-46E5-80D9-AD62F880E921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C667C-C7CE-479F-8650-8AAB063B9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EC390-1DE6-4B60-AA88-80B787DC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E613-1854-4A88-9BDD-25E889DB44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257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72B36-7DEC-4805-B0CF-AD96F3BA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7BF66-3CB5-4442-9BF3-6141C94B3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A1835-58A1-4C6C-8358-088986B0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9702-2506-46E5-80D9-AD62F880E921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F7E7C-7BC2-4B1E-854C-ABE2D5F5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F0D76-5D49-47F7-A667-FBDF3F86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E613-1854-4A88-9BDD-25E889DB44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457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4561-D5C3-4310-9CB7-CEA4454F1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3EBB9-B8CA-44ED-AFC0-1466848967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4E709-8539-48CA-AE1D-A13970D5A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A6E6C-B6F3-4F45-9586-8AEDC98E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9702-2506-46E5-80D9-AD62F880E921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5E612-839F-4D3F-9FA2-F1164A7A6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1A320-05B6-478B-B9DA-560274D9C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E613-1854-4A88-9BDD-25E889DB44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280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A8FE-179A-4EA7-BEC8-A9990973B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A44E0-B500-4D50-9E76-9AA3949F9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6C673-1636-4119-81B2-25B8FDD2E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12F43-4B00-4BD2-A29B-BF8115167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9D69E-8788-4C2B-8014-26FF1E8FE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B24674-E5D5-4C28-B617-818DA3AE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9702-2506-46E5-80D9-AD62F880E921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A73C4-CA29-45A6-9C3B-3F84F279D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BDC55-A222-401C-9FBB-D337F1B2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E613-1854-4A88-9BDD-25E889DB44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2684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6935F-FC73-4B7F-B5F0-D8AD602E7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F23A10-DCE6-4742-B3A2-12B6CE60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9702-2506-46E5-80D9-AD62F880E921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844C66-9B9B-4E8F-8437-365C8238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F8F4C-6E8E-4DB2-AA74-EE6BBF117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E613-1854-4A88-9BDD-25E889DB44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55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ECCCD6-6431-4E39-9733-3958F46F3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9702-2506-46E5-80D9-AD62F880E921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6AF538-8DF7-420C-A0D0-7F26FF6BA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65015-054A-4345-9850-615C8C25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E613-1854-4A88-9BDD-25E889DB44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6437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9725-7F9F-400C-B711-AEBAB3BA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809D-7D16-4BD2-A10E-94525F5E3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8100F-E33C-42F7-9F5E-32B5D6D9B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050C0-6460-44DB-90D3-82E03537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9702-2506-46E5-80D9-AD62F880E921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0CE04-4573-4DA2-8065-13B108B2C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14F43-7D72-450B-BA8E-5AD417CA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E613-1854-4A88-9BDD-25E889DB44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052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CDFC4-2DBD-4355-8E45-F4969C8A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1DF6B3-79E2-47A0-ADA9-51A240F58A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D2B0AA-6567-40D7-ADA2-0BF611AA9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51448-2556-4C35-9C4F-31D986F7B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9702-2506-46E5-80D9-AD62F880E921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EAC17-C451-4FB0-BEB7-9CA24991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A11CB-CBEB-43B8-A88D-FF6F07FC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E613-1854-4A88-9BDD-25E889DB44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0429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96D6-A83F-407B-A957-59C0BB9D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B25A2-4BBA-4DF2-B676-09320984B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DE853-7984-48D1-B662-5ABE01A93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9702-2506-46E5-80D9-AD62F880E921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EE81C-818A-464D-A496-AB2A23F6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80E05-4644-461B-AC4E-11D95E428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E613-1854-4A88-9BDD-25E889DB44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157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755E0A-8190-4B4C-8BA0-55A66E118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C4784-7D64-420F-90CD-F2DE42142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95186-B86C-4BD8-A584-14254C6E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9702-2506-46E5-80D9-AD62F880E921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582-3084-4DE8-99A8-3730539E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1AB55-4019-4171-B9B1-731AA566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E613-1854-4A88-9BDD-25E889DB44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876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19DFE-5807-481A-8B10-5022F885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00393-B653-49C2-A888-ECB3B3088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8331F-56E5-4995-B290-643183E4A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79702-2506-46E5-80D9-AD62F880E921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0C877-0AA7-405F-852E-6AB81D3F5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EFC36-2965-4284-BFDA-7DE0C61D9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1E613-1854-4A88-9BDD-25E889DB44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09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US" dirty="0"/>
              <a:t>EQ: How do we calculate the area of composite shapes?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613118"/>
            <a:ext cx="1164656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area of composite shapes?</a:t>
            </a:r>
            <a:endParaRPr lang="en-AU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B1448A-1457-6E46-A106-FE34FE02BE6A}"/>
              </a:ext>
            </a:extLst>
          </p:cNvPr>
          <p:cNvSpPr txBox="1"/>
          <p:nvPr/>
        </p:nvSpPr>
        <p:spPr>
          <a:xfrm>
            <a:off x="1643514" y="2016176"/>
            <a:ext cx="284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are composite shapes?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4541298" y="1893405"/>
            <a:ext cx="6167656" cy="89187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u="sng" dirty="0">
                <a:solidFill>
                  <a:srgbClr val="FF0000"/>
                </a:solidFill>
              </a:rPr>
              <a:t>Compound shape:</a:t>
            </a:r>
            <a:r>
              <a:rPr lang="en-GB" sz="2200" dirty="0"/>
              <a:t> a 2D shape made up of many shapes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F2AEC6AC-C2C2-1740-8B24-E21A90ED9AD4}"/>
              </a:ext>
            </a:extLst>
          </p:cNvPr>
          <p:cNvSpPr/>
          <p:nvPr/>
        </p:nvSpPr>
        <p:spPr>
          <a:xfrm>
            <a:off x="4620998" y="2812348"/>
            <a:ext cx="1042954" cy="112070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L-Shape 16">
            <a:extLst>
              <a:ext uri="{FF2B5EF4-FFF2-40B4-BE49-F238E27FC236}">
                <a16:creationId xmlns:a16="http://schemas.microsoft.com/office/drawing/2014/main" id="{61ACB92F-BF4D-1043-BA20-43764911A4E0}"/>
              </a:ext>
            </a:extLst>
          </p:cNvPr>
          <p:cNvSpPr/>
          <p:nvPr/>
        </p:nvSpPr>
        <p:spPr>
          <a:xfrm>
            <a:off x="6096000" y="2785284"/>
            <a:ext cx="1440160" cy="1435805"/>
          </a:xfrm>
          <a:prstGeom prst="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974A12F6-A9E6-5C47-9E7E-66EC08197EE9}"/>
              </a:ext>
            </a:extLst>
          </p:cNvPr>
          <p:cNvSpPr/>
          <p:nvPr/>
        </p:nvSpPr>
        <p:spPr>
          <a:xfrm>
            <a:off x="8112224" y="2636912"/>
            <a:ext cx="1944216" cy="1152128"/>
          </a:xfrm>
          <a:prstGeom prst="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Right Arrow Callout 18">
            <a:extLst>
              <a:ext uri="{FF2B5EF4-FFF2-40B4-BE49-F238E27FC236}">
                <a16:creationId xmlns:a16="http://schemas.microsoft.com/office/drawing/2014/main" id="{8B1A7142-4F65-8E47-B20F-064473F7E022}"/>
              </a:ext>
            </a:extLst>
          </p:cNvPr>
          <p:cNvSpPr/>
          <p:nvPr/>
        </p:nvSpPr>
        <p:spPr>
          <a:xfrm>
            <a:off x="7553978" y="4580456"/>
            <a:ext cx="2160240" cy="1908212"/>
          </a:xfrm>
          <a:prstGeom prst="rightArrowCallou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79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3280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area of composite shapes?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5265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9112" y="1961057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do we find the area of composite shapes?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F6BC6DE-1552-7D4B-BE81-BB9E522D2000}"/>
              </a:ext>
            </a:extLst>
          </p:cNvPr>
          <p:cNvSpPr txBox="1">
            <a:spLocks/>
          </p:cNvSpPr>
          <p:nvPr/>
        </p:nvSpPr>
        <p:spPr>
          <a:xfrm>
            <a:off x="4492920" y="1961057"/>
            <a:ext cx="5717880" cy="416510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To find the area of compound shapes, split them up into their composite shapes.</a:t>
            </a:r>
          </a:p>
          <a:p>
            <a:endParaRPr lang="en-GB" sz="2000" dirty="0"/>
          </a:p>
          <a:p>
            <a:r>
              <a:rPr lang="en-GB" sz="2000" dirty="0"/>
              <a:t>Find the area of each shape, then add them together</a:t>
            </a: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7F502458-50AE-6840-AE57-FAC7415D6343}"/>
              </a:ext>
            </a:extLst>
          </p:cNvPr>
          <p:cNvSpPr/>
          <p:nvPr/>
        </p:nvSpPr>
        <p:spPr>
          <a:xfrm>
            <a:off x="4710241" y="4046778"/>
            <a:ext cx="2520280" cy="1512168"/>
          </a:xfrm>
          <a:prstGeom prst="corner">
            <a:avLst>
              <a:gd name="adj1" fmla="val 50000"/>
              <a:gd name="adj2" fmla="val 5109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63D861-0933-8A46-AAC3-86D2349F6FE3}"/>
              </a:ext>
            </a:extLst>
          </p:cNvPr>
          <p:cNvCxnSpPr/>
          <p:nvPr/>
        </p:nvCxnSpPr>
        <p:spPr>
          <a:xfrm>
            <a:off x="4710241" y="4802862"/>
            <a:ext cx="792088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own Arrow 22">
            <a:extLst>
              <a:ext uri="{FF2B5EF4-FFF2-40B4-BE49-F238E27FC236}">
                <a16:creationId xmlns:a16="http://schemas.microsoft.com/office/drawing/2014/main" id="{C5B705E3-0E9D-404E-BD58-18CFF52471DF}"/>
              </a:ext>
            </a:extLst>
          </p:cNvPr>
          <p:cNvSpPr/>
          <p:nvPr/>
        </p:nvSpPr>
        <p:spPr>
          <a:xfrm>
            <a:off x="7488471" y="4031208"/>
            <a:ext cx="2808312" cy="1512168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A70053-B585-834C-9384-F7ADF1BEA907}"/>
              </a:ext>
            </a:extLst>
          </p:cNvPr>
          <p:cNvCxnSpPr/>
          <p:nvPr/>
        </p:nvCxnSpPr>
        <p:spPr>
          <a:xfrm>
            <a:off x="8209564" y="4755281"/>
            <a:ext cx="1368152" cy="1385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FAAC14E-47EB-4C21-978F-D154D0CCF08A}"/>
              </a:ext>
            </a:extLst>
          </p:cNvPr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area of composite shapes?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544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21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Do</a:t>
            </a:r>
          </a:p>
        </p:txBody>
      </p:sp>
      <p:sp>
        <p:nvSpPr>
          <p:cNvPr id="4" name="L-Shape 3"/>
          <p:cNvSpPr/>
          <p:nvPr/>
        </p:nvSpPr>
        <p:spPr>
          <a:xfrm rot="5400000">
            <a:off x="1847528" y="2492896"/>
            <a:ext cx="3096344" cy="1800200"/>
          </a:xfrm>
          <a:prstGeom prst="corner">
            <a:avLst>
              <a:gd name="adj1" fmla="val 32299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4295800" y="206084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1664" y="364502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3672" y="147549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9849" y="494116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2cm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495600" y="2736630"/>
            <a:ext cx="576064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71664" y="1844825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9849" y="3392997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3952" y="1660158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A = 8 x 5</a:t>
            </a:r>
          </a:p>
          <a:p>
            <a:r>
              <a:rPr lang="en-GB" sz="3200" dirty="0"/>
              <a:t>             = 40cm</a:t>
            </a:r>
            <a:r>
              <a:rPr lang="en-GB" sz="3200" baseline="30000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3952" y="2855838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B = 11 x 2</a:t>
            </a:r>
          </a:p>
          <a:p>
            <a:r>
              <a:rPr lang="en-GB" sz="3200" dirty="0"/>
              <a:t>             = 22cm</a:t>
            </a:r>
            <a:r>
              <a:rPr lang="en-GB" sz="3200" baseline="30000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3952" y="4007966"/>
            <a:ext cx="37444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Total Area = 40 + 22</a:t>
            </a:r>
          </a:p>
          <a:p>
            <a:r>
              <a:rPr lang="en-GB" sz="3200" dirty="0"/>
              <a:t>                   = 62cm</a:t>
            </a:r>
            <a:r>
              <a:rPr lang="en-GB" sz="32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00B81E-A815-AB46-96A0-C7C6B1962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1417638"/>
            <a:ext cx="3797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19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3592" y="908721"/>
            <a:ext cx="6600602" cy="5424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Worded 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ABACCA-3522-40B8-88A7-E9A55A150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1033462"/>
            <a:ext cx="7305675" cy="2219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94018E-D5FB-40E4-8825-E6C132159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037" y="3719830"/>
            <a:ext cx="7267575" cy="1409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796FD3-BA32-489D-8D54-A3EAE9A1EC80}"/>
              </a:ext>
            </a:extLst>
          </p:cNvPr>
          <p:cNvSpPr txBox="1"/>
          <p:nvPr/>
        </p:nvSpPr>
        <p:spPr>
          <a:xfrm>
            <a:off x="843280" y="1033462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47CC7-FDE4-43D4-9DA2-21DCD17CA8DE}"/>
              </a:ext>
            </a:extLst>
          </p:cNvPr>
          <p:cNvSpPr txBox="1"/>
          <p:nvPr/>
        </p:nvSpPr>
        <p:spPr>
          <a:xfrm>
            <a:off x="843280" y="3708084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5251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552" y="1052736"/>
            <a:ext cx="7920880" cy="4938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1759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223</Words>
  <Application>Microsoft Office PowerPoint</Application>
  <PresentationFormat>Widescreen</PresentationFormat>
  <Paragraphs>59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Topic: Measurement</vt:lpstr>
      <vt:lpstr>PowerPoint Presentation</vt:lpstr>
      <vt:lpstr>PowerPoint Presentation</vt:lpstr>
      <vt:lpstr>PowerPoint Presentation</vt:lpstr>
      <vt:lpstr>I Do</vt:lpstr>
      <vt:lpstr>We Do</vt:lpstr>
      <vt:lpstr>You Do</vt:lpstr>
      <vt:lpstr>Worded questions</vt:lpstr>
      <vt:lpstr>You do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JAMES Sarah [Baldivis Secondary College]</dc:creator>
  <cp:lastModifiedBy>JAMES Sarah [Baldivis Secondary College]</cp:lastModifiedBy>
  <cp:revision>1</cp:revision>
  <dcterms:created xsi:type="dcterms:W3CDTF">2021-02-04T00:07:33Z</dcterms:created>
  <dcterms:modified xsi:type="dcterms:W3CDTF">2021-02-04T00:09:43Z</dcterms:modified>
</cp:coreProperties>
</file>