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63" r:id="rId2"/>
    <p:sldId id="337" r:id="rId3"/>
    <p:sldId id="335" r:id="rId4"/>
    <p:sldId id="336" r:id="rId5"/>
    <p:sldId id="340" r:id="rId6"/>
    <p:sldId id="341" r:id="rId7"/>
    <p:sldId id="343" r:id="rId8"/>
    <p:sldId id="327" r:id="rId9"/>
    <p:sldId id="338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7" d="100"/>
          <a:sy n="67" d="100"/>
        </p:scale>
        <p:origin x="64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523BEA7-7474-4217-9294-F09CEDB638B4}" type="datetimeFigureOut">
              <a:rPr lang="en-AU" smtClean="0"/>
              <a:t>17/02/2021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AD9CDD9-7B09-4B95-95BA-D77461510BF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80738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Explaining this slide: Demonstrate the “</a:t>
            </a:r>
            <a:r>
              <a:rPr lang="en-US" b="1" dirty="0"/>
              <a:t>type of response</a:t>
            </a:r>
            <a:r>
              <a:rPr lang="en-US" dirty="0"/>
              <a:t>”: In 2 minutes (timed), you are going to share with your shoulder partner all of the formulas and examples you have written. You will get 2 mins (timed) to write down any formula/examples that your partners has that you haven’t and vice-versa. You and your partner then need to be prepared to share one formula and example on the board ( only choose 3 )</a:t>
            </a:r>
          </a:p>
          <a:p>
            <a:endParaRPr lang="en-US" dirty="0"/>
          </a:p>
          <a:p>
            <a:r>
              <a:rPr lang="en-US" dirty="0"/>
              <a:t>After marking the roll:</a:t>
            </a:r>
          </a:p>
          <a:p>
            <a:r>
              <a:rPr lang="en-US" dirty="0"/>
              <a:t>- Use </a:t>
            </a:r>
            <a:r>
              <a:rPr lang="en-US" b="1" dirty="0"/>
              <a:t>active scanning </a:t>
            </a:r>
            <a:r>
              <a:rPr lang="en-US" dirty="0"/>
              <a:t>and intervene if they are not. Use </a:t>
            </a:r>
            <a:r>
              <a:rPr lang="en-US" b="1" dirty="0"/>
              <a:t>Private dialogue </a:t>
            </a:r>
            <a:r>
              <a:rPr lang="en-US" dirty="0"/>
              <a:t>if needed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45216D-CFF3-4986-8F74-1237429BE767}" type="slidenum">
              <a:rPr lang="en-AU" smtClean="0"/>
              <a:t>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424288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Need to bring a rectangular and triangular prism to show identical cross section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45216D-CFF3-4986-8F74-1237429BE767}" type="slidenum">
              <a:rPr lang="en-AU" smtClean="0"/>
              <a:t>2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9916754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an </a:t>
            </a:r>
            <a:r>
              <a:rPr lang="en-US" b="1" dirty="0"/>
              <a:t>overt response</a:t>
            </a:r>
            <a:endParaRPr lang="en-AU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45216D-CFF3-4986-8F74-1237429BE767}" type="slidenum">
              <a:rPr lang="en-AU" smtClean="0"/>
              <a:t>4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7469656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an </a:t>
            </a:r>
            <a:r>
              <a:rPr lang="en-US" b="1" dirty="0"/>
              <a:t>overt response</a:t>
            </a:r>
            <a:endParaRPr lang="en-AU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45216D-CFF3-4986-8F74-1237429BE767}" type="slidenum">
              <a:rPr lang="en-AU" smtClean="0"/>
              <a:t>6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606822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Get a student to re-state the task so that it is clear that it is volume and TSA</a:t>
            </a:r>
          </a:p>
          <a:p>
            <a:r>
              <a:rPr lang="en-US" dirty="0"/>
              <a:t>An opportunity to provide </a:t>
            </a:r>
            <a:r>
              <a:rPr lang="en-US" b="1" dirty="0"/>
              <a:t>feedback</a:t>
            </a:r>
            <a:r>
              <a:rPr lang="en-US" dirty="0"/>
              <a:t>- immediate, specific and encouraging</a:t>
            </a:r>
          </a:p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45216D-CFF3-4986-8F74-1237429BE767}" type="slidenum">
              <a:rPr lang="en-AU" smtClean="0"/>
              <a:t>7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787528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FF223A-2C0D-406A-889C-93382217982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EE32A08-C117-41D6-9E8D-FD4CC72CE52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ED7CC6-37F4-4C6C-B721-56971F9787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55A57A-BC3A-42C9-8FEF-3C2F9BA2DD2D}" type="datetimeFigureOut">
              <a:rPr lang="en-AU" smtClean="0"/>
              <a:t>17/02/2021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15FBF6-B05C-42C2-AE94-845EB3B012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F9E22D-B8A6-4E94-9634-7DCB056401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E659C1-7E71-4F65-B863-C592CBDBFD4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687384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FFEAF6-F882-4380-8059-125127DFC8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DA5E0B-7B9B-404E-8E4A-F0D5140978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ADB06B-2543-4399-B6F5-5C1FAD0C07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55A57A-BC3A-42C9-8FEF-3C2F9BA2DD2D}" type="datetimeFigureOut">
              <a:rPr lang="en-AU" smtClean="0"/>
              <a:t>17/02/2021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25B314-A74F-4B3B-ACD5-BFB9601B6F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113E2D-818E-459C-B47E-1CA97D72D9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E659C1-7E71-4F65-B863-C592CBDBFD4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460995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DDB9FC-292A-48A9-9639-746A05F4A6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BFAFAE-B9C4-42D0-AA5C-3573D0EC3E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99DEBA-95CD-44EC-B826-D193DD2BD8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55A57A-BC3A-42C9-8FEF-3C2F9BA2DD2D}" type="datetimeFigureOut">
              <a:rPr lang="en-AU" smtClean="0"/>
              <a:t>17/02/2021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174461-9B6A-40BE-93D7-37665F1D49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BE2F25-893D-4401-A89E-1A78892BE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E659C1-7E71-4F65-B863-C592CBDBFD4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047695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FA9A5C-2FD4-44A1-90EF-53A68F97FA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CA3CBD-44D8-4D4F-B4F7-0E41434BB66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9683955-F4B3-4BB4-8F55-685733DF79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D36288-0145-4B04-AAFF-F47E42FEF0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55A57A-BC3A-42C9-8FEF-3C2F9BA2DD2D}" type="datetimeFigureOut">
              <a:rPr lang="en-AU" smtClean="0"/>
              <a:t>17/02/2021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F218DDA-1B89-4834-BED8-1132C10BF6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B8B7B94-5435-4160-A19D-B605D5DCAB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E659C1-7E71-4F65-B863-C592CBDBFD4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437141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020C61-C8A0-4704-A6B7-BD59309630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A46283-E135-41E3-8728-F65CF17DD9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77B9E72-B5B3-4D75-A2DB-C550B7E1408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BB1BA1E-62F9-4593-BB96-CFE1C099E5E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9B4FE4A-DB9C-4C36-8A0B-FD5EF5659E9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880EC85-7987-40E2-B3CC-542E8B95E9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55A57A-BC3A-42C9-8FEF-3C2F9BA2DD2D}" type="datetimeFigureOut">
              <a:rPr lang="en-AU" smtClean="0"/>
              <a:t>17/02/2021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854D222-E334-41FF-A764-E882A5E361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49FD335-AF0D-4E5F-A2FC-4CE1794253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E659C1-7E71-4F65-B863-C592CBDBFD4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032029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D05FD9-3A05-4F17-9AB6-EEADC0AF8C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22D582D-C751-49D7-B998-6AAAD5BDE6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55A57A-BC3A-42C9-8FEF-3C2F9BA2DD2D}" type="datetimeFigureOut">
              <a:rPr lang="en-AU" smtClean="0"/>
              <a:t>17/02/2021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53F679B-8010-4A95-B824-37D84CE6E3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822BF8-1F1A-4E8F-B0A6-FEBD7D420C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E659C1-7E71-4F65-B863-C592CBDBFD4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740995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755D30F-CAC1-4C97-80C9-074E2A1445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55A57A-BC3A-42C9-8FEF-3C2F9BA2DD2D}" type="datetimeFigureOut">
              <a:rPr lang="en-AU" smtClean="0"/>
              <a:t>17/02/2021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F1B181F-CADB-4EA0-B06D-A195148297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9B024F-90A2-4892-BCF5-C1F9AEB22C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E659C1-7E71-4F65-B863-C592CBDBFD4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554647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4B9151-F5A6-4C9E-A5FF-89664CE34B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D7350C-50FF-4DA0-B900-B4CF13FAB2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478A7B8-0D42-4FBE-B06C-9E77A88117F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009C3A9-7143-4924-821F-04770DFA31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55A57A-BC3A-42C9-8FEF-3C2F9BA2DD2D}" type="datetimeFigureOut">
              <a:rPr lang="en-AU" smtClean="0"/>
              <a:t>17/02/2021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19370D-30A2-4864-89AE-A075BF2315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FB04BA5-CF36-411C-BC2A-E5ECDF230C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E659C1-7E71-4F65-B863-C592CBDBFD4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628712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C0B0BC-B1EC-44A5-AB88-FE01D2F929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BD31CE7-B256-473E-B457-8764B7CF2F2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ABAB0A7-DB22-4110-BF71-D71BE30F97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05C058-1A0E-4C6B-A720-7CFD80D029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55A57A-BC3A-42C9-8FEF-3C2F9BA2DD2D}" type="datetimeFigureOut">
              <a:rPr lang="en-AU" smtClean="0"/>
              <a:t>17/02/2021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E1A405-1180-40C9-8299-682A1A0459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8E9130A-77A1-49BE-ACAD-DF669AF0B8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E659C1-7E71-4F65-B863-C592CBDBFD4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020473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DAC7E9-34DF-4CC8-9C47-ED8CF76BF8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218CF14-BA35-4AC8-9B01-A30DEE977C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43ABD8-75A0-42BE-B65F-2D6940C5F7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55A57A-BC3A-42C9-8FEF-3C2F9BA2DD2D}" type="datetimeFigureOut">
              <a:rPr lang="en-AU" smtClean="0"/>
              <a:t>17/02/2021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988D0C-9019-4507-AA69-31C5409BB4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298BD7-1C7E-47FD-BD76-77E8B70E20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E659C1-7E71-4F65-B863-C592CBDBFD4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481992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C43FE4F-9772-4DED-816D-60E82367E7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00FE370-0B3E-47B2-9480-CF0A156E141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F1B21F-75B2-422C-A413-DD0B765075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55A57A-BC3A-42C9-8FEF-3C2F9BA2DD2D}" type="datetimeFigureOut">
              <a:rPr lang="en-AU" smtClean="0"/>
              <a:t>17/02/2021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B79F70-86AC-45AE-8054-F9771EA51A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221E76-2D8E-4A68-B77E-EC6157D0FC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E659C1-7E71-4F65-B863-C592CBDBFD4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545322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EC278A1-4AAF-4D28-AEBE-8604604AA3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FD3E3A-A175-4899-804C-8C9241BB07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8BA423-A93F-48C3-962F-C12C2470232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755A57A-BC3A-42C9-8FEF-3C2F9BA2DD2D}" type="datetimeFigureOut">
              <a:rPr lang="en-AU" smtClean="0"/>
              <a:t>17/02/2021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802DB6-06CD-43A1-9717-9A630BF4D29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66B2DF-AA35-4878-88D3-D3EC2BD41D3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E659C1-7E71-4F65-B863-C592CBDBFD4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236162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tiff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E0B711-EC04-4328-BA3C-D312B35E07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75499"/>
            <a:ext cx="9144000" cy="841191"/>
          </a:xfrm>
        </p:spPr>
        <p:txBody>
          <a:bodyPr>
            <a:normAutofit fontScale="90000"/>
          </a:bodyPr>
          <a:lstStyle/>
          <a:p>
            <a:r>
              <a:rPr lang="en-US" dirty="0"/>
              <a:t>Topic: Measurement</a:t>
            </a:r>
            <a:endParaRPr lang="en-AU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FD656DC-C7F4-4C74-A9D1-FED7285DB94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1035716"/>
            <a:ext cx="9144000" cy="642703"/>
          </a:xfrm>
        </p:spPr>
        <p:txBody>
          <a:bodyPr/>
          <a:lstStyle/>
          <a:p>
            <a:r>
              <a:rPr lang="en-US" dirty="0"/>
              <a:t>EQ: How do we calculate the volume of prisms?</a:t>
            </a:r>
            <a:endParaRPr lang="en-A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F288F43-77B5-4149-8386-E7F5734F6EBC}"/>
              </a:ext>
            </a:extLst>
          </p:cNvPr>
          <p:cNvSpPr txBox="1"/>
          <p:nvPr/>
        </p:nvSpPr>
        <p:spPr>
          <a:xfrm>
            <a:off x="272716" y="1613118"/>
            <a:ext cx="11646568" cy="33547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Get your VIVO’s</a:t>
            </a:r>
          </a:p>
          <a:p>
            <a:pPr marL="285750" indent="-285750">
              <a:buFontTx/>
              <a:buChar char="-"/>
            </a:pPr>
            <a:r>
              <a:rPr lang="en-US" dirty="0"/>
              <a:t>Topic and EQ in Interactive Notebook</a:t>
            </a:r>
          </a:p>
          <a:p>
            <a:endParaRPr lang="en-US" dirty="0"/>
          </a:p>
          <a:p>
            <a:pPr marL="285750" indent="-285750">
              <a:buFontTx/>
              <a:buChar char="-"/>
            </a:pPr>
            <a:r>
              <a:rPr lang="en-US" dirty="0"/>
              <a:t>NO PHONES OR </a:t>
            </a:r>
            <a:r>
              <a:rPr lang="en-US"/>
              <a:t>EAR BUDS</a:t>
            </a:r>
          </a:p>
          <a:p>
            <a:pPr marL="285750" indent="-285750">
              <a:buFontTx/>
              <a:buChar char="-"/>
            </a:pPr>
            <a:endParaRPr lang="en-US" dirty="0"/>
          </a:p>
          <a:p>
            <a:pPr marL="285750" indent="-285750">
              <a:buFontTx/>
              <a:buChar char="-"/>
            </a:pPr>
            <a:r>
              <a:rPr lang="en-US" dirty="0"/>
              <a:t>Assessment 1 is due tomorrow</a:t>
            </a:r>
          </a:p>
          <a:p>
            <a:endParaRPr lang="en-US" dirty="0"/>
          </a:p>
          <a:p>
            <a:pPr marL="285750" indent="-285750">
              <a:buFontTx/>
              <a:buChar char="-"/>
            </a:pPr>
            <a:r>
              <a:rPr lang="en-US" dirty="0"/>
              <a:t>2 topic and EQ’s today</a:t>
            </a:r>
          </a:p>
          <a:p>
            <a:pPr marL="285750" indent="-285750">
              <a:buFontTx/>
              <a:buChar char="-"/>
            </a:pPr>
            <a:r>
              <a:rPr lang="en-US" dirty="0"/>
              <a:t>Now complete the following before lesson begins and BE PREPARED TO SHARE: </a:t>
            </a:r>
          </a:p>
          <a:p>
            <a:pPr marL="800100" lvl="1" indent="-342900">
              <a:buAutoNum type="arabicPeriod"/>
            </a:pPr>
            <a:r>
              <a:rPr lang="en-US" dirty="0"/>
              <a:t>Fill in as many of the formulas on the formula card as possible</a:t>
            </a:r>
          </a:p>
          <a:p>
            <a:pPr marL="800100" lvl="1" indent="-342900">
              <a:buAutoNum type="arabicPeriod"/>
            </a:pPr>
            <a:r>
              <a:rPr lang="en-US" dirty="0"/>
              <a:t>Turn over and sketch or write a question relating to the use of the formula and then solve</a:t>
            </a:r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317DF51D-0D32-49F8-9913-D887FA6947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1430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AU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		</a:t>
            </a:r>
            <a:endParaRPr kumimoji="0" lang="en-AU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0015A4BA-22D2-4AEF-8F90-54ABC86565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1463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245226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1524000" y="691970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1524000" y="1203241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631861" y="-37506"/>
            <a:ext cx="48404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3942349" y="1213260"/>
            <a:ext cx="16205" cy="5826161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8963175" y="106357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31860" y="742447"/>
            <a:ext cx="86406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How do you find the volume of a prism? 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4347076" y="826861"/>
            <a:ext cx="4831131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AU" dirty="0"/>
          </a:p>
          <a:p>
            <a:endParaRPr lang="en-AU" dirty="0"/>
          </a:p>
          <a:p>
            <a:pPr algn="ctr"/>
            <a:r>
              <a:rPr lang="en-AU" dirty="0">
                <a:solidFill>
                  <a:srgbClr val="000000"/>
                </a:solidFill>
              </a:rPr>
              <a:t>For solids with identical cross-sections</a:t>
            </a:r>
          </a:p>
          <a:p>
            <a:pPr algn="ctr"/>
            <a:endParaRPr lang="en-AU" dirty="0">
              <a:solidFill>
                <a:srgbClr val="000000"/>
              </a:solidFill>
            </a:endParaRPr>
          </a:p>
          <a:p>
            <a:pPr algn="ctr"/>
            <a:r>
              <a:rPr lang="en-AU" dirty="0">
                <a:solidFill>
                  <a:srgbClr val="000000"/>
                </a:solidFill>
              </a:rPr>
              <a:t>Volume = Area of Base x Height</a:t>
            </a:r>
          </a:p>
          <a:p>
            <a:endParaRPr lang="en-AU" dirty="0"/>
          </a:p>
        </p:txBody>
      </p:sp>
      <p:sp>
        <p:nvSpPr>
          <p:cNvPr id="13" name="TextBox 12"/>
          <p:cNvSpPr txBox="1"/>
          <p:nvPr/>
        </p:nvSpPr>
        <p:spPr>
          <a:xfrm>
            <a:off x="2223766" y="276208"/>
            <a:ext cx="293772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b="1" dirty="0"/>
              <a:t>Topic :  Measurement</a:t>
            </a:r>
            <a:endParaRPr lang="en-AU" sz="2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5A5E5B0-36AE-6840-8D5F-96F91C3B245A}"/>
              </a:ext>
            </a:extLst>
          </p:cNvPr>
          <p:cNvSpPr txBox="1"/>
          <p:nvPr/>
        </p:nvSpPr>
        <p:spPr>
          <a:xfrm>
            <a:off x="1659365" y="2203935"/>
            <a:ext cx="215988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How do I calculate the volume of a rectangular prism?</a:t>
            </a:r>
            <a:endParaRPr lang="en-US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6BD9BA1-135D-3348-9C22-4CADFBC1C4FD}"/>
              </a:ext>
            </a:extLst>
          </p:cNvPr>
          <p:cNvSpPr txBox="1"/>
          <p:nvPr/>
        </p:nvSpPr>
        <p:spPr>
          <a:xfrm>
            <a:off x="4109157" y="2480934"/>
            <a:ext cx="640578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GB" dirty="0">
              <a:solidFill>
                <a:srgbClr val="FF0000"/>
              </a:solidFill>
            </a:endParaRPr>
          </a:p>
          <a:p>
            <a:endParaRPr lang="en-GB" dirty="0">
              <a:solidFill>
                <a:srgbClr val="FF0000"/>
              </a:solidFill>
            </a:endParaRPr>
          </a:p>
          <a:p>
            <a:r>
              <a:rPr lang="en-GB" dirty="0">
                <a:solidFill>
                  <a:srgbClr val="FF0000"/>
                </a:solidFill>
              </a:rPr>
              <a:t>Volume of rectangular prism = length x width x height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0AA1D7D1-B59B-425E-A73B-65C6EEECC080}"/>
                  </a:ext>
                </a:extLst>
              </p:cNvPr>
              <p:cNvSpPr/>
              <p:nvPr/>
            </p:nvSpPr>
            <p:spPr>
              <a:xfrm>
                <a:off x="4175626" y="4601261"/>
                <a:ext cx="7914444" cy="48346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GB" dirty="0">
                    <a:solidFill>
                      <a:srgbClr val="FF0000"/>
                    </a:solidFill>
                  </a:rPr>
                  <a:t>Volume of triangular prism = (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GB" dirty="0">
                    <a:solidFill>
                      <a:srgbClr val="FF0000"/>
                    </a:solidFill>
                  </a:rPr>
                  <a:t>base x height of triangular base) x height of prism</a:t>
                </a:r>
              </a:p>
            </p:txBody>
          </p:sp>
        </mc:Choice>
        <mc:Fallback xmlns="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0AA1D7D1-B59B-425E-A73B-65C6EEECC08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75626" y="4601261"/>
                <a:ext cx="7914444" cy="483466"/>
              </a:xfrm>
              <a:prstGeom prst="rect">
                <a:avLst/>
              </a:prstGeom>
              <a:blipFill>
                <a:blip r:embed="rId3"/>
                <a:stretch>
                  <a:fillRect l="-693" b="-886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>
            <a:extLst>
              <a:ext uri="{FF2B5EF4-FFF2-40B4-BE49-F238E27FC236}">
                <a16:creationId xmlns:a16="http://schemas.microsoft.com/office/drawing/2014/main" id="{978F69DF-F163-439D-9E0B-F19E9C37A5E2}"/>
              </a:ext>
            </a:extLst>
          </p:cNvPr>
          <p:cNvSpPr txBox="1"/>
          <p:nvPr/>
        </p:nvSpPr>
        <p:spPr>
          <a:xfrm>
            <a:off x="1782465" y="4466717"/>
            <a:ext cx="215988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How do I calculate the volume of a triangular prism?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96131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27" grpId="0"/>
      <p:bldP spid="1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91544" y="42990"/>
            <a:ext cx="8229600" cy="1143000"/>
          </a:xfrm>
        </p:spPr>
        <p:txBody>
          <a:bodyPr/>
          <a:lstStyle/>
          <a:p>
            <a:r>
              <a:rPr lang="en-GB" dirty="0"/>
              <a:t>I Do</a:t>
            </a:r>
          </a:p>
        </p:txBody>
      </p:sp>
      <p:sp>
        <p:nvSpPr>
          <p:cNvPr id="16" name="Cube 15">
            <a:extLst>
              <a:ext uri="{FF2B5EF4-FFF2-40B4-BE49-F238E27FC236}">
                <a16:creationId xmlns:a16="http://schemas.microsoft.com/office/drawing/2014/main" id="{A7BAC778-AEC3-144F-BCED-F55F1F743C26}"/>
              </a:ext>
            </a:extLst>
          </p:cNvPr>
          <p:cNvSpPr/>
          <p:nvPr/>
        </p:nvSpPr>
        <p:spPr>
          <a:xfrm>
            <a:off x="2459596" y="2852936"/>
            <a:ext cx="2304256" cy="1080120"/>
          </a:xfrm>
          <a:prstGeom prst="cube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BD71066-F8C6-6647-B90A-F7F34F2BE1D7}"/>
              </a:ext>
            </a:extLst>
          </p:cNvPr>
          <p:cNvSpPr txBox="1"/>
          <p:nvPr/>
        </p:nvSpPr>
        <p:spPr>
          <a:xfrm>
            <a:off x="1919536" y="3208330"/>
            <a:ext cx="9361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7cm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6766836-F58E-864B-B7A2-284070A94DCD}"/>
              </a:ext>
            </a:extLst>
          </p:cNvPr>
          <p:cNvSpPr txBox="1"/>
          <p:nvPr/>
        </p:nvSpPr>
        <p:spPr>
          <a:xfrm>
            <a:off x="3107668" y="3933056"/>
            <a:ext cx="9361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15cm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AA0FBB5-C2C0-8D4A-9F20-F9F88C0729FC}"/>
              </a:ext>
            </a:extLst>
          </p:cNvPr>
          <p:cNvSpPr txBox="1"/>
          <p:nvPr/>
        </p:nvSpPr>
        <p:spPr>
          <a:xfrm>
            <a:off x="4510336" y="3716124"/>
            <a:ext cx="9361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4cm</a:t>
            </a:r>
          </a:p>
        </p:txBody>
      </p:sp>
    </p:spTree>
    <p:extLst>
      <p:ext uri="{BB962C8B-B14F-4D97-AF65-F5344CB8AC3E}">
        <p14:creationId xmlns:p14="http://schemas.microsoft.com/office/powerpoint/2010/main" val="15539073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/>
      <p:bldP spid="18" grpId="0"/>
      <p:bldP spid="19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We Do- on your whiteboards. Timed 2 mins</a:t>
            </a:r>
          </a:p>
        </p:txBody>
      </p:sp>
      <p:sp>
        <p:nvSpPr>
          <p:cNvPr id="4" name="Cube 3">
            <a:extLst>
              <a:ext uri="{FF2B5EF4-FFF2-40B4-BE49-F238E27FC236}">
                <a16:creationId xmlns:a16="http://schemas.microsoft.com/office/drawing/2014/main" id="{06026B5E-0077-A945-95CD-2917B4256C2B}"/>
              </a:ext>
            </a:extLst>
          </p:cNvPr>
          <p:cNvSpPr/>
          <p:nvPr/>
        </p:nvSpPr>
        <p:spPr>
          <a:xfrm>
            <a:off x="5915980" y="2420888"/>
            <a:ext cx="1152128" cy="1696834"/>
          </a:xfrm>
          <a:prstGeom prst="cube">
            <a:avLst/>
          </a:prstGeom>
          <a:solidFill>
            <a:schemeClr val="bg1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5708E73-0A72-3742-8E92-7AC0AE35A0B0}"/>
              </a:ext>
            </a:extLst>
          </p:cNvPr>
          <p:cNvSpPr txBox="1"/>
          <p:nvPr/>
        </p:nvSpPr>
        <p:spPr>
          <a:xfrm>
            <a:off x="6350585" y="2103693"/>
            <a:ext cx="9361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7m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D34BD04-F0CC-E349-AA82-F2D296363D44}"/>
              </a:ext>
            </a:extLst>
          </p:cNvPr>
          <p:cNvSpPr txBox="1"/>
          <p:nvPr/>
        </p:nvSpPr>
        <p:spPr>
          <a:xfrm>
            <a:off x="7068108" y="3023664"/>
            <a:ext cx="9361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12m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13080BE-B3D0-D942-8A61-EC549E9DD904}"/>
              </a:ext>
            </a:extLst>
          </p:cNvPr>
          <p:cNvSpPr txBox="1"/>
          <p:nvPr/>
        </p:nvSpPr>
        <p:spPr>
          <a:xfrm>
            <a:off x="6852084" y="3900790"/>
            <a:ext cx="9361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7m</a:t>
            </a:r>
          </a:p>
        </p:txBody>
      </p:sp>
    </p:spTree>
    <p:extLst>
      <p:ext uri="{BB962C8B-B14F-4D97-AF65-F5344CB8AC3E}">
        <p14:creationId xmlns:p14="http://schemas.microsoft.com/office/powerpoint/2010/main" val="41941198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  <p:bldP spid="6" grpId="0"/>
      <p:bldP spid="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91544" y="42990"/>
            <a:ext cx="8229600" cy="1143000"/>
          </a:xfrm>
        </p:spPr>
        <p:txBody>
          <a:bodyPr/>
          <a:lstStyle/>
          <a:p>
            <a:r>
              <a:rPr lang="en-GB" dirty="0"/>
              <a:t>I Do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9E8E072-B15C-4235-9F23-039026CF35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4969" y="1684088"/>
            <a:ext cx="5447427" cy="28970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11048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We Do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F661F69-55A1-4CCB-99C8-334CD8D332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5763" y="1624013"/>
            <a:ext cx="3800475" cy="3609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35842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Gallery Walk- BE PREPARED TO SHARE</a:t>
            </a:r>
            <a:br>
              <a:rPr lang="en-GB" dirty="0"/>
            </a:br>
            <a:br>
              <a:rPr lang="en-GB" dirty="0"/>
            </a:br>
            <a:endParaRPr lang="en-GB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68F72CB-2CAE-4EFF-8DD2-01FFE5EAB263}"/>
              </a:ext>
            </a:extLst>
          </p:cNvPr>
          <p:cNvSpPr txBox="1"/>
          <p:nvPr/>
        </p:nvSpPr>
        <p:spPr>
          <a:xfrm>
            <a:off x="838200" y="1419225"/>
            <a:ext cx="900112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dirty="0"/>
              <a:t>You will be asked to find the surface area and volume of 2 prisms</a:t>
            </a:r>
          </a:p>
          <a:p>
            <a:pPr marL="342900" indent="-342900">
              <a:buAutoNum type="arabicPeriod"/>
            </a:pPr>
            <a:r>
              <a:rPr lang="en-US" dirty="0"/>
              <a:t>10 mins to complete showing step wise working out</a:t>
            </a:r>
          </a:p>
          <a:p>
            <a:pPr marL="342900" indent="-342900">
              <a:buAutoNum type="arabicPeriod"/>
            </a:pPr>
            <a:r>
              <a:rPr lang="en-US" dirty="0"/>
              <a:t>Hang up on whiteboard at the back of room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9941403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28328" y="0"/>
            <a:ext cx="8229600" cy="1143000"/>
          </a:xfrm>
        </p:spPr>
        <p:txBody>
          <a:bodyPr>
            <a:normAutofit/>
          </a:bodyPr>
          <a:lstStyle/>
          <a:p>
            <a:r>
              <a:rPr lang="en-AU" sz="3600" dirty="0"/>
              <a:t>You Do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839E83A-ED25-8343-BD79-5313FE2ADD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22365" y="1143000"/>
            <a:ext cx="7063060" cy="55260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41279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83480D9-0C54-4B96-BD67-5CD37FE3D3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29095"/>
            <a:ext cx="9144000" cy="67998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98648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389</Words>
  <Application>Microsoft Office PowerPoint</Application>
  <PresentationFormat>Widescreen</PresentationFormat>
  <Paragraphs>60</Paragraphs>
  <Slides>9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Arial</vt:lpstr>
      <vt:lpstr>Calibri</vt:lpstr>
      <vt:lpstr>Calibri Light</vt:lpstr>
      <vt:lpstr>Cambria Math</vt:lpstr>
      <vt:lpstr>Times New Roman</vt:lpstr>
      <vt:lpstr>Office Theme</vt:lpstr>
      <vt:lpstr>Topic: Measurement</vt:lpstr>
      <vt:lpstr>PowerPoint Presentation</vt:lpstr>
      <vt:lpstr>I Do</vt:lpstr>
      <vt:lpstr>We Do- on your whiteboards. Timed 2 mins</vt:lpstr>
      <vt:lpstr>I Do</vt:lpstr>
      <vt:lpstr>We Do</vt:lpstr>
      <vt:lpstr>Gallery Walk- BE PREPARED TO SHARE  </vt:lpstr>
      <vt:lpstr>You Do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Topic: Measurement</dc:title>
  <dc:creator>Sarah JAMES</dc:creator>
  <cp:lastModifiedBy>Sarah JAMES</cp:lastModifiedBy>
  <cp:revision>1</cp:revision>
  <dcterms:created xsi:type="dcterms:W3CDTF">2021-02-17T11:36:55Z</dcterms:created>
  <dcterms:modified xsi:type="dcterms:W3CDTF">2021-02-17T11:37:53Z</dcterms:modified>
</cp:coreProperties>
</file>