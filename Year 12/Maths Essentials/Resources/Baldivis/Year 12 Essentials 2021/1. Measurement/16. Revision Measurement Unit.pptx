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3-03T01:30:44.281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1 248,'53'-89,"-50"84,0 0,0 0,0 0,1 0,0 0,0 1,0 0,1 0,-1 0,1 0,0 1,0-1,0 1,0 1,1-1,-1 1,1 0,0 0,-1 0,1 1,0 0,0 0,0 1,0-1,5 2,7-1,-1-1,1-1,14-3,-27 4,-1 0,1 0,-1-1,1 1,-1-1,0 0,0-1,0 1,0-1,0 1,0-1,-1 0,1-1,-1 1,0-1,2-2,6-11,-1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03-03T01:30:47.258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383 244,'-4'-4,"-7"-7,-5-5,0-5,2-3,0 3,-3-1,-7 5,0 0,0 3,0 4,-1 4,-1 3,0 1,-1-7,-4-7,-1-1,4 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5EE8-4C75-4F8E-A462-8896D7F5AA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7FBAC4-3707-42A7-849B-26EE2EC08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AEC15-0F4E-44B7-92E6-3AACF8CC5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94931-8B77-41E0-8646-A32869BC3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6E1E9-60EA-4B12-97D3-9C74AD5A7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54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8BB4-9976-4EA0-BCBD-8E60633E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2ADBB-61A0-4BE9-8A77-3C25FF5F7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460C2-7C06-44E7-99E7-06724A95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B7132-8A6F-48CB-B691-A16C9584D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A9372-85FF-4CFD-A053-3D7FD79EA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50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FFB93-84AE-4377-9977-0FAC6158B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AC229-F16A-4DE9-A20F-35CB49448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91DC3-D66C-49FA-AFC1-585482DF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6D98C-7F68-4162-8B5C-0AAB175F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6A3BE-A5ED-497B-B101-C34716CF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652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56E2-C939-45A3-A42F-F5DDF1BFC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1B153-CCA0-4B3E-A609-0126D22DF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AAE0A-9551-417C-AD81-46A6A6412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BD52-2A05-431C-BC15-69E63842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7CEA2-C846-4AF1-B60B-3A9981387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947F1-C292-42A3-B9CF-3D1C06CAB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0973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0595-0FF5-4567-BDAF-909821D3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D2F5C-6ACB-4C6E-8BB7-6B7B2C11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B4421-7C9C-4352-8E9F-0FEC39C2E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76624-5DAA-4BDC-945C-0F2715D53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30274F-A16F-41EA-9F7F-F1A99BFD6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8BC63B-C1CC-4E15-AF89-3B2D75FA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79C6F8-3B7F-491B-B2C6-933A5D8E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4A2DE2-681D-4C7D-A3E5-A73108499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8738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AA0C-9439-436A-836D-55BBCEA9E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1273E-0BD6-47F6-B39D-466FC379D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A2EE95-B54D-43AF-A3E0-3CC73E80E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50E5D9-FF93-41F7-8353-A92286B3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435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51D93-6620-4A7C-8228-23419C30B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64750-480E-48CD-BFF6-A0F086322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2B528-CD9F-4536-B2D5-B6CE20790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5535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441C2-7308-4D9C-9610-396EF288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1046-109F-495E-B35E-01BFE7A3B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C288A4-114F-4E44-AD69-955798E25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B0FB4-DBCA-465F-8C6D-0103033A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BC37C-908C-4C1D-BE7D-1D56F2549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716A-91B2-4B65-B8F1-F431C541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3385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2F34-E1B2-4FAC-8D71-589AB0ECB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BE5EE-702F-422A-9551-D677F8027E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6432C7-03BD-4D92-85A4-2BF2B0586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CC7B4F-76B0-49F6-B001-A8B4862A2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1F2F1-E3E4-4423-8827-F4462F23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F851-EAA8-4815-8D8A-2149E61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17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D81D0-CD6A-42D4-82A7-77ED9011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CBD879-68E6-4967-89D6-8DBF286C7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C0887-74D8-4870-AD4F-15017B8B0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1EA4-ECB2-4886-9AC7-D4F377E0E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818A4-A6DA-496A-98DD-85482549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5087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A01841-064B-47B9-9B29-7903ABF686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F98C3A-A901-4118-BF63-A5F9A7A42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79E04-2397-4DA1-8B8C-B1DEFCDF3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AC355-1A85-467F-B2F7-79BA9AF8E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B842F-4F3C-4109-B9A7-28BC730C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900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21DA-6BC5-4B84-892F-E9ED2CEC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6FBD5-5A80-4290-9700-7B0502C91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8A7A9-CD43-4696-A39B-0EF1AAC0AE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51674E-DC3B-4A72-BDD4-75C400CFDCAE}" type="datetimeFigureOut">
              <a:rPr lang="en-AU" smtClean="0"/>
              <a:t>23/02/2021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4AE1D-9FA4-4ADB-9AAA-EF2A0222F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00515-8331-4B4D-8213-26085B20D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D48C7-E3BB-42E1-B560-6954EE649B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5559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7430-C67A-4941-8680-2C3B1E44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455" y="1227773"/>
            <a:ext cx="9144000" cy="830262"/>
          </a:xfrm>
        </p:spPr>
        <p:txBody>
          <a:bodyPr>
            <a:normAutofit fontScale="90000"/>
          </a:bodyPr>
          <a:lstStyle/>
          <a:p>
            <a:r>
              <a:rPr lang="en-US" dirty="0"/>
              <a:t>Revision</a:t>
            </a:r>
            <a:br>
              <a:rPr lang="en-US" dirty="0"/>
            </a:b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157335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C4A6A-489C-46B6-9370-37CF4873A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60500"/>
            <a:ext cx="10515600" cy="4302125"/>
          </a:xfrm>
        </p:spPr>
        <p:txBody>
          <a:bodyPr>
            <a:normAutofit fontScale="90000"/>
          </a:bodyPr>
          <a:lstStyle/>
          <a:p>
            <a:r>
              <a:rPr lang="en-US" dirty="0"/>
              <a:t>Now while you are working on your Investigation 1 (Pool design) and before we start our next topic, you need to do some  24-7-</a:t>
            </a:r>
            <a:r>
              <a:rPr lang="en-US" dirty="0">
                <a:highlight>
                  <a:srgbClr val="FFFF00"/>
                </a:highlight>
              </a:rPr>
              <a:t>30</a:t>
            </a:r>
            <a:r>
              <a:rPr lang="en-US" dirty="0"/>
              <a:t> revision.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Use your formula card to help you.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Test 1 will include this measurement unit as well as our next unit on right-angled triangles- Check your assessment planner that is glued into your INB’s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2224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7430-C67A-4941-8680-2C3B1E44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455" y="1227773"/>
            <a:ext cx="9144000" cy="830262"/>
          </a:xfrm>
        </p:spPr>
        <p:txBody>
          <a:bodyPr>
            <a:normAutofit fontScale="90000"/>
          </a:bodyPr>
          <a:lstStyle/>
          <a:p>
            <a:r>
              <a:rPr lang="en-US" dirty="0"/>
              <a:t>Mid point check- grab your whiteboards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2CD0CC-46BF-4C94-9FE2-3687DD70A8D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83280" y="2265680"/>
            <a:ext cx="5770880" cy="358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51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37430-C67A-4941-8680-2C3B1E44B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7455" y="1227773"/>
            <a:ext cx="9144000" cy="830262"/>
          </a:xfrm>
        </p:spPr>
        <p:txBody>
          <a:bodyPr>
            <a:normAutofit fontScale="90000"/>
          </a:bodyPr>
          <a:lstStyle/>
          <a:p>
            <a:r>
              <a:rPr lang="en-US" dirty="0"/>
              <a:t>Exit pass- grab your whiteboards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AD0BA9-028A-46E2-AD83-072FEC039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2257425"/>
            <a:ext cx="7248525" cy="2343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A43DA8-0E1C-4822-B8FC-FFE9852523C9}"/>
              </a:ext>
            </a:extLst>
          </p:cNvPr>
          <p:cNvSpPr txBox="1"/>
          <p:nvPr/>
        </p:nvSpPr>
        <p:spPr>
          <a:xfrm>
            <a:off x="1381125" y="5486400"/>
            <a:ext cx="503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a) walls 20m2    roof 17m</a:t>
            </a:r>
          </a:p>
          <a:p>
            <a:r>
              <a:rPr lang="en-US" dirty="0"/>
              <a:t>b) steel for walls $500     steel for roof: 17x 35= $595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239E69A-8C13-4D1E-90BA-4BB6ED130140}"/>
                  </a:ext>
                </a:extLst>
              </p14:cNvPr>
              <p14:cNvContentPartPr/>
              <p14:nvPr/>
            </p14:nvContentPartPr>
            <p14:xfrm>
              <a:off x="8200875" y="3177705"/>
              <a:ext cx="129600" cy="89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239E69A-8C13-4D1E-90BA-4BB6ED1301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92235" y="3169065"/>
                <a:ext cx="147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382253-ADD7-42C6-A11A-6583156545AE}"/>
                  </a:ext>
                </a:extLst>
              </p14:cNvPr>
              <p14:cNvContentPartPr/>
              <p14:nvPr/>
            </p14:nvContentPartPr>
            <p14:xfrm>
              <a:off x="7815315" y="2988345"/>
              <a:ext cx="138240" cy="88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382253-ADD7-42C6-A11A-6583156545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06315" y="2979345"/>
                <a:ext cx="155880" cy="10584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FF1A23A2-FD0C-4BF3-A052-85945D0D3C34}"/>
              </a:ext>
            </a:extLst>
          </p:cNvPr>
          <p:cNvSpPr txBox="1"/>
          <p:nvPr/>
        </p:nvSpPr>
        <p:spPr>
          <a:xfrm>
            <a:off x="8310311" y="3016890"/>
            <a:ext cx="676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2.5m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5800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103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Revision </vt:lpstr>
      <vt:lpstr>Now while you are working on your Investigation 1 (Pool design) and before we start our next topic, you need to do some  24-7-30 revision.  Use your formula card to help you.  Test 1 will include this measurement unit as well as our next unit on right-angled triangles- Check your assessment planner that is glued into your INB’s</vt:lpstr>
      <vt:lpstr>Mid point check- grab your whiteboards</vt:lpstr>
      <vt:lpstr>Exit pass- grab your whiteboards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</dc:title>
  <dc:creator>Sarah JAMES</dc:creator>
  <cp:lastModifiedBy>Sarah JAMES</cp:lastModifiedBy>
  <cp:revision>1</cp:revision>
  <dcterms:created xsi:type="dcterms:W3CDTF">2021-02-23T03:31:19Z</dcterms:created>
  <dcterms:modified xsi:type="dcterms:W3CDTF">2021-02-23T03:37:01Z</dcterms:modified>
</cp:coreProperties>
</file>