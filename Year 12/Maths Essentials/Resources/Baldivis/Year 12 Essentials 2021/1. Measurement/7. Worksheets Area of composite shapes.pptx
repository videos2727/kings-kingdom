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1" r:id="rId3"/>
    <p:sldId id="338" r:id="rId4"/>
    <p:sldId id="32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4A64-3238-49D9-B0B0-B49CD36BE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0FE36-3B2B-49C4-9431-25942441E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C1B5-4206-448F-B5A7-15467133C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ECE59-7208-4BE2-8562-9B037C5D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2FCB-667C-49A7-8219-B95A9CF9A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79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460C-A06B-41CA-A070-C16F8F8E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83FE-4D3F-4532-9756-3CDC5CE0F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E0E69-1E86-4858-AB12-77400D25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F915-F3E1-4C40-8CB2-AD0E8B50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CE1C5-EFA9-4CB5-9D6B-4B2D9DD0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737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2A01-4247-4055-A53D-4F3F02D8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EF90B-A509-484A-94D8-827F0CD0C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8BE66-09DA-4D0E-9B32-983A5AD4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2E69-3AB7-48C9-BE93-816A4B7C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D655E-838E-44F0-9C51-2ACFA75C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53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384D-CBBA-45D9-A5E6-4B6F400E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18A3-AE9B-408A-A5E1-856134935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294D2-D78A-4568-936F-2847FA72D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20445-D538-46EF-AEA4-BA6096A2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7665-5D62-48D3-A0EF-9BBE37EB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8A5B0-2312-4235-9C34-4D513119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75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DC1D-B5BC-47AB-8E50-069B8C06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5799C-614A-462C-8110-25ADBB384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90C0F-4899-43B4-A8FF-C0EF083C4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59FA1-DB53-43EF-A70A-FAE617898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6606D0-B5A7-485F-B058-632065F64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E15AE-D768-4835-892D-3353F7D7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8F4DD-424B-4E53-A6CE-219D656C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9159F-8BE2-48B3-83D5-A579B8D3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86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DF8B-DB33-4AC5-B17D-1DA9D16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817F5-CB25-4EA0-BC4F-16A82B5F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D39F1-8477-4A9F-8FAB-1C71D01C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6BDFD-345F-4FA4-A4C6-751CB677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54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DA74E-1647-41E9-9B18-D8FBC9E8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8723D-6D69-4AF5-8A16-679DF3AA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57047-A5F0-43C7-A5F8-8AF962F0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503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091D6-18B8-4A4D-BA10-724774CD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EC7D-DFD9-414E-8556-3A2F31409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8658A-B4B8-449F-80C9-39FA5CADD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6BB0F-E1E2-45BE-92D0-1C0B12644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AD82B-A050-476F-9F58-1F319499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84E21-A599-4CBA-8E78-1F958A64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95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34B2-FC86-4CCF-88E9-21266EDA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BF477-DD3A-4ABD-88B1-F8926EF24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27DE6-F09F-4AFA-A796-91AC5A290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4FD1-F876-4BC9-B2FB-6B1F5FF3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751B9-C0EC-4B31-8C6E-2DC8C612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56C0F-8F8D-4969-8A05-15F34C52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4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87D8-A070-4C74-A4DA-EB7646F0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E646F-DC17-4EE9-BCC7-687347F58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6CF36-27E8-4A34-AA7B-C09FA36D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C3C08-3363-4F37-BA5B-5BB738B1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8B27-828B-4E5D-ACEE-9F085A66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287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D9BC1-222D-4ECF-A602-5CF4629BC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934CB-9AEA-4081-AAB1-E689084F2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A46ED-0A8C-4BED-86C6-A7835BB3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0E9B-3633-4589-A081-FFF65DFC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303D7-7333-4E2A-95CA-7C8B8B8C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13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9251D-7F6C-44CE-A6A2-5799B8BB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8DDB-34C8-4765-B8DC-49B681A35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F4745-FE2C-414C-BEEC-A8066D35F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BA672-8B48-471A-85CC-A71C3EAFA292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00764-FF88-42E3-A6A8-8C7C544EB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F5D1D-96E5-4344-A8D5-701EE1D10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09751-3C12-4DC9-A78D-113FCA980E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19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8A52-FB44-41A4-ACDB-1B555589A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Worksheets/slides to be printed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A41BB-E6EE-49E2-87E2-38D6FCFC9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7. Area of composite shapes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676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2" y="908721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Worded 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BACCA-3522-40B8-88A7-E9A55A15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033462"/>
            <a:ext cx="7305675" cy="2219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94018E-D5FB-40E4-8825-E6C132159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3719830"/>
            <a:ext cx="7267575" cy="140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96FD3-BA32-489D-8D54-A3EAE9A1EC80}"/>
              </a:ext>
            </a:extLst>
          </p:cNvPr>
          <p:cNvSpPr txBox="1"/>
          <p:nvPr/>
        </p:nvSpPr>
        <p:spPr>
          <a:xfrm>
            <a:off x="843280" y="1033462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47CC7-FDE4-43D4-9DA2-21DCD17CA8DE}"/>
              </a:ext>
            </a:extLst>
          </p:cNvPr>
          <p:cNvSpPr txBox="1"/>
          <p:nvPr/>
        </p:nvSpPr>
        <p:spPr>
          <a:xfrm>
            <a:off x="843280" y="3708084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525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052736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75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Worksheets/slides to be printed</vt:lpstr>
      <vt:lpstr>You Do</vt:lpstr>
      <vt:lpstr>Worded questions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Worksheets/slides to be printed</dc:title>
  <dc:creator>JAMES Sarah [Baldivis Secondary College]</dc:creator>
  <cp:lastModifiedBy>JAMES Sarah [Baldivis Secondary College]</cp:lastModifiedBy>
  <cp:revision>1</cp:revision>
  <dcterms:created xsi:type="dcterms:W3CDTF">2021-02-04T00:06:01Z</dcterms:created>
  <dcterms:modified xsi:type="dcterms:W3CDTF">2021-02-04T00:07:08Z</dcterms:modified>
</cp:coreProperties>
</file>