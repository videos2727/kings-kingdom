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4" r:id="rId2"/>
    <p:sldId id="289" r:id="rId3"/>
    <p:sldId id="290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9E7A1-A8F5-4316-9CF2-4030BDBB312F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F25EA-F257-4491-B1AE-37F9C67819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67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100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363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617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42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D9631-E565-4191-9B0C-3DA43E1D6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D33D2-34F8-4163-B843-DB9F6DFBC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BBA8A-F3BF-4DE4-8EB9-13514729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B233F-2550-4BD6-80D1-42B586F0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49FA-274E-4782-8F41-05BED3B3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25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0DA7-72FF-4A79-9F02-84838177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03C5-7272-4943-B46C-78EF80540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4FF60-D91F-4836-A43B-F98D3CBD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419B5-A92F-47CD-AF98-C87AAB86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E7174-6B57-49E9-9479-79878E84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53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25A3-A0AC-49DD-A12B-BB0BFD2EE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9276-C000-4CF5-AF7F-F549F6193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5F5B8-B407-4257-A23D-53252130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E4246-5A32-4661-A3BF-9CC78B71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214DD-C8F3-4AFA-A31E-91F5DE82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40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1E25-E611-436F-938E-FA695E9A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95BEF-42FE-450E-9F65-C230EEA7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C5385-193E-4C92-B923-9F93EBB1C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4DC41-CB0E-4DF6-BF99-A441FC74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911E7-36CC-43CF-998C-394AF4D4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62F0-A7E1-4E92-ABF1-50332C13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83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87E6-2A41-4156-98AC-EF5EE5DC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2A0A8-18BD-4277-A060-BCEB0E87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F580E-CCD2-4C6D-ABA1-5EC0EE25C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D8C64-C65C-4E23-B550-199AFE03C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F1D89-64B8-4391-B96F-F8695C8F7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13BE6-D91F-49C2-A341-BEDB275D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55421-5847-4E25-9392-47FDB6E4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9F80C-EB22-48F4-B56A-8510F772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47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4645-2C36-489A-86E7-D0AF671C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4C850-663A-4042-8F27-45CC909D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8DB93-E051-454B-B037-DCC14BC4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290F4-FDA6-4AAB-B4D7-69227300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888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FE0EE-285D-48EF-AE27-11F19A03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76D1C-E046-4D79-9C04-24FB6A72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723BE-205F-45DA-83A5-FAC11AA6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49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EFFE-FDF7-4062-9E46-7CE79B51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15DD0-59B7-442B-8C9D-2B3872858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058EB-9A38-4775-AE48-54D6B196A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BF000-7291-4CD4-9B4B-95290690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7F69F-D959-4E8F-AB0B-D02F1658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2CA4-71C1-43A8-B424-5FBCC864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57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1F2C-46FE-4D0F-AE45-CC376AB36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3928A-DDC6-4CC8-AD98-D4398DA28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E899-683A-4ECE-A059-C1F2DAAEB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96694-E6B8-42ED-9962-6EAFDC16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027C8-A13D-420B-8FEF-34B47E0F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B671A-74F0-4686-806B-2D7962F8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86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9869-59BF-4EEC-91C8-9CF3EE36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C0F44-9381-4BB8-AA98-B244F017C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9E13E-27F1-4E08-B577-25A0E73A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B0863-362C-4FD7-9984-051D4417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076FC-7D8C-4399-8555-34CF807D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4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25272-2771-42E7-9388-925350C8D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15237-87D7-424E-8A01-0095EFBEE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A245-7375-4260-96B4-1AB36538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7BBAE-217F-4470-80D6-402045D8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768D-826F-4750-BF76-0E605544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760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AF3BD-9A4A-43C6-8CB4-E89F958C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F00C-29FB-45C2-A50C-813A3C7D8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0DC57-FF96-4863-8796-DEAC90261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9A579-B099-458F-98DF-8C7E8242E018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1766-E078-4D76-923D-FD5E5C5C1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89C2-5237-4DAD-AF2C-2806CA4FB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B7E39-36F8-4EFE-89B5-49274C97B1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01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3D0D05-9735-4D4E-8349-6C6C71DFDA29}"/>
              </a:ext>
            </a:extLst>
          </p:cNvPr>
          <p:cNvSpPr txBox="1"/>
          <p:nvPr/>
        </p:nvSpPr>
        <p:spPr>
          <a:xfrm>
            <a:off x="272716" y="1613118"/>
            <a:ext cx="11646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r>
              <a:rPr lang="en-US" dirty="0"/>
              <a:t>Don’t forget to </a:t>
            </a:r>
            <a:r>
              <a:rPr lang="en-US" dirty="0" err="1"/>
              <a:t>utilise</a:t>
            </a:r>
            <a:r>
              <a:rPr lang="en-US" dirty="0"/>
              <a:t> the </a:t>
            </a:r>
            <a:r>
              <a:rPr lang="en-US" dirty="0" err="1"/>
              <a:t>mathspace</a:t>
            </a:r>
            <a:r>
              <a:rPr lang="en-US" dirty="0"/>
              <a:t> task on surface area this week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C58D53-6DC0-4A19-AA6B-D5C23BEF3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BAD57-CB00-4EAF-A460-898AC7ABEC8E}"/>
              </a:ext>
            </a:extLst>
          </p:cNvPr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composite prisms?</a:t>
            </a:r>
          </a:p>
        </p:txBody>
      </p:sp>
    </p:spTree>
    <p:extLst>
      <p:ext uri="{BB962C8B-B14F-4D97-AF65-F5344CB8AC3E}">
        <p14:creationId xmlns:p14="http://schemas.microsoft.com/office/powerpoint/2010/main" val="140574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composite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643514" y="2270588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composite solids?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08FA5E-11D8-4FB7-874A-30C39B38DAF5}"/>
              </a:ext>
            </a:extLst>
          </p:cNvPr>
          <p:cNvSpPr txBox="1">
            <a:spLocks/>
          </p:cNvSpPr>
          <p:nvPr/>
        </p:nvSpPr>
        <p:spPr>
          <a:xfrm>
            <a:off x="4667222" y="2143519"/>
            <a:ext cx="2743541" cy="27869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Hints: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Draw on diagram and add in measurements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Name/Label the faces on your diagram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Identify the faces in your working. This will keep you and the assessor of your work from getting lost</a:t>
            </a:r>
            <a:br>
              <a:rPr lang="en-GB" sz="1600" dirty="0">
                <a:ea typeface="Cambria Math"/>
              </a:rPr>
            </a:br>
            <a:r>
              <a:rPr lang="en-GB" sz="1600" dirty="0">
                <a:ea typeface="Cambria Math"/>
              </a:rPr>
              <a:t>  	</a:t>
            </a:r>
            <a:endParaRPr lang="en-GB" sz="1600" baseline="300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03DA88-1642-4A1B-80C3-7BADE45DE0E0}"/>
              </a:ext>
            </a:extLst>
          </p:cNvPr>
          <p:cNvSpPr txBox="1">
            <a:spLocks/>
          </p:cNvSpPr>
          <p:nvPr/>
        </p:nvSpPr>
        <p:spPr>
          <a:xfrm>
            <a:off x="8052390" y="2270588"/>
            <a:ext cx="3820838" cy="27869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Steps: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Identify the individual solids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Find the surface area of each solid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Add surface areas to find the TSA of the composite solid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Subtract non-surface areas form total</a:t>
            </a:r>
            <a:br>
              <a:rPr lang="en-GB" sz="1600" dirty="0">
                <a:ea typeface="Cambria Math"/>
              </a:rPr>
            </a:br>
            <a:r>
              <a:rPr lang="en-GB" sz="1600" dirty="0">
                <a:ea typeface="Cambria Math"/>
              </a:rPr>
              <a:t>  	</a:t>
            </a:r>
            <a:endParaRPr lang="en-GB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262880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584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composite prisms?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F38E8-06DB-450B-9CB6-F52078137AB6}"/>
              </a:ext>
            </a:extLst>
          </p:cNvPr>
          <p:cNvSpPr txBox="1"/>
          <p:nvPr/>
        </p:nvSpPr>
        <p:spPr>
          <a:xfrm>
            <a:off x="233680" y="2204720"/>
            <a:ext cx="149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 now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37AD5-0B0C-45CE-9E3D-40B41E6786CD}"/>
              </a:ext>
            </a:extLst>
          </p:cNvPr>
          <p:cNvSpPr txBox="1"/>
          <p:nvPr/>
        </p:nvSpPr>
        <p:spPr>
          <a:xfrm>
            <a:off x="68071" y="3503620"/>
            <a:ext cx="1493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Surface area worksheet Q1-3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4E9FB7-B77A-409C-AC59-91DCEFF4A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68" y="2204720"/>
            <a:ext cx="4183379" cy="230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584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F38E8-06DB-450B-9CB6-F52078137AB6}"/>
              </a:ext>
            </a:extLst>
          </p:cNvPr>
          <p:cNvSpPr txBox="1"/>
          <p:nvPr/>
        </p:nvSpPr>
        <p:spPr>
          <a:xfrm>
            <a:off x="233680" y="2204720"/>
            <a:ext cx="149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 now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5F3D5-DAB9-4599-BD86-478448FB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53" y="2027334"/>
            <a:ext cx="40195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3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584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F38E8-06DB-450B-9CB6-F52078137AB6}"/>
              </a:ext>
            </a:extLst>
          </p:cNvPr>
          <p:cNvSpPr txBox="1"/>
          <p:nvPr/>
        </p:nvSpPr>
        <p:spPr>
          <a:xfrm>
            <a:off x="233680" y="2204720"/>
            <a:ext cx="149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 now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420FCA-3E49-4FBB-83F1-D487BBA9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319" y="2204720"/>
            <a:ext cx="46482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4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E7EA-FC9E-4DBD-8A72-F69E5AE36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Complete Graphic </a:t>
            </a:r>
            <a:r>
              <a:rPr lang="en-US" sz="2400" dirty="0" err="1"/>
              <a:t>organizer_Formula</a:t>
            </a:r>
            <a:r>
              <a:rPr lang="en-US" sz="2400" dirty="0"/>
              <a:t> Card for measurement unit</a:t>
            </a:r>
            <a:endParaRPr lang="en-AU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F2559-9A6B-4A1A-99D4-4CA1A9B73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starting to prep for assessment (the “30”part of your 24-7-30 </a:t>
            </a:r>
            <a:r>
              <a:rPr lang="en-US"/>
              <a:t>study routine.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44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258</Words>
  <Application>Microsoft Office PowerPoint</Application>
  <PresentationFormat>Widescreen</PresentationFormat>
  <Paragraphs>57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Topic: Measurement</vt:lpstr>
      <vt:lpstr>PowerPoint Presentation</vt:lpstr>
      <vt:lpstr>PowerPoint Presentation</vt:lpstr>
      <vt:lpstr>PowerPoint Presentation</vt:lpstr>
      <vt:lpstr>PowerPoint Presentation</vt:lpstr>
      <vt:lpstr>Complete Graphic organizer_Formula Card for measurement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Sarah JAMES</cp:lastModifiedBy>
  <cp:revision>2</cp:revision>
  <dcterms:created xsi:type="dcterms:W3CDTF">2021-02-11T12:27:23Z</dcterms:created>
  <dcterms:modified xsi:type="dcterms:W3CDTF">2021-02-11T12:32:59Z</dcterms:modified>
</cp:coreProperties>
</file>