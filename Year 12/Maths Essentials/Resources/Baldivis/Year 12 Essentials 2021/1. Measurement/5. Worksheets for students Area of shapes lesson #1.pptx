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9" r:id="rId3"/>
    <p:sldId id="31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9E2D-31EC-47BD-A387-6C44644FF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C396B-BF45-4889-9A11-FEB318017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AC3FD-0302-44D4-BF07-7DFA4C2E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9A0BA-A8B4-47AF-AC19-6100F5EC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3948F-958F-49C9-967D-D7AE77B0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276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003A-E35D-4504-9AB3-68E0B92B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27F21-78B2-4F50-8499-B284DB143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8488E-0A36-42CF-934B-7C7DE698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ECF9C-87F1-4737-95C7-173425FF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D0F91-710A-4E93-9CD6-24655483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211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6C83-17BE-4A94-A4D2-2D3951537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B3035-B843-45DA-9045-69AB09504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68F92-2735-4EB7-B8BD-72D71AF0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44E5B-4864-4C0E-BD4A-C5B16CAC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4B9BB-E1CB-4522-BAE0-BFC8FDFC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13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E303-DE39-4079-A04B-AA6E351A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0555F-70CD-44A9-99A1-71E2A692A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C617-4305-48B9-A041-CD582FF71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B3299-D3EC-4C2A-A190-3DE7178D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02C38-D81E-402B-8F07-8798150C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830B5-ACF6-4643-B7C2-324EC0FB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60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8A35-DB22-441B-BEF8-217E7809A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F31A0-DDB9-4D8D-A610-D48D4BDC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D62C3-7470-4524-8BD4-B88F0D425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F4606-BBD2-47DD-A8BF-99C4B38CE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5ED9D-E47A-4768-A7EB-1AD4A8721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B1AC6-CFE3-4C08-9491-AF670214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ED894-F5B6-4FFA-879D-8A3BC3DDA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1207E-E74E-43E1-9462-C2AE4214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04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900D-D227-42CC-96D5-817EB93C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24608-711C-4A7C-BE3B-C764E043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4662D-3D1B-4F87-AB71-05CCB54B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F4712-0DDF-4EC5-B0BB-68C5ED52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331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F85B6-78F3-41FE-8925-0D2DED21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4AEB1-1240-471C-85B2-71D397C3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16117-573E-4DDE-A36A-C7EDA168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085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A0731-B6CC-49CF-9971-B440C6AE2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16B31-A70E-4275-9739-6D5D042AF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00876-F7F8-4F2C-AD33-B7891A98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98770-04E9-4BC4-AB9B-C339D404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5EF68-65B3-4535-850B-A13E8E9A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11C0B-B8DB-499B-A630-DCB974B6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59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530E2-C323-4725-9A66-4A31B7CAF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15D1B-3863-442C-914F-9982AB3A7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5040F-5D18-4725-A5F4-24EE16661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28CF7-C247-47B9-9EB5-D315B1E7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14089-4474-4C58-B8A4-C9C2EAFC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9BBDF-9F6C-4C7D-B6EF-1C8CC22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55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5EBD-0DF4-41A3-8AD3-109C5278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7BACC-0DF9-4545-A342-0F296EA8E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0866-1C56-4C72-9487-77C49494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56C02-B105-451E-8ED4-A849620C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259D6-8A36-48C0-9DA5-C5C3FB1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88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2CA928-E09D-43F8-9CFE-4FDA02B6E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64608-61D5-4D9D-9324-4650A576D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D5557-80F3-4599-992A-9FDA05D4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36E36-1D91-4B1A-86E6-9E0277DB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6C0A5-4A7F-4169-8F99-0EA5109C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391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53ECA-E643-4B26-92D7-E63F0C5F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3E2AB-3831-408B-9113-6459A91C7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B2499-59B7-4980-9B1A-2993C4577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4D554-BC51-4D8F-8775-CDA0F069A43A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12E76-7D95-4E37-AEF6-9B0514D03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6E37E-4640-4E07-91DD-FAA50A536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C022C-7906-4894-B945-A413A1B2C7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099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0823-4524-4640-94A6-0DC5D7AF4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Worksheets for students 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83AA1-E1AF-4E4C-BD07-3F08390C4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5. Area of shapes lesson #1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26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65FF-251F-44F2-9C48-68878415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49754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Basic Shape Formulas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6CE242-6B62-4F83-9FE8-BD533CEF24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7040" y="401289"/>
            <a:ext cx="9783169" cy="573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130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03BD-30A4-4C56-A6BF-3005C788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07" y="152940"/>
            <a:ext cx="9603275" cy="1049235"/>
          </a:xfrm>
        </p:spPr>
        <p:txBody>
          <a:bodyPr/>
          <a:lstStyle/>
          <a:p>
            <a:r>
              <a:rPr lang="en-US" dirty="0"/>
              <a:t>More Practice finding the area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A372EA-6BC1-4BC8-B303-3B0078240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408" t="46415" r="35759" b="9536"/>
          <a:stretch/>
        </p:blipFill>
        <p:spPr>
          <a:xfrm>
            <a:off x="1489907" y="964043"/>
            <a:ext cx="7902199" cy="562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30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Worksheets for students </vt:lpstr>
      <vt:lpstr>Basic Shape Formulas</vt:lpstr>
      <vt:lpstr>More Practice finding the area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Worksheets for students </dc:title>
  <dc:creator>JAMES Sarah [Baldivis Secondary College]</dc:creator>
  <cp:lastModifiedBy>JAMES Sarah [Baldivis Secondary College]</cp:lastModifiedBy>
  <cp:revision>1</cp:revision>
  <dcterms:created xsi:type="dcterms:W3CDTF">2021-02-03T23:59:50Z</dcterms:created>
  <dcterms:modified xsi:type="dcterms:W3CDTF">2021-02-04T00:02:01Z</dcterms:modified>
</cp:coreProperties>
</file>