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4" r:id="rId2"/>
    <p:sldId id="258" r:id="rId3"/>
    <p:sldId id="259" r:id="rId4"/>
    <p:sldId id="271" r:id="rId5"/>
    <p:sldId id="272" r:id="rId6"/>
    <p:sldId id="273" r:id="rId7"/>
    <p:sldId id="260" r:id="rId8"/>
    <p:sldId id="275" r:id="rId9"/>
    <p:sldId id="276" r:id="rId10"/>
    <p:sldId id="274" r:id="rId11"/>
    <p:sldId id="279" r:id="rId12"/>
    <p:sldId id="280" r:id="rId13"/>
    <p:sldId id="281" r:id="rId14"/>
    <p:sldId id="283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9D2020-1DDD-4C2E-BA12-CC54C81700A2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579056-F378-412A-A61D-D5D564AC2E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8907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8483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166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249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3999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CD502-8B7E-4600-97E8-F0A045551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D4EB2-0B26-4696-BB53-087FD4B49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1F621-ACD7-4062-A6BF-91F70FAF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87F0-B817-44E8-A57B-371995339639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953BD-ECD0-4AF8-8BD9-DEB6B5985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D7D55-FB9D-4F69-BA7F-2C8F9EE51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BF496-C5FA-4533-BD65-731E207EB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04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745E2-59D0-4952-8F17-ED62088F1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D336C-C6DF-4841-9BF0-BD2027191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0385D-1F22-423D-9ED4-8E9B91B6C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87F0-B817-44E8-A57B-371995339639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31126-D890-469E-9DC0-90D72E33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7FD3-3077-48AA-8DD0-67FF77E6F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BF496-C5FA-4533-BD65-731E207EB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9268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B16F-6446-4335-9526-28CB0DD8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B862B-6215-4759-B6D9-F1A94787C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28DB7-B6C3-432E-BE67-57003426A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87F0-B817-44E8-A57B-371995339639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8AF76-A7B8-4D4C-8006-B73F5431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955BD-A939-456C-9F37-1B79AC32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BF496-C5FA-4533-BD65-731E207EB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3631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3962A-7821-4A1C-968A-D1B424C44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B8499-84A1-4BC5-BD9D-3F50F3462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B52B5-99E4-4817-A850-A6959FC85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EC3F0-9236-45B1-88B0-77456EB5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87F0-B817-44E8-A57B-371995339639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262C1-CE54-4FB0-A5D4-5702B869C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A4785-C817-418D-B89E-E23851F41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BF496-C5FA-4533-BD65-731E207EB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598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F870-2AC7-442E-9D47-BA4505E8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0F4F7-08B1-49EE-8542-D1353AFE2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FE022-A1FB-44F2-83DD-A90285714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62708-F681-4F49-A39E-3AC2CB644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6D794-E146-4C0C-8E3F-0432C2391B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15B581-CDEE-4FAA-B51A-3F8AED68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87F0-B817-44E8-A57B-371995339639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5131F5-795F-4058-B415-B532F8C4B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066965-C503-4554-B590-A7E095FE9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BF496-C5FA-4533-BD65-731E207EB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4211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683ED-2EEC-41D2-A0D4-0A787F87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23B91-7B05-4221-B5E4-FD7ADF673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87F0-B817-44E8-A57B-371995339639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75E4B6-AD19-43B9-A988-37ED121F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F3AA8-1CF7-4B05-B7E8-02DD34308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BF496-C5FA-4533-BD65-731E207EB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8374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7EAAFA-EC67-462E-BB32-64E0EB19D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87F0-B817-44E8-A57B-371995339639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6785A-DF57-4F03-A645-E31DEE0AD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889FC-9E04-4063-A91B-E4264180A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BF496-C5FA-4533-BD65-731E207EB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3358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AE544-C887-4B27-92A7-59BA27715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AC0F8-AB6A-4925-91F0-19F5F4A01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C821D-9036-4636-95FD-BDE16C07D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703E5-9A57-459E-975C-B96A4AEB4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87F0-B817-44E8-A57B-371995339639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E63D3-F350-4E6F-950F-9E5202E5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4BD06-639C-4B6D-895C-DAE517689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BF496-C5FA-4533-BD65-731E207EB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1366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B829C-F76A-4994-83AF-851982B6A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12A69C-1526-453E-B31D-A5FAD3DCE2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5D4E1-1020-4439-A5FF-6BEF45C16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B5A0D-555A-4D0A-A293-5713B6534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87F0-B817-44E8-A57B-371995339639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9F11F-84D2-453D-8B9E-34AC3DF0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1249B-2E3E-469E-B6AE-5EF4E3F01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BF496-C5FA-4533-BD65-731E207EB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240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E239F-9D94-4E62-9418-9803D5747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052B5-5EBD-4FAA-85AA-C1DB207CB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01D27-C541-4023-94DB-D9DF0B8A5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87F0-B817-44E8-A57B-371995339639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D64E8-4C66-49D4-ADCC-63019A183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B9809-F335-42D1-8D39-326F10E72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BF496-C5FA-4533-BD65-731E207EB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1793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1A380-6F08-4DE4-A538-36CB309AE0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6A8F0-F147-4F04-88F8-29DB145CE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36CB2-4086-4251-AD8F-E2FAE76C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87F0-B817-44E8-A57B-371995339639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08B80-30FE-4EC8-8EDC-BEF4B488B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F0E36-D6A5-48EF-BAAE-1232E013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BF496-C5FA-4533-BD65-731E207EB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468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FE6DD4-B0C0-43DA-B639-D14145B54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D51A0-E83B-4DF2-9C80-40D513810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4D8C1-B5A3-48B5-B1EE-95A3C9EB9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187F0-B817-44E8-A57B-371995339639}" type="datetimeFigureOut">
              <a:rPr lang="en-AU" smtClean="0"/>
              <a:t>11/02/2021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F6C04-F50B-4C5D-B7E3-275DB00F54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9CDC-4C0E-4B0E-99CE-962492B22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BF496-C5FA-4533-BD65-731E207EBE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8599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3D0D05-9735-4D4E-8349-6C6C71DFDA29}"/>
              </a:ext>
            </a:extLst>
          </p:cNvPr>
          <p:cNvSpPr txBox="1"/>
          <p:nvPr/>
        </p:nvSpPr>
        <p:spPr>
          <a:xfrm>
            <a:off x="272716" y="1613118"/>
            <a:ext cx="1164656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EAR BUDS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CONNECT notice</a:t>
            </a:r>
          </a:p>
          <a:p>
            <a:pPr marL="285750" indent="-285750">
              <a:buFontTx/>
              <a:buChar char="-"/>
            </a:pPr>
            <a:r>
              <a:rPr lang="en-US" dirty="0"/>
              <a:t>Many of you need to glue in stuff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Have a go: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5C58D53-6DC0-4A19-AA6B-D5C23BEF3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BAD57-CB00-4EAF-A460-898AC7ABEC8E}"/>
              </a:ext>
            </a:extLst>
          </p:cNvPr>
          <p:cNvSpPr txBox="1"/>
          <p:nvPr/>
        </p:nvSpPr>
        <p:spPr>
          <a:xfrm>
            <a:off x="1643514" y="1063437"/>
            <a:ext cx="8620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 and spheres?</a:t>
            </a:r>
          </a:p>
        </p:txBody>
      </p:sp>
    </p:spTree>
    <p:extLst>
      <p:ext uri="{BB962C8B-B14F-4D97-AF65-F5344CB8AC3E}">
        <p14:creationId xmlns:p14="http://schemas.microsoft.com/office/powerpoint/2010/main" val="140574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</a:t>
            </a:r>
          </a:p>
          <a:p>
            <a:pPr marL="0" indent="0">
              <a:buNone/>
            </a:pPr>
            <a:endParaRPr lang="en-AU" dirty="0"/>
          </a:p>
          <a:p>
            <a:r>
              <a:rPr lang="en-GB" dirty="0"/>
              <a:t> find the surface area of cylinders and spheres.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 and spheres?</a:t>
            </a:r>
          </a:p>
        </p:txBody>
      </p:sp>
      <p:sp>
        <p:nvSpPr>
          <p:cNvPr id="5" name="AutoShape 2" descr="angle of elevation">
            <a:extLst>
              <a:ext uri="{FF2B5EF4-FFF2-40B4-BE49-F238E27FC236}">
                <a16:creationId xmlns:a16="http://schemas.microsoft.com/office/drawing/2014/main" id="{6930FAF4-87A9-4F3A-B1C2-7171BDC12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E30D8A-4EA7-469E-8A46-0A25827750FD}"/>
              </a:ext>
            </a:extLst>
          </p:cNvPr>
          <p:cNvSpPr txBox="1"/>
          <p:nvPr/>
        </p:nvSpPr>
        <p:spPr>
          <a:xfrm>
            <a:off x="1812270" y="2487957"/>
            <a:ext cx="2483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surface area of a shape?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D2DC93-619B-415D-8BEF-534F7B6F19CA}"/>
              </a:ext>
            </a:extLst>
          </p:cNvPr>
          <p:cNvSpPr/>
          <p:nvPr/>
        </p:nvSpPr>
        <p:spPr>
          <a:xfrm>
            <a:off x="4960776" y="233036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dirty="0"/>
              <a:t>The surface area of a shape is how much space is visible on the outside (if you dunked the shape into a pot of paint, it’s the area that would become coloured).</a:t>
            </a:r>
          </a:p>
        </p:txBody>
      </p:sp>
      <p:pic>
        <p:nvPicPr>
          <p:cNvPr id="15" name="Picture 2" descr="http://images.clipartpanda.com/paint-bucket-clip-art-black-and-white-7caKx6edi.png">
            <a:extLst>
              <a:ext uri="{FF2B5EF4-FFF2-40B4-BE49-F238E27FC236}">
                <a16:creationId xmlns:a16="http://schemas.microsoft.com/office/drawing/2014/main" id="{7D5F7CE1-EB71-4C67-98BA-058819729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346" y="3103133"/>
            <a:ext cx="3190767" cy="319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0BECED14-309F-40DC-8602-7BC3CF1CFCF7}"/>
              </a:ext>
            </a:extLst>
          </p:cNvPr>
          <p:cNvSpPr/>
          <p:nvPr/>
        </p:nvSpPr>
        <p:spPr>
          <a:xfrm>
            <a:off x="10379729" y="4063277"/>
            <a:ext cx="1080120" cy="108012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151B18-E3AD-41B6-9074-474467CF14E4}"/>
              </a:ext>
            </a:extLst>
          </p:cNvPr>
          <p:cNvSpPr/>
          <p:nvPr/>
        </p:nvSpPr>
        <p:spPr>
          <a:xfrm>
            <a:off x="4583832" y="3671694"/>
            <a:ext cx="52288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The surface area of a 3D shape is the area of its 2D net, so let’s see if we can deconstruct some of our shapes.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mph" presetSubtype="2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64 -2.59259E-6 L -0.07864 -0.25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16" grpId="3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Cylinder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7176" y="1629501"/>
            <a:ext cx="433082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The obvious parts of a cylinder’s net are the two circular ends, but what about the tube in the middle?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If we had a Pringles tube and made a cut up the middle and laid it out flat, what shape would it make?</a:t>
            </a:r>
          </a:p>
        </p:txBody>
      </p:sp>
      <p:sp>
        <p:nvSpPr>
          <p:cNvPr id="4" name="Flowchart: Magnetic Disk 3"/>
          <p:cNvSpPr/>
          <p:nvPr/>
        </p:nvSpPr>
        <p:spPr>
          <a:xfrm>
            <a:off x="2351584" y="1546951"/>
            <a:ext cx="2232248" cy="4608512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268609" y="2158879"/>
            <a:ext cx="3995936" cy="3528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77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128 0.00162 L 0.18507 0.00162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09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4" grpId="1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Cylinder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0056" y="1434627"/>
            <a:ext cx="3816424" cy="50405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Now we know that a cylinder’s net is made up of two circles and a rectangle, but what are the dimensions?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The height of the rectangle is the height of the original cylinder, but what about the width?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For the width, we need to know the circumference of the circular ends.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2135560" y="2708920"/>
            <a:ext cx="3995936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413448" y="1268760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413448" y="5013176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21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Cylinder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600056" y="1434627"/>
                <a:ext cx="3816424" cy="50405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Using this knowledge, our surface area formula for a cylinder is</a:t>
                </a:r>
              </a:p>
              <a:p>
                <a:pPr marL="0" indent="0">
                  <a:buNone/>
                </a:pPr>
                <a:endParaRPr lang="en-GB" sz="24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𝑟h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+2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0056" y="1434627"/>
                <a:ext cx="3816424" cy="5040560"/>
              </a:xfrm>
              <a:blipFill>
                <a:blip r:embed="rId2"/>
                <a:stretch>
                  <a:fillRect l="-2556" t="-16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135560" y="2708920"/>
            <a:ext cx="3995936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413448" y="1268760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413448" y="5013176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01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 and spheres?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cylinder?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08FA5E-11D8-4FB7-874A-30C39B38DA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1701" y="2284774"/>
                <a:ext cx="3393347" cy="38359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Calculate the surface area of a cylinder with radius 3cm and height 5cm.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Formula =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𝑟h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+2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Substitute in our values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Surface area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</a:rPr>
                      <m:t>=</m:t>
                    </m:r>
                    <m:r>
                      <a:rPr lang="en-GB" sz="2000" i="1">
                        <a:latin typeface="Cambria Math"/>
                      </a:rPr>
                      <m:t>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×3×5+2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GB" sz="2000" dirty="0">
                    <a:ea typeface="Cambria Math"/>
                  </a:rPr>
                </a:br>
                <a:r>
                  <a:rPr lang="en-GB" sz="2000" dirty="0">
                    <a:ea typeface="Cambria Math"/>
                  </a:rPr>
                  <a:t>     	         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  <a:ea typeface="Cambria Math"/>
                      </a:rPr>
                      <m:t>=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30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+18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br>
                  <a:rPr lang="en-GB" sz="2000" dirty="0">
                    <a:ea typeface="Cambria Math"/>
                  </a:rPr>
                </a:br>
                <a:r>
                  <a:rPr lang="en-GB" sz="2000" dirty="0">
                    <a:ea typeface="Cambria Math"/>
                  </a:rPr>
                  <a:t>  	         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  <a:ea typeface="Cambria Math"/>
                      </a:rPr>
                      <m:t>=48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000" dirty="0"/>
                  <a:t>cm</a:t>
                </a:r>
                <a:r>
                  <a:rPr lang="en-GB" sz="2000" baseline="30000" dirty="0"/>
                  <a:t>2</a:t>
                </a: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08FA5E-11D8-4FB7-874A-30C39B38D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701" y="2284774"/>
                <a:ext cx="3393347" cy="3835964"/>
              </a:xfrm>
              <a:prstGeom prst="rect">
                <a:avLst/>
              </a:prstGeom>
              <a:blipFill>
                <a:blip r:embed="rId3"/>
                <a:stretch>
                  <a:fillRect l="-1795" t="-1749" r="-898" b="-109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lowchart: Magnetic Disk 17">
            <a:extLst>
              <a:ext uri="{FF2B5EF4-FFF2-40B4-BE49-F238E27FC236}">
                <a16:creationId xmlns:a16="http://schemas.microsoft.com/office/drawing/2014/main" id="{D2E54B92-887D-4FFB-B615-279FADC48763}"/>
              </a:ext>
            </a:extLst>
          </p:cNvPr>
          <p:cNvSpPr/>
          <p:nvPr/>
        </p:nvSpPr>
        <p:spPr>
          <a:xfrm>
            <a:off x="4775237" y="2327378"/>
            <a:ext cx="1721900" cy="4291475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21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2024" y="1600201"/>
            <a:ext cx="389877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Unfortunately, a sphere has no actual 2D net, only close approximations.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Fortunately, we get away with being given the formula again (as proof or derivation is relatively tricky).</a:t>
            </a:r>
          </a:p>
        </p:txBody>
      </p:sp>
      <p:pic>
        <p:nvPicPr>
          <p:cNvPr id="4" name="Picture 8" descr="https://openclipart.org/image/2400px/svg_to_png/151285/spher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1844824"/>
            <a:ext cx="3772319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9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Sphere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12024" y="1600201"/>
                <a:ext cx="389877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The formula for a sphere’s surface area is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4</m:t>
                      </m:r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Once again, the only information we need is the radius.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12024" y="1600201"/>
                <a:ext cx="3898776" cy="4525963"/>
              </a:xfrm>
              <a:blipFill>
                <a:blip r:embed="rId2"/>
                <a:stretch>
                  <a:fillRect l="-2344" t="-18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8" descr="https://openclipart.org/image/2400px/svg_to_png/151285/spher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1844824"/>
            <a:ext cx="3772319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96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 and spheres?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sphere?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B4D3CF1-295C-4F60-90BD-89B3D605DF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9613" y="2225682"/>
                <a:ext cx="3898776" cy="45259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Calculate the surface area of a sphere with radius 10cm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/>
                  <a:t>Formula =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4</m:t>
                    </m:r>
                    <m:r>
                      <a:rPr lang="en-GB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Substitute in our values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Surface area 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</a:rPr>
                      <m:t>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GB" sz="2400" dirty="0">
                    <a:ea typeface="Cambria Math"/>
                  </a:rPr>
                </a:br>
                <a:r>
                  <a:rPr lang="en-GB" sz="2400" dirty="0">
                    <a:ea typeface="Cambria Math"/>
                  </a:rPr>
                  <a:t>	          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  <a:ea typeface="Cambria Math"/>
                      </a:rPr>
                      <m:t>=400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B4D3CF1-295C-4F60-90BD-89B3D605D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613" y="2225682"/>
                <a:ext cx="3898776" cy="4525963"/>
              </a:xfrm>
              <a:prstGeom prst="rect">
                <a:avLst/>
              </a:prstGeom>
              <a:blipFill>
                <a:blip r:embed="rId3"/>
                <a:stretch>
                  <a:fillRect l="-3286" t="-18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8" descr="https://openclipart.org/image/2400px/svg_to_png/151285/sphere.png">
            <a:extLst>
              <a:ext uri="{FF2B5EF4-FFF2-40B4-BE49-F238E27FC236}">
                <a16:creationId xmlns:a16="http://schemas.microsoft.com/office/drawing/2014/main" id="{47FD2B29-934D-4066-BF1F-2B7185762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816" y="2760492"/>
            <a:ext cx="2889953" cy="303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528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Your Turn- Task 1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Grab your white boards or blank pieces of papers and keep your formulae prepared in front of you.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Calculate the surface area for the upcoming shapes (keep </a:t>
            </a:r>
            <a:r>
              <a:rPr lang="el-GR" dirty="0"/>
              <a:t>π</a:t>
            </a:r>
            <a:r>
              <a:rPr lang="en-GB" dirty="0"/>
              <a:t> as </a:t>
            </a:r>
            <a:r>
              <a:rPr lang="el-GR" dirty="0"/>
              <a:t>π</a:t>
            </a:r>
            <a:r>
              <a:rPr lang="en-GB" dirty="0"/>
              <a:t> in your answers).</a:t>
            </a:r>
          </a:p>
        </p:txBody>
      </p:sp>
    </p:spTree>
    <p:extLst>
      <p:ext uri="{BB962C8B-B14F-4D97-AF65-F5344CB8AC3E}">
        <p14:creationId xmlns:p14="http://schemas.microsoft.com/office/powerpoint/2010/main" val="4178989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1984" y="1600201"/>
                <a:ext cx="425881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Calculate the surface area of a cylinder with radius 3cm and height 9cm.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b="1" u="sng" dirty="0"/>
                  <a:t>Answer: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Formula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</a:rPr>
                      <m:t>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𝑟h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+2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400" dirty="0">
                  <a:ea typeface="Cambria Math"/>
                </a:endParaRP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54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+18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=72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1984" y="1600201"/>
                <a:ext cx="4258816" cy="4525963"/>
              </a:xfrm>
              <a:blipFill>
                <a:blip r:embed="rId2"/>
                <a:stretch>
                  <a:fillRect l="-2146" t="-18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lowchart: Magnetic Disk 3"/>
          <p:cNvSpPr/>
          <p:nvPr/>
        </p:nvSpPr>
        <p:spPr>
          <a:xfrm>
            <a:off x="2351584" y="1546951"/>
            <a:ext cx="2232248" cy="4608512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4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23992" y="1423318"/>
                <a:ext cx="4392488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Calculate the surface area of a sphere with radius 5cm.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endParaRPr lang="en-GB" sz="2400" dirty="0"/>
              </a:p>
              <a:p>
                <a:pPr marL="0" indent="0">
                  <a:buNone/>
                </a:pPr>
                <a:r>
                  <a:rPr lang="en-GB" sz="2400" b="1" u="sng" dirty="0"/>
                  <a:t>Answer: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Formula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/>
                        <a:ea typeface="Cambria Math"/>
                      </a:rPr>
                      <m:t>=4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5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/>
                        <a:ea typeface="Cambria Math"/>
                      </a:rPr>
                      <m:t>=100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23992" y="1423318"/>
                <a:ext cx="4392488" cy="4525963"/>
              </a:xfrm>
              <a:blipFill>
                <a:blip r:embed="rId2"/>
                <a:stretch>
                  <a:fillRect l="-2080" t="-18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8" descr="https://openclipart.org/image/2400px/svg_to_png/151285/spher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1844824"/>
            <a:ext cx="3772319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67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600201"/>
                <a:ext cx="41148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Calculate the volume of a hemisphere with radius 9cm.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b="1" u="sng" dirty="0"/>
                  <a:t>Answer: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Curved surface area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  <a:ea typeface="Cambria Math"/>
                        </a:rPr>
                        <m:t>=162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</m:oMath>
                  </m:oMathPara>
                </a14:m>
                <a:endParaRPr lang="en-GB" sz="2400" dirty="0">
                  <a:ea typeface="Cambria Math"/>
                </a:endParaRPr>
              </a:p>
              <a:p>
                <a:pPr marL="0" indent="0">
                  <a:buNone/>
                </a:pPr>
                <a:endParaRPr lang="en-GB" sz="2400" baseline="30000" dirty="0"/>
              </a:p>
              <a:p>
                <a:pPr marL="0" indent="0">
                  <a:buNone/>
                </a:pPr>
                <a:r>
                  <a:rPr lang="en-GB" sz="2400" dirty="0"/>
                  <a:t>Base surface area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  <a:ea typeface="Cambria Math"/>
                        </a:rPr>
                        <m:t>=81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Total surface area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162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+81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=243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600201"/>
                <a:ext cx="4114800" cy="4525963"/>
              </a:xfrm>
              <a:blipFill>
                <a:blip r:embed="rId2"/>
                <a:stretch>
                  <a:fillRect l="-1926" t="-22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0" name="Picture 2" descr="http://res.cloudinary.com/dk-find-out/image/upload/q_80,w_640/hemisphere_rfwgd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741" y="2459104"/>
            <a:ext cx="4488433" cy="321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53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5EAA-027F-49EE-A8E7-90E7776A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456" y="332656"/>
            <a:ext cx="6707088" cy="202034"/>
          </a:xfrm>
        </p:spPr>
        <p:txBody>
          <a:bodyPr>
            <a:normAutofit fontScale="90000"/>
          </a:bodyPr>
          <a:lstStyle/>
          <a:p>
            <a:r>
              <a:rPr lang="en-GB" sz="2000" dirty="0"/>
              <a:t>Your Turn- Task 2 </a:t>
            </a:r>
            <a:endParaRPr lang="en-A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215C8-2CBB-4864-97FA-387F75C5170D}"/>
              </a:ext>
            </a:extLst>
          </p:cNvPr>
          <p:cNvSpPr txBox="1"/>
          <p:nvPr/>
        </p:nvSpPr>
        <p:spPr>
          <a:xfrm>
            <a:off x="1560945" y="1708727"/>
            <a:ext cx="6474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 through the exercises p 22-26 Black MAWA Essential Mathematics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0896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680</Words>
  <Application>Microsoft Office PowerPoint</Application>
  <PresentationFormat>Widescreen</PresentationFormat>
  <Paragraphs>126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Topic: Measurement</vt:lpstr>
      <vt:lpstr>Lesson objective</vt:lpstr>
      <vt:lpstr>PowerPoint Presentation</vt:lpstr>
      <vt:lpstr>Surface Area - Cylinder</vt:lpstr>
      <vt:lpstr>Surface Area - Cylinder</vt:lpstr>
      <vt:lpstr>Surface Area - Cylinder</vt:lpstr>
      <vt:lpstr>PowerPoint Presentation</vt:lpstr>
      <vt:lpstr>Surface Area - Sphere</vt:lpstr>
      <vt:lpstr>Surface Area - Sphere</vt:lpstr>
      <vt:lpstr>PowerPoint Presentation</vt:lpstr>
      <vt:lpstr>Your Turn- Task 1 </vt:lpstr>
      <vt:lpstr>Question 1</vt:lpstr>
      <vt:lpstr>Question 2</vt:lpstr>
      <vt:lpstr>Question 4</vt:lpstr>
      <vt:lpstr>Your Turn- Task 2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Sarah JAMES</dc:creator>
  <cp:lastModifiedBy>Sarah JAMES</cp:lastModifiedBy>
  <cp:revision>1</cp:revision>
  <dcterms:created xsi:type="dcterms:W3CDTF">2021-02-11T12:22:49Z</dcterms:created>
  <dcterms:modified xsi:type="dcterms:W3CDTF">2021-02-11T12:26:24Z</dcterms:modified>
</cp:coreProperties>
</file>