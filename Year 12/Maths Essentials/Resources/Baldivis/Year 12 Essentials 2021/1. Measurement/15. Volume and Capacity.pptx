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3" r:id="rId2"/>
    <p:sldId id="269" r:id="rId3"/>
    <p:sldId id="266" r:id="rId4"/>
    <p:sldId id="262" r:id="rId5"/>
    <p:sldId id="270" r:id="rId6"/>
    <p:sldId id="264" r:id="rId7"/>
    <p:sldId id="267" r:id="rId8"/>
    <p:sldId id="265" r:id="rId9"/>
    <p:sldId id="26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40876B-92DC-40AC-B594-F3E0179F97F2}" type="datetimeFigureOut">
              <a:rPr lang="en-AU" smtClean="0"/>
              <a:t>23/02/2021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600F54-A9D3-476A-A811-2700FD0FCBC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523057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Explaining this slide: Demonstrate the “</a:t>
            </a:r>
            <a:r>
              <a:rPr lang="en-US" b="1" dirty="0"/>
              <a:t>type of response</a:t>
            </a:r>
            <a:r>
              <a:rPr lang="en-US" dirty="0"/>
              <a:t>”: In 2 minutes (timed), you are going to share with your shoulder partner all of the formulas and examples you have written. You will get 2 mins (timed) to write down any formula/examples that your partners has that you haven’t and vice-versa. You and your partner then need to be prepared to share one formula and example on the board ( only choose 3 )</a:t>
            </a:r>
          </a:p>
          <a:p>
            <a:endParaRPr lang="en-US" dirty="0"/>
          </a:p>
          <a:p>
            <a:r>
              <a:rPr lang="en-US" dirty="0"/>
              <a:t>After marking the roll:</a:t>
            </a:r>
          </a:p>
          <a:p>
            <a:r>
              <a:rPr lang="en-US" dirty="0"/>
              <a:t>- Use </a:t>
            </a:r>
            <a:r>
              <a:rPr lang="en-US" b="1" dirty="0"/>
              <a:t>active scanning </a:t>
            </a:r>
            <a:r>
              <a:rPr lang="en-US" dirty="0"/>
              <a:t>and intervene if they are not. Use </a:t>
            </a:r>
            <a:r>
              <a:rPr lang="en-US" b="1" dirty="0"/>
              <a:t>Private dialogue </a:t>
            </a:r>
            <a:r>
              <a:rPr lang="en-US" dirty="0"/>
              <a:t>if needed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45216D-CFF3-4986-8F74-1237429BE767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42428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495249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7143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7397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219542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878319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328882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3ECE5-79DC-49EF-A9BE-F15B9CE2F7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FF5A52-92CC-4F70-AA52-ECE453E0D6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3B706-2E48-446E-8748-D4536319C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B8E0C-D3FD-41DA-A4C4-89E1D908131A}" type="datetimeFigureOut">
              <a:rPr lang="en-AU" smtClean="0"/>
              <a:t>23/02/2021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726AEA-0876-48B6-859D-1562FC01B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C4C3CD-030F-4B9E-9EE6-7D2FBBE39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40308-92EA-4C6A-A394-26807DD0BB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15981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D9EFA-562F-4DAC-A695-1645688FD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1A7706-B436-4330-87F5-0F247AA839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49542A-7D98-4A56-8126-DE8C5839A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B8E0C-D3FD-41DA-A4C4-89E1D908131A}" type="datetimeFigureOut">
              <a:rPr lang="en-AU" smtClean="0"/>
              <a:t>23/02/2021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0EE3D7-C9CC-4D76-94F0-624526CEB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2A0A5A-3A1D-4920-BA01-8D5E63DDB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40308-92EA-4C6A-A394-26807DD0BB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78246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208C6-BED2-4F72-9D0E-8D2B23CE8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2C574C-6419-4FB1-B469-84D69DF16B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C37BB6-D55E-40E3-A9C7-32B39DEE7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B8E0C-D3FD-41DA-A4C4-89E1D908131A}" type="datetimeFigureOut">
              <a:rPr lang="en-AU" smtClean="0"/>
              <a:t>23/02/2021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C751E1-8B53-47CA-B738-D6398FF05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80DB59-9377-4356-B39C-EAEA6A770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40308-92EA-4C6A-A394-26807DD0BB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47639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8E3DA-0799-4F2F-AFB0-2C46436DD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4EFF2-EEF9-4B06-8ADB-81319DA3CF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485C7D-E9D0-49D9-A752-B9DBF032E0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978282-C4FF-4F7A-9352-6FAF6580E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B8E0C-D3FD-41DA-A4C4-89E1D908131A}" type="datetimeFigureOut">
              <a:rPr lang="en-AU" smtClean="0"/>
              <a:t>23/02/2021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B4ED1F-C4E8-410D-AC8C-6D5263C80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B227F9-02D9-4D9A-876A-A0E832EA8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40308-92EA-4C6A-A394-26807DD0BB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66356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00ABE-F488-468F-8E4A-0CA0C6E65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B95D8E-09D3-44AF-869B-4DF383E0A5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A54D44-B645-41A4-86B5-CC19DBF86F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74E1BB-8C7F-42B0-B84B-40FC9E3589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CAFB19-1978-4410-AA18-E80BB59462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A648B8-E9F9-432E-8C07-F8CE9EE7E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B8E0C-D3FD-41DA-A4C4-89E1D908131A}" type="datetimeFigureOut">
              <a:rPr lang="en-AU" smtClean="0"/>
              <a:t>23/02/2021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463D6F-B850-4367-931F-20EB1A9B1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338B9E-BB5F-47DC-922D-A527170C6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40308-92EA-4C6A-A394-26807DD0BB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1462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26475-3B5B-462E-9D0D-889EFD054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90293C-6B12-4C41-964C-0D1E77B9F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B8E0C-D3FD-41DA-A4C4-89E1D908131A}" type="datetimeFigureOut">
              <a:rPr lang="en-AU" smtClean="0"/>
              <a:t>23/02/2021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40C2C4-2C80-4BBD-825D-274674013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B5E463-4CF9-40EB-B73D-F6D6BB6AC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40308-92EA-4C6A-A394-26807DD0BB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44458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C5237A-8E24-4404-9412-C45731D76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B8E0C-D3FD-41DA-A4C4-89E1D908131A}" type="datetimeFigureOut">
              <a:rPr lang="en-AU" smtClean="0"/>
              <a:t>23/02/2021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54E3DE-CCB1-4E22-801C-17AF25B60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E1341C-419C-421D-BCE7-E386A84FB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40308-92EA-4C6A-A394-26807DD0BB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54634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8F018-482F-43BC-97F5-F4182A91B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8AEC7D-5D3C-4E08-B7A9-F5EC7C24E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1F079E-542B-414A-B25F-47D6C24ADB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856CEA-25DE-4DF0-8102-8406E373C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B8E0C-D3FD-41DA-A4C4-89E1D908131A}" type="datetimeFigureOut">
              <a:rPr lang="en-AU" smtClean="0"/>
              <a:t>23/02/2021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02B50B-9E9F-4074-B92B-6402163B4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0E5960-39F7-4B5D-8D7B-AF87CF5EC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40308-92EA-4C6A-A394-26807DD0BB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044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C4139-810E-4806-8309-9AF8293AA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33C9A5-61E9-40E1-8429-3BF36749ED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FFF075-07C3-4682-8C1A-6432A26F99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5990AB-0C4F-4484-8459-77213BC32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B8E0C-D3FD-41DA-A4C4-89E1D908131A}" type="datetimeFigureOut">
              <a:rPr lang="en-AU" smtClean="0"/>
              <a:t>23/02/2021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FAA1ED-6792-4CE3-B3DF-E1ABF1972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04424C-FB9E-4301-BE87-E2FC9A358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40308-92EA-4C6A-A394-26807DD0BB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05613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489A3-36C5-4851-95F5-B6A5382C6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478D54-BA98-43B7-BEFA-FB55E44B43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FD5F80-EC5D-485C-B08B-059E9D146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B8E0C-D3FD-41DA-A4C4-89E1D908131A}" type="datetimeFigureOut">
              <a:rPr lang="en-AU" smtClean="0"/>
              <a:t>23/02/2021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F22A49-CBD7-4563-85AD-60C7E6BBD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60518E-8186-4D5F-ACE2-6B59A003E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40308-92EA-4C6A-A394-26807DD0BB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34510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F6BF09-54E7-4AC1-ACF5-B9D08A8A45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FD84B6-0387-4124-ABA6-7630127F49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942E15-FEE8-450E-B32D-105100B20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B8E0C-D3FD-41DA-A4C4-89E1D908131A}" type="datetimeFigureOut">
              <a:rPr lang="en-AU" smtClean="0"/>
              <a:t>23/02/2021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A84DBB-1854-4561-B48D-780A86607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E0EFBB-5506-4B72-8AD5-5E76812EE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40308-92EA-4C6A-A394-26807DD0BB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441531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87067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6524283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2150299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1187067" y="1600199"/>
            <a:ext cx="9818000" cy="4028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91054">
              <a:spcBef>
                <a:spcPts val="80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1pPr>
            <a:lvl2pPr marL="1219170" lvl="1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2pPr>
            <a:lvl3pPr marL="1828754" lvl="2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3pPr>
            <a:lvl4pPr marL="2438339" lvl="3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4pPr>
            <a:lvl5pPr marL="3047924" lvl="4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5pPr>
            <a:lvl6pPr marL="3657509" lvl="5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6pPr>
            <a:lvl7pPr marL="4267093" lvl="6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7pPr>
            <a:lvl8pPr marL="4876678" lvl="7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8pPr>
            <a:lvl9pPr marL="5486263" lvl="8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4005513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1101367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457125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3"/>
          </p:nvPr>
        </p:nvSpPr>
        <p:spPr>
          <a:xfrm>
            <a:off x="7812883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76193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D464D9-65DD-49A4-8BDF-143AAF0F0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92277A-0D69-44AB-9B93-F1EACED746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9A7A1C-B742-4FB7-B146-CF5D1A82BF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2B8E0C-D3FD-41DA-A4C4-89E1D908131A}" type="datetimeFigureOut">
              <a:rPr lang="en-AU" smtClean="0"/>
              <a:t>23/02/2021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522491-A4E4-472D-9FDE-DBAB01B653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D86DA3-F2A6-4430-9B88-BB30AE8BFD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740308-92EA-4C6A-A394-26807DD0BB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6385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0B711-EC04-4328-BA3C-D312B35E07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5499"/>
            <a:ext cx="9144000" cy="841191"/>
          </a:xfrm>
        </p:spPr>
        <p:txBody>
          <a:bodyPr>
            <a:normAutofit fontScale="90000"/>
          </a:bodyPr>
          <a:lstStyle/>
          <a:p>
            <a:r>
              <a:rPr lang="en-US" dirty="0"/>
              <a:t>Topic: Measurement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D656DC-C7F4-4C74-A9D1-FED7285DB9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035716"/>
            <a:ext cx="9144000" cy="642703"/>
          </a:xfrm>
        </p:spPr>
        <p:txBody>
          <a:bodyPr/>
          <a:lstStyle/>
          <a:p>
            <a:pPr algn="l"/>
            <a:r>
              <a:rPr lang="en-US" b="1" dirty="0">
                <a:solidFill>
                  <a:schemeClr val="tx1"/>
                </a:solidFill>
              </a:rPr>
              <a:t>EQ: How do I convert between volume and capacity units?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288F43-77B5-4149-8386-E7F5734F6EBC}"/>
              </a:ext>
            </a:extLst>
          </p:cNvPr>
          <p:cNvSpPr txBox="1"/>
          <p:nvPr/>
        </p:nvSpPr>
        <p:spPr>
          <a:xfrm>
            <a:off x="272716" y="1613118"/>
            <a:ext cx="1164656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Get your VIVO’s</a:t>
            </a:r>
          </a:p>
          <a:p>
            <a:pPr marL="285750" indent="-285750">
              <a:buFontTx/>
              <a:buChar char="-"/>
            </a:pPr>
            <a:r>
              <a:rPr lang="en-US" dirty="0"/>
              <a:t>Topic and EQ in Interactive Notebook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NO PHONES OR EAR BUDS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endParaRPr lang="en-US" dirty="0"/>
          </a:p>
          <a:p>
            <a:r>
              <a:rPr lang="en-US" dirty="0"/>
              <a:t>- Keep working on  completing the formula card and example card in preparation for the test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317DF51D-0D32-49F8-9913-D887FA6947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2575" y="12096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U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		</a:t>
            </a:r>
            <a:endParaRPr kumimoji="0" lang="en-AU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0015A4BA-22D2-4AEF-8F90-54ABC8656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1463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24522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97540"/>
            <a:ext cx="8610600" cy="1293028"/>
          </a:xfrm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chemeClr val="accent2">
                    <a:lumMod val="50000"/>
                  </a:schemeClr>
                </a:solidFill>
                <a:latin typeface="Kiwi School Handwriting" panose="00000500000000000000" pitchFamily="2" charset="0"/>
              </a:rPr>
              <a:t>Learning Intentions</a:t>
            </a:r>
          </a:p>
        </p:txBody>
      </p:sp>
      <p:sp>
        <p:nvSpPr>
          <p:cNvPr id="13" name="Content Placeholder 13">
            <a:extLst>
              <a:ext uri="{FF2B5EF4-FFF2-40B4-BE49-F238E27FC236}">
                <a16:creationId xmlns:a16="http://schemas.microsoft.com/office/drawing/2014/main" id="{03C6AC60-0EEB-4482-9041-0A4971612EE3}"/>
              </a:ext>
            </a:extLst>
          </p:cNvPr>
          <p:cNvSpPr txBox="1">
            <a:spLocks/>
          </p:cNvSpPr>
          <p:nvPr/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609585" lvl="0" indent="-474121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2800" dirty="0">
                <a:latin typeface="Kiwi School Handwriting" panose="00000500000000000000" pitchFamily="2" charset="0"/>
              </a:rPr>
              <a:t>Students will be able to</a:t>
            </a:r>
          </a:p>
          <a:p>
            <a:pPr marL="135464" indent="0">
              <a:buNone/>
            </a:pPr>
            <a:endParaRPr lang="en-AU" sz="2800" dirty="0"/>
          </a:p>
          <a:p>
            <a:r>
              <a:rPr lang="en-AU" sz="2800" dirty="0"/>
              <a:t>calculate the volume and capacity of cubes, rectangular and triangular prisms and cylinders.</a:t>
            </a:r>
          </a:p>
        </p:txBody>
      </p:sp>
    </p:spTree>
    <p:extLst>
      <p:ext uri="{BB962C8B-B14F-4D97-AF65-F5344CB8AC3E}">
        <p14:creationId xmlns:p14="http://schemas.microsoft.com/office/powerpoint/2010/main" val="25038229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C01E262-DCE1-40F4-B9DE-8700DD248C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92" y="373169"/>
            <a:ext cx="12020016" cy="4136838"/>
          </a:xfrm>
          <a:prstGeom prst="rect">
            <a:avLst/>
          </a:prstGeom>
        </p:spPr>
      </p:pic>
      <p:sp>
        <p:nvSpPr>
          <p:cNvPr id="5" name="Title 12">
            <a:extLst>
              <a:ext uri="{FF2B5EF4-FFF2-40B4-BE49-F238E27FC236}">
                <a16:creationId xmlns:a16="http://schemas.microsoft.com/office/drawing/2014/main" id="{17625E9F-C48B-4367-B25A-2BC1390AD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9416" y="0"/>
            <a:ext cx="8610600" cy="1293028"/>
          </a:xfrm>
        </p:spPr>
        <p:txBody>
          <a:bodyPr>
            <a:normAutofit/>
          </a:bodyPr>
          <a:lstStyle/>
          <a:p>
            <a:pPr algn="r"/>
            <a:r>
              <a:rPr lang="en-US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From Last Lesson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14F112-39BA-4687-BAB1-53365C51E3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250" y="4319587"/>
            <a:ext cx="2095500" cy="1800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6392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25823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latin typeface="Kiwi School Handwriting" panose="00000500000000000000" pitchFamily="2" charset="0"/>
              </a:rPr>
              <a:t>Measurement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latin typeface="Kiwi School Handwriting" panose="00000500000000000000" pitchFamily="2" charset="0"/>
              </a:rPr>
              <a:t>EQ – How do I convert between volume and capacity units?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36197" y="1520412"/>
            <a:ext cx="65196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AU" sz="2800" dirty="0">
                <a:solidFill>
                  <a:prstClr val="black"/>
                </a:solidFill>
                <a:latin typeface="Calibri" panose="020F0502020204030204"/>
              </a:rPr>
              <a:t>Remember from the first volume lesson</a:t>
            </a:r>
            <a:endParaRPr lang="en-US" sz="280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-207006" y="132048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BDC3AE41-AAED-4B62-B7BF-00EBF9F8D35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9166" t="37146" r="36128" b="18497"/>
          <a:stretch/>
        </p:blipFill>
        <p:spPr>
          <a:xfrm>
            <a:off x="2044534" y="2043632"/>
            <a:ext cx="6347012" cy="4563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25823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latin typeface="Kiwi School Handwriting" panose="00000500000000000000" pitchFamily="2" charset="0"/>
              </a:rPr>
              <a:t>Measurement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latin typeface="Kiwi School Handwriting" panose="00000500000000000000" pitchFamily="2" charset="0"/>
              </a:rPr>
              <a:t>EQ – How do I convert between volume and capacity units?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36197" y="1520412"/>
            <a:ext cx="65196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AU" sz="2800" dirty="0">
                <a:solidFill>
                  <a:prstClr val="black"/>
                </a:solidFill>
                <a:latin typeface="Calibri" panose="020F0502020204030204"/>
              </a:rPr>
              <a:t>Remember from the first volume lesson</a:t>
            </a:r>
            <a:endParaRPr lang="en-US" sz="280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-207006" y="132048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967AF882-C6B2-4632-B86E-5C7695E726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108" y="2243558"/>
            <a:ext cx="10547784" cy="3955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067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B72D346-2546-40C0-939D-B3190DF89B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19" y="606452"/>
            <a:ext cx="11930635" cy="5846884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83E7FD-A44D-4DF5-BF5D-93D422484A0F}"/>
              </a:ext>
            </a:extLst>
          </p:cNvPr>
          <p:cNvSpPr/>
          <p:nvPr/>
        </p:nvSpPr>
        <p:spPr>
          <a:xfrm>
            <a:off x="139485" y="2603715"/>
            <a:ext cx="11220773" cy="10073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173634-E7EA-4729-BFB4-DDC5B245FD2F}"/>
              </a:ext>
            </a:extLst>
          </p:cNvPr>
          <p:cNvSpPr/>
          <p:nvPr/>
        </p:nvSpPr>
        <p:spPr>
          <a:xfrm>
            <a:off x="139484" y="3812892"/>
            <a:ext cx="11868070" cy="26404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00215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B305ABA-96E8-4177-9988-0580C750EC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22" y="206795"/>
            <a:ext cx="11823108" cy="644440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8173634-E7EA-4729-BFB4-DDC5B245FD2F}"/>
              </a:ext>
            </a:extLst>
          </p:cNvPr>
          <p:cNvSpPr/>
          <p:nvPr/>
        </p:nvSpPr>
        <p:spPr>
          <a:xfrm>
            <a:off x="94522" y="5077691"/>
            <a:ext cx="11868070" cy="17713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57568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71A0ED0-F6A9-4176-8D94-FDC4A512A9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35" y="3338"/>
            <a:ext cx="10425516" cy="6854662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Task</a:t>
            </a:r>
            <a:endParaRPr lang="en-US" sz="54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50633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B47E03-B889-4D3C-B8AA-04629662D2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9557" y="367382"/>
            <a:ext cx="8292885" cy="6123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0380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228</Words>
  <Application>Microsoft Office PowerPoint</Application>
  <PresentationFormat>Widescreen</PresentationFormat>
  <Paragraphs>38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Kiwi School Handwriting</vt:lpstr>
      <vt:lpstr>Times New Roman</vt:lpstr>
      <vt:lpstr>Office Theme</vt:lpstr>
      <vt:lpstr>Topic: Measurement</vt:lpstr>
      <vt:lpstr>Learning Intentions</vt:lpstr>
      <vt:lpstr>From Last Lesson</vt:lpstr>
      <vt:lpstr>PowerPoint Presentation</vt:lpstr>
      <vt:lpstr>PowerPoint Presentation</vt:lpstr>
      <vt:lpstr>Practice</vt:lpstr>
      <vt:lpstr>PowerPoint Presentation</vt:lpstr>
      <vt:lpstr>Task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Measurement</dc:title>
  <dc:creator>Sarah JAMES</dc:creator>
  <cp:lastModifiedBy>Sarah JAMES</cp:lastModifiedBy>
  <cp:revision>2</cp:revision>
  <dcterms:created xsi:type="dcterms:W3CDTF">2021-02-23T01:30:18Z</dcterms:created>
  <dcterms:modified xsi:type="dcterms:W3CDTF">2021-02-23T01:39:36Z</dcterms:modified>
</cp:coreProperties>
</file>