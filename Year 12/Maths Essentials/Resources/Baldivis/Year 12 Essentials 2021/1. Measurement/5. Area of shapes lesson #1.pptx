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4" r:id="rId2"/>
    <p:sldId id="258" r:id="rId3"/>
    <p:sldId id="303" r:id="rId4"/>
    <p:sldId id="307" r:id="rId5"/>
    <p:sldId id="308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089" autoAdjust="0"/>
  </p:normalViewPr>
  <p:slideViewPr>
    <p:cSldViewPr snapToGrid="0">
      <p:cViewPr varScale="1">
        <p:scale>
          <a:sx n="49" d="100"/>
          <a:sy n="49" d="100"/>
        </p:scale>
        <p:origin x="13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9DEB23-D139-429A-8E26-6B77C8F47A3C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B5220-4492-4F94-881D-DC64AC688F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5276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worksheets PPT to print this slide for students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B5220-4492-4F94-881D-DC64AC688F5D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0498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See worksheets PPT to print this slide for students</a:t>
            </a: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B5220-4492-4F94-881D-DC64AC688F5D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3204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3EC7-66BC-40B9-8151-5096EF1F5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4FFA29-7290-4B11-B3EC-709A75568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EB0B1-6E61-4DF4-BF21-94EC822F4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D6167-C712-492E-8FD6-5D8E6C6D6715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EB45C-38F2-4B7A-85A4-DE5BDF109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E972D-7433-48BD-9536-F4D83B8E1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AC13-76F7-4933-8BE0-1765FC6479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2052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650CF-9C45-4936-B078-B05ADBA47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EB2B-0C02-4F80-B042-6AD7AFEE7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F2BC3-8915-47E2-8CAB-587E8A2B7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D6167-C712-492E-8FD6-5D8E6C6D6715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6A143-D3B2-4EC3-AFB3-107563F16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D118B-C396-4488-B1FB-31905F554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AC13-76F7-4933-8BE0-1765FC6479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3504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A21E2-E389-4AA8-83A1-F3C9FEBD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16977-A005-4B45-A787-AA5B3C9B9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4EA55-94E4-48DD-A5A9-B6F0035ED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D6167-C712-492E-8FD6-5D8E6C6D6715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9A5C0-2A74-4DE5-85FB-E57B73076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A6F38-EE72-4114-ABB9-B5FBFFDFE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AC13-76F7-4933-8BE0-1765FC6479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8815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1C2BA-150A-47E2-BF34-BDCE2C15E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DA3A6-3806-4E6B-82E4-A23CFAF0FE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164849-9B56-41E4-B575-763B003C7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71D85-5FD1-49E5-9CC0-CD325583D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D6167-C712-492E-8FD6-5D8E6C6D6715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A496A-DFD4-4A82-AF05-9CF6F7E44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81EA0-9014-4689-913A-5821E73CE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AC13-76F7-4933-8BE0-1765FC6479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3335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77BF5-D761-4870-8BDE-57BFFF97B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6B932-6451-47CB-9C69-98C9781E9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55FC4-6956-4C4F-9E65-66492BF65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516EA7-1E83-4AC7-BEF6-1E04FF67A7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62D5E8-CAFA-4040-A84D-84E671446F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42CD56-E13D-49E7-BD9D-DE00A1443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D6167-C712-492E-8FD6-5D8E6C6D6715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CDFD3-442F-424C-AAB3-CF9C73419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6C7D5F-D807-4ADC-9247-C1329612E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AC13-76F7-4933-8BE0-1765FC6479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889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4F560-B225-4D67-BC14-398302336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52F0C4-8D9D-4EC7-8F31-675C8822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D6167-C712-492E-8FD6-5D8E6C6D6715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E4D80B-7F6E-4F1D-A409-D216DAA5B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BECC7-BEDA-420A-9E3F-00BC2DE66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AC13-76F7-4933-8BE0-1765FC6479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9374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F3CF41-A4E2-4F75-8ACB-9B7E2EF05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D6167-C712-492E-8FD6-5D8E6C6D6715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F0969-C8D5-42BC-AA3D-1FB4D7891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A3763-720C-49D5-BAB8-7ADF6A462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AC13-76F7-4933-8BE0-1765FC6479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2698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7F31F-E509-4992-A7B9-1C04EEA35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AFDD4-3741-4381-8A68-73EBBDE72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D096-23B7-4784-B183-377A2D7AA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066C7-0DDA-4A19-82A2-7E5F42870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D6167-C712-492E-8FD6-5D8E6C6D6715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D96941-2996-45C2-A593-353B75474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973F9E-75C5-45AA-9A49-CAF9E9487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AC13-76F7-4933-8BE0-1765FC6479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821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F27DF-96FE-49BB-BF21-8AC2FD07D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123CE6-EAF3-4A7E-984B-9E945CB13E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0ACB69-0048-4780-B0EC-743B7E7BC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67F55-2AF5-4962-9513-94FFAAC5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D6167-C712-492E-8FD6-5D8E6C6D6715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477A4-48C4-42E5-ACDA-64CE7998E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ECE62-04DE-4BD3-8D33-E8320F032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AC13-76F7-4933-8BE0-1765FC6479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6959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8D0F6-152F-4E7D-9FD0-D0DC0F4AA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3C926-29D9-45D3-91AA-B0C3B811D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BAD59-5236-4D53-A3AE-633502FBA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D6167-C712-492E-8FD6-5D8E6C6D6715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748FA-4C3F-4FEA-8859-01B7D8BFA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5192F-E7F7-4E81-8C29-74E71E3F8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AC13-76F7-4933-8BE0-1765FC6479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2856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0592A2-3B42-4F91-8B83-BED4FE5FF1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9B6FB6-C801-4C95-8EAC-D5964CFF2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3688D-E8CB-4293-8CBE-A43E1EBF5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D6167-C712-492E-8FD6-5D8E6C6D6715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F8A5D-093C-427C-8E1B-760CCBD0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2043A-2C88-4F21-8D4B-D61FF5DA8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AC13-76F7-4933-8BE0-1765FC6479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39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F7D3CD-393D-43AD-BA64-587FB3ABE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C8994-C6A9-414D-B22B-FE32B5185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F15B7-6961-49E2-90A7-40C5B670B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D6167-C712-492E-8FD6-5D8E6C6D6715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024C8-0F37-4A04-A31D-555CC18F3D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215C-AC48-425E-900D-FD79F182F0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1AC13-76F7-4933-8BE0-1765FC6479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3995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B711-EC04-4328-BA3C-D312B35E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99"/>
            <a:ext cx="9144000" cy="841191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Measurement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56DC-C7F4-4C74-A9D1-FED7285DB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35716"/>
            <a:ext cx="9144000" cy="642703"/>
          </a:xfrm>
        </p:spPr>
        <p:txBody>
          <a:bodyPr/>
          <a:lstStyle/>
          <a:p>
            <a:r>
              <a:rPr lang="en-US" dirty="0"/>
              <a:t>EQ: How do we calculate the area of shapes?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88F43-77B5-4149-8386-E7F5734F6EBC}"/>
              </a:ext>
            </a:extLst>
          </p:cNvPr>
          <p:cNvSpPr txBox="1"/>
          <p:nvPr/>
        </p:nvSpPr>
        <p:spPr>
          <a:xfrm>
            <a:off x="272716" y="1613118"/>
            <a:ext cx="1164656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Get your VIVO’s</a:t>
            </a:r>
          </a:p>
          <a:p>
            <a:pPr marL="285750" indent="-285750">
              <a:buFontTx/>
              <a:buChar char="-"/>
            </a:pPr>
            <a:r>
              <a:rPr lang="en-US" dirty="0"/>
              <a:t>Topic and EQ in Interactive Notebook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NO PHONES OR EAR BUDS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Have a go: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Question 1: </a:t>
            </a:r>
            <a:r>
              <a:rPr lang="en-US" alt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Find the perimeter of each of the following shapes.</a:t>
            </a:r>
            <a:endParaRPr kumimoji="0" lang="en-AU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fontAlgn="ctr"/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lvl="1"/>
            <a:endParaRPr lang="en-US" dirty="0"/>
          </a:p>
          <a:p>
            <a:pPr marL="742950" lvl="1" indent="-285750">
              <a:buFontTx/>
              <a:buChar char="-"/>
            </a:pPr>
            <a:r>
              <a:rPr lang="en-AU" dirty="0"/>
              <a:t>Question 2: </a:t>
            </a:r>
            <a:r>
              <a:rPr lang="en-US" dirty="0"/>
              <a:t>Jennifer needs to fence her country house block to keep her dog in. The block is a rectangle with length 50 m and width 42 m. Fencing costs $13 per </a:t>
            </a:r>
            <a:r>
              <a:rPr lang="en-US" dirty="0" err="1"/>
              <a:t>metre</a:t>
            </a:r>
            <a:r>
              <a:rPr lang="en-US" dirty="0"/>
              <a:t>. What will be the total cost of fencing?</a:t>
            </a:r>
            <a:endParaRPr lang="en-AU" dirty="0"/>
          </a:p>
        </p:txBody>
      </p:sp>
      <p:pic>
        <p:nvPicPr>
          <p:cNvPr id="1025" name="Picture 2" descr="Description: Worksheet A Q1(b).bmp">
            <a:extLst>
              <a:ext uri="{FF2B5EF4-FFF2-40B4-BE49-F238E27FC236}">
                <a16:creationId xmlns:a16="http://schemas.microsoft.com/office/drawing/2014/main" id="{18D06F78-DC5E-4C71-9ED3-4CF7F9312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7343" y="4110054"/>
            <a:ext cx="1581150" cy="100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317DF51D-0D32-49F8-9913-D887FA694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015A4BA-22D2-4AEF-8F90-54ABC865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10" name="Picture 1" descr="Description: Worksheet A Q1(a).bmp">
            <a:extLst>
              <a:ext uri="{FF2B5EF4-FFF2-40B4-BE49-F238E27FC236}">
                <a16:creationId xmlns:a16="http://schemas.microsoft.com/office/drawing/2014/main" id="{9E7593B5-0F7A-4949-A045-6B35B0062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529" y="4268804"/>
            <a:ext cx="12319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52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6BF91-4DDC-46DF-9F00-56945B9AA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2250E-B3DF-4CFB-96D2-AFBA9AF9A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By the end of the lesson you should have:</a:t>
            </a:r>
          </a:p>
          <a:p>
            <a:r>
              <a:rPr lang="en-AU" dirty="0"/>
              <a:t> Added a variety of shape formulas to your notes</a:t>
            </a:r>
          </a:p>
          <a:p>
            <a:r>
              <a:rPr lang="en-AU" dirty="0"/>
              <a:t> Increased your current understanding of area in regards to rectangles, triangles and squares.</a:t>
            </a:r>
          </a:p>
        </p:txBody>
      </p:sp>
    </p:spTree>
    <p:extLst>
      <p:ext uri="{BB962C8B-B14F-4D97-AF65-F5344CB8AC3E}">
        <p14:creationId xmlns:p14="http://schemas.microsoft.com/office/powerpoint/2010/main" val="246257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391941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020492" y="457508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area of shapes?</a:t>
            </a:r>
            <a:endParaRPr lang="en-AU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F2E3A-9A52-4A64-B42A-D9A2C6AE947B}"/>
              </a:ext>
            </a:extLst>
          </p:cNvPr>
          <p:cNvSpPr/>
          <p:nvPr/>
        </p:nvSpPr>
        <p:spPr>
          <a:xfrm>
            <a:off x="5429114" y="1916832"/>
            <a:ext cx="32099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7030A0"/>
                </a:solidFill>
              </a:rPr>
              <a:t>What is perimeter: </a:t>
            </a:r>
          </a:p>
          <a:p>
            <a:r>
              <a:rPr lang="en-AU" dirty="0">
                <a:solidFill>
                  <a:srgbClr val="7030A0"/>
                </a:solidFill>
              </a:rPr>
              <a:t>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A08508-0BED-4779-8999-5BD59FA22206}"/>
              </a:ext>
            </a:extLst>
          </p:cNvPr>
          <p:cNvSpPr/>
          <p:nvPr/>
        </p:nvSpPr>
        <p:spPr>
          <a:xfrm>
            <a:off x="4167936" y="292277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>
                <a:solidFill>
                  <a:srgbClr val="7030A0"/>
                </a:solidFill>
              </a:rPr>
              <a:t>Perimeter is the border around a shape. An example of this would be the fence around BSC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391941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020492" y="457508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area of shapes?</a:t>
            </a:r>
            <a:endParaRPr lang="en-AU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BC9470-77F4-45DC-9799-2604951AA775}"/>
              </a:ext>
            </a:extLst>
          </p:cNvPr>
          <p:cNvSpPr/>
          <p:nvPr/>
        </p:nvSpPr>
        <p:spPr>
          <a:xfrm>
            <a:off x="2419500" y="2124649"/>
            <a:ext cx="9772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Area is the size of a surface.  The amount of space inside the boundary of a flat, 2-dimensional object.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43303-D018-4807-8E09-6D081C208726}"/>
              </a:ext>
            </a:extLst>
          </p:cNvPr>
          <p:cNvSpPr/>
          <p:nvPr/>
        </p:nvSpPr>
        <p:spPr>
          <a:xfrm>
            <a:off x="2419500" y="2611220"/>
            <a:ext cx="9229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This is a conversion chart.  You must always make sure your units of measurement are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2F0C9A-060F-4E38-A406-3F7DE84291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" t="25544" r="3476" b="25547"/>
          <a:stretch/>
        </p:blipFill>
        <p:spPr>
          <a:xfrm>
            <a:off x="3732817" y="3511334"/>
            <a:ext cx="6602506" cy="252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97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391941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020492" y="457508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area of shapes?</a:t>
            </a:r>
            <a:endParaRPr lang="en-AU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43303-D018-4807-8E09-6D081C208726}"/>
              </a:ext>
            </a:extLst>
          </p:cNvPr>
          <p:cNvSpPr/>
          <p:nvPr/>
        </p:nvSpPr>
        <p:spPr>
          <a:xfrm>
            <a:off x="2419500" y="2611220"/>
            <a:ext cx="9229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This is linear conversion. AREA CONVERSION IS THIS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E5F366-33D4-435F-B616-376D81D1E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119" y="3134854"/>
            <a:ext cx="6315075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43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A65FF-251F-44F2-9C48-688784152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"/>
            <a:ext cx="9603275" cy="497540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Basic Shape Formulas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86CE242-6B62-4F83-9FE8-BD533CEF24F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17040" y="401289"/>
            <a:ext cx="9783169" cy="5730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7700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38C01-FB11-4DDA-9499-92F387957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dirty="0"/>
              <a:t>Rectangles and Triangles</a:t>
            </a:r>
            <a:br>
              <a:rPr lang="en-AU" dirty="0"/>
            </a:br>
            <a:r>
              <a:rPr lang="en-AU" sz="1800" dirty="0"/>
              <a:t>Find the area of the following</a:t>
            </a:r>
            <a:br>
              <a:rPr lang="en-AU" dirty="0"/>
            </a:br>
            <a:r>
              <a:rPr lang="en-AU" sz="1100" dirty="0"/>
              <a:t>.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8E76787-6B51-4F87-BABC-630446A44A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4872" t="17567" r="11871" b="29418"/>
          <a:stretch/>
        </p:blipFill>
        <p:spPr>
          <a:xfrm>
            <a:off x="1640542" y="1853754"/>
            <a:ext cx="9278470" cy="419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039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803BD-30A4-4C56-A6BF-3005C788E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07" y="152940"/>
            <a:ext cx="9603275" cy="1049235"/>
          </a:xfrm>
        </p:spPr>
        <p:txBody>
          <a:bodyPr/>
          <a:lstStyle/>
          <a:p>
            <a:r>
              <a:rPr lang="en-US" dirty="0"/>
              <a:t>More Practice finding the area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A372EA-6BC1-4BC8-B303-3B0078240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36408" t="46415" r="35759" b="9536"/>
          <a:stretch/>
        </p:blipFill>
        <p:spPr>
          <a:xfrm>
            <a:off x="1489907" y="964043"/>
            <a:ext cx="7902199" cy="562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826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04AA6-DEB6-458F-806C-9BF5FFAC0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 conclude: </a:t>
            </a:r>
            <a:br>
              <a:rPr lang="en-AU" dirty="0"/>
            </a:br>
            <a:r>
              <a:rPr lang="en-AU" sz="1800" dirty="0"/>
              <a:t>If you answered/attempted the work….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050478-2A88-4152-AA0F-2C3E0F4336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871" y="2016125"/>
            <a:ext cx="2748582" cy="3449638"/>
          </a:xfrm>
        </p:spPr>
      </p:pic>
    </p:spTree>
    <p:extLst>
      <p:ext uri="{BB962C8B-B14F-4D97-AF65-F5344CB8AC3E}">
        <p14:creationId xmlns:p14="http://schemas.microsoft.com/office/powerpoint/2010/main" val="1796030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306</Words>
  <Application>Microsoft Office PowerPoint</Application>
  <PresentationFormat>Widescreen</PresentationFormat>
  <Paragraphs>52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Topic: Measurement</vt:lpstr>
      <vt:lpstr>Lesson OBJECTIVE:</vt:lpstr>
      <vt:lpstr>PowerPoint Presentation</vt:lpstr>
      <vt:lpstr>PowerPoint Presentation</vt:lpstr>
      <vt:lpstr>PowerPoint Presentation</vt:lpstr>
      <vt:lpstr>Basic Shape Formulas</vt:lpstr>
      <vt:lpstr>Rectangles and Triangles Find the area of the following .</vt:lpstr>
      <vt:lpstr>More Practice finding the area</vt:lpstr>
      <vt:lpstr>To conclude:  If you answered/attempted the work….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Measurement</dc:title>
  <dc:creator>JAMES Sarah [Baldivis Secondary College]</dc:creator>
  <cp:lastModifiedBy>JAMES Sarah [Baldivis Secondary College]</cp:lastModifiedBy>
  <cp:revision>3</cp:revision>
  <dcterms:created xsi:type="dcterms:W3CDTF">2021-02-03T23:58:22Z</dcterms:created>
  <dcterms:modified xsi:type="dcterms:W3CDTF">2021-02-04T00:07:19Z</dcterms:modified>
</cp:coreProperties>
</file>