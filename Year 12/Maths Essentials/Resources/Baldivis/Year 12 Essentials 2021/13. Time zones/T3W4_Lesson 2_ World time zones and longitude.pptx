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96" r:id="rId3"/>
    <p:sldId id="271" r:id="rId4"/>
    <p:sldId id="293" r:id="rId5"/>
    <p:sldId id="299" r:id="rId6"/>
    <p:sldId id="300" r:id="rId7"/>
    <p:sldId id="301" r:id="rId8"/>
    <p:sldId id="309" r:id="rId9"/>
    <p:sldId id="302" r:id="rId10"/>
    <p:sldId id="303" r:id="rId11"/>
    <p:sldId id="297" r:id="rId12"/>
    <p:sldId id="307" r:id="rId13"/>
    <p:sldId id="308" r:id="rId14"/>
    <p:sldId id="304" r:id="rId15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56140" autoAdjust="0"/>
  </p:normalViewPr>
  <p:slideViewPr>
    <p:cSldViewPr snapToGrid="0">
      <p:cViewPr varScale="1">
        <p:scale>
          <a:sx n="37" d="100"/>
          <a:sy n="37" d="100"/>
        </p:scale>
        <p:origin x="178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52EDA-48FA-4B12-BC3F-A0D029623238}" type="datetimeFigureOut">
              <a:rPr lang="en-AU" smtClean="0"/>
              <a:t>11/08/2020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38DB6D-BAB4-4E99-B07A-4D2E6717BF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3400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9141E-EE06-427B-B281-9134EF719792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GB"/>
              <a:t>T Malik</a:t>
            </a:r>
          </a:p>
        </p:txBody>
      </p:sp>
    </p:spTree>
    <p:extLst>
      <p:ext uri="{BB962C8B-B14F-4D97-AF65-F5344CB8AC3E}">
        <p14:creationId xmlns:p14="http://schemas.microsoft.com/office/powerpoint/2010/main" val="2152109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time using longitude:</a:t>
            </a:r>
          </a:p>
          <a:p>
            <a:pPr marL="342900" indent="-342900">
              <a:buAutoNum type="arabicPeriod"/>
            </a:pPr>
            <a:r>
              <a:rPr lang="en-US" dirty="0"/>
              <a:t>Find the difference between the 2 longitudes</a:t>
            </a:r>
          </a:p>
          <a:p>
            <a:pPr marL="285750" indent="-285750">
              <a:buFontTx/>
              <a:buChar char="-"/>
            </a:pPr>
            <a:r>
              <a:rPr lang="en-US" dirty="0"/>
              <a:t>Remember if the locations are on opposite sides of the prime meridian you will need to add</a:t>
            </a:r>
          </a:p>
          <a:p>
            <a:r>
              <a:rPr lang="en-US" dirty="0"/>
              <a:t>2. Divide this time difference by 15 to give you the difference in hours</a:t>
            </a:r>
          </a:p>
          <a:p>
            <a:r>
              <a:rPr lang="en-US" dirty="0"/>
              <a:t>3. If you move east (west to east) you add hours. If you move west</a:t>
            </a:r>
          </a:p>
          <a:p>
            <a:r>
              <a:rPr lang="en-US" dirty="0"/>
              <a:t>(east to west) than you subtract the hours.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2B13B-B964-4B39-9923-6AF7E9011B5A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3291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AB11D-22C3-408A-BB56-30C0EF1DB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513DDD-C38F-4C19-B5E9-EB1C3695F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945DC-1773-4282-92A7-1B6F6B46A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95447-35E4-4315-8891-2FA4A70422A9}" type="datetimeFigureOut">
              <a:rPr lang="en-AU" smtClean="0"/>
              <a:t>11/08/2020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13633-39CB-4815-B3FE-F3745B710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7315E-D016-48B6-8A53-373CF65B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EB718-0816-45AD-BE06-A2517D0E5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5076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35B2-BA76-4B59-A1A0-4B223AD3C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0FD0D-2E1D-40EC-82B2-88BEC8E2D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C07DB-C4C6-46E3-BBE5-CF5326B29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95447-35E4-4315-8891-2FA4A70422A9}" type="datetimeFigureOut">
              <a:rPr lang="en-AU" smtClean="0"/>
              <a:t>11/08/2020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97518-3075-4FAC-99DA-917EEC89A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02185-17B6-491B-B10B-39C107F8C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EB718-0816-45AD-BE06-A2517D0E5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8757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04DD2-4B66-4A47-8854-F4D8F61D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75E93-1FC0-4EC8-B8D2-17596B612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70A51-DFD7-41B7-8681-EB945EAA4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95447-35E4-4315-8891-2FA4A70422A9}" type="datetimeFigureOut">
              <a:rPr lang="en-AU" smtClean="0"/>
              <a:t>11/08/2020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B9A84-AB22-4FEE-9A74-FEF58A6D2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04A75-F6F1-4265-A0EE-DD8F388B0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EB718-0816-45AD-BE06-A2517D0E5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6866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143F-8FAA-4EAE-AC45-64FF0F51C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AC344-53F6-42C8-B891-21BDF0DE98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6FFDF8-042A-49B8-8F06-ED6168FCD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34595-9240-4562-BACE-FD1CACAB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95447-35E4-4315-8891-2FA4A70422A9}" type="datetimeFigureOut">
              <a:rPr lang="en-AU" smtClean="0"/>
              <a:t>11/08/2020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61005-F9A5-453B-8C7B-B9A642A43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E24CB-5C50-4294-9D19-CE2A43B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EB718-0816-45AD-BE06-A2517D0E5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3161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B961F-B318-49D6-A17A-E8BE5EEB2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B0035-9BF1-4B3D-8D2D-4F17D36C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C44A6F-1FF8-4B0B-B25A-818163DED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3CBD57-51B7-4937-B33B-312359B7A5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7BBF7D-FE25-41DA-911A-256F927EB1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599B69-F254-4BAD-BDBA-926ECA5CB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95447-35E4-4315-8891-2FA4A70422A9}" type="datetimeFigureOut">
              <a:rPr lang="en-AU" smtClean="0"/>
              <a:t>11/08/2020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801017-1DDA-4A3A-91A6-C2F83FA0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3763F7-2097-4B58-825D-C882367F0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EB718-0816-45AD-BE06-A2517D0E5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57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95331-EB25-422F-A43F-F4338DE54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033ED0-AAE6-4839-9D35-980CB5E6B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95447-35E4-4315-8891-2FA4A70422A9}" type="datetimeFigureOut">
              <a:rPr lang="en-AU" smtClean="0"/>
              <a:t>11/08/2020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59FB95-C2F9-47AA-BD10-A2E5C757D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4FD63-4B5D-499E-880B-82CB5492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EB718-0816-45AD-BE06-A2517D0E5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2368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AD610D-9EFF-453B-BF14-2EC3D1138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95447-35E4-4315-8891-2FA4A70422A9}" type="datetimeFigureOut">
              <a:rPr lang="en-AU" smtClean="0"/>
              <a:t>11/08/2020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5623C-E073-491E-975C-DCD345022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55EA9-81A4-4A1A-9256-9C491D4E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EB718-0816-45AD-BE06-A2517D0E5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4432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011EE-D3AE-4792-BBFB-986ECA9D0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1C3D2-0264-4842-BA39-26310FEB9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7E2A9-7D21-4ECC-8A68-6E9329175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58A16-FE89-4004-87F5-2F06A17E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95447-35E4-4315-8891-2FA4A70422A9}" type="datetimeFigureOut">
              <a:rPr lang="en-AU" smtClean="0"/>
              <a:t>11/08/2020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EECCB-84E3-49C6-8481-F2028E36D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0BFF2-F9C4-4EB0-8B5F-F85BBC9A0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EB718-0816-45AD-BE06-A2517D0E5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1835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3AAA-4CF1-4AAB-8E8B-C7A89C71F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AE43DD-8308-4E9F-829E-E6185F317D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1A6DEE-FD41-4FE6-927B-1322D6D7F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46962-9DAF-4723-9292-2D268F50B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95447-35E4-4315-8891-2FA4A70422A9}" type="datetimeFigureOut">
              <a:rPr lang="en-AU" smtClean="0"/>
              <a:t>11/08/2020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CA5C1-BAB6-43A9-9C9C-CE1F3BC8A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4DFE0-803B-4489-B6F3-0BE010E39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EB718-0816-45AD-BE06-A2517D0E5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2736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50F65-6424-47B7-8A25-9086CF189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402105-31BA-4A47-9CE9-CB67F638A1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8E8D-3D1F-4D7D-A7EC-B45BE0B86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95447-35E4-4315-8891-2FA4A70422A9}" type="datetimeFigureOut">
              <a:rPr lang="en-AU" smtClean="0"/>
              <a:t>11/08/2020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EDE20-0561-4CFA-A8D5-048CF0FB8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6BDEB-46A1-4D63-A671-F25F2761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EB718-0816-45AD-BE06-A2517D0E5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60FDD0-CDD2-4B80-9DAB-CBBF8A096A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9609E2-43CF-49B1-ABC5-741F24726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F3424-0DA9-4019-87D7-9BDB3EEEA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95447-35E4-4315-8891-2FA4A70422A9}" type="datetimeFigureOut">
              <a:rPr lang="en-AU" smtClean="0"/>
              <a:t>11/08/2020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41CDF-4B38-4B2D-8157-9B754A643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FAFD2-449B-4574-9809-854435FB5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EB718-0816-45AD-BE06-A2517D0E5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725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9EC589-8069-49D1-A24B-FD7494B71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2443C-72EE-4088-8177-FAC7750C5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0CD22-C5CA-4BA4-8250-0FF48C9459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95447-35E4-4315-8891-2FA4A70422A9}" type="datetimeFigureOut">
              <a:rPr lang="en-AU" smtClean="0"/>
              <a:t>11/08/2020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EE558-F674-414F-BA67-7641BA2A16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27714-BC8F-4B2A-A78D-B40DA5741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1EB718-0816-45AD-BE06-A2517D0E5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8775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8F587-943C-4D46-A866-8C23808086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dirty="0"/>
              <a:t>Topic: Time zones</a:t>
            </a:r>
            <a:br>
              <a:rPr lang="en-US" dirty="0"/>
            </a:b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1C622-778F-464C-916F-A183395914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How do we find the time difference between two places on Earth?</a:t>
            </a:r>
            <a:br>
              <a:rPr lang="en-AU" dirty="0"/>
            </a:b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AD307E-B308-4014-B938-A40797DBCFAE}"/>
              </a:ext>
            </a:extLst>
          </p:cNvPr>
          <p:cNvSpPr txBox="1"/>
          <p:nvPr/>
        </p:nvSpPr>
        <p:spPr>
          <a:xfrm>
            <a:off x="4219575" y="1122363"/>
            <a:ext cx="3295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FFFF"/>
                </a:highlight>
              </a:rPr>
              <a:t>New topic</a:t>
            </a:r>
            <a:endParaRPr lang="en-AU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96318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D5B3E-4693-4497-BDC0-29925D108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F9990-B633-46D7-8A47-5B05A8E26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Understand the link between longitude and time (ACMEM162)</a:t>
            </a:r>
          </a:p>
          <a:p>
            <a:r>
              <a:rPr lang="en-US" sz="1800" dirty="0"/>
              <a:t>Solve problems involving Greenwich Mean Time and International Date Line (ACMEM164)</a:t>
            </a:r>
          </a:p>
          <a:p>
            <a:r>
              <a:rPr lang="en-US" sz="1800" dirty="0"/>
              <a:t>Find time differences between two places on Earth (ACMEM165)</a:t>
            </a:r>
          </a:p>
          <a:p>
            <a:r>
              <a:rPr lang="en-US" sz="1800" dirty="0"/>
              <a:t>Solve problems relating to travelling east and west, incorporating time zone changes (ACMEM166)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1013063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23975" y="1213009"/>
            <a:ext cx="83728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/>
              <a:t>2 minute Quick-Write: How do you locate a position on the Earth’s surface?</a:t>
            </a:r>
          </a:p>
          <a:p>
            <a:pPr algn="ctr"/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140394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86560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31862" y="809705"/>
            <a:ext cx="484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004399" y="1865605"/>
            <a:ext cx="533" cy="51738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8288" y="86719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1860" y="1435800"/>
            <a:ext cx="86406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</a:t>
            </a:r>
            <a:r>
              <a:rPr lang="en-US" sz="2000" dirty="0"/>
              <a:t>How do we find the time difference between two places on Earth?</a:t>
            </a:r>
            <a:br>
              <a:rPr lang="en-AU" sz="2400" dirty="0"/>
            </a:b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115907" y="909833"/>
            <a:ext cx="2425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Time zones</a:t>
            </a:r>
            <a:endParaRPr lang="en-AU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1BE71-B0C0-4501-82DD-B4E1F740AF21}"/>
              </a:ext>
            </a:extLst>
          </p:cNvPr>
          <p:cNvSpPr txBox="1"/>
          <p:nvPr/>
        </p:nvSpPr>
        <p:spPr>
          <a:xfrm>
            <a:off x="3317702" y="2205241"/>
            <a:ext cx="68050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location’s time is determined by its longitude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locations on the same longitude have the same time.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15</a:t>
            </a:r>
            <a:r>
              <a:rPr lang="en-US" sz="2400" dirty="0"/>
              <a:t> </a:t>
            </a:r>
            <a:r>
              <a:rPr lang="he-IL" sz="2400" dirty="0"/>
              <a:t>֯</a:t>
            </a:r>
            <a:r>
              <a:rPr lang="en-US" sz="2400" dirty="0"/>
              <a:t> </a:t>
            </a:r>
            <a:r>
              <a:rPr lang="en-US" dirty="0"/>
              <a:t>change in longitude corresponds to a 1 hour time difference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7162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0FCEE0-FA13-4D42-A518-F43850E14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52827"/>
            <a:ext cx="8584956" cy="12604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1DF84-BAF1-44AA-9C40-040D0E88FD1B}"/>
              </a:ext>
            </a:extLst>
          </p:cNvPr>
          <p:cNvSpPr txBox="1"/>
          <p:nvPr/>
        </p:nvSpPr>
        <p:spPr>
          <a:xfrm>
            <a:off x="914400" y="707010"/>
            <a:ext cx="3035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1: 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0F0E8B-20B3-45A2-8BDC-B4928BCF4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07934"/>
            <a:ext cx="6410325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51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A1DF84-BAF1-44AA-9C40-040D0E88FD1B}"/>
              </a:ext>
            </a:extLst>
          </p:cNvPr>
          <p:cNvSpPr txBox="1"/>
          <p:nvPr/>
        </p:nvSpPr>
        <p:spPr>
          <a:xfrm>
            <a:off x="914400" y="707010"/>
            <a:ext cx="3035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2: 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E34F63-D394-4FF5-B477-90E08A04C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26" y="1380240"/>
            <a:ext cx="9429799" cy="9021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C90328-AEB8-4BA6-85A8-522867D04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4" y="2094616"/>
            <a:ext cx="7400041" cy="383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55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4ABA0A-C7FC-415C-BBEE-8FF91A88D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370" y="242371"/>
            <a:ext cx="7281322" cy="637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5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4ABA0A-C7FC-415C-BBEE-8FF91A88D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370" y="242371"/>
            <a:ext cx="7281322" cy="637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627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633E80-A9F0-42E1-95C1-200789DB6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003" y="2292137"/>
            <a:ext cx="3381375" cy="20097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B30C15-0AD8-4052-A87A-72C4C4A54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547" y="2470117"/>
            <a:ext cx="371475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392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5E91FA-9BB5-4E64-878F-4D7AB7916B16}"/>
              </a:ext>
            </a:extLst>
          </p:cNvPr>
          <p:cNvSpPr/>
          <p:nvPr/>
        </p:nvSpPr>
        <p:spPr>
          <a:xfrm>
            <a:off x="2087542" y="1938049"/>
            <a:ext cx="5055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https://www.youtube.com/watch?v=kDWHM00sZJc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FBF110-4D03-49C2-8EE8-2C4BA0F67E4F}"/>
              </a:ext>
            </a:extLst>
          </p:cNvPr>
          <p:cNvSpPr/>
          <p:nvPr/>
        </p:nvSpPr>
        <p:spPr>
          <a:xfrm>
            <a:off x="612586" y="4082533"/>
            <a:ext cx="86511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b="1" dirty="0">
                <a:solidFill>
                  <a:srgbClr val="222222"/>
                </a:solidFill>
                <a:latin typeface="freight-text-pro"/>
              </a:rPr>
              <a:t>Watch-think-write (ensure you are pausing the video for students to form notes)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rgbClr val="222222"/>
                </a:solidFill>
                <a:latin typeface="freight-text-pro"/>
              </a:rPr>
              <a:t>Turn-and-talk (students to collaborate to add to their notes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58487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140394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86560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31862" y="809705"/>
            <a:ext cx="484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004399" y="1865605"/>
            <a:ext cx="533" cy="51738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8288" y="86719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1860" y="1435800"/>
            <a:ext cx="86406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</a:t>
            </a:r>
            <a:r>
              <a:rPr lang="en-US" sz="2000" dirty="0"/>
              <a:t>How do we find the time difference between two places on Earth?</a:t>
            </a:r>
            <a:br>
              <a:rPr lang="en-AU" sz="2400" dirty="0"/>
            </a:b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115907" y="909833"/>
            <a:ext cx="2425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Time zones</a:t>
            </a:r>
            <a:endParaRPr lang="en-AU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7230C-6BE8-4DFA-AC30-9680F6FE70DC}"/>
              </a:ext>
            </a:extLst>
          </p:cNvPr>
          <p:cNvSpPr txBox="1"/>
          <p:nvPr/>
        </p:nvSpPr>
        <p:spPr>
          <a:xfrm>
            <a:off x="3240660" y="2087546"/>
            <a:ext cx="63337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Different parts of the world operate on different time zones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time zones relate to Green Mean Time (GMT).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Cities to the west of London are behind of GMT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Cities to the east of London are ahead of GMT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4036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A1DF84-BAF1-44AA-9C40-040D0E88FD1B}"/>
              </a:ext>
            </a:extLst>
          </p:cNvPr>
          <p:cNvSpPr txBox="1"/>
          <p:nvPr/>
        </p:nvSpPr>
        <p:spPr>
          <a:xfrm>
            <a:off x="914400" y="707010"/>
            <a:ext cx="3035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1: 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44EE54-15B4-428C-9BAD-81DF53A92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71" y="1372961"/>
            <a:ext cx="6781800" cy="1390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35641B-BF2A-474C-AE08-E25747341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71" y="3231016"/>
            <a:ext cx="617220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089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A1DF84-BAF1-44AA-9C40-040D0E88FD1B}"/>
              </a:ext>
            </a:extLst>
          </p:cNvPr>
          <p:cNvSpPr txBox="1"/>
          <p:nvPr/>
        </p:nvSpPr>
        <p:spPr>
          <a:xfrm>
            <a:off x="914400" y="707010"/>
            <a:ext cx="3035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2: </a:t>
            </a:r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B02632-4E3B-49FE-8292-C1E5060E0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831" y="1447800"/>
            <a:ext cx="8078678" cy="990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626EDC-CEAC-44C0-9B90-8E23EEE54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09858"/>
            <a:ext cx="7362825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626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2AF213-9227-46B7-A0F8-9B9B230E768B}"/>
              </a:ext>
            </a:extLst>
          </p:cNvPr>
          <p:cNvSpPr txBox="1"/>
          <p:nvPr/>
        </p:nvSpPr>
        <p:spPr>
          <a:xfrm>
            <a:off x="1314450" y="1362075"/>
            <a:ext cx="8353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Task:</a:t>
            </a:r>
          </a:p>
          <a:p>
            <a:endParaRPr lang="en-US" dirty="0"/>
          </a:p>
          <a:p>
            <a:r>
              <a:rPr lang="en-US" dirty="0"/>
              <a:t>- Complete Longitude and Time zones ( need the associated time zone map)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09414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354</Words>
  <Application>Microsoft Office PowerPoint</Application>
  <PresentationFormat>Widescreen</PresentationFormat>
  <Paragraphs>53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freight-text-pro</vt:lpstr>
      <vt:lpstr>Office Theme</vt:lpstr>
      <vt:lpstr>Topic: Time zones </vt:lpstr>
      <vt:lpstr>Learning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Time zones </dc:title>
  <dc:creator>Sarah James</dc:creator>
  <cp:lastModifiedBy>Sarah James</cp:lastModifiedBy>
  <cp:revision>4</cp:revision>
  <cp:lastPrinted>2020-08-11T00:09:49Z</cp:lastPrinted>
  <dcterms:created xsi:type="dcterms:W3CDTF">2020-08-04T12:39:50Z</dcterms:created>
  <dcterms:modified xsi:type="dcterms:W3CDTF">2020-08-11T06:46:11Z</dcterms:modified>
</cp:coreProperties>
</file>