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31" r:id="rId2"/>
    <p:sldId id="309" r:id="rId3"/>
    <p:sldId id="332" r:id="rId4"/>
    <p:sldId id="326" r:id="rId5"/>
    <p:sldId id="328" r:id="rId6"/>
    <p:sldId id="317" r:id="rId7"/>
    <p:sldId id="329" r:id="rId8"/>
    <p:sldId id="330" r:id="rId9"/>
    <p:sldId id="292" r:id="rId10"/>
    <p:sldId id="2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0040" autoAdjust="0"/>
  </p:normalViewPr>
  <p:slideViewPr>
    <p:cSldViewPr snapToGrid="0">
      <p:cViewPr>
        <p:scale>
          <a:sx n="53" d="100"/>
          <a:sy n="53" d="100"/>
        </p:scale>
        <p:origin x="1176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83FE5-0D34-48D9-8272-10CE8AC3B12F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3EC27-FAEC-4D1E-BB59-A33E9E6E321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8174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2432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E625-CC28-4599-B01B-DD41E49C1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E899E-0440-4F3C-BE05-F5795F98D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9BDF1-68B6-458E-AEDF-EC4F3B1CC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925A-70E2-4E9A-81AB-8BC387456B5B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D81F7-2993-4293-8DCE-516F3EC5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D398D-77F6-4D59-8EB4-F3E126B25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2949-EDC2-470F-B8D0-F1C9FD784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100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424DC-38E0-455B-A60A-38C6B50C2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58683-8BFF-49C9-84B3-94067D5EE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8A6CE-D1E4-4E2B-9F9F-845E50A7E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925A-70E2-4E9A-81AB-8BC387456B5B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18197-5DF5-4960-9C96-62698A03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7F8ED-7638-49C6-B863-07206434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2949-EDC2-470F-B8D0-F1C9FD784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9999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27554-FE8F-4D43-A8BB-901AEAE8D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B6CA70-98B0-43B3-AFB8-A1F3CB72D3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EE482-0F17-491F-9E27-E358E770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925A-70E2-4E9A-81AB-8BC387456B5B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AC4CE-E5E4-4DCC-A7E3-CB8344B99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27A11-EFD6-487C-BD29-2F61FFB2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2949-EDC2-470F-B8D0-F1C9FD784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4018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AFBB-9751-4FD4-A9D6-F04A3D17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E6973-A34B-4A42-ABB2-6E72850F9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C4768-03B6-4908-A05F-AE607ABFE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FE39A-6F20-4AFA-AF02-F22B509C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925A-70E2-4E9A-81AB-8BC387456B5B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B9551-C8A6-40E6-9803-B0AC4855B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DE8FE-5C8B-4999-9A77-65CDF11AB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2949-EDC2-470F-B8D0-F1C9FD784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4186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17A2-069C-40FE-BC1F-8C4EB7693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C59B5-3ED2-4D55-B447-F7FDEEE9D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E339FC-024A-431C-A3C6-1DA255107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DB890-53E5-4872-B7C5-E05DE81709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A81ADB-592C-4B4D-A6EA-6C070DCB47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E43EC0-D096-48B9-B7EE-64073568A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925A-70E2-4E9A-81AB-8BC387456B5B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7A77BF-154F-4411-A3A7-1EA0DAE96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E526B9-EB5F-450F-B8C8-F8D766A84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2949-EDC2-470F-B8D0-F1C9FD784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507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552C-B3FB-4B46-95D3-9ECEF812C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CB24B8-9732-4176-A582-B009E528D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925A-70E2-4E9A-81AB-8BC387456B5B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E7A69-934F-44D3-AE3A-C43CA7E06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4C1DB-FE04-4D28-BDBF-B7DF0957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2949-EDC2-470F-B8D0-F1C9FD784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104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B0E005-F4CE-433F-8ED8-083B7E136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925A-70E2-4E9A-81AB-8BC387456B5B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B8EC0-023A-4322-81EB-AD1E8EE9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6B422-1673-46B8-8A00-A6CAFF2B3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2949-EDC2-470F-B8D0-F1C9FD784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9178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F78FC-6A02-46AA-873F-8CAD5838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67B6C-4B48-46C2-A090-766567A02F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B931B-558B-4544-97C8-EFA99C940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71C1F-7DFC-4DB3-8F67-3C05B539E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925A-70E2-4E9A-81AB-8BC387456B5B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26C9D-0FED-4EB2-91C9-54E4C164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864545-89C3-48DF-B067-986EA7164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2949-EDC2-470F-B8D0-F1C9FD784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112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7C75B-D0B1-48F0-A8C0-1CC7F15A8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5A8078-5CE0-4E7F-A6E9-F722F56AD9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76D8A-1083-4F61-B6C8-F77742114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31109-77D1-42CC-94D4-CB6C9C19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925A-70E2-4E9A-81AB-8BC387456B5B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8D0F1-2DF3-4DD3-902A-D0F9789FE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9B0DB-D6EC-4B32-8F8A-1DBBF9491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2949-EDC2-470F-B8D0-F1C9FD784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827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CCFED-366D-49E2-95A8-38FDE6F4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65C77F-1AF5-460B-8FDC-D70AEB450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44E1B-2D87-42D7-8A54-CBBDDDAFB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925A-70E2-4E9A-81AB-8BC387456B5B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0BBD2-2235-4359-9931-6586757F8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ECE36-7842-4BD1-9F7B-2810F515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2949-EDC2-470F-B8D0-F1C9FD784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6307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349107-3C14-4947-B603-0900187F20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F7F0F-996E-478F-ABC7-0BF81EF8AC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81C75-3C07-4380-8D27-AF8BFA1E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F925A-70E2-4E9A-81AB-8BC387456B5B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EB8E3-A042-499E-9B59-A04B0F75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ECD6A-3007-46EE-B787-B768FBA2C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2949-EDC2-470F-B8D0-F1C9FD784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0740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164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A38959-70E4-49B3-9DD6-E627BCADA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590590-F46D-4520-A14E-CA431BC24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8FB72-393A-45BC-AA15-E26CF188B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F925A-70E2-4E9A-81AB-8BC387456B5B}" type="datetimeFigureOut">
              <a:rPr lang="en-AU" smtClean="0"/>
              <a:t>4/08/2020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E7847-71A5-4100-A395-E3D3DE45B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2056A-096F-438E-8CE9-0994D6C87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A2949-EDC2-470F-B8D0-F1C9FD784F5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6699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James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12 Essentials 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>
            <a:normAutofit/>
          </a:bodyPr>
          <a:lstStyle/>
          <a:p>
            <a:r>
              <a:rPr lang="en-AU" b="1" dirty="0">
                <a:latin typeface="Fragment Core" panose="02000504040000020003" pitchFamily="50" charset="0"/>
              </a:rPr>
              <a:t>Longitude and Latitude</a:t>
            </a:r>
            <a:br>
              <a:rPr lang="en-AU" b="1" dirty="0">
                <a:latin typeface="Fragment Core" panose="02000504040000020003" pitchFamily="50" charset="0"/>
              </a:rPr>
            </a:br>
            <a:r>
              <a:rPr lang="en-AU" sz="3600" b="1" dirty="0"/>
              <a:t>EQ – How do I find the distances on the earth’s surface? </a:t>
            </a:r>
            <a:br>
              <a:rPr lang="en-AU" sz="3600" dirty="0"/>
            </a:br>
            <a:endParaRPr lang="en-AU" sz="3600" b="1" dirty="0"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578" y="298231"/>
            <a:ext cx="3550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Longitude and Latitude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9315" y="10912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distances on the earth’s surface?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17471" y="4797153"/>
            <a:ext cx="2625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I find the length of an arc?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1970989"/>
            <a:ext cx="9050529" cy="502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392652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578" y="298231"/>
            <a:ext cx="3550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Longitude and Latitude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9315" y="10912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distances on the earth’s surface? </a:t>
            </a:r>
          </a:p>
        </p:txBody>
      </p:sp>
    </p:spTree>
    <p:extLst>
      <p:ext uri="{BB962C8B-B14F-4D97-AF65-F5344CB8AC3E}">
        <p14:creationId xmlns:p14="http://schemas.microsoft.com/office/powerpoint/2010/main" val="151391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578" y="298231"/>
            <a:ext cx="3550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Longitude and Latitude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99315" y="1091239"/>
            <a:ext cx="813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distances on the earth’s surface?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2048120"/>
            <a:ext cx="83820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908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846" y="0"/>
            <a:ext cx="76103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48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07568" y="1556792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Distances on great circles time trial 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228400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8BD66D7-E556-4354-AAC7-C4E3A9257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48" y="805277"/>
            <a:ext cx="6659264" cy="55145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1147E8-F0DA-4CFE-86C0-5CB4A3B188CB}"/>
              </a:ext>
            </a:extLst>
          </p:cNvPr>
          <p:cNvSpPr txBox="1"/>
          <p:nvPr/>
        </p:nvSpPr>
        <p:spPr>
          <a:xfrm>
            <a:off x="2423592" y="260648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Finding distances between the earth’s surface practice 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0775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A3BCB7-FA0E-47C4-80DA-9FC62A8CB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725" y="2105025"/>
            <a:ext cx="66865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3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xmlns:p14="http://schemas.microsoft.com/office/powerpoint/2010/main"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153</Words>
  <Application>Microsoft Office PowerPoint</Application>
  <PresentationFormat>Widescreen</PresentationFormat>
  <Paragraphs>40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Fragment Core</vt:lpstr>
      <vt:lpstr>Office Theme</vt:lpstr>
      <vt:lpstr>Longitude and Latitude EQ – How do I find the distances on the earth’s surface?  </vt:lpstr>
      <vt:lpstr>PowerPoint Presentation</vt:lpstr>
      <vt:lpstr>PowerPoint Presentation</vt:lpstr>
      <vt:lpstr>PowerPoint Presentation</vt:lpstr>
      <vt:lpstr>PowerPoint Presentation</vt:lpstr>
      <vt:lpstr>Task</vt:lpstr>
      <vt:lpstr>PowerPoint Presentation</vt:lpstr>
      <vt:lpstr>PowerPoint Presentation</vt:lpstr>
      <vt:lpstr>Notes Review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4</cp:revision>
  <dcterms:created xsi:type="dcterms:W3CDTF">2020-07-28T01:14:07Z</dcterms:created>
  <dcterms:modified xsi:type="dcterms:W3CDTF">2020-08-04T13:20:34Z</dcterms:modified>
</cp:coreProperties>
</file>