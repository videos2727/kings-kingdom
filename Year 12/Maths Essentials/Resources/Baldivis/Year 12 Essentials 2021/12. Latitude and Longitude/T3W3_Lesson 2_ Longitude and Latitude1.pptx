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37D9-6C7E-4E7E-AEC9-1C46243510B1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46AD3-4565-46AD-A2F7-45FD1D73B7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57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432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59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30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0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613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HINT: when giving a co-ordinate,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latitude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(north or south) always precedes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longitude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(east or west)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 31N 122E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B= 9S 143E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484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HINT: when giving a co-ordinate,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latitude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(north or south) always precedes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longitude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(east or west)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 31N 122E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B= 9S 143E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2138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4104-927B-4F4F-A637-C2319893F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7D9A3-EE8D-42C7-A328-045130A3D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9F31C-9EFF-453E-A754-E7FED404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BBA5E-5B9C-4F4A-9B96-121D1EEC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07E20-F6B5-4BE3-8952-F90C13DE5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83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5ED6-E6BA-46C8-A1E8-580ACA6D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02AF-B5BA-40AD-AA44-C453D9D0E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D510A-F840-4D78-B37E-D7BE1A7E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A9677-3CF6-45DE-9636-E4158291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3C83-E95B-49CB-A060-29BA9BC6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516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9F15-2557-4EBC-8B3D-981011BB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9AE10-176C-4BC1-88E4-B9C26D323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C51AA-B14E-47ED-961F-BE9CFA72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995D7-C813-4F41-8F46-D738D9357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CD916-DB36-40D9-97CC-EF47852C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10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1F34-F5AE-484C-B20C-40072C55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2725-ACA9-4268-8E67-508A5BB95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CBA19-E9EC-4559-9B6B-5226079E8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455D0-D4B3-4FD8-B34E-4106466B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4747D-E773-4CE8-93A4-E5AB7255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9ACED-DE0C-4966-A641-55E942B0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55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E327-5A84-48A4-9B08-454B8C35C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0372-AA02-49E9-B867-2CDCCF17E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06578-DC18-4E04-967F-0E9AAA96B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81D4C-9270-4A1F-BFE2-8B7AD0EFB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854B6-8351-4111-97E9-661AE6FC7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49431-9B7F-4098-B214-F4A7354B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BE150-D74F-43CB-B879-255B4D08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3B24F5-DB6F-4CC7-8C0A-ADC9C1CD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17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456F-703F-4BB7-82D5-3F3D86378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B7E02-6D79-4F20-9827-0232ACBB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377A5-43E1-4D40-A943-E4F3A882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F80FA-31DF-43B6-8991-6DBC0BE3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415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37971-7F6A-4B4B-816D-8F1851FE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91190-9F85-4EEF-ACB4-792E3F11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E6414-6FA1-44C1-8345-34B6E3DB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160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9158-D96D-4158-9560-D24472D0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24BB-992B-4872-ACDA-D0A04A4FF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821E1-D2D5-485F-9FFD-1DC8A9507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1C3B0-187A-4EAF-A43C-94AFADC2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87CEE-047E-479F-9C6B-769950B8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AA1A4-26B0-4E52-A0BA-E79CD477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26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57C9-8997-443C-B699-3CCB3752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54C5C-6692-4A26-A475-443BD9B41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0F0E3-358D-469E-84A6-B9DFEA107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E7B65-B530-4788-9361-A0EC01BA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8A663-5E4F-4ED5-B39B-65849425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A5743-E4D1-4D1D-B5B7-1AC9C815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656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54E3-639D-42E7-8EBE-B991EA9C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44E29-2D42-46CF-90DC-06B8E8E1E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0FAEB-C573-47E9-B04C-3B05FE22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4A57A-6B5B-41E2-B7AD-4BFD1AAD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2F7C4-F1B3-47EC-A858-3BDAE666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91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C602F-DE6A-4184-AED7-EFFAC8F61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5957C-B505-4AF1-A9D2-8A960F0DA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8CE3C-4384-4B50-A6EC-CBB6FD1B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6F756-A8A7-4D96-A324-1149A46A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8DAD4-AAE8-4CDA-9F6D-5C132865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275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003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0427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48714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8263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17F2C3-9984-441B-A304-A66E346B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E9599-E7D2-410C-B57C-FED8B8D0B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F81B4-6B23-491D-B243-8C30A0915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AA2EA-1010-46B7-8731-AFF2D2EE1C72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227A-B221-4B7E-B911-23B149904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59636-5911-41C5-B510-7E0F08073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4034B-0EF9-4E31-8FE0-5364BA582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366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>
            <a:normAutofit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Longitude and Latitude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3600" b="1" dirty="0">
                <a:latin typeface="Fragment Core" panose="02000504040000020003" pitchFamily="50" charset="0"/>
              </a:rPr>
              <a:t>EQ: Why do we have longitude and latitude lines?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9D10D0-551B-4ECF-98CF-A7D773326D95}"/>
              </a:ext>
            </a:extLst>
          </p:cNvPr>
          <p:cNvSpPr/>
          <p:nvPr/>
        </p:nvSpPr>
        <p:spPr>
          <a:xfrm>
            <a:off x="1641626" y="2905780"/>
            <a:ext cx="89931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dirty="0"/>
              <a:t>https://www.youtube.com/watch?v=cTrsvGytGG0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5248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Longitude and Latitude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Why do we have longitude and latitude lines?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4165C13-2A6B-48BF-A6A2-307C9CED3C64}"/>
              </a:ext>
            </a:extLst>
          </p:cNvPr>
          <p:cNvSpPr txBox="1">
            <a:spLocks noChangeArrowheads="1"/>
          </p:cNvSpPr>
          <p:nvPr/>
        </p:nvSpPr>
        <p:spPr>
          <a:xfrm>
            <a:off x="592992" y="1438270"/>
            <a:ext cx="6503931" cy="66417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GB" altLang="en-US" sz="4800" b="1" dirty="0">
                <a:latin typeface="Comic Sans MS" panose="030F0702030302020204" pitchFamily="66" charset="0"/>
              </a:rPr>
              <a:t>Lines of Latitude</a:t>
            </a:r>
          </a:p>
        </p:txBody>
      </p:sp>
      <p:pic>
        <p:nvPicPr>
          <p:cNvPr id="14" name="Picture 4" descr="latitude lines">
            <a:extLst>
              <a:ext uri="{FF2B5EF4-FFF2-40B4-BE49-F238E27FC236}">
                <a16:creationId xmlns:a16="http://schemas.microsoft.com/office/drawing/2014/main" id="{049566DD-3F40-44F0-B5CE-ACAB2A10C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99709" y="2464594"/>
            <a:ext cx="4038600" cy="40290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" name="Text Box 7">
            <a:extLst>
              <a:ext uri="{FF2B5EF4-FFF2-40B4-BE49-F238E27FC236}">
                <a16:creationId xmlns:a16="http://schemas.microsoft.com/office/drawing/2014/main" id="{6E2F3F59-5802-4083-BB2B-63F55A82D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951" y="3330135"/>
            <a:ext cx="48593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0070C0"/>
                </a:solidFill>
                <a:latin typeface="Comic Sans MS" panose="030F0702030302020204" pitchFamily="66" charset="0"/>
              </a:rPr>
              <a:t>0 degrees latitude is called the equator.</a:t>
            </a: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359912AA-3F63-419B-9DAD-8A53EB5C9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8574" y="3999762"/>
            <a:ext cx="1645915" cy="461537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5193E617-C7A9-4613-BB73-A3DFEB33A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924" y="5043399"/>
            <a:ext cx="49323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00B050"/>
                </a:solidFill>
                <a:latin typeface="Comic Sans MS" panose="030F0702030302020204" pitchFamily="66" charset="0"/>
              </a:rPr>
              <a:t>Other lines of latitude are north or south of the equator.</a:t>
            </a:r>
          </a:p>
        </p:txBody>
      </p:sp>
      <p:sp>
        <p:nvSpPr>
          <p:cNvPr id="18" name="Line 10">
            <a:extLst>
              <a:ext uri="{FF2B5EF4-FFF2-40B4-BE49-F238E27FC236}">
                <a16:creationId xmlns:a16="http://schemas.microsoft.com/office/drawing/2014/main" id="{C20EA698-8453-44C3-9F59-C427E4FAF5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6924" y="5321217"/>
            <a:ext cx="2778596" cy="514344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9" name="Line 11">
            <a:extLst>
              <a:ext uri="{FF2B5EF4-FFF2-40B4-BE49-F238E27FC236}">
                <a16:creationId xmlns:a16="http://schemas.microsoft.com/office/drawing/2014/main" id="{B250F344-91A0-4676-B178-FDE9AAD9EA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6923" y="3852278"/>
            <a:ext cx="2570129" cy="1983283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2" grpId="1" build="p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DAFBB7-5EB4-4649-9873-21FEAE49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10" y="0"/>
            <a:ext cx="11392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2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5248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Longitude and Latitude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Why do we have longitude and latitude lines?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6E3A89A0-668F-430D-BD3A-4CC8B8B554B0}"/>
              </a:ext>
            </a:extLst>
          </p:cNvPr>
          <p:cNvSpPr txBox="1">
            <a:spLocks noChangeArrowheads="1"/>
          </p:cNvSpPr>
          <p:nvPr/>
        </p:nvSpPr>
        <p:spPr>
          <a:xfrm>
            <a:off x="787563" y="1522636"/>
            <a:ext cx="5807915" cy="972447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4400" b="1" dirty="0">
                <a:latin typeface="Comic Sans MS" panose="030F0702030302020204" pitchFamily="66" charset="0"/>
              </a:rPr>
              <a:t>Lines of Longitude</a:t>
            </a:r>
          </a:p>
        </p:txBody>
      </p:sp>
      <p:pic>
        <p:nvPicPr>
          <p:cNvPr id="22" name="Picture 4" descr="longitude lines">
            <a:extLst>
              <a:ext uri="{FF2B5EF4-FFF2-40B4-BE49-F238E27FC236}">
                <a16:creationId xmlns:a16="http://schemas.microsoft.com/office/drawing/2014/main" id="{7DAE5B5B-476D-4CCE-9F04-189BB0FC1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19089" y="1413669"/>
            <a:ext cx="4249737" cy="37417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" name="Text Box 6">
            <a:extLst>
              <a:ext uri="{FF2B5EF4-FFF2-40B4-BE49-F238E27FC236}">
                <a16:creationId xmlns:a16="http://schemas.microsoft.com/office/drawing/2014/main" id="{96B2043E-53B4-4D92-A51D-C345E1906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925" y="3505200"/>
            <a:ext cx="42846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0 degrees longitude is called the Greenwich Meridian.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4F75C9A0-08A7-4CA6-B86D-D67589E9A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144" y="5546846"/>
            <a:ext cx="85677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7030A0"/>
                </a:solidFill>
                <a:latin typeface="Comic Sans MS" panose="030F0702030302020204" pitchFamily="66" charset="0"/>
              </a:rPr>
              <a:t>Other lines of Longitude are West or East of the Greenwich Meridian.</a:t>
            </a: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5A4ACA26-D247-4638-BFE3-F0D388DC0F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7720" y="3095867"/>
            <a:ext cx="4249737" cy="1552824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D6B9F122-13B0-4CE2-9772-BF16070E41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39434" y="3740190"/>
            <a:ext cx="1055925" cy="1819147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CE21FCAC-9518-42BE-B9EB-3CC5E1025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61698" y="3393280"/>
            <a:ext cx="1169753" cy="2196307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830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1" grpId="1" build="p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8E6F2A-66D2-456A-8F8E-7E452A5CA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154"/>
            <a:ext cx="12192000" cy="593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9FB294D8-8960-4532-98AE-13F2E252A129}"/>
              </a:ext>
            </a:extLst>
          </p:cNvPr>
          <p:cNvSpPr txBox="1">
            <a:spLocks noChangeArrowheads="1"/>
          </p:cNvSpPr>
          <p:nvPr/>
        </p:nvSpPr>
        <p:spPr>
          <a:xfrm>
            <a:off x="498495" y="451619"/>
            <a:ext cx="8229600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2500" lnSpcReduction="1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lang="en-US" sz="4800" kern="1200" cap="none" spc="0" baseline="0">
                <a:solidFill>
                  <a:srgbClr val="B5D4E9"/>
                </a:solidFill>
                <a:effectLst/>
                <a:latin typeface="+mj-lt"/>
                <a:ea typeface="+mn-ea"/>
                <a:cs typeface="+mn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sz="4000" dirty="0">
                <a:solidFill>
                  <a:srgbClr val="0070C0"/>
                </a:solidFill>
              </a:rPr>
              <a:t>Latitude plus Longitude give us the earth’s grid.</a:t>
            </a:r>
          </a:p>
        </p:txBody>
      </p:sp>
      <p:pic>
        <p:nvPicPr>
          <p:cNvPr id="6" name="Picture 12" descr="latlong">
            <a:extLst>
              <a:ext uri="{FF2B5EF4-FFF2-40B4-BE49-F238E27FC236}">
                <a16:creationId xmlns:a16="http://schemas.microsoft.com/office/drawing/2014/main" id="{D5C36491-DCF2-4863-ADA4-66F327C7BD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7104" y="2407992"/>
            <a:ext cx="8351838" cy="2806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81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283048-464E-4178-843B-2084FB94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8175"/>
            <a:ext cx="10205167" cy="48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81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8BFC0-38C0-48A0-B4E4-83A9AE6DE1C6}"/>
              </a:ext>
            </a:extLst>
          </p:cNvPr>
          <p:cNvSpPr txBox="1"/>
          <p:nvPr/>
        </p:nvSpPr>
        <p:spPr>
          <a:xfrm>
            <a:off x="241824" y="1293028"/>
            <a:ext cx="115062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Grab world Map worksheet- check how you label  longitude ( east or west)</a:t>
            </a:r>
          </a:p>
          <a:p>
            <a:endParaRPr lang="en-US" sz="3600" dirty="0"/>
          </a:p>
          <a:p>
            <a:r>
              <a:rPr lang="en-US" sz="3600" dirty="0"/>
              <a:t>Complete Positions on the globe time trial with a partner- 12mins! </a:t>
            </a:r>
          </a:p>
          <a:p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Who got the quickest time?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Who was the most accurate?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848268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226</Words>
  <Application>Microsoft Office PowerPoint</Application>
  <PresentationFormat>Widescreen</PresentationFormat>
  <Paragraphs>39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Fragment Core</vt:lpstr>
      <vt:lpstr>Garamond</vt:lpstr>
      <vt:lpstr>Office Theme</vt:lpstr>
      <vt:lpstr>Longitude and Latitude EQ: Why do we have longitude and latitude lines?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Longitude and Latitude EQ: Why do we have longitude and latitude lines?</dc:title>
  <dc:creator>Sarah James</dc:creator>
  <cp:lastModifiedBy>Sarah James</cp:lastModifiedBy>
  <cp:revision>1</cp:revision>
  <dcterms:created xsi:type="dcterms:W3CDTF">2020-07-28T00:51:24Z</dcterms:created>
  <dcterms:modified xsi:type="dcterms:W3CDTF">2020-07-28T00:59:15Z</dcterms:modified>
</cp:coreProperties>
</file>