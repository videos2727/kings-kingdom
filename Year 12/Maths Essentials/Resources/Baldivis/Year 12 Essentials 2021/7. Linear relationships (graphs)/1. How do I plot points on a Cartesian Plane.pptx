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79" r:id="rId3"/>
    <p:sldId id="281" r:id="rId4"/>
    <p:sldId id="284" r:id="rId5"/>
    <p:sldId id="285" r:id="rId6"/>
    <p:sldId id="27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8633-B625-4E4B-AE09-B1426CA66184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6C94-F608-4EEE-A52C-5E77A6618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18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FEC6-7C17-4538-8BD5-D40EB25F1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701C3-2789-4CE4-B4A8-A7A3448E5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852C8-B5F4-4B47-B1E0-BB4B428D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7F010-D512-4684-A61B-DC58E10C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B793D-2DCC-4739-8388-88A3B5C2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53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2A9A-7867-412A-A9D4-8F2D45A8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F6DE-A0AB-423C-8A94-C806DAF3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F0341-72D8-4041-9883-49963836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CDEE-BFC6-4EC2-940D-75D872E4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6075B-59C3-42BF-A769-FCFFB02A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44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256C-39ED-4D3B-AF30-3F684CF9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A5A70-18ED-46E3-90E9-4826A21C2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39E5-0A6A-4DA3-80AF-CC7CC10A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EACD8-DED9-4F67-B932-26EBE8F1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9BCF5-F61C-49B0-8F08-57E4BAB7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74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844A-D58B-480C-B7AB-B53007C7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BB0CC-4D8D-4D68-AF88-77E17FFCC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A3F6-4AB5-44A3-9AD0-C186BEB5B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C06D7-40E5-4AE5-8023-39091EE4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27F17-B1A8-40F6-A2B5-69D86AD9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BDA75-DB62-496C-98DE-DE8F4D98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521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E775-2E43-47CD-BBAC-2C37B6D8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2C679-A900-48B5-BDF7-E2379394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BC86F-FC39-4A67-9C9A-A56FBD50D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0BA15-A9D6-45EF-B764-8774FBD52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4715D-0538-4135-A9F7-905E38269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B2797-2742-4E48-AF3C-72505250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FFAA0-FF25-4331-9E68-BCB7EF24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5096A-46AF-483C-8D0D-73637CF8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61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B820-BC4A-48EF-A22D-927A2280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665A5-5993-477C-9897-781DBC72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097BF-CAEB-4D36-A80D-6CCD5D51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74F86-1A59-4792-9ADD-687AF53D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81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B6455-0B6D-42A9-86E3-0B39017D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74E17-92B5-4B8E-A4FB-2BBE8843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EE9A0-0362-44AF-BBFC-FB40564D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7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D84C-FDBD-4413-A289-1C13760A7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BD31-5AB6-40C1-9980-6713C6CF6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CF92E-3BB9-4931-B685-512CDFCBD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6A4EE-1CE0-4D73-B30A-87F22D1B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F9399-53C9-4886-9725-EF91FC97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687E-D985-409A-A8BC-566E3289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870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67B0-CB84-47C9-B368-A8505C6D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CF29E-CE85-4A86-B99F-498AB539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9BE8C-3624-4C2F-8BF3-1677FF3A7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FB855-5593-4327-991F-0B1207FA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BB4C2-F6BF-4FB8-BD4A-1C1C724F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36946-39CC-4963-BBD9-DE414304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413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6186-F221-41A5-B6E8-6E485953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D15D0-B410-442E-BCBD-BA008F8F4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8B628-8395-495C-B47E-E4DB0206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0137B-B563-4477-AA35-01C58504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B03A-ECDF-46A9-8DE4-30EB20DE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49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A1BB2-FC85-4CB9-84CF-011769632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71A3A-6458-40FA-895E-A0F08D60B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DEFDB-AEE8-4BDC-ABC7-4181367F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B466-64CD-4213-B6B0-F985C83C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4EEF4-58BB-4EFA-AD1E-3BCB1239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998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68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31A1B-23A5-48DD-AED4-6DCD87CE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BBE4B-3AB8-4DFE-9F14-76E783B8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31E84-69F6-4A1F-826A-DF6E45880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120AF-112C-433B-B41E-2F6A518743B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49B1F-EC52-465D-BBF2-ACD0EF808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A365-BD74-4AE9-87F7-0A0C57CD0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0506A-A909-45FD-BEDC-3D06B017D7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96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956269" y="138251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690173"/>
            <a:ext cx="9446339" cy="692338"/>
          </a:xfrm>
        </p:spPr>
        <p:txBody>
          <a:bodyPr>
            <a:normAutofit fontScale="90000"/>
          </a:bodyPr>
          <a:lstStyle/>
          <a:p>
            <a:pPr algn="l"/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Topic: Linear Relationships</a:t>
            </a:r>
            <a:b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</a:br>
            <a:r>
              <a:rPr lang="en-AU" sz="2800" dirty="0"/>
              <a:t>EQ – How do I plot points on a Cartesian Plane? </a:t>
            </a:r>
            <a:br>
              <a:rPr lang="en-AU" sz="2800" dirty="0"/>
            </a:br>
            <a:endParaRPr lang="en-AU" sz="2700" b="1" dirty="0">
              <a:solidFill>
                <a:schemeClr val="tx1">
                  <a:lumMod val="50000"/>
                  <a:lumOff val="50000"/>
                </a:schemeClr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448A-9916-452F-BE86-5B860BB87F6B}"/>
              </a:ext>
            </a:extLst>
          </p:cNvPr>
          <p:cNvSpPr txBox="1"/>
          <p:nvPr/>
        </p:nvSpPr>
        <p:spPr>
          <a:xfrm>
            <a:off x="1914525" y="1714500"/>
            <a:ext cx="7458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Put new topic in contents page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Next assessment is Test 3: Census, Surveys and Linear Graphs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Two EQ’s today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1" y="641318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18601" y="1229951"/>
            <a:ext cx="373835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Cartesian Plane has 4 quadrants, split up by the</a:t>
            </a:r>
          </a:p>
          <a:p>
            <a:r>
              <a:rPr lang="en-AU" sz="1600" dirty="0"/>
              <a:t> ___-axis (horizontal)</a:t>
            </a:r>
          </a:p>
          <a:p>
            <a:r>
              <a:rPr lang="en-AU" sz="1600" dirty="0"/>
              <a:t> ___-axis (vertical).</a:t>
            </a:r>
          </a:p>
          <a:p>
            <a:endParaRPr lang="en-US" sz="1600" dirty="0"/>
          </a:p>
          <a:p>
            <a:r>
              <a:rPr lang="en-US" sz="1600" dirty="0"/>
              <a:t>The center, where the axis meet, is called the origin.</a:t>
            </a:r>
          </a:p>
          <a:p>
            <a:r>
              <a:rPr lang="en-US" sz="1600" dirty="0"/>
              <a:t> </a:t>
            </a:r>
          </a:p>
          <a:p>
            <a:endParaRPr lang="en-AU" sz="1350" dirty="0"/>
          </a:p>
          <a:p>
            <a:endParaRPr lang="en-AU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the Cartesian Plane?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9A8DA023-62A9-4A3A-8268-E993ED4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92" y="3303950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/>
              <p:nvPr/>
            </p:nvSpPr>
            <p:spPr>
              <a:xfrm>
                <a:off x="3938824" y="5972382"/>
                <a:ext cx="2731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>
                          <a:latin typeface="Cambria Math"/>
                        </a:rPr>
                        <m:t> </m:t>
                      </m:r>
                      <m:r>
                        <a:rPr lang="en-AU" b="1" i="1">
                          <a:latin typeface="Cambria Math"/>
                        </a:rPr>
                        <m:t>𝒂𝒓𝒆</m:t>
                      </m:r>
                      <m:r>
                        <a:rPr lang="en-AU" b="1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>
                              <a:latin typeface="Cambria Math"/>
                            </a:rPr>
                            <m:t>𝒙</m:t>
                          </m:r>
                          <m:r>
                            <a:rPr lang="en-AU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>
                              <a:latin typeface="Cambria Math"/>
                            </a:rPr>
                            <m:t>,</m:t>
                          </m:r>
                          <m:r>
                            <a:rPr lang="en-AU" b="1" i="1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824" y="5972382"/>
                <a:ext cx="2731069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2" y="641318"/>
            <a:ext cx="784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35E016F5-4B64-4920-8DA5-9FEEC67D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010" y="1264779"/>
            <a:ext cx="4912460" cy="351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468E9-F86F-42B4-97B5-283EE53E0F3C}"/>
              </a:ext>
            </a:extLst>
          </p:cNvPr>
          <p:cNvSpPr/>
          <p:nvPr/>
        </p:nvSpPr>
        <p:spPr>
          <a:xfrm>
            <a:off x="6265394" y="2550746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87DE6-FCCA-4CD3-8380-1B4B120381AC}"/>
              </a:ext>
            </a:extLst>
          </p:cNvPr>
          <p:cNvSpPr/>
          <p:nvPr/>
        </p:nvSpPr>
        <p:spPr>
          <a:xfrm>
            <a:off x="6437862" y="3522009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1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071D5-89F5-45A5-9CBF-E802BC2D0A4C}"/>
              </a:ext>
            </a:extLst>
          </p:cNvPr>
          <p:cNvSpPr txBox="1"/>
          <p:nvPr/>
        </p:nvSpPr>
        <p:spPr>
          <a:xfrm>
            <a:off x="3447068" y="367646"/>
            <a:ext cx="5533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01B1-DE75-4015-814F-99A04421A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9" t="40463" r="63206" b="31443"/>
          <a:stretch/>
        </p:blipFill>
        <p:spPr>
          <a:xfrm>
            <a:off x="2070755" y="1875934"/>
            <a:ext cx="4078002" cy="3909316"/>
          </a:xfrm>
          <a:prstGeom prst="rect">
            <a:avLst/>
          </a:prstGeom>
        </p:spPr>
      </p:pic>
      <p:pic>
        <p:nvPicPr>
          <p:cNvPr id="1026" name="Picture 2" descr="steve austin thumbs up GIF">
            <a:extLst>
              <a:ext uri="{FF2B5EF4-FFF2-40B4-BE49-F238E27FC236}">
                <a16:creationId xmlns:a16="http://schemas.microsoft.com/office/drawing/2014/main" id="{AF54F955-CE48-44A9-B36B-562C5516B6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747" y="44467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14512" y="111774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8192" y="54622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03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84529" y="77492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42" y="641318"/>
            <a:ext cx="758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5418" y="135537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58193" y="1229949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C6DE4F3-92AD-4E6D-84DB-D4E9CCD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403" y="1404766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656A52B-13C7-4199-820C-A936E73D78BE}"/>
              </a:ext>
            </a:extLst>
          </p:cNvPr>
          <p:cNvSpPr/>
          <p:nvPr/>
        </p:nvSpPr>
        <p:spPr>
          <a:xfrm>
            <a:off x="3793363" y="3052604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3FC46-648B-4148-9905-D8AEBF91DA94}"/>
              </a:ext>
            </a:extLst>
          </p:cNvPr>
          <p:cNvSpPr/>
          <p:nvPr/>
        </p:nvSpPr>
        <p:spPr>
          <a:xfrm>
            <a:off x="8484070" y="2548548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FAB30-5130-45EA-98E5-884BB2E4B8BB}"/>
              </a:ext>
            </a:extLst>
          </p:cNvPr>
          <p:cNvSpPr/>
          <p:nvPr/>
        </p:nvSpPr>
        <p:spPr>
          <a:xfrm>
            <a:off x="3793365" y="5068828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78975-4EFC-4E8C-9E28-93C5F3FB2A4F}"/>
              </a:ext>
            </a:extLst>
          </p:cNvPr>
          <p:cNvSpPr/>
          <p:nvPr/>
        </p:nvSpPr>
        <p:spPr>
          <a:xfrm>
            <a:off x="8628086" y="4636780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87156"/>
          </a:xfrm>
        </p:spPr>
        <p:txBody>
          <a:bodyPr/>
          <a:lstStyle/>
          <a:p>
            <a:pPr algn="ctr"/>
            <a:r>
              <a:rPr lang="en-US" dirty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560" y="1813949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52650" y="1352284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814" y="1799097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814" y="2354861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22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561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3722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EQ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</Words>
  <Application>Microsoft Office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Fragment Core</vt:lpstr>
      <vt:lpstr>Office Theme</vt:lpstr>
      <vt:lpstr>  Topic: Linear Relationships EQ – How do I plot points on a Cartesian Plane?  </vt:lpstr>
      <vt:lpstr>PowerPoint Presentation</vt:lpstr>
      <vt:lpstr>PowerPoint Presentation</vt:lpstr>
      <vt:lpstr>PowerPoint Presentation</vt:lpstr>
      <vt:lpstr>PowerPoint Presentation</vt:lpstr>
      <vt:lpstr>Let’s try one together</vt:lpstr>
      <vt:lpstr>Next EQ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Topic: Linear Relationships EQ – How do I plot points on a Cartesian Plane?  </dc:title>
  <dc:creator>JAMES Sarah [Baldivis Secondary College]</dc:creator>
  <cp:lastModifiedBy>JAMES Sarah [Baldivis Secondary College]</cp:lastModifiedBy>
  <cp:revision>1</cp:revision>
  <dcterms:created xsi:type="dcterms:W3CDTF">2021-05-05T11:57:06Z</dcterms:created>
  <dcterms:modified xsi:type="dcterms:W3CDTF">2021-05-05T12:00:27Z</dcterms:modified>
</cp:coreProperties>
</file>