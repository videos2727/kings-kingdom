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303" r:id="rId4"/>
    <p:sldId id="304" r:id="rId5"/>
    <p:sldId id="305" r:id="rId6"/>
    <p:sldId id="306" r:id="rId7"/>
    <p:sldId id="308" r:id="rId8"/>
    <p:sldId id="30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rah James" initials="SJ" lastIdx="1" clrIdx="0">
    <p:extLst>
      <p:ext uri="{19B8F6BF-5375-455C-9EA6-DF929625EA0E}">
        <p15:presenceInfo xmlns:p15="http://schemas.microsoft.com/office/powerpoint/2012/main" userId="e5e3e68366f0feb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3-20T09:12:02.833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E56A0-8A59-4004-BD7C-C230C5AA6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689438-2B3F-43B3-8E85-350EC20B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33494-2AAB-401E-A46F-7F4D72765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31C5C-2546-4EBA-9678-299824C13D61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5E4AF-A47C-4DE3-A5FF-0D9163421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4EAB6-A15C-4072-9CD2-C0320885E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EB565-BC64-4E5C-ADC1-A30D438395C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396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F2F6-D492-442B-A67E-99963FD5B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9DF3E-6AA2-48C4-99B3-C37787087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DEFC9-1421-4643-B4B1-19C4C8B53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31C5C-2546-4EBA-9678-299824C13D61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2B751-4BF0-4645-AE19-777DCBD1F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B4B88-F350-4CE1-B57E-7AF6D49DA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EB565-BC64-4E5C-ADC1-A30D438395C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1838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4E841-0FAB-4A09-90A6-F4C0AF12F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AF770-1D5B-4D4A-86C4-32D2A62B7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E5DED-EB8F-437C-AED3-52ABC67AD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31C5C-2546-4EBA-9678-299824C13D61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52E65-7BC7-489F-90F0-EE39ABA89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B965D-B72A-40CE-ADB1-1BC5FD264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EB565-BC64-4E5C-ADC1-A30D438395C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7120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6C2BF-99D2-42F7-B187-069F18ED1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17C10-E1C6-4928-B495-4622175612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57CF1-A06D-43E8-82D4-2FA9F6F4E4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81B884-33BD-453E-8C36-8836967CE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31C5C-2546-4EBA-9678-299824C13D61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771183-ECB5-4F06-909E-91AD979AC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BE355E-E710-4C95-810C-ECFE70B5C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EB565-BC64-4E5C-ADC1-A30D438395C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9991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5CAC6-B5A0-4D77-A78A-FF3420E93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D1EA8-B960-464B-85B7-77EE7065F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7CF44-9E0F-44D2-80D1-2F9BFB9F2D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8F8B9D-1121-4C7A-8A75-0FEA616F70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9A74F6-EDE3-4C61-A461-31C83EC238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DECABE-A57B-4CC3-B7D9-4D1C0A5EB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31C5C-2546-4EBA-9678-299824C13D61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EB8FCE-A123-4BC3-B8CE-C3347A904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86561D-4AB8-4DB3-AF70-5D12DC373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EB565-BC64-4E5C-ADC1-A30D438395C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6161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85FAB-CC33-4174-8922-E20C0EE6D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A42D9A-9166-4536-A590-B1B9E2803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31C5C-2546-4EBA-9678-299824C13D61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6ECAA9-B67D-4347-A5C0-5A81D3D0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1BC624-5960-449A-ABC9-AC12D8E28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EB565-BC64-4E5C-ADC1-A30D438395C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0385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F76A21-94C7-4B18-BE75-F042866DF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31C5C-2546-4EBA-9678-299824C13D61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3CA17A-6FA4-4417-B414-9A3CF1356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4E431-F701-4EB7-9621-00EC3BF22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EB565-BC64-4E5C-ADC1-A30D438395C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0298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18A36-0290-4069-AE05-E1AC63DCC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9C8E3-28DF-4F9B-A5C9-F75B2B219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2E27E9-B74B-4B53-9150-BBA3ECE37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29FB1-0152-450D-9C84-ACA89E6C6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31C5C-2546-4EBA-9678-299824C13D61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A944B8-4F14-4440-9D90-62A347184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EE878E-422C-436D-8B27-716879C20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EB565-BC64-4E5C-ADC1-A30D438395C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716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A394D-5458-41FC-B157-F3F9D6997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FF13F9-A6EE-4C0F-B6FB-D6BD814B39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5D0C7E-5ADB-4676-9D07-92AD2ED67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0DCFA9-22FD-47CB-869F-810F52646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31C5C-2546-4EBA-9678-299824C13D61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49683A-E9C9-4269-87E5-24D45F39A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25DB9B-8423-44B9-8646-B12E3C4CA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EB565-BC64-4E5C-ADC1-A30D438395C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2601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F7C27-65FC-44C4-B146-9A1D18F57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26F168-64FD-49F0-9871-6E6B1AEB17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410FE-B045-4B91-ABE6-BC37DB267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31C5C-2546-4EBA-9678-299824C13D61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23EA9-11D5-49D7-86A9-C0AD1A63D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02B55-27CD-432F-82CC-E05FA0B4D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EB565-BC64-4E5C-ADC1-A30D438395C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9051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F6F3E9-8EDF-474E-8BBD-AD7E8050B9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42DF2B-E4B3-423D-9A17-809569464C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62BAF-71B7-4585-B1F3-5888071AB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31C5C-2546-4EBA-9678-299824C13D61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0852B-37F3-4502-880E-7D0792B91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6CEB6-6E11-4269-9835-1CA952E0C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EB565-BC64-4E5C-ADC1-A30D438395C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1825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8A7155-5407-4BA5-AEA9-A8F4A1FE2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7612C-3395-4F77-AD38-9C474C035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B16FA-744B-461E-8295-0CF3EA5A6F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431C5C-2546-4EBA-9678-299824C13D61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015A0-FABE-4A26-AB36-1B8207389C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CBFDC-BC53-4A83-8CB9-44857C8840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EB565-BC64-4E5C-ADC1-A30D438395C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0126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B711-EC04-4328-BA3C-D312B35E0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499"/>
            <a:ext cx="9144000" cy="841191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Linear Relationships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656DC-C7F4-4C74-A9D1-FED7285DB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35716"/>
            <a:ext cx="9144000" cy="642703"/>
          </a:xfrm>
        </p:spPr>
        <p:txBody>
          <a:bodyPr/>
          <a:lstStyle/>
          <a:p>
            <a:r>
              <a:rPr lang="en-US" dirty="0"/>
              <a:t>EQ: What is the “break-</a:t>
            </a:r>
            <a:r>
              <a:rPr lang="en-US" dirty="0" err="1"/>
              <a:t>even”point</a:t>
            </a:r>
            <a:r>
              <a:rPr lang="en-US" dirty="0"/>
              <a:t> between two linear relationships?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288F43-77B5-4149-8386-E7F5734F6EBC}"/>
              </a:ext>
            </a:extLst>
          </p:cNvPr>
          <p:cNvSpPr txBox="1"/>
          <p:nvPr/>
        </p:nvSpPr>
        <p:spPr>
          <a:xfrm>
            <a:off x="206041" y="1488131"/>
            <a:ext cx="1164656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en-US" dirty="0">
              <a:highlight>
                <a:srgbClr val="FF00FF"/>
              </a:highlight>
            </a:endParaRPr>
          </a:p>
          <a:p>
            <a:pPr marL="285750" indent="-285750">
              <a:buFontTx/>
              <a:buChar char="-"/>
            </a:pPr>
            <a:r>
              <a:rPr lang="en-US" sz="2800" dirty="0">
                <a:highlight>
                  <a:srgbClr val="FF0000"/>
                </a:highlight>
              </a:rPr>
              <a:t>DON’T LOOSE FOCUS!!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Have a go:</a:t>
            </a:r>
          </a:p>
          <a:p>
            <a:pPr lvl="1"/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17DF51D-0D32-49F8-9913-D887FA694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3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015A4BA-22D2-4AEF-8F90-54ABC8656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46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C793A8-EF10-49F7-A4A1-00C83D5F9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746" y="3968759"/>
            <a:ext cx="4772025" cy="18097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E3B1E5-E3BD-4AE8-8228-F9D81594AB30}"/>
              </a:ext>
            </a:extLst>
          </p:cNvPr>
          <p:cNvSpPr txBox="1"/>
          <p:nvPr/>
        </p:nvSpPr>
        <p:spPr>
          <a:xfrm>
            <a:off x="7975934" y="4122646"/>
            <a:ext cx="23777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You will need graph paper and this question is timely in light of COVID-19</a:t>
            </a:r>
            <a:endParaRPr lang="en-AU" b="1" dirty="0">
              <a:solidFill>
                <a:srgbClr val="FF0000"/>
              </a:solidFill>
            </a:endParaRPr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79433870-FE5D-4572-9BB5-58F0C262AD1E}"/>
              </a:ext>
            </a:extLst>
          </p:cNvPr>
          <p:cNvSpPr/>
          <p:nvPr/>
        </p:nvSpPr>
        <p:spPr>
          <a:xfrm>
            <a:off x="6877050" y="4623860"/>
            <a:ext cx="952500" cy="28914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4522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B711-EC04-4328-BA3C-D312B35E0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499"/>
            <a:ext cx="9144000" cy="841191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Linear Relationships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656DC-C7F4-4C74-A9D1-FED7285DB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35716"/>
            <a:ext cx="9144000" cy="642703"/>
          </a:xfrm>
        </p:spPr>
        <p:txBody>
          <a:bodyPr/>
          <a:lstStyle/>
          <a:p>
            <a:r>
              <a:rPr lang="en-US" dirty="0"/>
              <a:t>EQ: What is the “break-</a:t>
            </a:r>
            <a:r>
              <a:rPr lang="en-US" dirty="0" err="1"/>
              <a:t>even”point</a:t>
            </a:r>
            <a:r>
              <a:rPr lang="en-US" dirty="0"/>
              <a:t> between two linear relationships?</a:t>
            </a:r>
            <a:endParaRPr lang="en-AU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17DF51D-0D32-49F8-9913-D887FA694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3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015A4BA-22D2-4AEF-8F90-54ABC8656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46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D774A4-5B38-4695-B862-65840EAC9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5" y="1824037"/>
            <a:ext cx="3524250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225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63441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4"/>
            <a:ext cx="30347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Linear relationships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3" y="1075005"/>
            <a:ext cx="9815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What is the “break-</a:t>
            </a:r>
            <a:r>
              <a:rPr lang="en-US" sz="2400" dirty="0" err="1"/>
              <a:t>even”point</a:t>
            </a:r>
            <a:r>
              <a:rPr lang="en-US" sz="2400" dirty="0"/>
              <a:t> between two linear relationships?</a:t>
            </a:r>
            <a:endParaRPr lang="en-AU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0EDAAB-3815-4492-B13F-19703127573E}"/>
              </a:ext>
            </a:extLst>
          </p:cNvPr>
          <p:cNvSpPr/>
          <p:nvPr/>
        </p:nvSpPr>
        <p:spPr>
          <a:xfrm>
            <a:off x="3047999" y="2852936"/>
            <a:ext cx="809624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It is often useful to draw two linear graphs on the same set of axes</a:t>
            </a:r>
          </a:p>
          <a:p>
            <a:r>
              <a:rPr lang="en-US" dirty="0"/>
              <a:t>The point of intersection or “break-even point” is where the two line intersect.</a:t>
            </a:r>
          </a:p>
          <a:p>
            <a:r>
              <a:rPr lang="en-US" dirty="0"/>
              <a:t>At this point a few things can be noted but it is best to look at examples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63441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4"/>
            <a:ext cx="30347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Linear relationships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3" y="1075005"/>
            <a:ext cx="9815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What is the “break-</a:t>
            </a:r>
            <a:r>
              <a:rPr lang="en-US" sz="2400" dirty="0" err="1"/>
              <a:t>even”point</a:t>
            </a:r>
            <a:r>
              <a:rPr lang="en-US" sz="2400" dirty="0"/>
              <a:t> between two linear relationships?</a:t>
            </a:r>
            <a:endParaRPr lang="en-AU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0EDAAB-3815-4492-B13F-19703127573E}"/>
              </a:ext>
            </a:extLst>
          </p:cNvPr>
          <p:cNvSpPr/>
          <p:nvPr/>
        </p:nvSpPr>
        <p:spPr>
          <a:xfrm>
            <a:off x="3038474" y="2149607"/>
            <a:ext cx="80962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EXAMPLE: Please glue this copy in and work through the answers with me</a:t>
            </a:r>
          </a:p>
          <a:p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B19780-4CFF-482F-B6B5-35CA24C37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833" y="2582602"/>
            <a:ext cx="7343775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06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B400B1-715D-49D4-B8E6-F68B06D85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38" y="862012"/>
            <a:ext cx="3443288" cy="8489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C8BFA1-8402-4877-AD57-AC0D4A07A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250905"/>
            <a:ext cx="5075231" cy="644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062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E1BD6D-5276-48EE-98E8-C44B0E313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724" y="147638"/>
            <a:ext cx="6072188" cy="20918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9E8E03-179A-419C-AE03-A8BBECC39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136" y="2599598"/>
            <a:ext cx="5567363" cy="3055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CAC8019-F4A2-4284-9677-0144B9C71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3035" y="2905124"/>
            <a:ext cx="6041852" cy="386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855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E1BD6D-5276-48EE-98E8-C44B0E313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724" y="147638"/>
            <a:ext cx="6072188" cy="20918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9E8E03-179A-419C-AE03-A8BBECC39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136" y="2599598"/>
            <a:ext cx="5567363" cy="3055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CAC8019-F4A2-4284-9677-0144B9C71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136" y="2925129"/>
            <a:ext cx="6041852" cy="386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962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A46FC5-388C-46D1-9D99-FB1030FF5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" y="495300"/>
            <a:ext cx="3495675" cy="3371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F5BFEF-F7CC-4631-9EB5-941748C49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11" y="3762375"/>
            <a:ext cx="3305175" cy="7048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54E1C4-A880-4CF2-AE84-95C043F59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4157" y="790575"/>
            <a:ext cx="4086225" cy="527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936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164</Words>
  <Application>Microsoft Office PowerPoint</Application>
  <PresentationFormat>Widescreen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Topic: Linear Relationships</vt:lpstr>
      <vt:lpstr>Topic: Linear Relationships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Linear Relationships</dc:title>
  <dc:creator>JAMES Sarah [Baldivis Secondary College]</dc:creator>
  <cp:lastModifiedBy>JAMES Sarah [Baldivis Secondary College]</cp:lastModifiedBy>
  <cp:revision>1</cp:revision>
  <dcterms:created xsi:type="dcterms:W3CDTF">2021-05-05T12:18:00Z</dcterms:created>
  <dcterms:modified xsi:type="dcterms:W3CDTF">2021-05-05T12:19:19Z</dcterms:modified>
</cp:coreProperties>
</file>