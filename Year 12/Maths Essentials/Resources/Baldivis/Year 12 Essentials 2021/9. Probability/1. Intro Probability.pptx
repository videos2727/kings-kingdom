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4" r:id="rId3"/>
    <p:sldId id="265" r:id="rId4"/>
    <p:sldId id="269" r:id="rId5"/>
    <p:sldId id="270" r:id="rId6"/>
    <p:sldId id="262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B1A4F-0ABB-4E3A-B253-F6ED37FF470E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70DC3-FCC3-4069-9A58-7E357A8F97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391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0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60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36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8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12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4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AA5B-0C9D-4F4E-B71D-03FE62A17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1D94E-7D7E-464C-83F5-31A0E554B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A7FCD-7E6A-4562-9ED2-B6E89194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2F5D4-4404-4F83-AE79-826B1FB77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68DC1-B4B5-4401-896F-B5BC2E73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697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70659-E806-43DE-96B1-141CD9C5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286A-3B25-4EE2-A915-A0BF268EB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843D7-6BF3-42C2-99D8-D90A49B0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FE36D-685D-42A8-9B4E-2E8A0597D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E6D55-8718-4879-A4D3-434E3D55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31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A696-E819-481E-A2FD-60C246E2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6211F-7AE5-4AA9-BD2B-322FD96B5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A37E3-5A14-4B75-AAE5-F5950B7F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30A44-CA8A-422E-9AC8-A389808B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F0089-519A-402B-9E8E-EDA53E97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9FA2-9552-41A8-907A-43F06D21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4C6B7-E5FE-4A06-AEE6-274254B8A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27B6D-FA80-4EFC-94AC-0AAACD713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6A3A5-37F2-4BDF-91E0-0CFDBD7C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2ADC5-EAE1-4C74-A6EF-0E8665BD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648EB-DD09-4EBA-8DD5-BC67B0AB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19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F93F-4F1C-4985-8B4D-9C352C232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033B7-EB88-4921-9814-0D4F2DB3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B20F4-F3B0-4598-B9FA-5EE83D071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10CF1-AFF3-437F-A7CC-258B0C475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E6EF5-6FFC-4CDE-AC3A-AC0434C85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24AA6-AB10-40C9-BEEA-4DCC0181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64093A-33B0-445B-8450-C926341D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DC89F-B84A-47E5-8E39-8DFB9332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23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2A045-5C65-4D37-A4B0-5D757715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2843E0-2E30-4F81-B722-C15ECF16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B0E16-271D-4DEF-9B7D-84435A83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1B10E-70C4-45E5-8BFA-AED08DF6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893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2ACD2-5E5A-4CB1-8C27-6AD8F47F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0E61A-176C-4FA7-8927-1DB31420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BE92E-E7CD-433B-9754-AF1A9A2A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315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DB0A-FE89-4B9B-823E-8C64AF43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D4AE5-5AB3-4B67-BAC8-74C356DAF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A941C-3169-41B7-94AB-C354AC259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DEF65-CE97-4312-87FF-850D4FA3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11B25-8551-4CF5-ACDA-E745F91B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9A376-932A-4730-AE68-90AAFC95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51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0B74-D98D-42A0-ADAB-5BE89969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707180-1053-48D5-9C9E-E33093F6B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AF0C9-F8D8-4229-B965-C6F95B8AF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93946-AB24-4FCD-AD5B-5B647ED0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4DE6E-090B-4DC7-8F37-7867BBC9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B1840-3275-4C8B-9EE4-DA01CC46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61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E3D5-8EF1-46C7-B097-32D74317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5BDB4-A70E-4ACF-B248-19E94C817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6F234-1CEB-4BD6-B23F-919ED7FC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A3E8B-8AC9-49D4-B849-2526C79D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A5B0F-3460-46FB-BDBE-4F4AC21D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233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F2F40-BC25-4DB0-9637-19A3B9AC82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D8E47-6BFB-4307-A616-3D8A18403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D8A8F-EA38-4402-9281-EBD3738D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1C437-C879-40C2-A40B-0EDBD684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0BB6C-F1A6-42DD-BD33-707AC882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09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68D8D-AA75-4AC4-BACF-7DA998D85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F6B3-2E9A-41F9-89FA-C5E39D292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83DD6-F9C9-40FB-A782-BA213D6D4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FFE3B-6707-4857-9996-182D1C83B9A4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2F97-C761-40E6-AF33-6A2C6E5A0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B163C-5082-49FB-A18A-0599B6D48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D0417-8D44-44E6-B953-16D5C34C56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697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995C-84C1-43C5-A6F1-BB50B452B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</a:t>
            </a:r>
            <a:br>
              <a:rPr lang="en-US" dirty="0"/>
            </a:br>
            <a:r>
              <a:rPr lang="en-US" sz="2400" dirty="0"/>
              <a:t>EQ: What words can you use to describe situations involving chance?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New topic</a:t>
            </a:r>
            <a:br>
              <a:rPr lang="en-US" sz="2400" dirty="0">
                <a:highlight>
                  <a:srgbClr val="FFFF00"/>
                </a:highlight>
              </a:rPr>
            </a:br>
            <a:r>
              <a:rPr lang="en-US" sz="2400" dirty="0">
                <a:highlight>
                  <a:srgbClr val="FFFF00"/>
                </a:highlight>
              </a:rPr>
              <a:t>Important note that the assessment for this topic will occur in Term 3 week 6 after we have covered interest rates and loans. It is a combined test.</a:t>
            </a:r>
            <a:endParaRPr lang="en-AU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7151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E11769-3DBE-4EF0-914A-C8A255A040D5}"/>
              </a:ext>
            </a:extLst>
          </p:cNvPr>
          <p:cNvSpPr txBox="1"/>
          <p:nvPr/>
        </p:nvSpPr>
        <p:spPr>
          <a:xfrm>
            <a:off x="2175334" y="1602135"/>
            <a:ext cx="9238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is the chance that something will happen. </a:t>
            </a:r>
          </a:p>
          <a:p>
            <a:endParaRPr lang="en-US" dirty="0"/>
          </a:p>
          <a:p>
            <a:r>
              <a:rPr lang="en-US" dirty="0"/>
              <a:t>In everyday conversations we use words that indicate the chance or probability that something will happen.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151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90EFA9E-1D60-411B-89F1-880212807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468" y="1684322"/>
            <a:ext cx="5983932" cy="482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9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0E4579-E5AA-43B7-9B55-55B053A4453C}"/>
              </a:ext>
            </a:extLst>
          </p:cNvPr>
          <p:cNvSpPr txBox="1"/>
          <p:nvPr/>
        </p:nvSpPr>
        <p:spPr>
          <a:xfrm>
            <a:off x="224465" y="1746275"/>
            <a:ext cx="1400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probability scale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07EC26-408A-4303-BF13-5DC5948F3921}"/>
              </a:ext>
            </a:extLst>
          </p:cNvPr>
          <p:cNvSpPr txBox="1"/>
          <p:nvPr/>
        </p:nvSpPr>
        <p:spPr>
          <a:xfrm>
            <a:off x="2409835" y="2348880"/>
            <a:ext cx="88868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 is the chance of an event happening.</a:t>
            </a:r>
          </a:p>
          <a:p>
            <a:endParaRPr lang="en-AU" dirty="0"/>
          </a:p>
          <a:p>
            <a:r>
              <a:rPr lang="en-AU" u="sng" dirty="0"/>
              <a:t>Probability Scale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Probability can be described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Decimals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Fractions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Percentages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Words</a:t>
            </a:r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EB217E-E485-40BE-9AEE-6E7C1B380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3214687"/>
            <a:ext cx="79057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0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0E4579-E5AA-43B7-9B55-55B053A4453C}"/>
              </a:ext>
            </a:extLst>
          </p:cNvPr>
          <p:cNvSpPr txBox="1"/>
          <p:nvPr/>
        </p:nvSpPr>
        <p:spPr>
          <a:xfrm>
            <a:off x="224465" y="1746275"/>
            <a:ext cx="1400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sample space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E059F8-4FF4-4AAC-B8FA-9B3236ADB635}"/>
              </a:ext>
            </a:extLst>
          </p:cNvPr>
          <p:cNvSpPr txBox="1"/>
          <p:nvPr/>
        </p:nvSpPr>
        <p:spPr>
          <a:xfrm>
            <a:off x="2217439" y="1602134"/>
            <a:ext cx="88375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Sample Space</a:t>
            </a:r>
          </a:p>
          <a:p>
            <a:endParaRPr lang="en-AU" dirty="0"/>
          </a:p>
          <a:p>
            <a:r>
              <a:rPr lang="en-AU" dirty="0"/>
              <a:t>The sample space is a list of all possible outcomes</a:t>
            </a:r>
          </a:p>
          <a:p>
            <a:endParaRPr lang="en-AU" dirty="0"/>
          </a:p>
          <a:p>
            <a:r>
              <a:rPr lang="en-AU" dirty="0"/>
              <a:t>Example – What is the sample space for the roll of one six sided die.</a:t>
            </a:r>
          </a:p>
          <a:p>
            <a:endParaRPr lang="en-AU" dirty="0"/>
          </a:p>
          <a:p>
            <a:r>
              <a:rPr lang="en-AU" dirty="0"/>
              <a:t>A normal six sided die has the numbers 1 to 6 on it, the sample space is</a:t>
            </a:r>
          </a:p>
          <a:p>
            <a:endParaRPr lang="en-AU" dirty="0"/>
          </a:p>
          <a:p>
            <a:r>
              <a:rPr lang="en-AU" dirty="0"/>
              <a:t>Sample space {1, 2, 3, 4, 5, 6}</a:t>
            </a:r>
          </a:p>
          <a:p>
            <a:endParaRPr lang="en-AU" dirty="0"/>
          </a:p>
          <a:p>
            <a:r>
              <a:rPr lang="en-AU" i="1" dirty="0"/>
              <a:t>What is the sample space for the toss of 2 coins?</a:t>
            </a:r>
          </a:p>
          <a:p>
            <a:endParaRPr lang="en-AU" i="1" dirty="0"/>
          </a:p>
          <a:p>
            <a:r>
              <a:rPr lang="en-AU" i="1" dirty="0"/>
              <a:t>Samples space {HH, HT, TH, TT}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050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words can you use to  describe situations involving chance?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7CA4BDB-5A66-425D-BAB8-4D5B09F03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811" y="2543174"/>
            <a:ext cx="7028633" cy="225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FD2B904-0FB8-43FD-A161-2766D30E8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409" y="1746274"/>
            <a:ext cx="8230863" cy="15529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128D91-7EB7-4062-B4DE-FED35A0D1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810" y="4694237"/>
            <a:ext cx="52959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6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8D3096-EF87-4522-8827-A52FC23B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1096645"/>
            <a:ext cx="6276975" cy="3181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8D89F-A00F-4A0B-8E42-D9110B4D1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4" y="4277995"/>
            <a:ext cx="6153150" cy="2019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2806E-BEA8-462E-BF34-F4337F734C64}"/>
              </a:ext>
            </a:extLst>
          </p:cNvPr>
          <p:cNvSpPr txBox="1"/>
          <p:nvPr/>
        </p:nvSpPr>
        <p:spPr>
          <a:xfrm>
            <a:off x="2153920" y="4572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Time: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855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8D3096-EF87-4522-8827-A52FC23B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1096645"/>
            <a:ext cx="6276975" cy="3181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8D89F-A00F-4A0B-8E42-D9110B4D1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4" y="4277995"/>
            <a:ext cx="6153150" cy="2019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2806E-BEA8-462E-BF34-F4337F734C64}"/>
              </a:ext>
            </a:extLst>
          </p:cNvPr>
          <p:cNvSpPr txBox="1"/>
          <p:nvPr/>
        </p:nvSpPr>
        <p:spPr>
          <a:xfrm>
            <a:off x="2153920" y="4572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Time: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9776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309</Words>
  <Application>Microsoft Office PowerPoint</Application>
  <PresentationFormat>Widescreen</PresentationFormat>
  <Paragraphs>75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Fragment Core</vt:lpstr>
      <vt:lpstr>Office Theme</vt:lpstr>
      <vt:lpstr>Probability EQ: What words can you use to describe situations involving chance?  New topic Important note that the assessment for this topic will occur in Term 3 week 6 after we have covered interest rates and loans. It is a combined test.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EQ: What words can you use to describe situations involving chance?  New topic Important note that the assessment for this topic will occur in Term 3 week 6 after we have covered interest rates and loans. It is a combined test.</dc:title>
  <dc:creator>JAMES Sarah [Baldivis Secondary College]</dc:creator>
  <cp:lastModifiedBy>JAMES Sarah [Baldivis Secondary College]</cp:lastModifiedBy>
  <cp:revision>1</cp:revision>
  <dcterms:created xsi:type="dcterms:W3CDTF">2021-06-01T12:49:01Z</dcterms:created>
  <dcterms:modified xsi:type="dcterms:W3CDTF">2021-06-01T12:51:26Z</dcterms:modified>
</cp:coreProperties>
</file>