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ppt/diagrams/data5.xml" ContentType="application/vnd.openxmlformats-officedocument.drawingml.diagramData+xml"/>
  <Override PartName="/ppt/diagrams/layout5.xml" ContentType="application/vnd.openxmlformats-officedocument.drawingml.diagramLayout+xml"/>
  <Override PartName="/ppt/diagrams/quickStyle5.xml" ContentType="application/vnd.openxmlformats-officedocument.drawingml.diagramStyle+xml"/>
  <Override PartName="/ppt/diagrams/colors5.xml" ContentType="application/vnd.openxmlformats-officedocument.drawingml.diagramColors+xml"/>
  <Override PartName="/ppt/diagrams/drawing5.xml" ContentType="application/vnd.ms-office.drawingml.diagramDrawing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6"/>
  </p:notesMasterIdLst>
  <p:sldIdLst>
    <p:sldId id="257" r:id="rId2"/>
    <p:sldId id="258" r:id="rId3"/>
    <p:sldId id="259" r:id="rId4"/>
    <p:sldId id="260" r:id="rId5"/>
    <p:sldId id="261" r:id="rId6"/>
    <p:sldId id="262" r:id="rId7"/>
    <p:sldId id="263" r:id="rId8"/>
    <p:sldId id="264" r:id="rId9"/>
    <p:sldId id="265" r:id="rId10"/>
    <p:sldId id="266" r:id="rId11"/>
    <p:sldId id="267" r:id="rId12"/>
    <p:sldId id="268" r:id="rId13"/>
    <p:sldId id="269" r:id="rId14"/>
    <p:sldId id="270" r:id="rId15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660"/>
  </p:normalViewPr>
  <p:slideViewPr>
    <p:cSldViewPr snapToGrid="0">
      <p:cViewPr varScale="1">
        <p:scale>
          <a:sx n="63" d="100"/>
          <a:sy n="63" d="100"/>
        </p:scale>
        <p:origin x="84" y="13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viewProps" Target="viewProp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notesMaster" Target="notesMasters/notesMaster1.xml"/><Relationship Id="rId20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10" Type="http://schemas.openxmlformats.org/officeDocument/2006/relationships/slide" Target="slides/slide9.xml"/><Relationship Id="rId19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43FF9198-85B0-4A38-9737-755A4811743A}" type="doc">
      <dgm:prSet loTypeId="urn:microsoft.com/office/officeart/2005/8/layout/vList2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DB361471-39A7-44C6-93E7-67CA68A83C92}">
      <dgm:prSet/>
      <dgm:spPr/>
      <dgm:t>
        <a:bodyPr/>
        <a:lstStyle/>
        <a:p>
          <a:r>
            <a:rPr lang="en-GB"/>
            <a:t>You will see a series of 10 questions.</a:t>
          </a:r>
          <a:endParaRPr lang="en-US"/>
        </a:p>
      </dgm:t>
    </dgm:pt>
    <dgm:pt modelId="{B0CCEEF1-2480-46E3-A139-7BBB06EBB305}" type="parTrans" cxnId="{4B556EC3-D32C-4BA4-B9CA-0EBBBD597EAE}">
      <dgm:prSet/>
      <dgm:spPr/>
      <dgm:t>
        <a:bodyPr/>
        <a:lstStyle/>
        <a:p>
          <a:endParaRPr lang="en-US"/>
        </a:p>
      </dgm:t>
    </dgm:pt>
    <dgm:pt modelId="{79FF92BC-D6AF-4560-89BF-85F5F7050559}" type="sibTrans" cxnId="{4B556EC3-D32C-4BA4-B9CA-0EBBBD597EAE}">
      <dgm:prSet/>
      <dgm:spPr/>
      <dgm:t>
        <a:bodyPr/>
        <a:lstStyle/>
        <a:p>
          <a:endParaRPr lang="en-US"/>
        </a:p>
      </dgm:t>
    </dgm:pt>
    <dgm:pt modelId="{5A9C224A-762C-4B17-91C0-FE0F7A5EFB57}">
      <dgm:prSet/>
      <dgm:spPr/>
      <dgm:t>
        <a:bodyPr/>
        <a:lstStyle/>
        <a:p>
          <a:r>
            <a:rPr lang="en-GB"/>
            <a:t>You have to write down the answer to the question on the whiteboard.</a:t>
          </a:r>
          <a:endParaRPr lang="en-US"/>
        </a:p>
      </dgm:t>
    </dgm:pt>
    <dgm:pt modelId="{8DC3B89B-93E6-4CF8-AB78-4C871307F572}" type="parTrans" cxnId="{3F38F778-E9D6-480A-A664-6C0FC49DFBDA}">
      <dgm:prSet/>
      <dgm:spPr/>
      <dgm:t>
        <a:bodyPr/>
        <a:lstStyle/>
        <a:p>
          <a:endParaRPr lang="en-US"/>
        </a:p>
      </dgm:t>
    </dgm:pt>
    <dgm:pt modelId="{059D91E7-974D-4652-A0D9-9BBE4D8CB791}" type="sibTrans" cxnId="{3F38F778-E9D6-480A-A664-6C0FC49DFBDA}">
      <dgm:prSet/>
      <dgm:spPr/>
      <dgm:t>
        <a:bodyPr/>
        <a:lstStyle/>
        <a:p>
          <a:endParaRPr lang="en-US"/>
        </a:p>
      </dgm:t>
    </dgm:pt>
    <dgm:pt modelId="{768C66A0-CC2C-4613-959B-DA6752F40CF0}">
      <dgm:prSet/>
      <dgm:spPr/>
      <dgm:t>
        <a:bodyPr/>
        <a:lstStyle/>
        <a:p>
          <a:r>
            <a:rPr lang="en-GB"/>
            <a:t>Easy enough but don’t forget….</a:t>
          </a:r>
          <a:endParaRPr lang="en-US"/>
        </a:p>
      </dgm:t>
    </dgm:pt>
    <dgm:pt modelId="{80E5F2E2-512A-46CA-B083-E070C0936344}" type="parTrans" cxnId="{84AE8FC1-311C-4FF6-BDBB-CDA797C2D22A}">
      <dgm:prSet/>
      <dgm:spPr/>
      <dgm:t>
        <a:bodyPr/>
        <a:lstStyle/>
        <a:p>
          <a:endParaRPr lang="en-US"/>
        </a:p>
      </dgm:t>
    </dgm:pt>
    <dgm:pt modelId="{7E3E2653-EE20-450C-8E58-A6CF12A9AE06}" type="sibTrans" cxnId="{84AE8FC1-311C-4FF6-BDBB-CDA797C2D22A}">
      <dgm:prSet/>
      <dgm:spPr/>
      <dgm:t>
        <a:bodyPr/>
        <a:lstStyle/>
        <a:p>
          <a:endParaRPr lang="en-US"/>
        </a:p>
      </dgm:t>
    </dgm:pt>
    <dgm:pt modelId="{70BB51E8-41B9-495C-B72E-F1260981D679}">
      <dgm:prSet/>
      <dgm:spPr/>
      <dgm:t>
        <a:bodyPr/>
        <a:lstStyle/>
        <a:p>
          <a:r>
            <a:rPr lang="en-GB"/>
            <a:t>REMEMBER TO GIVE PROBABILITIES AS EITHER:</a:t>
          </a:r>
          <a:endParaRPr lang="en-US"/>
        </a:p>
      </dgm:t>
    </dgm:pt>
    <dgm:pt modelId="{FF7C01F5-F3FB-4C5F-8A15-6CAA7D244457}" type="parTrans" cxnId="{0371C066-CB4C-4642-8FFD-4FA8C7499494}">
      <dgm:prSet/>
      <dgm:spPr/>
      <dgm:t>
        <a:bodyPr/>
        <a:lstStyle/>
        <a:p>
          <a:endParaRPr lang="en-US"/>
        </a:p>
      </dgm:t>
    </dgm:pt>
    <dgm:pt modelId="{4DFD8914-D0A7-443E-ACDE-E51D0B6AFA07}" type="sibTrans" cxnId="{0371C066-CB4C-4642-8FFD-4FA8C7499494}">
      <dgm:prSet/>
      <dgm:spPr/>
      <dgm:t>
        <a:bodyPr/>
        <a:lstStyle/>
        <a:p>
          <a:endParaRPr lang="en-US"/>
        </a:p>
      </dgm:t>
    </dgm:pt>
    <dgm:pt modelId="{E51B4E9A-BB6F-45D9-B478-31470C339ACD}">
      <dgm:prSet/>
      <dgm:spPr/>
      <dgm:t>
        <a:bodyPr/>
        <a:lstStyle/>
        <a:p>
          <a:r>
            <a:rPr lang="en-GB" dirty="0"/>
            <a:t>FRACTION, DECIMAL OR	PERCENTAGE</a:t>
          </a:r>
          <a:endParaRPr lang="en-US" dirty="0"/>
        </a:p>
      </dgm:t>
    </dgm:pt>
    <dgm:pt modelId="{5E1ED91B-42CB-4951-92E9-12D6DEF865A3}" type="parTrans" cxnId="{8FB80F21-3DF0-4544-9045-489278301A9B}">
      <dgm:prSet/>
      <dgm:spPr/>
      <dgm:t>
        <a:bodyPr/>
        <a:lstStyle/>
        <a:p>
          <a:endParaRPr lang="en-US"/>
        </a:p>
      </dgm:t>
    </dgm:pt>
    <dgm:pt modelId="{2B9E031D-CB26-48EB-879B-83DD5D52CBA0}" type="sibTrans" cxnId="{8FB80F21-3DF0-4544-9045-489278301A9B}">
      <dgm:prSet/>
      <dgm:spPr/>
      <dgm:t>
        <a:bodyPr/>
        <a:lstStyle/>
        <a:p>
          <a:endParaRPr lang="en-US"/>
        </a:p>
      </dgm:t>
    </dgm:pt>
    <dgm:pt modelId="{E111D3ED-F9D7-47AF-8E1F-D902A383888B}" type="pres">
      <dgm:prSet presAssocID="{43FF9198-85B0-4A38-9737-755A4811743A}" presName="linear" presStyleCnt="0">
        <dgm:presLayoutVars>
          <dgm:animLvl val="lvl"/>
          <dgm:resizeHandles val="exact"/>
        </dgm:presLayoutVars>
      </dgm:prSet>
      <dgm:spPr/>
    </dgm:pt>
    <dgm:pt modelId="{6A5DCBD1-E9A2-4035-A0DB-AB7A2D2E16C9}" type="pres">
      <dgm:prSet presAssocID="{DB361471-39A7-44C6-93E7-67CA68A83C92}" presName="parentText" presStyleLbl="node1" presStyleIdx="0" presStyleCnt="5">
        <dgm:presLayoutVars>
          <dgm:chMax val="0"/>
          <dgm:bulletEnabled val="1"/>
        </dgm:presLayoutVars>
      </dgm:prSet>
      <dgm:spPr/>
    </dgm:pt>
    <dgm:pt modelId="{083B6A34-A680-45AE-9550-268962C25A75}" type="pres">
      <dgm:prSet presAssocID="{79FF92BC-D6AF-4560-89BF-85F5F7050559}" presName="spacer" presStyleCnt="0"/>
      <dgm:spPr/>
    </dgm:pt>
    <dgm:pt modelId="{F7C7ACF8-4691-42F4-81FD-0FD8D56CFE91}" type="pres">
      <dgm:prSet presAssocID="{5A9C224A-762C-4B17-91C0-FE0F7A5EFB57}" presName="parentText" presStyleLbl="node1" presStyleIdx="1" presStyleCnt="5">
        <dgm:presLayoutVars>
          <dgm:chMax val="0"/>
          <dgm:bulletEnabled val="1"/>
        </dgm:presLayoutVars>
      </dgm:prSet>
      <dgm:spPr/>
    </dgm:pt>
    <dgm:pt modelId="{D5084246-BFA9-406B-A456-3F60936AC65E}" type="pres">
      <dgm:prSet presAssocID="{059D91E7-974D-4652-A0D9-9BBE4D8CB791}" presName="spacer" presStyleCnt="0"/>
      <dgm:spPr/>
    </dgm:pt>
    <dgm:pt modelId="{24679523-CE20-4E11-BE23-10FF1F1A3CBF}" type="pres">
      <dgm:prSet presAssocID="{768C66A0-CC2C-4613-959B-DA6752F40CF0}" presName="parentText" presStyleLbl="node1" presStyleIdx="2" presStyleCnt="5">
        <dgm:presLayoutVars>
          <dgm:chMax val="0"/>
          <dgm:bulletEnabled val="1"/>
        </dgm:presLayoutVars>
      </dgm:prSet>
      <dgm:spPr/>
    </dgm:pt>
    <dgm:pt modelId="{AAA02ADE-E6A3-48C2-920C-F455DB2D6DAB}" type="pres">
      <dgm:prSet presAssocID="{7E3E2653-EE20-450C-8E58-A6CF12A9AE06}" presName="spacer" presStyleCnt="0"/>
      <dgm:spPr/>
    </dgm:pt>
    <dgm:pt modelId="{B722CE88-F651-4BCC-ABF5-DEDF4C2E401B}" type="pres">
      <dgm:prSet presAssocID="{70BB51E8-41B9-495C-B72E-F1260981D679}" presName="parentText" presStyleLbl="node1" presStyleIdx="3" presStyleCnt="5">
        <dgm:presLayoutVars>
          <dgm:chMax val="0"/>
          <dgm:bulletEnabled val="1"/>
        </dgm:presLayoutVars>
      </dgm:prSet>
      <dgm:spPr/>
    </dgm:pt>
    <dgm:pt modelId="{7D0426AA-50D0-493D-A6E2-C361198CF8BC}" type="pres">
      <dgm:prSet presAssocID="{4DFD8914-D0A7-443E-ACDE-E51D0B6AFA07}" presName="spacer" presStyleCnt="0"/>
      <dgm:spPr/>
    </dgm:pt>
    <dgm:pt modelId="{C236AABF-30EF-4242-AD36-6D3426023B6A}" type="pres">
      <dgm:prSet presAssocID="{E51B4E9A-BB6F-45D9-B478-31470C339ACD}" presName="parentText" presStyleLbl="node1" presStyleIdx="4" presStyleCnt="5">
        <dgm:presLayoutVars>
          <dgm:chMax val="0"/>
          <dgm:bulletEnabled val="1"/>
        </dgm:presLayoutVars>
      </dgm:prSet>
      <dgm:spPr/>
    </dgm:pt>
  </dgm:ptLst>
  <dgm:cxnLst>
    <dgm:cxn modelId="{8FB80F21-3DF0-4544-9045-489278301A9B}" srcId="{43FF9198-85B0-4A38-9737-755A4811743A}" destId="{E51B4E9A-BB6F-45D9-B478-31470C339ACD}" srcOrd="4" destOrd="0" parTransId="{5E1ED91B-42CB-4951-92E9-12D6DEF865A3}" sibTransId="{2B9E031D-CB26-48EB-879B-83DD5D52CBA0}"/>
    <dgm:cxn modelId="{3A537430-47D0-4C4D-B8D0-3E569B6F43B0}" type="presOf" srcId="{DB361471-39A7-44C6-93E7-67CA68A83C92}" destId="{6A5DCBD1-E9A2-4035-A0DB-AB7A2D2E16C9}" srcOrd="0" destOrd="0" presId="urn:microsoft.com/office/officeart/2005/8/layout/vList2"/>
    <dgm:cxn modelId="{0371C066-CB4C-4642-8FFD-4FA8C7499494}" srcId="{43FF9198-85B0-4A38-9737-755A4811743A}" destId="{70BB51E8-41B9-495C-B72E-F1260981D679}" srcOrd="3" destOrd="0" parTransId="{FF7C01F5-F3FB-4C5F-8A15-6CAA7D244457}" sibTransId="{4DFD8914-D0A7-443E-ACDE-E51D0B6AFA07}"/>
    <dgm:cxn modelId="{50D8394D-53A5-40BA-8525-96FBC112383E}" type="presOf" srcId="{43FF9198-85B0-4A38-9737-755A4811743A}" destId="{E111D3ED-F9D7-47AF-8E1F-D902A383888B}" srcOrd="0" destOrd="0" presId="urn:microsoft.com/office/officeart/2005/8/layout/vList2"/>
    <dgm:cxn modelId="{6A7F556E-1148-4AD0-AD7C-C370E4259BDD}" type="presOf" srcId="{5A9C224A-762C-4B17-91C0-FE0F7A5EFB57}" destId="{F7C7ACF8-4691-42F4-81FD-0FD8D56CFE91}" srcOrd="0" destOrd="0" presId="urn:microsoft.com/office/officeart/2005/8/layout/vList2"/>
    <dgm:cxn modelId="{3F38F778-E9D6-480A-A664-6C0FC49DFBDA}" srcId="{43FF9198-85B0-4A38-9737-755A4811743A}" destId="{5A9C224A-762C-4B17-91C0-FE0F7A5EFB57}" srcOrd="1" destOrd="0" parTransId="{8DC3B89B-93E6-4CF8-AB78-4C871307F572}" sibTransId="{059D91E7-974D-4652-A0D9-9BBE4D8CB791}"/>
    <dgm:cxn modelId="{70D78CB7-6AC6-4A5F-A8E0-EC1B17ADF176}" type="presOf" srcId="{70BB51E8-41B9-495C-B72E-F1260981D679}" destId="{B722CE88-F651-4BCC-ABF5-DEDF4C2E401B}" srcOrd="0" destOrd="0" presId="urn:microsoft.com/office/officeart/2005/8/layout/vList2"/>
    <dgm:cxn modelId="{84AE8FC1-311C-4FF6-BDBB-CDA797C2D22A}" srcId="{43FF9198-85B0-4A38-9737-755A4811743A}" destId="{768C66A0-CC2C-4613-959B-DA6752F40CF0}" srcOrd="2" destOrd="0" parTransId="{80E5F2E2-512A-46CA-B083-E070C0936344}" sibTransId="{7E3E2653-EE20-450C-8E58-A6CF12A9AE06}"/>
    <dgm:cxn modelId="{4B556EC3-D32C-4BA4-B9CA-0EBBBD597EAE}" srcId="{43FF9198-85B0-4A38-9737-755A4811743A}" destId="{DB361471-39A7-44C6-93E7-67CA68A83C92}" srcOrd="0" destOrd="0" parTransId="{B0CCEEF1-2480-46E3-A139-7BBB06EBB305}" sibTransId="{79FF92BC-D6AF-4560-89BF-85F5F7050559}"/>
    <dgm:cxn modelId="{383522C7-46DE-4334-B5B7-3CD9E5342A0A}" type="presOf" srcId="{768C66A0-CC2C-4613-959B-DA6752F40CF0}" destId="{24679523-CE20-4E11-BE23-10FF1F1A3CBF}" srcOrd="0" destOrd="0" presId="urn:microsoft.com/office/officeart/2005/8/layout/vList2"/>
    <dgm:cxn modelId="{38129BC9-3EA9-4AD1-A13E-33F286DEBDB2}" type="presOf" srcId="{E51B4E9A-BB6F-45D9-B478-31470C339ACD}" destId="{C236AABF-30EF-4242-AD36-6D3426023B6A}" srcOrd="0" destOrd="0" presId="urn:microsoft.com/office/officeart/2005/8/layout/vList2"/>
    <dgm:cxn modelId="{F1A5C59A-77DD-43F5-AC35-119888837C13}" type="presParOf" srcId="{E111D3ED-F9D7-47AF-8E1F-D902A383888B}" destId="{6A5DCBD1-E9A2-4035-A0DB-AB7A2D2E16C9}" srcOrd="0" destOrd="0" presId="urn:microsoft.com/office/officeart/2005/8/layout/vList2"/>
    <dgm:cxn modelId="{4DDFE8F2-18F1-4C34-9099-81921136E350}" type="presParOf" srcId="{E111D3ED-F9D7-47AF-8E1F-D902A383888B}" destId="{083B6A34-A680-45AE-9550-268962C25A75}" srcOrd="1" destOrd="0" presId="urn:microsoft.com/office/officeart/2005/8/layout/vList2"/>
    <dgm:cxn modelId="{7304EF6A-C376-42CC-9449-442C07E18BE7}" type="presParOf" srcId="{E111D3ED-F9D7-47AF-8E1F-D902A383888B}" destId="{F7C7ACF8-4691-42F4-81FD-0FD8D56CFE91}" srcOrd="2" destOrd="0" presId="urn:microsoft.com/office/officeart/2005/8/layout/vList2"/>
    <dgm:cxn modelId="{01624967-EBAA-4F3E-83BA-3425D3C61176}" type="presParOf" srcId="{E111D3ED-F9D7-47AF-8E1F-D902A383888B}" destId="{D5084246-BFA9-406B-A456-3F60936AC65E}" srcOrd="3" destOrd="0" presId="urn:microsoft.com/office/officeart/2005/8/layout/vList2"/>
    <dgm:cxn modelId="{39B3751F-09DA-4423-BC5D-896381412DCB}" type="presParOf" srcId="{E111D3ED-F9D7-47AF-8E1F-D902A383888B}" destId="{24679523-CE20-4E11-BE23-10FF1F1A3CBF}" srcOrd="4" destOrd="0" presId="urn:microsoft.com/office/officeart/2005/8/layout/vList2"/>
    <dgm:cxn modelId="{C4099224-258A-479C-9860-5CD86369F982}" type="presParOf" srcId="{E111D3ED-F9D7-47AF-8E1F-D902A383888B}" destId="{AAA02ADE-E6A3-48C2-920C-F455DB2D6DAB}" srcOrd="5" destOrd="0" presId="urn:microsoft.com/office/officeart/2005/8/layout/vList2"/>
    <dgm:cxn modelId="{B1D4E188-540F-478D-810E-2A4A2F6E7415}" type="presParOf" srcId="{E111D3ED-F9D7-47AF-8E1F-D902A383888B}" destId="{B722CE88-F651-4BCC-ABF5-DEDF4C2E401B}" srcOrd="6" destOrd="0" presId="urn:microsoft.com/office/officeart/2005/8/layout/vList2"/>
    <dgm:cxn modelId="{2E440D11-7100-4574-B1EA-3FAD926664EE}" type="presParOf" srcId="{E111D3ED-F9D7-47AF-8E1F-D902A383888B}" destId="{7D0426AA-50D0-493D-A6E2-C361198CF8BC}" srcOrd="7" destOrd="0" presId="urn:microsoft.com/office/officeart/2005/8/layout/vList2"/>
    <dgm:cxn modelId="{9FF21BFD-EAE2-4F89-A40E-FE67B7305664}" type="presParOf" srcId="{E111D3ED-F9D7-47AF-8E1F-D902A383888B}" destId="{C236AABF-30EF-4242-AD36-6D3426023B6A}" srcOrd="8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B251E036-4874-48FA-BE46-65EF8B6417A9}" type="doc">
      <dgm:prSet loTypeId="urn:microsoft.com/office/officeart/2005/8/layout/hierarchy1" loCatId="hierarchy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8A15CF71-21F8-4182-B799-B05DDF585E58}">
      <dgm:prSet/>
      <dgm:spPr/>
      <dgm:t>
        <a:bodyPr/>
        <a:lstStyle/>
        <a:p>
          <a:r>
            <a:rPr lang="en-GB"/>
            <a:t>A fair, 6-sided dice is thrown.</a:t>
          </a:r>
          <a:endParaRPr lang="en-US"/>
        </a:p>
      </dgm:t>
    </dgm:pt>
    <dgm:pt modelId="{6D806808-B1DA-4A0B-9C74-D04FCA41C8F8}" type="parTrans" cxnId="{B0C256C8-E758-4C49-8EE0-3B3A32783141}">
      <dgm:prSet/>
      <dgm:spPr/>
      <dgm:t>
        <a:bodyPr/>
        <a:lstStyle/>
        <a:p>
          <a:endParaRPr lang="en-US"/>
        </a:p>
      </dgm:t>
    </dgm:pt>
    <dgm:pt modelId="{406CC5D4-3343-4EB5-A315-648E6B7B424B}" type="sibTrans" cxnId="{B0C256C8-E758-4C49-8EE0-3B3A32783141}">
      <dgm:prSet/>
      <dgm:spPr/>
      <dgm:t>
        <a:bodyPr/>
        <a:lstStyle/>
        <a:p>
          <a:endParaRPr lang="en-US"/>
        </a:p>
      </dgm:t>
    </dgm:pt>
    <dgm:pt modelId="{FAEC14BD-09DD-4A8C-9767-6A97E2258669}">
      <dgm:prSet/>
      <dgm:spPr/>
      <dgm:t>
        <a:bodyPr/>
        <a:lstStyle/>
        <a:p>
          <a:r>
            <a:rPr lang="en-GB"/>
            <a:t>What is the probability of getting a 5?</a:t>
          </a:r>
          <a:endParaRPr lang="en-US"/>
        </a:p>
      </dgm:t>
    </dgm:pt>
    <dgm:pt modelId="{4CA2D66A-71B1-4FE1-80F6-6E7FB79C0D6F}" type="parTrans" cxnId="{8AFADDD1-348E-44D8-8A0D-E6BAD71D413D}">
      <dgm:prSet/>
      <dgm:spPr/>
      <dgm:t>
        <a:bodyPr/>
        <a:lstStyle/>
        <a:p>
          <a:endParaRPr lang="en-US"/>
        </a:p>
      </dgm:t>
    </dgm:pt>
    <dgm:pt modelId="{0CC9B0B0-371F-4BF6-925A-B6F16947C8B6}" type="sibTrans" cxnId="{8AFADDD1-348E-44D8-8A0D-E6BAD71D413D}">
      <dgm:prSet/>
      <dgm:spPr/>
      <dgm:t>
        <a:bodyPr/>
        <a:lstStyle/>
        <a:p>
          <a:endParaRPr lang="en-US"/>
        </a:p>
      </dgm:t>
    </dgm:pt>
    <dgm:pt modelId="{FC7B3D0E-48E4-42E7-8BBD-DBDBEFFD746F}" type="pres">
      <dgm:prSet presAssocID="{B251E036-4874-48FA-BE46-65EF8B6417A9}" presName="hierChild1" presStyleCnt="0">
        <dgm:presLayoutVars>
          <dgm:chPref val="1"/>
          <dgm:dir/>
          <dgm:animOne val="branch"/>
          <dgm:animLvl val="lvl"/>
          <dgm:resizeHandles/>
        </dgm:presLayoutVars>
      </dgm:prSet>
      <dgm:spPr/>
    </dgm:pt>
    <dgm:pt modelId="{1578CF55-42A7-44A6-8849-85A2C64FFEA4}" type="pres">
      <dgm:prSet presAssocID="{8A15CF71-21F8-4182-B799-B05DDF585E58}" presName="hierRoot1" presStyleCnt="0"/>
      <dgm:spPr/>
    </dgm:pt>
    <dgm:pt modelId="{AA7FA679-7B2D-4E91-9264-469D471E950D}" type="pres">
      <dgm:prSet presAssocID="{8A15CF71-21F8-4182-B799-B05DDF585E58}" presName="composite" presStyleCnt="0"/>
      <dgm:spPr/>
    </dgm:pt>
    <dgm:pt modelId="{641F787C-4A8A-4C56-A8A7-9E8D823A8CD4}" type="pres">
      <dgm:prSet presAssocID="{8A15CF71-21F8-4182-B799-B05DDF585E58}" presName="background" presStyleLbl="node0" presStyleIdx="0" presStyleCnt="2"/>
      <dgm:spPr/>
    </dgm:pt>
    <dgm:pt modelId="{F8EF71CA-DBB3-46DA-A45A-5CC3F9D47792}" type="pres">
      <dgm:prSet presAssocID="{8A15CF71-21F8-4182-B799-B05DDF585E58}" presName="text" presStyleLbl="fgAcc0" presStyleIdx="0" presStyleCnt="2">
        <dgm:presLayoutVars>
          <dgm:chPref val="3"/>
        </dgm:presLayoutVars>
      </dgm:prSet>
      <dgm:spPr/>
    </dgm:pt>
    <dgm:pt modelId="{3F693658-2B64-40F8-904A-2D91099EC44F}" type="pres">
      <dgm:prSet presAssocID="{8A15CF71-21F8-4182-B799-B05DDF585E58}" presName="hierChild2" presStyleCnt="0"/>
      <dgm:spPr/>
    </dgm:pt>
    <dgm:pt modelId="{520D1994-7F14-4FA4-989F-E38C5254F778}" type="pres">
      <dgm:prSet presAssocID="{FAEC14BD-09DD-4A8C-9767-6A97E2258669}" presName="hierRoot1" presStyleCnt="0"/>
      <dgm:spPr/>
    </dgm:pt>
    <dgm:pt modelId="{84A8A1D5-A7E5-41EB-8167-DCD8BE4D6EFF}" type="pres">
      <dgm:prSet presAssocID="{FAEC14BD-09DD-4A8C-9767-6A97E2258669}" presName="composite" presStyleCnt="0"/>
      <dgm:spPr/>
    </dgm:pt>
    <dgm:pt modelId="{7249E3D7-CED9-4C5A-81CA-3841CA164872}" type="pres">
      <dgm:prSet presAssocID="{FAEC14BD-09DD-4A8C-9767-6A97E2258669}" presName="background" presStyleLbl="node0" presStyleIdx="1" presStyleCnt="2"/>
      <dgm:spPr/>
    </dgm:pt>
    <dgm:pt modelId="{609011AB-63DE-497F-BD95-DFCFC508FADE}" type="pres">
      <dgm:prSet presAssocID="{FAEC14BD-09DD-4A8C-9767-6A97E2258669}" presName="text" presStyleLbl="fgAcc0" presStyleIdx="1" presStyleCnt="2">
        <dgm:presLayoutVars>
          <dgm:chPref val="3"/>
        </dgm:presLayoutVars>
      </dgm:prSet>
      <dgm:spPr/>
    </dgm:pt>
    <dgm:pt modelId="{D57C7221-A0EF-49CF-A7CC-92F2447A706F}" type="pres">
      <dgm:prSet presAssocID="{FAEC14BD-09DD-4A8C-9767-6A97E2258669}" presName="hierChild2" presStyleCnt="0"/>
      <dgm:spPr/>
    </dgm:pt>
  </dgm:ptLst>
  <dgm:cxnLst>
    <dgm:cxn modelId="{604B583D-E279-4D4C-9675-17B836C5BF1A}" type="presOf" srcId="{8A15CF71-21F8-4182-B799-B05DDF585E58}" destId="{F8EF71CA-DBB3-46DA-A45A-5CC3F9D47792}" srcOrd="0" destOrd="0" presId="urn:microsoft.com/office/officeart/2005/8/layout/hierarchy1"/>
    <dgm:cxn modelId="{6A1A4541-1C07-460F-9609-DEF71FFE8FE4}" type="presOf" srcId="{B251E036-4874-48FA-BE46-65EF8B6417A9}" destId="{FC7B3D0E-48E4-42E7-8BBD-DBDBEFFD746F}" srcOrd="0" destOrd="0" presId="urn:microsoft.com/office/officeart/2005/8/layout/hierarchy1"/>
    <dgm:cxn modelId="{23654A65-4245-4AD1-9707-A5584B510CAA}" type="presOf" srcId="{FAEC14BD-09DD-4A8C-9767-6A97E2258669}" destId="{609011AB-63DE-497F-BD95-DFCFC508FADE}" srcOrd="0" destOrd="0" presId="urn:microsoft.com/office/officeart/2005/8/layout/hierarchy1"/>
    <dgm:cxn modelId="{B0C256C8-E758-4C49-8EE0-3B3A32783141}" srcId="{B251E036-4874-48FA-BE46-65EF8B6417A9}" destId="{8A15CF71-21F8-4182-B799-B05DDF585E58}" srcOrd="0" destOrd="0" parTransId="{6D806808-B1DA-4A0B-9C74-D04FCA41C8F8}" sibTransId="{406CC5D4-3343-4EB5-A315-648E6B7B424B}"/>
    <dgm:cxn modelId="{8AFADDD1-348E-44D8-8A0D-E6BAD71D413D}" srcId="{B251E036-4874-48FA-BE46-65EF8B6417A9}" destId="{FAEC14BD-09DD-4A8C-9767-6A97E2258669}" srcOrd="1" destOrd="0" parTransId="{4CA2D66A-71B1-4FE1-80F6-6E7FB79C0D6F}" sibTransId="{0CC9B0B0-371F-4BF6-925A-B6F16947C8B6}"/>
    <dgm:cxn modelId="{006D684C-3ACF-4207-AEAD-630E0BF30BE7}" type="presParOf" srcId="{FC7B3D0E-48E4-42E7-8BBD-DBDBEFFD746F}" destId="{1578CF55-42A7-44A6-8849-85A2C64FFEA4}" srcOrd="0" destOrd="0" presId="urn:microsoft.com/office/officeart/2005/8/layout/hierarchy1"/>
    <dgm:cxn modelId="{28776B36-74BC-4C69-9289-3B0D600CF57A}" type="presParOf" srcId="{1578CF55-42A7-44A6-8849-85A2C64FFEA4}" destId="{AA7FA679-7B2D-4E91-9264-469D471E950D}" srcOrd="0" destOrd="0" presId="urn:microsoft.com/office/officeart/2005/8/layout/hierarchy1"/>
    <dgm:cxn modelId="{B1211B3B-0931-41CA-95C0-BC9B4CE9E2F2}" type="presParOf" srcId="{AA7FA679-7B2D-4E91-9264-469D471E950D}" destId="{641F787C-4A8A-4C56-A8A7-9E8D823A8CD4}" srcOrd="0" destOrd="0" presId="urn:microsoft.com/office/officeart/2005/8/layout/hierarchy1"/>
    <dgm:cxn modelId="{1A0FE572-A647-4F24-8FFB-65CDA88DD799}" type="presParOf" srcId="{AA7FA679-7B2D-4E91-9264-469D471E950D}" destId="{F8EF71CA-DBB3-46DA-A45A-5CC3F9D47792}" srcOrd="1" destOrd="0" presId="urn:microsoft.com/office/officeart/2005/8/layout/hierarchy1"/>
    <dgm:cxn modelId="{DE31B278-8509-45AE-97D3-CD9CCC8751D5}" type="presParOf" srcId="{1578CF55-42A7-44A6-8849-85A2C64FFEA4}" destId="{3F693658-2B64-40F8-904A-2D91099EC44F}" srcOrd="1" destOrd="0" presId="urn:microsoft.com/office/officeart/2005/8/layout/hierarchy1"/>
    <dgm:cxn modelId="{40CB13D5-3DA1-45E4-A5CF-AB5ECDA6E98C}" type="presParOf" srcId="{FC7B3D0E-48E4-42E7-8BBD-DBDBEFFD746F}" destId="{520D1994-7F14-4FA4-989F-E38C5254F778}" srcOrd="1" destOrd="0" presId="urn:microsoft.com/office/officeart/2005/8/layout/hierarchy1"/>
    <dgm:cxn modelId="{3BA73A06-F3FA-404E-88AC-8196EAB91216}" type="presParOf" srcId="{520D1994-7F14-4FA4-989F-E38C5254F778}" destId="{84A8A1D5-A7E5-41EB-8167-DCD8BE4D6EFF}" srcOrd="0" destOrd="0" presId="urn:microsoft.com/office/officeart/2005/8/layout/hierarchy1"/>
    <dgm:cxn modelId="{93D5FFF6-DF4B-4DBB-9871-8BC937D1EB8A}" type="presParOf" srcId="{84A8A1D5-A7E5-41EB-8167-DCD8BE4D6EFF}" destId="{7249E3D7-CED9-4C5A-81CA-3841CA164872}" srcOrd="0" destOrd="0" presId="urn:microsoft.com/office/officeart/2005/8/layout/hierarchy1"/>
    <dgm:cxn modelId="{36B0D7C3-8F19-425E-BD8C-BD37BD4A4983}" type="presParOf" srcId="{84A8A1D5-A7E5-41EB-8167-DCD8BE4D6EFF}" destId="{609011AB-63DE-497F-BD95-DFCFC508FADE}" srcOrd="1" destOrd="0" presId="urn:microsoft.com/office/officeart/2005/8/layout/hierarchy1"/>
    <dgm:cxn modelId="{C02427FE-B5B6-4F81-BA35-3A6ED44F2BE3}" type="presParOf" srcId="{520D1994-7F14-4FA4-989F-E38C5254F778}" destId="{D57C7221-A0EF-49CF-A7CC-92F2447A706F}" srcOrd="1" destOrd="0" presId="urn:microsoft.com/office/officeart/2005/8/layout/hierarchy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9DD2DA7C-0A6E-412B-9170-0D42926A460F}" type="doc">
      <dgm:prSet loTypeId="urn:microsoft.com/office/officeart/2005/8/layout/vList2" loCatId="list" qsTypeId="urn:microsoft.com/office/officeart/2005/8/quickstyle/simple1" qsCatId="simple" csTypeId="urn:microsoft.com/office/officeart/2005/8/colors/colorful5" csCatId="colorful"/>
      <dgm:spPr/>
      <dgm:t>
        <a:bodyPr/>
        <a:lstStyle/>
        <a:p>
          <a:endParaRPr lang="en-US"/>
        </a:p>
      </dgm:t>
    </dgm:pt>
    <dgm:pt modelId="{4BEBA39F-D768-4A01-9235-8428E431122B}">
      <dgm:prSet/>
      <dgm:spPr/>
      <dgm:t>
        <a:bodyPr/>
        <a:lstStyle/>
        <a:p>
          <a:r>
            <a:rPr lang="en-GB"/>
            <a:t>Sam’s pencil case contains 3 red, 4 blue and 5 black pens.</a:t>
          </a:r>
          <a:endParaRPr lang="en-US"/>
        </a:p>
      </dgm:t>
    </dgm:pt>
    <dgm:pt modelId="{6100B295-B9CB-4527-AE86-34654CADEDFB}" type="parTrans" cxnId="{D34978BB-4D30-4CF3-8839-BD53E9226BE8}">
      <dgm:prSet/>
      <dgm:spPr/>
      <dgm:t>
        <a:bodyPr/>
        <a:lstStyle/>
        <a:p>
          <a:endParaRPr lang="en-US"/>
        </a:p>
      </dgm:t>
    </dgm:pt>
    <dgm:pt modelId="{AEDC5B91-3D40-4327-AA30-C7589AAB3733}" type="sibTrans" cxnId="{D34978BB-4D30-4CF3-8839-BD53E9226BE8}">
      <dgm:prSet/>
      <dgm:spPr/>
      <dgm:t>
        <a:bodyPr/>
        <a:lstStyle/>
        <a:p>
          <a:endParaRPr lang="en-US"/>
        </a:p>
      </dgm:t>
    </dgm:pt>
    <dgm:pt modelId="{ADA1150D-ABC4-425A-B397-28D9535CB05E}">
      <dgm:prSet/>
      <dgm:spPr/>
      <dgm:t>
        <a:bodyPr/>
        <a:lstStyle/>
        <a:p>
          <a:r>
            <a:rPr lang="en-GB"/>
            <a:t>He takes a pen out without looking.</a:t>
          </a:r>
          <a:endParaRPr lang="en-US"/>
        </a:p>
      </dgm:t>
    </dgm:pt>
    <dgm:pt modelId="{02780ECF-ADCE-48C0-B2C1-C21CE7646EDC}" type="parTrans" cxnId="{A44879DF-3154-4674-97EB-EAB3C5D1CE55}">
      <dgm:prSet/>
      <dgm:spPr/>
      <dgm:t>
        <a:bodyPr/>
        <a:lstStyle/>
        <a:p>
          <a:endParaRPr lang="en-US"/>
        </a:p>
      </dgm:t>
    </dgm:pt>
    <dgm:pt modelId="{81C6039B-65DD-47C4-9E6B-DD742B7D5D25}" type="sibTrans" cxnId="{A44879DF-3154-4674-97EB-EAB3C5D1CE55}">
      <dgm:prSet/>
      <dgm:spPr/>
      <dgm:t>
        <a:bodyPr/>
        <a:lstStyle/>
        <a:p>
          <a:endParaRPr lang="en-US"/>
        </a:p>
      </dgm:t>
    </dgm:pt>
    <dgm:pt modelId="{F69C3E6E-4074-4070-B283-7BB4C34E2FD2}">
      <dgm:prSet/>
      <dgm:spPr/>
      <dgm:t>
        <a:bodyPr/>
        <a:lstStyle/>
        <a:p>
          <a:r>
            <a:rPr lang="en-GB"/>
            <a:t>What is the probability that it is blue?</a:t>
          </a:r>
          <a:endParaRPr lang="en-US"/>
        </a:p>
      </dgm:t>
    </dgm:pt>
    <dgm:pt modelId="{B4EA0612-D775-4908-82C8-1C5B70D84CE5}" type="parTrans" cxnId="{1AB091E4-72B4-4109-B338-C3A584BE09CE}">
      <dgm:prSet/>
      <dgm:spPr/>
      <dgm:t>
        <a:bodyPr/>
        <a:lstStyle/>
        <a:p>
          <a:endParaRPr lang="en-US"/>
        </a:p>
      </dgm:t>
    </dgm:pt>
    <dgm:pt modelId="{97D3EAE5-0281-46E6-BBCD-E9E62520EE14}" type="sibTrans" cxnId="{1AB091E4-72B4-4109-B338-C3A584BE09CE}">
      <dgm:prSet/>
      <dgm:spPr/>
      <dgm:t>
        <a:bodyPr/>
        <a:lstStyle/>
        <a:p>
          <a:endParaRPr lang="en-US"/>
        </a:p>
      </dgm:t>
    </dgm:pt>
    <dgm:pt modelId="{DA25D18E-BEE1-4FAA-910C-C92A767DA542}" type="pres">
      <dgm:prSet presAssocID="{9DD2DA7C-0A6E-412B-9170-0D42926A460F}" presName="linear" presStyleCnt="0">
        <dgm:presLayoutVars>
          <dgm:animLvl val="lvl"/>
          <dgm:resizeHandles val="exact"/>
        </dgm:presLayoutVars>
      </dgm:prSet>
      <dgm:spPr/>
    </dgm:pt>
    <dgm:pt modelId="{209F05D1-EFF6-419A-89FD-D7724B1DE855}" type="pres">
      <dgm:prSet presAssocID="{4BEBA39F-D768-4A01-9235-8428E431122B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C4CED358-8407-4DCC-8362-26D86E828954}" type="pres">
      <dgm:prSet presAssocID="{AEDC5B91-3D40-4327-AA30-C7589AAB3733}" presName="spacer" presStyleCnt="0"/>
      <dgm:spPr/>
    </dgm:pt>
    <dgm:pt modelId="{6D39F26F-F750-43F6-9FF3-0487D5F394E3}" type="pres">
      <dgm:prSet presAssocID="{ADA1150D-ABC4-425A-B397-28D9535CB05E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6C692197-FC92-418F-B0E0-9FB0DCA312F0}" type="pres">
      <dgm:prSet presAssocID="{81C6039B-65DD-47C4-9E6B-DD742B7D5D25}" presName="spacer" presStyleCnt="0"/>
      <dgm:spPr/>
    </dgm:pt>
    <dgm:pt modelId="{687E09FB-2996-4BF5-92DD-8B0C4DC671BA}" type="pres">
      <dgm:prSet presAssocID="{F69C3E6E-4074-4070-B283-7BB4C34E2FD2}" presName="parentText" presStyleLbl="node1" presStyleIdx="2" presStyleCnt="3">
        <dgm:presLayoutVars>
          <dgm:chMax val="0"/>
          <dgm:bulletEnabled val="1"/>
        </dgm:presLayoutVars>
      </dgm:prSet>
      <dgm:spPr/>
    </dgm:pt>
  </dgm:ptLst>
  <dgm:cxnLst>
    <dgm:cxn modelId="{C1280264-5427-426E-8EBB-261E190DB41A}" type="presOf" srcId="{4BEBA39F-D768-4A01-9235-8428E431122B}" destId="{209F05D1-EFF6-419A-89FD-D7724B1DE855}" srcOrd="0" destOrd="0" presId="urn:microsoft.com/office/officeart/2005/8/layout/vList2"/>
    <dgm:cxn modelId="{49E62949-9C2A-4C07-82DA-B050F2110135}" type="presOf" srcId="{ADA1150D-ABC4-425A-B397-28D9535CB05E}" destId="{6D39F26F-F750-43F6-9FF3-0487D5F394E3}" srcOrd="0" destOrd="0" presId="urn:microsoft.com/office/officeart/2005/8/layout/vList2"/>
    <dgm:cxn modelId="{770C6C7B-107C-441A-9D28-C979CFD5233C}" type="presOf" srcId="{F69C3E6E-4074-4070-B283-7BB4C34E2FD2}" destId="{687E09FB-2996-4BF5-92DD-8B0C4DC671BA}" srcOrd="0" destOrd="0" presId="urn:microsoft.com/office/officeart/2005/8/layout/vList2"/>
    <dgm:cxn modelId="{E27FD58C-7ADE-4916-AA4A-E3B7EE845115}" type="presOf" srcId="{9DD2DA7C-0A6E-412B-9170-0D42926A460F}" destId="{DA25D18E-BEE1-4FAA-910C-C92A767DA542}" srcOrd="0" destOrd="0" presId="urn:microsoft.com/office/officeart/2005/8/layout/vList2"/>
    <dgm:cxn modelId="{D34978BB-4D30-4CF3-8839-BD53E9226BE8}" srcId="{9DD2DA7C-0A6E-412B-9170-0D42926A460F}" destId="{4BEBA39F-D768-4A01-9235-8428E431122B}" srcOrd="0" destOrd="0" parTransId="{6100B295-B9CB-4527-AE86-34654CADEDFB}" sibTransId="{AEDC5B91-3D40-4327-AA30-C7589AAB3733}"/>
    <dgm:cxn modelId="{A44879DF-3154-4674-97EB-EAB3C5D1CE55}" srcId="{9DD2DA7C-0A6E-412B-9170-0D42926A460F}" destId="{ADA1150D-ABC4-425A-B397-28D9535CB05E}" srcOrd="1" destOrd="0" parTransId="{02780ECF-ADCE-48C0-B2C1-C21CE7646EDC}" sibTransId="{81C6039B-65DD-47C4-9E6B-DD742B7D5D25}"/>
    <dgm:cxn modelId="{1AB091E4-72B4-4109-B338-C3A584BE09CE}" srcId="{9DD2DA7C-0A6E-412B-9170-0D42926A460F}" destId="{F69C3E6E-4074-4070-B283-7BB4C34E2FD2}" srcOrd="2" destOrd="0" parTransId="{B4EA0612-D775-4908-82C8-1C5B70D84CE5}" sibTransId="{97D3EAE5-0281-46E6-BBCD-E9E62520EE14}"/>
    <dgm:cxn modelId="{11383934-605D-4CE8-971A-6F52AD9BBD95}" type="presParOf" srcId="{DA25D18E-BEE1-4FAA-910C-C92A767DA542}" destId="{209F05D1-EFF6-419A-89FD-D7724B1DE855}" srcOrd="0" destOrd="0" presId="urn:microsoft.com/office/officeart/2005/8/layout/vList2"/>
    <dgm:cxn modelId="{F68EC9D9-C9AA-43F9-A3BB-278D0CE740C0}" type="presParOf" srcId="{DA25D18E-BEE1-4FAA-910C-C92A767DA542}" destId="{C4CED358-8407-4DCC-8362-26D86E828954}" srcOrd="1" destOrd="0" presId="urn:microsoft.com/office/officeart/2005/8/layout/vList2"/>
    <dgm:cxn modelId="{4E3ABD3D-85CB-420B-B601-A86A75295EE9}" type="presParOf" srcId="{DA25D18E-BEE1-4FAA-910C-C92A767DA542}" destId="{6D39F26F-F750-43F6-9FF3-0487D5F394E3}" srcOrd="2" destOrd="0" presId="urn:microsoft.com/office/officeart/2005/8/layout/vList2"/>
    <dgm:cxn modelId="{BDD896C8-BA11-4380-8C42-DFACDC0D23F3}" type="presParOf" srcId="{DA25D18E-BEE1-4FAA-910C-C92A767DA542}" destId="{6C692197-FC92-418F-B0E0-9FB0DCA312F0}" srcOrd="3" destOrd="0" presId="urn:microsoft.com/office/officeart/2005/8/layout/vList2"/>
    <dgm:cxn modelId="{4565AB48-0C45-4DAC-B0C5-1891323F67D3}" type="presParOf" srcId="{DA25D18E-BEE1-4FAA-910C-C92A767DA542}" destId="{687E09FB-2996-4BF5-92DD-8B0C4DC671BA}" srcOrd="4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A4CE6E92-E393-4407-ACE3-04F2D6D39B0B}" type="doc">
      <dgm:prSet loTypeId="urn:microsoft.com/office/officeart/2005/8/layout/hierarchy1" loCatId="hierarchy" qsTypeId="urn:microsoft.com/office/officeart/2005/8/quickstyle/simple1" qsCatId="simple" csTypeId="urn:microsoft.com/office/officeart/2005/8/colors/colorful2" csCatId="colorful"/>
      <dgm:spPr/>
      <dgm:t>
        <a:bodyPr/>
        <a:lstStyle/>
        <a:p>
          <a:endParaRPr lang="en-US"/>
        </a:p>
      </dgm:t>
    </dgm:pt>
    <dgm:pt modelId="{B5138FF9-1E1D-4E67-8008-4674D2263A11}">
      <dgm:prSet/>
      <dgm:spPr/>
      <dgm:t>
        <a:bodyPr/>
        <a:lstStyle/>
        <a:p>
          <a:r>
            <a:rPr lang="en-GB"/>
            <a:t>A box contains 12 red, 20 green and 8 yellow sweets.</a:t>
          </a:r>
          <a:endParaRPr lang="en-US"/>
        </a:p>
      </dgm:t>
    </dgm:pt>
    <dgm:pt modelId="{0F98FC17-E703-40B4-B46D-13C0C02E0870}" type="parTrans" cxnId="{CDDF96D5-2DA3-4D41-BFEB-81B2E5ED8B46}">
      <dgm:prSet/>
      <dgm:spPr/>
      <dgm:t>
        <a:bodyPr/>
        <a:lstStyle/>
        <a:p>
          <a:endParaRPr lang="en-US"/>
        </a:p>
      </dgm:t>
    </dgm:pt>
    <dgm:pt modelId="{FCFBF932-5780-42B9-B9E4-415D28082218}" type="sibTrans" cxnId="{CDDF96D5-2DA3-4D41-BFEB-81B2E5ED8B46}">
      <dgm:prSet/>
      <dgm:spPr/>
      <dgm:t>
        <a:bodyPr/>
        <a:lstStyle/>
        <a:p>
          <a:endParaRPr lang="en-US"/>
        </a:p>
      </dgm:t>
    </dgm:pt>
    <dgm:pt modelId="{3EFCF055-1A87-4456-8A55-E17A215DB959}">
      <dgm:prSet/>
      <dgm:spPr/>
      <dgm:t>
        <a:bodyPr/>
        <a:lstStyle/>
        <a:p>
          <a:r>
            <a:rPr lang="en-GB"/>
            <a:t>One is picked out at random.</a:t>
          </a:r>
          <a:endParaRPr lang="en-US"/>
        </a:p>
      </dgm:t>
    </dgm:pt>
    <dgm:pt modelId="{3582D5C1-A907-47C5-BF3A-AB6251EC299B}" type="parTrans" cxnId="{47CCBC3C-B930-4217-A27A-CF40153506CC}">
      <dgm:prSet/>
      <dgm:spPr/>
      <dgm:t>
        <a:bodyPr/>
        <a:lstStyle/>
        <a:p>
          <a:endParaRPr lang="en-US"/>
        </a:p>
      </dgm:t>
    </dgm:pt>
    <dgm:pt modelId="{F9096E45-7C03-4C5A-BF00-61EB16976043}" type="sibTrans" cxnId="{47CCBC3C-B930-4217-A27A-CF40153506CC}">
      <dgm:prSet/>
      <dgm:spPr/>
      <dgm:t>
        <a:bodyPr/>
        <a:lstStyle/>
        <a:p>
          <a:endParaRPr lang="en-US"/>
        </a:p>
      </dgm:t>
    </dgm:pt>
    <dgm:pt modelId="{4FC2BFD2-21F7-45A0-A9DE-51AD776D6479}">
      <dgm:prSet/>
      <dgm:spPr/>
      <dgm:t>
        <a:bodyPr/>
        <a:lstStyle/>
        <a:p>
          <a:r>
            <a:rPr lang="en-GB"/>
            <a:t>What is the probability that it is </a:t>
          </a:r>
          <a:r>
            <a:rPr lang="en-GB" b="1"/>
            <a:t>not</a:t>
          </a:r>
          <a:r>
            <a:rPr lang="en-GB"/>
            <a:t> red?</a:t>
          </a:r>
          <a:endParaRPr lang="en-US"/>
        </a:p>
      </dgm:t>
    </dgm:pt>
    <dgm:pt modelId="{CFA674A4-F27A-4865-9E77-80E2647792A1}" type="parTrans" cxnId="{3FEE9CB5-03D3-409E-A4CC-D3C8E03C1D2F}">
      <dgm:prSet/>
      <dgm:spPr/>
      <dgm:t>
        <a:bodyPr/>
        <a:lstStyle/>
        <a:p>
          <a:endParaRPr lang="en-US"/>
        </a:p>
      </dgm:t>
    </dgm:pt>
    <dgm:pt modelId="{578FEE94-4FF8-46B8-98B3-324410526FF9}" type="sibTrans" cxnId="{3FEE9CB5-03D3-409E-A4CC-D3C8E03C1D2F}">
      <dgm:prSet/>
      <dgm:spPr/>
      <dgm:t>
        <a:bodyPr/>
        <a:lstStyle/>
        <a:p>
          <a:endParaRPr lang="en-US"/>
        </a:p>
      </dgm:t>
    </dgm:pt>
    <dgm:pt modelId="{9E48EC6B-D273-44B9-9EE7-ECBE8D6EEC08}" type="pres">
      <dgm:prSet presAssocID="{A4CE6E92-E393-4407-ACE3-04F2D6D39B0B}" presName="hierChild1" presStyleCnt="0">
        <dgm:presLayoutVars>
          <dgm:chPref val="1"/>
          <dgm:dir/>
          <dgm:animOne val="branch"/>
          <dgm:animLvl val="lvl"/>
          <dgm:resizeHandles/>
        </dgm:presLayoutVars>
      </dgm:prSet>
      <dgm:spPr/>
    </dgm:pt>
    <dgm:pt modelId="{BC6F7E8F-9D6B-4037-AFFA-692A570D9B36}" type="pres">
      <dgm:prSet presAssocID="{B5138FF9-1E1D-4E67-8008-4674D2263A11}" presName="hierRoot1" presStyleCnt="0"/>
      <dgm:spPr/>
    </dgm:pt>
    <dgm:pt modelId="{5C6EFAB1-4599-4377-9C7C-045D21652ED4}" type="pres">
      <dgm:prSet presAssocID="{B5138FF9-1E1D-4E67-8008-4674D2263A11}" presName="composite" presStyleCnt="0"/>
      <dgm:spPr/>
    </dgm:pt>
    <dgm:pt modelId="{B626F062-4B4C-41BC-879F-CA4B2B1F9552}" type="pres">
      <dgm:prSet presAssocID="{B5138FF9-1E1D-4E67-8008-4674D2263A11}" presName="background" presStyleLbl="node0" presStyleIdx="0" presStyleCnt="3"/>
      <dgm:spPr/>
    </dgm:pt>
    <dgm:pt modelId="{84588B60-E856-4D69-9FBB-B00144B67BA5}" type="pres">
      <dgm:prSet presAssocID="{B5138FF9-1E1D-4E67-8008-4674D2263A11}" presName="text" presStyleLbl="fgAcc0" presStyleIdx="0" presStyleCnt="3">
        <dgm:presLayoutVars>
          <dgm:chPref val="3"/>
        </dgm:presLayoutVars>
      </dgm:prSet>
      <dgm:spPr/>
    </dgm:pt>
    <dgm:pt modelId="{137A2694-A7BB-44D5-9BB3-5856B802EDE1}" type="pres">
      <dgm:prSet presAssocID="{B5138FF9-1E1D-4E67-8008-4674D2263A11}" presName="hierChild2" presStyleCnt="0"/>
      <dgm:spPr/>
    </dgm:pt>
    <dgm:pt modelId="{797889BB-587B-4529-970B-849A6BBFC52F}" type="pres">
      <dgm:prSet presAssocID="{3EFCF055-1A87-4456-8A55-E17A215DB959}" presName="hierRoot1" presStyleCnt="0"/>
      <dgm:spPr/>
    </dgm:pt>
    <dgm:pt modelId="{73CE59B8-EBDE-45BB-B863-5AC5A5FA5D49}" type="pres">
      <dgm:prSet presAssocID="{3EFCF055-1A87-4456-8A55-E17A215DB959}" presName="composite" presStyleCnt="0"/>
      <dgm:spPr/>
    </dgm:pt>
    <dgm:pt modelId="{C50F61B8-2735-4417-ACE9-8E9ABF92254D}" type="pres">
      <dgm:prSet presAssocID="{3EFCF055-1A87-4456-8A55-E17A215DB959}" presName="background" presStyleLbl="node0" presStyleIdx="1" presStyleCnt="3"/>
      <dgm:spPr/>
    </dgm:pt>
    <dgm:pt modelId="{B3D036FF-672B-48A7-B04D-245415EE5413}" type="pres">
      <dgm:prSet presAssocID="{3EFCF055-1A87-4456-8A55-E17A215DB959}" presName="text" presStyleLbl="fgAcc0" presStyleIdx="1" presStyleCnt="3">
        <dgm:presLayoutVars>
          <dgm:chPref val="3"/>
        </dgm:presLayoutVars>
      </dgm:prSet>
      <dgm:spPr/>
    </dgm:pt>
    <dgm:pt modelId="{FC906531-5B31-4BB9-9143-24F77B47B07B}" type="pres">
      <dgm:prSet presAssocID="{3EFCF055-1A87-4456-8A55-E17A215DB959}" presName="hierChild2" presStyleCnt="0"/>
      <dgm:spPr/>
    </dgm:pt>
    <dgm:pt modelId="{AADEED1D-3E9D-4EC0-920D-A8D0BACA23E8}" type="pres">
      <dgm:prSet presAssocID="{4FC2BFD2-21F7-45A0-A9DE-51AD776D6479}" presName="hierRoot1" presStyleCnt="0"/>
      <dgm:spPr/>
    </dgm:pt>
    <dgm:pt modelId="{11E2DBE2-28AA-45D1-A49E-7AB65DE092B9}" type="pres">
      <dgm:prSet presAssocID="{4FC2BFD2-21F7-45A0-A9DE-51AD776D6479}" presName="composite" presStyleCnt="0"/>
      <dgm:spPr/>
    </dgm:pt>
    <dgm:pt modelId="{017A7742-ABDC-43EA-9B4B-4D21789247FC}" type="pres">
      <dgm:prSet presAssocID="{4FC2BFD2-21F7-45A0-A9DE-51AD776D6479}" presName="background" presStyleLbl="node0" presStyleIdx="2" presStyleCnt="3"/>
      <dgm:spPr/>
    </dgm:pt>
    <dgm:pt modelId="{3AEF5FCA-4D0F-468C-ABBF-1F8F322E8CA7}" type="pres">
      <dgm:prSet presAssocID="{4FC2BFD2-21F7-45A0-A9DE-51AD776D6479}" presName="text" presStyleLbl="fgAcc0" presStyleIdx="2" presStyleCnt="3">
        <dgm:presLayoutVars>
          <dgm:chPref val="3"/>
        </dgm:presLayoutVars>
      </dgm:prSet>
      <dgm:spPr/>
    </dgm:pt>
    <dgm:pt modelId="{2DEE852F-F091-4174-83E6-282A9833BDFC}" type="pres">
      <dgm:prSet presAssocID="{4FC2BFD2-21F7-45A0-A9DE-51AD776D6479}" presName="hierChild2" presStyleCnt="0"/>
      <dgm:spPr/>
    </dgm:pt>
  </dgm:ptLst>
  <dgm:cxnLst>
    <dgm:cxn modelId="{9171AD09-7082-441C-8BB2-635C7C3FB93F}" type="presOf" srcId="{A4CE6E92-E393-4407-ACE3-04F2D6D39B0B}" destId="{9E48EC6B-D273-44B9-9EE7-ECBE8D6EEC08}" srcOrd="0" destOrd="0" presId="urn:microsoft.com/office/officeart/2005/8/layout/hierarchy1"/>
    <dgm:cxn modelId="{47CCBC3C-B930-4217-A27A-CF40153506CC}" srcId="{A4CE6E92-E393-4407-ACE3-04F2D6D39B0B}" destId="{3EFCF055-1A87-4456-8A55-E17A215DB959}" srcOrd="1" destOrd="0" parTransId="{3582D5C1-A907-47C5-BF3A-AB6251EC299B}" sibTransId="{F9096E45-7C03-4C5A-BF00-61EB16976043}"/>
    <dgm:cxn modelId="{19D58685-7C90-46AA-B449-4F27ED8B5D9F}" type="presOf" srcId="{4FC2BFD2-21F7-45A0-A9DE-51AD776D6479}" destId="{3AEF5FCA-4D0F-468C-ABBF-1F8F322E8CA7}" srcOrd="0" destOrd="0" presId="urn:microsoft.com/office/officeart/2005/8/layout/hierarchy1"/>
    <dgm:cxn modelId="{347B988E-C9D6-412F-A64C-773320C41D64}" type="presOf" srcId="{3EFCF055-1A87-4456-8A55-E17A215DB959}" destId="{B3D036FF-672B-48A7-B04D-245415EE5413}" srcOrd="0" destOrd="0" presId="urn:microsoft.com/office/officeart/2005/8/layout/hierarchy1"/>
    <dgm:cxn modelId="{E5C704A2-4046-4348-AE9F-61237A2C58EC}" type="presOf" srcId="{B5138FF9-1E1D-4E67-8008-4674D2263A11}" destId="{84588B60-E856-4D69-9FBB-B00144B67BA5}" srcOrd="0" destOrd="0" presId="urn:microsoft.com/office/officeart/2005/8/layout/hierarchy1"/>
    <dgm:cxn modelId="{3FEE9CB5-03D3-409E-A4CC-D3C8E03C1D2F}" srcId="{A4CE6E92-E393-4407-ACE3-04F2D6D39B0B}" destId="{4FC2BFD2-21F7-45A0-A9DE-51AD776D6479}" srcOrd="2" destOrd="0" parTransId="{CFA674A4-F27A-4865-9E77-80E2647792A1}" sibTransId="{578FEE94-4FF8-46B8-98B3-324410526FF9}"/>
    <dgm:cxn modelId="{CDDF96D5-2DA3-4D41-BFEB-81B2E5ED8B46}" srcId="{A4CE6E92-E393-4407-ACE3-04F2D6D39B0B}" destId="{B5138FF9-1E1D-4E67-8008-4674D2263A11}" srcOrd="0" destOrd="0" parTransId="{0F98FC17-E703-40B4-B46D-13C0C02E0870}" sibTransId="{FCFBF932-5780-42B9-B9E4-415D28082218}"/>
    <dgm:cxn modelId="{3E74972A-0CBB-4130-AC14-9CAFF9A603C8}" type="presParOf" srcId="{9E48EC6B-D273-44B9-9EE7-ECBE8D6EEC08}" destId="{BC6F7E8F-9D6B-4037-AFFA-692A570D9B36}" srcOrd="0" destOrd="0" presId="urn:microsoft.com/office/officeart/2005/8/layout/hierarchy1"/>
    <dgm:cxn modelId="{A1FCBA0D-452F-43CE-A469-48581B065E29}" type="presParOf" srcId="{BC6F7E8F-9D6B-4037-AFFA-692A570D9B36}" destId="{5C6EFAB1-4599-4377-9C7C-045D21652ED4}" srcOrd="0" destOrd="0" presId="urn:microsoft.com/office/officeart/2005/8/layout/hierarchy1"/>
    <dgm:cxn modelId="{379F37B7-5967-4456-AB6E-0B17285792E8}" type="presParOf" srcId="{5C6EFAB1-4599-4377-9C7C-045D21652ED4}" destId="{B626F062-4B4C-41BC-879F-CA4B2B1F9552}" srcOrd="0" destOrd="0" presId="urn:microsoft.com/office/officeart/2005/8/layout/hierarchy1"/>
    <dgm:cxn modelId="{11FADA49-23B7-4E4D-A0C4-2BFF66123AB0}" type="presParOf" srcId="{5C6EFAB1-4599-4377-9C7C-045D21652ED4}" destId="{84588B60-E856-4D69-9FBB-B00144B67BA5}" srcOrd="1" destOrd="0" presId="urn:microsoft.com/office/officeart/2005/8/layout/hierarchy1"/>
    <dgm:cxn modelId="{196A1A01-883C-4F55-8968-4DFD6DFCDF89}" type="presParOf" srcId="{BC6F7E8F-9D6B-4037-AFFA-692A570D9B36}" destId="{137A2694-A7BB-44D5-9BB3-5856B802EDE1}" srcOrd="1" destOrd="0" presId="urn:microsoft.com/office/officeart/2005/8/layout/hierarchy1"/>
    <dgm:cxn modelId="{633B2AC4-6256-4E38-9A2C-E92D7A63C78D}" type="presParOf" srcId="{9E48EC6B-D273-44B9-9EE7-ECBE8D6EEC08}" destId="{797889BB-587B-4529-970B-849A6BBFC52F}" srcOrd="1" destOrd="0" presId="urn:microsoft.com/office/officeart/2005/8/layout/hierarchy1"/>
    <dgm:cxn modelId="{373FFC90-ACA6-434A-8D26-74CF4544EF7C}" type="presParOf" srcId="{797889BB-587B-4529-970B-849A6BBFC52F}" destId="{73CE59B8-EBDE-45BB-B863-5AC5A5FA5D49}" srcOrd="0" destOrd="0" presId="urn:microsoft.com/office/officeart/2005/8/layout/hierarchy1"/>
    <dgm:cxn modelId="{7590FA25-D5DB-46FE-BA17-B895343D07FC}" type="presParOf" srcId="{73CE59B8-EBDE-45BB-B863-5AC5A5FA5D49}" destId="{C50F61B8-2735-4417-ACE9-8E9ABF92254D}" srcOrd="0" destOrd="0" presId="urn:microsoft.com/office/officeart/2005/8/layout/hierarchy1"/>
    <dgm:cxn modelId="{2EE038B5-19D5-4744-87C5-BE362FA2863B}" type="presParOf" srcId="{73CE59B8-EBDE-45BB-B863-5AC5A5FA5D49}" destId="{B3D036FF-672B-48A7-B04D-245415EE5413}" srcOrd="1" destOrd="0" presId="urn:microsoft.com/office/officeart/2005/8/layout/hierarchy1"/>
    <dgm:cxn modelId="{2012549A-B949-48A2-A57A-0F406098AA6C}" type="presParOf" srcId="{797889BB-587B-4529-970B-849A6BBFC52F}" destId="{FC906531-5B31-4BB9-9143-24F77B47B07B}" srcOrd="1" destOrd="0" presId="urn:microsoft.com/office/officeart/2005/8/layout/hierarchy1"/>
    <dgm:cxn modelId="{10C2EB9C-7F46-4CC3-B669-9B0E591B182A}" type="presParOf" srcId="{9E48EC6B-D273-44B9-9EE7-ECBE8D6EEC08}" destId="{AADEED1D-3E9D-4EC0-920D-A8D0BACA23E8}" srcOrd="2" destOrd="0" presId="urn:microsoft.com/office/officeart/2005/8/layout/hierarchy1"/>
    <dgm:cxn modelId="{A4FBC726-65D7-4AFB-9335-3B035C748515}" type="presParOf" srcId="{AADEED1D-3E9D-4EC0-920D-A8D0BACA23E8}" destId="{11E2DBE2-28AA-45D1-A49E-7AB65DE092B9}" srcOrd="0" destOrd="0" presId="urn:microsoft.com/office/officeart/2005/8/layout/hierarchy1"/>
    <dgm:cxn modelId="{34FF7946-B60E-4F75-9C10-F55B9147985D}" type="presParOf" srcId="{11E2DBE2-28AA-45D1-A49E-7AB65DE092B9}" destId="{017A7742-ABDC-43EA-9B4B-4D21789247FC}" srcOrd="0" destOrd="0" presId="urn:microsoft.com/office/officeart/2005/8/layout/hierarchy1"/>
    <dgm:cxn modelId="{0C4C6202-616A-4B14-8E56-0A5E4AE44FA5}" type="presParOf" srcId="{11E2DBE2-28AA-45D1-A49E-7AB65DE092B9}" destId="{3AEF5FCA-4D0F-468C-ABBF-1F8F322E8CA7}" srcOrd="1" destOrd="0" presId="urn:microsoft.com/office/officeart/2005/8/layout/hierarchy1"/>
    <dgm:cxn modelId="{8472CC02-A923-4174-AD52-89A36B626285}" type="presParOf" srcId="{AADEED1D-3E9D-4EC0-920D-A8D0BACA23E8}" destId="{2DEE852F-F091-4174-83E6-282A9833BDFC}" srcOrd="1" destOrd="0" presId="urn:microsoft.com/office/officeart/2005/8/layout/hierarchy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C853F8DA-BD20-4609-A266-BA991CABA170}" type="doc">
      <dgm:prSet loTypeId="urn:microsoft.com/office/officeart/2005/8/layout/hierarchy1" loCatId="hierarchy" qsTypeId="urn:microsoft.com/office/officeart/2005/8/quickstyle/simple1" qsCatId="simple" csTypeId="urn:microsoft.com/office/officeart/2005/8/colors/accent0_3" csCatId="mainScheme"/>
      <dgm:spPr/>
      <dgm:t>
        <a:bodyPr/>
        <a:lstStyle/>
        <a:p>
          <a:endParaRPr lang="en-US"/>
        </a:p>
      </dgm:t>
    </dgm:pt>
    <dgm:pt modelId="{B726C463-8215-406A-B312-4961FAF43CE9}">
      <dgm:prSet/>
      <dgm:spPr/>
      <dgm:t>
        <a:bodyPr/>
        <a:lstStyle/>
        <a:p>
          <a:r>
            <a:rPr lang="en-GB"/>
            <a:t>The probability that it will rain today is 0.85</a:t>
          </a:r>
          <a:endParaRPr lang="en-US"/>
        </a:p>
      </dgm:t>
    </dgm:pt>
    <dgm:pt modelId="{E397EDAE-B295-4EFC-8E8E-53591F6668C1}" type="parTrans" cxnId="{9DFFA79C-33FF-432D-924E-BE0DD40FFA59}">
      <dgm:prSet/>
      <dgm:spPr/>
      <dgm:t>
        <a:bodyPr/>
        <a:lstStyle/>
        <a:p>
          <a:endParaRPr lang="en-US"/>
        </a:p>
      </dgm:t>
    </dgm:pt>
    <dgm:pt modelId="{6AEA2350-C915-4AF2-AD5E-F5F621744EE5}" type="sibTrans" cxnId="{9DFFA79C-33FF-432D-924E-BE0DD40FFA59}">
      <dgm:prSet/>
      <dgm:spPr/>
      <dgm:t>
        <a:bodyPr/>
        <a:lstStyle/>
        <a:p>
          <a:endParaRPr lang="en-US"/>
        </a:p>
      </dgm:t>
    </dgm:pt>
    <dgm:pt modelId="{E8A333F4-A455-4105-B7BF-F02B078BF139}">
      <dgm:prSet/>
      <dgm:spPr/>
      <dgm:t>
        <a:bodyPr/>
        <a:lstStyle/>
        <a:p>
          <a:r>
            <a:rPr lang="en-GB"/>
            <a:t>What is the probability that it will not rain?</a:t>
          </a:r>
          <a:endParaRPr lang="en-US"/>
        </a:p>
      </dgm:t>
    </dgm:pt>
    <dgm:pt modelId="{0943FD8C-B922-45A1-A068-1AC23AD3F757}" type="parTrans" cxnId="{6AEB953B-09AC-4D66-B9A9-472BCC586DF9}">
      <dgm:prSet/>
      <dgm:spPr/>
      <dgm:t>
        <a:bodyPr/>
        <a:lstStyle/>
        <a:p>
          <a:endParaRPr lang="en-US"/>
        </a:p>
      </dgm:t>
    </dgm:pt>
    <dgm:pt modelId="{29EFA77B-C7C4-4311-AF79-2F5E2E35EC88}" type="sibTrans" cxnId="{6AEB953B-09AC-4D66-B9A9-472BCC586DF9}">
      <dgm:prSet/>
      <dgm:spPr/>
      <dgm:t>
        <a:bodyPr/>
        <a:lstStyle/>
        <a:p>
          <a:endParaRPr lang="en-US"/>
        </a:p>
      </dgm:t>
    </dgm:pt>
    <dgm:pt modelId="{45A9C1FA-7CB4-4C60-AB73-9DB29056BEDE}" type="pres">
      <dgm:prSet presAssocID="{C853F8DA-BD20-4609-A266-BA991CABA170}" presName="hierChild1" presStyleCnt="0">
        <dgm:presLayoutVars>
          <dgm:chPref val="1"/>
          <dgm:dir/>
          <dgm:animOne val="branch"/>
          <dgm:animLvl val="lvl"/>
          <dgm:resizeHandles/>
        </dgm:presLayoutVars>
      </dgm:prSet>
      <dgm:spPr/>
    </dgm:pt>
    <dgm:pt modelId="{3CA452F9-BDF7-4F99-A4C8-A581ED69F699}" type="pres">
      <dgm:prSet presAssocID="{B726C463-8215-406A-B312-4961FAF43CE9}" presName="hierRoot1" presStyleCnt="0"/>
      <dgm:spPr/>
    </dgm:pt>
    <dgm:pt modelId="{6EBDE5BA-8FA1-4648-8465-D59811ADD8A8}" type="pres">
      <dgm:prSet presAssocID="{B726C463-8215-406A-B312-4961FAF43CE9}" presName="composite" presStyleCnt="0"/>
      <dgm:spPr/>
    </dgm:pt>
    <dgm:pt modelId="{A42108DF-4DB8-4817-B83F-D68941C3CA9E}" type="pres">
      <dgm:prSet presAssocID="{B726C463-8215-406A-B312-4961FAF43CE9}" presName="background" presStyleLbl="node0" presStyleIdx="0" presStyleCnt="2"/>
      <dgm:spPr/>
    </dgm:pt>
    <dgm:pt modelId="{2B047C87-48AB-41A9-81DD-3ED06E5DCAFB}" type="pres">
      <dgm:prSet presAssocID="{B726C463-8215-406A-B312-4961FAF43CE9}" presName="text" presStyleLbl="fgAcc0" presStyleIdx="0" presStyleCnt="2">
        <dgm:presLayoutVars>
          <dgm:chPref val="3"/>
        </dgm:presLayoutVars>
      </dgm:prSet>
      <dgm:spPr/>
    </dgm:pt>
    <dgm:pt modelId="{53FF01DB-E001-457B-A410-33DE18BFD0C9}" type="pres">
      <dgm:prSet presAssocID="{B726C463-8215-406A-B312-4961FAF43CE9}" presName="hierChild2" presStyleCnt="0"/>
      <dgm:spPr/>
    </dgm:pt>
    <dgm:pt modelId="{4C9B4899-0428-48C6-B588-3E43F4289BCA}" type="pres">
      <dgm:prSet presAssocID="{E8A333F4-A455-4105-B7BF-F02B078BF139}" presName="hierRoot1" presStyleCnt="0"/>
      <dgm:spPr/>
    </dgm:pt>
    <dgm:pt modelId="{67352E8F-DCA9-4541-A0F5-14A240A7E52B}" type="pres">
      <dgm:prSet presAssocID="{E8A333F4-A455-4105-B7BF-F02B078BF139}" presName="composite" presStyleCnt="0"/>
      <dgm:spPr/>
    </dgm:pt>
    <dgm:pt modelId="{5B6A15BF-88EB-432B-9366-F8E1C0100B0B}" type="pres">
      <dgm:prSet presAssocID="{E8A333F4-A455-4105-B7BF-F02B078BF139}" presName="background" presStyleLbl="node0" presStyleIdx="1" presStyleCnt="2"/>
      <dgm:spPr/>
    </dgm:pt>
    <dgm:pt modelId="{C4AAC057-28EB-46FB-99EB-A4482479E629}" type="pres">
      <dgm:prSet presAssocID="{E8A333F4-A455-4105-B7BF-F02B078BF139}" presName="text" presStyleLbl="fgAcc0" presStyleIdx="1" presStyleCnt="2">
        <dgm:presLayoutVars>
          <dgm:chPref val="3"/>
        </dgm:presLayoutVars>
      </dgm:prSet>
      <dgm:spPr/>
    </dgm:pt>
    <dgm:pt modelId="{B345635A-A006-4E4F-87E7-84B89B0C396F}" type="pres">
      <dgm:prSet presAssocID="{E8A333F4-A455-4105-B7BF-F02B078BF139}" presName="hierChild2" presStyleCnt="0"/>
      <dgm:spPr/>
    </dgm:pt>
  </dgm:ptLst>
  <dgm:cxnLst>
    <dgm:cxn modelId="{DCF7490A-ADE1-4E0D-AE7C-AA93F0A28D2B}" type="presOf" srcId="{E8A333F4-A455-4105-B7BF-F02B078BF139}" destId="{C4AAC057-28EB-46FB-99EB-A4482479E629}" srcOrd="0" destOrd="0" presId="urn:microsoft.com/office/officeart/2005/8/layout/hierarchy1"/>
    <dgm:cxn modelId="{6AEB953B-09AC-4D66-B9A9-472BCC586DF9}" srcId="{C853F8DA-BD20-4609-A266-BA991CABA170}" destId="{E8A333F4-A455-4105-B7BF-F02B078BF139}" srcOrd="1" destOrd="0" parTransId="{0943FD8C-B922-45A1-A068-1AC23AD3F757}" sibTransId="{29EFA77B-C7C4-4311-AF79-2F5E2E35EC88}"/>
    <dgm:cxn modelId="{09682763-7600-4604-A835-59A98C25CA28}" type="presOf" srcId="{B726C463-8215-406A-B312-4961FAF43CE9}" destId="{2B047C87-48AB-41A9-81DD-3ED06E5DCAFB}" srcOrd="0" destOrd="0" presId="urn:microsoft.com/office/officeart/2005/8/layout/hierarchy1"/>
    <dgm:cxn modelId="{9DFFA79C-33FF-432D-924E-BE0DD40FFA59}" srcId="{C853F8DA-BD20-4609-A266-BA991CABA170}" destId="{B726C463-8215-406A-B312-4961FAF43CE9}" srcOrd="0" destOrd="0" parTransId="{E397EDAE-B295-4EFC-8E8E-53591F6668C1}" sibTransId="{6AEA2350-C915-4AF2-AD5E-F5F621744EE5}"/>
    <dgm:cxn modelId="{65EE8ABB-9518-4BAB-A574-FC4A80F2A3C9}" type="presOf" srcId="{C853F8DA-BD20-4609-A266-BA991CABA170}" destId="{45A9C1FA-7CB4-4C60-AB73-9DB29056BEDE}" srcOrd="0" destOrd="0" presId="urn:microsoft.com/office/officeart/2005/8/layout/hierarchy1"/>
    <dgm:cxn modelId="{2EB1B9A5-DB59-4A2B-83F8-465059E8B36A}" type="presParOf" srcId="{45A9C1FA-7CB4-4C60-AB73-9DB29056BEDE}" destId="{3CA452F9-BDF7-4F99-A4C8-A581ED69F699}" srcOrd="0" destOrd="0" presId="urn:microsoft.com/office/officeart/2005/8/layout/hierarchy1"/>
    <dgm:cxn modelId="{CFD36880-CABA-4496-9F10-1092BB1F4309}" type="presParOf" srcId="{3CA452F9-BDF7-4F99-A4C8-A581ED69F699}" destId="{6EBDE5BA-8FA1-4648-8465-D59811ADD8A8}" srcOrd="0" destOrd="0" presId="urn:microsoft.com/office/officeart/2005/8/layout/hierarchy1"/>
    <dgm:cxn modelId="{0F42C7A3-4C2A-42C0-B3DC-571EA4F675BF}" type="presParOf" srcId="{6EBDE5BA-8FA1-4648-8465-D59811ADD8A8}" destId="{A42108DF-4DB8-4817-B83F-D68941C3CA9E}" srcOrd="0" destOrd="0" presId="urn:microsoft.com/office/officeart/2005/8/layout/hierarchy1"/>
    <dgm:cxn modelId="{981DF244-070C-4B0F-859E-B597752114FC}" type="presParOf" srcId="{6EBDE5BA-8FA1-4648-8465-D59811ADD8A8}" destId="{2B047C87-48AB-41A9-81DD-3ED06E5DCAFB}" srcOrd="1" destOrd="0" presId="urn:microsoft.com/office/officeart/2005/8/layout/hierarchy1"/>
    <dgm:cxn modelId="{696001FD-B061-490A-8791-93EDDA587F9A}" type="presParOf" srcId="{3CA452F9-BDF7-4F99-A4C8-A581ED69F699}" destId="{53FF01DB-E001-457B-A410-33DE18BFD0C9}" srcOrd="1" destOrd="0" presId="urn:microsoft.com/office/officeart/2005/8/layout/hierarchy1"/>
    <dgm:cxn modelId="{84F09FE2-EC5A-46FF-B6CA-8D45AE581F78}" type="presParOf" srcId="{45A9C1FA-7CB4-4C60-AB73-9DB29056BEDE}" destId="{4C9B4899-0428-48C6-B588-3E43F4289BCA}" srcOrd="1" destOrd="0" presId="urn:microsoft.com/office/officeart/2005/8/layout/hierarchy1"/>
    <dgm:cxn modelId="{2781459A-3FF3-49EC-879D-35D7A9FC7AA1}" type="presParOf" srcId="{4C9B4899-0428-48C6-B588-3E43F4289BCA}" destId="{67352E8F-DCA9-4541-A0F5-14A240A7E52B}" srcOrd="0" destOrd="0" presId="urn:microsoft.com/office/officeart/2005/8/layout/hierarchy1"/>
    <dgm:cxn modelId="{BD7DA42F-E797-4048-9E60-7E822602FCE9}" type="presParOf" srcId="{67352E8F-DCA9-4541-A0F5-14A240A7E52B}" destId="{5B6A15BF-88EB-432B-9366-F8E1C0100B0B}" srcOrd="0" destOrd="0" presId="urn:microsoft.com/office/officeart/2005/8/layout/hierarchy1"/>
    <dgm:cxn modelId="{B379D53D-9140-4AC3-9594-6AFA3E8072A0}" type="presParOf" srcId="{67352E8F-DCA9-4541-A0F5-14A240A7E52B}" destId="{C4AAC057-28EB-46FB-99EB-A4482479E629}" srcOrd="1" destOrd="0" presId="urn:microsoft.com/office/officeart/2005/8/layout/hierarchy1"/>
    <dgm:cxn modelId="{F86CFCCA-A646-4B87-8D5B-314E8445346E}" type="presParOf" srcId="{4C9B4899-0428-48C6-B588-3E43F4289BCA}" destId="{B345635A-A006-4E4F-87E7-84B89B0C396F}" srcOrd="1" destOrd="0" presId="urn:microsoft.com/office/officeart/2005/8/layout/hierarchy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A5DCBD1-E9A2-4035-A0DB-AB7A2D2E16C9}">
      <dsp:nvSpPr>
        <dsp:cNvPr id="0" name=""/>
        <dsp:cNvSpPr/>
      </dsp:nvSpPr>
      <dsp:spPr>
        <a:xfrm>
          <a:off x="0" y="20448"/>
          <a:ext cx="6263640" cy="1032854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99060" rIns="99060" bIns="9906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2600" kern="1200"/>
            <a:t>You will see a series of 10 questions.</a:t>
          </a:r>
          <a:endParaRPr lang="en-US" sz="2600" kern="1200"/>
        </a:p>
      </dsp:txBody>
      <dsp:txXfrm>
        <a:off x="50420" y="70868"/>
        <a:ext cx="6162800" cy="932014"/>
      </dsp:txXfrm>
    </dsp:sp>
    <dsp:sp modelId="{F7C7ACF8-4691-42F4-81FD-0FD8D56CFE91}">
      <dsp:nvSpPr>
        <dsp:cNvPr id="0" name=""/>
        <dsp:cNvSpPr/>
      </dsp:nvSpPr>
      <dsp:spPr>
        <a:xfrm>
          <a:off x="0" y="1128182"/>
          <a:ext cx="6263640" cy="1032854"/>
        </a:xfrm>
        <a:prstGeom prst="roundRect">
          <a:avLst/>
        </a:prstGeom>
        <a:solidFill>
          <a:schemeClr val="accent5">
            <a:hueOff val="-1689636"/>
            <a:satOff val="-4355"/>
            <a:lumOff val="-294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99060" rIns="99060" bIns="9906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2600" kern="1200"/>
            <a:t>You have to write down the answer to the question on the whiteboard.</a:t>
          </a:r>
          <a:endParaRPr lang="en-US" sz="2600" kern="1200"/>
        </a:p>
      </dsp:txBody>
      <dsp:txXfrm>
        <a:off x="50420" y="1178602"/>
        <a:ext cx="6162800" cy="932014"/>
      </dsp:txXfrm>
    </dsp:sp>
    <dsp:sp modelId="{24679523-CE20-4E11-BE23-10FF1F1A3CBF}">
      <dsp:nvSpPr>
        <dsp:cNvPr id="0" name=""/>
        <dsp:cNvSpPr/>
      </dsp:nvSpPr>
      <dsp:spPr>
        <a:xfrm>
          <a:off x="0" y="2235916"/>
          <a:ext cx="6263640" cy="1032854"/>
        </a:xfrm>
        <a:prstGeom prst="roundRect">
          <a:avLst/>
        </a:prstGeom>
        <a:solidFill>
          <a:schemeClr val="accent5">
            <a:hueOff val="-3379271"/>
            <a:satOff val="-8710"/>
            <a:lumOff val="-588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99060" rIns="99060" bIns="9906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2600" kern="1200"/>
            <a:t>Easy enough but don’t forget….</a:t>
          </a:r>
          <a:endParaRPr lang="en-US" sz="2600" kern="1200"/>
        </a:p>
      </dsp:txBody>
      <dsp:txXfrm>
        <a:off x="50420" y="2286336"/>
        <a:ext cx="6162800" cy="932014"/>
      </dsp:txXfrm>
    </dsp:sp>
    <dsp:sp modelId="{B722CE88-F651-4BCC-ABF5-DEDF4C2E401B}">
      <dsp:nvSpPr>
        <dsp:cNvPr id="0" name=""/>
        <dsp:cNvSpPr/>
      </dsp:nvSpPr>
      <dsp:spPr>
        <a:xfrm>
          <a:off x="0" y="3343651"/>
          <a:ext cx="6263640" cy="1032854"/>
        </a:xfrm>
        <a:prstGeom prst="roundRect">
          <a:avLst/>
        </a:prstGeom>
        <a:solidFill>
          <a:schemeClr val="accent5">
            <a:hueOff val="-5068907"/>
            <a:satOff val="-13064"/>
            <a:lumOff val="-882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99060" rIns="99060" bIns="9906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2600" kern="1200"/>
            <a:t>REMEMBER TO GIVE PROBABILITIES AS EITHER:</a:t>
          </a:r>
          <a:endParaRPr lang="en-US" sz="2600" kern="1200"/>
        </a:p>
      </dsp:txBody>
      <dsp:txXfrm>
        <a:off x="50420" y="3394071"/>
        <a:ext cx="6162800" cy="932014"/>
      </dsp:txXfrm>
    </dsp:sp>
    <dsp:sp modelId="{C236AABF-30EF-4242-AD36-6D3426023B6A}">
      <dsp:nvSpPr>
        <dsp:cNvPr id="0" name=""/>
        <dsp:cNvSpPr/>
      </dsp:nvSpPr>
      <dsp:spPr>
        <a:xfrm>
          <a:off x="0" y="4451385"/>
          <a:ext cx="6263640" cy="1032854"/>
        </a:xfrm>
        <a:prstGeom prst="roundRect">
          <a:avLst/>
        </a:prstGeom>
        <a:solidFill>
          <a:schemeClr val="accent5">
            <a:hueOff val="-6758543"/>
            <a:satOff val="-17419"/>
            <a:lumOff val="-1176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99060" rIns="99060" bIns="9906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2600" kern="1200" dirty="0"/>
            <a:t>FRACTION, DECIMAL OR	PERCENTAGE</a:t>
          </a:r>
          <a:endParaRPr lang="en-US" sz="2600" kern="1200" dirty="0"/>
        </a:p>
      </dsp:txBody>
      <dsp:txXfrm>
        <a:off x="50420" y="4501805"/>
        <a:ext cx="6162800" cy="932014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41F787C-4A8A-4C56-A8A7-9E8D823A8CD4}">
      <dsp:nvSpPr>
        <dsp:cNvPr id="0" name=""/>
        <dsp:cNvSpPr/>
      </dsp:nvSpPr>
      <dsp:spPr>
        <a:xfrm>
          <a:off x="1320" y="150224"/>
          <a:ext cx="4636182" cy="2943975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8EF71CA-DBB3-46DA-A45A-5CC3F9D47792}">
      <dsp:nvSpPr>
        <dsp:cNvPr id="0" name=""/>
        <dsp:cNvSpPr/>
      </dsp:nvSpPr>
      <dsp:spPr>
        <a:xfrm>
          <a:off x="516452" y="639599"/>
          <a:ext cx="4636182" cy="2943975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13360" tIns="213360" rIns="213360" bIns="213360" numCol="1" spcCol="1270" anchor="ctr" anchorCtr="0">
          <a:noAutofit/>
        </a:bodyPr>
        <a:lstStyle/>
        <a:p>
          <a:pPr marL="0" lvl="0" indent="0" algn="ctr" defTabSz="2489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5600" kern="1200"/>
            <a:t>A fair, 6-sided dice is thrown.</a:t>
          </a:r>
          <a:endParaRPr lang="en-US" sz="5600" kern="1200"/>
        </a:p>
      </dsp:txBody>
      <dsp:txXfrm>
        <a:off x="602678" y="725825"/>
        <a:ext cx="4463730" cy="2771523"/>
      </dsp:txXfrm>
    </dsp:sp>
    <dsp:sp modelId="{7249E3D7-CED9-4C5A-81CA-3841CA164872}">
      <dsp:nvSpPr>
        <dsp:cNvPr id="0" name=""/>
        <dsp:cNvSpPr/>
      </dsp:nvSpPr>
      <dsp:spPr>
        <a:xfrm>
          <a:off x="5667765" y="150224"/>
          <a:ext cx="4636182" cy="2943975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09011AB-63DE-497F-BD95-DFCFC508FADE}">
      <dsp:nvSpPr>
        <dsp:cNvPr id="0" name=""/>
        <dsp:cNvSpPr/>
      </dsp:nvSpPr>
      <dsp:spPr>
        <a:xfrm>
          <a:off x="6182897" y="639599"/>
          <a:ext cx="4636182" cy="2943975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13360" tIns="213360" rIns="213360" bIns="213360" numCol="1" spcCol="1270" anchor="ctr" anchorCtr="0">
          <a:noAutofit/>
        </a:bodyPr>
        <a:lstStyle/>
        <a:p>
          <a:pPr marL="0" lvl="0" indent="0" algn="ctr" defTabSz="2489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5600" kern="1200"/>
            <a:t>What is the probability of getting a 5?</a:t>
          </a:r>
          <a:endParaRPr lang="en-US" sz="5600" kern="1200"/>
        </a:p>
      </dsp:txBody>
      <dsp:txXfrm>
        <a:off x="6269123" y="725825"/>
        <a:ext cx="4463730" cy="2771523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09F05D1-EFF6-419A-89FD-D7724B1DE855}">
      <dsp:nvSpPr>
        <dsp:cNvPr id="0" name=""/>
        <dsp:cNvSpPr/>
      </dsp:nvSpPr>
      <dsp:spPr>
        <a:xfrm>
          <a:off x="0" y="472308"/>
          <a:ext cx="5115491" cy="127296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1920" tIns="121920" rIns="121920" bIns="121920" numCol="1" spcCol="1270" anchor="ctr" anchorCtr="0">
          <a:noAutofit/>
        </a:bodyPr>
        <a:lstStyle/>
        <a:p>
          <a:pPr marL="0" lvl="0" indent="0" algn="l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3200" kern="1200"/>
            <a:t>Sam’s pencil case contains 3 red, 4 blue and 5 black pens.</a:t>
          </a:r>
          <a:endParaRPr lang="en-US" sz="3200" kern="1200"/>
        </a:p>
      </dsp:txBody>
      <dsp:txXfrm>
        <a:off x="62141" y="534449"/>
        <a:ext cx="4991209" cy="1148678"/>
      </dsp:txXfrm>
    </dsp:sp>
    <dsp:sp modelId="{6D39F26F-F750-43F6-9FF3-0487D5F394E3}">
      <dsp:nvSpPr>
        <dsp:cNvPr id="0" name=""/>
        <dsp:cNvSpPr/>
      </dsp:nvSpPr>
      <dsp:spPr>
        <a:xfrm>
          <a:off x="0" y="1837429"/>
          <a:ext cx="5115491" cy="1272960"/>
        </a:xfrm>
        <a:prstGeom prst="roundRect">
          <a:avLst/>
        </a:prstGeom>
        <a:solidFill>
          <a:schemeClr val="accent5">
            <a:hueOff val="-3379271"/>
            <a:satOff val="-8710"/>
            <a:lumOff val="-588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1920" tIns="121920" rIns="121920" bIns="121920" numCol="1" spcCol="1270" anchor="ctr" anchorCtr="0">
          <a:noAutofit/>
        </a:bodyPr>
        <a:lstStyle/>
        <a:p>
          <a:pPr marL="0" lvl="0" indent="0" algn="l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3200" kern="1200"/>
            <a:t>He takes a pen out without looking.</a:t>
          </a:r>
          <a:endParaRPr lang="en-US" sz="3200" kern="1200"/>
        </a:p>
      </dsp:txBody>
      <dsp:txXfrm>
        <a:off x="62141" y="1899570"/>
        <a:ext cx="4991209" cy="1148678"/>
      </dsp:txXfrm>
    </dsp:sp>
    <dsp:sp modelId="{687E09FB-2996-4BF5-92DD-8B0C4DC671BA}">
      <dsp:nvSpPr>
        <dsp:cNvPr id="0" name=""/>
        <dsp:cNvSpPr/>
      </dsp:nvSpPr>
      <dsp:spPr>
        <a:xfrm>
          <a:off x="0" y="3202548"/>
          <a:ext cx="5115491" cy="1272960"/>
        </a:xfrm>
        <a:prstGeom prst="roundRect">
          <a:avLst/>
        </a:prstGeom>
        <a:solidFill>
          <a:schemeClr val="accent5">
            <a:hueOff val="-6758543"/>
            <a:satOff val="-17419"/>
            <a:lumOff val="-1176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1920" tIns="121920" rIns="121920" bIns="121920" numCol="1" spcCol="1270" anchor="ctr" anchorCtr="0">
          <a:noAutofit/>
        </a:bodyPr>
        <a:lstStyle/>
        <a:p>
          <a:pPr marL="0" lvl="0" indent="0" algn="l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3200" kern="1200"/>
            <a:t>What is the probability that it is blue?</a:t>
          </a:r>
          <a:endParaRPr lang="en-US" sz="3200" kern="1200"/>
        </a:p>
      </dsp:txBody>
      <dsp:txXfrm>
        <a:off x="62141" y="3264689"/>
        <a:ext cx="4991209" cy="1148678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626F062-4B4C-41BC-879F-CA4B2B1F9552}">
      <dsp:nvSpPr>
        <dsp:cNvPr id="0" name=""/>
        <dsp:cNvSpPr/>
      </dsp:nvSpPr>
      <dsp:spPr>
        <a:xfrm>
          <a:off x="0" y="740056"/>
          <a:ext cx="3043237" cy="1932455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4588B60-E856-4D69-9FBB-B00144B67BA5}">
      <dsp:nvSpPr>
        <dsp:cNvPr id="0" name=""/>
        <dsp:cNvSpPr/>
      </dsp:nvSpPr>
      <dsp:spPr>
        <a:xfrm>
          <a:off x="338137" y="1061286"/>
          <a:ext cx="3043237" cy="1932455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10490" tIns="110490" rIns="110490" bIns="110490" numCol="1" spcCol="1270" anchor="ctr" anchorCtr="0">
          <a:noAutofit/>
        </a:bodyPr>
        <a:lstStyle/>
        <a:p>
          <a:pPr marL="0" lvl="0" indent="0" algn="ctr" defTabSz="1289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2900" kern="1200"/>
            <a:t>A box contains 12 red, 20 green and 8 yellow sweets.</a:t>
          </a:r>
          <a:endParaRPr lang="en-US" sz="2900" kern="1200"/>
        </a:p>
      </dsp:txBody>
      <dsp:txXfrm>
        <a:off x="394737" y="1117886"/>
        <a:ext cx="2930037" cy="1819255"/>
      </dsp:txXfrm>
    </dsp:sp>
    <dsp:sp modelId="{C50F61B8-2735-4417-ACE9-8E9ABF92254D}">
      <dsp:nvSpPr>
        <dsp:cNvPr id="0" name=""/>
        <dsp:cNvSpPr/>
      </dsp:nvSpPr>
      <dsp:spPr>
        <a:xfrm>
          <a:off x="3719512" y="740056"/>
          <a:ext cx="3043237" cy="1932455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3D036FF-672B-48A7-B04D-245415EE5413}">
      <dsp:nvSpPr>
        <dsp:cNvPr id="0" name=""/>
        <dsp:cNvSpPr/>
      </dsp:nvSpPr>
      <dsp:spPr>
        <a:xfrm>
          <a:off x="4057650" y="1061286"/>
          <a:ext cx="3043237" cy="1932455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10490" tIns="110490" rIns="110490" bIns="110490" numCol="1" spcCol="1270" anchor="ctr" anchorCtr="0">
          <a:noAutofit/>
        </a:bodyPr>
        <a:lstStyle/>
        <a:p>
          <a:pPr marL="0" lvl="0" indent="0" algn="ctr" defTabSz="1289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2900" kern="1200"/>
            <a:t>One is picked out at random.</a:t>
          </a:r>
          <a:endParaRPr lang="en-US" sz="2900" kern="1200"/>
        </a:p>
      </dsp:txBody>
      <dsp:txXfrm>
        <a:off x="4114250" y="1117886"/>
        <a:ext cx="2930037" cy="1819255"/>
      </dsp:txXfrm>
    </dsp:sp>
    <dsp:sp modelId="{017A7742-ABDC-43EA-9B4B-4D21789247FC}">
      <dsp:nvSpPr>
        <dsp:cNvPr id="0" name=""/>
        <dsp:cNvSpPr/>
      </dsp:nvSpPr>
      <dsp:spPr>
        <a:xfrm>
          <a:off x="7439025" y="740056"/>
          <a:ext cx="3043237" cy="1932455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AEF5FCA-4D0F-468C-ABBF-1F8F322E8CA7}">
      <dsp:nvSpPr>
        <dsp:cNvPr id="0" name=""/>
        <dsp:cNvSpPr/>
      </dsp:nvSpPr>
      <dsp:spPr>
        <a:xfrm>
          <a:off x="7777162" y="1061286"/>
          <a:ext cx="3043237" cy="1932455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10490" tIns="110490" rIns="110490" bIns="110490" numCol="1" spcCol="1270" anchor="ctr" anchorCtr="0">
          <a:noAutofit/>
        </a:bodyPr>
        <a:lstStyle/>
        <a:p>
          <a:pPr marL="0" lvl="0" indent="0" algn="ctr" defTabSz="1289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2900" kern="1200"/>
            <a:t>What is the probability that it is </a:t>
          </a:r>
          <a:r>
            <a:rPr lang="en-GB" sz="2900" b="1" kern="1200"/>
            <a:t>not</a:t>
          </a:r>
          <a:r>
            <a:rPr lang="en-GB" sz="2900" kern="1200"/>
            <a:t> red?</a:t>
          </a:r>
          <a:endParaRPr lang="en-US" sz="2900" kern="1200"/>
        </a:p>
      </dsp:txBody>
      <dsp:txXfrm>
        <a:off x="7833762" y="1117886"/>
        <a:ext cx="2930037" cy="1819255"/>
      </dsp:txXfrm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42108DF-4DB8-4817-B83F-D68941C3CA9E}">
      <dsp:nvSpPr>
        <dsp:cNvPr id="0" name=""/>
        <dsp:cNvSpPr/>
      </dsp:nvSpPr>
      <dsp:spPr>
        <a:xfrm>
          <a:off x="134291" y="612"/>
          <a:ext cx="4332795" cy="2751325"/>
        </a:xfrm>
        <a:prstGeom prst="roundRect">
          <a:avLst>
            <a:gd name="adj" fmla="val 10000"/>
          </a:avLst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B047C87-48AB-41A9-81DD-3ED06E5DCAFB}">
      <dsp:nvSpPr>
        <dsp:cNvPr id="0" name=""/>
        <dsp:cNvSpPr/>
      </dsp:nvSpPr>
      <dsp:spPr>
        <a:xfrm>
          <a:off x="615713" y="457963"/>
          <a:ext cx="4332795" cy="2751325"/>
        </a:xfrm>
        <a:prstGeom prst="roundRect">
          <a:avLst>
            <a:gd name="adj" fmla="val 10000"/>
          </a:avLst>
        </a:prstGeom>
        <a:solidFill>
          <a:schemeClr val="lt2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dk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79070" tIns="179070" rIns="179070" bIns="179070" numCol="1" spcCol="1270" anchor="ctr" anchorCtr="0">
          <a:noAutofit/>
        </a:bodyPr>
        <a:lstStyle/>
        <a:p>
          <a:pPr marL="0" lvl="0" indent="0" algn="ctr" defTabSz="20891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4700" kern="1200"/>
            <a:t>The probability that it will rain today is 0.85</a:t>
          </a:r>
          <a:endParaRPr lang="en-US" sz="4700" kern="1200"/>
        </a:p>
      </dsp:txBody>
      <dsp:txXfrm>
        <a:off x="696297" y="538547"/>
        <a:ext cx="4171627" cy="2590157"/>
      </dsp:txXfrm>
    </dsp:sp>
    <dsp:sp modelId="{5B6A15BF-88EB-432B-9366-F8E1C0100B0B}">
      <dsp:nvSpPr>
        <dsp:cNvPr id="0" name=""/>
        <dsp:cNvSpPr/>
      </dsp:nvSpPr>
      <dsp:spPr>
        <a:xfrm>
          <a:off x="5429930" y="612"/>
          <a:ext cx="4332795" cy="2751325"/>
        </a:xfrm>
        <a:prstGeom prst="roundRect">
          <a:avLst>
            <a:gd name="adj" fmla="val 10000"/>
          </a:avLst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4AAC057-28EB-46FB-99EB-A4482479E629}">
      <dsp:nvSpPr>
        <dsp:cNvPr id="0" name=""/>
        <dsp:cNvSpPr/>
      </dsp:nvSpPr>
      <dsp:spPr>
        <a:xfrm>
          <a:off x="5911352" y="457963"/>
          <a:ext cx="4332795" cy="2751325"/>
        </a:xfrm>
        <a:prstGeom prst="roundRect">
          <a:avLst>
            <a:gd name="adj" fmla="val 10000"/>
          </a:avLst>
        </a:prstGeom>
        <a:solidFill>
          <a:schemeClr val="lt2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dk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79070" tIns="179070" rIns="179070" bIns="179070" numCol="1" spcCol="1270" anchor="ctr" anchorCtr="0">
          <a:noAutofit/>
        </a:bodyPr>
        <a:lstStyle/>
        <a:p>
          <a:pPr marL="0" lvl="0" indent="0" algn="ctr" defTabSz="20891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4700" kern="1200"/>
            <a:t>What is the probability that it will not rain?</a:t>
          </a:r>
          <a:endParaRPr lang="en-US" sz="4700" kern="1200"/>
        </a:p>
      </dsp:txBody>
      <dsp:txXfrm>
        <a:off x="5991936" y="538547"/>
        <a:ext cx="4171627" cy="2590157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hierarchy1">
  <dgm:title val=""/>
  <dgm:desc val=""/>
  <dgm:catLst>
    <dgm:cat type="hierarchy" pri="2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" destId="22" srcOrd="1" destOrd="0"/>
        <dgm:cxn modelId="33" srcId="3" destId="31" srcOrd="0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</dgm:ptLst>
      <dgm:cxnLst>
        <dgm:cxn modelId="2" srcId="0" destId="1" srcOrd="0" destOrd="0"/>
        <dgm:cxn modelId="13" srcId="1" destId="11" srcOrd="0" destOrd="0"/>
        <dgm:cxn modelId="14" srcId="1" destId="1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21"/>
        <dgm:pt modelId="211"/>
        <dgm:pt modelId="3"/>
        <dgm:pt modelId="31"/>
        <dgm:pt modelId="311"/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1" destId="211" srcOrd="0" destOrd="0"/>
        <dgm:cxn modelId="33" srcId="3" destId="31" srcOrd="0" destOrd="0"/>
        <dgm:cxn modelId="34" srcId="31" destId="311" srcOrd="0" destOrd="0"/>
      </dgm:cxnLst>
      <dgm:bg/>
      <dgm:whole/>
    </dgm:dataModel>
  </dgm:clrData>
  <dgm:layoutNode name="hierChild1">
    <dgm:varLst>
      <dgm:chPref val="1"/>
      <dgm:dir/>
      <dgm:animOne val="branch"/>
      <dgm:animLvl val="lvl"/>
      <dgm:resizeHandles/>
    </dgm:varLst>
    <dgm:choose name="Name0">
      <dgm:if name="Name1" func="var" arg="dir" op="equ" val="norm">
        <dgm:alg type="hierChild">
          <dgm:param type="linDir" val="fromL"/>
        </dgm:alg>
      </dgm:if>
      <dgm:else name="Name2">
        <dgm:alg type="hierChild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primFontSz" for="des" ptType="node" op="equ" val="65"/>
      <dgm:constr type="w" for="des" forName="composite" refType="w"/>
      <dgm:constr type="h" for="des" forName="composite" refType="w" refFor="des" refForName="composite" fact="0.667"/>
      <dgm:constr type="w" for="des" forName="composite2" refType="w" refFor="des" refForName="composite"/>
      <dgm:constr type="h" for="des" forName="composite2" refType="h" refFor="des" refForName="composite"/>
      <dgm:constr type="w" for="des" forName="composite3" refType="w" refFor="des" refForName="composite"/>
      <dgm:constr type="h" for="des" forName="composite3" refType="h" refFor="des" refForName="composite"/>
      <dgm:constr type="w" for="des" forName="composite4" refType="w" refFor="des" refForName="composite"/>
      <dgm:constr type="h" for="des" forName="composite4" refType="h" refFor="des" refForName="composite"/>
      <dgm:constr type="w" for="des" forName="composite5" refType="w" refFor="des" refForName="composite"/>
      <dgm:constr type="h" for="des" forName="composite5" refType="h" refFor="des" refForName="composite"/>
      <dgm:constr type="sibSp" refType="w" refFor="des" refForName="composite" fact="0.1"/>
      <dgm:constr type="sibSp" for="des" forName="hierChild2" refType="sibSp"/>
      <dgm:constr type="sibSp" for="des" forName="hierChild3" refType="sibSp"/>
      <dgm:constr type="sibSp" for="des" forName="hierChild4" refType="sibSp"/>
      <dgm:constr type="sibSp" for="des" forName="hierChild5" refType="sibSp"/>
      <dgm:constr type="sibSp" for="des" forName="hierChild6" refType="sibSp"/>
      <dgm:constr type="sp" for="des" forName="hierRoot1" refType="h" refFor="des" refForName="composite" fact="0.25"/>
      <dgm:constr type="sp" for="des" forName="hierRoot2" refType="sp" refFor="des" refForName="hierRoot1"/>
      <dgm:constr type="sp" for="des" forName="hierRoot3" refType="sp" refFor="des" refForName="hierRoot1"/>
      <dgm:constr type="sp" for="des" forName="hierRoot4" refType="sp" refFor="des" refForName="hierRoot1"/>
      <dgm:constr type="sp" for="des" forName="hierRoot5" refType="sp" refFor="des" refForName="hierRoot1"/>
    </dgm:constrLst>
    <dgm:ruleLst/>
    <dgm:forEach name="Name3" axis="ch">
      <dgm:forEach name="Name4" axis="self" ptType="node">
        <dgm:layoutNode name="hierRoot1">
          <dgm:alg type="hierRoot"/>
          <dgm:shape xmlns:r="http://schemas.openxmlformats.org/officeDocument/2006/relationships" r:blip="">
            <dgm:adjLst/>
          </dgm:shape>
          <dgm:presOf/>
          <dgm:constrLst>
            <dgm:constr type="bendDist" for="des" ptType="parTrans" refType="sp" fact="0.5"/>
          </dgm:constrLst>
          <dgm:ruleLst/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onstrLst>
              <dgm:constr type="w" for="ch" forName="background" refType="w" fact="0.9"/>
              <dgm:constr type="h" for="ch" forName="background" refType="w" refFor="ch" refForName="background" fact="0.635"/>
              <dgm:constr type="t" for="ch" forName="background"/>
              <dgm:constr type="l" for="ch" forName="background"/>
              <dgm:constr type="w" for="ch" forName="text" refType="w" fact="0.9"/>
              <dgm:constr type="h" for="ch" forName="text" refType="w" refFor="ch" refForName="text" fact="0.635"/>
              <dgm:constr type="t" for="ch" forName="text" refType="w" fact="0.095"/>
              <dgm:constr type="l" for="ch" forName="text" refType="w" fact="0.1"/>
            </dgm:constrLst>
            <dgm:ruleLst/>
            <dgm:layoutNode name="background" styleLbl="node0" moveWith="text">
              <dgm:alg type="sp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/>
              <dgm:constrLst/>
              <dgm:ruleLst/>
            </dgm:layoutNode>
            <dgm:layoutNode name="text" styleLbl="fgAcc0">
              <dgm:varLst>
                <dgm:chPref val="3"/>
              </dgm:varLst>
              <dgm:alg type="tx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self"/>
              <dgm:constrLst>
                <dgm:constr type="tMarg" refType="primFontSz" fact="0.3"/>
                <dgm:constr type="bMarg" refType="primFontSz" fact="0.3"/>
                <dgm:constr type="lMarg" refType="primFontSz" fact="0.3"/>
                <dgm:constr type="rMarg" refType="primFontSz" fact="0.3"/>
              </dgm:constrLst>
              <dgm:ruleLst>
                <dgm:rule type="primFontSz" val="5" fact="NaN" max="NaN"/>
              </dgm:ruleLst>
            </dgm:layoutNode>
          </dgm:layoutNode>
          <dgm:layoutNode name="hierChild2">
            <dgm:choose name="Name5">
              <dgm:if name="Name6" func="var" arg="dir" op="equ" val="norm">
                <dgm:alg type="hierChild">
                  <dgm:param type="linDir" val="fromL"/>
                </dgm:alg>
              </dgm:if>
              <dgm:else name="Name7">
                <dgm:alg type="hierChild">
                  <dgm:param type="linDir" val="fromR"/>
                </dgm:alg>
              </dgm:else>
            </dgm:choose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Name8" axis="ch">
              <dgm:forEach name="Name9" axis="self" ptType="parTrans" cnt="1">
                <dgm:layoutNode name="Name10">
                  <dgm:alg type="conn">
                    <dgm:param type="dim" val="1D"/>
                    <dgm:param type="endSty" val="noArr"/>
                    <dgm:param type="connRout" val="bend"/>
                    <dgm:param type="bendPt" val="end"/>
                    <dgm:param type="begPts" val="bCtr"/>
                    <dgm:param type="endPts" val="tCtr"/>
                    <dgm:param type="srcNode" val="background"/>
                    <dgm:param type="dstNode" val="background2"/>
                  </dgm:alg>
                  <dgm:shape xmlns:r="http://schemas.openxmlformats.org/officeDocument/2006/relationships" type="conn" r:blip="" zOrderOff="-999">
                    <dgm:adjLst/>
                  </dgm:shape>
                  <dgm:presOf axis="self"/>
                  <dgm:constrLst>
                    <dgm:constr type="begPad"/>
                    <dgm:constr type="endPad"/>
                  </dgm:constrLst>
                  <dgm:ruleLst/>
                </dgm:layoutNode>
              </dgm:forEach>
              <dgm:forEach name="Name11" axis="self" ptType="node">
                <dgm:layoutNode name="hierRoot2">
                  <dgm:alg type="hierRoot"/>
                  <dgm:shape xmlns:r="http://schemas.openxmlformats.org/officeDocument/2006/relationships" r:blip="">
                    <dgm:adjLst/>
                  </dgm:shape>
                  <dgm:presOf/>
                  <dgm:constrLst>
                    <dgm:constr type="bendDist" for="des" ptType="parTrans" refType="sp" fact="0.5"/>
                  </dgm:constrLst>
                  <dgm:ruleLst/>
                  <dgm:layoutNode name="composite2">
                    <dgm:alg type="composite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w" for="ch" forName="background2" refType="w" fact="0.9"/>
                      <dgm:constr type="h" for="ch" forName="background2" refType="w" refFor="ch" refForName="background2" fact="0.635"/>
                      <dgm:constr type="t" for="ch" forName="background2"/>
                      <dgm:constr type="l" for="ch" forName="background2"/>
                      <dgm:constr type="w" for="ch" forName="text2" refType="w" fact="0.9"/>
                      <dgm:constr type="h" for="ch" forName="text2" refType="w" refFor="ch" refForName="text2" fact="0.635"/>
                      <dgm:constr type="t" for="ch" forName="text2" refType="w" fact="0.095"/>
                      <dgm:constr type="l" for="ch" forName="text2" refType="w" fact="0.1"/>
                    </dgm:constrLst>
                    <dgm:ruleLst/>
                    <dgm:layoutNode name="background2" moveWith="text2"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/>
                      <dgm:constrLst/>
                      <dgm:ruleLst/>
                    </dgm:layoutNode>
                    <dgm:layoutNode name="text2" styleLbl="fgAcc2">
                      <dgm:varLst>
                        <dgm:chPref val="3"/>
                      </dgm:varLst>
                      <dgm:alg type="tx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self"/>
                      <dgm:constrLst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</dgm:layoutNode>
                  <dgm:layoutNode name="hierChild3">
                    <dgm:choose name="Name12">
                      <dgm:if name="Name13" func="var" arg="dir" op="equ" val="norm">
                        <dgm:alg type="hierChild">
                          <dgm:param type="linDir" val="fromL"/>
                        </dgm:alg>
                      </dgm:if>
                      <dgm:else name="Name14">
                        <dgm:alg type="hierChild">
                          <dgm:param type="linDir" val="fromR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  <dgm:forEach name="Name15" axis="ch">
                      <dgm:forEach name="Name16" axis="self" ptType="parTrans" cnt="1">
                        <dgm:layoutNode name="Name17">
                          <dgm:alg type="conn">
                            <dgm:param type="dim" val="1D"/>
                            <dgm:param type="endSty" val="noArr"/>
                            <dgm:param type="connRout" val="bend"/>
                            <dgm:param type="bendPt" val="end"/>
                            <dgm:param type="begPts" val="bCtr"/>
                            <dgm:param type="endPts" val="tCtr"/>
                            <dgm:param type="srcNode" val="background2"/>
                            <dgm:param type="dstNode" val="background3"/>
                          </dgm:alg>
                          <dgm:shape xmlns:r="http://schemas.openxmlformats.org/officeDocument/2006/relationships" type="conn" r:blip="" zOrderOff="-999">
                            <dgm:adjLst/>
                          </dgm:shape>
                          <dgm:presOf axis="self"/>
                          <dgm:constrLst>
                            <dgm:constr type="begPad"/>
                            <dgm:constr type="endPad"/>
                          </dgm:constrLst>
                          <dgm:ruleLst/>
                        </dgm:layoutNode>
                      </dgm:forEach>
                      <dgm:forEach name="Name18" axis="self" ptType="node">
                        <dgm:layoutNode name="hierRoot3">
                          <dgm:alg type="hierRoot"/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constrLst>
                            <dgm:constr type="bendDist" for="des" ptType="parTrans" refType="sp" fact="0.5"/>
                          </dgm:constrLst>
                          <dgm:ruleLst/>
                          <dgm:layoutNode name="composite3">
                            <dgm:alg type="composite"/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>
                              <dgm:constr type="w" for="ch" forName="background3" refType="w" fact="0.9"/>
                              <dgm:constr type="h" for="ch" forName="background3" refType="w" refFor="ch" refForName="background3" fact="0.635"/>
                              <dgm:constr type="t" for="ch" forName="background3"/>
                              <dgm:constr type="l" for="ch" forName="background3"/>
                              <dgm:constr type="w" for="ch" forName="text3" refType="w" fact="0.9"/>
                              <dgm:constr type="h" for="ch" forName="text3" refType="w" refFor="ch" refForName="text3" fact="0.635"/>
                              <dgm:constr type="t" for="ch" forName="text3" refType="w" fact="0.095"/>
                              <dgm:constr type="l" for="ch" forName="text3" refType="w" fact="0.1"/>
                            </dgm:constrLst>
                            <dgm:ruleLst/>
                            <dgm:layoutNode name="background3" moveWith="text3">
                              <dgm:alg type="sp"/>
                              <dgm:shape xmlns:r="http://schemas.openxmlformats.org/officeDocument/2006/relationships" type="roundRect" r:blip="">
                                <dgm:adjLst>
                                  <dgm:adj idx="1" val="0.1"/>
                                </dgm:adjLst>
                              </dgm:shape>
                              <dgm:presOf/>
                              <dgm:constrLst/>
                              <dgm:ruleLst/>
                            </dgm:layoutNode>
                            <dgm:layoutNode name="text3" styleLbl="fgAcc3">
                              <dgm:varLst>
                                <dgm:chPref val="3"/>
                              </dgm:varLst>
                              <dgm:alg type="tx"/>
                              <dgm:shape xmlns:r="http://schemas.openxmlformats.org/officeDocument/2006/relationships" type="roundRect" r:blip="">
                                <dgm:adjLst>
                                  <dgm:adj idx="1" val="0.1"/>
                                </dgm:adjLst>
                              </dgm:shape>
                              <dgm:presOf axis="self"/>
                              <dgm:constrLst>
                                <dgm:constr type="tMarg" refType="primFontSz" fact="0.3"/>
                                <dgm:constr type="bMarg" refType="primFontSz" fact="0.3"/>
                                <dgm:constr type="lMarg" refType="primFontSz" fact="0.3"/>
                                <dgm:constr type="rMarg" refType="primFontSz" fact="0.3"/>
                              </dgm:constrLst>
                              <dgm:ruleLst>
                                <dgm:rule type="primFontSz" val="5" fact="NaN" max="NaN"/>
                              </dgm:ruleLst>
                            </dgm:layoutNode>
                          </dgm:layoutNode>
                          <dgm:layoutNode name="hierChild4">
                            <dgm:choose name="Name19">
                              <dgm:if name="Name20" func="var" arg="dir" op="equ" val="norm">
                                <dgm:alg type="hierChild">
                                  <dgm:param type="linDir" val="fromL"/>
                                </dgm:alg>
                              </dgm:if>
                              <dgm:else name="Name21">
                                <dgm:alg type="hierChild">
                                  <dgm:param type="linDir" val="fromR"/>
                                </dgm:alg>
                              </dgm:else>
                            </dgm:choose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/>
                            <dgm:ruleLst/>
                            <dgm:forEach name="repeat" axis="ch">
                              <dgm:forEach name="Name22" axis="self" ptType="parTrans" cnt="1">
                                <dgm:layoutNode name="Name23">
                                  <dgm:choose name="Name24">
                                    <dgm:if name="Name25" axis="self" func="depth" op="lte" val="4">
                                      <dgm:alg type="conn">
                                        <dgm:param type="dim" val="1D"/>
                                        <dgm:param type="endSty" val="noArr"/>
                                        <dgm:param type="connRout" val="bend"/>
                                        <dgm:param type="bendPt" val="end"/>
                                        <dgm:param type="begPts" val="bCtr"/>
                                        <dgm:param type="endPts" val="tCtr"/>
                                        <dgm:param type="srcNode" val="background3"/>
                                        <dgm:param type="dstNode" val="background4"/>
                                      </dgm:alg>
                                    </dgm:if>
                                    <dgm:else name="Name26">
                                      <dgm:alg type="conn">
                                        <dgm:param type="dim" val="1D"/>
                                        <dgm:param type="endSty" val="noArr"/>
                                        <dgm:param type="connRout" val="bend"/>
                                        <dgm:param type="bendPt" val="end"/>
                                        <dgm:param type="begPts" val="bCtr"/>
                                        <dgm:param type="endPts" val="tCtr"/>
                                        <dgm:param type="srcNode" val="background4"/>
                                        <dgm:param type="dstNode" val="background4"/>
                                      </dgm:alg>
                                    </dgm:else>
                                  </dgm:choose>
                                  <dgm:shape xmlns:r="http://schemas.openxmlformats.org/officeDocument/2006/relationships" type="conn" r:blip="" zOrderOff="-999">
                                    <dgm:adjLst/>
                                  </dgm:shape>
                                  <dgm:presOf axis="self"/>
                                  <dgm:constrLst>
                                    <dgm:constr type="begPad"/>
                                    <dgm:constr type="endPad"/>
                                  </dgm:constrLst>
                                  <dgm:ruleLst/>
                                </dgm:layoutNode>
                              </dgm:forEach>
                              <dgm:forEach name="Name27" axis="self" ptType="node">
                                <dgm:layoutNode name="hierRoot4">
                                  <dgm:alg type="hierRoot"/>
                                  <dgm:shape xmlns:r="http://schemas.openxmlformats.org/officeDocument/2006/relationships" r:blip="">
                                    <dgm:adjLst/>
                                  </dgm:shape>
                                  <dgm:presOf/>
                                  <dgm:constrLst>
                                    <dgm:constr type="bendDist" for="des" ptType="parTrans" refType="sp" fact="0.5"/>
                                  </dgm:constrLst>
                                  <dgm:ruleLst/>
                                  <dgm:layoutNode name="composite4">
                                    <dgm:alg type="composite"/>
                                    <dgm:shape xmlns:r="http://schemas.openxmlformats.org/officeDocument/2006/relationships" r:blip="">
                                      <dgm:adjLst/>
                                    </dgm:shape>
                                    <dgm:presOf/>
                                    <dgm:constrLst>
                                      <dgm:constr type="w" for="ch" forName="background4" refType="w" fact="0.9"/>
                                      <dgm:constr type="h" for="ch" forName="background4" refType="w" refFor="ch" refForName="background4" fact="0.635"/>
                                      <dgm:constr type="t" for="ch" forName="background4"/>
                                      <dgm:constr type="l" for="ch" forName="background4"/>
                                      <dgm:constr type="w" for="ch" forName="text4" refType="w" fact="0.9"/>
                                      <dgm:constr type="h" for="ch" forName="text4" refType="w" refFor="ch" refForName="text4" fact="0.635"/>
                                      <dgm:constr type="t" for="ch" forName="text4" refType="w" fact="0.095"/>
                                      <dgm:constr type="l" for="ch" forName="text4" refType="w" fact="0.1"/>
                                    </dgm:constrLst>
                                    <dgm:ruleLst/>
                                    <dgm:layoutNode name="background4" moveWith="text4">
                                      <dgm:alg type="sp"/>
                                      <dgm:shape xmlns:r="http://schemas.openxmlformats.org/officeDocument/2006/relationships" type="roundRect" r:blip="">
                                        <dgm:adjLst>
                                          <dgm:adj idx="1" val="0.1"/>
                                        </dgm:adjLst>
                                      </dgm:shape>
                                      <dgm:presOf/>
                                      <dgm:constrLst/>
                                      <dgm:ruleLst/>
                                    </dgm:layoutNode>
                                    <dgm:layoutNode name="text4" styleLbl="fgAcc4">
                                      <dgm:varLst>
                                        <dgm:chPref val="3"/>
                                      </dgm:varLst>
                                      <dgm:alg type="tx"/>
                                      <dgm:shape xmlns:r="http://schemas.openxmlformats.org/officeDocument/2006/relationships" type="roundRect" r:blip="">
                                        <dgm:adjLst>
                                          <dgm:adj idx="1" val="0.1"/>
                                        </dgm:adjLst>
                                      </dgm:shape>
                                      <dgm:presOf axis="self"/>
                                      <dgm:constrLst>
                                        <dgm:constr type="tMarg" refType="primFontSz" fact="0.3"/>
                                        <dgm:constr type="bMarg" refType="primFontSz" fact="0.3"/>
                                        <dgm:constr type="lMarg" refType="primFontSz" fact="0.3"/>
                                        <dgm:constr type="rMarg" refType="primFontSz" fact="0.3"/>
                                      </dgm:constrLst>
                                      <dgm:ruleLst>
                                        <dgm:rule type="primFontSz" val="5" fact="NaN" max="NaN"/>
                                      </dgm:ruleLst>
                                    </dgm:layoutNode>
                                  </dgm:layoutNode>
                                  <dgm:layoutNode name="hierChild5">
                                    <dgm:choose name="Name28">
                                      <dgm:if name="Name29" func="var" arg="dir" op="equ" val="norm">
                                        <dgm:alg type="hierChild">
                                          <dgm:param type="linDir" val="fromL"/>
                                        </dgm:alg>
                                      </dgm:if>
                                      <dgm:else name="Name30">
                                        <dgm:alg type="hierChild">
                                          <dgm:param type="linDir" val="fromR"/>
                                        </dgm:alg>
                                      </dgm:else>
                                    </dgm:choose>
                                    <dgm:shape xmlns:r="http://schemas.openxmlformats.org/officeDocument/2006/relationships" r:blip="">
                                      <dgm:adjLst/>
                                    </dgm:shape>
                                    <dgm:presOf/>
                                    <dgm:constrLst/>
                                    <dgm:ruleLst/>
                                    <dgm:forEach name="Name31" ref="repeat"/>
                                  </dgm:layoutNode>
                                </dgm:layoutNode>
                              </dgm:forEach>
                            </dgm:forEach>
                          </dgm:layoutNode>
                        </dgm:layoutNode>
                      </dgm:forEach>
                    </dgm:forEach>
                  </dgm:layoutNode>
                </dgm:layoutNode>
              </dgm:forEach>
            </dgm:forEach>
          </dgm:layoutNode>
        </dgm:layoutNode>
      </dgm:forEach>
    </dgm:forEach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05/8/layout/hierarchy1">
  <dgm:title val=""/>
  <dgm:desc val=""/>
  <dgm:catLst>
    <dgm:cat type="hierarchy" pri="2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" destId="22" srcOrd="1" destOrd="0"/>
        <dgm:cxn modelId="33" srcId="3" destId="31" srcOrd="0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</dgm:ptLst>
      <dgm:cxnLst>
        <dgm:cxn modelId="2" srcId="0" destId="1" srcOrd="0" destOrd="0"/>
        <dgm:cxn modelId="13" srcId="1" destId="11" srcOrd="0" destOrd="0"/>
        <dgm:cxn modelId="14" srcId="1" destId="1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21"/>
        <dgm:pt modelId="211"/>
        <dgm:pt modelId="3"/>
        <dgm:pt modelId="31"/>
        <dgm:pt modelId="311"/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1" destId="211" srcOrd="0" destOrd="0"/>
        <dgm:cxn modelId="33" srcId="3" destId="31" srcOrd="0" destOrd="0"/>
        <dgm:cxn modelId="34" srcId="31" destId="311" srcOrd="0" destOrd="0"/>
      </dgm:cxnLst>
      <dgm:bg/>
      <dgm:whole/>
    </dgm:dataModel>
  </dgm:clrData>
  <dgm:layoutNode name="hierChild1">
    <dgm:varLst>
      <dgm:chPref val="1"/>
      <dgm:dir/>
      <dgm:animOne val="branch"/>
      <dgm:animLvl val="lvl"/>
      <dgm:resizeHandles/>
    </dgm:varLst>
    <dgm:choose name="Name0">
      <dgm:if name="Name1" func="var" arg="dir" op="equ" val="norm">
        <dgm:alg type="hierChild">
          <dgm:param type="linDir" val="fromL"/>
        </dgm:alg>
      </dgm:if>
      <dgm:else name="Name2">
        <dgm:alg type="hierChild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primFontSz" for="des" ptType="node" op="equ" val="65"/>
      <dgm:constr type="w" for="des" forName="composite" refType="w"/>
      <dgm:constr type="h" for="des" forName="composite" refType="w" refFor="des" refForName="composite" fact="0.667"/>
      <dgm:constr type="w" for="des" forName="composite2" refType="w" refFor="des" refForName="composite"/>
      <dgm:constr type="h" for="des" forName="composite2" refType="h" refFor="des" refForName="composite"/>
      <dgm:constr type="w" for="des" forName="composite3" refType="w" refFor="des" refForName="composite"/>
      <dgm:constr type="h" for="des" forName="composite3" refType="h" refFor="des" refForName="composite"/>
      <dgm:constr type="w" for="des" forName="composite4" refType="w" refFor="des" refForName="composite"/>
      <dgm:constr type="h" for="des" forName="composite4" refType="h" refFor="des" refForName="composite"/>
      <dgm:constr type="w" for="des" forName="composite5" refType="w" refFor="des" refForName="composite"/>
      <dgm:constr type="h" for="des" forName="composite5" refType="h" refFor="des" refForName="composite"/>
      <dgm:constr type="sibSp" refType="w" refFor="des" refForName="composite" fact="0.1"/>
      <dgm:constr type="sibSp" for="des" forName="hierChild2" refType="sibSp"/>
      <dgm:constr type="sibSp" for="des" forName="hierChild3" refType="sibSp"/>
      <dgm:constr type="sibSp" for="des" forName="hierChild4" refType="sibSp"/>
      <dgm:constr type="sibSp" for="des" forName="hierChild5" refType="sibSp"/>
      <dgm:constr type="sibSp" for="des" forName="hierChild6" refType="sibSp"/>
      <dgm:constr type="sp" for="des" forName="hierRoot1" refType="h" refFor="des" refForName="composite" fact="0.25"/>
      <dgm:constr type="sp" for="des" forName="hierRoot2" refType="sp" refFor="des" refForName="hierRoot1"/>
      <dgm:constr type="sp" for="des" forName="hierRoot3" refType="sp" refFor="des" refForName="hierRoot1"/>
      <dgm:constr type="sp" for="des" forName="hierRoot4" refType="sp" refFor="des" refForName="hierRoot1"/>
      <dgm:constr type="sp" for="des" forName="hierRoot5" refType="sp" refFor="des" refForName="hierRoot1"/>
    </dgm:constrLst>
    <dgm:ruleLst/>
    <dgm:forEach name="Name3" axis="ch">
      <dgm:forEach name="Name4" axis="self" ptType="node">
        <dgm:layoutNode name="hierRoot1">
          <dgm:alg type="hierRoot"/>
          <dgm:shape xmlns:r="http://schemas.openxmlformats.org/officeDocument/2006/relationships" r:blip="">
            <dgm:adjLst/>
          </dgm:shape>
          <dgm:presOf/>
          <dgm:constrLst>
            <dgm:constr type="bendDist" for="des" ptType="parTrans" refType="sp" fact="0.5"/>
          </dgm:constrLst>
          <dgm:ruleLst/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onstrLst>
              <dgm:constr type="w" for="ch" forName="background" refType="w" fact="0.9"/>
              <dgm:constr type="h" for="ch" forName="background" refType="w" refFor="ch" refForName="background" fact="0.635"/>
              <dgm:constr type="t" for="ch" forName="background"/>
              <dgm:constr type="l" for="ch" forName="background"/>
              <dgm:constr type="w" for="ch" forName="text" refType="w" fact="0.9"/>
              <dgm:constr type="h" for="ch" forName="text" refType="w" refFor="ch" refForName="text" fact="0.635"/>
              <dgm:constr type="t" for="ch" forName="text" refType="w" fact="0.095"/>
              <dgm:constr type="l" for="ch" forName="text" refType="w" fact="0.1"/>
            </dgm:constrLst>
            <dgm:ruleLst/>
            <dgm:layoutNode name="background" styleLbl="node0" moveWith="text">
              <dgm:alg type="sp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/>
              <dgm:constrLst/>
              <dgm:ruleLst/>
            </dgm:layoutNode>
            <dgm:layoutNode name="text" styleLbl="fgAcc0">
              <dgm:varLst>
                <dgm:chPref val="3"/>
              </dgm:varLst>
              <dgm:alg type="tx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self"/>
              <dgm:constrLst>
                <dgm:constr type="tMarg" refType="primFontSz" fact="0.3"/>
                <dgm:constr type="bMarg" refType="primFontSz" fact="0.3"/>
                <dgm:constr type="lMarg" refType="primFontSz" fact="0.3"/>
                <dgm:constr type="rMarg" refType="primFontSz" fact="0.3"/>
              </dgm:constrLst>
              <dgm:ruleLst>
                <dgm:rule type="primFontSz" val="5" fact="NaN" max="NaN"/>
              </dgm:ruleLst>
            </dgm:layoutNode>
          </dgm:layoutNode>
          <dgm:layoutNode name="hierChild2">
            <dgm:choose name="Name5">
              <dgm:if name="Name6" func="var" arg="dir" op="equ" val="norm">
                <dgm:alg type="hierChild">
                  <dgm:param type="linDir" val="fromL"/>
                </dgm:alg>
              </dgm:if>
              <dgm:else name="Name7">
                <dgm:alg type="hierChild">
                  <dgm:param type="linDir" val="fromR"/>
                </dgm:alg>
              </dgm:else>
            </dgm:choose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Name8" axis="ch">
              <dgm:forEach name="Name9" axis="self" ptType="parTrans" cnt="1">
                <dgm:layoutNode name="Name10">
                  <dgm:alg type="conn">
                    <dgm:param type="dim" val="1D"/>
                    <dgm:param type="endSty" val="noArr"/>
                    <dgm:param type="connRout" val="bend"/>
                    <dgm:param type="bendPt" val="end"/>
                    <dgm:param type="begPts" val="bCtr"/>
                    <dgm:param type="endPts" val="tCtr"/>
                    <dgm:param type="srcNode" val="background"/>
                    <dgm:param type="dstNode" val="background2"/>
                  </dgm:alg>
                  <dgm:shape xmlns:r="http://schemas.openxmlformats.org/officeDocument/2006/relationships" type="conn" r:blip="" zOrderOff="-999">
                    <dgm:adjLst/>
                  </dgm:shape>
                  <dgm:presOf axis="self"/>
                  <dgm:constrLst>
                    <dgm:constr type="begPad"/>
                    <dgm:constr type="endPad"/>
                  </dgm:constrLst>
                  <dgm:ruleLst/>
                </dgm:layoutNode>
              </dgm:forEach>
              <dgm:forEach name="Name11" axis="self" ptType="node">
                <dgm:layoutNode name="hierRoot2">
                  <dgm:alg type="hierRoot"/>
                  <dgm:shape xmlns:r="http://schemas.openxmlformats.org/officeDocument/2006/relationships" r:blip="">
                    <dgm:adjLst/>
                  </dgm:shape>
                  <dgm:presOf/>
                  <dgm:constrLst>
                    <dgm:constr type="bendDist" for="des" ptType="parTrans" refType="sp" fact="0.5"/>
                  </dgm:constrLst>
                  <dgm:ruleLst/>
                  <dgm:layoutNode name="composite2">
                    <dgm:alg type="composite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w" for="ch" forName="background2" refType="w" fact="0.9"/>
                      <dgm:constr type="h" for="ch" forName="background2" refType="w" refFor="ch" refForName="background2" fact="0.635"/>
                      <dgm:constr type="t" for="ch" forName="background2"/>
                      <dgm:constr type="l" for="ch" forName="background2"/>
                      <dgm:constr type="w" for="ch" forName="text2" refType="w" fact="0.9"/>
                      <dgm:constr type="h" for="ch" forName="text2" refType="w" refFor="ch" refForName="text2" fact="0.635"/>
                      <dgm:constr type="t" for="ch" forName="text2" refType="w" fact="0.095"/>
                      <dgm:constr type="l" for="ch" forName="text2" refType="w" fact="0.1"/>
                    </dgm:constrLst>
                    <dgm:ruleLst/>
                    <dgm:layoutNode name="background2" moveWith="text2"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/>
                      <dgm:constrLst/>
                      <dgm:ruleLst/>
                    </dgm:layoutNode>
                    <dgm:layoutNode name="text2" styleLbl="fgAcc2">
                      <dgm:varLst>
                        <dgm:chPref val="3"/>
                      </dgm:varLst>
                      <dgm:alg type="tx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self"/>
                      <dgm:constrLst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</dgm:layoutNode>
                  <dgm:layoutNode name="hierChild3">
                    <dgm:choose name="Name12">
                      <dgm:if name="Name13" func="var" arg="dir" op="equ" val="norm">
                        <dgm:alg type="hierChild">
                          <dgm:param type="linDir" val="fromL"/>
                        </dgm:alg>
                      </dgm:if>
                      <dgm:else name="Name14">
                        <dgm:alg type="hierChild">
                          <dgm:param type="linDir" val="fromR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  <dgm:forEach name="Name15" axis="ch">
                      <dgm:forEach name="Name16" axis="self" ptType="parTrans" cnt="1">
                        <dgm:layoutNode name="Name17">
                          <dgm:alg type="conn">
                            <dgm:param type="dim" val="1D"/>
                            <dgm:param type="endSty" val="noArr"/>
                            <dgm:param type="connRout" val="bend"/>
                            <dgm:param type="bendPt" val="end"/>
                            <dgm:param type="begPts" val="bCtr"/>
                            <dgm:param type="endPts" val="tCtr"/>
                            <dgm:param type="srcNode" val="background2"/>
                            <dgm:param type="dstNode" val="background3"/>
                          </dgm:alg>
                          <dgm:shape xmlns:r="http://schemas.openxmlformats.org/officeDocument/2006/relationships" type="conn" r:blip="" zOrderOff="-999">
                            <dgm:adjLst/>
                          </dgm:shape>
                          <dgm:presOf axis="self"/>
                          <dgm:constrLst>
                            <dgm:constr type="begPad"/>
                            <dgm:constr type="endPad"/>
                          </dgm:constrLst>
                          <dgm:ruleLst/>
                        </dgm:layoutNode>
                      </dgm:forEach>
                      <dgm:forEach name="Name18" axis="self" ptType="node">
                        <dgm:layoutNode name="hierRoot3">
                          <dgm:alg type="hierRoot"/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constrLst>
                            <dgm:constr type="bendDist" for="des" ptType="parTrans" refType="sp" fact="0.5"/>
                          </dgm:constrLst>
                          <dgm:ruleLst/>
                          <dgm:layoutNode name="composite3">
                            <dgm:alg type="composite"/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>
                              <dgm:constr type="w" for="ch" forName="background3" refType="w" fact="0.9"/>
                              <dgm:constr type="h" for="ch" forName="background3" refType="w" refFor="ch" refForName="background3" fact="0.635"/>
                              <dgm:constr type="t" for="ch" forName="background3"/>
                              <dgm:constr type="l" for="ch" forName="background3"/>
                              <dgm:constr type="w" for="ch" forName="text3" refType="w" fact="0.9"/>
                              <dgm:constr type="h" for="ch" forName="text3" refType="w" refFor="ch" refForName="text3" fact="0.635"/>
                              <dgm:constr type="t" for="ch" forName="text3" refType="w" fact="0.095"/>
                              <dgm:constr type="l" for="ch" forName="text3" refType="w" fact="0.1"/>
                            </dgm:constrLst>
                            <dgm:ruleLst/>
                            <dgm:layoutNode name="background3" moveWith="text3">
                              <dgm:alg type="sp"/>
                              <dgm:shape xmlns:r="http://schemas.openxmlformats.org/officeDocument/2006/relationships" type="roundRect" r:blip="">
                                <dgm:adjLst>
                                  <dgm:adj idx="1" val="0.1"/>
                                </dgm:adjLst>
                              </dgm:shape>
                              <dgm:presOf/>
                              <dgm:constrLst/>
                              <dgm:ruleLst/>
                            </dgm:layoutNode>
                            <dgm:layoutNode name="text3" styleLbl="fgAcc3">
                              <dgm:varLst>
                                <dgm:chPref val="3"/>
                              </dgm:varLst>
                              <dgm:alg type="tx"/>
                              <dgm:shape xmlns:r="http://schemas.openxmlformats.org/officeDocument/2006/relationships" type="roundRect" r:blip="">
                                <dgm:adjLst>
                                  <dgm:adj idx="1" val="0.1"/>
                                </dgm:adjLst>
                              </dgm:shape>
                              <dgm:presOf axis="self"/>
                              <dgm:constrLst>
                                <dgm:constr type="tMarg" refType="primFontSz" fact="0.3"/>
                                <dgm:constr type="bMarg" refType="primFontSz" fact="0.3"/>
                                <dgm:constr type="lMarg" refType="primFontSz" fact="0.3"/>
                                <dgm:constr type="rMarg" refType="primFontSz" fact="0.3"/>
                              </dgm:constrLst>
                              <dgm:ruleLst>
                                <dgm:rule type="primFontSz" val="5" fact="NaN" max="NaN"/>
                              </dgm:ruleLst>
                            </dgm:layoutNode>
                          </dgm:layoutNode>
                          <dgm:layoutNode name="hierChild4">
                            <dgm:choose name="Name19">
                              <dgm:if name="Name20" func="var" arg="dir" op="equ" val="norm">
                                <dgm:alg type="hierChild">
                                  <dgm:param type="linDir" val="fromL"/>
                                </dgm:alg>
                              </dgm:if>
                              <dgm:else name="Name21">
                                <dgm:alg type="hierChild">
                                  <dgm:param type="linDir" val="fromR"/>
                                </dgm:alg>
                              </dgm:else>
                            </dgm:choose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/>
                            <dgm:ruleLst/>
                            <dgm:forEach name="repeat" axis="ch">
                              <dgm:forEach name="Name22" axis="self" ptType="parTrans" cnt="1">
                                <dgm:layoutNode name="Name23">
                                  <dgm:choose name="Name24">
                                    <dgm:if name="Name25" axis="self" func="depth" op="lte" val="4">
                                      <dgm:alg type="conn">
                                        <dgm:param type="dim" val="1D"/>
                                        <dgm:param type="endSty" val="noArr"/>
                                        <dgm:param type="connRout" val="bend"/>
                                        <dgm:param type="bendPt" val="end"/>
                                        <dgm:param type="begPts" val="bCtr"/>
                                        <dgm:param type="endPts" val="tCtr"/>
                                        <dgm:param type="srcNode" val="background3"/>
                                        <dgm:param type="dstNode" val="background4"/>
                                      </dgm:alg>
                                    </dgm:if>
                                    <dgm:else name="Name26">
                                      <dgm:alg type="conn">
                                        <dgm:param type="dim" val="1D"/>
                                        <dgm:param type="endSty" val="noArr"/>
                                        <dgm:param type="connRout" val="bend"/>
                                        <dgm:param type="bendPt" val="end"/>
                                        <dgm:param type="begPts" val="bCtr"/>
                                        <dgm:param type="endPts" val="tCtr"/>
                                        <dgm:param type="srcNode" val="background4"/>
                                        <dgm:param type="dstNode" val="background4"/>
                                      </dgm:alg>
                                    </dgm:else>
                                  </dgm:choose>
                                  <dgm:shape xmlns:r="http://schemas.openxmlformats.org/officeDocument/2006/relationships" type="conn" r:blip="" zOrderOff="-999">
                                    <dgm:adjLst/>
                                  </dgm:shape>
                                  <dgm:presOf axis="self"/>
                                  <dgm:constrLst>
                                    <dgm:constr type="begPad"/>
                                    <dgm:constr type="endPad"/>
                                  </dgm:constrLst>
                                  <dgm:ruleLst/>
                                </dgm:layoutNode>
                              </dgm:forEach>
                              <dgm:forEach name="Name27" axis="self" ptType="node">
                                <dgm:layoutNode name="hierRoot4">
                                  <dgm:alg type="hierRoot"/>
                                  <dgm:shape xmlns:r="http://schemas.openxmlformats.org/officeDocument/2006/relationships" r:blip="">
                                    <dgm:adjLst/>
                                  </dgm:shape>
                                  <dgm:presOf/>
                                  <dgm:constrLst>
                                    <dgm:constr type="bendDist" for="des" ptType="parTrans" refType="sp" fact="0.5"/>
                                  </dgm:constrLst>
                                  <dgm:ruleLst/>
                                  <dgm:layoutNode name="composite4">
                                    <dgm:alg type="composite"/>
                                    <dgm:shape xmlns:r="http://schemas.openxmlformats.org/officeDocument/2006/relationships" r:blip="">
                                      <dgm:adjLst/>
                                    </dgm:shape>
                                    <dgm:presOf/>
                                    <dgm:constrLst>
                                      <dgm:constr type="w" for="ch" forName="background4" refType="w" fact="0.9"/>
                                      <dgm:constr type="h" for="ch" forName="background4" refType="w" refFor="ch" refForName="background4" fact="0.635"/>
                                      <dgm:constr type="t" for="ch" forName="background4"/>
                                      <dgm:constr type="l" for="ch" forName="background4"/>
                                      <dgm:constr type="w" for="ch" forName="text4" refType="w" fact="0.9"/>
                                      <dgm:constr type="h" for="ch" forName="text4" refType="w" refFor="ch" refForName="text4" fact="0.635"/>
                                      <dgm:constr type="t" for="ch" forName="text4" refType="w" fact="0.095"/>
                                      <dgm:constr type="l" for="ch" forName="text4" refType="w" fact="0.1"/>
                                    </dgm:constrLst>
                                    <dgm:ruleLst/>
                                    <dgm:layoutNode name="background4" moveWith="text4">
                                      <dgm:alg type="sp"/>
                                      <dgm:shape xmlns:r="http://schemas.openxmlformats.org/officeDocument/2006/relationships" type="roundRect" r:blip="">
                                        <dgm:adjLst>
                                          <dgm:adj idx="1" val="0.1"/>
                                        </dgm:adjLst>
                                      </dgm:shape>
                                      <dgm:presOf/>
                                      <dgm:constrLst/>
                                      <dgm:ruleLst/>
                                    </dgm:layoutNode>
                                    <dgm:layoutNode name="text4" styleLbl="fgAcc4">
                                      <dgm:varLst>
                                        <dgm:chPref val="3"/>
                                      </dgm:varLst>
                                      <dgm:alg type="tx"/>
                                      <dgm:shape xmlns:r="http://schemas.openxmlformats.org/officeDocument/2006/relationships" type="roundRect" r:blip="">
                                        <dgm:adjLst>
                                          <dgm:adj idx="1" val="0.1"/>
                                        </dgm:adjLst>
                                      </dgm:shape>
                                      <dgm:presOf axis="self"/>
                                      <dgm:constrLst>
                                        <dgm:constr type="tMarg" refType="primFontSz" fact="0.3"/>
                                        <dgm:constr type="bMarg" refType="primFontSz" fact="0.3"/>
                                        <dgm:constr type="lMarg" refType="primFontSz" fact="0.3"/>
                                        <dgm:constr type="rMarg" refType="primFontSz" fact="0.3"/>
                                      </dgm:constrLst>
                                      <dgm:ruleLst>
                                        <dgm:rule type="primFontSz" val="5" fact="NaN" max="NaN"/>
                                      </dgm:ruleLst>
                                    </dgm:layoutNode>
                                  </dgm:layoutNode>
                                  <dgm:layoutNode name="hierChild5">
                                    <dgm:choose name="Name28">
                                      <dgm:if name="Name29" func="var" arg="dir" op="equ" val="norm">
                                        <dgm:alg type="hierChild">
                                          <dgm:param type="linDir" val="fromL"/>
                                        </dgm:alg>
                                      </dgm:if>
                                      <dgm:else name="Name30">
                                        <dgm:alg type="hierChild">
                                          <dgm:param type="linDir" val="fromR"/>
                                        </dgm:alg>
                                      </dgm:else>
                                    </dgm:choose>
                                    <dgm:shape xmlns:r="http://schemas.openxmlformats.org/officeDocument/2006/relationships" r:blip="">
                                      <dgm:adjLst/>
                                    </dgm:shape>
                                    <dgm:presOf/>
                                    <dgm:constrLst/>
                                    <dgm:ruleLst/>
                                    <dgm:forEach name="Name31" ref="repeat"/>
                                  </dgm:layoutNode>
                                </dgm:layoutNode>
                              </dgm:forEach>
                            </dgm:forEach>
                          </dgm:layoutNode>
                        </dgm:layoutNode>
                      </dgm:forEach>
                    </dgm:forEach>
                  </dgm:layoutNode>
                </dgm:layoutNode>
              </dgm:forEach>
            </dgm:forEach>
          </dgm:layoutNode>
        </dgm:layoutNode>
      </dgm:forEach>
    </dgm:forEach>
  </dgm:layoutNode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05/8/layout/hierarchy1">
  <dgm:title val=""/>
  <dgm:desc val=""/>
  <dgm:catLst>
    <dgm:cat type="hierarchy" pri="2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" destId="22" srcOrd="1" destOrd="0"/>
        <dgm:cxn modelId="33" srcId="3" destId="31" srcOrd="0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</dgm:ptLst>
      <dgm:cxnLst>
        <dgm:cxn modelId="2" srcId="0" destId="1" srcOrd="0" destOrd="0"/>
        <dgm:cxn modelId="13" srcId="1" destId="11" srcOrd="0" destOrd="0"/>
        <dgm:cxn modelId="14" srcId="1" destId="1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21"/>
        <dgm:pt modelId="211"/>
        <dgm:pt modelId="3"/>
        <dgm:pt modelId="31"/>
        <dgm:pt modelId="311"/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1" destId="211" srcOrd="0" destOrd="0"/>
        <dgm:cxn modelId="33" srcId="3" destId="31" srcOrd="0" destOrd="0"/>
        <dgm:cxn modelId="34" srcId="31" destId="311" srcOrd="0" destOrd="0"/>
      </dgm:cxnLst>
      <dgm:bg/>
      <dgm:whole/>
    </dgm:dataModel>
  </dgm:clrData>
  <dgm:layoutNode name="hierChild1">
    <dgm:varLst>
      <dgm:chPref val="1"/>
      <dgm:dir/>
      <dgm:animOne val="branch"/>
      <dgm:animLvl val="lvl"/>
      <dgm:resizeHandles/>
    </dgm:varLst>
    <dgm:choose name="Name0">
      <dgm:if name="Name1" func="var" arg="dir" op="equ" val="norm">
        <dgm:alg type="hierChild">
          <dgm:param type="linDir" val="fromL"/>
        </dgm:alg>
      </dgm:if>
      <dgm:else name="Name2">
        <dgm:alg type="hierChild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primFontSz" for="des" ptType="node" op="equ" val="65"/>
      <dgm:constr type="w" for="des" forName="composite" refType="w"/>
      <dgm:constr type="h" for="des" forName="composite" refType="w" refFor="des" refForName="composite" fact="0.667"/>
      <dgm:constr type="w" for="des" forName="composite2" refType="w" refFor="des" refForName="composite"/>
      <dgm:constr type="h" for="des" forName="composite2" refType="h" refFor="des" refForName="composite"/>
      <dgm:constr type="w" for="des" forName="composite3" refType="w" refFor="des" refForName="composite"/>
      <dgm:constr type="h" for="des" forName="composite3" refType="h" refFor="des" refForName="composite"/>
      <dgm:constr type="w" for="des" forName="composite4" refType="w" refFor="des" refForName="composite"/>
      <dgm:constr type="h" for="des" forName="composite4" refType="h" refFor="des" refForName="composite"/>
      <dgm:constr type="w" for="des" forName="composite5" refType="w" refFor="des" refForName="composite"/>
      <dgm:constr type="h" for="des" forName="composite5" refType="h" refFor="des" refForName="composite"/>
      <dgm:constr type="sibSp" refType="w" refFor="des" refForName="composite" fact="0.1"/>
      <dgm:constr type="sibSp" for="des" forName="hierChild2" refType="sibSp"/>
      <dgm:constr type="sibSp" for="des" forName="hierChild3" refType="sibSp"/>
      <dgm:constr type="sibSp" for="des" forName="hierChild4" refType="sibSp"/>
      <dgm:constr type="sibSp" for="des" forName="hierChild5" refType="sibSp"/>
      <dgm:constr type="sibSp" for="des" forName="hierChild6" refType="sibSp"/>
      <dgm:constr type="sp" for="des" forName="hierRoot1" refType="h" refFor="des" refForName="composite" fact="0.25"/>
      <dgm:constr type="sp" for="des" forName="hierRoot2" refType="sp" refFor="des" refForName="hierRoot1"/>
      <dgm:constr type="sp" for="des" forName="hierRoot3" refType="sp" refFor="des" refForName="hierRoot1"/>
      <dgm:constr type="sp" for="des" forName="hierRoot4" refType="sp" refFor="des" refForName="hierRoot1"/>
      <dgm:constr type="sp" for="des" forName="hierRoot5" refType="sp" refFor="des" refForName="hierRoot1"/>
    </dgm:constrLst>
    <dgm:ruleLst/>
    <dgm:forEach name="Name3" axis="ch">
      <dgm:forEach name="Name4" axis="self" ptType="node">
        <dgm:layoutNode name="hierRoot1">
          <dgm:alg type="hierRoot"/>
          <dgm:shape xmlns:r="http://schemas.openxmlformats.org/officeDocument/2006/relationships" r:blip="">
            <dgm:adjLst/>
          </dgm:shape>
          <dgm:presOf/>
          <dgm:constrLst>
            <dgm:constr type="bendDist" for="des" ptType="parTrans" refType="sp" fact="0.5"/>
          </dgm:constrLst>
          <dgm:ruleLst/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onstrLst>
              <dgm:constr type="w" for="ch" forName="background" refType="w" fact="0.9"/>
              <dgm:constr type="h" for="ch" forName="background" refType="w" refFor="ch" refForName="background" fact="0.635"/>
              <dgm:constr type="t" for="ch" forName="background"/>
              <dgm:constr type="l" for="ch" forName="background"/>
              <dgm:constr type="w" for="ch" forName="text" refType="w" fact="0.9"/>
              <dgm:constr type="h" for="ch" forName="text" refType="w" refFor="ch" refForName="text" fact="0.635"/>
              <dgm:constr type="t" for="ch" forName="text" refType="w" fact="0.095"/>
              <dgm:constr type="l" for="ch" forName="text" refType="w" fact="0.1"/>
            </dgm:constrLst>
            <dgm:ruleLst/>
            <dgm:layoutNode name="background" styleLbl="node0" moveWith="text">
              <dgm:alg type="sp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/>
              <dgm:constrLst/>
              <dgm:ruleLst/>
            </dgm:layoutNode>
            <dgm:layoutNode name="text" styleLbl="fgAcc0">
              <dgm:varLst>
                <dgm:chPref val="3"/>
              </dgm:varLst>
              <dgm:alg type="tx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self"/>
              <dgm:constrLst>
                <dgm:constr type="tMarg" refType="primFontSz" fact="0.3"/>
                <dgm:constr type="bMarg" refType="primFontSz" fact="0.3"/>
                <dgm:constr type="lMarg" refType="primFontSz" fact="0.3"/>
                <dgm:constr type="rMarg" refType="primFontSz" fact="0.3"/>
              </dgm:constrLst>
              <dgm:ruleLst>
                <dgm:rule type="primFontSz" val="5" fact="NaN" max="NaN"/>
              </dgm:ruleLst>
            </dgm:layoutNode>
          </dgm:layoutNode>
          <dgm:layoutNode name="hierChild2">
            <dgm:choose name="Name5">
              <dgm:if name="Name6" func="var" arg="dir" op="equ" val="norm">
                <dgm:alg type="hierChild">
                  <dgm:param type="linDir" val="fromL"/>
                </dgm:alg>
              </dgm:if>
              <dgm:else name="Name7">
                <dgm:alg type="hierChild">
                  <dgm:param type="linDir" val="fromR"/>
                </dgm:alg>
              </dgm:else>
            </dgm:choose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Name8" axis="ch">
              <dgm:forEach name="Name9" axis="self" ptType="parTrans" cnt="1">
                <dgm:layoutNode name="Name10">
                  <dgm:alg type="conn">
                    <dgm:param type="dim" val="1D"/>
                    <dgm:param type="endSty" val="noArr"/>
                    <dgm:param type="connRout" val="bend"/>
                    <dgm:param type="bendPt" val="end"/>
                    <dgm:param type="begPts" val="bCtr"/>
                    <dgm:param type="endPts" val="tCtr"/>
                    <dgm:param type="srcNode" val="background"/>
                    <dgm:param type="dstNode" val="background2"/>
                  </dgm:alg>
                  <dgm:shape xmlns:r="http://schemas.openxmlformats.org/officeDocument/2006/relationships" type="conn" r:blip="" zOrderOff="-999">
                    <dgm:adjLst/>
                  </dgm:shape>
                  <dgm:presOf axis="self"/>
                  <dgm:constrLst>
                    <dgm:constr type="begPad"/>
                    <dgm:constr type="endPad"/>
                  </dgm:constrLst>
                  <dgm:ruleLst/>
                </dgm:layoutNode>
              </dgm:forEach>
              <dgm:forEach name="Name11" axis="self" ptType="node">
                <dgm:layoutNode name="hierRoot2">
                  <dgm:alg type="hierRoot"/>
                  <dgm:shape xmlns:r="http://schemas.openxmlformats.org/officeDocument/2006/relationships" r:blip="">
                    <dgm:adjLst/>
                  </dgm:shape>
                  <dgm:presOf/>
                  <dgm:constrLst>
                    <dgm:constr type="bendDist" for="des" ptType="parTrans" refType="sp" fact="0.5"/>
                  </dgm:constrLst>
                  <dgm:ruleLst/>
                  <dgm:layoutNode name="composite2">
                    <dgm:alg type="composite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w" for="ch" forName="background2" refType="w" fact="0.9"/>
                      <dgm:constr type="h" for="ch" forName="background2" refType="w" refFor="ch" refForName="background2" fact="0.635"/>
                      <dgm:constr type="t" for="ch" forName="background2"/>
                      <dgm:constr type="l" for="ch" forName="background2"/>
                      <dgm:constr type="w" for="ch" forName="text2" refType="w" fact="0.9"/>
                      <dgm:constr type="h" for="ch" forName="text2" refType="w" refFor="ch" refForName="text2" fact="0.635"/>
                      <dgm:constr type="t" for="ch" forName="text2" refType="w" fact="0.095"/>
                      <dgm:constr type="l" for="ch" forName="text2" refType="w" fact="0.1"/>
                    </dgm:constrLst>
                    <dgm:ruleLst/>
                    <dgm:layoutNode name="background2" moveWith="text2"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/>
                      <dgm:constrLst/>
                      <dgm:ruleLst/>
                    </dgm:layoutNode>
                    <dgm:layoutNode name="text2" styleLbl="fgAcc2">
                      <dgm:varLst>
                        <dgm:chPref val="3"/>
                      </dgm:varLst>
                      <dgm:alg type="tx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self"/>
                      <dgm:constrLst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</dgm:layoutNode>
                  <dgm:layoutNode name="hierChild3">
                    <dgm:choose name="Name12">
                      <dgm:if name="Name13" func="var" arg="dir" op="equ" val="norm">
                        <dgm:alg type="hierChild">
                          <dgm:param type="linDir" val="fromL"/>
                        </dgm:alg>
                      </dgm:if>
                      <dgm:else name="Name14">
                        <dgm:alg type="hierChild">
                          <dgm:param type="linDir" val="fromR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  <dgm:forEach name="Name15" axis="ch">
                      <dgm:forEach name="Name16" axis="self" ptType="parTrans" cnt="1">
                        <dgm:layoutNode name="Name17">
                          <dgm:alg type="conn">
                            <dgm:param type="dim" val="1D"/>
                            <dgm:param type="endSty" val="noArr"/>
                            <dgm:param type="connRout" val="bend"/>
                            <dgm:param type="bendPt" val="end"/>
                            <dgm:param type="begPts" val="bCtr"/>
                            <dgm:param type="endPts" val="tCtr"/>
                            <dgm:param type="srcNode" val="background2"/>
                            <dgm:param type="dstNode" val="background3"/>
                          </dgm:alg>
                          <dgm:shape xmlns:r="http://schemas.openxmlformats.org/officeDocument/2006/relationships" type="conn" r:blip="" zOrderOff="-999">
                            <dgm:adjLst/>
                          </dgm:shape>
                          <dgm:presOf axis="self"/>
                          <dgm:constrLst>
                            <dgm:constr type="begPad"/>
                            <dgm:constr type="endPad"/>
                          </dgm:constrLst>
                          <dgm:ruleLst/>
                        </dgm:layoutNode>
                      </dgm:forEach>
                      <dgm:forEach name="Name18" axis="self" ptType="node">
                        <dgm:layoutNode name="hierRoot3">
                          <dgm:alg type="hierRoot"/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constrLst>
                            <dgm:constr type="bendDist" for="des" ptType="parTrans" refType="sp" fact="0.5"/>
                          </dgm:constrLst>
                          <dgm:ruleLst/>
                          <dgm:layoutNode name="composite3">
                            <dgm:alg type="composite"/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>
                              <dgm:constr type="w" for="ch" forName="background3" refType="w" fact="0.9"/>
                              <dgm:constr type="h" for="ch" forName="background3" refType="w" refFor="ch" refForName="background3" fact="0.635"/>
                              <dgm:constr type="t" for="ch" forName="background3"/>
                              <dgm:constr type="l" for="ch" forName="background3"/>
                              <dgm:constr type="w" for="ch" forName="text3" refType="w" fact="0.9"/>
                              <dgm:constr type="h" for="ch" forName="text3" refType="w" refFor="ch" refForName="text3" fact="0.635"/>
                              <dgm:constr type="t" for="ch" forName="text3" refType="w" fact="0.095"/>
                              <dgm:constr type="l" for="ch" forName="text3" refType="w" fact="0.1"/>
                            </dgm:constrLst>
                            <dgm:ruleLst/>
                            <dgm:layoutNode name="background3" moveWith="text3">
                              <dgm:alg type="sp"/>
                              <dgm:shape xmlns:r="http://schemas.openxmlformats.org/officeDocument/2006/relationships" type="roundRect" r:blip="">
                                <dgm:adjLst>
                                  <dgm:adj idx="1" val="0.1"/>
                                </dgm:adjLst>
                              </dgm:shape>
                              <dgm:presOf/>
                              <dgm:constrLst/>
                              <dgm:ruleLst/>
                            </dgm:layoutNode>
                            <dgm:layoutNode name="text3" styleLbl="fgAcc3">
                              <dgm:varLst>
                                <dgm:chPref val="3"/>
                              </dgm:varLst>
                              <dgm:alg type="tx"/>
                              <dgm:shape xmlns:r="http://schemas.openxmlformats.org/officeDocument/2006/relationships" type="roundRect" r:blip="">
                                <dgm:adjLst>
                                  <dgm:adj idx="1" val="0.1"/>
                                </dgm:adjLst>
                              </dgm:shape>
                              <dgm:presOf axis="self"/>
                              <dgm:constrLst>
                                <dgm:constr type="tMarg" refType="primFontSz" fact="0.3"/>
                                <dgm:constr type="bMarg" refType="primFontSz" fact="0.3"/>
                                <dgm:constr type="lMarg" refType="primFontSz" fact="0.3"/>
                                <dgm:constr type="rMarg" refType="primFontSz" fact="0.3"/>
                              </dgm:constrLst>
                              <dgm:ruleLst>
                                <dgm:rule type="primFontSz" val="5" fact="NaN" max="NaN"/>
                              </dgm:ruleLst>
                            </dgm:layoutNode>
                          </dgm:layoutNode>
                          <dgm:layoutNode name="hierChild4">
                            <dgm:choose name="Name19">
                              <dgm:if name="Name20" func="var" arg="dir" op="equ" val="norm">
                                <dgm:alg type="hierChild">
                                  <dgm:param type="linDir" val="fromL"/>
                                </dgm:alg>
                              </dgm:if>
                              <dgm:else name="Name21">
                                <dgm:alg type="hierChild">
                                  <dgm:param type="linDir" val="fromR"/>
                                </dgm:alg>
                              </dgm:else>
                            </dgm:choose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/>
                            <dgm:ruleLst/>
                            <dgm:forEach name="repeat" axis="ch">
                              <dgm:forEach name="Name22" axis="self" ptType="parTrans" cnt="1">
                                <dgm:layoutNode name="Name23">
                                  <dgm:choose name="Name24">
                                    <dgm:if name="Name25" axis="self" func="depth" op="lte" val="4">
                                      <dgm:alg type="conn">
                                        <dgm:param type="dim" val="1D"/>
                                        <dgm:param type="endSty" val="noArr"/>
                                        <dgm:param type="connRout" val="bend"/>
                                        <dgm:param type="bendPt" val="end"/>
                                        <dgm:param type="begPts" val="bCtr"/>
                                        <dgm:param type="endPts" val="tCtr"/>
                                        <dgm:param type="srcNode" val="background3"/>
                                        <dgm:param type="dstNode" val="background4"/>
                                      </dgm:alg>
                                    </dgm:if>
                                    <dgm:else name="Name26">
                                      <dgm:alg type="conn">
                                        <dgm:param type="dim" val="1D"/>
                                        <dgm:param type="endSty" val="noArr"/>
                                        <dgm:param type="connRout" val="bend"/>
                                        <dgm:param type="bendPt" val="end"/>
                                        <dgm:param type="begPts" val="bCtr"/>
                                        <dgm:param type="endPts" val="tCtr"/>
                                        <dgm:param type="srcNode" val="background4"/>
                                        <dgm:param type="dstNode" val="background4"/>
                                      </dgm:alg>
                                    </dgm:else>
                                  </dgm:choose>
                                  <dgm:shape xmlns:r="http://schemas.openxmlformats.org/officeDocument/2006/relationships" type="conn" r:blip="" zOrderOff="-999">
                                    <dgm:adjLst/>
                                  </dgm:shape>
                                  <dgm:presOf axis="self"/>
                                  <dgm:constrLst>
                                    <dgm:constr type="begPad"/>
                                    <dgm:constr type="endPad"/>
                                  </dgm:constrLst>
                                  <dgm:ruleLst/>
                                </dgm:layoutNode>
                              </dgm:forEach>
                              <dgm:forEach name="Name27" axis="self" ptType="node">
                                <dgm:layoutNode name="hierRoot4">
                                  <dgm:alg type="hierRoot"/>
                                  <dgm:shape xmlns:r="http://schemas.openxmlformats.org/officeDocument/2006/relationships" r:blip="">
                                    <dgm:adjLst/>
                                  </dgm:shape>
                                  <dgm:presOf/>
                                  <dgm:constrLst>
                                    <dgm:constr type="bendDist" for="des" ptType="parTrans" refType="sp" fact="0.5"/>
                                  </dgm:constrLst>
                                  <dgm:ruleLst/>
                                  <dgm:layoutNode name="composite4">
                                    <dgm:alg type="composite"/>
                                    <dgm:shape xmlns:r="http://schemas.openxmlformats.org/officeDocument/2006/relationships" r:blip="">
                                      <dgm:adjLst/>
                                    </dgm:shape>
                                    <dgm:presOf/>
                                    <dgm:constrLst>
                                      <dgm:constr type="w" for="ch" forName="background4" refType="w" fact="0.9"/>
                                      <dgm:constr type="h" for="ch" forName="background4" refType="w" refFor="ch" refForName="background4" fact="0.635"/>
                                      <dgm:constr type="t" for="ch" forName="background4"/>
                                      <dgm:constr type="l" for="ch" forName="background4"/>
                                      <dgm:constr type="w" for="ch" forName="text4" refType="w" fact="0.9"/>
                                      <dgm:constr type="h" for="ch" forName="text4" refType="w" refFor="ch" refForName="text4" fact="0.635"/>
                                      <dgm:constr type="t" for="ch" forName="text4" refType="w" fact="0.095"/>
                                      <dgm:constr type="l" for="ch" forName="text4" refType="w" fact="0.1"/>
                                    </dgm:constrLst>
                                    <dgm:ruleLst/>
                                    <dgm:layoutNode name="background4" moveWith="text4">
                                      <dgm:alg type="sp"/>
                                      <dgm:shape xmlns:r="http://schemas.openxmlformats.org/officeDocument/2006/relationships" type="roundRect" r:blip="">
                                        <dgm:adjLst>
                                          <dgm:adj idx="1" val="0.1"/>
                                        </dgm:adjLst>
                                      </dgm:shape>
                                      <dgm:presOf/>
                                      <dgm:constrLst/>
                                      <dgm:ruleLst/>
                                    </dgm:layoutNode>
                                    <dgm:layoutNode name="text4" styleLbl="fgAcc4">
                                      <dgm:varLst>
                                        <dgm:chPref val="3"/>
                                      </dgm:varLst>
                                      <dgm:alg type="tx"/>
                                      <dgm:shape xmlns:r="http://schemas.openxmlformats.org/officeDocument/2006/relationships" type="roundRect" r:blip="">
                                        <dgm:adjLst>
                                          <dgm:adj idx="1" val="0.1"/>
                                        </dgm:adjLst>
                                      </dgm:shape>
                                      <dgm:presOf axis="self"/>
                                      <dgm:constrLst>
                                        <dgm:constr type="tMarg" refType="primFontSz" fact="0.3"/>
                                        <dgm:constr type="bMarg" refType="primFontSz" fact="0.3"/>
                                        <dgm:constr type="lMarg" refType="primFontSz" fact="0.3"/>
                                        <dgm:constr type="rMarg" refType="primFontSz" fact="0.3"/>
                                      </dgm:constrLst>
                                      <dgm:ruleLst>
                                        <dgm:rule type="primFontSz" val="5" fact="NaN" max="NaN"/>
                                      </dgm:ruleLst>
                                    </dgm:layoutNode>
                                  </dgm:layoutNode>
                                  <dgm:layoutNode name="hierChild5">
                                    <dgm:choose name="Name28">
                                      <dgm:if name="Name29" func="var" arg="dir" op="equ" val="norm">
                                        <dgm:alg type="hierChild">
                                          <dgm:param type="linDir" val="fromL"/>
                                        </dgm:alg>
                                      </dgm:if>
                                      <dgm:else name="Name30">
                                        <dgm:alg type="hierChild">
                                          <dgm:param type="linDir" val="fromR"/>
                                        </dgm:alg>
                                      </dgm:else>
                                    </dgm:choose>
                                    <dgm:shape xmlns:r="http://schemas.openxmlformats.org/officeDocument/2006/relationships" r:blip="">
                                      <dgm:adjLst/>
                                    </dgm:shape>
                                    <dgm:presOf/>
                                    <dgm:constrLst/>
                                    <dgm:ruleLst/>
                                    <dgm:forEach name="Name31" ref="repeat"/>
                                  </dgm:layoutNode>
                                </dgm:layoutNode>
                              </dgm:forEach>
                            </dgm:forEach>
                          </dgm:layoutNode>
                        </dgm:layoutNode>
                      </dgm:forEach>
                    </dgm:forEach>
                  </dgm:layoutNode>
                </dgm:layoutNode>
              </dgm:forEach>
            </dgm:forEach>
          </dgm:layoutNode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AU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5381B3B-68B4-4C17-BD4D-1FF4EEE5D3C0}" type="datetimeFigureOut">
              <a:rPr lang="en-AU" smtClean="0"/>
              <a:t>8/06/2021</a:t>
            </a:fld>
            <a:endParaRPr lang="en-AU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AU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AU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DBE026-D129-4127-9BD5-92EA923E101F}" type="slidenum">
              <a:rPr lang="en-AU" smtClean="0"/>
              <a:t>‹#›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16622321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err="1"/>
              <a:t>bbb</a:t>
            </a:r>
            <a:endParaRPr lang="en-US" dirty="0"/>
          </a:p>
          <a:p>
            <a:r>
              <a:rPr lang="en-US" dirty="0" err="1"/>
              <a:t>bbg</a:t>
            </a:r>
            <a:endParaRPr lang="en-US" dirty="0"/>
          </a:p>
          <a:p>
            <a:r>
              <a:rPr lang="en-US" dirty="0" err="1"/>
              <a:t>bgg</a:t>
            </a:r>
            <a:endParaRPr lang="en-US" dirty="0"/>
          </a:p>
          <a:p>
            <a:r>
              <a:rPr lang="en-US" dirty="0" err="1"/>
              <a:t>bgb</a:t>
            </a:r>
            <a:endParaRPr lang="en-US" dirty="0"/>
          </a:p>
          <a:p>
            <a:endParaRPr lang="en-US" dirty="0"/>
          </a:p>
          <a:p>
            <a:r>
              <a:rPr lang="en-US" dirty="0" err="1"/>
              <a:t>ggg</a:t>
            </a:r>
            <a:endParaRPr lang="en-US" dirty="0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 err="1"/>
              <a:t>ggb</a:t>
            </a:r>
            <a:endParaRPr lang="en-US" dirty="0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 err="1"/>
              <a:t>gbb</a:t>
            </a:r>
            <a:endParaRPr lang="en-US" dirty="0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 err="1"/>
              <a:t>gbg</a:t>
            </a:r>
            <a:endParaRPr lang="en-US" dirty="0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7BF4938-4A21-43C2-8CDF-27215BB94D26}" type="slidenum">
              <a:rPr lang="en-AU" smtClean="0"/>
              <a:t>11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48449000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79C8C3C-EF7B-4459-9F74-E516ED2CE23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419458A-44AA-4144-A487-8947D9D359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AU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432C657-B7AF-4DAA-A4F2-F5C7BD15E01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3A5A11-66A3-4449-ACBD-C1CA11EC1BAE}" type="datetimeFigureOut">
              <a:rPr lang="en-AU" smtClean="0"/>
              <a:t>8/06/2021</a:t>
            </a:fld>
            <a:endParaRPr lang="en-A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851E23-B48F-414A-9822-96D71B07CBB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CB1D560-3EF2-4821-A47B-3194749EE6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74C603-3591-4594-9CA5-0DD3261CD0DF}" type="slidenum">
              <a:rPr lang="en-AU" smtClean="0"/>
              <a:t>‹#›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63803509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29EB785-69B8-4E85-8BDE-E6373CF40A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B17DCCC-57BC-460C-93F3-98488713554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F021D64-4603-4124-A9E3-12465A3BC72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3A5A11-66A3-4449-ACBD-C1CA11EC1BAE}" type="datetimeFigureOut">
              <a:rPr lang="en-AU" smtClean="0"/>
              <a:t>8/06/2021</a:t>
            </a:fld>
            <a:endParaRPr lang="en-A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53BF887-5554-432D-96AD-41120615829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53A604E-4390-4D10-BFC5-0831262D9E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74C603-3591-4594-9CA5-0DD3261CD0DF}" type="slidenum">
              <a:rPr lang="en-AU" smtClean="0"/>
              <a:t>‹#›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49184349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E3232DE-0428-41AE-914E-2C81284A65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17F09A1-6970-4214-A2CF-13B96B1D8F2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513D129-8C05-403A-A2E6-B2B741799E6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3A5A11-66A3-4449-ACBD-C1CA11EC1BAE}" type="datetimeFigureOut">
              <a:rPr lang="en-AU" smtClean="0"/>
              <a:t>8/06/2021</a:t>
            </a:fld>
            <a:endParaRPr lang="en-A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C0A5936-B4A5-4F37-AE27-5575F7DA630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EE0FB1E-1375-4CFC-97E9-F4E564ED98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74C603-3591-4594-9CA5-0DD3261CD0DF}" type="slidenum">
              <a:rPr lang="en-AU" smtClean="0"/>
              <a:t>‹#›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7865485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62FFB20-BBE1-481A-A0C7-F2630D82B7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0CC0DCF-0A0D-433B-ACBD-0ED1C9868E7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FA19A6B-4CBB-4A66-B3DC-94D331763423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6C1F65F-30E8-40CF-B2C9-D8251050CD0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3A5A11-66A3-4449-ACBD-C1CA11EC1BAE}" type="datetimeFigureOut">
              <a:rPr lang="en-AU" smtClean="0"/>
              <a:t>8/06/2021</a:t>
            </a:fld>
            <a:endParaRPr lang="en-AU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6219188-7F1F-47B9-A8D3-27A49CE562F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37764FE-EB6D-4760-97D8-27306419D4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74C603-3591-4594-9CA5-0DD3261CD0DF}" type="slidenum">
              <a:rPr lang="en-AU" smtClean="0"/>
              <a:t>‹#›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63563658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43C38B6-824B-4A7D-8440-EF93141B30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F4457CC-B5FC-4352-B325-1100B690A8D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5FC7932-76DF-4883-8D2E-3158280BE7B8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A0BB6AF-7565-428D-8573-9D2F9BFDB60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D6235521-02D8-488D-BF79-42B78D044E79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4EB27FA4-E1F5-4E42-B59D-AAB0E4C9A9B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3A5A11-66A3-4449-ACBD-C1CA11EC1BAE}" type="datetimeFigureOut">
              <a:rPr lang="en-AU" smtClean="0"/>
              <a:t>8/06/2021</a:t>
            </a:fld>
            <a:endParaRPr lang="en-AU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54B8B687-1932-4F5C-A18C-65103FCF166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C2AA4DFD-FF63-426F-AA3C-018494055CC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74C603-3591-4594-9CA5-0DD3261CD0DF}" type="slidenum">
              <a:rPr lang="en-AU" smtClean="0"/>
              <a:t>‹#›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78535290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FDEDF6B-0E24-485F-B67D-73EF376E7F6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9B5F00C-9CA5-40CE-8D64-A36D4196B16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3A5A11-66A3-4449-ACBD-C1CA11EC1BAE}" type="datetimeFigureOut">
              <a:rPr lang="en-AU" smtClean="0"/>
              <a:t>8/06/2021</a:t>
            </a:fld>
            <a:endParaRPr lang="en-AU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380EB265-A6D0-4717-AE6A-8DDE53194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C839E67-6845-436F-9E99-338F088B836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74C603-3591-4594-9CA5-0DD3261CD0DF}" type="slidenum">
              <a:rPr lang="en-AU" smtClean="0"/>
              <a:t>‹#›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29733540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A55CD9EC-6C9D-4252-BBAB-7A47AEE8384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3A5A11-66A3-4449-ACBD-C1CA11EC1BAE}" type="datetimeFigureOut">
              <a:rPr lang="en-AU" smtClean="0"/>
              <a:t>8/06/2021</a:t>
            </a:fld>
            <a:endParaRPr lang="en-AU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2B35E2D9-DC8E-4BDA-BF4C-9BEC3629232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23F205B-CB42-4072-A4EF-54583B2C53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74C603-3591-4594-9CA5-0DD3261CD0DF}" type="slidenum">
              <a:rPr lang="en-AU" smtClean="0"/>
              <a:t>‹#›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25357483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D64622-0B8D-4325-B0FC-531A42016DB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E3852D3-CB51-4017-85FE-8142A201E3B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268AB07F-73E3-4F45-A0A7-79B06C05CEB8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5545DC3-06C8-40C9-BB6E-89041B5ECA7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3A5A11-66A3-4449-ACBD-C1CA11EC1BAE}" type="datetimeFigureOut">
              <a:rPr lang="en-AU" smtClean="0"/>
              <a:t>8/06/2021</a:t>
            </a:fld>
            <a:endParaRPr lang="en-AU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8F80B83-EA7B-404C-82E5-C9A203C4F23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A0FF725-A82B-438B-BF62-A7705680EA7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74C603-3591-4594-9CA5-0DD3261CD0DF}" type="slidenum">
              <a:rPr lang="en-AU" smtClean="0"/>
              <a:t>‹#›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77444398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64F3ED5-16DC-4853-BF71-FD15E0CC96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3DA614DC-4FB0-419E-8257-545B8A52CCC7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AU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A6AF74E-7191-4ADE-94B4-99BCC7D5E80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77EA3C5C-BA07-4F82-AC25-FD07DF67278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3A5A11-66A3-4449-ACBD-C1CA11EC1BAE}" type="datetimeFigureOut">
              <a:rPr lang="en-AU" smtClean="0"/>
              <a:t>8/06/2021</a:t>
            </a:fld>
            <a:endParaRPr lang="en-AU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0EFE23A-C480-4808-99C4-91B60F6C802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EB297E9-6C0E-4A49-A52E-97ACC7EAB6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74C603-3591-4594-9CA5-0DD3261CD0DF}" type="slidenum">
              <a:rPr lang="en-AU" smtClean="0"/>
              <a:t>‹#›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3179701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83E9924-BCB8-4947-A3B2-D540B5ECC05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572F8FAD-B2EB-47A3-8F22-DD287BFFB1C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D1873C2-8DEB-4A6D-96C1-8286EB67DE1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3A5A11-66A3-4449-ACBD-C1CA11EC1BAE}" type="datetimeFigureOut">
              <a:rPr lang="en-AU" smtClean="0"/>
              <a:t>8/06/2021</a:t>
            </a:fld>
            <a:endParaRPr lang="en-A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BB42CEE-3577-4366-8FA8-F2C06333A5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F54925F-864D-45A9-8358-5DED3EFBAA4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74C603-3591-4594-9CA5-0DD3261CD0DF}" type="slidenum">
              <a:rPr lang="en-AU" smtClean="0"/>
              <a:t>‹#›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4039844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C481AB94-F6EF-4E96-92AF-1CDD4245B4C8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0974EF6F-BA78-4108-9C47-880B90E301A3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EBB0FFE-D09A-495D-A523-173366575D1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3A5A11-66A3-4449-ACBD-C1CA11EC1BAE}" type="datetimeFigureOut">
              <a:rPr lang="en-AU" smtClean="0"/>
              <a:t>8/06/2021</a:t>
            </a:fld>
            <a:endParaRPr lang="en-A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5F111DA-FD5B-40A8-A20A-38E39AB02C1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183E0CF-94CD-4438-AD58-4CA6085182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74C603-3591-4594-9CA5-0DD3261CD0DF}" type="slidenum">
              <a:rPr lang="en-AU" smtClean="0"/>
              <a:t>‹#›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82214239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C3E5FC3-3DED-4364-8048-3BDC47EF33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197372B-C71B-4326-8B3E-818563CE743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32E9A9D-5155-47DB-89AE-1CEED4EEF631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93A5A11-66A3-4449-ACBD-C1CA11EC1BAE}" type="datetimeFigureOut">
              <a:rPr lang="en-AU" smtClean="0"/>
              <a:t>8/06/2021</a:t>
            </a:fld>
            <a:endParaRPr lang="en-A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6E273E0-F838-48A9-B41B-C3400AA54C8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5007D05-3D14-452D-B1F1-71FBA19C35E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774C603-3591-4594-9CA5-0DD3261CD0DF}" type="slidenum">
              <a:rPr lang="en-AU" smtClean="0"/>
              <a:t>‹#›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01786472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.xml"/><Relationship Id="rId2" Type="http://schemas.openxmlformats.org/officeDocument/2006/relationships/diagramData" Target="../diagrams/data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.xml"/><Relationship Id="rId5" Type="http://schemas.openxmlformats.org/officeDocument/2006/relationships/diagramColors" Target="../diagrams/colors2.xml"/><Relationship Id="rId4" Type="http://schemas.openxmlformats.org/officeDocument/2006/relationships/diagramQuickStyle" Target="../diagrams/quickStyle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.xml"/><Relationship Id="rId2" Type="http://schemas.openxmlformats.org/officeDocument/2006/relationships/diagramData" Target="../diagrams/data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.xml"/><Relationship Id="rId5" Type="http://schemas.openxmlformats.org/officeDocument/2006/relationships/diagramColors" Target="../diagrams/colors3.xml"/><Relationship Id="rId4" Type="http://schemas.openxmlformats.org/officeDocument/2006/relationships/diagramQuickStyle" Target="../diagrams/quickStyle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.xml"/><Relationship Id="rId2" Type="http://schemas.openxmlformats.org/officeDocument/2006/relationships/diagramData" Target="../diagrams/data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.xml"/><Relationship Id="rId5" Type="http://schemas.openxmlformats.org/officeDocument/2006/relationships/diagramColors" Target="../diagrams/colors4.xml"/><Relationship Id="rId4" Type="http://schemas.openxmlformats.org/officeDocument/2006/relationships/diagramQuickStyle" Target="../diagrams/quickStyle4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.xml"/><Relationship Id="rId2" Type="http://schemas.openxmlformats.org/officeDocument/2006/relationships/diagramData" Target="../diagrams/data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.xml"/><Relationship Id="rId5" Type="http://schemas.openxmlformats.org/officeDocument/2006/relationships/diagramColors" Target="../diagrams/colors5.xml"/><Relationship Id="rId4" Type="http://schemas.openxmlformats.org/officeDocument/2006/relationships/diagramQuickStyle" Target="../diagrams/quickStyle5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0671A8AE-40A1-4631-A6B8-581AFF06548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5" name="Picture 4" descr="Question mark on green pastel background">
            <a:extLst>
              <a:ext uri="{FF2B5EF4-FFF2-40B4-BE49-F238E27FC236}">
                <a16:creationId xmlns:a16="http://schemas.microsoft.com/office/drawing/2014/main" id="{C73B8BEF-9A62-43A0-BBB4-91489812CA6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5200"/>
          <a:stretch/>
        </p:blipFill>
        <p:spPr>
          <a:xfrm>
            <a:off x="3523488" y="10"/>
            <a:ext cx="8668512" cy="6857990"/>
          </a:xfrm>
          <a:prstGeom prst="rect">
            <a:avLst/>
          </a:prstGeom>
        </p:spPr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AB58EF07-17C2-48CF-ABB0-EEF1F17CB8F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" y="0"/>
            <a:ext cx="9339206" cy="6858000"/>
          </a:xfrm>
          <a:prstGeom prst="rect">
            <a:avLst/>
          </a:prstGeom>
          <a:gradFill>
            <a:gsLst>
              <a:gs pos="58000">
                <a:schemeClr val="bg1"/>
              </a:gs>
              <a:gs pos="33000">
                <a:schemeClr val="bg1">
                  <a:alpha val="64000"/>
                </a:schemeClr>
              </a:gs>
              <a:gs pos="0">
                <a:schemeClr val="bg1">
                  <a:alpha val="0"/>
                </a:schemeClr>
              </a:gs>
              <a:gs pos="100000">
                <a:schemeClr val="bg1"/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77981" y="1122363"/>
            <a:ext cx="4023360" cy="3204134"/>
          </a:xfrm>
        </p:spPr>
        <p:txBody>
          <a:bodyPr anchor="b">
            <a:normAutofit/>
          </a:bodyPr>
          <a:lstStyle/>
          <a:p>
            <a:pPr algn="l"/>
            <a:r>
              <a:rPr lang="en-GB" sz="4800"/>
              <a:t>Probability questions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477980" y="4872922"/>
            <a:ext cx="4023359" cy="1208141"/>
          </a:xfrm>
        </p:spPr>
        <p:txBody>
          <a:bodyPr>
            <a:normAutofit/>
          </a:bodyPr>
          <a:lstStyle/>
          <a:p>
            <a:pPr algn="l"/>
            <a:r>
              <a:rPr lang="en-GB" sz="2000"/>
              <a:t>Timed test on white boards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AF2F604E-43BE-4DC3-B983-E071523364F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>
            <a:off x="759921" y="346791"/>
            <a:ext cx="146304" cy="7040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08C9B587-E65E-4B52-B37C-ABEBB6E8792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81029" y="4546920"/>
            <a:ext cx="3977640" cy="18288"/>
          </a:xfrm>
          <a:prstGeom prst="rect">
            <a:avLst/>
          </a:prstGeom>
          <a:solidFill>
            <a:schemeClr val="tx1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4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4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 build="p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B819A166-7571-4003-A6B8-B62034C3ED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5093209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24741" y="620392"/>
            <a:ext cx="3808268" cy="5504688"/>
          </a:xfrm>
        </p:spPr>
        <p:txBody>
          <a:bodyPr>
            <a:normAutofit/>
          </a:bodyPr>
          <a:lstStyle/>
          <a:p>
            <a:r>
              <a:rPr lang="en-GB" sz="6000">
                <a:solidFill>
                  <a:schemeClr val="bg1"/>
                </a:solidFill>
              </a:rPr>
              <a:t>How does it work?</a:t>
            </a:r>
          </a:p>
        </p:txBody>
      </p:sp>
      <p:graphicFrame>
        <p:nvGraphicFramePr>
          <p:cNvPr id="12" name="Content Placeholder 2">
            <a:extLst>
              <a:ext uri="{FF2B5EF4-FFF2-40B4-BE49-F238E27FC236}">
                <a16:creationId xmlns:a16="http://schemas.microsoft.com/office/drawing/2014/main" id="{6D9D271B-77FF-483A-AA8D-462B47DAB13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5979711"/>
              </p:ext>
            </p:extLst>
          </p:nvPr>
        </p:nvGraphicFramePr>
        <p:xfrm>
          <a:off x="5468389" y="620392"/>
          <a:ext cx="6263640" cy="550468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5314994-6337-4875-8CF5-652CAFE8342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4267200"/>
            <a:chOff x="7467600" y="0"/>
            <a:chExt cx="4724400" cy="685800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3A2D4D6-D501-439A-9FC6-397879C465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5CD20BAA-1998-4EBB-AD61-13A92072ECE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7449A6C7-D15F-4AA5-BFA5-71A404B4701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7" name="Rectangle 16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201"/>
            <a:ext cx="11277600" cy="5943598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43000" y="990599"/>
            <a:ext cx="9906000" cy="685800"/>
          </a:xfrm>
        </p:spPr>
        <p:txBody>
          <a:bodyPr anchor="t">
            <a:normAutofit/>
          </a:bodyPr>
          <a:lstStyle/>
          <a:p>
            <a:r>
              <a:rPr lang="en-GB" sz="4000"/>
              <a:t>QUESTION 1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6E6A8E0B-73E7-4933-9622-13BC6BC36E5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77534442"/>
              </p:ext>
            </p:extLst>
          </p:nvPr>
        </p:nvGraphicFramePr>
        <p:xfrm>
          <a:off x="685800" y="2137228"/>
          <a:ext cx="10820400" cy="373379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0832E484-7BA9-41B6-8E6D-0537F48B626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467600" y="0"/>
            <a:ext cx="47244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5B549C77-1C99-46BB-9682-EBF5B18D817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0E6A9DBE-437D-4315-B28A-B92343E86B4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1162F61D-5DC3-488F-B9BB-1F1F600A2A8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7467600" y="1"/>
            <a:ext cx="4724400" cy="6857999"/>
          </a:xfrm>
          <a:custGeom>
            <a:avLst/>
            <a:gdLst>
              <a:gd name="connsiteX0" fmla="*/ 0 w 4724400"/>
              <a:gd name="connsiteY0" fmla="*/ 6805948 h 6857999"/>
              <a:gd name="connsiteX1" fmla="*/ 15600 w 4724400"/>
              <a:gd name="connsiteY1" fmla="*/ 6813099 h 6857999"/>
              <a:gd name="connsiteX2" fmla="*/ 117632 w 4724400"/>
              <a:gd name="connsiteY2" fmla="*/ 6850060 h 6857999"/>
              <a:gd name="connsiteX3" fmla="*/ 146175 w 4724400"/>
              <a:gd name="connsiteY3" fmla="*/ 6857998 h 6857999"/>
              <a:gd name="connsiteX4" fmla="*/ 54597 w 4724400"/>
              <a:gd name="connsiteY4" fmla="*/ 6857998 h 6857999"/>
              <a:gd name="connsiteX5" fmla="*/ 0 w 4724400"/>
              <a:gd name="connsiteY5" fmla="*/ 6831490 h 6857999"/>
              <a:gd name="connsiteX6" fmla="*/ 0 w 4724400"/>
              <a:gd name="connsiteY6" fmla="*/ 6736157 h 6857999"/>
              <a:gd name="connsiteX7" fmla="*/ 114811 w 4724400"/>
              <a:gd name="connsiteY7" fmla="*/ 6784122 h 6857999"/>
              <a:gd name="connsiteX8" fmla="*/ 138159 w 4724400"/>
              <a:gd name="connsiteY8" fmla="*/ 6793465 h 6857999"/>
              <a:gd name="connsiteX9" fmla="*/ 270310 w 4724400"/>
              <a:gd name="connsiteY9" fmla="*/ 6840638 h 6857999"/>
              <a:gd name="connsiteX10" fmla="*/ 358932 w 4724400"/>
              <a:gd name="connsiteY10" fmla="*/ 6857999 h 6857999"/>
              <a:gd name="connsiteX11" fmla="*/ 228496 w 4724400"/>
              <a:gd name="connsiteY11" fmla="*/ 6857999 h 6857999"/>
              <a:gd name="connsiteX12" fmla="*/ 126481 w 4724400"/>
              <a:gd name="connsiteY12" fmla="*/ 6821149 h 6857999"/>
              <a:gd name="connsiteX13" fmla="*/ 103134 w 4724400"/>
              <a:gd name="connsiteY13" fmla="*/ 6811799 h 6857999"/>
              <a:gd name="connsiteX14" fmla="*/ 0 w 4724400"/>
              <a:gd name="connsiteY14" fmla="*/ 6767913 h 6857999"/>
              <a:gd name="connsiteX15" fmla="*/ 2460543 w 4724400"/>
              <a:gd name="connsiteY15" fmla="*/ 6515312 h 6857999"/>
              <a:gd name="connsiteX16" fmla="*/ 2286201 w 4724400"/>
              <a:gd name="connsiteY16" fmla="*/ 6525103 h 6857999"/>
              <a:gd name="connsiteX17" fmla="*/ 2110427 w 4724400"/>
              <a:gd name="connsiteY17" fmla="*/ 6532104 h 6857999"/>
              <a:gd name="connsiteX18" fmla="*/ 1956742 w 4724400"/>
              <a:gd name="connsiteY18" fmla="*/ 6528403 h 6857999"/>
              <a:gd name="connsiteX19" fmla="*/ 1534307 w 4724400"/>
              <a:gd name="connsiteY19" fmla="*/ 6560369 h 6857999"/>
              <a:gd name="connsiteX20" fmla="*/ 1454538 w 4724400"/>
              <a:gd name="connsiteY20" fmla="*/ 6591702 h 6857999"/>
              <a:gd name="connsiteX21" fmla="*/ 1619950 w 4724400"/>
              <a:gd name="connsiteY21" fmla="*/ 6599765 h 6857999"/>
              <a:gd name="connsiteX22" fmla="*/ 2044875 w 4724400"/>
              <a:gd name="connsiteY22" fmla="*/ 6563693 h 6857999"/>
              <a:gd name="connsiteX23" fmla="*/ 2460543 w 4724400"/>
              <a:gd name="connsiteY23" fmla="*/ 6515312 h 6857999"/>
              <a:gd name="connsiteX24" fmla="*/ 1883620 w 4724400"/>
              <a:gd name="connsiteY24" fmla="*/ 6459370 h 6857999"/>
              <a:gd name="connsiteX25" fmla="*/ 1532156 w 4724400"/>
              <a:gd name="connsiteY25" fmla="*/ 6529929 h 6857999"/>
              <a:gd name="connsiteX26" fmla="*/ 1958230 w 4724400"/>
              <a:gd name="connsiteY26" fmla="*/ 6498517 h 6857999"/>
              <a:gd name="connsiteX27" fmla="*/ 2110707 w 4724400"/>
              <a:gd name="connsiteY27" fmla="*/ 6502035 h 6857999"/>
              <a:gd name="connsiteX28" fmla="*/ 2285171 w 4724400"/>
              <a:gd name="connsiteY28" fmla="*/ 6495471 h 6857999"/>
              <a:gd name="connsiteX29" fmla="*/ 2385179 w 4724400"/>
              <a:gd name="connsiteY29" fmla="*/ 6489665 h 6857999"/>
              <a:gd name="connsiteX30" fmla="*/ 2227262 w 4724400"/>
              <a:gd name="connsiteY30" fmla="*/ 6473140 h 6857999"/>
              <a:gd name="connsiteX31" fmla="*/ 1883620 w 4724400"/>
              <a:gd name="connsiteY31" fmla="*/ 6459370 h 6857999"/>
              <a:gd name="connsiteX32" fmla="*/ 1611255 w 4724400"/>
              <a:gd name="connsiteY32" fmla="*/ 5884754 h 6857999"/>
              <a:gd name="connsiteX33" fmla="*/ 1357588 w 4724400"/>
              <a:gd name="connsiteY33" fmla="*/ 6496752 h 6857999"/>
              <a:gd name="connsiteX34" fmla="*/ 1611255 w 4724400"/>
              <a:gd name="connsiteY34" fmla="*/ 5884754 h 6857999"/>
              <a:gd name="connsiteX35" fmla="*/ 1646205 w 4724400"/>
              <a:gd name="connsiteY35" fmla="*/ 5883072 h 6857999"/>
              <a:gd name="connsiteX36" fmla="*/ 1387600 w 4724400"/>
              <a:gd name="connsiteY36" fmla="*/ 6494950 h 6857999"/>
              <a:gd name="connsiteX37" fmla="*/ 1646205 w 4724400"/>
              <a:gd name="connsiteY37" fmla="*/ 5883072 h 6857999"/>
              <a:gd name="connsiteX38" fmla="*/ 0 w 4724400"/>
              <a:gd name="connsiteY38" fmla="*/ 5845526 h 6857999"/>
              <a:gd name="connsiteX39" fmla="*/ 23370 w 4724400"/>
              <a:gd name="connsiteY39" fmla="*/ 5869422 h 6857999"/>
              <a:gd name="connsiteX40" fmla="*/ 321428 w 4724400"/>
              <a:gd name="connsiteY40" fmla="*/ 6212316 h 6857999"/>
              <a:gd name="connsiteX41" fmla="*/ 626000 w 4724400"/>
              <a:gd name="connsiteY41" fmla="*/ 6710671 h 6857999"/>
              <a:gd name="connsiteX42" fmla="*/ 661825 w 4724400"/>
              <a:gd name="connsiteY42" fmla="*/ 6854298 h 6857999"/>
              <a:gd name="connsiteX43" fmla="*/ 663298 w 4724400"/>
              <a:gd name="connsiteY43" fmla="*/ 6857998 h 6857999"/>
              <a:gd name="connsiteX44" fmla="*/ 431765 w 4724400"/>
              <a:gd name="connsiteY44" fmla="*/ 6857998 h 6857999"/>
              <a:gd name="connsiteX45" fmla="*/ 293576 w 4724400"/>
              <a:gd name="connsiteY45" fmla="*/ 6816656 h 6857999"/>
              <a:gd name="connsiteX46" fmla="*/ 134480 w 4724400"/>
              <a:gd name="connsiteY46" fmla="*/ 6760867 h 6857999"/>
              <a:gd name="connsiteX47" fmla="*/ 0 w 4724400"/>
              <a:gd name="connsiteY47" fmla="*/ 6714215 h 6857999"/>
              <a:gd name="connsiteX48" fmla="*/ 0 w 4724400"/>
              <a:gd name="connsiteY48" fmla="*/ 6683873 h 6857999"/>
              <a:gd name="connsiteX49" fmla="*/ 143737 w 4724400"/>
              <a:gd name="connsiteY49" fmla="*/ 6732821 h 6857999"/>
              <a:gd name="connsiteX50" fmla="*/ 488162 w 4724400"/>
              <a:gd name="connsiteY50" fmla="*/ 6842006 h 6857999"/>
              <a:gd name="connsiteX51" fmla="*/ 44855 w 4724400"/>
              <a:gd name="connsiteY51" fmla="*/ 6674734 h 6857999"/>
              <a:gd name="connsiteX52" fmla="*/ 0 w 4724400"/>
              <a:gd name="connsiteY52" fmla="*/ 6668575 h 6857999"/>
              <a:gd name="connsiteX53" fmla="*/ 0 w 4724400"/>
              <a:gd name="connsiteY53" fmla="*/ 6628217 h 6857999"/>
              <a:gd name="connsiteX54" fmla="*/ 144942 w 4724400"/>
              <a:gd name="connsiteY54" fmla="*/ 6657611 h 6857999"/>
              <a:gd name="connsiteX55" fmla="*/ 312446 w 4724400"/>
              <a:gd name="connsiteY55" fmla="*/ 6711283 h 6857999"/>
              <a:gd name="connsiteX56" fmla="*/ 477357 w 4724400"/>
              <a:gd name="connsiteY56" fmla="*/ 6799347 h 6857999"/>
              <a:gd name="connsiteX57" fmla="*/ 134228 w 4724400"/>
              <a:gd name="connsiteY57" fmla="*/ 6503934 h 6857999"/>
              <a:gd name="connsiteX58" fmla="*/ 0 w 4724400"/>
              <a:gd name="connsiteY58" fmla="*/ 6334256 h 6857999"/>
              <a:gd name="connsiteX59" fmla="*/ 0 w 4724400"/>
              <a:gd name="connsiteY59" fmla="*/ 6221686 h 6857999"/>
              <a:gd name="connsiteX60" fmla="*/ 113296 w 4724400"/>
              <a:gd name="connsiteY60" fmla="*/ 6402069 h 6857999"/>
              <a:gd name="connsiteX61" fmla="*/ 523262 w 4724400"/>
              <a:gd name="connsiteY61" fmla="*/ 6807025 h 6857999"/>
              <a:gd name="connsiteX62" fmla="*/ 404364 w 4724400"/>
              <a:gd name="connsiteY62" fmla="*/ 6649139 h 6857999"/>
              <a:gd name="connsiteX63" fmla="*/ 392074 w 4724400"/>
              <a:gd name="connsiteY63" fmla="*/ 6636358 h 6857999"/>
              <a:gd name="connsiteX64" fmla="*/ 77450 w 4724400"/>
              <a:gd name="connsiteY64" fmla="*/ 6260110 h 6857999"/>
              <a:gd name="connsiteX65" fmla="*/ 0 w 4724400"/>
              <a:gd name="connsiteY65" fmla="*/ 6163634 h 6857999"/>
              <a:gd name="connsiteX66" fmla="*/ 0 w 4724400"/>
              <a:gd name="connsiteY66" fmla="*/ 6117703 h 6857999"/>
              <a:gd name="connsiteX67" fmla="*/ 99669 w 4724400"/>
              <a:gd name="connsiteY67" fmla="*/ 6240461 h 6857999"/>
              <a:gd name="connsiteX68" fmla="*/ 412670 w 4724400"/>
              <a:gd name="connsiteY68" fmla="*/ 6615176 h 6857999"/>
              <a:gd name="connsiteX69" fmla="*/ 424960 w 4724400"/>
              <a:gd name="connsiteY69" fmla="*/ 6627949 h 6857999"/>
              <a:gd name="connsiteX70" fmla="*/ 504043 w 4724400"/>
              <a:gd name="connsiteY70" fmla="*/ 6718236 h 6857999"/>
              <a:gd name="connsiteX71" fmla="*/ 251759 w 4724400"/>
              <a:gd name="connsiteY71" fmla="*/ 6299011 h 6857999"/>
              <a:gd name="connsiteX72" fmla="*/ 21191 w 4724400"/>
              <a:gd name="connsiteY72" fmla="*/ 6033111 h 6857999"/>
              <a:gd name="connsiteX73" fmla="*/ 0 w 4724400"/>
              <a:gd name="connsiteY73" fmla="*/ 6012219 h 6857999"/>
              <a:gd name="connsiteX74" fmla="*/ 0 w 4724400"/>
              <a:gd name="connsiteY74" fmla="*/ 5971257 h 6857999"/>
              <a:gd name="connsiteX75" fmla="*/ 41571 w 4724400"/>
              <a:gd name="connsiteY75" fmla="*/ 6012292 h 6857999"/>
              <a:gd name="connsiteX76" fmla="*/ 273883 w 4724400"/>
              <a:gd name="connsiteY76" fmla="*/ 6279980 h 6857999"/>
              <a:gd name="connsiteX77" fmla="*/ 541341 w 4724400"/>
              <a:gd name="connsiteY77" fmla="*/ 6733560 h 6857999"/>
              <a:gd name="connsiteX78" fmla="*/ 531634 w 4724400"/>
              <a:gd name="connsiteY78" fmla="*/ 6610993 h 6857999"/>
              <a:gd name="connsiteX79" fmla="*/ 247554 w 4724400"/>
              <a:gd name="connsiteY79" fmla="*/ 6197148 h 6857999"/>
              <a:gd name="connsiteX80" fmla="*/ 33651 w 4724400"/>
              <a:gd name="connsiteY80" fmla="*/ 5957901 h 6857999"/>
              <a:gd name="connsiteX81" fmla="*/ 0 w 4724400"/>
              <a:gd name="connsiteY81" fmla="*/ 5925131 h 6857999"/>
              <a:gd name="connsiteX82" fmla="*/ 1656340 w 4724400"/>
              <a:gd name="connsiteY82" fmla="*/ 5825040 h 6857999"/>
              <a:gd name="connsiteX83" fmla="*/ 1653246 w 4724400"/>
              <a:gd name="connsiteY83" fmla="*/ 5829053 h 6857999"/>
              <a:gd name="connsiteX84" fmla="*/ 1655667 w 4724400"/>
              <a:gd name="connsiteY84" fmla="*/ 5829425 h 6857999"/>
              <a:gd name="connsiteX85" fmla="*/ 2630124 w 4724400"/>
              <a:gd name="connsiteY85" fmla="*/ 5591852 h 6857999"/>
              <a:gd name="connsiteX86" fmla="*/ 2177648 w 4724400"/>
              <a:gd name="connsiteY86" fmla="*/ 5630119 h 6857999"/>
              <a:gd name="connsiteX87" fmla="*/ 2076258 w 4724400"/>
              <a:gd name="connsiteY87" fmla="*/ 5650510 h 6857999"/>
              <a:gd name="connsiteX88" fmla="*/ 2214048 w 4724400"/>
              <a:gd name="connsiteY88" fmla="*/ 5629828 h 6857999"/>
              <a:gd name="connsiteX89" fmla="*/ 3090246 w 4724400"/>
              <a:gd name="connsiteY89" fmla="*/ 5601337 h 6857999"/>
              <a:gd name="connsiteX90" fmla="*/ 2834104 w 4724400"/>
              <a:gd name="connsiteY90" fmla="*/ 5598847 h 6857999"/>
              <a:gd name="connsiteX91" fmla="*/ 2782953 w 4724400"/>
              <a:gd name="connsiteY91" fmla="*/ 5595539 h 6857999"/>
              <a:gd name="connsiteX92" fmla="*/ 2630124 w 4724400"/>
              <a:gd name="connsiteY92" fmla="*/ 5591852 h 6857999"/>
              <a:gd name="connsiteX93" fmla="*/ 2751064 w 4724400"/>
              <a:gd name="connsiteY93" fmla="*/ 5525300 h 6857999"/>
              <a:gd name="connsiteX94" fmla="*/ 2618554 w 4724400"/>
              <a:gd name="connsiteY94" fmla="*/ 5525937 h 6857999"/>
              <a:gd name="connsiteX95" fmla="*/ 2311014 w 4724400"/>
              <a:gd name="connsiteY95" fmla="*/ 5550189 h 6857999"/>
              <a:gd name="connsiteX96" fmla="*/ 2134103 w 4724400"/>
              <a:gd name="connsiteY96" fmla="*/ 5605852 h 6857999"/>
              <a:gd name="connsiteX97" fmla="*/ 2174084 w 4724400"/>
              <a:gd name="connsiteY97" fmla="*/ 5600203 h 6857999"/>
              <a:gd name="connsiteX98" fmla="*/ 2785199 w 4724400"/>
              <a:gd name="connsiteY98" fmla="*/ 5564971 h 6857999"/>
              <a:gd name="connsiteX99" fmla="*/ 2836697 w 4724400"/>
              <a:gd name="connsiteY99" fmla="*/ 5568822 h 6857999"/>
              <a:gd name="connsiteX100" fmla="*/ 3066345 w 4724400"/>
              <a:gd name="connsiteY100" fmla="*/ 5573703 h 6857999"/>
              <a:gd name="connsiteX101" fmla="*/ 2978461 w 4724400"/>
              <a:gd name="connsiteY101" fmla="*/ 5555562 h 6857999"/>
              <a:gd name="connsiteX102" fmla="*/ 2893277 w 4724400"/>
              <a:gd name="connsiteY102" fmla="*/ 5538004 h 6857999"/>
              <a:gd name="connsiteX103" fmla="*/ 2751064 w 4724400"/>
              <a:gd name="connsiteY103" fmla="*/ 5525300 h 6857999"/>
              <a:gd name="connsiteX104" fmla="*/ 2636807 w 4724400"/>
              <a:gd name="connsiteY104" fmla="*/ 5458317 h 6857999"/>
              <a:gd name="connsiteX105" fmla="*/ 2236775 w 4724400"/>
              <a:gd name="connsiteY105" fmla="*/ 5536349 h 6857999"/>
              <a:gd name="connsiteX106" fmla="*/ 2306204 w 4724400"/>
              <a:gd name="connsiteY106" fmla="*/ 5519543 h 6857999"/>
              <a:gd name="connsiteX107" fmla="*/ 2619005 w 4724400"/>
              <a:gd name="connsiteY107" fmla="*/ 5494992 h 6857999"/>
              <a:gd name="connsiteX108" fmla="*/ 2899676 w 4724400"/>
              <a:gd name="connsiteY108" fmla="*/ 5507848 h 6857999"/>
              <a:gd name="connsiteX109" fmla="*/ 2986662 w 4724400"/>
              <a:gd name="connsiteY109" fmla="*/ 5525798 h 6857999"/>
              <a:gd name="connsiteX110" fmla="*/ 3101623 w 4724400"/>
              <a:gd name="connsiteY110" fmla="*/ 5547311 h 6857999"/>
              <a:gd name="connsiteX111" fmla="*/ 2636807 w 4724400"/>
              <a:gd name="connsiteY111" fmla="*/ 5458317 h 6857999"/>
              <a:gd name="connsiteX112" fmla="*/ 0 w 4724400"/>
              <a:gd name="connsiteY112" fmla="*/ 5142496 h 6857999"/>
              <a:gd name="connsiteX113" fmla="*/ 127996 w 4724400"/>
              <a:gd name="connsiteY113" fmla="*/ 5201004 h 6857999"/>
              <a:gd name="connsiteX114" fmla="*/ 661087 w 4724400"/>
              <a:gd name="connsiteY114" fmla="*/ 5790959 h 6857999"/>
              <a:gd name="connsiteX115" fmla="*/ 1029402 w 4724400"/>
              <a:gd name="connsiteY115" fmla="*/ 6204913 h 6857999"/>
              <a:gd name="connsiteX116" fmla="*/ 1046692 w 4724400"/>
              <a:gd name="connsiteY116" fmla="*/ 6015372 h 6857999"/>
              <a:gd name="connsiteX117" fmla="*/ 1024238 w 4724400"/>
              <a:gd name="connsiteY117" fmla="*/ 5336275 h 6857999"/>
              <a:gd name="connsiteX118" fmla="*/ 1138131 w 4724400"/>
              <a:gd name="connsiteY118" fmla="*/ 5600804 h 6857999"/>
              <a:gd name="connsiteX119" fmla="*/ 1127280 w 4724400"/>
              <a:gd name="connsiteY119" fmla="*/ 6039262 h 6857999"/>
              <a:gd name="connsiteX120" fmla="*/ 1026642 w 4724400"/>
              <a:gd name="connsiteY120" fmla="*/ 6792600 h 6857999"/>
              <a:gd name="connsiteX121" fmla="*/ 1327075 w 4724400"/>
              <a:gd name="connsiteY121" fmla="*/ 6590735 h 6857999"/>
              <a:gd name="connsiteX122" fmla="*/ 1332848 w 4724400"/>
              <a:gd name="connsiteY122" fmla="*/ 6581371 h 6857999"/>
              <a:gd name="connsiteX123" fmla="*/ 1320586 w 4724400"/>
              <a:gd name="connsiteY123" fmla="*/ 6572441 h 6857999"/>
              <a:gd name="connsiteX124" fmla="*/ 1669632 w 4724400"/>
              <a:gd name="connsiteY124" fmla="*/ 5665639 h 6857999"/>
              <a:gd name="connsiteX125" fmla="*/ 1749165 w 4724400"/>
              <a:gd name="connsiteY125" fmla="*/ 5696416 h 6857999"/>
              <a:gd name="connsiteX126" fmla="*/ 1502249 w 4724400"/>
              <a:gd name="connsiteY126" fmla="*/ 6466405 h 6857999"/>
              <a:gd name="connsiteX127" fmla="*/ 2238637 w 4724400"/>
              <a:gd name="connsiteY127" fmla="*/ 6419148 h 6857999"/>
              <a:gd name="connsiteX128" fmla="*/ 2642775 w 4724400"/>
              <a:gd name="connsiteY128" fmla="*/ 6563116 h 6857999"/>
              <a:gd name="connsiteX129" fmla="*/ 2628681 w 4724400"/>
              <a:gd name="connsiteY129" fmla="*/ 6578254 h 6857999"/>
              <a:gd name="connsiteX130" fmla="*/ 1600072 w 4724400"/>
              <a:gd name="connsiteY130" fmla="*/ 6648608 h 6857999"/>
              <a:gd name="connsiteX131" fmla="*/ 1391841 w 4724400"/>
              <a:gd name="connsiteY131" fmla="*/ 6641028 h 6857999"/>
              <a:gd name="connsiteX132" fmla="*/ 1389928 w 4724400"/>
              <a:gd name="connsiteY132" fmla="*/ 6641375 h 6857999"/>
              <a:gd name="connsiteX133" fmla="*/ 1380979 w 4724400"/>
              <a:gd name="connsiteY133" fmla="*/ 6643204 h 6857999"/>
              <a:gd name="connsiteX134" fmla="*/ 1108685 w 4724400"/>
              <a:gd name="connsiteY134" fmla="*/ 6824788 h 6857999"/>
              <a:gd name="connsiteX135" fmla="*/ 1051559 w 4724400"/>
              <a:gd name="connsiteY135" fmla="*/ 6857998 h 6857999"/>
              <a:gd name="connsiteX136" fmla="*/ 925940 w 4724400"/>
              <a:gd name="connsiteY136" fmla="*/ 6857998 h 6857999"/>
              <a:gd name="connsiteX137" fmla="*/ 949746 w 4724400"/>
              <a:gd name="connsiteY137" fmla="*/ 6745652 h 6857999"/>
              <a:gd name="connsiteX138" fmla="*/ 1017902 w 4724400"/>
              <a:gd name="connsiteY138" fmla="*/ 6308216 h 6857999"/>
              <a:gd name="connsiteX139" fmla="*/ 1012614 w 4724400"/>
              <a:gd name="connsiteY139" fmla="*/ 6302278 h 6857999"/>
              <a:gd name="connsiteX140" fmla="*/ 644615 w 4724400"/>
              <a:gd name="connsiteY140" fmla="*/ 5837768 h 6857999"/>
              <a:gd name="connsiteX141" fmla="*/ 627546 w 4724400"/>
              <a:gd name="connsiteY141" fmla="*/ 5831943 h 6857999"/>
              <a:gd name="connsiteX142" fmla="*/ 128963 w 4724400"/>
              <a:gd name="connsiteY142" fmla="*/ 5481226 h 6857999"/>
              <a:gd name="connsiteX143" fmla="*/ 0 w 4724400"/>
              <a:gd name="connsiteY143" fmla="*/ 5361850 h 6857999"/>
              <a:gd name="connsiteX144" fmla="*/ 0 w 4724400"/>
              <a:gd name="connsiteY144" fmla="*/ 5297634 h 6857999"/>
              <a:gd name="connsiteX145" fmla="*/ 40861 w 4724400"/>
              <a:gd name="connsiteY145" fmla="*/ 5333413 h 6857999"/>
              <a:gd name="connsiteX146" fmla="*/ 514278 w 4724400"/>
              <a:gd name="connsiteY146" fmla="*/ 5738345 h 6857999"/>
              <a:gd name="connsiteX147" fmla="*/ 337180 w 4724400"/>
              <a:gd name="connsiteY147" fmla="*/ 5572174 h 6857999"/>
              <a:gd name="connsiteX148" fmla="*/ 303564 w 4724400"/>
              <a:gd name="connsiteY148" fmla="*/ 5536908 h 6857999"/>
              <a:gd name="connsiteX149" fmla="*/ 88496 w 4724400"/>
              <a:gd name="connsiteY149" fmla="*/ 5343132 h 6857999"/>
              <a:gd name="connsiteX150" fmla="*/ 0 w 4724400"/>
              <a:gd name="connsiteY150" fmla="*/ 5277736 h 6857999"/>
              <a:gd name="connsiteX151" fmla="*/ 0 w 4724400"/>
              <a:gd name="connsiteY151" fmla="*/ 5241225 h 6857999"/>
              <a:gd name="connsiteX152" fmla="*/ 106479 w 4724400"/>
              <a:gd name="connsiteY152" fmla="*/ 5319780 h 6857999"/>
              <a:gd name="connsiteX153" fmla="*/ 324159 w 4724400"/>
              <a:gd name="connsiteY153" fmla="*/ 5515717 h 6857999"/>
              <a:gd name="connsiteX154" fmla="*/ 357680 w 4724400"/>
              <a:gd name="connsiteY154" fmla="*/ 5551608 h 6857999"/>
              <a:gd name="connsiteX155" fmla="*/ 514810 w 4724400"/>
              <a:gd name="connsiteY155" fmla="*/ 5702551 h 6857999"/>
              <a:gd name="connsiteX156" fmla="*/ 464808 w 4724400"/>
              <a:gd name="connsiteY156" fmla="*/ 5632736 h 6857999"/>
              <a:gd name="connsiteX157" fmla="*/ 416327 w 4724400"/>
              <a:gd name="connsiteY157" fmla="*/ 5565087 h 6857999"/>
              <a:gd name="connsiteX158" fmla="*/ 232232 w 4724400"/>
              <a:gd name="connsiteY158" fmla="*/ 5379904 h 6857999"/>
              <a:gd name="connsiteX159" fmla="*/ 2640 w 4724400"/>
              <a:gd name="connsiteY159" fmla="*/ 5200559 h 6857999"/>
              <a:gd name="connsiteX160" fmla="*/ 0 w 4724400"/>
              <a:gd name="connsiteY160" fmla="*/ 5199146 h 6857999"/>
              <a:gd name="connsiteX161" fmla="*/ 0 w 4724400"/>
              <a:gd name="connsiteY161" fmla="*/ 5164774 h 6857999"/>
              <a:gd name="connsiteX162" fmla="*/ 18363 w 4724400"/>
              <a:gd name="connsiteY162" fmla="*/ 5174783 h 6857999"/>
              <a:gd name="connsiteX163" fmla="*/ 251810 w 4724400"/>
              <a:gd name="connsiteY163" fmla="*/ 5357281 h 6857999"/>
              <a:gd name="connsiteX164" fmla="*/ 439563 w 4724400"/>
              <a:gd name="connsiteY164" fmla="*/ 5546863 h 6857999"/>
              <a:gd name="connsiteX165" fmla="*/ 489056 w 4724400"/>
              <a:gd name="connsiteY165" fmla="*/ 5615961 h 6857999"/>
              <a:gd name="connsiteX166" fmla="*/ 555845 w 4724400"/>
              <a:gd name="connsiteY166" fmla="*/ 5705642 h 6857999"/>
              <a:gd name="connsiteX167" fmla="*/ 287056 w 4724400"/>
              <a:gd name="connsiteY167" fmla="*/ 5341546 h 6857999"/>
              <a:gd name="connsiteX168" fmla="*/ 49874 w 4724400"/>
              <a:gd name="connsiteY168" fmla="*/ 5178238 h 6857999"/>
              <a:gd name="connsiteX169" fmla="*/ 0 w 4724400"/>
              <a:gd name="connsiteY169" fmla="*/ 5158623 h 6857999"/>
              <a:gd name="connsiteX170" fmla="*/ 4076694 w 4724400"/>
              <a:gd name="connsiteY170" fmla="*/ 4944364 h 6857999"/>
              <a:gd name="connsiteX171" fmla="*/ 4287610 w 4724400"/>
              <a:gd name="connsiteY171" fmla="*/ 5588157 h 6857999"/>
              <a:gd name="connsiteX172" fmla="*/ 4076694 w 4724400"/>
              <a:gd name="connsiteY172" fmla="*/ 4944364 h 6857999"/>
              <a:gd name="connsiteX173" fmla="*/ 4103808 w 4724400"/>
              <a:gd name="connsiteY173" fmla="*/ 4918599 h 6857999"/>
              <a:gd name="connsiteX174" fmla="*/ 4310650 w 4724400"/>
              <a:gd name="connsiteY174" fmla="*/ 5565760 h 6857999"/>
              <a:gd name="connsiteX175" fmla="*/ 4103808 w 4724400"/>
              <a:gd name="connsiteY175" fmla="*/ 4918599 h 6857999"/>
              <a:gd name="connsiteX176" fmla="*/ 4072554 w 4724400"/>
              <a:gd name="connsiteY176" fmla="*/ 4867303 h 6857999"/>
              <a:gd name="connsiteX177" fmla="*/ 4072780 w 4724400"/>
              <a:gd name="connsiteY177" fmla="*/ 4872526 h 6857999"/>
              <a:gd name="connsiteX178" fmla="*/ 4074990 w 4724400"/>
              <a:gd name="connsiteY178" fmla="*/ 4871112 h 6857999"/>
              <a:gd name="connsiteX179" fmla="*/ 3100062 w 4724400"/>
              <a:gd name="connsiteY179" fmla="*/ 4866948 h 6857999"/>
              <a:gd name="connsiteX180" fmla="*/ 2963625 w 4724400"/>
              <a:gd name="connsiteY180" fmla="*/ 4877568 h 6857999"/>
              <a:gd name="connsiteX181" fmla="*/ 2809956 w 4724400"/>
              <a:gd name="connsiteY181" fmla="*/ 4889247 h 6857999"/>
              <a:gd name="connsiteX182" fmla="*/ 2688275 w 4724400"/>
              <a:gd name="connsiteY182" fmla="*/ 4882769 h 6857999"/>
              <a:gd name="connsiteX183" fmla="*/ 2605133 w 4724400"/>
              <a:gd name="connsiteY183" fmla="*/ 4876924 h 6857999"/>
              <a:gd name="connsiteX184" fmla="*/ 2414900 w 4724400"/>
              <a:gd name="connsiteY184" fmla="*/ 4881330 h 6857999"/>
              <a:gd name="connsiteX185" fmla="*/ 2217605 w 4724400"/>
              <a:gd name="connsiteY185" fmla="*/ 4885650 h 6857999"/>
              <a:gd name="connsiteX186" fmla="*/ 2199332 w 4724400"/>
              <a:gd name="connsiteY186" fmla="*/ 4885075 h 6857999"/>
              <a:gd name="connsiteX187" fmla="*/ 2141062 w 4724400"/>
              <a:gd name="connsiteY187" fmla="*/ 4884027 h 6857999"/>
              <a:gd name="connsiteX188" fmla="*/ 2558630 w 4724400"/>
              <a:gd name="connsiteY188" fmla="*/ 4938088 h 6857999"/>
              <a:gd name="connsiteX189" fmla="*/ 3100062 w 4724400"/>
              <a:gd name="connsiteY189" fmla="*/ 4866948 h 6857999"/>
              <a:gd name="connsiteX190" fmla="*/ 2753415 w 4724400"/>
              <a:gd name="connsiteY190" fmla="*/ 4783657 h 6857999"/>
              <a:gd name="connsiteX191" fmla="*/ 2639521 w 4724400"/>
              <a:gd name="connsiteY191" fmla="*/ 4785091 h 6857999"/>
              <a:gd name="connsiteX192" fmla="*/ 2193068 w 4724400"/>
              <a:gd name="connsiteY192" fmla="*/ 4854595 h 6857999"/>
              <a:gd name="connsiteX193" fmla="*/ 2201931 w 4724400"/>
              <a:gd name="connsiteY193" fmla="*/ 4855057 h 6857999"/>
              <a:gd name="connsiteX194" fmla="*/ 2219654 w 4724400"/>
              <a:gd name="connsiteY194" fmla="*/ 4855986 h 6857999"/>
              <a:gd name="connsiteX195" fmla="*/ 2413690 w 4724400"/>
              <a:gd name="connsiteY195" fmla="*/ 4851445 h 6857999"/>
              <a:gd name="connsiteX196" fmla="*/ 2606832 w 4724400"/>
              <a:gd name="connsiteY196" fmla="*/ 4846715 h 6857999"/>
              <a:gd name="connsiteX197" fmla="*/ 2691769 w 4724400"/>
              <a:gd name="connsiteY197" fmla="*/ 4852935 h 6857999"/>
              <a:gd name="connsiteX198" fmla="*/ 2811106 w 4724400"/>
              <a:gd name="connsiteY198" fmla="*/ 4859393 h 6857999"/>
              <a:gd name="connsiteX199" fmla="*/ 2961520 w 4724400"/>
              <a:gd name="connsiteY199" fmla="*/ 4847493 h 6857999"/>
              <a:gd name="connsiteX200" fmla="*/ 3070965 w 4724400"/>
              <a:gd name="connsiteY200" fmla="*/ 4837270 h 6857999"/>
              <a:gd name="connsiteX201" fmla="*/ 2753415 w 4724400"/>
              <a:gd name="connsiteY201" fmla="*/ 4783657 h 6857999"/>
              <a:gd name="connsiteX202" fmla="*/ 2389654 w 4724400"/>
              <a:gd name="connsiteY202" fmla="*/ 4275904 h 6857999"/>
              <a:gd name="connsiteX203" fmla="*/ 1522266 w 4724400"/>
              <a:gd name="connsiteY203" fmla="*/ 4472742 h 6857999"/>
              <a:gd name="connsiteX204" fmla="*/ 1464014 w 4724400"/>
              <a:gd name="connsiteY204" fmla="*/ 4498508 h 6857999"/>
              <a:gd name="connsiteX205" fmla="*/ 1376111 w 4724400"/>
              <a:gd name="connsiteY205" fmla="*/ 4536334 h 6857999"/>
              <a:gd name="connsiteX206" fmla="*/ 1498493 w 4724400"/>
              <a:gd name="connsiteY206" fmla="*/ 4502509 h 6857999"/>
              <a:gd name="connsiteX207" fmla="*/ 1831627 w 4724400"/>
              <a:gd name="connsiteY207" fmla="*/ 4454994 h 6857999"/>
              <a:gd name="connsiteX208" fmla="*/ 2389654 w 4724400"/>
              <a:gd name="connsiteY208" fmla="*/ 4275904 h 6857999"/>
              <a:gd name="connsiteX209" fmla="*/ 2147582 w 4724400"/>
              <a:gd name="connsiteY209" fmla="*/ 4220499 h 6857999"/>
              <a:gd name="connsiteX210" fmla="*/ 1556088 w 4724400"/>
              <a:gd name="connsiteY210" fmla="*/ 4425819 h 6857999"/>
              <a:gd name="connsiteX211" fmla="*/ 2346927 w 4724400"/>
              <a:gd name="connsiteY211" fmla="*/ 4248048 h 6857999"/>
              <a:gd name="connsiteX212" fmla="*/ 2147582 w 4724400"/>
              <a:gd name="connsiteY212" fmla="*/ 4220499 h 6857999"/>
              <a:gd name="connsiteX213" fmla="*/ 1790494 w 4724400"/>
              <a:gd name="connsiteY213" fmla="*/ 3958602 h 6857999"/>
              <a:gd name="connsiteX214" fmla="*/ 1059112 w 4724400"/>
              <a:gd name="connsiteY214" fmla="*/ 4119804 h 6857999"/>
              <a:gd name="connsiteX215" fmla="*/ 1790494 w 4724400"/>
              <a:gd name="connsiteY215" fmla="*/ 3958602 h 6857999"/>
              <a:gd name="connsiteX216" fmla="*/ 3757613 w 4724400"/>
              <a:gd name="connsiteY216" fmla="*/ 3936722 h 6857999"/>
              <a:gd name="connsiteX217" fmla="*/ 3715314 w 4724400"/>
              <a:gd name="connsiteY217" fmla="*/ 4196771 h 6857999"/>
              <a:gd name="connsiteX218" fmla="*/ 3631611 w 4724400"/>
              <a:gd name="connsiteY218" fmla="*/ 4613594 h 6857999"/>
              <a:gd name="connsiteX219" fmla="*/ 3596909 w 4724400"/>
              <a:gd name="connsiteY219" fmla="*/ 4707830 h 6857999"/>
              <a:gd name="connsiteX220" fmla="*/ 3581749 w 4724400"/>
              <a:gd name="connsiteY220" fmla="*/ 4747418 h 6857999"/>
              <a:gd name="connsiteX221" fmla="*/ 3510660 w 4724400"/>
              <a:gd name="connsiteY221" fmla="*/ 4966094 h 6857999"/>
              <a:gd name="connsiteX222" fmla="*/ 3757613 w 4724400"/>
              <a:gd name="connsiteY222" fmla="*/ 3936722 h 6857999"/>
              <a:gd name="connsiteX223" fmla="*/ 1701387 w 4724400"/>
              <a:gd name="connsiteY223" fmla="*/ 3919232 h 6857999"/>
              <a:gd name="connsiteX224" fmla="*/ 1136310 w 4724400"/>
              <a:gd name="connsiteY224" fmla="*/ 4068895 h 6857999"/>
              <a:gd name="connsiteX225" fmla="*/ 1784782 w 4724400"/>
              <a:gd name="connsiteY225" fmla="*/ 3927759 h 6857999"/>
              <a:gd name="connsiteX226" fmla="*/ 1701387 w 4724400"/>
              <a:gd name="connsiteY226" fmla="*/ 3919232 h 6857999"/>
              <a:gd name="connsiteX227" fmla="*/ 3733405 w 4724400"/>
              <a:gd name="connsiteY227" fmla="*/ 3900089 h 6857999"/>
              <a:gd name="connsiteX228" fmla="*/ 3500832 w 4724400"/>
              <a:gd name="connsiteY228" fmla="*/ 4885010 h 6857999"/>
              <a:gd name="connsiteX229" fmla="*/ 3552367 w 4724400"/>
              <a:gd name="connsiteY229" fmla="*/ 4735553 h 6857999"/>
              <a:gd name="connsiteX230" fmla="*/ 3567525 w 4724400"/>
              <a:gd name="connsiteY230" fmla="*/ 4695966 h 6857999"/>
              <a:gd name="connsiteX231" fmla="*/ 3602372 w 4724400"/>
              <a:gd name="connsiteY231" fmla="*/ 4603168 h 6857999"/>
              <a:gd name="connsiteX232" fmla="*/ 3684639 w 4724400"/>
              <a:gd name="connsiteY232" fmla="*/ 4192628 h 6857999"/>
              <a:gd name="connsiteX233" fmla="*/ 3733405 w 4724400"/>
              <a:gd name="connsiteY233" fmla="*/ 3900089 h 6857999"/>
              <a:gd name="connsiteX234" fmla="*/ 2800959 w 4724400"/>
              <a:gd name="connsiteY234" fmla="*/ 3871054 h 6857999"/>
              <a:gd name="connsiteX235" fmla="*/ 3026569 w 4724400"/>
              <a:gd name="connsiteY235" fmla="*/ 4520780 h 6857999"/>
              <a:gd name="connsiteX236" fmla="*/ 2889061 w 4724400"/>
              <a:gd name="connsiteY236" fmla="*/ 4157302 h 6857999"/>
              <a:gd name="connsiteX237" fmla="*/ 2800959 w 4724400"/>
              <a:gd name="connsiteY237" fmla="*/ 3871054 h 6857999"/>
              <a:gd name="connsiteX238" fmla="*/ 2809929 w 4724400"/>
              <a:gd name="connsiteY238" fmla="*/ 3701307 h 6857999"/>
              <a:gd name="connsiteX239" fmla="*/ 2809197 w 4724400"/>
              <a:gd name="connsiteY239" fmla="*/ 3708672 h 6857999"/>
              <a:gd name="connsiteX240" fmla="*/ 2918306 w 4724400"/>
              <a:gd name="connsiteY240" fmla="*/ 4147031 h 6857999"/>
              <a:gd name="connsiteX241" fmla="*/ 3068858 w 4724400"/>
              <a:gd name="connsiteY241" fmla="*/ 4544310 h 6857999"/>
              <a:gd name="connsiteX242" fmla="*/ 2968879 w 4724400"/>
              <a:gd name="connsiteY242" fmla="*/ 4144570 h 6857999"/>
              <a:gd name="connsiteX243" fmla="*/ 2809929 w 4724400"/>
              <a:gd name="connsiteY243" fmla="*/ 3701307 h 6857999"/>
              <a:gd name="connsiteX244" fmla="*/ 1867196 w 4724400"/>
              <a:gd name="connsiteY244" fmla="*/ 3456584 h 6857999"/>
              <a:gd name="connsiteX245" fmla="*/ 2183970 w 4724400"/>
              <a:gd name="connsiteY245" fmla="*/ 3826505 h 6857999"/>
              <a:gd name="connsiteX246" fmla="*/ 1867196 w 4724400"/>
              <a:gd name="connsiteY246" fmla="*/ 3456584 h 6857999"/>
              <a:gd name="connsiteX247" fmla="*/ 2322880 w 4724400"/>
              <a:gd name="connsiteY247" fmla="*/ 3078533 h 6857999"/>
              <a:gd name="connsiteX248" fmla="*/ 2295695 w 4724400"/>
              <a:gd name="connsiteY248" fmla="*/ 3245370 h 6857999"/>
              <a:gd name="connsiteX249" fmla="*/ 2268858 w 4724400"/>
              <a:gd name="connsiteY249" fmla="*/ 3758413 h 6857999"/>
              <a:gd name="connsiteX250" fmla="*/ 2295899 w 4724400"/>
              <a:gd name="connsiteY250" fmla="*/ 3528057 h 6857999"/>
              <a:gd name="connsiteX251" fmla="*/ 2326306 w 4724400"/>
              <a:gd name="connsiteY251" fmla="*/ 3231157 h 6857999"/>
              <a:gd name="connsiteX252" fmla="*/ 2324274 w 4724400"/>
              <a:gd name="connsiteY252" fmla="*/ 3142788 h 6857999"/>
              <a:gd name="connsiteX253" fmla="*/ 2322880 w 4724400"/>
              <a:gd name="connsiteY253" fmla="*/ 3078533 h 6857999"/>
              <a:gd name="connsiteX254" fmla="*/ 912797 w 4724400"/>
              <a:gd name="connsiteY254" fmla="*/ 2896659 h 6857999"/>
              <a:gd name="connsiteX255" fmla="*/ 1167201 w 4724400"/>
              <a:gd name="connsiteY255" fmla="*/ 3304169 h 6857999"/>
              <a:gd name="connsiteX256" fmla="*/ 1503848 w 4724400"/>
              <a:gd name="connsiteY256" fmla="*/ 3675946 h 6857999"/>
              <a:gd name="connsiteX257" fmla="*/ 1353091 w 4724400"/>
              <a:gd name="connsiteY257" fmla="*/ 3486482 h 6857999"/>
              <a:gd name="connsiteX258" fmla="*/ 1340012 w 4724400"/>
              <a:gd name="connsiteY258" fmla="*/ 3467256 h 6857999"/>
              <a:gd name="connsiteX259" fmla="*/ 1089196 w 4724400"/>
              <a:gd name="connsiteY259" fmla="*/ 3116474 h 6857999"/>
              <a:gd name="connsiteX260" fmla="*/ 959418 w 4724400"/>
              <a:gd name="connsiteY260" fmla="*/ 2948853 h 6857999"/>
              <a:gd name="connsiteX261" fmla="*/ 912797 w 4724400"/>
              <a:gd name="connsiteY261" fmla="*/ 2896659 h 6857999"/>
              <a:gd name="connsiteX262" fmla="*/ 2363420 w 4724400"/>
              <a:gd name="connsiteY262" fmla="*/ 2871730 h 6857999"/>
              <a:gd name="connsiteX263" fmla="*/ 2360107 w 4724400"/>
              <a:gd name="connsiteY263" fmla="*/ 2915231 h 6857999"/>
              <a:gd name="connsiteX264" fmla="*/ 2353099 w 4724400"/>
              <a:gd name="connsiteY264" fmla="*/ 3051540 h 6857999"/>
              <a:gd name="connsiteX265" fmla="*/ 2354925 w 4724400"/>
              <a:gd name="connsiteY265" fmla="*/ 3140814 h 6857999"/>
              <a:gd name="connsiteX266" fmla="*/ 2357104 w 4724400"/>
              <a:gd name="connsiteY266" fmla="*/ 3230628 h 6857999"/>
              <a:gd name="connsiteX267" fmla="*/ 2326221 w 4724400"/>
              <a:gd name="connsiteY267" fmla="*/ 3531652 h 6857999"/>
              <a:gd name="connsiteX268" fmla="*/ 2299836 w 4724400"/>
              <a:gd name="connsiteY268" fmla="*/ 3750864 h 6857999"/>
              <a:gd name="connsiteX269" fmla="*/ 2346877 w 4724400"/>
              <a:gd name="connsiteY269" fmla="*/ 3662531 h 6857999"/>
              <a:gd name="connsiteX270" fmla="*/ 2363420 w 4724400"/>
              <a:gd name="connsiteY270" fmla="*/ 2871730 h 6857999"/>
              <a:gd name="connsiteX271" fmla="*/ 912921 w 4724400"/>
              <a:gd name="connsiteY271" fmla="*/ 2850596 h 6857999"/>
              <a:gd name="connsiteX272" fmla="*/ 983846 w 4724400"/>
              <a:gd name="connsiteY272" fmla="*/ 2928627 h 6857999"/>
              <a:gd name="connsiteX273" fmla="*/ 1114669 w 4724400"/>
              <a:gd name="connsiteY273" fmla="*/ 3097880 h 6857999"/>
              <a:gd name="connsiteX274" fmla="*/ 1366183 w 4724400"/>
              <a:gd name="connsiteY274" fmla="*/ 3449753 h 6857999"/>
              <a:gd name="connsiteX275" fmla="*/ 1379263 w 4724400"/>
              <a:gd name="connsiteY275" fmla="*/ 3468981 h 6857999"/>
              <a:gd name="connsiteX276" fmla="*/ 1492446 w 4724400"/>
              <a:gd name="connsiteY276" fmla="*/ 3620389 h 6857999"/>
              <a:gd name="connsiteX277" fmla="*/ 912921 w 4724400"/>
              <a:gd name="connsiteY277" fmla="*/ 2850596 h 6857999"/>
              <a:gd name="connsiteX278" fmla="*/ 2386551 w 4724400"/>
              <a:gd name="connsiteY278" fmla="*/ 2642862 h 6857999"/>
              <a:gd name="connsiteX279" fmla="*/ 2403741 w 4724400"/>
              <a:gd name="connsiteY279" fmla="*/ 2659697 h 6857999"/>
              <a:gd name="connsiteX280" fmla="*/ 2499078 w 4724400"/>
              <a:gd name="connsiteY280" fmla="*/ 3423399 h 6857999"/>
              <a:gd name="connsiteX281" fmla="*/ 2413232 w 4724400"/>
              <a:gd name="connsiteY281" fmla="*/ 3700562 h 6857999"/>
              <a:gd name="connsiteX282" fmla="*/ 2428424 w 4724400"/>
              <a:gd name="connsiteY282" fmla="*/ 4178295 h 6857999"/>
              <a:gd name="connsiteX283" fmla="*/ 2927779 w 4724400"/>
              <a:gd name="connsiteY283" fmla="*/ 4531843 h 6857999"/>
              <a:gd name="connsiteX284" fmla="*/ 2758380 w 4724400"/>
              <a:gd name="connsiteY284" fmla="*/ 3561061 h 6857999"/>
              <a:gd name="connsiteX285" fmla="*/ 2846610 w 4724400"/>
              <a:gd name="connsiteY285" fmla="*/ 3538353 h 6857999"/>
              <a:gd name="connsiteX286" fmla="*/ 3106063 w 4724400"/>
              <a:gd name="connsiteY286" fmla="*/ 4271430 h 6857999"/>
              <a:gd name="connsiteX287" fmla="*/ 3116136 w 4724400"/>
              <a:gd name="connsiteY287" fmla="*/ 4688819 h 6857999"/>
              <a:gd name="connsiteX288" fmla="*/ 3412872 w 4724400"/>
              <a:gd name="connsiteY288" fmla="*/ 4966558 h 6857999"/>
              <a:gd name="connsiteX289" fmla="*/ 3763612 w 4724400"/>
              <a:gd name="connsiteY289" fmla="*/ 3645474 h 6857999"/>
              <a:gd name="connsiteX290" fmla="*/ 3850165 w 4724400"/>
              <a:gd name="connsiteY290" fmla="*/ 3638405 h 6857999"/>
              <a:gd name="connsiteX291" fmla="*/ 3515311 w 4724400"/>
              <a:gd name="connsiteY291" fmla="*/ 5051260 h 6857999"/>
              <a:gd name="connsiteX292" fmla="*/ 3501147 w 4724400"/>
              <a:gd name="connsiteY292" fmla="*/ 5059552 h 6857999"/>
              <a:gd name="connsiteX293" fmla="*/ 3790420 w 4724400"/>
              <a:gd name="connsiteY293" fmla="*/ 5401078 h 6857999"/>
              <a:gd name="connsiteX294" fmla="*/ 4221141 w 4724400"/>
              <a:gd name="connsiteY294" fmla="*/ 6045312 h 6857999"/>
              <a:gd name="connsiteX295" fmla="*/ 4326825 w 4724400"/>
              <a:gd name="connsiteY295" fmla="*/ 5681109 h 6857999"/>
              <a:gd name="connsiteX296" fmla="*/ 4325127 w 4724400"/>
              <a:gd name="connsiteY296" fmla="*/ 5669934 h 6857999"/>
              <a:gd name="connsiteX297" fmla="*/ 4309144 w 4724400"/>
              <a:gd name="connsiteY297" fmla="*/ 5671723 h 6857999"/>
              <a:gd name="connsiteX298" fmla="*/ 3974946 w 4724400"/>
              <a:gd name="connsiteY298" fmla="*/ 4736592 h 6857999"/>
              <a:gd name="connsiteX299" fmla="*/ 4060171 w 4724400"/>
              <a:gd name="connsiteY299" fmla="*/ 4704317 h 6857999"/>
              <a:gd name="connsiteX300" fmla="*/ 4383942 w 4724400"/>
              <a:gd name="connsiteY300" fmla="*/ 5463703 h 6857999"/>
              <a:gd name="connsiteX301" fmla="*/ 4654905 w 4724400"/>
              <a:gd name="connsiteY301" fmla="*/ 5156948 h 6857999"/>
              <a:gd name="connsiteX302" fmla="*/ 4724400 w 4724400"/>
              <a:gd name="connsiteY302" fmla="*/ 5098975 h 6857999"/>
              <a:gd name="connsiteX303" fmla="*/ 4724400 w 4724400"/>
              <a:gd name="connsiteY303" fmla="*/ 5160063 h 6857999"/>
              <a:gd name="connsiteX304" fmla="*/ 4687505 w 4724400"/>
              <a:gd name="connsiteY304" fmla="*/ 5191181 h 6857999"/>
              <a:gd name="connsiteX305" fmla="*/ 4451303 w 4724400"/>
              <a:gd name="connsiteY305" fmla="*/ 5491132 h 6857999"/>
              <a:gd name="connsiteX306" fmla="*/ 4599954 w 4724400"/>
              <a:gd name="connsiteY306" fmla="*/ 5317498 h 6857999"/>
              <a:gd name="connsiteX307" fmla="*/ 4724400 w 4724400"/>
              <a:gd name="connsiteY307" fmla="*/ 5211392 h 6857999"/>
              <a:gd name="connsiteX308" fmla="*/ 4724400 w 4724400"/>
              <a:gd name="connsiteY308" fmla="*/ 5251559 h 6857999"/>
              <a:gd name="connsiteX309" fmla="*/ 4619898 w 4724400"/>
              <a:gd name="connsiteY309" fmla="*/ 5340764 h 6857999"/>
              <a:gd name="connsiteX310" fmla="*/ 4473735 w 4724400"/>
              <a:gd name="connsiteY310" fmla="*/ 5512809 h 6857999"/>
              <a:gd name="connsiteX311" fmla="*/ 4430539 w 4724400"/>
              <a:gd name="connsiteY311" fmla="*/ 5592553 h 6857999"/>
              <a:gd name="connsiteX312" fmla="*/ 4569759 w 4724400"/>
              <a:gd name="connsiteY312" fmla="*/ 5482816 h 6857999"/>
              <a:gd name="connsiteX313" fmla="*/ 4724400 w 4724400"/>
              <a:gd name="connsiteY313" fmla="*/ 5330891 h 6857999"/>
              <a:gd name="connsiteX314" fmla="*/ 4724400 w 4724400"/>
              <a:gd name="connsiteY314" fmla="*/ 5402912 h 6857999"/>
              <a:gd name="connsiteX315" fmla="*/ 4586888 w 4724400"/>
              <a:gd name="connsiteY315" fmla="*/ 5533939 h 6857999"/>
              <a:gd name="connsiteX316" fmla="*/ 4413377 w 4724400"/>
              <a:gd name="connsiteY316" fmla="*/ 5674040 h 6857999"/>
              <a:gd name="connsiteX317" fmla="*/ 4412066 w 4724400"/>
              <a:gd name="connsiteY317" fmla="*/ 5675644 h 6857999"/>
              <a:gd name="connsiteX318" fmla="*/ 4406074 w 4724400"/>
              <a:gd name="connsiteY318" fmla="*/ 5683306 h 6857999"/>
              <a:gd name="connsiteX319" fmla="*/ 4271008 w 4724400"/>
              <a:gd name="connsiteY319" fmla="*/ 6118417 h 6857999"/>
              <a:gd name="connsiteX320" fmla="*/ 4265220 w 4724400"/>
              <a:gd name="connsiteY320" fmla="*/ 6125184 h 6857999"/>
              <a:gd name="connsiteX321" fmla="*/ 4590463 w 4724400"/>
              <a:gd name="connsiteY321" fmla="*/ 6805045 h 6857999"/>
              <a:gd name="connsiteX322" fmla="*/ 4610122 w 4724400"/>
              <a:gd name="connsiteY322" fmla="*/ 6857999 h 6857999"/>
              <a:gd name="connsiteX323" fmla="*/ 4513231 w 4724400"/>
              <a:gd name="connsiteY323" fmla="*/ 6857999 h 6857999"/>
              <a:gd name="connsiteX324" fmla="*/ 4374770 w 4724400"/>
              <a:gd name="connsiteY324" fmla="*/ 6532596 h 6857999"/>
              <a:gd name="connsiteX325" fmla="*/ 4339518 w 4724400"/>
              <a:gd name="connsiteY325" fmla="*/ 6461642 h 6857999"/>
              <a:gd name="connsiteX326" fmla="*/ 3884810 w 4724400"/>
              <a:gd name="connsiteY326" fmla="*/ 5682534 h 6857999"/>
              <a:gd name="connsiteX327" fmla="*/ 3876498 w 4724400"/>
              <a:gd name="connsiteY327" fmla="*/ 5681717 h 6857999"/>
              <a:gd name="connsiteX328" fmla="*/ 3263209 w 4724400"/>
              <a:gd name="connsiteY328" fmla="*/ 5585749 h 6857999"/>
              <a:gd name="connsiteX329" fmla="*/ 3245450 w 4724400"/>
              <a:gd name="connsiteY329" fmla="*/ 5593271 h 6857999"/>
              <a:gd name="connsiteX330" fmla="*/ 1952592 w 4724400"/>
              <a:gd name="connsiteY330" fmla="*/ 5692050 h 6857999"/>
              <a:gd name="connsiteX331" fmla="*/ 1936466 w 4724400"/>
              <a:gd name="connsiteY331" fmla="*/ 5671708 h 6857999"/>
              <a:gd name="connsiteX332" fmla="*/ 3244709 w 4724400"/>
              <a:gd name="connsiteY332" fmla="*/ 5538562 h 6857999"/>
              <a:gd name="connsiteX333" fmla="*/ 3823886 w 4724400"/>
              <a:gd name="connsiteY333" fmla="*/ 5595804 h 6857999"/>
              <a:gd name="connsiteX334" fmla="*/ 3709024 w 4724400"/>
              <a:gd name="connsiteY334" fmla="*/ 5439340 h 6857999"/>
              <a:gd name="connsiteX335" fmla="*/ 3198362 w 4724400"/>
              <a:gd name="connsiteY335" fmla="*/ 4874588 h 6857999"/>
              <a:gd name="connsiteX336" fmla="*/ 3179417 w 4724400"/>
              <a:gd name="connsiteY336" fmla="*/ 4879047 h 6857999"/>
              <a:gd name="connsiteX337" fmla="*/ 2639496 w 4724400"/>
              <a:gd name="connsiteY337" fmla="*/ 4989072 h 6857999"/>
              <a:gd name="connsiteX338" fmla="*/ 1972353 w 4724400"/>
              <a:gd name="connsiteY338" fmla="*/ 4909921 h 6857999"/>
              <a:gd name="connsiteX339" fmla="*/ 2002679 w 4724400"/>
              <a:gd name="connsiteY339" fmla="*/ 4872131 h 6857999"/>
              <a:gd name="connsiteX340" fmla="*/ 3097424 w 4724400"/>
              <a:gd name="connsiteY340" fmla="*/ 4781269 h 6857999"/>
              <a:gd name="connsiteX341" fmla="*/ 2454890 w 4724400"/>
              <a:gd name="connsiteY341" fmla="*/ 4287833 h 6857999"/>
              <a:gd name="connsiteX342" fmla="*/ 2452881 w 4724400"/>
              <a:gd name="connsiteY342" fmla="*/ 4288346 h 6857999"/>
              <a:gd name="connsiteX343" fmla="*/ 2448527 w 4724400"/>
              <a:gd name="connsiteY343" fmla="*/ 4288836 h 6857999"/>
              <a:gd name="connsiteX344" fmla="*/ 2323525 w 4724400"/>
              <a:gd name="connsiteY344" fmla="*/ 4367248 h 6857999"/>
              <a:gd name="connsiteX345" fmla="*/ 2060764 w 4724400"/>
              <a:gd name="connsiteY345" fmla="*/ 4451767 h 6857999"/>
              <a:gd name="connsiteX346" fmla="*/ 1162250 w 4724400"/>
              <a:gd name="connsiteY346" fmla="*/ 4613329 h 6857999"/>
              <a:gd name="connsiteX347" fmla="*/ 1132639 w 4724400"/>
              <a:gd name="connsiteY347" fmla="*/ 4596243 h 6857999"/>
              <a:gd name="connsiteX348" fmla="*/ 2293970 w 4724400"/>
              <a:gd name="connsiteY348" fmla="*/ 4182283 h 6857999"/>
              <a:gd name="connsiteX349" fmla="*/ 1900637 w 4724400"/>
              <a:gd name="connsiteY349" fmla="*/ 3949470 h 6857999"/>
              <a:gd name="connsiteX350" fmla="*/ 1887014 w 4724400"/>
              <a:gd name="connsiteY350" fmla="*/ 3951288 h 6857999"/>
              <a:gd name="connsiteX351" fmla="*/ 896751 w 4724400"/>
              <a:gd name="connsiteY351" fmla="*/ 4159267 h 6857999"/>
              <a:gd name="connsiteX352" fmla="*/ 918967 w 4724400"/>
              <a:gd name="connsiteY352" fmla="*/ 4119760 h 6857999"/>
              <a:gd name="connsiteX353" fmla="*/ 1764113 w 4724400"/>
              <a:gd name="connsiteY353" fmla="*/ 3873539 h 6857999"/>
              <a:gd name="connsiteX354" fmla="*/ 1555701 w 4724400"/>
              <a:gd name="connsiteY354" fmla="*/ 3763109 h 6857999"/>
              <a:gd name="connsiteX355" fmla="*/ 1542956 w 4724400"/>
              <a:gd name="connsiteY355" fmla="*/ 3758998 h 6857999"/>
              <a:gd name="connsiteX356" fmla="*/ 1136724 w 4724400"/>
              <a:gd name="connsiteY356" fmla="*/ 3417171 h 6857999"/>
              <a:gd name="connsiteX357" fmla="*/ 750977 w 4724400"/>
              <a:gd name="connsiteY357" fmla="*/ 2770227 h 6857999"/>
              <a:gd name="connsiteX358" fmla="*/ 755174 w 4724400"/>
              <a:gd name="connsiteY358" fmla="*/ 2749954 h 6857999"/>
              <a:gd name="connsiteX359" fmla="*/ 830023 w 4724400"/>
              <a:gd name="connsiteY359" fmla="*/ 2731935 h 6857999"/>
              <a:gd name="connsiteX360" fmla="*/ 1623018 w 4724400"/>
              <a:gd name="connsiteY360" fmla="*/ 3716225 h 6857999"/>
              <a:gd name="connsiteX361" fmla="*/ 2294841 w 4724400"/>
              <a:gd name="connsiteY361" fmla="*/ 4093587 h 6857999"/>
              <a:gd name="connsiteX362" fmla="*/ 2250226 w 4724400"/>
              <a:gd name="connsiteY362" fmla="*/ 3916719 h 6857999"/>
              <a:gd name="connsiteX363" fmla="*/ 2245523 w 4724400"/>
              <a:gd name="connsiteY363" fmla="*/ 3916663 h 6857999"/>
              <a:gd name="connsiteX364" fmla="*/ 1707994 w 4724400"/>
              <a:gd name="connsiteY364" fmla="*/ 3326950 h 6857999"/>
              <a:gd name="connsiteX365" fmla="*/ 1786341 w 4724400"/>
              <a:gd name="connsiteY365" fmla="*/ 3287566 h 6857999"/>
              <a:gd name="connsiteX366" fmla="*/ 2158071 w 4724400"/>
              <a:gd name="connsiteY366" fmla="*/ 3639960 h 6857999"/>
              <a:gd name="connsiteX367" fmla="*/ 2189281 w 4724400"/>
              <a:gd name="connsiteY367" fmla="*/ 3333361 h 6857999"/>
              <a:gd name="connsiteX368" fmla="*/ 2314466 w 4724400"/>
              <a:gd name="connsiteY368" fmla="*/ 2680771 h 6857999"/>
              <a:gd name="connsiteX369" fmla="*/ 2386551 w 4724400"/>
              <a:gd name="connsiteY369" fmla="*/ 2642862 h 6857999"/>
              <a:gd name="connsiteX370" fmla="*/ 3646699 w 4724400"/>
              <a:gd name="connsiteY370" fmla="*/ 2390555 h 6857999"/>
              <a:gd name="connsiteX371" fmla="*/ 3645773 w 4724400"/>
              <a:gd name="connsiteY371" fmla="*/ 2392739 h 6857999"/>
              <a:gd name="connsiteX372" fmla="*/ 3649597 w 4724400"/>
              <a:gd name="connsiteY372" fmla="*/ 2394358 h 6857999"/>
              <a:gd name="connsiteX373" fmla="*/ 3646699 w 4724400"/>
              <a:gd name="connsiteY373" fmla="*/ 2390555 h 6857999"/>
              <a:gd name="connsiteX374" fmla="*/ 3038676 w 4724400"/>
              <a:gd name="connsiteY374" fmla="*/ 2118977 h 6857999"/>
              <a:gd name="connsiteX375" fmla="*/ 2963942 w 4724400"/>
              <a:gd name="connsiteY375" fmla="*/ 2525128 h 6857999"/>
              <a:gd name="connsiteX376" fmla="*/ 2923775 w 4724400"/>
              <a:gd name="connsiteY376" fmla="*/ 2667145 h 6857999"/>
              <a:gd name="connsiteX377" fmla="*/ 2887447 w 4724400"/>
              <a:gd name="connsiteY377" fmla="*/ 2832031 h 6857999"/>
              <a:gd name="connsiteX378" fmla="*/ 2868480 w 4724400"/>
              <a:gd name="connsiteY378" fmla="*/ 2927011 h 6857999"/>
              <a:gd name="connsiteX379" fmla="*/ 2921794 w 4724400"/>
              <a:gd name="connsiteY379" fmla="*/ 2782834 h 6857999"/>
              <a:gd name="connsiteX380" fmla="*/ 3038676 w 4724400"/>
              <a:gd name="connsiteY380" fmla="*/ 2118977 h 6857999"/>
              <a:gd name="connsiteX381" fmla="*/ 4070579 w 4724400"/>
              <a:gd name="connsiteY381" fmla="*/ 2090376 h 6857999"/>
              <a:gd name="connsiteX382" fmla="*/ 4109879 w 4724400"/>
              <a:gd name="connsiteY382" fmla="*/ 2228695 h 6857999"/>
              <a:gd name="connsiteX383" fmla="*/ 4119154 w 4724400"/>
              <a:gd name="connsiteY383" fmla="*/ 2266098 h 6857999"/>
              <a:gd name="connsiteX384" fmla="*/ 4141411 w 4724400"/>
              <a:gd name="connsiteY384" fmla="*/ 2353427 h 6857999"/>
              <a:gd name="connsiteX385" fmla="*/ 4293979 w 4724400"/>
              <a:gd name="connsiteY385" fmla="*/ 2703223 h 6857999"/>
              <a:gd name="connsiteX386" fmla="*/ 4410111 w 4724400"/>
              <a:gd name="connsiteY386" fmla="*/ 2947465 h 6857999"/>
              <a:gd name="connsiteX387" fmla="*/ 4070579 w 4724400"/>
              <a:gd name="connsiteY387" fmla="*/ 2090376 h 6857999"/>
              <a:gd name="connsiteX388" fmla="*/ 4020821 w 4724400"/>
              <a:gd name="connsiteY388" fmla="*/ 2034549 h 6857999"/>
              <a:gd name="connsiteX389" fmla="*/ 4372756 w 4724400"/>
              <a:gd name="connsiteY389" fmla="*/ 2932293 h 6857999"/>
              <a:gd name="connsiteX390" fmla="*/ 4268731 w 4724400"/>
              <a:gd name="connsiteY390" fmla="*/ 2715710 h 6857999"/>
              <a:gd name="connsiteX391" fmla="*/ 4113960 w 4724400"/>
              <a:gd name="connsiteY391" fmla="*/ 2360474 h 6857999"/>
              <a:gd name="connsiteX392" fmla="*/ 4090842 w 4724400"/>
              <a:gd name="connsiteY392" fmla="*/ 2272139 h 6857999"/>
              <a:gd name="connsiteX393" fmla="*/ 4081569 w 4724400"/>
              <a:gd name="connsiteY393" fmla="*/ 2234734 h 6857999"/>
              <a:gd name="connsiteX394" fmla="*/ 4020821 w 4724400"/>
              <a:gd name="connsiteY394" fmla="*/ 2034549 h 6857999"/>
              <a:gd name="connsiteX395" fmla="*/ 3001316 w 4724400"/>
              <a:gd name="connsiteY395" fmla="*/ 2032338 h 6857999"/>
              <a:gd name="connsiteX396" fmla="*/ 2953880 w 4724400"/>
              <a:gd name="connsiteY396" fmla="*/ 2185446 h 6857999"/>
              <a:gd name="connsiteX397" fmla="*/ 2883664 w 4724400"/>
              <a:gd name="connsiteY397" fmla="*/ 2591574 h 6857999"/>
              <a:gd name="connsiteX398" fmla="*/ 2826885 w 4724400"/>
              <a:gd name="connsiteY398" fmla="*/ 2991809 h 6857999"/>
              <a:gd name="connsiteX399" fmla="*/ 2860250 w 4724400"/>
              <a:gd name="connsiteY399" fmla="*/ 2826310 h 6857999"/>
              <a:gd name="connsiteX400" fmla="*/ 2896499 w 4724400"/>
              <a:gd name="connsiteY400" fmla="*/ 2660098 h 6857999"/>
              <a:gd name="connsiteX401" fmla="*/ 2937125 w 4724400"/>
              <a:gd name="connsiteY401" fmla="*/ 2516991 h 6857999"/>
              <a:gd name="connsiteX402" fmla="*/ 3010471 w 4724400"/>
              <a:gd name="connsiteY402" fmla="*/ 2114122 h 6857999"/>
              <a:gd name="connsiteX403" fmla="*/ 3001316 w 4724400"/>
              <a:gd name="connsiteY403" fmla="*/ 2032338 h 6857999"/>
              <a:gd name="connsiteX404" fmla="*/ 3105532 w 4724400"/>
              <a:gd name="connsiteY404" fmla="*/ 1991479 h 6857999"/>
              <a:gd name="connsiteX405" fmla="*/ 3599280 w 4724400"/>
              <a:gd name="connsiteY405" fmla="*/ 2371770 h 6857999"/>
              <a:gd name="connsiteX406" fmla="*/ 3105532 w 4724400"/>
              <a:gd name="connsiteY406" fmla="*/ 1991479 h 6857999"/>
              <a:gd name="connsiteX407" fmla="*/ 3111169 w 4724400"/>
              <a:gd name="connsiteY407" fmla="*/ 1962963 h 6857999"/>
              <a:gd name="connsiteX408" fmla="*/ 3606223 w 4724400"/>
              <a:gd name="connsiteY408" fmla="*/ 2338658 h 6857999"/>
              <a:gd name="connsiteX409" fmla="*/ 3111169 w 4724400"/>
              <a:gd name="connsiteY409" fmla="*/ 1962963 h 6857999"/>
              <a:gd name="connsiteX410" fmla="*/ 2050698 w 4724400"/>
              <a:gd name="connsiteY410" fmla="*/ 1338235 h 6857999"/>
              <a:gd name="connsiteX411" fmla="*/ 2370409 w 4724400"/>
              <a:gd name="connsiteY411" fmla="*/ 2272553 h 6857999"/>
              <a:gd name="connsiteX412" fmla="*/ 2338306 w 4724400"/>
              <a:gd name="connsiteY412" fmla="*/ 2159819 h 6857999"/>
              <a:gd name="connsiteX413" fmla="*/ 2334023 w 4724400"/>
              <a:gd name="connsiteY413" fmla="*/ 2142555 h 6857999"/>
              <a:gd name="connsiteX414" fmla="*/ 2161071 w 4724400"/>
              <a:gd name="connsiteY414" fmla="*/ 1617375 h 6857999"/>
              <a:gd name="connsiteX415" fmla="*/ 2130699 w 4724400"/>
              <a:gd name="connsiteY415" fmla="*/ 1544643 h 6857999"/>
              <a:gd name="connsiteX416" fmla="*/ 2050698 w 4724400"/>
              <a:gd name="connsiteY416" fmla="*/ 1338235 h 6857999"/>
              <a:gd name="connsiteX417" fmla="*/ 2060478 w 4724400"/>
              <a:gd name="connsiteY417" fmla="*/ 1278636 h 6857999"/>
              <a:gd name="connsiteX418" fmla="*/ 2156346 w 4724400"/>
              <a:gd name="connsiteY418" fmla="*/ 1534260 h 6857999"/>
              <a:gd name="connsiteX419" fmla="*/ 2187258 w 4724400"/>
              <a:gd name="connsiteY419" fmla="*/ 1607218 h 6857999"/>
              <a:gd name="connsiteX420" fmla="*/ 2358704 w 4724400"/>
              <a:gd name="connsiteY420" fmla="*/ 2125320 h 6857999"/>
              <a:gd name="connsiteX421" fmla="*/ 2233598 w 4724400"/>
              <a:gd name="connsiteY421" fmla="*/ 1646797 h 6857999"/>
              <a:gd name="connsiteX422" fmla="*/ 2060478 w 4724400"/>
              <a:gd name="connsiteY422" fmla="*/ 1278636 h 6857999"/>
              <a:gd name="connsiteX423" fmla="*/ 1974152 w 4724400"/>
              <a:gd name="connsiteY423" fmla="*/ 1245311 h 6857999"/>
              <a:gd name="connsiteX424" fmla="*/ 1811379 w 4724400"/>
              <a:gd name="connsiteY424" fmla="*/ 1406236 h 6857999"/>
              <a:gd name="connsiteX425" fmla="*/ 1767940 w 4724400"/>
              <a:gd name="connsiteY425" fmla="*/ 1546869 h 6857999"/>
              <a:gd name="connsiteX426" fmla="*/ 1796474 w 4724400"/>
              <a:gd name="connsiteY426" fmla="*/ 1557016 h 6857999"/>
              <a:gd name="connsiteX427" fmla="*/ 1974152 w 4724400"/>
              <a:gd name="connsiteY427" fmla="*/ 1245311 h 6857999"/>
              <a:gd name="connsiteX428" fmla="*/ 4681531 w 4724400"/>
              <a:gd name="connsiteY428" fmla="*/ 959050 h 6857999"/>
              <a:gd name="connsiteX429" fmla="*/ 4638064 w 4724400"/>
              <a:gd name="connsiteY429" fmla="*/ 1006960 h 6857999"/>
              <a:gd name="connsiteX430" fmla="*/ 4415502 w 4724400"/>
              <a:gd name="connsiteY430" fmla="*/ 1184424 h 6857999"/>
              <a:gd name="connsiteX431" fmla="*/ 4197574 w 4724400"/>
              <a:gd name="connsiteY431" fmla="*/ 1317493 h 6857999"/>
              <a:gd name="connsiteX432" fmla="*/ 4122737 w 4724400"/>
              <a:gd name="connsiteY432" fmla="*/ 1348256 h 6857999"/>
              <a:gd name="connsiteX433" fmla="*/ 4024988 w 4724400"/>
              <a:gd name="connsiteY433" fmla="*/ 1390573 h 6857999"/>
              <a:gd name="connsiteX434" fmla="*/ 4421265 w 4724400"/>
              <a:gd name="connsiteY434" fmla="*/ 1220988 h 6857999"/>
              <a:gd name="connsiteX435" fmla="*/ 4681531 w 4724400"/>
              <a:gd name="connsiteY435" fmla="*/ 959050 h 6857999"/>
              <a:gd name="connsiteX436" fmla="*/ 4722484 w 4724400"/>
              <a:gd name="connsiteY436" fmla="*/ 854709 h 6857999"/>
              <a:gd name="connsiteX437" fmla="*/ 4695347 w 4724400"/>
              <a:gd name="connsiteY437" fmla="*/ 879275 h 6857999"/>
              <a:gd name="connsiteX438" fmla="*/ 4253878 w 4724400"/>
              <a:gd name="connsiteY438" fmla="*/ 1216434 h 6857999"/>
              <a:gd name="connsiteX439" fmla="*/ 4213112 w 4724400"/>
              <a:gd name="connsiteY439" fmla="*/ 1239730 h 6857999"/>
              <a:gd name="connsiteX440" fmla="*/ 4037747 w 4724400"/>
              <a:gd name="connsiteY440" fmla="*/ 1352837 h 6857999"/>
              <a:gd name="connsiteX441" fmla="*/ 4113362 w 4724400"/>
              <a:gd name="connsiteY441" fmla="*/ 1321759 h 6857999"/>
              <a:gd name="connsiteX442" fmla="*/ 4186634 w 4724400"/>
              <a:gd name="connsiteY442" fmla="*/ 1291618 h 6857999"/>
              <a:gd name="connsiteX443" fmla="*/ 4399674 w 4724400"/>
              <a:gd name="connsiteY443" fmla="*/ 1160983 h 6857999"/>
              <a:gd name="connsiteX444" fmla="*/ 4618435 w 4724400"/>
              <a:gd name="connsiteY444" fmla="*/ 986418 h 6857999"/>
              <a:gd name="connsiteX445" fmla="*/ 4722484 w 4724400"/>
              <a:gd name="connsiteY445" fmla="*/ 854709 h 6857999"/>
              <a:gd name="connsiteX446" fmla="*/ 1456504 w 4724400"/>
              <a:gd name="connsiteY446" fmla="*/ 777000 h 6857999"/>
              <a:gd name="connsiteX447" fmla="*/ 1454399 w 4724400"/>
              <a:gd name="connsiteY447" fmla="*/ 794136 h 6857999"/>
              <a:gd name="connsiteX448" fmla="*/ 1448466 w 4724400"/>
              <a:gd name="connsiteY448" fmla="*/ 843129 h 6857999"/>
              <a:gd name="connsiteX449" fmla="*/ 1442252 w 4724400"/>
              <a:gd name="connsiteY449" fmla="*/ 1005313 h 6857999"/>
              <a:gd name="connsiteX450" fmla="*/ 1469382 w 4724400"/>
              <a:gd name="connsiteY450" fmla="*/ 1614896 h 6857999"/>
              <a:gd name="connsiteX451" fmla="*/ 1472106 w 4724400"/>
              <a:gd name="connsiteY451" fmla="*/ 1632791 h 6857999"/>
              <a:gd name="connsiteX452" fmla="*/ 1479091 w 4724400"/>
              <a:gd name="connsiteY452" fmla="*/ 1680170 h 6857999"/>
              <a:gd name="connsiteX453" fmla="*/ 1480043 w 4724400"/>
              <a:gd name="connsiteY453" fmla="*/ 1649028 h 6857999"/>
              <a:gd name="connsiteX454" fmla="*/ 1464087 w 4724400"/>
              <a:gd name="connsiteY454" fmla="*/ 871628 h 6857999"/>
              <a:gd name="connsiteX455" fmla="*/ 1462204 w 4724400"/>
              <a:gd name="connsiteY455" fmla="*/ 850229 h 6857999"/>
              <a:gd name="connsiteX456" fmla="*/ 1456504 w 4724400"/>
              <a:gd name="connsiteY456" fmla="*/ 777000 h 6857999"/>
              <a:gd name="connsiteX457" fmla="*/ 1483619 w 4724400"/>
              <a:gd name="connsiteY457" fmla="*/ 764662 h 6857999"/>
              <a:gd name="connsiteX458" fmla="*/ 1489670 w 4724400"/>
              <a:gd name="connsiteY458" fmla="*/ 847698 h 6857999"/>
              <a:gd name="connsiteX459" fmla="*/ 1491553 w 4724400"/>
              <a:gd name="connsiteY459" fmla="*/ 869097 h 6857999"/>
              <a:gd name="connsiteX460" fmla="*/ 1508481 w 4724400"/>
              <a:gd name="connsiteY460" fmla="*/ 1619865 h 6857999"/>
              <a:gd name="connsiteX461" fmla="*/ 1483619 w 4724400"/>
              <a:gd name="connsiteY461" fmla="*/ 764662 h 6857999"/>
              <a:gd name="connsiteX462" fmla="*/ 1430481 w 4724400"/>
              <a:gd name="connsiteY462" fmla="*/ 630137 h 6857999"/>
              <a:gd name="connsiteX463" fmla="*/ 1442495 w 4724400"/>
              <a:gd name="connsiteY463" fmla="*/ 1626691 h 6857999"/>
              <a:gd name="connsiteX464" fmla="*/ 1441222 w 4724400"/>
              <a:gd name="connsiteY464" fmla="*/ 1619067 h 6857999"/>
              <a:gd name="connsiteX465" fmla="*/ 1414069 w 4724400"/>
              <a:gd name="connsiteY465" fmla="*/ 1004967 h 6857999"/>
              <a:gd name="connsiteX466" fmla="*/ 1420665 w 4724400"/>
              <a:gd name="connsiteY466" fmla="*/ 840369 h 6857999"/>
              <a:gd name="connsiteX467" fmla="*/ 1426829 w 4724400"/>
              <a:gd name="connsiteY467" fmla="*/ 790831 h 6857999"/>
              <a:gd name="connsiteX468" fmla="*/ 1430481 w 4724400"/>
              <a:gd name="connsiteY468" fmla="*/ 630137 h 6857999"/>
              <a:gd name="connsiteX469" fmla="*/ 4023796 w 4724400"/>
              <a:gd name="connsiteY469" fmla="*/ 623931 h 6857999"/>
              <a:gd name="connsiteX470" fmla="*/ 3945729 w 4724400"/>
              <a:gd name="connsiteY470" fmla="*/ 662344 h 6857999"/>
              <a:gd name="connsiteX471" fmla="*/ 3498947 w 4724400"/>
              <a:gd name="connsiteY471" fmla="*/ 818916 h 6857999"/>
              <a:gd name="connsiteX472" fmla="*/ 3031283 w 4724400"/>
              <a:gd name="connsiteY472" fmla="*/ 1111507 h 6857999"/>
              <a:gd name="connsiteX473" fmla="*/ 3203692 w 4724400"/>
              <a:gd name="connsiteY473" fmla="*/ 1035777 h 6857999"/>
              <a:gd name="connsiteX474" fmla="*/ 3218294 w 4724400"/>
              <a:gd name="connsiteY474" fmla="*/ 1027151 h 6857999"/>
              <a:gd name="connsiteX475" fmla="*/ 3636737 w 4724400"/>
              <a:gd name="connsiteY475" fmla="*/ 817377 h 6857999"/>
              <a:gd name="connsiteX476" fmla="*/ 4023796 w 4724400"/>
              <a:gd name="connsiteY476" fmla="*/ 623931 h 6857999"/>
              <a:gd name="connsiteX477" fmla="*/ 3311704 w 4724400"/>
              <a:gd name="connsiteY477" fmla="*/ 584486 h 6857999"/>
              <a:gd name="connsiteX478" fmla="*/ 3190778 w 4724400"/>
              <a:gd name="connsiteY478" fmla="*/ 772788 h 6857999"/>
              <a:gd name="connsiteX479" fmla="*/ 3007981 w 4724400"/>
              <a:gd name="connsiteY479" fmla="*/ 1070739 h 6857999"/>
              <a:gd name="connsiteX480" fmla="*/ 3267578 w 4724400"/>
              <a:gd name="connsiteY480" fmla="*/ 693281 h 6857999"/>
              <a:gd name="connsiteX481" fmla="*/ 2664888 w 4724400"/>
              <a:gd name="connsiteY481" fmla="*/ 518596 h 6857999"/>
              <a:gd name="connsiteX482" fmla="*/ 2411865 w 4724400"/>
              <a:gd name="connsiteY482" fmla="*/ 567273 h 6857999"/>
              <a:gd name="connsiteX483" fmla="*/ 1896643 w 4724400"/>
              <a:gd name="connsiteY483" fmla="*/ 809468 h 6857999"/>
              <a:gd name="connsiteX484" fmla="*/ 1899055 w 4724400"/>
              <a:gd name="connsiteY484" fmla="*/ 809848 h 6857999"/>
              <a:gd name="connsiteX485" fmla="*/ 2446633 w 4724400"/>
              <a:gd name="connsiteY485" fmla="*/ 596159 h 6857999"/>
              <a:gd name="connsiteX486" fmla="*/ 2796924 w 4724400"/>
              <a:gd name="connsiteY486" fmla="*/ 501747 h 6857999"/>
              <a:gd name="connsiteX487" fmla="*/ 2455237 w 4724400"/>
              <a:gd name="connsiteY487" fmla="*/ 622979 h 6857999"/>
              <a:gd name="connsiteX488" fmla="*/ 1949308 w 4724400"/>
              <a:gd name="connsiteY488" fmla="*/ 818889 h 6857999"/>
              <a:gd name="connsiteX489" fmla="*/ 1950634 w 4724400"/>
              <a:gd name="connsiteY489" fmla="*/ 818810 h 6857999"/>
              <a:gd name="connsiteX490" fmla="*/ 2796924 w 4724400"/>
              <a:gd name="connsiteY490" fmla="*/ 501747 h 6857999"/>
              <a:gd name="connsiteX491" fmla="*/ 3335099 w 4724400"/>
              <a:gd name="connsiteY491" fmla="*/ 488163 h 6857999"/>
              <a:gd name="connsiteX492" fmla="*/ 3151139 w 4724400"/>
              <a:gd name="connsiteY492" fmla="*/ 734118 h 6857999"/>
              <a:gd name="connsiteX493" fmla="*/ 3136980 w 4724400"/>
              <a:gd name="connsiteY493" fmla="*/ 753877 h 6857999"/>
              <a:gd name="connsiteX494" fmla="*/ 3062043 w 4724400"/>
              <a:gd name="connsiteY494" fmla="*/ 867004 h 6857999"/>
              <a:gd name="connsiteX495" fmla="*/ 2994594 w 4724400"/>
              <a:gd name="connsiteY495" fmla="*/ 1035452 h 6857999"/>
              <a:gd name="connsiteX496" fmla="*/ 3167517 w 4724400"/>
              <a:gd name="connsiteY496" fmla="*/ 757788 h 6857999"/>
              <a:gd name="connsiteX497" fmla="*/ 3335099 w 4724400"/>
              <a:gd name="connsiteY497" fmla="*/ 488163 h 6857999"/>
              <a:gd name="connsiteX498" fmla="*/ 2891507 w 4724400"/>
              <a:gd name="connsiteY498" fmla="*/ 485136 h 6857999"/>
              <a:gd name="connsiteX499" fmla="*/ 2047508 w 4724400"/>
              <a:gd name="connsiteY499" fmla="*/ 825701 h 6857999"/>
              <a:gd name="connsiteX500" fmla="*/ 2891507 w 4724400"/>
              <a:gd name="connsiteY500" fmla="*/ 485136 h 6857999"/>
              <a:gd name="connsiteX501" fmla="*/ 4418489 w 4724400"/>
              <a:gd name="connsiteY501" fmla="*/ 483936 h 6857999"/>
              <a:gd name="connsiteX502" fmla="*/ 4155290 w 4724400"/>
              <a:gd name="connsiteY502" fmla="*/ 661575 h 6857999"/>
              <a:gd name="connsiteX503" fmla="*/ 3571040 w 4724400"/>
              <a:gd name="connsiteY503" fmla="*/ 996875 h 6857999"/>
              <a:gd name="connsiteX504" fmla="*/ 3093710 w 4724400"/>
              <a:gd name="connsiteY504" fmla="*/ 1145020 h 6857999"/>
              <a:gd name="connsiteX505" fmla="*/ 3207527 w 4724400"/>
              <a:gd name="connsiteY505" fmla="*/ 1163586 h 6857999"/>
              <a:gd name="connsiteX506" fmla="*/ 3652751 w 4724400"/>
              <a:gd name="connsiteY506" fmla="*/ 990907 h 6857999"/>
              <a:gd name="connsiteX507" fmla="*/ 4180906 w 4724400"/>
              <a:gd name="connsiteY507" fmla="*/ 680145 h 6857999"/>
              <a:gd name="connsiteX508" fmla="*/ 4418489 w 4724400"/>
              <a:gd name="connsiteY508" fmla="*/ 483936 h 6857999"/>
              <a:gd name="connsiteX509" fmla="*/ 3316944 w 4724400"/>
              <a:gd name="connsiteY509" fmla="*/ 465669 h 6857999"/>
              <a:gd name="connsiteX510" fmla="*/ 2958819 w 4724400"/>
              <a:gd name="connsiteY510" fmla="*/ 1062158 h 6857999"/>
              <a:gd name="connsiteX511" fmla="*/ 3004132 w 4724400"/>
              <a:gd name="connsiteY511" fmla="*/ 921679 h 6857999"/>
              <a:gd name="connsiteX512" fmla="*/ 3037224 w 4724400"/>
              <a:gd name="connsiteY512" fmla="*/ 852631 h 6857999"/>
              <a:gd name="connsiteX513" fmla="*/ 3114637 w 4724400"/>
              <a:gd name="connsiteY513" fmla="*/ 736692 h 6857999"/>
              <a:gd name="connsiteX514" fmla="*/ 3128801 w 4724400"/>
              <a:gd name="connsiteY514" fmla="*/ 716935 h 6857999"/>
              <a:gd name="connsiteX515" fmla="*/ 3316944 w 4724400"/>
              <a:gd name="connsiteY515" fmla="*/ 465669 h 6857999"/>
              <a:gd name="connsiteX516" fmla="*/ 4448894 w 4724400"/>
              <a:gd name="connsiteY516" fmla="*/ 422768 h 6857999"/>
              <a:gd name="connsiteX517" fmla="*/ 4235585 w 4724400"/>
              <a:gd name="connsiteY517" fmla="*/ 528178 h 6857999"/>
              <a:gd name="connsiteX518" fmla="*/ 4213155 w 4724400"/>
              <a:gd name="connsiteY518" fmla="*/ 543149 h 6857999"/>
              <a:gd name="connsiteX519" fmla="*/ 3649218 w 4724400"/>
              <a:gd name="connsiteY519" fmla="*/ 842623 h 6857999"/>
              <a:gd name="connsiteX520" fmla="*/ 3232564 w 4724400"/>
              <a:gd name="connsiteY520" fmla="*/ 1051220 h 6857999"/>
              <a:gd name="connsiteX521" fmla="*/ 3217970 w 4724400"/>
              <a:gd name="connsiteY521" fmla="*/ 1059849 h 6857999"/>
              <a:gd name="connsiteX522" fmla="*/ 3116688 w 4724400"/>
              <a:gd name="connsiteY522" fmla="*/ 1113543 h 6857999"/>
              <a:gd name="connsiteX523" fmla="*/ 3559098 w 4724400"/>
              <a:gd name="connsiteY523" fmla="*/ 971858 h 6857999"/>
              <a:gd name="connsiteX524" fmla="*/ 4140004 w 4724400"/>
              <a:gd name="connsiteY524" fmla="*/ 638368 h 6857999"/>
              <a:gd name="connsiteX525" fmla="*/ 4451852 w 4724400"/>
              <a:gd name="connsiteY525" fmla="*/ 423380 h 6857999"/>
              <a:gd name="connsiteX526" fmla="*/ 4448894 w 4724400"/>
              <a:gd name="connsiteY526" fmla="*/ 422768 h 6857999"/>
              <a:gd name="connsiteX527" fmla="*/ 680568 w 4724400"/>
              <a:gd name="connsiteY527" fmla="*/ 416949 h 6857999"/>
              <a:gd name="connsiteX528" fmla="*/ 394452 w 4724400"/>
              <a:gd name="connsiteY528" fmla="*/ 694330 h 6857999"/>
              <a:gd name="connsiteX529" fmla="*/ 340402 w 4724400"/>
              <a:gd name="connsiteY529" fmla="*/ 759654 h 6857999"/>
              <a:gd name="connsiteX530" fmla="*/ 827699 w 4724400"/>
              <a:gd name="connsiteY530" fmla="*/ 416143 h 6857999"/>
              <a:gd name="connsiteX531" fmla="*/ 841524 w 4724400"/>
              <a:gd name="connsiteY531" fmla="*/ 534021 h 6857999"/>
              <a:gd name="connsiteX532" fmla="*/ 825554 w 4724400"/>
              <a:gd name="connsiteY532" fmla="*/ 672115 h 6857999"/>
              <a:gd name="connsiteX533" fmla="*/ 811499 w 4724400"/>
              <a:gd name="connsiteY533" fmla="*/ 769176 h 6857999"/>
              <a:gd name="connsiteX534" fmla="*/ 841586 w 4724400"/>
              <a:gd name="connsiteY534" fmla="*/ 1060039 h 6857999"/>
              <a:gd name="connsiteX535" fmla="*/ 942912 w 4724400"/>
              <a:gd name="connsiteY535" fmla="*/ 1511108 h 6857999"/>
              <a:gd name="connsiteX536" fmla="*/ 884057 w 4724400"/>
              <a:gd name="connsiteY536" fmla="*/ 521768 h 6857999"/>
              <a:gd name="connsiteX537" fmla="*/ 827699 w 4724400"/>
              <a:gd name="connsiteY537" fmla="*/ 416143 h 6857999"/>
              <a:gd name="connsiteX538" fmla="*/ 798883 w 4724400"/>
              <a:gd name="connsiteY538" fmla="*/ 414244 h 6857999"/>
              <a:gd name="connsiteX539" fmla="*/ 875825 w 4724400"/>
              <a:gd name="connsiteY539" fmla="*/ 1357811 h 6857999"/>
              <a:gd name="connsiteX540" fmla="*/ 814514 w 4724400"/>
              <a:gd name="connsiteY540" fmla="*/ 1064671 h 6857999"/>
              <a:gd name="connsiteX541" fmla="*/ 783698 w 4724400"/>
              <a:gd name="connsiteY541" fmla="*/ 766414 h 6857999"/>
              <a:gd name="connsiteX542" fmla="*/ 798129 w 4724400"/>
              <a:gd name="connsiteY542" fmla="*/ 666939 h 6857999"/>
              <a:gd name="connsiteX543" fmla="*/ 813894 w 4724400"/>
              <a:gd name="connsiteY543" fmla="*/ 533909 h 6857999"/>
              <a:gd name="connsiteX544" fmla="*/ 798883 w 4724400"/>
              <a:gd name="connsiteY544" fmla="*/ 414244 h 6857999"/>
              <a:gd name="connsiteX545" fmla="*/ 673202 w 4724400"/>
              <a:gd name="connsiteY545" fmla="*/ 388720 h 6857999"/>
              <a:gd name="connsiteX546" fmla="*/ 392779 w 4724400"/>
              <a:gd name="connsiteY546" fmla="*/ 596411 h 6857999"/>
              <a:gd name="connsiteX547" fmla="*/ 270088 w 4724400"/>
              <a:gd name="connsiteY547" fmla="*/ 790400 h 6857999"/>
              <a:gd name="connsiteX548" fmla="*/ 259285 w 4724400"/>
              <a:gd name="connsiteY548" fmla="*/ 812869 h 6857999"/>
              <a:gd name="connsiteX549" fmla="*/ 372890 w 4724400"/>
              <a:gd name="connsiteY549" fmla="*/ 676832 h 6857999"/>
              <a:gd name="connsiteX550" fmla="*/ 673202 w 4724400"/>
              <a:gd name="connsiteY550" fmla="*/ 388720 h 6857999"/>
              <a:gd name="connsiteX551" fmla="*/ 1628210 w 4724400"/>
              <a:gd name="connsiteY551" fmla="*/ 0 h 6857999"/>
              <a:gd name="connsiteX552" fmla="*/ 1748399 w 4724400"/>
              <a:gd name="connsiteY552" fmla="*/ 0 h 6857999"/>
              <a:gd name="connsiteX553" fmla="*/ 1783391 w 4724400"/>
              <a:gd name="connsiteY553" fmla="*/ 17650 h 6857999"/>
              <a:gd name="connsiteX554" fmla="*/ 2084193 w 4724400"/>
              <a:gd name="connsiteY554" fmla="*/ 69947 h 6857999"/>
              <a:gd name="connsiteX555" fmla="*/ 2744101 w 4724400"/>
              <a:gd name="connsiteY555" fmla="*/ 15192 h 6857999"/>
              <a:gd name="connsiteX556" fmla="*/ 2197414 w 4724400"/>
              <a:gd name="connsiteY556" fmla="*/ 41266 h 6857999"/>
              <a:gd name="connsiteX557" fmla="*/ 1914967 w 4724400"/>
              <a:gd name="connsiteY557" fmla="*/ 18583 h 6857999"/>
              <a:gd name="connsiteX558" fmla="*/ 1815559 w 4724400"/>
              <a:gd name="connsiteY558" fmla="*/ 0 h 6857999"/>
              <a:gd name="connsiteX559" fmla="*/ 2001666 w 4724400"/>
              <a:gd name="connsiteY559" fmla="*/ 0 h 6857999"/>
              <a:gd name="connsiteX560" fmla="*/ 2036517 w 4724400"/>
              <a:gd name="connsiteY560" fmla="*/ 4274 h 6857999"/>
              <a:gd name="connsiteX561" fmla="*/ 2199623 w 4724400"/>
              <a:gd name="connsiteY561" fmla="*/ 13232 h 6857999"/>
              <a:gd name="connsiteX562" fmla="*/ 2420103 w 4724400"/>
              <a:gd name="connsiteY562" fmla="*/ 12601 h 6857999"/>
              <a:gd name="connsiteX563" fmla="*/ 2621330 w 4724400"/>
              <a:gd name="connsiteY563" fmla="*/ 0 h 6857999"/>
              <a:gd name="connsiteX564" fmla="*/ 3076571 w 4724400"/>
              <a:gd name="connsiteY564" fmla="*/ 0 h 6857999"/>
              <a:gd name="connsiteX565" fmla="*/ 2924796 w 4724400"/>
              <a:gd name="connsiteY565" fmla="*/ 36772 h 6857999"/>
              <a:gd name="connsiteX566" fmla="*/ 1946203 w 4724400"/>
              <a:gd name="connsiteY566" fmla="*/ 131277 h 6857999"/>
              <a:gd name="connsiteX567" fmla="*/ 1707026 w 4724400"/>
              <a:gd name="connsiteY567" fmla="*/ 44983 h 6857999"/>
              <a:gd name="connsiteX568" fmla="*/ 1007398 w 4724400"/>
              <a:gd name="connsiteY568" fmla="*/ 0 h 6857999"/>
              <a:gd name="connsiteX569" fmla="*/ 1105902 w 4724400"/>
              <a:gd name="connsiteY569" fmla="*/ 0 h 6857999"/>
              <a:gd name="connsiteX570" fmla="*/ 1191939 w 4724400"/>
              <a:gd name="connsiteY570" fmla="*/ 117664 h 6857999"/>
              <a:gd name="connsiteX571" fmla="*/ 1780907 w 4724400"/>
              <a:gd name="connsiteY571" fmla="*/ 743734 h 6857999"/>
              <a:gd name="connsiteX572" fmla="*/ 1841857 w 4724400"/>
              <a:gd name="connsiteY572" fmla="*/ 795932 h 6857999"/>
              <a:gd name="connsiteX573" fmla="*/ 2317896 w 4724400"/>
              <a:gd name="connsiteY573" fmla="*/ 530713 h 6857999"/>
              <a:gd name="connsiteX574" fmla="*/ 3015228 w 4724400"/>
              <a:gd name="connsiteY574" fmla="*/ 399738 h 6857999"/>
              <a:gd name="connsiteX575" fmla="*/ 3000782 w 4724400"/>
              <a:gd name="connsiteY575" fmla="*/ 461219 h 6857999"/>
              <a:gd name="connsiteX576" fmla="*/ 1963190 w 4724400"/>
              <a:gd name="connsiteY576" fmla="*/ 895589 h 6857999"/>
              <a:gd name="connsiteX577" fmla="*/ 2552180 w 4724400"/>
              <a:gd name="connsiteY577" fmla="*/ 1298815 h 6857999"/>
              <a:gd name="connsiteX578" fmla="*/ 2904618 w 4724400"/>
              <a:gd name="connsiteY578" fmla="*/ 1146081 h 6857999"/>
              <a:gd name="connsiteX579" fmla="*/ 3428829 w 4724400"/>
              <a:gd name="connsiteY579" fmla="*/ 310883 h 6857999"/>
              <a:gd name="connsiteX580" fmla="*/ 3452135 w 4724400"/>
              <a:gd name="connsiteY580" fmla="*/ 318176 h 6857999"/>
              <a:gd name="connsiteX581" fmla="*/ 3169464 w 4724400"/>
              <a:gd name="connsiteY581" fmla="*/ 935661 h 6857999"/>
              <a:gd name="connsiteX582" fmla="*/ 3049395 w 4724400"/>
              <a:gd name="connsiteY582" fmla="*/ 1070245 h 6857999"/>
              <a:gd name="connsiteX583" fmla="*/ 3401235 w 4724400"/>
              <a:gd name="connsiteY583" fmla="*/ 815534 h 6857999"/>
              <a:gd name="connsiteX584" fmla="*/ 4236947 w 4724400"/>
              <a:gd name="connsiteY584" fmla="*/ 465665 h 6857999"/>
              <a:gd name="connsiteX585" fmla="*/ 4565962 w 4724400"/>
              <a:gd name="connsiteY585" fmla="*/ 350012 h 6857999"/>
              <a:gd name="connsiteX586" fmla="*/ 4557937 w 4724400"/>
              <a:gd name="connsiteY586" fmla="*/ 382666 h 6857999"/>
              <a:gd name="connsiteX587" fmla="*/ 3621049 w 4724400"/>
              <a:gd name="connsiteY587" fmla="*/ 1056676 h 6857999"/>
              <a:gd name="connsiteX588" fmla="*/ 3094000 w 4724400"/>
              <a:gd name="connsiteY588" fmla="*/ 1229477 h 6857999"/>
              <a:gd name="connsiteX589" fmla="*/ 2813197 w 4724400"/>
              <a:gd name="connsiteY589" fmla="*/ 1263181 h 6857999"/>
              <a:gd name="connsiteX590" fmla="*/ 2615776 w 4724400"/>
              <a:gd name="connsiteY590" fmla="*/ 1334114 h 6857999"/>
              <a:gd name="connsiteX591" fmla="*/ 3364982 w 4724400"/>
              <a:gd name="connsiteY591" fmla="*/ 1687356 h 6857999"/>
              <a:gd name="connsiteX592" fmla="*/ 3371663 w 4724400"/>
              <a:gd name="connsiteY592" fmla="*/ 1683743 h 6857999"/>
              <a:gd name="connsiteX593" fmla="*/ 3883310 w 4724400"/>
              <a:gd name="connsiteY593" fmla="*/ 1443899 h 6857999"/>
              <a:gd name="connsiteX594" fmla="*/ 3892746 w 4724400"/>
              <a:gd name="connsiteY594" fmla="*/ 1429225 h 6857999"/>
              <a:gd name="connsiteX595" fmla="*/ 4699980 w 4724400"/>
              <a:gd name="connsiteY595" fmla="*/ 789523 h 6857999"/>
              <a:gd name="connsiteX596" fmla="*/ 4724400 w 4724400"/>
              <a:gd name="connsiteY596" fmla="*/ 769876 h 6857999"/>
              <a:gd name="connsiteX597" fmla="*/ 4724400 w 4724400"/>
              <a:gd name="connsiteY597" fmla="*/ 802845 h 6857999"/>
              <a:gd name="connsiteX598" fmla="*/ 4705958 w 4724400"/>
              <a:gd name="connsiteY598" fmla="*/ 821317 h 6857999"/>
              <a:gd name="connsiteX599" fmla="*/ 4649798 w 4724400"/>
              <a:gd name="connsiteY599" fmla="*/ 877374 h 6857999"/>
              <a:gd name="connsiteX600" fmla="*/ 4005326 w 4724400"/>
              <a:gd name="connsiteY600" fmla="*/ 1344259 h 6857999"/>
              <a:gd name="connsiteX601" fmla="*/ 4199378 w 4724400"/>
              <a:gd name="connsiteY601" fmla="*/ 1215889 h 6857999"/>
              <a:gd name="connsiteX602" fmla="*/ 4239600 w 4724400"/>
              <a:gd name="connsiteY602" fmla="*/ 1192361 h 6857999"/>
              <a:gd name="connsiteX603" fmla="*/ 4677037 w 4724400"/>
              <a:gd name="connsiteY603" fmla="*/ 858646 h 6857999"/>
              <a:gd name="connsiteX604" fmla="*/ 4724400 w 4724400"/>
              <a:gd name="connsiteY604" fmla="*/ 810414 h 6857999"/>
              <a:gd name="connsiteX605" fmla="*/ 4724400 w 4724400"/>
              <a:gd name="connsiteY605" fmla="*/ 916439 h 6857999"/>
              <a:gd name="connsiteX606" fmla="*/ 4683030 w 4724400"/>
              <a:gd name="connsiteY606" fmla="*/ 982925 h 6857999"/>
              <a:gd name="connsiteX607" fmla="*/ 3921884 w 4724400"/>
              <a:gd name="connsiteY607" fmla="*/ 1469889 h 6857999"/>
              <a:gd name="connsiteX608" fmla="*/ 3456136 w 4724400"/>
              <a:gd name="connsiteY608" fmla="*/ 1721439 h 6857999"/>
              <a:gd name="connsiteX609" fmla="*/ 3624313 w 4724400"/>
              <a:gd name="connsiteY609" fmla="*/ 1780406 h 6857999"/>
              <a:gd name="connsiteX610" fmla="*/ 4303638 w 4724400"/>
              <a:gd name="connsiteY610" fmla="*/ 1944400 h 6857999"/>
              <a:gd name="connsiteX611" fmla="*/ 4315566 w 4724400"/>
              <a:gd name="connsiteY611" fmla="*/ 1931422 h 6857999"/>
              <a:gd name="connsiteX612" fmla="*/ 4664388 w 4724400"/>
              <a:gd name="connsiteY612" fmla="*/ 1574357 h 6857999"/>
              <a:gd name="connsiteX613" fmla="*/ 4724400 w 4724400"/>
              <a:gd name="connsiteY613" fmla="*/ 1537429 h 6857999"/>
              <a:gd name="connsiteX614" fmla="*/ 4724400 w 4724400"/>
              <a:gd name="connsiteY614" fmla="*/ 1589108 h 6857999"/>
              <a:gd name="connsiteX615" fmla="*/ 4644505 w 4724400"/>
              <a:gd name="connsiteY615" fmla="*/ 1640352 h 6857999"/>
              <a:gd name="connsiteX616" fmla="*/ 4381603 w 4724400"/>
              <a:gd name="connsiteY616" fmla="*/ 1900149 h 6857999"/>
              <a:gd name="connsiteX617" fmla="*/ 4478726 w 4724400"/>
              <a:gd name="connsiteY617" fmla="*/ 1822808 h 6857999"/>
              <a:gd name="connsiteX618" fmla="*/ 4588263 w 4724400"/>
              <a:gd name="connsiteY618" fmla="*/ 1735914 h 6857999"/>
              <a:gd name="connsiteX619" fmla="*/ 4683216 w 4724400"/>
              <a:gd name="connsiteY619" fmla="*/ 1678902 h 6857999"/>
              <a:gd name="connsiteX620" fmla="*/ 4724400 w 4724400"/>
              <a:gd name="connsiteY620" fmla="*/ 1655121 h 6857999"/>
              <a:gd name="connsiteX621" fmla="*/ 4724400 w 4724400"/>
              <a:gd name="connsiteY621" fmla="*/ 1686869 h 6857999"/>
              <a:gd name="connsiteX622" fmla="*/ 4696172 w 4724400"/>
              <a:gd name="connsiteY622" fmla="*/ 1703058 h 6857999"/>
              <a:gd name="connsiteX623" fmla="*/ 4602997 w 4724400"/>
              <a:gd name="connsiteY623" fmla="*/ 1758893 h 6857999"/>
              <a:gd name="connsiteX624" fmla="*/ 4496021 w 4724400"/>
              <a:gd name="connsiteY624" fmla="*/ 1844299 h 6857999"/>
              <a:gd name="connsiteX625" fmla="*/ 4419004 w 4724400"/>
              <a:gd name="connsiteY625" fmla="*/ 1907617 h 6857999"/>
              <a:gd name="connsiteX626" fmla="*/ 4685975 w 4724400"/>
              <a:gd name="connsiteY626" fmla="*/ 1786372 h 6857999"/>
              <a:gd name="connsiteX627" fmla="*/ 4724400 w 4724400"/>
              <a:gd name="connsiteY627" fmla="*/ 1759693 h 6857999"/>
              <a:gd name="connsiteX628" fmla="*/ 4724400 w 4724400"/>
              <a:gd name="connsiteY628" fmla="*/ 1809459 h 6857999"/>
              <a:gd name="connsiteX629" fmla="*/ 4653762 w 4724400"/>
              <a:gd name="connsiteY629" fmla="*/ 1857561 h 6857999"/>
              <a:gd name="connsiteX630" fmla="*/ 4428349 w 4724400"/>
              <a:gd name="connsiteY630" fmla="*/ 1963079 h 6857999"/>
              <a:gd name="connsiteX631" fmla="*/ 4724400 w 4724400"/>
              <a:gd name="connsiteY631" fmla="*/ 1990579 h 6857999"/>
              <a:gd name="connsiteX632" fmla="*/ 4724400 w 4724400"/>
              <a:gd name="connsiteY632" fmla="*/ 2065582 h 6857999"/>
              <a:gd name="connsiteX633" fmla="*/ 4686318 w 4724400"/>
              <a:gd name="connsiteY633" fmla="*/ 2063926 h 6857999"/>
              <a:gd name="connsiteX634" fmla="*/ 4724400 w 4724400"/>
              <a:gd name="connsiteY634" fmla="*/ 2085104 h 6857999"/>
              <a:gd name="connsiteX635" fmla="*/ 4724400 w 4724400"/>
              <a:gd name="connsiteY635" fmla="*/ 2178471 h 6857999"/>
              <a:gd name="connsiteX636" fmla="*/ 4617755 w 4724400"/>
              <a:gd name="connsiteY636" fmla="*/ 2122457 h 6857999"/>
              <a:gd name="connsiteX637" fmla="*/ 4724400 w 4724400"/>
              <a:gd name="connsiteY637" fmla="*/ 2196158 h 6857999"/>
              <a:gd name="connsiteX638" fmla="*/ 4724400 w 4724400"/>
              <a:gd name="connsiteY638" fmla="*/ 2230374 h 6857999"/>
              <a:gd name="connsiteX639" fmla="*/ 4573637 w 4724400"/>
              <a:gd name="connsiteY639" fmla="*/ 2126309 h 6857999"/>
              <a:gd name="connsiteX640" fmla="*/ 4706850 w 4724400"/>
              <a:gd name="connsiteY640" fmla="*/ 2262541 h 6857999"/>
              <a:gd name="connsiteX641" fmla="*/ 4724400 w 4724400"/>
              <a:gd name="connsiteY641" fmla="*/ 2275857 h 6857999"/>
              <a:gd name="connsiteX642" fmla="*/ 4724400 w 4724400"/>
              <a:gd name="connsiteY642" fmla="*/ 2377131 h 6857999"/>
              <a:gd name="connsiteX643" fmla="*/ 4688201 w 4724400"/>
              <a:gd name="connsiteY643" fmla="*/ 2349925 h 6857999"/>
              <a:gd name="connsiteX644" fmla="*/ 4462564 w 4724400"/>
              <a:gd name="connsiteY644" fmla="*/ 2041945 h 6857999"/>
              <a:gd name="connsiteX645" fmla="*/ 4094167 w 4724400"/>
              <a:gd name="connsiteY645" fmla="*/ 1984479 h 6857999"/>
              <a:gd name="connsiteX646" fmla="*/ 4520397 w 4724400"/>
              <a:gd name="connsiteY646" fmla="*/ 3153822 h 6857999"/>
              <a:gd name="connsiteX647" fmla="*/ 4458958 w 4724400"/>
              <a:gd name="connsiteY647" fmla="*/ 3203134 h 6857999"/>
              <a:gd name="connsiteX648" fmla="*/ 3972830 w 4724400"/>
              <a:gd name="connsiteY648" fmla="*/ 1973028 h 6857999"/>
              <a:gd name="connsiteX649" fmla="*/ 3979154 w 4724400"/>
              <a:gd name="connsiteY649" fmla="*/ 1959605 h 6857999"/>
              <a:gd name="connsiteX650" fmla="*/ 3583051 w 4724400"/>
              <a:gd name="connsiteY650" fmla="*/ 1850495 h 6857999"/>
              <a:gd name="connsiteX651" fmla="*/ 2922360 w 4724400"/>
              <a:gd name="connsiteY651" fmla="*/ 1586232 h 6857999"/>
              <a:gd name="connsiteX652" fmla="*/ 3033099 w 4724400"/>
              <a:gd name="connsiteY652" fmla="*/ 1913175 h 6857999"/>
              <a:gd name="connsiteX653" fmla="*/ 3040214 w 4724400"/>
              <a:gd name="connsiteY653" fmla="*/ 1920694 h 6857999"/>
              <a:gd name="connsiteX654" fmla="*/ 3051308 w 4724400"/>
              <a:gd name="connsiteY654" fmla="*/ 1911226 h 6857999"/>
              <a:gd name="connsiteX655" fmla="*/ 3791335 w 4724400"/>
              <a:gd name="connsiteY655" fmla="*/ 2442781 h 6857999"/>
              <a:gd name="connsiteX656" fmla="*/ 3744063 w 4724400"/>
              <a:gd name="connsiteY656" fmla="*/ 2510325 h 6857999"/>
              <a:gd name="connsiteX657" fmla="*/ 3103695 w 4724400"/>
              <a:gd name="connsiteY657" fmla="*/ 2105302 h 6857999"/>
              <a:gd name="connsiteX658" fmla="*/ 2968137 w 4724400"/>
              <a:gd name="connsiteY658" fmla="*/ 2805672 h 6857999"/>
              <a:gd name="connsiteX659" fmla="*/ 2739231 w 4724400"/>
              <a:gd name="connsiteY659" fmla="*/ 3151701 h 6857999"/>
              <a:gd name="connsiteX660" fmla="*/ 2728882 w 4724400"/>
              <a:gd name="connsiteY660" fmla="*/ 3135084 h 6857999"/>
              <a:gd name="connsiteX661" fmla="*/ 2914282 w 4724400"/>
              <a:gd name="connsiteY661" fmla="*/ 2155807 h 6857999"/>
              <a:gd name="connsiteX662" fmla="*/ 2971660 w 4724400"/>
              <a:gd name="connsiteY662" fmla="*/ 1962486 h 6857999"/>
              <a:gd name="connsiteX663" fmla="*/ 2971809 w 4724400"/>
              <a:gd name="connsiteY663" fmla="*/ 1960615 h 6857999"/>
              <a:gd name="connsiteX664" fmla="*/ 2972315 w 4724400"/>
              <a:gd name="connsiteY664" fmla="*/ 1951821 h 6857999"/>
              <a:gd name="connsiteX665" fmla="*/ 2846641 w 4724400"/>
              <a:gd name="connsiteY665" fmla="*/ 1556749 h 6857999"/>
              <a:gd name="connsiteX666" fmla="*/ 2847461 w 4724400"/>
              <a:gd name="connsiteY666" fmla="*/ 1548729 h 6857999"/>
              <a:gd name="connsiteX667" fmla="*/ 2058558 w 4724400"/>
              <a:gd name="connsiteY667" fmla="*/ 1071804 h 6857999"/>
              <a:gd name="connsiteX668" fmla="*/ 2291089 w 4724400"/>
              <a:gd name="connsiteY668" fmla="*/ 1585512 h 6857999"/>
              <a:gd name="connsiteX669" fmla="*/ 2473792 w 4724400"/>
              <a:gd name="connsiteY669" fmla="*/ 2432858 h 6857999"/>
              <a:gd name="connsiteX670" fmla="*/ 2420124 w 4724400"/>
              <a:gd name="connsiteY670" fmla="*/ 2495762 h 6857999"/>
              <a:gd name="connsiteX671" fmla="*/ 2119846 w 4724400"/>
              <a:gd name="connsiteY671" fmla="*/ 1872898 h 6857999"/>
              <a:gd name="connsiteX672" fmla="*/ 1995210 w 4724400"/>
              <a:gd name="connsiteY672" fmla="*/ 1288346 h 6857999"/>
              <a:gd name="connsiteX673" fmla="*/ 1850975 w 4724400"/>
              <a:gd name="connsiteY673" fmla="*/ 1540820 h 6857999"/>
              <a:gd name="connsiteX674" fmla="*/ 1723490 w 4724400"/>
              <a:gd name="connsiteY674" fmla="*/ 1688355 h 6857999"/>
              <a:gd name="connsiteX675" fmla="*/ 1710157 w 4724400"/>
              <a:gd name="connsiteY675" fmla="*/ 1683354 h 6857999"/>
              <a:gd name="connsiteX676" fmla="*/ 1807265 w 4724400"/>
              <a:gd name="connsiteY676" fmla="*/ 1336896 h 6857999"/>
              <a:gd name="connsiteX677" fmla="*/ 2011049 w 4724400"/>
              <a:gd name="connsiteY677" fmla="*/ 1173376 h 6857999"/>
              <a:gd name="connsiteX678" fmla="*/ 2014681 w 4724400"/>
              <a:gd name="connsiteY678" fmla="*/ 1167830 h 6857999"/>
              <a:gd name="connsiteX679" fmla="*/ 1971037 w 4724400"/>
              <a:gd name="connsiteY679" fmla="*/ 1015438 h 6857999"/>
              <a:gd name="connsiteX680" fmla="*/ 1971858 w 4724400"/>
              <a:gd name="connsiteY680" fmla="*/ 1007420 h 6857999"/>
              <a:gd name="connsiteX681" fmla="*/ 1729505 w 4724400"/>
              <a:gd name="connsiteY681" fmla="*/ 808882 h 6857999"/>
              <a:gd name="connsiteX682" fmla="*/ 1506007 w 4724400"/>
              <a:gd name="connsiteY682" fmla="*/ 597733 h 6857999"/>
              <a:gd name="connsiteX683" fmla="*/ 1499912 w 4724400"/>
              <a:gd name="connsiteY683" fmla="*/ 1795211 h 6857999"/>
              <a:gd name="connsiteX684" fmla="*/ 1444926 w 4724400"/>
              <a:gd name="connsiteY684" fmla="*/ 1841464 h 6857999"/>
              <a:gd name="connsiteX685" fmla="*/ 1425791 w 4724400"/>
              <a:gd name="connsiteY685" fmla="*/ 572788 h 6857999"/>
              <a:gd name="connsiteX686" fmla="*/ 1435390 w 4724400"/>
              <a:gd name="connsiteY686" fmla="*/ 560750 h 6857999"/>
              <a:gd name="connsiteX687" fmla="*/ 1451502 w 4724400"/>
              <a:gd name="connsiteY687" fmla="*/ 542471 h 6857999"/>
              <a:gd name="connsiteX688" fmla="*/ 1194128 w 4724400"/>
              <a:gd name="connsiteY688" fmla="*/ 250903 h 6857999"/>
              <a:gd name="connsiteX689" fmla="*/ 890158 w 4724400"/>
              <a:gd name="connsiteY689" fmla="*/ 0 h 6857999"/>
              <a:gd name="connsiteX690" fmla="*/ 937892 w 4724400"/>
              <a:gd name="connsiteY690" fmla="*/ 0 h 6857999"/>
              <a:gd name="connsiteX691" fmla="*/ 924483 w 4724400"/>
              <a:gd name="connsiteY691" fmla="*/ 30495 h 6857999"/>
              <a:gd name="connsiteX692" fmla="*/ 872288 w 4724400"/>
              <a:gd name="connsiteY692" fmla="*/ 306259 h 6857999"/>
              <a:gd name="connsiteX693" fmla="*/ 1006247 w 4724400"/>
              <a:gd name="connsiteY693" fmla="*/ 727373 h 6857999"/>
              <a:gd name="connsiteX694" fmla="*/ 986481 w 4724400"/>
              <a:gd name="connsiteY694" fmla="*/ 1611960 h 6857999"/>
              <a:gd name="connsiteX695" fmla="*/ 928400 w 4724400"/>
              <a:gd name="connsiteY695" fmla="*/ 1663986 h 6857999"/>
              <a:gd name="connsiteX696" fmla="*/ 771281 w 4724400"/>
              <a:gd name="connsiteY696" fmla="*/ 368438 h 6857999"/>
              <a:gd name="connsiteX697" fmla="*/ 200540 w 4724400"/>
              <a:gd name="connsiteY697" fmla="*/ 942511 h 6857999"/>
              <a:gd name="connsiteX698" fmla="*/ 170253 w 4724400"/>
              <a:gd name="connsiteY698" fmla="*/ 942567 h 6857999"/>
              <a:gd name="connsiteX699" fmla="*/ 442049 w 4724400"/>
              <a:gd name="connsiteY699" fmla="*/ 489150 h 6857999"/>
              <a:gd name="connsiteX700" fmla="*/ 788582 w 4724400"/>
              <a:gd name="connsiteY700" fmla="*/ 301724 h 6857999"/>
              <a:gd name="connsiteX701" fmla="*/ 788312 w 4724400"/>
              <a:gd name="connsiteY701" fmla="*/ 276498 h 6857999"/>
              <a:gd name="connsiteX702" fmla="*/ 847625 w 4724400"/>
              <a:gd name="connsiteY702" fmla="*/ 89075 h 6857999"/>
              <a:gd name="connsiteX703" fmla="*/ 29788 w 4724400"/>
              <a:gd name="connsiteY703" fmla="*/ 0 h 6857999"/>
              <a:gd name="connsiteX704" fmla="*/ 93321 w 4724400"/>
              <a:gd name="connsiteY704" fmla="*/ 0 h 6857999"/>
              <a:gd name="connsiteX705" fmla="*/ 79142 w 4724400"/>
              <a:gd name="connsiteY705" fmla="*/ 68966 h 6857999"/>
              <a:gd name="connsiteX706" fmla="*/ 21253 w 4724400"/>
              <a:gd name="connsiteY706" fmla="*/ 535687 h 6857999"/>
              <a:gd name="connsiteX707" fmla="*/ 61909 w 4724400"/>
              <a:gd name="connsiteY707" fmla="*/ 380358 h 6857999"/>
              <a:gd name="connsiteX708" fmla="*/ 118339 w 4724400"/>
              <a:gd name="connsiteY708" fmla="*/ 184712 h 6857999"/>
              <a:gd name="connsiteX709" fmla="*/ 154192 w 4724400"/>
              <a:gd name="connsiteY709" fmla="*/ 87864 h 6857999"/>
              <a:gd name="connsiteX710" fmla="*/ 186604 w 4724400"/>
              <a:gd name="connsiteY710" fmla="*/ 0 h 6857999"/>
              <a:gd name="connsiteX711" fmla="*/ 216386 w 4724400"/>
              <a:gd name="connsiteY711" fmla="*/ 0 h 6857999"/>
              <a:gd name="connsiteX712" fmla="*/ 180314 w 4724400"/>
              <a:gd name="connsiteY712" fmla="*/ 97640 h 6857999"/>
              <a:gd name="connsiteX713" fmla="*/ 144924 w 4724400"/>
              <a:gd name="connsiteY713" fmla="*/ 193392 h 6857999"/>
              <a:gd name="connsiteX714" fmla="*/ 89413 w 4724400"/>
              <a:gd name="connsiteY714" fmla="*/ 386853 h 6857999"/>
              <a:gd name="connsiteX715" fmla="*/ 49686 w 4724400"/>
              <a:gd name="connsiteY715" fmla="*/ 539999 h 6857999"/>
              <a:gd name="connsiteX716" fmla="*/ 236604 w 4724400"/>
              <a:gd name="connsiteY716" fmla="*/ 152292 h 6857999"/>
              <a:gd name="connsiteX717" fmla="*/ 289375 w 4724400"/>
              <a:gd name="connsiteY717" fmla="*/ 0 h 6857999"/>
              <a:gd name="connsiteX718" fmla="*/ 369729 w 4724400"/>
              <a:gd name="connsiteY718" fmla="*/ 0 h 6857999"/>
              <a:gd name="connsiteX719" fmla="*/ 354160 w 4724400"/>
              <a:gd name="connsiteY719" fmla="*/ 65656 h 6857999"/>
              <a:gd name="connsiteX720" fmla="*/ 21325 w 4724400"/>
              <a:gd name="connsiteY720" fmla="*/ 763628 h 6857999"/>
              <a:gd name="connsiteX721" fmla="*/ 6426 w 4724400"/>
              <a:gd name="connsiteY721" fmla="*/ 785104 h 6857999"/>
              <a:gd name="connsiteX722" fmla="*/ 0 w 4724400"/>
              <a:gd name="connsiteY722" fmla="*/ 789215 h 6857999"/>
              <a:gd name="connsiteX723" fmla="*/ 0 w 4724400"/>
              <a:gd name="connsiteY723" fmla="*/ 163142 h 6857999"/>
              <a:gd name="connsiteX724" fmla="*/ 20220 w 4724400"/>
              <a:gd name="connsiteY724" fmla="*/ 37416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</a:cxnLst>
            <a:rect l="l" t="t" r="r" b="b"/>
            <a:pathLst>
              <a:path w="4724400" h="6857999">
                <a:moveTo>
                  <a:pt x="0" y="6805948"/>
                </a:moveTo>
                <a:lnTo>
                  <a:pt x="15600" y="6813099"/>
                </a:lnTo>
                <a:cubicBezTo>
                  <a:pt x="48179" y="6826367"/>
                  <a:pt x="82589" y="6838841"/>
                  <a:pt x="117632" y="6850060"/>
                </a:cubicBezTo>
                <a:lnTo>
                  <a:pt x="146175" y="6857998"/>
                </a:lnTo>
                <a:lnTo>
                  <a:pt x="54597" y="6857998"/>
                </a:lnTo>
                <a:lnTo>
                  <a:pt x="0" y="6831490"/>
                </a:lnTo>
                <a:close/>
                <a:moveTo>
                  <a:pt x="0" y="6736157"/>
                </a:moveTo>
                <a:lnTo>
                  <a:pt x="114811" y="6784122"/>
                </a:lnTo>
                <a:lnTo>
                  <a:pt x="138159" y="6793465"/>
                </a:lnTo>
                <a:cubicBezTo>
                  <a:pt x="184756" y="6812785"/>
                  <a:pt x="226800" y="6829482"/>
                  <a:pt x="270310" y="6840638"/>
                </a:cubicBezTo>
                <a:lnTo>
                  <a:pt x="358932" y="6857999"/>
                </a:lnTo>
                <a:lnTo>
                  <a:pt x="228496" y="6857999"/>
                </a:lnTo>
                <a:lnTo>
                  <a:pt x="126481" y="6821149"/>
                </a:lnTo>
                <a:lnTo>
                  <a:pt x="103134" y="6811799"/>
                </a:lnTo>
                <a:lnTo>
                  <a:pt x="0" y="6767913"/>
                </a:lnTo>
                <a:close/>
                <a:moveTo>
                  <a:pt x="2460543" y="6515312"/>
                </a:moveTo>
                <a:lnTo>
                  <a:pt x="2286201" y="6525103"/>
                </a:lnTo>
                <a:cubicBezTo>
                  <a:pt x="2228694" y="6528458"/>
                  <a:pt x="2169369" y="6531530"/>
                  <a:pt x="2110427" y="6532104"/>
                </a:cubicBezTo>
                <a:cubicBezTo>
                  <a:pt x="2058946" y="6532538"/>
                  <a:pt x="2007242" y="6530381"/>
                  <a:pt x="1956742" y="6528403"/>
                </a:cubicBezTo>
                <a:cubicBezTo>
                  <a:pt x="1815643" y="6523421"/>
                  <a:pt x="1669606" y="6518329"/>
                  <a:pt x="1534307" y="6560369"/>
                </a:cubicBezTo>
                <a:cubicBezTo>
                  <a:pt x="1506964" y="6568983"/>
                  <a:pt x="1480544" y="6579668"/>
                  <a:pt x="1454538" y="6591702"/>
                </a:cubicBezTo>
                <a:cubicBezTo>
                  <a:pt x="1508795" y="6597451"/>
                  <a:pt x="1564033" y="6600803"/>
                  <a:pt x="1619950" y="6599765"/>
                </a:cubicBezTo>
                <a:cubicBezTo>
                  <a:pt x="1760796" y="6598297"/>
                  <a:pt x="1904212" y="6576077"/>
                  <a:pt x="2044875" y="6563693"/>
                </a:cubicBezTo>
                <a:cubicBezTo>
                  <a:pt x="2158459" y="6554204"/>
                  <a:pt x="2431086" y="6537707"/>
                  <a:pt x="2460543" y="6515312"/>
                </a:cubicBezTo>
                <a:close/>
                <a:moveTo>
                  <a:pt x="1883620" y="6459370"/>
                </a:moveTo>
                <a:cubicBezTo>
                  <a:pt x="1757800" y="6463303"/>
                  <a:pt x="1630678" y="6481291"/>
                  <a:pt x="1532156" y="6529929"/>
                </a:cubicBezTo>
                <a:cubicBezTo>
                  <a:pt x="1670483" y="6488352"/>
                  <a:pt x="1816519" y="6493450"/>
                  <a:pt x="1958230" y="6498517"/>
                </a:cubicBezTo>
                <a:cubicBezTo>
                  <a:pt x="2008720" y="6500495"/>
                  <a:pt x="2060523" y="6502029"/>
                  <a:pt x="2110707" y="6502035"/>
                </a:cubicBezTo>
                <a:cubicBezTo>
                  <a:pt x="2168940" y="6501999"/>
                  <a:pt x="2227759" y="6498204"/>
                  <a:pt x="2285171" y="6495471"/>
                </a:cubicBezTo>
                <a:lnTo>
                  <a:pt x="2385179" y="6489665"/>
                </a:lnTo>
                <a:cubicBezTo>
                  <a:pt x="2348158" y="6484629"/>
                  <a:pt x="2296424" y="6478620"/>
                  <a:pt x="2227262" y="6473140"/>
                </a:cubicBezTo>
                <a:cubicBezTo>
                  <a:pt x="2133953" y="6465560"/>
                  <a:pt x="2009438" y="6455438"/>
                  <a:pt x="1883620" y="6459370"/>
                </a:cubicBezTo>
                <a:close/>
                <a:moveTo>
                  <a:pt x="1611255" y="5884754"/>
                </a:moveTo>
                <a:cubicBezTo>
                  <a:pt x="1475034" y="6070158"/>
                  <a:pt x="1320332" y="6315508"/>
                  <a:pt x="1357588" y="6496752"/>
                </a:cubicBezTo>
                <a:cubicBezTo>
                  <a:pt x="1404118" y="6270055"/>
                  <a:pt x="1507631" y="6063621"/>
                  <a:pt x="1611255" y="5884754"/>
                </a:cubicBezTo>
                <a:close/>
                <a:moveTo>
                  <a:pt x="1646205" y="5883072"/>
                </a:moveTo>
                <a:cubicBezTo>
                  <a:pt x="1542170" y="6060592"/>
                  <a:pt x="1436044" y="6267900"/>
                  <a:pt x="1387600" y="6494950"/>
                </a:cubicBezTo>
                <a:cubicBezTo>
                  <a:pt x="1504199" y="6300136"/>
                  <a:pt x="1601945" y="6103069"/>
                  <a:pt x="1646205" y="5883072"/>
                </a:cubicBezTo>
                <a:close/>
                <a:moveTo>
                  <a:pt x="0" y="5845526"/>
                </a:moveTo>
                <a:lnTo>
                  <a:pt x="23370" y="5869422"/>
                </a:lnTo>
                <a:cubicBezTo>
                  <a:pt x="131924" y="5985784"/>
                  <a:pt x="231640" y="6107018"/>
                  <a:pt x="321428" y="6212316"/>
                </a:cubicBezTo>
                <a:cubicBezTo>
                  <a:pt x="452682" y="6366340"/>
                  <a:pt x="578409" y="6507973"/>
                  <a:pt x="626000" y="6710671"/>
                </a:cubicBezTo>
                <a:cubicBezTo>
                  <a:pt x="638757" y="6764837"/>
                  <a:pt x="647619" y="6810078"/>
                  <a:pt x="661825" y="6854298"/>
                </a:cubicBezTo>
                <a:lnTo>
                  <a:pt x="663298" y="6857998"/>
                </a:lnTo>
                <a:lnTo>
                  <a:pt x="431765" y="6857998"/>
                </a:lnTo>
                <a:lnTo>
                  <a:pt x="293576" y="6816656"/>
                </a:lnTo>
                <a:cubicBezTo>
                  <a:pt x="240014" y="6798833"/>
                  <a:pt x="187020" y="6779815"/>
                  <a:pt x="134480" y="6760867"/>
                </a:cubicBezTo>
                <a:lnTo>
                  <a:pt x="0" y="6714215"/>
                </a:lnTo>
                <a:lnTo>
                  <a:pt x="0" y="6683873"/>
                </a:lnTo>
                <a:lnTo>
                  <a:pt x="143737" y="6732821"/>
                </a:lnTo>
                <a:cubicBezTo>
                  <a:pt x="255889" y="6773078"/>
                  <a:pt x="371066" y="6813801"/>
                  <a:pt x="488162" y="6842006"/>
                </a:cubicBezTo>
                <a:cubicBezTo>
                  <a:pt x="358293" y="6763794"/>
                  <a:pt x="187560" y="6705586"/>
                  <a:pt x="44855" y="6674734"/>
                </a:cubicBezTo>
                <a:lnTo>
                  <a:pt x="0" y="6668575"/>
                </a:lnTo>
                <a:lnTo>
                  <a:pt x="0" y="6628217"/>
                </a:lnTo>
                <a:lnTo>
                  <a:pt x="144942" y="6657611"/>
                </a:lnTo>
                <a:cubicBezTo>
                  <a:pt x="201726" y="6672044"/>
                  <a:pt x="257694" y="6689595"/>
                  <a:pt x="312446" y="6711283"/>
                </a:cubicBezTo>
                <a:cubicBezTo>
                  <a:pt x="343371" y="6723712"/>
                  <a:pt x="523593" y="6837187"/>
                  <a:pt x="477357" y="6799347"/>
                </a:cubicBezTo>
                <a:cubicBezTo>
                  <a:pt x="362978" y="6704934"/>
                  <a:pt x="237571" y="6617800"/>
                  <a:pt x="134228" y="6503934"/>
                </a:cubicBezTo>
                <a:lnTo>
                  <a:pt x="0" y="6334256"/>
                </a:lnTo>
                <a:lnTo>
                  <a:pt x="0" y="6221686"/>
                </a:lnTo>
                <a:lnTo>
                  <a:pt x="113296" y="6402069"/>
                </a:lnTo>
                <a:cubicBezTo>
                  <a:pt x="227569" y="6561808"/>
                  <a:pt x="381603" y="6676399"/>
                  <a:pt x="523262" y="6807025"/>
                </a:cubicBezTo>
                <a:cubicBezTo>
                  <a:pt x="495103" y="6748256"/>
                  <a:pt x="449573" y="6697712"/>
                  <a:pt x="404364" y="6649139"/>
                </a:cubicBezTo>
                <a:lnTo>
                  <a:pt x="392074" y="6636358"/>
                </a:lnTo>
                <a:cubicBezTo>
                  <a:pt x="280930" y="6516822"/>
                  <a:pt x="177660" y="6386311"/>
                  <a:pt x="77450" y="6260110"/>
                </a:cubicBezTo>
                <a:lnTo>
                  <a:pt x="0" y="6163634"/>
                </a:lnTo>
                <a:lnTo>
                  <a:pt x="0" y="6117703"/>
                </a:lnTo>
                <a:lnTo>
                  <a:pt x="99669" y="6240461"/>
                </a:lnTo>
                <a:cubicBezTo>
                  <a:pt x="199276" y="6366562"/>
                  <a:pt x="302033" y="6496348"/>
                  <a:pt x="412670" y="6615176"/>
                </a:cubicBezTo>
                <a:lnTo>
                  <a:pt x="424960" y="6627949"/>
                </a:lnTo>
                <a:cubicBezTo>
                  <a:pt x="452087" y="6657095"/>
                  <a:pt x="479817" y="6686334"/>
                  <a:pt x="504043" y="6718236"/>
                </a:cubicBezTo>
                <a:cubicBezTo>
                  <a:pt x="434583" y="6569208"/>
                  <a:pt x="350187" y="6428779"/>
                  <a:pt x="251759" y="6299011"/>
                </a:cubicBezTo>
                <a:cubicBezTo>
                  <a:pt x="180915" y="6205508"/>
                  <a:pt x="102557" y="6117579"/>
                  <a:pt x="21191" y="6033111"/>
                </a:cubicBezTo>
                <a:lnTo>
                  <a:pt x="0" y="6012219"/>
                </a:lnTo>
                <a:lnTo>
                  <a:pt x="0" y="5971257"/>
                </a:lnTo>
                <a:lnTo>
                  <a:pt x="41571" y="6012292"/>
                </a:lnTo>
                <a:cubicBezTo>
                  <a:pt x="123333" y="6097220"/>
                  <a:pt x="202225" y="6185713"/>
                  <a:pt x="273883" y="6279980"/>
                </a:cubicBezTo>
                <a:cubicBezTo>
                  <a:pt x="380040" y="6419905"/>
                  <a:pt x="469472" y="6571994"/>
                  <a:pt x="541341" y="6733560"/>
                </a:cubicBezTo>
                <a:cubicBezTo>
                  <a:pt x="542355" y="6694639"/>
                  <a:pt x="542948" y="6654374"/>
                  <a:pt x="531634" y="6610993"/>
                </a:cubicBezTo>
                <a:cubicBezTo>
                  <a:pt x="490540" y="6454784"/>
                  <a:pt x="347902" y="6314397"/>
                  <a:pt x="247554" y="6197148"/>
                </a:cubicBezTo>
                <a:cubicBezTo>
                  <a:pt x="178265" y="6115731"/>
                  <a:pt x="107245" y="6035491"/>
                  <a:pt x="33651" y="5957901"/>
                </a:cubicBezTo>
                <a:lnTo>
                  <a:pt x="0" y="5925131"/>
                </a:lnTo>
                <a:close/>
                <a:moveTo>
                  <a:pt x="1656340" y="5825040"/>
                </a:moveTo>
                <a:cubicBezTo>
                  <a:pt x="1655542" y="5826205"/>
                  <a:pt x="1654747" y="5827360"/>
                  <a:pt x="1653246" y="5829053"/>
                </a:cubicBezTo>
                <a:lnTo>
                  <a:pt x="1655667" y="5829425"/>
                </a:lnTo>
                <a:close/>
                <a:moveTo>
                  <a:pt x="2630124" y="5591852"/>
                </a:moveTo>
                <a:cubicBezTo>
                  <a:pt x="2477082" y="5593954"/>
                  <a:pt x="2324114" y="5611746"/>
                  <a:pt x="2177648" y="5630119"/>
                </a:cubicBezTo>
                <a:cubicBezTo>
                  <a:pt x="2143127" y="5634568"/>
                  <a:pt x="2109856" y="5639754"/>
                  <a:pt x="2076258" y="5650510"/>
                </a:cubicBezTo>
                <a:cubicBezTo>
                  <a:pt x="2082463" y="5662642"/>
                  <a:pt x="2162157" y="5633895"/>
                  <a:pt x="2214048" y="5629828"/>
                </a:cubicBezTo>
                <a:cubicBezTo>
                  <a:pt x="2501741" y="5609845"/>
                  <a:pt x="2805089" y="5655720"/>
                  <a:pt x="3090246" y="5601337"/>
                </a:cubicBezTo>
                <a:cubicBezTo>
                  <a:pt x="3006333" y="5611321"/>
                  <a:pt x="2919037" y="5605065"/>
                  <a:pt x="2834104" y="5598847"/>
                </a:cubicBezTo>
                <a:cubicBezTo>
                  <a:pt x="2816936" y="5597562"/>
                  <a:pt x="2799771" y="5596280"/>
                  <a:pt x="2782953" y="5595539"/>
                </a:cubicBezTo>
                <a:cubicBezTo>
                  <a:pt x="2732159" y="5592194"/>
                  <a:pt x="2681137" y="5591152"/>
                  <a:pt x="2630124" y="5591852"/>
                </a:cubicBezTo>
                <a:close/>
                <a:moveTo>
                  <a:pt x="2751064" y="5525300"/>
                </a:moveTo>
                <a:cubicBezTo>
                  <a:pt x="2704155" y="5524070"/>
                  <a:pt x="2658863" y="5525064"/>
                  <a:pt x="2618554" y="5525937"/>
                </a:cubicBezTo>
                <a:cubicBezTo>
                  <a:pt x="2508038" y="5528402"/>
                  <a:pt x="2408741" y="5531370"/>
                  <a:pt x="2311014" y="5550189"/>
                </a:cubicBezTo>
                <a:cubicBezTo>
                  <a:pt x="2246417" y="5562376"/>
                  <a:pt x="2186894" y="5581286"/>
                  <a:pt x="2134103" y="5605852"/>
                </a:cubicBezTo>
                <a:cubicBezTo>
                  <a:pt x="2147385" y="5603489"/>
                  <a:pt x="2160456" y="5602024"/>
                  <a:pt x="2174084" y="5600203"/>
                </a:cubicBezTo>
                <a:cubicBezTo>
                  <a:pt x="2370475" y="5575001"/>
                  <a:pt x="2579125" y="5551921"/>
                  <a:pt x="2785199" y="5564971"/>
                </a:cubicBezTo>
                <a:lnTo>
                  <a:pt x="2836697" y="5568822"/>
                </a:lnTo>
                <a:cubicBezTo>
                  <a:pt x="2913331" y="5574228"/>
                  <a:pt x="2991761" y="5580014"/>
                  <a:pt x="3066345" y="5573703"/>
                </a:cubicBezTo>
                <a:cubicBezTo>
                  <a:pt x="3036778" y="5568851"/>
                  <a:pt x="3007621" y="5562210"/>
                  <a:pt x="2978461" y="5555562"/>
                </a:cubicBezTo>
                <a:cubicBezTo>
                  <a:pt x="2950203" y="5549116"/>
                  <a:pt x="2921945" y="5542665"/>
                  <a:pt x="2893277" y="5538004"/>
                </a:cubicBezTo>
                <a:cubicBezTo>
                  <a:pt x="2846501" y="5529982"/>
                  <a:pt x="2797974" y="5526529"/>
                  <a:pt x="2751064" y="5525300"/>
                </a:cubicBezTo>
                <a:close/>
                <a:moveTo>
                  <a:pt x="2636807" y="5458317"/>
                </a:moveTo>
                <a:cubicBezTo>
                  <a:pt x="2511188" y="5456650"/>
                  <a:pt x="2361021" y="5479881"/>
                  <a:pt x="2236775" y="5536349"/>
                </a:cubicBezTo>
                <a:cubicBezTo>
                  <a:pt x="2259387" y="5530319"/>
                  <a:pt x="2281995" y="5524291"/>
                  <a:pt x="2306204" y="5519543"/>
                </a:cubicBezTo>
                <a:cubicBezTo>
                  <a:pt x="2406280" y="5500749"/>
                  <a:pt x="2506685" y="5497081"/>
                  <a:pt x="2619005" y="5494992"/>
                </a:cubicBezTo>
                <a:cubicBezTo>
                  <a:pt x="2701072" y="5493085"/>
                  <a:pt x="2803428" y="5491236"/>
                  <a:pt x="2899676" y="5507848"/>
                </a:cubicBezTo>
                <a:cubicBezTo>
                  <a:pt x="2928691" y="5513052"/>
                  <a:pt x="2957502" y="5519151"/>
                  <a:pt x="2986662" y="5525798"/>
                </a:cubicBezTo>
                <a:cubicBezTo>
                  <a:pt x="3025723" y="5534530"/>
                  <a:pt x="3063542" y="5542536"/>
                  <a:pt x="3101623" y="5547311"/>
                </a:cubicBezTo>
                <a:cubicBezTo>
                  <a:pt x="2954636" y="5490328"/>
                  <a:pt x="2792455" y="5460700"/>
                  <a:pt x="2636807" y="5458317"/>
                </a:cubicBezTo>
                <a:close/>
                <a:moveTo>
                  <a:pt x="0" y="5142496"/>
                </a:moveTo>
                <a:lnTo>
                  <a:pt x="127996" y="5201004"/>
                </a:lnTo>
                <a:cubicBezTo>
                  <a:pt x="360812" y="5325151"/>
                  <a:pt x="547980" y="5518563"/>
                  <a:pt x="661087" y="5790959"/>
                </a:cubicBezTo>
                <a:cubicBezTo>
                  <a:pt x="808965" y="5905246"/>
                  <a:pt x="932653" y="6044012"/>
                  <a:pt x="1029402" y="6204913"/>
                </a:cubicBezTo>
                <a:cubicBezTo>
                  <a:pt x="1035975" y="6141856"/>
                  <a:pt x="1034897" y="6159666"/>
                  <a:pt x="1046692" y="6015372"/>
                </a:cubicBezTo>
                <a:cubicBezTo>
                  <a:pt x="1068452" y="5749157"/>
                  <a:pt x="1080160" y="5533819"/>
                  <a:pt x="1024238" y="5336275"/>
                </a:cubicBezTo>
                <a:cubicBezTo>
                  <a:pt x="1039478" y="5267180"/>
                  <a:pt x="1107861" y="5351481"/>
                  <a:pt x="1138131" y="5600804"/>
                </a:cubicBezTo>
                <a:cubicBezTo>
                  <a:pt x="1140750" y="5745349"/>
                  <a:pt x="1138236" y="5891029"/>
                  <a:pt x="1127280" y="6039262"/>
                </a:cubicBezTo>
                <a:cubicBezTo>
                  <a:pt x="1108357" y="6291971"/>
                  <a:pt x="1074713" y="6543716"/>
                  <a:pt x="1026642" y="6792600"/>
                </a:cubicBezTo>
                <a:cubicBezTo>
                  <a:pt x="1130130" y="6727745"/>
                  <a:pt x="1224262" y="6639036"/>
                  <a:pt x="1327075" y="6590735"/>
                </a:cubicBezTo>
                <a:cubicBezTo>
                  <a:pt x="1328762" y="6587786"/>
                  <a:pt x="1331155" y="6584312"/>
                  <a:pt x="1332848" y="6581371"/>
                </a:cubicBezTo>
                <a:cubicBezTo>
                  <a:pt x="1327684" y="6578656"/>
                  <a:pt x="1322621" y="6575317"/>
                  <a:pt x="1320586" y="6572441"/>
                </a:cubicBezTo>
                <a:cubicBezTo>
                  <a:pt x="1127046" y="6311498"/>
                  <a:pt x="1526112" y="5858248"/>
                  <a:pt x="1669632" y="5665639"/>
                </a:cubicBezTo>
                <a:cubicBezTo>
                  <a:pt x="1682895" y="5647816"/>
                  <a:pt x="1749910" y="5675384"/>
                  <a:pt x="1749165" y="5696416"/>
                </a:cubicBezTo>
                <a:cubicBezTo>
                  <a:pt x="1740476" y="5983368"/>
                  <a:pt x="1637864" y="6228377"/>
                  <a:pt x="1502249" y="6466405"/>
                </a:cubicBezTo>
                <a:cubicBezTo>
                  <a:pt x="1725190" y="6382070"/>
                  <a:pt x="2047033" y="6424367"/>
                  <a:pt x="2238637" y="6419148"/>
                </a:cubicBezTo>
                <a:cubicBezTo>
                  <a:pt x="2408385" y="6415062"/>
                  <a:pt x="2531389" y="6424957"/>
                  <a:pt x="2642775" y="6563116"/>
                </a:cubicBezTo>
                <a:cubicBezTo>
                  <a:pt x="2652137" y="6574800"/>
                  <a:pt x="2636747" y="6578204"/>
                  <a:pt x="2628681" y="6578254"/>
                </a:cubicBezTo>
                <a:cubicBezTo>
                  <a:pt x="2285142" y="6584519"/>
                  <a:pt x="1943610" y="6642343"/>
                  <a:pt x="1600072" y="6648608"/>
                </a:cubicBezTo>
                <a:cubicBezTo>
                  <a:pt x="1541036" y="6649807"/>
                  <a:pt x="1450884" y="6627657"/>
                  <a:pt x="1391841" y="6641028"/>
                </a:cubicBezTo>
                <a:cubicBezTo>
                  <a:pt x="1391239" y="6640935"/>
                  <a:pt x="1390538" y="6641468"/>
                  <a:pt x="1389928" y="6641375"/>
                </a:cubicBezTo>
                <a:cubicBezTo>
                  <a:pt x="1386712" y="6642158"/>
                  <a:pt x="1383592" y="6642319"/>
                  <a:pt x="1380979" y="6643204"/>
                </a:cubicBezTo>
                <a:cubicBezTo>
                  <a:pt x="1295418" y="6670925"/>
                  <a:pt x="1201880" y="6759768"/>
                  <a:pt x="1108685" y="6824788"/>
                </a:cubicBezTo>
                <a:lnTo>
                  <a:pt x="1051559" y="6857998"/>
                </a:lnTo>
                <a:lnTo>
                  <a:pt x="925940" y="6857998"/>
                </a:lnTo>
                <a:lnTo>
                  <a:pt x="949746" y="6745652"/>
                </a:lnTo>
                <a:cubicBezTo>
                  <a:pt x="977694" y="6600749"/>
                  <a:pt x="1000382" y="6454800"/>
                  <a:pt x="1017902" y="6308216"/>
                </a:cubicBezTo>
                <a:cubicBezTo>
                  <a:pt x="1015769" y="6305964"/>
                  <a:pt x="1013539" y="6304343"/>
                  <a:pt x="1012614" y="6302278"/>
                </a:cubicBezTo>
                <a:cubicBezTo>
                  <a:pt x="921548" y="6120471"/>
                  <a:pt x="798037" y="5964433"/>
                  <a:pt x="644615" y="5837768"/>
                </a:cubicBezTo>
                <a:cubicBezTo>
                  <a:pt x="639869" y="5836403"/>
                  <a:pt x="633910" y="5834843"/>
                  <a:pt x="627546" y="5831943"/>
                </a:cubicBezTo>
                <a:cubicBezTo>
                  <a:pt x="440473" y="5751050"/>
                  <a:pt x="281887" y="5620709"/>
                  <a:pt x="128963" y="5481226"/>
                </a:cubicBezTo>
                <a:lnTo>
                  <a:pt x="0" y="5361850"/>
                </a:lnTo>
                <a:lnTo>
                  <a:pt x="0" y="5297634"/>
                </a:lnTo>
                <a:lnTo>
                  <a:pt x="40861" y="5333413"/>
                </a:lnTo>
                <a:cubicBezTo>
                  <a:pt x="193141" y="5476012"/>
                  <a:pt x="339724" y="5631340"/>
                  <a:pt x="514278" y="5738345"/>
                </a:cubicBezTo>
                <a:cubicBezTo>
                  <a:pt x="449538" y="5691903"/>
                  <a:pt x="392547" y="5631267"/>
                  <a:pt x="337180" y="5572174"/>
                </a:cubicBezTo>
                <a:cubicBezTo>
                  <a:pt x="326006" y="5560210"/>
                  <a:pt x="314833" y="5548247"/>
                  <a:pt x="303564" y="5536908"/>
                </a:cubicBezTo>
                <a:cubicBezTo>
                  <a:pt x="236878" y="5466783"/>
                  <a:pt x="163817" y="5402889"/>
                  <a:pt x="88496" y="5343132"/>
                </a:cubicBezTo>
                <a:lnTo>
                  <a:pt x="0" y="5277736"/>
                </a:lnTo>
                <a:lnTo>
                  <a:pt x="0" y="5241225"/>
                </a:lnTo>
                <a:lnTo>
                  <a:pt x="106479" y="5319780"/>
                </a:lnTo>
                <a:cubicBezTo>
                  <a:pt x="182485" y="5380123"/>
                  <a:pt x="256358" y="5444782"/>
                  <a:pt x="324159" y="5515717"/>
                </a:cubicBezTo>
                <a:lnTo>
                  <a:pt x="357680" y="5551608"/>
                </a:lnTo>
                <a:cubicBezTo>
                  <a:pt x="407763" y="5604773"/>
                  <a:pt x="458863" y="5659374"/>
                  <a:pt x="514810" y="5702551"/>
                </a:cubicBezTo>
                <a:cubicBezTo>
                  <a:pt x="497209" y="5679989"/>
                  <a:pt x="481008" y="5656366"/>
                  <a:pt x="464808" y="5632736"/>
                </a:cubicBezTo>
                <a:cubicBezTo>
                  <a:pt x="449112" y="5609836"/>
                  <a:pt x="433420" y="5586930"/>
                  <a:pt x="416327" y="5565087"/>
                </a:cubicBezTo>
                <a:cubicBezTo>
                  <a:pt x="361064" y="5493188"/>
                  <a:pt x="289546" y="5430331"/>
                  <a:pt x="232232" y="5379904"/>
                </a:cubicBezTo>
                <a:cubicBezTo>
                  <a:pt x="153617" y="5310828"/>
                  <a:pt x="82516" y="5249322"/>
                  <a:pt x="2640" y="5200559"/>
                </a:cubicBezTo>
                <a:lnTo>
                  <a:pt x="0" y="5199146"/>
                </a:lnTo>
                <a:lnTo>
                  <a:pt x="0" y="5164774"/>
                </a:lnTo>
                <a:lnTo>
                  <a:pt x="18363" y="5174783"/>
                </a:lnTo>
                <a:cubicBezTo>
                  <a:pt x="99860" y="5225071"/>
                  <a:pt x="172172" y="5286770"/>
                  <a:pt x="251810" y="5357281"/>
                </a:cubicBezTo>
                <a:cubicBezTo>
                  <a:pt x="310235" y="5408518"/>
                  <a:pt x="382775" y="5472816"/>
                  <a:pt x="439563" y="5546863"/>
                </a:cubicBezTo>
                <a:cubicBezTo>
                  <a:pt x="456560" y="5569331"/>
                  <a:pt x="472857" y="5592330"/>
                  <a:pt x="489056" y="5615961"/>
                </a:cubicBezTo>
                <a:cubicBezTo>
                  <a:pt x="510864" y="5647485"/>
                  <a:pt x="532257" y="5677676"/>
                  <a:pt x="555845" y="5705642"/>
                </a:cubicBezTo>
                <a:cubicBezTo>
                  <a:pt x="488800" y="5569150"/>
                  <a:pt x="394131" y="5443166"/>
                  <a:pt x="287056" y="5341546"/>
                </a:cubicBezTo>
                <a:cubicBezTo>
                  <a:pt x="222125" y="5280178"/>
                  <a:pt x="138844" y="5220320"/>
                  <a:pt x="49874" y="5178238"/>
                </a:cubicBezTo>
                <a:lnTo>
                  <a:pt x="0" y="5158623"/>
                </a:lnTo>
                <a:close/>
                <a:moveTo>
                  <a:pt x="4076694" y="4944364"/>
                </a:moveTo>
                <a:cubicBezTo>
                  <a:pt x="4092586" y="5180994"/>
                  <a:pt x="4134286" y="5476223"/>
                  <a:pt x="4287610" y="5588157"/>
                </a:cubicBezTo>
                <a:cubicBezTo>
                  <a:pt x="4171130" y="5382912"/>
                  <a:pt x="4114497" y="5153179"/>
                  <a:pt x="4076694" y="4944364"/>
                </a:cubicBezTo>
                <a:close/>
                <a:moveTo>
                  <a:pt x="4103808" y="4918599"/>
                </a:moveTo>
                <a:cubicBezTo>
                  <a:pt x="4140363" y="5126676"/>
                  <a:pt x="4195478" y="5358905"/>
                  <a:pt x="4310650" y="5565760"/>
                </a:cubicBezTo>
                <a:cubicBezTo>
                  <a:pt x="4272496" y="5335710"/>
                  <a:pt x="4217566" y="5117152"/>
                  <a:pt x="4103808" y="4918599"/>
                </a:cubicBezTo>
                <a:close/>
                <a:moveTo>
                  <a:pt x="4072554" y="4867303"/>
                </a:moveTo>
                <a:cubicBezTo>
                  <a:pt x="4072702" y="4868748"/>
                  <a:pt x="4072843" y="4870186"/>
                  <a:pt x="4072780" y="4872526"/>
                </a:cubicBezTo>
                <a:lnTo>
                  <a:pt x="4074990" y="4871112"/>
                </a:lnTo>
                <a:close/>
                <a:moveTo>
                  <a:pt x="3100062" y="4866948"/>
                </a:moveTo>
                <a:cubicBezTo>
                  <a:pt x="3054598" y="4867672"/>
                  <a:pt x="3008663" y="4872522"/>
                  <a:pt x="2963625" y="4877568"/>
                </a:cubicBezTo>
                <a:cubicBezTo>
                  <a:pt x="2913679" y="4883457"/>
                  <a:pt x="2861381" y="4889314"/>
                  <a:pt x="2809956" y="4889247"/>
                </a:cubicBezTo>
                <a:cubicBezTo>
                  <a:pt x="2768849" y="4889475"/>
                  <a:pt x="2727662" y="4885932"/>
                  <a:pt x="2688275" y="4882769"/>
                </a:cubicBezTo>
                <a:cubicBezTo>
                  <a:pt x="2660443" y="4880639"/>
                  <a:pt x="2632820" y="4877611"/>
                  <a:pt x="2605133" y="4876924"/>
                </a:cubicBezTo>
                <a:cubicBezTo>
                  <a:pt x="2542005" y="4874377"/>
                  <a:pt x="2477453" y="4878112"/>
                  <a:pt x="2414900" y="4881330"/>
                </a:cubicBezTo>
                <a:cubicBezTo>
                  <a:pt x="2350347" y="4885065"/>
                  <a:pt x="2283431" y="4888772"/>
                  <a:pt x="2217605" y="4885650"/>
                </a:cubicBezTo>
                <a:lnTo>
                  <a:pt x="2199332" y="4885075"/>
                </a:lnTo>
                <a:cubicBezTo>
                  <a:pt x="2179813" y="4883768"/>
                  <a:pt x="2160089" y="4883349"/>
                  <a:pt x="2141062" y="4884027"/>
                </a:cubicBezTo>
                <a:cubicBezTo>
                  <a:pt x="2279340" y="4906717"/>
                  <a:pt x="2418587" y="4927258"/>
                  <a:pt x="2558630" y="4938088"/>
                </a:cubicBezTo>
                <a:cubicBezTo>
                  <a:pt x="2750317" y="4954217"/>
                  <a:pt x="2921561" y="4921336"/>
                  <a:pt x="3100062" y="4866948"/>
                </a:cubicBezTo>
                <a:close/>
                <a:moveTo>
                  <a:pt x="2753415" y="4783657"/>
                </a:moveTo>
                <a:cubicBezTo>
                  <a:pt x="2715812" y="4782731"/>
                  <a:pt x="2677745" y="4783278"/>
                  <a:pt x="2639521" y="4785091"/>
                </a:cubicBezTo>
                <a:cubicBezTo>
                  <a:pt x="2486624" y="4792347"/>
                  <a:pt x="2331226" y="4819883"/>
                  <a:pt x="2193068" y="4854595"/>
                </a:cubicBezTo>
                <a:cubicBezTo>
                  <a:pt x="2196324" y="4854814"/>
                  <a:pt x="2198676" y="4854838"/>
                  <a:pt x="2201931" y="4855057"/>
                </a:cubicBezTo>
                <a:lnTo>
                  <a:pt x="2219654" y="4855986"/>
                </a:lnTo>
                <a:cubicBezTo>
                  <a:pt x="2283679" y="4858722"/>
                  <a:pt x="2350037" y="4855370"/>
                  <a:pt x="2413690" y="4851445"/>
                </a:cubicBezTo>
                <a:cubicBezTo>
                  <a:pt x="2476795" y="4847874"/>
                  <a:pt x="2542257" y="4844334"/>
                  <a:pt x="2606832" y="4846715"/>
                </a:cubicBezTo>
                <a:cubicBezTo>
                  <a:pt x="2634866" y="4847944"/>
                  <a:pt x="2663590" y="4850269"/>
                  <a:pt x="2691769" y="4852935"/>
                </a:cubicBezTo>
                <a:cubicBezTo>
                  <a:pt x="2730608" y="4856456"/>
                  <a:pt x="2771445" y="4859459"/>
                  <a:pt x="2811106" y="4859393"/>
                </a:cubicBezTo>
                <a:cubicBezTo>
                  <a:pt x="2860724" y="4859079"/>
                  <a:pt x="2912124" y="4853023"/>
                  <a:pt x="2961520" y="4847493"/>
                </a:cubicBezTo>
                <a:cubicBezTo>
                  <a:pt x="2997835" y="4843425"/>
                  <a:pt x="3034156" y="4839354"/>
                  <a:pt x="3070965" y="4837270"/>
                </a:cubicBezTo>
                <a:cubicBezTo>
                  <a:pt x="2974850" y="4802463"/>
                  <a:pt x="2866224" y="4786435"/>
                  <a:pt x="2753415" y="4783657"/>
                </a:cubicBezTo>
                <a:close/>
                <a:moveTo>
                  <a:pt x="2389654" y="4275904"/>
                </a:moveTo>
                <a:cubicBezTo>
                  <a:pt x="2058380" y="4300770"/>
                  <a:pt x="1773879" y="4364703"/>
                  <a:pt x="1522266" y="4472742"/>
                </a:cubicBezTo>
                <a:lnTo>
                  <a:pt x="1464014" y="4498508"/>
                </a:lnTo>
                <a:cubicBezTo>
                  <a:pt x="1435059" y="4511659"/>
                  <a:pt x="1405759" y="4524268"/>
                  <a:pt x="1376111" y="4536334"/>
                </a:cubicBezTo>
                <a:cubicBezTo>
                  <a:pt x="1422294" y="4522124"/>
                  <a:pt x="1470274" y="4508296"/>
                  <a:pt x="1498493" y="4502509"/>
                </a:cubicBezTo>
                <a:cubicBezTo>
                  <a:pt x="1608595" y="4481142"/>
                  <a:pt x="1719912" y="4468967"/>
                  <a:pt x="1831627" y="4454994"/>
                </a:cubicBezTo>
                <a:cubicBezTo>
                  <a:pt x="2034733" y="4429326"/>
                  <a:pt x="2186680" y="4317586"/>
                  <a:pt x="2389654" y="4275904"/>
                </a:cubicBezTo>
                <a:close/>
                <a:moveTo>
                  <a:pt x="2147582" y="4220499"/>
                </a:moveTo>
                <a:cubicBezTo>
                  <a:pt x="1947585" y="4228027"/>
                  <a:pt x="1746826" y="4329700"/>
                  <a:pt x="1556088" y="4425819"/>
                </a:cubicBezTo>
                <a:cubicBezTo>
                  <a:pt x="1788857" y="4332127"/>
                  <a:pt x="2048945" y="4273854"/>
                  <a:pt x="2346927" y="4248048"/>
                </a:cubicBezTo>
                <a:cubicBezTo>
                  <a:pt x="2280831" y="4225943"/>
                  <a:pt x="2214248" y="4217991"/>
                  <a:pt x="2147582" y="4220499"/>
                </a:cubicBezTo>
                <a:close/>
                <a:moveTo>
                  <a:pt x="1790494" y="3958602"/>
                </a:moveTo>
                <a:cubicBezTo>
                  <a:pt x="1546078" y="4006086"/>
                  <a:pt x="1301131" y="4060051"/>
                  <a:pt x="1059112" y="4119804"/>
                </a:cubicBezTo>
                <a:cubicBezTo>
                  <a:pt x="1314148" y="4123003"/>
                  <a:pt x="1558894" y="4069940"/>
                  <a:pt x="1790494" y="3958602"/>
                </a:cubicBezTo>
                <a:close/>
                <a:moveTo>
                  <a:pt x="3757613" y="3936722"/>
                </a:moveTo>
                <a:cubicBezTo>
                  <a:pt x="3739428" y="4022695"/>
                  <a:pt x="3726993" y="4110355"/>
                  <a:pt x="3715314" y="4196771"/>
                </a:cubicBezTo>
                <a:cubicBezTo>
                  <a:pt x="3696476" y="4335276"/>
                  <a:pt x="3677516" y="4478465"/>
                  <a:pt x="3631611" y="4613594"/>
                </a:cubicBezTo>
                <a:cubicBezTo>
                  <a:pt x="3620645" y="4645134"/>
                  <a:pt x="3608778" y="4676477"/>
                  <a:pt x="3596909" y="4707830"/>
                </a:cubicBezTo>
                <a:lnTo>
                  <a:pt x="3581749" y="4747418"/>
                </a:lnTo>
                <a:cubicBezTo>
                  <a:pt x="3554523" y="4819250"/>
                  <a:pt x="3531238" y="4892390"/>
                  <a:pt x="3510660" y="4966094"/>
                </a:cubicBezTo>
                <a:cubicBezTo>
                  <a:pt x="3748857" y="4678857"/>
                  <a:pt x="3755323" y="4300706"/>
                  <a:pt x="3757613" y="3936722"/>
                </a:cubicBezTo>
                <a:close/>
                <a:moveTo>
                  <a:pt x="1701387" y="3919232"/>
                </a:moveTo>
                <a:cubicBezTo>
                  <a:pt x="1507766" y="3912045"/>
                  <a:pt x="1320741" y="3989836"/>
                  <a:pt x="1136310" y="4068895"/>
                </a:cubicBezTo>
                <a:cubicBezTo>
                  <a:pt x="1350954" y="4017452"/>
                  <a:pt x="1568376" y="3970366"/>
                  <a:pt x="1784782" y="3927759"/>
                </a:cubicBezTo>
                <a:cubicBezTo>
                  <a:pt x="1756841" y="3923020"/>
                  <a:pt x="1729046" y="3920259"/>
                  <a:pt x="1701387" y="3919232"/>
                </a:cubicBezTo>
                <a:close/>
                <a:moveTo>
                  <a:pt x="3733405" y="3900089"/>
                </a:moveTo>
                <a:cubicBezTo>
                  <a:pt x="3597105" y="4216426"/>
                  <a:pt x="3490805" y="4541932"/>
                  <a:pt x="3500832" y="4885010"/>
                </a:cubicBezTo>
                <a:cubicBezTo>
                  <a:pt x="3516996" y="4834817"/>
                  <a:pt x="3533505" y="4785171"/>
                  <a:pt x="3552367" y="4735553"/>
                </a:cubicBezTo>
                <a:lnTo>
                  <a:pt x="3567525" y="4695966"/>
                </a:lnTo>
                <a:cubicBezTo>
                  <a:pt x="3579742" y="4665154"/>
                  <a:pt x="3591404" y="4634706"/>
                  <a:pt x="3602372" y="4603168"/>
                </a:cubicBezTo>
                <a:cubicBezTo>
                  <a:pt x="3647108" y="4471083"/>
                  <a:pt x="3666211" y="4329343"/>
                  <a:pt x="3684639" y="4192628"/>
                </a:cubicBezTo>
                <a:cubicBezTo>
                  <a:pt x="3697672" y="4096160"/>
                  <a:pt x="3710761" y="3997344"/>
                  <a:pt x="3733405" y="3900089"/>
                </a:cubicBezTo>
                <a:close/>
                <a:moveTo>
                  <a:pt x="2800959" y="3871054"/>
                </a:moveTo>
                <a:cubicBezTo>
                  <a:pt x="2809421" y="4100939"/>
                  <a:pt x="2907977" y="4306148"/>
                  <a:pt x="3026569" y="4520780"/>
                </a:cubicBezTo>
                <a:cubicBezTo>
                  <a:pt x="2979577" y="4399850"/>
                  <a:pt x="2933143" y="4278562"/>
                  <a:pt x="2889061" y="4157302"/>
                </a:cubicBezTo>
                <a:cubicBezTo>
                  <a:pt x="2854271" y="4061517"/>
                  <a:pt x="2821632" y="3966669"/>
                  <a:pt x="2800959" y="3871054"/>
                </a:cubicBezTo>
                <a:close/>
                <a:moveTo>
                  <a:pt x="2809929" y="3701307"/>
                </a:moveTo>
                <a:cubicBezTo>
                  <a:pt x="2809867" y="3703640"/>
                  <a:pt x="2809253" y="3706334"/>
                  <a:pt x="2809197" y="3708672"/>
                </a:cubicBezTo>
                <a:cubicBezTo>
                  <a:pt x="2816609" y="3854149"/>
                  <a:pt x="2864235" y="3999199"/>
                  <a:pt x="2918306" y="4147031"/>
                </a:cubicBezTo>
                <a:cubicBezTo>
                  <a:pt x="2966436" y="4279493"/>
                  <a:pt x="3017273" y="4412529"/>
                  <a:pt x="3068858" y="4544310"/>
                </a:cubicBezTo>
                <a:cubicBezTo>
                  <a:pt x="3069715" y="4408107"/>
                  <a:pt x="3008952" y="4266858"/>
                  <a:pt x="2968879" y="4144570"/>
                </a:cubicBezTo>
                <a:cubicBezTo>
                  <a:pt x="2919376" y="3995354"/>
                  <a:pt x="2865655" y="3848072"/>
                  <a:pt x="2809929" y="3701307"/>
                </a:cubicBezTo>
                <a:close/>
                <a:moveTo>
                  <a:pt x="1867196" y="3456584"/>
                </a:moveTo>
                <a:cubicBezTo>
                  <a:pt x="1939275" y="3608228"/>
                  <a:pt x="2036188" y="3758542"/>
                  <a:pt x="2183970" y="3826505"/>
                </a:cubicBezTo>
                <a:cubicBezTo>
                  <a:pt x="2092208" y="3686686"/>
                  <a:pt x="1989300" y="3564734"/>
                  <a:pt x="1867196" y="3456584"/>
                </a:cubicBezTo>
                <a:close/>
                <a:moveTo>
                  <a:pt x="2322880" y="3078533"/>
                </a:moveTo>
                <a:cubicBezTo>
                  <a:pt x="2314902" y="3134217"/>
                  <a:pt x="2306026" y="3189710"/>
                  <a:pt x="2295695" y="3245370"/>
                </a:cubicBezTo>
                <a:cubicBezTo>
                  <a:pt x="2262659" y="3421320"/>
                  <a:pt x="2225570" y="3586065"/>
                  <a:pt x="2268858" y="3758413"/>
                </a:cubicBezTo>
                <a:cubicBezTo>
                  <a:pt x="2273785" y="3680922"/>
                  <a:pt x="2284872" y="3603320"/>
                  <a:pt x="2295899" y="3528057"/>
                </a:cubicBezTo>
                <a:cubicBezTo>
                  <a:pt x="2310584" y="3430521"/>
                  <a:pt x="2325878" y="3330298"/>
                  <a:pt x="2326306" y="3231157"/>
                </a:cubicBezTo>
                <a:cubicBezTo>
                  <a:pt x="2326349" y="3202011"/>
                  <a:pt x="2325135" y="3172131"/>
                  <a:pt x="2324274" y="3142788"/>
                </a:cubicBezTo>
                <a:cubicBezTo>
                  <a:pt x="2323575" y="3121009"/>
                  <a:pt x="2323232" y="3099770"/>
                  <a:pt x="2322880" y="3078533"/>
                </a:cubicBezTo>
                <a:close/>
                <a:moveTo>
                  <a:pt x="912797" y="2896659"/>
                </a:moveTo>
                <a:cubicBezTo>
                  <a:pt x="987675" y="3038078"/>
                  <a:pt x="1077553" y="3173735"/>
                  <a:pt x="1167201" y="3304169"/>
                </a:cubicBezTo>
                <a:cubicBezTo>
                  <a:pt x="1258595" y="3437326"/>
                  <a:pt x="1353896" y="3600936"/>
                  <a:pt x="1503848" y="3675946"/>
                </a:cubicBezTo>
                <a:cubicBezTo>
                  <a:pt x="1443175" y="3621244"/>
                  <a:pt x="1397337" y="3553231"/>
                  <a:pt x="1353091" y="3486482"/>
                </a:cubicBezTo>
                <a:cubicBezTo>
                  <a:pt x="1348731" y="3480073"/>
                  <a:pt x="1344372" y="3473665"/>
                  <a:pt x="1340012" y="3467256"/>
                </a:cubicBezTo>
                <a:cubicBezTo>
                  <a:pt x="1259674" y="3347730"/>
                  <a:pt x="1172762" y="3230102"/>
                  <a:pt x="1089196" y="3116474"/>
                </a:cubicBezTo>
                <a:cubicBezTo>
                  <a:pt x="1048102" y="3060746"/>
                  <a:pt x="1005067" y="3003195"/>
                  <a:pt x="959418" y="2948853"/>
                </a:cubicBezTo>
                <a:cubicBezTo>
                  <a:pt x="944128" y="2931040"/>
                  <a:pt x="928639" y="2914119"/>
                  <a:pt x="912797" y="2896659"/>
                </a:cubicBezTo>
                <a:close/>
                <a:moveTo>
                  <a:pt x="2363420" y="2871730"/>
                </a:moveTo>
                <a:lnTo>
                  <a:pt x="2360107" y="2915231"/>
                </a:lnTo>
                <a:cubicBezTo>
                  <a:pt x="2356940" y="2960178"/>
                  <a:pt x="2353568" y="3006017"/>
                  <a:pt x="2353099" y="3051540"/>
                </a:cubicBezTo>
                <a:cubicBezTo>
                  <a:pt x="2352858" y="3081589"/>
                  <a:pt x="2354064" y="3111470"/>
                  <a:pt x="2354925" y="3140814"/>
                </a:cubicBezTo>
                <a:cubicBezTo>
                  <a:pt x="2356138" y="3170696"/>
                  <a:pt x="2357347" y="3200579"/>
                  <a:pt x="2357104" y="3230628"/>
                </a:cubicBezTo>
                <a:cubicBezTo>
                  <a:pt x="2356269" y="3331557"/>
                  <a:pt x="2341112" y="3433224"/>
                  <a:pt x="2326221" y="3531652"/>
                </a:cubicBezTo>
                <a:cubicBezTo>
                  <a:pt x="2315466" y="3603683"/>
                  <a:pt x="2304846" y="3677150"/>
                  <a:pt x="2299836" y="3750864"/>
                </a:cubicBezTo>
                <a:cubicBezTo>
                  <a:pt x="2315186" y="3724954"/>
                  <a:pt x="2331840" y="3697443"/>
                  <a:pt x="2346877" y="3662531"/>
                </a:cubicBezTo>
                <a:cubicBezTo>
                  <a:pt x="2459154" y="3406015"/>
                  <a:pt x="2424454" y="3133900"/>
                  <a:pt x="2363420" y="2871730"/>
                </a:cubicBezTo>
                <a:close/>
                <a:moveTo>
                  <a:pt x="912921" y="2850596"/>
                </a:moveTo>
                <a:cubicBezTo>
                  <a:pt x="936881" y="2875897"/>
                  <a:pt x="961194" y="2901731"/>
                  <a:pt x="983846" y="2928627"/>
                </a:cubicBezTo>
                <a:cubicBezTo>
                  <a:pt x="1029846" y="2983517"/>
                  <a:pt x="1073228" y="3041610"/>
                  <a:pt x="1114669" y="3097880"/>
                </a:cubicBezTo>
                <a:cubicBezTo>
                  <a:pt x="1199144" y="3211700"/>
                  <a:pt x="1286398" y="3329876"/>
                  <a:pt x="1366183" y="3449753"/>
                </a:cubicBezTo>
                <a:cubicBezTo>
                  <a:pt x="1370543" y="3456162"/>
                  <a:pt x="1374903" y="3462572"/>
                  <a:pt x="1379263" y="3468981"/>
                </a:cubicBezTo>
                <a:cubicBezTo>
                  <a:pt x="1414114" y="3521040"/>
                  <a:pt x="1450010" y="3574725"/>
                  <a:pt x="1492446" y="3620389"/>
                </a:cubicBezTo>
                <a:cubicBezTo>
                  <a:pt x="1379640" y="3316219"/>
                  <a:pt x="1197433" y="3014288"/>
                  <a:pt x="912921" y="2850596"/>
                </a:cubicBezTo>
                <a:close/>
                <a:moveTo>
                  <a:pt x="2386551" y="2642862"/>
                </a:moveTo>
                <a:cubicBezTo>
                  <a:pt x="2394776" y="2644690"/>
                  <a:pt x="2401148" y="2649859"/>
                  <a:pt x="2403741" y="2659697"/>
                </a:cubicBezTo>
                <a:cubicBezTo>
                  <a:pt x="2468949" y="2907705"/>
                  <a:pt x="2536818" y="3164740"/>
                  <a:pt x="2499078" y="3423399"/>
                </a:cubicBezTo>
                <a:cubicBezTo>
                  <a:pt x="2484124" y="3524170"/>
                  <a:pt x="2447241" y="3605244"/>
                  <a:pt x="2413232" y="3700562"/>
                </a:cubicBezTo>
                <a:cubicBezTo>
                  <a:pt x="2350039" y="3880472"/>
                  <a:pt x="2357716" y="4002022"/>
                  <a:pt x="2428424" y="4178295"/>
                </a:cubicBezTo>
                <a:cubicBezTo>
                  <a:pt x="2600434" y="4289020"/>
                  <a:pt x="2768104" y="4406341"/>
                  <a:pt x="2927779" y="4531843"/>
                </a:cubicBezTo>
                <a:cubicBezTo>
                  <a:pt x="2760215" y="4223610"/>
                  <a:pt x="2637267" y="3926696"/>
                  <a:pt x="2758380" y="3561061"/>
                </a:cubicBezTo>
                <a:cubicBezTo>
                  <a:pt x="2765639" y="3539559"/>
                  <a:pt x="2835782" y="3509255"/>
                  <a:pt x="2846610" y="3538353"/>
                </a:cubicBezTo>
                <a:cubicBezTo>
                  <a:pt x="2941134" y="3779872"/>
                  <a:pt x="3029996" y="4023472"/>
                  <a:pt x="3106063" y="4271430"/>
                </a:cubicBezTo>
                <a:cubicBezTo>
                  <a:pt x="3150638" y="4415363"/>
                  <a:pt x="3185704" y="4549296"/>
                  <a:pt x="3116136" y="4688819"/>
                </a:cubicBezTo>
                <a:cubicBezTo>
                  <a:pt x="3218309" y="4776757"/>
                  <a:pt x="3317100" y="4869157"/>
                  <a:pt x="3412872" y="4966558"/>
                </a:cubicBezTo>
                <a:cubicBezTo>
                  <a:pt x="3381456" y="4499967"/>
                  <a:pt x="3566630" y="4066538"/>
                  <a:pt x="3763612" y="3645474"/>
                </a:cubicBezTo>
                <a:cubicBezTo>
                  <a:pt x="3774538" y="3622394"/>
                  <a:pt x="3852109" y="3598841"/>
                  <a:pt x="3850165" y="3638405"/>
                </a:cubicBezTo>
                <a:cubicBezTo>
                  <a:pt x="3828358" y="4125233"/>
                  <a:pt x="3904636" y="4676562"/>
                  <a:pt x="3515311" y="5051260"/>
                </a:cubicBezTo>
                <a:cubicBezTo>
                  <a:pt x="3511789" y="5054277"/>
                  <a:pt x="3506819" y="5057456"/>
                  <a:pt x="3501147" y="5059552"/>
                </a:cubicBezTo>
                <a:cubicBezTo>
                  <a:pt x="3601520" y="5167803"/>
                  <a:pt x="3698516" y="5280511"/>
                  <a:pt x="3790420" y="5401078"/>
                </a:cubicBezTo>
                <a:cubicBezTo>
                  <a:pt x="3946901" y="5606795"/>
                  <a:pt x="4090825" y="5822089"/>
                  <a:pt x="4221141" y="6045312"/>
                </a:cubicBezTo>
                <a:cubicBezTo>
                  <a:pt x="4260726" y="5923422"/>
                  <a:pt x="4276533" y="5789920"/>
                  <a:pt x="4326825" y="5681109"/>
                </a:cubicBezTo>
                <a:cubicBezTo>
                  <a:pt x="4326185" y="5677682"/>
                  <a:pt x="4325759" y="5673360"/>
                  <a:pt x="4325127" y="5669934"/>
                </a:cubicBezTo>
                <a:cubicBezTo>
                  <a:pt x="4319106" y="5671483"/>
                  <a:pt x="4312744" y="5672486"/>
                  <a:pt x="4309144" y="5671723"/>
                </a:cubicBezTo>
                <a:cubicBezTo>
                  <a:pt x="3975286" y="5608574"/>
                  <a:pt x="3989836" y="4983823"/>
                  <a:pt x="3974946" y="4736592"/>
                </a:cubicBezTo>
                <a:cubicBezTo>
                  <a:pt x="3973555" y="4713728"/>
                  <a:pt x="4046476" y="4687776"/>
                  <a:pt x="4060171" y="4704317"/>
                </a:cubicBezTo>
                <a:cubicBezTo>
                  <a:pt x="4248204" y="4928943"/>
                  <a:pt x="4331788" y="5187422"/>
                  <a:pt x="4383942" y="5463703"/>
                </a:cubicBezTo>
                <a:cubicBezTo>
                  <a:pt x="4445404" y="5353500"/>
                  <a:pt x="4548377" y="5250086"/>
                  <a:pt x="4654905" y="5156948"/>
                </a:cubicBezTo>
                <a:lnTo>
                  <a:pt x="4724400" y="5098975"/>
                </a:lnTo>
                <a:lnTo>
                  <a:pt x="4724400" y="5160063"/>
                </a:lnTo>
                <a:lnTo>
                  <a:pt x="4687505" y="5191181"/>
                </a:lnTo>
                <a:cubicBezTo>
                  <a:pt x="4588452" y="5282318"/>
                  <a:pt x="4497898" y="5385071"/>
                  <a:pt x="4451303" y="5491132"/>
                </a:cubicBezTo>
                <a:cubicBezTo>
                  <a:pt x="4493091" y="5426848"/>
                  <a:pt x="4544370" y="5370101"/>
                  <a:pt x="4599954" y="5317498"/>
                </a:cubicBezTo>
                <a:lnTo>
                  <a:pt x="4724400" y="5211392"/>
                </a:lnTo>
                <a:lnTo>
                  <a:pt x="4724400" y="5251559"/>
                </a:lnTo>
                <a:lnTo>
                  <a:pt x="4619898" y="5340764"/>
                </a:lnTo>
                <a:cubicBezTo>
                  <a:pt x="4564729" y="5393102"/>
                  <a:pt x="4514142" y="5449408"/>
                  <a:pt x="4473735" y="5512809"/>
                </a:cubicBezTo>
                <a:cubicBezTo>
                  <a:pt x="4457482" y="5538523"/>
                  <a:pt x="4443385" y="5565169"/>
                  <a:pt x="4430539" y="5592553"/>
                </a:cubicBezTo>
                <a:cubicBezTo>
                  <a:pt x="4478314" y="5558922"/>
                  <a:pt x="4525254" y="5522778"/>
                  <a:pt x="4569759" y="5482816"/>
                </a:cubicBezTo>
                <a:lnTo>
                  <a:pt x="4724400" y="5330891"/>
                </a:lnTo>
                <a:lnTo>
                  <a:pt x="4724400" y="5402912"/>
                </a:lnTo>
                <a:lnTo>
                  <a:pt x="4586888" y="5533939"/>
                </a:lnTo>
                <a:cubicBezTo>
                  <a:pt x="4539970" y="5576210"/>
                  <a:pt x="4452025" y="5622495"/>
                  <a:pt x="4413377" y="5674040"/>
                </a:cubicBezTo>
                <a:cubicBezTo>
                  <a:pt x="4412828" y="5674391"/>
                  <a:pt x="4412623" y="5675288"/>
                  <a:pt x="4412066" y="5675644"/>
                </a:cubicBezTo>
                <a:cubicBezTo>
                  <a:pt x="4409999" y="5678494"/>
                  <a:pt x="4407586" y="5680803"/>
                  <a:pt x="4406074" y="5683306"/>
                </a:cubicBezTo>
                <a:cubicBezTo>
                  <a:pt x="4338963" y="5791374"/>
                  <a:pt x="4334247" y="5992131"/>
                  <a:pt x="4271008" y="6118417"/>
                </a:cubicBezTo>
                <a:cubicBezTo>
                  <a:pt x="4270042" y="6120562"/>
                  <a:pt x="4267634" y="6122876"/>
                  <a:pt x="4265220" y="6125184"/>
                </a:cubicBezTo>
                <a:cubicBezTo>
                  <a:pt x="4388620" y="6344593"/>
                  <a:pt x="4497559" y="6571523"/>
                  <a:pt x="4590463" y="6805045"/>
                </a:cubicBezTo>
                <a:lnTo>
                  <a:pt x="4610122" y="6857999"/>
                </a:lnTo>
                <a:lnTo>
                  <a:pt x="4513231" y="6857999"/>
                </a:lnTo>
                <a:lnTo>
                  <a:pt x="4374770" y="6532596"/>
                </a:lnTo>
                <a:lnTo>
                  <a:pt x="4339518" y="6461642"/>
                </a:lnTo>
                <a:cubicBezTo>
                  <a:pt x="4208274" y="6190726"/>
                  <a:pt x="4055763" y="5930353"/>
                  <a:pt x="3884810" y="5682534"/>
                </a:cubicBezTo>
                <a:cubicBezTo>
                  <a:pt x="3881554" y="5682314"/>
                  <a:pt x="3878648" y="5682642"/>
                  <a:pt x="3876498" y="5681717"/>
                </a:cubicBezTo>
                <a:cubicBezTo>
                  <a:pt x="3679284" y="5607050"/>
                  <a:pt x="3473354" y="5574737"/>
                  <a:pt x="3263209" y="5585749"/>
                </a:cubicBezTo>
                <a:cubicBezTo>
                  <a:pt x="3258445" y="5588034"/>
                  <a:pt x="3252566" y="5591021"/>
                  <a:pt x="3245450" y="5593271"/>
                </a:cubicBezTo>
                <a:cubicBezTo>
                  <a:pt x="2832970" y="5732161"/>
                  <a:pt x="2378174" y="5640588"/>
                  <a:pt x="1952592" y="5692050"/>
                </a:cubicBezTo>
                <a:cubicBezTo>
                  <a:pt x="1937512" y="5694029"/>
                  <a:pt x="1912708" y="5686903"/>
                  <a:pt x="1936466" y="5671708"/>
                </a:cubicBezTo>
                <a:cubicBezTo>
                  <a:pt x="2343705" y="5415077"/>
                  <a:pt x="2802129" y="5333413"/>
                  <a:pt x="3244709" y="5538562"/>
                </a:cubicBezTo>
                <a:cubicBezTo>
                  <a:pt x="3441959" y="5522006"/>
                  <a:pt x="3636288" y="5541041"/>
                  <a:pt x="3823886" y="5595804"/>
                </a:cubicBezTo>
                <a:cubicBezTo>
                  <a:pt x="3786337" y="5543176"/>
                  <a:pt x="3748232" y="5490905"/>
                  <a:pt x="3709024" y="5439340"/>
                </a:cubicBezTo>
                <a:cubicBezTo>
                  <a:pt x="3551844" y="5232532"/>
                  <a:pt x="3380544" y="5046247"/>
                  <a:pt x="3198362" y="4874588"/>
                </a:cubicBezTo>
                <a:cubicBezTo>
                  <a:pt x="3191800" y="4876493"/>
                  <a:pt x="3185778" y="4878043"/>
                  <a:pt x="3179417" y="4879047"/>
                </a:cubicBezTo>
                <a:cubicBezTo>
                  <a:pt x="3002241" y="4937947"/>
                  <a:pt x="2827252" y="4989315"/>
                  <a:pt x="2639496" y="4989072"/>
                </a:cubicBezTo>
                <a:cubicBezTo>
                  <a:pt x="2416792" y="4988955"/>
                  <a:pt x="2191177" y="4947776"/>
                  <a:pt x="1972353" y="4909921"/>
                </a:cubicBezTo>
                <a:cubicBezTo>
                  <a:pt x="1940984" y="4904693"/>
                  <a:pt x="1996456" y="4874580"/>
                  <a:pt x="2002679" y="4872131"/>
                </a:cubicBezTo>
                <a:cubicBezTo>
                  <a:pt x="2309478" y="4772480"/>
                  <a:pt x="2760385" y="4680296"/>
                  <a:pt x="3097424" y="4781269"/>
                </a:cubicBezTo>
                <a:cubicBezTo>
                  <a:pt x="2895349" y="4601638"/>
                  <a:pt x="2680528" y="4438593"/>
                  <a:pt x="2454890" y="4287833"/>
                </a:cubicBezTo>
                <a:cubicBezTo>
                  <a:pt x="2454338" y="4288186"/>
                  <a:pt x="2453432" y="4287993"/>
                  <a:pt x="2452881" y="4288346"/>
                </a:cubicBezTo>
                <a:cubicBezTo>
                  <a:pt x="2451433" y="4288508"/>
                  <a:pt x="2449426" y="4289026"/>
                  <a:pt x="2448527" y="4288836"/>
                </a:cubicBezTo>
                <a:cubicBezTo>
                  <a:pt x="2435306" y="4288860"/>
                  <a:pt x="2328295" y="4364971"/>
                  <a:pt x="2323525" y="4367248"/>
                </a:cubicBezTo>
                <a:cubicBezTo>
                  <a:pt x="2239575" y="4406384"/>
                  <a:pt x="2150175" y="4432133"/>
                  <a:pt x="2060764" y="4451767"/>
                </a:cubicBezTo>
                <a:cubicBezTo>
                  <a:pt x="1760632" y="4518029"/>
                  <a:pt x="1460022" y="4526349"/>
                  <a:pt x="1162250" y="4613329"/>
                </a:cubicBezTo>
                <a:cubicBezTo>
                  <a:pt x="1141991" y="4619390"/>
                  <a:pt x="1086625" y="4618011"/>
                  <a:pt x="1132639" y="4596243"/>
                </a:cubicBezTo>
                <a:cubicBezTo>
                  <a:pt x="1461250" y="4438196"/>
                  <a:pt x="1900100" y="4136057"/>
                  <a:pt x="2293970" y="4182283"/>
                </a:cubicBezTo>
                <a:cubicBezTo>
                  <a:pt x="2166077" y="4101602"/>
                  <a:pt x="2034669" y="4023929"/>
                  <a:pt x="1900637" y="3949470"/>
                </a:cubicBezTo>
                <a:cubicBezTo>
                  <a:pt x="1896077" y="3950852"/>
                  <a:pt x="1891168" y="3951697"/>
                  <a:pt x="1887014" y="3951288"/>
                </a:cubicBezTo>
                <a:cubicBezTo>
                  <a:pt x="1578066" y="4112095"/>
                  <a:pt x="1243908" y="4184792"/>
                  <a:pt x="896751" y="4159267"/>
                </a:cubicBezTo>
                <a:cubicBezTo>
                  <a:pt x="855005" y="4156073"/>
                  <a:pt x="905428" y="4125362"/>
                  <a:pt x="918967" y="4119760"/>
                </a:cubicBezTo>
                <a:cubicBezTo>
                  <a:pt x="1194342" y="4017222"/>
                  <a:pt x="1471034" y="3857115"/>
                  <a:pt x="1764113" y="3873539"/>
                </a:cubicBezTo>
                <a:cubicBezTo>
                  <a:pt x="1695196" y="3836374"/>
                  <a:pt x="1625724" y="3799562"/>
                  <a:pt x="1555701" y="3763109"/>
                </a:cubicBezTo>
                <a:cubicBezTo>
                  <a:pt x="1550645" y="3762512"/>
                  <a:pt x="1546699" y="3761207"/>
                  <a:pt x="1542956" y="3758998"/>
                </a:cubicBezTo>
                <a:cubicBezTo>
                  <a:pt x="1350426" y="3719652"/>
                  <a:pt x="1247288" y="3571783"/>
                  <a:pt x="1136724" y="3417171"/>
                </a:cubicBezTo>
                <a:cubicBezTo>
                  <a:pt x="993337" y="3216099"/>
                  <a:pt x="846020" y="2999153"/>
                  <a:pt x="750977" y="2770227"/>
                </a:cubicBezTo>
                <a:cubicBezTo>
                  <a:pt x="747611" y="2762227"/>
                  <a:pt x="749771" y="2755481"/>
                  <a:pt x="755174" y="2749954"/>
                </a:cubicBezTo>
                <a:cubicBezTo>
                  <a:pt x="771390" y="2733370"/>
                  <a:pt x="816824" y="2727735"/>
                  <a:pt x="830023" y="2731935"/>
                </a:cubicBezTo>
                <a:cubicBezTo>
                  <a:pt x="1258787" y="2883841"/>
                  <a:pt x="1497280" y="3311498"/>
                  <a:pt x="1623018" y="3716225"/>
                </a:cubicBezTo>
                <a:cubicBezTo>
                  <a:pt x="1853470" y="3835548"/>
                  <a:pt x="2078531" y="3959850"/>
                  <a:pt x="2294841" y="4093587"/>
                </a:cubicBezTo>
                <a:cubicBezTo>
                  <a:pt x="2272291" y="4035197"/>
                  <a:pt x="2253055" y="3974696"/>
                  <a:pt x="2250226" y="3916719"/>
                </a:cubicBezTo>
                <a:cubicBezTo>
                  <a:pt x="2248779" y="3916883"/>
                  <a:pt x="2246771" y="3917401"/>
                  <a:pt x="2245523" y="3916663"/>
                </a:cubicBezTo>
                <a:cubicBezTo>
                  <a:pt x="1951808" y="3876118"/>
                  <a:pt x="1808968" y="3571232"/>
                  <a:pt x="1707994" y="3326950"/>
                </a:cubicBezTo>
                <a:cubicBezTo>
                  <a:pt x="1694877" y="3295477"/>
                  <a:pt x="1766980" y="3273123"/>
                  <a:pt x="1786341" y="3287566"/>
                </a:cubicBezTo>
                <a:cubicBezTo>
                  <a:pt x="1929395" y="3390749"/>
                  <a:pt x="2051663" y="3506453"/>
                  <a:pt x="2158071" y="3639960"/>
                </a:cubicBezTo>
                <a:cubicBezTo>
                  <a:pt x="2154892" y="3540061"/>
                  <a:pt x="2170197" y="3439839"/>
                  <a:pt x="2189281" y="3333361"/>
                </a:cubicBezTo>
                <a:cubicBezTo>
                  <a:pt x="2229372" y="3116116"/>
                  <a:pt x="2246120" y="2891570"/>
                  <a:pt x="2314466" y="2680771"/>
                </a:cubicBezTo>
                <a:cubicBezTo>
                  <a:pt x="2320529" y="2661952"/>
                  <a:pt x="2361878" y="2637374"/>
                  <a:pt x="2386551" y="2642862"/>
                </a:cubicBezTo>
                <a:close/>
                <a:moveTo>
                  <a:pt x="3646699" y="2390555"/>
                </a:moveTo>
                <a:lnTo>
                  <a:pt x="3645773" y="2392739"/>
                </a:lnTo>
                <a:lnTo>
                  <a:pt x="3649597" y="2394358"/>
                </a:lnTo>
                <a:cubicBezTo>
                  <a:pt x="3648733" y="2393349"/>
                  <a:pt x="3647874" y="2392343"/>
                  <a:pt x="3646699" y="2390555"/>
                </a:cubicBezTo>
                <a:close/>
                <a:moveTo>
                  <a:pt x="3038676" y="2118977"/>
                </a:moveTo>
                <a:cubicBezTo>
                  <a:pt x="3042950" y="2257918"/>
                  <a:pt x="3002907" y="2393544"/>
                  <a:pt x="2963942" y="2525128"/>
                </a:cubicBezTo>
                <a:cubicBezTo>
                  <a:pt x="2949902" y="2571972"/>
                  <a:pt x="2935948" y="2620144"/>
                  <a:pt x="2923775" y="2667145"/>
                </a:cubicBezTo>
                <a:cubicBezTo>
                  <a:pt x="2909690" y="2721696"/>
                  <a:pt x="2898881" y="2777642"/>
                  <a:pt x="2887447" y="2832031"/>
                </a:cubicBezTo>
                <a:lnTo>
                  <a:pt x="2868480" y="2927011"/>
                </a:lnTo>
                <a:cubicBezTo>
                  <a:pt x="2882036" y="2893472"/>
                  <a:pt x="2900043" y="2846374"/>
                  <a:pt x="2921794" y="2782834"/>
                </a:cubicBezTo>
                <a:cubicBezTo>
                  <a:pt x="2980827" y="2611467"/>
                  <a:pt x="3079367" y="2325483"/>
                  <a:pt x="3038676" y="2118977"/>
                </a:cubicBezTo>
                <a:close/>
                <a:moveTo>
                  <a:pt x="4070579" y="2090376"/>
                </a:moveTo>
                <a:cubicBezTo>
                  <a:pt x="4084637" y="2136248"/>
                  <a:pt x="4098150" y="2181883"/>
                  <a:pt x="4109879" y="2228695"/>
                </a:cubicBezTo>
                <a:lnTo>
                  <a:pt x="4119154" y="2266098"/>
                </a:lnTo>
                <a:cubicBezTo>
                  <a:pt x="4126056" y="2295423"/>
                  <a:pt x="4133187" y="2324193"/>
                  <a:pt x="4141411" y="2353427"/>
                </a:cubicBezTo>
                <a:cubicBezTo>
                  <a:pt x="4176749" y="2475257"/>
                  <a:pt x="4236423" y="2591295"/>
                  <a:pt x="4293979" y="2703223"/>
                </a:cubicBezTo>
                <a:cubicBezTo>
                  <a:pt x="4334570" y="2782214"/>
                  <a:pt x="4376344" y="2862994"/>
                  <a:pt x="4410111" y="2947465"/>
                </a:cubicBezTo>
                <a:cubicBezTo>
                  <a:pt x="4347417" y="2640863"/>
                  <a:pt x="4257356" y="2342636"/>
                  <a:pt x="4070579" y="2090376"/>
                </a:cubicBezTo>
                <a:close/>
                <a:moveTo>
                  <a:pt x="4020821" y="2034549"/>
                </a:moveTo>
                <a:cubicBezTo>
                  <a:pt x="3991634" y="2371132"/>
                  <a:pt x="4184325" y="2658088"/>
                  <a:pt x="4372756" y="2932293"/>
                </a:cubicBezTo>
                <a:cubicBezTo>
                  <a:pt x="4341528" y="2858555"/>
                  <a:pt x="4305088" y="2786473"/>
                  <a:pt x="4268731" y="2715710"/>
                </a:cubicBezTo>
                <a:cubicBezTo>
                  <a:pt x="4210547" y="2602235"/>
                  <a:pt x="4150011" y="2485181"/>
                  <a:pt x="4113960" y="2360474"/>
                </a:cubicBezTo>
                <a:cubicBezTo>
                  <a:pt x="4105734" y="2331239"/>
                  <a:pt x="4098289" y="2301693"/>
                  <a:pt x="4090842" y="2272139"/>
                </a:cubicBezTo>
                <a:lnTo>
                  <a:pt x="4081569" y="2234734"/>
                </a:lnTo>
                <a:cubicBezTo>
                  <a:pt x="4064530" y="2167007"/>
                  <a:pt x="4043843" y="2100302"/>
                  <a:pt x="4020821" y="2034549"/>
                </a:cubicBezTo>
                <a:close/>
                <a:moveTo>
                  <a:pt x="3001316" y="2032338"/>
                </a:moveTo>
                <a:cubicBezTo>
                  <a:pt x="2982933" y="2081859"/>
                  <a:pt x="2966493" y="2132840"/>
                  <a:pt x="2953880" y="2185446"/>
                </a:cubicBezTo>
                <a:cubicBezTo>
                  <a:pt x="2921068" y="2317695"/>
                  <a:pt x="2906505" y="2457032"/>
                  <a:pt x="2883664" y="2591574"/>
                </a:cubicBezTo>
                <a:cubicBezTo>
                  <a:pt x="2864755" y="2700098"/>
                  <a:pt x="2813661" y="2959166"/>
                  <a:pt x="2826885" y="2991809"/>
                </a:cubicBezTo>
                <a:lnTo>
                  <a:pt x="2860250" y="2826310"/>
                </a:lnTo>
                <a:cubicBezTo>
                  <a:pt x="2871141" y="2771690"/>
                  <a:pt x="2882731" y="2715434"/>
                  <a:pt x="2896499" y="2660098"/>
                </a:cubicBezTo>
                <a:cubicBezTo>
                  <a:pt x="2908585" y="2611783"/>
                  <a:pt x="2923082" y="2563843"/>
                  <a:pt x="2937125" y="2516991"/>
                </a:cubicBezTo>
                <a:cubicBezTo>
                  <a:pt x="2975863" y="2385961"/>
                  <a:pt x="3015900" y="2250332"/>
                  <a:pt x="3010471" y="2114122"/>
                </a:cubicBezTo>
                <a:cubicBezTo>
                  <a:pt x="3009267" y="2086568"/>
                  <a:pt x="3005955" y="2059413"/>
                  <a:pt x="3001316" y="2032338"/>
                </a:cubicBezTo>
                <a:close/>
                <a:moveTo>
                  <a:pt x="3105532" y="1991479"/>
                </a:moveTo>
                <a:cubicBezTo>
                  <a:pt x="3254427" y="2144650"/>
                  <a:pt x="3409943" y="2280670"/>
                  <a:pt x="3599280" y="2371770"/>
                </a:cubicBezTo>
                <a:cubicBezTo>
                  <a:pt x="3463064" y="2234271"/>
                  <a:pt x="3300266" y="2088089"/>
                  <a:pt x="3105532" y="1991479"/>
                </a:cubicBezTo>
                <a:close/>
                <a:moveTo>
                  <a:pt x="3111169" y="1962963"/>
                </a:moveTo>
                <a:cubicBezTo>
                  <a:pt x="3306049" y="2057701"/>
                  <a:pt x="3468685" y="2201237"/>
                  <a:pt x="3606223" y="2338658"/>
                </a:cubicBezTo>
                <a:cubicBezTo>
                  <a:pt x="3470641" y="2169232"/>
                  <a:pt x="3285027" y="1968969"/>
                  <a:pt x="3111169" y="1962963"/>
                </a:cubicBezTo>
                <a:close/>
                <a:moveTo>
                  <a:pt x="2050698" y="1338235"/>
                </a:moveTo>
                <a:cubicBezTo>
                  <a:pt x="2064377" y="1651120"/>
                  <a:pt x="2209927" y="1999242"/>
                  <a:pt x="2370409" y="2272553"/>
                </a:cubicBezTo>
                <a:cubicBezTo>
                  <a:pt x="2357712" y="2235634"/>
                  <a:pt x="2347580" y="2197225"/>
                  <a:pt x="2338306" y="2159819"/>
                </a:cubicBezTo>
                <a:lnTo>
                  <a:pt x="2334023" y="2142555"/>
                </a:lnTo>
                <a:cubicBezTo>
                  <a:pt x="2289026" y="1964482"/>
                  <a:pt x="2230790" y="1787247"/>
                  <a:pt x="2161071" y="1617375"/>
                </a:cubicBezTo>
                <a:cubicBezTo>
                  <a:pt x="2150764" y="1593060"/>
                  <a:pt x="2141003" y="1568967"/>
                  <a:pt x="2130699" y="1544643"/>
                </a:cubicBezTo>
                <a:cubicBezTo>
                  <a:pt x="2102533" y="1477354"/>
                  <a:pt x="2073739" y="1408510"/>
                  <a:pt x="2050698" y="1338235"/>
                </a:cubicBezTo>
                <a:close/>
                <a:moveTo>
                  <a:pt x="2060478" y="1278636"/>
                </a:moveTo>
                <a:cubicBezTo>
                  <a:pt x="2085382" y="1365794"/>
                  <a:pt x="2121337" y="1451189"/>
                  <a:pt x="2156346" y="1534260"/>
                </a:cubicBezTo>
                <a:lnTo>
                  <a:pt x="2187258" y="1607218"/>
                </a:lnTo>
                <a:cubicBezTo>
                  <a:pt x="2256583" y="1774989"/>
                  <a:pt x="2314102" y="1949347"/>
                  <a:pt x="2358704" y="2125320"/>
                </a:cubicBezTo>
                <a:cubicBezTo>
                  <a:pt x="2326696" y="1963695"/>
                  <a:pt x="2286060" y="1804203"/>
                  <a:pt x="2233598" y="1646797"/>
                </a:cubicBezTo>
                <a:cubicBezTo>
                  <a:pt x="2188082" y="1511000"/>
                  <a:pt x="2118450" y="1397178"/>
                  <a:pt x="2060478" y="1278636"/>
                </a:cubicBezTo>
                <a:close/>
                <a:moveTo>
                  <a:pt x="1974152" y="1245311"/>
                </a:moveTo>
                <a:cubicBezTo>
                  <a:pt x="1899849" y="1271794"/>
                  <a:pt x="1845607" y="1329954"/>
                  <a:pt x="1811379" y="1406236"/>
                </a:cubicBezTo>
                <a:cubicBezTo>
                  <a:pt x="1793417" y="1445630"/>
                  <a:pt x="1774985" y="1502850"/>
                  <a:pt x="1767940" y="1546869"/>
                </a:cubicBezTo>
                <a:cubicBezTo>
                  <a:pt x="1756267" y="1618535"/>
                  <a:pt x="1762401" y="1614698"/>
                  <a:pt x="1796474" y="1557016"/>
                </a:cubicBezTo>
                <a:cubicBezTo>
                  <a:pt x="1857987" y="1454296"/>
                  <a:pt x="1917005" y="1349880"/>
                  <a:pt x="1974152" y="1245311"/>
                </a:cubicBezTo>
                <a:close/>
                <a:moveTo>
                  <a:pt x="4681531" y="959050"/>
                </a:moveTo>
                <a:cubicBezTo>
                  <a:pt x="4667665" y="975072"/>
                  <a:pt x="4653801" y="991089"/>
                  <a:pt x="4638064" y="1006960"/>
                </a:cubicBezTo>
                <a:cubicBezTo>
                  <a:pt x="4572574" y="1071943"/>
                  <a:pt x="4498932" y="1125748"/>
                  <a:pt x="4415502" y="1184424"/>
                </a:cubicBezTo>
                <a:cubicBezTo>
                  <a:pt x="4354739" y="1227583"/>
                  <a:pt x="4278681" y="1281016"/>
                  <a:pt x="4197574" y="1317493"/>
                </a:cubicBezTo>
                <a:cubicBezTo>
                  <a:pt x="4173020" y="1328342"/>
                  <a:pt x="4148153" y="1338416"/>
                  <a:pt x="4122737" y="1348256"/>
                </a:cubicBezTo>
                <a:cubicBezTo>
                  <a:pt x="4088783" y="1361567"/>
                  <a:pt x="4056139" y="1374791"/>
                  <a:pt x="4024988" y="1390573"/>
                </a:cubicBezTo>
                <a:cubicBezTo>
                  <a:pt x="4165369" y="1358579"/>
                  <a:pt x="4302892" y="1298342"/>
                  <a:pt x="4421265" y="1220988"/>
                </a:cubicBezTo>
                <a:cubicBezTo>
                  <a:pt x="4516666" y="1158366"/>
                  <a:pt x="4617535" y="1064584"/>
                  <a:pt x="4681531" y="959050"/>
                </a:cubicBezTo>
                <a:close/>
                <a:moveTo>
                  <a:pt x="4722484" y="854709"/>
                </a:moveTo>
                <a:cubicBezTo>
                  <a:pt x="4713724" y="863235"/>
                  <a:pt x="4704652" y="870980"/>
                  <a:pt x="4695347" y="879275"/>
                </a:cubicBezTo>
                <a:cubicBezTo>
                  <a:pt x="4560726" y="998039"/>
                  <a:pt x="4415771" y="1121443"/>
                  <a:pt x="4253878" y="1216434"/>
                </a:cubicBezTo>
                <a:lnTo>
                  <a:pt x="4213112" y="1239730"/>
                </a:lnTo>
                <a:cubicBezTo>
                  <a:pt x="4152620" y="1274640"/>
                  <a:pt x="4090577" y="1310180"/>
                  <a:pt x="4037747" y="1352837"/>
                </a:cubicBezTo>
                <a:cubicBezTo>
                  <a:pt x="4062533" y="1341442"/>
                  <a:pt x="4087944" y="1331600"/>
                  <a:pt x="4113362" y="1321759"/>
                </a:cubicBezTo>
                <a:cubicBezTo>
                  <a:pt x="4137990" y="1312227"/>
                  <a:pt x="4162627" y="1302697"/>
                  <a:pt x="4186634" y="1291618"/>
                </a:cubicBezTo>
                <a:cubicBezTo>
                  <a:pt x="4265418" y="1256083"/>
                  <a:pt x="4339921" y="1203284"/>
                  <a:pt x="4399674" y="1160983"/>
                </a:cubicBezTo>
                <a:cubicBezTo>
                  <a:pt x="4481551" y="1102940"/>
                  <a:pt x="4554724" y="1050225"/>
                  <a:pt x="4618435" y="986418"/>
                </a:cubicBezTo>
                <a:cubicBezTo>
                  <a:pt x="4660678" y="944429"/>
                  <a:pt x="4695591" y="899980"/>
                  <a:pt x="4722484" y="854709"/>
                </a:cubicBezTo>
                <a:close/>
                <a:moveTo>
                  <a:pt x="1456504" y="777000"/>
                </a:moveTo>
                <a:cubicBezTo>
                  <a:pt x="1456064" y="782606"/>
                  <a:pt x="1455073" y="787979"/>
                  <a:pt x="1454399" y="794136"/>
                </a:cubicBezTo>
                <a:cubicBezTo>
                  <a:pt x="1451982" y="810498"/>
                  <a:pt x="1450340" y="826538"/>
                  <a:pt x="1448466" y="843129"/>
                </a:cubicBezTo>
                <a:cubicBezTo>
                  <a:pt x="1443098" y="896870"/>
                  <a:pt x="1442326" y="951907"/>
                  <a:pt x="1442252" y="1005313"/>
                </a:cubicBezTo>
                <a:cubicBezTo>
                  <a:pt x="1440336" y="1206014"/>
                  <a:pt x="1438833" y="1413328"/>
                  <a:pt x="1469382" y="1614896"/>
                </a:cubicBezTo>
                <a:lnTo>
                  <a:pt x="1472106" y="1632791"/>
                </a:lnTo>
                <a:lnTo>
                  <a:pt x="1479091" y="1680170"/>
                </a:lnTo>
                <a:cubicBezTo>
                  <a:pt x="1479741" y="1669501"/>
                  <a:pt x="1479617" y="1659149"/>
                  <a:pt x="1480043" y="1649028"/>
                </a:cubicBezTo>
                <a:cubicBezTo>
                  <a:pt x="1483046" y="1394060"/>
                  <a:pt x="1486555" y="1130296"/>
                  <a:pt x="1464087" y="871628"/>
                </a:cubicBezTo>
                <a:lnTo>
                  <a:pt x="1462204" y="850229"/>
                </a:lnTo>
                <a:cubicBezTo>
                  <a:pt x="1460150" y="826182"/>
                  <a:pt x="1458096" y="802134"/>
                  <a:pt x="1456504" y="777000"/>
                </a:cubicBezTo>
                <a:close/>
                <a:moveTo>
                  <a:pt x="1483619" y="764662"/>
                </a:moveTo>
                <a:cubicBezTo>
                  <a:pt x="1484834" y="792211"/>
                  <a:pt x="1487677" y="820458"/>
                  <a:pt x="1489670" y="847698"/>
                </a:cubicBezTo>
                <a:lnTo>
                  <a:pt x="1491553" y="869097"/>
                </a:lnTo>
                <a:cubicBezTo>
                  <a:pt x="1513754" y="1119277"/>
                  <a:pt x="1511208" y="1373147"/>
                  <a:pt x="1508481" y="1619865"/>
                </a:cubicBezTo>
                <a:cubicBezTo>
                  <a:pt x="1576046" y="1335574"/>
                  <a:pt x="1567527" y="1045475"/>
                  <a:pt x="1483619" y="764662"/>
                </a:cubicBezTo>
                <a:close/>
                <a:moveTo>
                  <a:pt x="1430481" y="630137"/>
                </a:moveTo>
                <a:cubicBezTo>
                  <a:pt x="1267590" y="940376"/>
                  <a:pt x="1333252" y="1302315"/>
                  <a:pt x="1442495" y="1626691"/>
                </a:cubicBezTo>
                <a:lnTo>
                  <a:pt x="1441222" y="1619067"/>
                </a:lnTo>
                <a:cubicBezTo>
                  <a:pt x="1410273" y="1415398"/>
                  <a:pt x="1411692" y="1206762"/>
                  <a:pt x="1414069" y="1004967"/>
                </a:cubicBezTo>
                <a:cubicBezTo>
                  <a:pt x="1414375" y="951016"/>
                  <a:pt x="1414834" y="895204"/>
                  <a:pt x="1420665" y="840369"/>
                </a:cubicBezTo>
                <a:cubicBezTo>
                  <a:pt x="1422537" y="823783"/>
                  <a:pt x="1424411" y="807192"/>
                  <a:pt x="1426829" y="790831"/>
                </a:cubicBezTo>
                <a:cubicBezTo>
                  <a:pt x="1433522" y="737010"/>
                  <a:pt x="1440125" y="681866"/>
                  <a:pt x="1430481" y="630137"/>
                </a:cubicBezTo>
                <a:close/>
                <a:moveTo>
                  <a:pt x="4023796" y="623931"/>
                </a:moveTo>
                <a:cubicBezTo>
                  <a:pt x="3998086" y="637515"/>
                  <a:pt x="3972609" y="650546"/>
                  <a:pt x="3945729" y="662344"/>
                </a:cubicBezTo>
                <a:cubicBezTo>
                  <a:pt x="3801060" y="727282"/>
                  <a:pt x="3645502" y="758642"/>
                  <a:pt x="3498947" y="818916"/>
                </a:cubicBezTo>
                <a:cubicBezTo>
                  <a:pt x="3325974" y="889896"/>
                  <a:pt x="3184420" y="1008307"/>
                  <a:pt x="3031283" y="1111507"/>
                </a:cubicBezTo>
                <a:cubicBezTo>
                  <a:pt x="3091555" y="1098395"/>
                  <a:pt x="3148558" y="1067158"/>
                  <a:pt x="3203692" y="1035777"/>
                </a:cubicBezTo>
                <a:lnTo>
                  <a:pt x="3218294" y="1027151"/>
                </a:lnTo>
                <a:cubicBezTo>
                  <a:pt x="3353948" y="950027"/>
                  <a:pt x="3497672" y="882756"/>
                  <a:pt x="3636737" y="817377"/>
                </a:cubicBezTo>
                <a:cubicBezTo>
                  <a:pt x="3765775" y="757414"/>
                  <a:pt x="3897289" y="694633"/>
                  <a:pt x="4023796" y="623931"/>
                </a:cubicBezTo>
                <a:close/>
                <a:moveTo>
                  <a:pt x="3311704" y="584486"/>
                </a:moveTo>
                <a:cubicBezTo>
                  <a:pt x="3272983" y="648568"/>
                  <a:pt x="3231536" y="711502"/>
                  <a:pt x="3190778" y="772788"/>
                </a:cubicBezTo>
                <a:cubicBezTo>
                  <a:pt x="3126979" y="868744"/>
                  <a:pt x="3062020" y="967431"/>
                  <a:pt x="3007981" y="1070739"/>
                </a:cubicBezTo>
                <a:cubicBezTo>
                  <a:pt x="3110594" y="966751"/>
                  <a:pt x="3204922" y="819977"/>
                  <a:pt x="3267578" y="693281"/>
                </a:cubicBezTo>
                <a:close/>
                <a:moveTo>
                  <a:pt x="2664888" y="518596"/>
                </a:moveTo>
                <a:cubicBezTo>
                  <a:pt x="2580256" y="532980"/>
                  <a:pt x="2495702" y="548687"/>
                  <a:pt x="2411865" y="567273"/>
                </a:cubicBezTo>
                <a:cubicBezTo>
                  <a:pt x="2215416" y="611580"/>
                  <a:pt x="2055895" y="697916"/>
                  <a:pt x="1896643" y="809468"/>
                </a:cubicBezTo>
                <a:cubicBezTo>
                  <a:pt x="1897193" y="809701"/>
                  <a:pt x="1897736" y="809931"/>
                  <a:pt x="1899055" y="809848"/>
                </a:cubicBezTo>
                <a:cubicBezTo>
                  <a:pt x="2091065" y="728900"/>
                  <a:pt x="2275399" y="656935"/>
                  <a:pt x="2446633" y="596159"/>
                </a:cubicBezTo>
                <a:close/>
                <a:moveTo>
                  <a:pt x="2796924" y="501747"/>
                </a:moveTo>
                <a:lnTo>
                  <a:pt x="2455237" y="622979"/>
                </a:lnTo>
                <a:cubicBezTo>
                  <a:pt x="2296206" y="679263"/>
                  <a:pt x="2126634" y="745243"/>
                  <a:pt x="1949308" y="818889"/>
                </a:cubicBezTo>
                <a:cubicBezTo>
                  <a:pt x="1950089" y="818579"/>
                  <a:pt x="1950089" y="818579"/>
                  <a:pt x="1950634" y="818810"/>
                </a:cubicBezTo>
                <a:cubicBezTo>
                  <a:pt x="2249794" y="764555"/>
                  <a:pt x="2535304" y="633058"/>
                  <a:pt x="2796924" y="501747"/>
                </a:cubicBezTo>
                <a:close/>
                <a:moveTo>
                  <a:pt x="3335099" y="488163"/>
                </a:moveTo>
                <a:lnTo>
                  <a:pt x="3151139" y="734118"/>
                </a:lnTo>
                <a:lnTo>
                  <a:pt x="3136980" y="753877"/>
                </a:lnTo>
                <a:cubicBezTo>
                  <a:pt x="3108114" y="793161"/>
                  <a:pt x="3082736" y="828772"/>
                  <a:pt x="3062043" y="867004"/>
                </a:cubicBezTo>
                <a:cubicBezTo>
                  <a:pt x="3033701" y="918746"/>
                  <a:pt x="3011684" y="973805"/>
                  <a:pt x="2994594" y="1035452"/>
                </a:cubicBezTo>
                <a:cubicBezTo>
                  <a:pt x="3046947" y="939156"/>
                  <a:pt x="3107576" y="847655"/>
                  <a:pt x="3167517" y="757788"/>
                </a:cubicBezTo>
                <a:cubicBezTo>
                  <a:pt x="3225200" y="670189"/>
                  <a:pt x="3284135" y="581180"/>
                  <a:pt x="3335099" y="488163"/>
                </a:cubicBezTo>
                <a:close/>
                <a:moveTo>
                  <a:pt x="2891507" y="485136"/>
                </a:moveTo>
                <a:cubicBezTo>
                  <a:pt x="2633092" y="616512"/>
                  <a:pt x="2348081" y="755947"/>
                  <a:pt x="2047508" y="825701"/>
                </a:cubicBezTo>
                <a:cubicBezTo>
                  <a:pt x="2357909" y="831572"/>
                  <a:pt x="2636584" y="667562"/>
                  <a:pt x="2891507" y="485136"/>
                </a:cubicBezTo>
                <a:close/>
                <a:moveTo>
                  <a:pt x="4418489" y="483936"/>
                </a:moveTo>
                <a:cubicBezTo>
                  <a:pt x="4332433" y="547295"/>
                  <a:pt x="4242855" y="605296"/>
                  <a:pt x="4155290" y="661575"/>
                </a:cubicBezTo>
                <a:cubicBezTo>
                  <a:pt x="3969451" y="781189"/>
                  <a:pt x="3777243" y="905190"/>
                  <a:pt x="3571040" y="996875"/>
                </a:cubicBezTo>
                <a:cubicBezTo>
                  <a:pt x="3418056" y="1064725"/>
                  <a:pt x="3258062" y="1114166"/>
                  <a:pt x="3093710" y="1145020"/>
                </a:cubicBezTo>
                <a:cubicBezTo>
                  <a:pt x="3128860" y="1154752"/>
                  <a:pt x="3165333" y="1164394"/>
                  <a:pt x="3207527" y="1163586"/>
                </a:cubicBezTo>
                <a:cubicBezTo>
                  <a:pt x="3359545" y="1160350"/>
                  <a:pt x="3521798" y="1058435"/>
                  <a:pt x="3652751" y="990907"/>
                </a:cubicBezTo>
                <a:cubicBezTo>
                  <a:pt x="3834432" y="897860"/>
                  <a:pt x="4013510" y="797268"/>
                  <a:pt x="4180906" y="680145"/>
                </a:cubicBezTo>
                <a:cubicBezTo>
                  <a:pt x="4224133" y="649515"/>
                  <a:pt x="4353624" y="550475"/>
                  <a:pt x="4418489" y="483936"/>
                </a:cubicBezTo>
                <a:close/>
                <a:moveTo>
                  <a:pt x="3316944" y="465669"/>
                </a:moveTo>
                <a:cubicBezTo>
                  <a:pt x="3194809" y="521478"/>
                  <a:pt x="2954579" y="894258"/>
                  <a:pt x="2958819" y="1062158"/>
                </a:cubicBezTo>
                <a:cubicBezTo>
                  <a:pt x="2971057" y="1011968"/>
                  <a:pt x="2985641" y="965354"/>
                  <a:pt x="3004132" y="921679"/>
                </a:cubicBezTo>
                <a:cubicBezTo>
                  <a:pt x="3014072" y="898200"/>
                  <a:pt x="3025105" y="875187"/>
                  <a:pt x="3037224" y="852631"/>
                </a:cubicBezTo>
                <a:cubicBezTo>
                  <a:pt x="3058615" y="812759"/>
                  <a:pt x="3085004" y="776291"/>
                  <a:pt x="3114637" y="736692"/>
                </a:cubicBezTo>
                <a:lnTo>
                  <a:pt x="3128801" y="716935"/>
                </a:lnTo>
                <a:cubicBezTo>
                  <a:pt x="3193882" y="628604"/>
                  <a:pt x="3252848" y="548625"/>
                  <a:pt x="3316944" y="465669"/>
                </a:cubicBezTo>
                <a:close/>
                <a:moveTo>
                  <a:pt x="4448894" y="422768"/>
                </a:moveTo>
                <a:cubicBezTo>
                  <a:pt x="4372745" y="436884"/>
                  <a:pt x="4303112" y="482734"/>
                  <a:pt x="4235585" y="528178"/>
                </a:cubicBezTo>
                <a:lnTo>
                  <a:pt x="4213155" y="543149"/>
                </a:lnTo>
                <a:cubicBezTo>
                  <a:pt x="4035485" y="661715"/>
                  <a:pt x="3839402" y="753816"/>
                  <a:pt x="3649218" y="842623"/>
                </a:cubicBezTo>
                <a:cubicBezTo>
                  <a:pt x="3510392" y="907459"/>
                  <a:pt x="3367451" y="974411"/>
                  <a:pt x="3232564" y="1051220"/>
                </a:cubicBezTo>
                <a:lnTo>
                  <a:pt x="3217970" y="1059849"/>
                </a:lnTo>
                <a:cubicBezTo>
                  <a:pt x="3184886" y="1078679"/>
                  <a:pt x="3151576" y="1098052"/>
                  <a:pt x="3116688" y="1113543"/>
                </a:cubicBezTo>
                <a:cubicBezTo>
                  <a:pt x="3269055" y="1082118"/>
                  <a:pt x="3417223" y="1034762"/>
                  <a:pt x="3559098" y="971858"/>
                </a:cubicBezTo>
                <a:cubicBezTo>
                  <a:pt x="3763514" y="881353"/>
                  <a:pt x="3954942" y="757667"/>
                  <a:pt x="4140004" y="638368"/>
                </a:cubicBezTo>
                <a:cubicBezTo>
                  <a:pt x="4244649" y="570645"/>
                  <a:pt x="4351849" y="501435"/>
                  <a:pt x="4451852" y="423380"/>
                </a:cubicBezTo>
                <a:cubicBezTo>
                  <a:pt x="4450763" y="422918"/>
                  <a:pt x="4450211" y="422686"/>
                  <a:pt x="4448894" y="422768"/>
                </a:cubicBezTo>
                <a:close/>
                <a:moveTo>
                  <a:pt x="680568" y="416949"/>
                </a:moveTo>
                <a:cubicBezTo>
                  <a:pt x="573847" y="489578"/>
                  <a:pt x="483985" y="589312"/>
                  <a:pt x="394452" y="694330"/>
                </a:cubicBezTo>
                <a:lnTo>
                  <a:pt x="340402" y="759654"/>
                </a:lnTo>
                <a:close/>
                <a:moveTo>
                  <a:pt x="827699" y="416143"/>
                </a:moveTo>
                <a:cubicBezTo>
                  <a:pt x="835728" y="454953"/>
                  <a:pt x="841663" y="494162"/>
                  <a:pt x="841524" y="534021"/>
                </a:cubicBezTo>
                <a:cubicBezTo>
                  <a:pt x="841577" y="581042"/>
                  <a:pt x="833611" y="627240"/>
                  <a:pt x="825554" y="672115"/>
                </a:cubicBezTo>
                <a:cubicBezTo>
                  <a:pt x="819855" y="703824"/>
                  <a:pt x="814239" y="736857"/>
                  <a:pt x="811499" y="769176"/>
                </a:cubicBezTo>
                <a:cubicBezTo>
                  <a:pt x="803608" y="866910"/>
                  <a:pt x="822564" y="965070"/>
                  <a:pt x="841586" y="1060039"/>
                </a:cubicBezTo>
                <a:cubicBezTo>
                  <a:pt x="870658" y="1208834"/>
                  <a:pt x="901383" y="1362838"/>
                  <a:pt x="942912" y="1511108"/>
                </a:cubicBezTo>
                <a:cubicBezTo>
                  <a:pt x="977911" y="1186645"/>
                  <a:pt x="995896" y="815698"/>
                  <a:pt x="884057" y="521768"/>
                </a:cubicBezTo>
                <a:cubicBezTo>
                  <a:pt x="868776" y="481820"/>
                  <a:pt x="846755" y="448679"/>
                  <a:pt x="827699" y="416143"/>
                </a:cubicBezTo>
                <a:close/>
                <a:moveTo>
                  <a:pt x="798883" y="414244"/>
                </a:moveTo>
                <a:cubicBezTo>
                  <a:pt x="695211" y="736679"/>
                  <a:pt x="755992" y="1050836"/>
                  <a:pt x="875825" y="1357811"/>
                </a:cubicBezTo>
                <a:cubicBezTo>
                  <a:pt x="852896" y="1259904"/>
                  <a:pt x="833394" y="1161513"/>
                  <a:pt x="814514" y="1064671"/>
                </a:cubicBezTo>
                <a:cubicBezTo>
                  <a:pt x="795638" y="967838"/>
                  <a:pt x="775736" y="867346"/>
                  <a:pt x="783698" y="766414"/>
                </a:cubicBezTo>
                <a:cubicBezTo>
                  <a:pt x="786354" y="732777"/>
                  <a:pt x="792197" y="699198"/>
                  <a:pt x="798129" y="666939"/>
                </a:cubicBezTo>
                <a:cubicBezTo>
                  <a:pt x="805719" y="623158"/>
                  <a:pt x="813776" y="578281"/>
                  <a:pt x="813894" y="533909"/>
                </a:cubicBezTo>
                <a:cubicBezTo>
                  <a:pt x="813480" y="493822"/>
                  <a:pt x="807234" y="453832"/>
                  <a:pt x="798883" y="414244"/>
                </a:cubicBezTo>
                <a:close/>
                <a:moveTo>
                  <a:pt x="673202" y="388720"/>
                </a:moveTo>
                <a:cubicBezTo>
                  <a:pt x="560862" y="422924"/>
                  <a:pt x="473506" y="490876"/>
                  <a:pt x="392779" y="596411"/>
                </a:cubicBezTo>
                <a:cubicBezTo>
                  <a:pt x="345173" y="658663"/>
                  <a:pt x="304966" y="720182"/>
                  <a:pt x="270088" y="790400"/>
                </a:cubicBezTo>
                <a:cubicBezTo>
                  <a:pt x="265839" y="798902"/>
                  <a:pt x="262292" y="805767"/>
                  <a:pt x="259285" y="812869"/>
                </a:cubicBezTo>
                <a:cubicBezTo>
                  <a:pt x="297306" y="767160"/>
                  <a:pt x="334780" y="721219"/>
                  <a:pt x="372890" y="676832"/>
                </a:cubicBezTo>
                <a:cubicBezTo>
                  <a:pt x="466138" y="567590"/>
                  <a:pt x="560501" y="463327"/>
                  <a:pt x="673202" y="388720"/>
                </a:cubicBezTo>
                <a:close/>
                <a:moveTo>
                  <a:pt x="1628210" y="0"/>
                </a:moveTo>
                <a:lnTo>
                  <a:pt x="1748399" y="0"/>
                </a:lnTo>
                <a:lnTo>
                  <a:pt x="1783391" y="17650"/>
                </a:lnTo>
                <a:cubicBezTo>
                  <a:pt x="1878225" y="54329"/>
                  <a:pt x="1980824" y="64330"/>
                  <a:pt x="2084193" y="69947"/>
                </a:cubicBezTo>
                <a:cubicBezTo>
                  <a:pt x="2305723" y="81971"/>
                  <a:pt x="2525917" y="56091"/>
                  <a:pt x="2744101" y="15192"/>
                </a:cubicBezTo>
                <a:cubicBezTo>
                  <a:pt x="2562964" y="37013"/>
                  <a:pt x="2380220" y="45912"/>
                  <a:pt x="2197414" y="41266"/>
                </a:cubicBezTo>
                <a:cubicBezTo>
                  <a:pt x="2092695" y="38460"/>
                  <a:pt x="1999575" y="31066"/>
                  <a:pt x="1914967" y="18583"/>
                </a:cubicBezTo>
                <a:lnTo>
                  <a:pt x="1815559" y="0"/>
                </a:lnTo>
                <a:lnTo>
                  <a:pt x="2001666" y="0"/>
                </a:lnTo>
                <a:lnTo>
                  <a:pt x="2036517" y="4274"/>
                </a:lnTo>
                <a:cubicBezTo>
                  <a:pt x="2087672" y="8689"/>
                  <a:pt x="2141872" y="11637"/>
                  <a:pt x="2199623" y="13232"/>
                </a:cubicBezTo>
                <a:cubicBezTo>
                  <a:pt x="2273140" y="15225"/>
                  <a:pt x="2346666" y="15008"/>
                  <a:pt x="2420103" y="12601"/>
                </a:cubicBezTo>
                <a:lnTo>
                  <a:pt x="2621330" y="0"/>
                </a:lnTo>
                <a:lnTo>
                  <a:pt x="3076571" y="0"/>
                </a:lnTo>
                <a:lnTo>
                  <a:pt x="2924796" y="36772"/>
                </a:lnTo>
                <a:cubicBezTo>
                  <a:pt x="2603232" y="110795"/>
                  <a:pt x="2272273" y="167441"/>
                  <a:pt x="1946203" y="131277"/>
                </a:cubicBezTo>
                <a:cubicBezTo>
                  <a:pt x="1847872" y="120226"/>
                  <a:pt x="1775939" y="84460"/>
                  <a:pt x="1707026" y="44983"/>
                </a:cubicBezTo>
                <a:close/>
                <a:moveTo>
                  <a:pt x="1007398" y="0"/>
                </a:moveTo>
                <a:lnTo>
                  <a:pt x="1105902" y="0"/>
                </a:lnTo>
                <a:lnTo>
                  <a:pt x="1191939" y="117664"/>
                </a:lnTo>
                <a:cubicBezTo>
                  <a:pt x="1366125" y="341427"/>
                  <a:pt x="1562103" y="551148"/>
                  <a:pt x="1780907" y="743734"/>
                </a:cubicBezTo>
                <a:cubicBezTo>
                  <a:pt x="1801144" y="761313"/>
                  <a:pt x="1821617" y="778348"/>
                  <a:pt x="1841857" y="795932"/>
                </a:cubicBezTo>
                <a:cubicBezTo>
                  <a:pt x="1990610" y="686371"/>
                  <a:pt x="2139633" y="585288"/>
                  <a:pt x="2317896" y="530713"/>
                </a:cubicBezTo>
                <a:cubicBezTo>
                  <a:pt x="2542030" y="462073"/>
                  <a:pt x="2783392" y="434854"/>
                  <a:pt x="3015228" y="399738"/>
                </a:cubicBezTo>
                <a:cubicBezTo>
                  <a:pt x="3052333" y="394202"/>
                  <a:pt x="3010950" y="453937"/>
                  <a:pt x="3000782" y="461219"/>
                </a:cubicBezTo>
                <a:cubicBezTo>
                  <a:pt x="2693972" y="688641"/>
                  <a:pt x="2350770" y="924476"/>
                  <a:pt x="1963190" y="895589"/>
                </a:cubicBezTo>
                <a:cubicBezTo>
                  <a:pt x="2149512" y="1044003"/>
                  <a:pt x="2346363" y="1178199"/>
                  <a:pt x="2552180" y="1298815"/>
                </a:cubicBezTo>
                <a:cubicBezTo>
                  <a:pt x="2674551" y="1263712"/>
                  <a:pt x="2789192" y="1186061"/>
                  <a:pt x="2904618" y="1146081"/>
                </a:cubicBezTo>
                <a:cubicBezTo>
                  <a:pt x="2811839" y="901425"/>
                  <a:pt x="3283913" y="443317"/>
                  <a:pt x="3428829" y="310883"/>
                </a:cubicBezTo>
                <a:cubicBezTo>
                  <a:pt x="3440380" y="300321"/>
                  <a:pt x="3459741" y="295643"/>
                  <a:pt x="3452135" y="318176"/>
                </a:cubicBezTo>
                <a:cubicBezTo>
                  <a:pt x="3377952" y="531416"/>
                  <a:pt x="3301457" y="750112"/>
                  <a:pt x="3169464" y="935661"/>
                </a:cubicBezTo>
                <a:cubicBezTo>
                  <a:pt x="3150662" y="961821"/>
                  <a:pt x="3003773" y="1105010"/>
                  <a:pt x="3049395" y="1070245"/>
                </a:cubicBezTo>
                <a:cubicBezTo>
                  <a:pt x="3162985" y="984423"/>
                  <a:pt x="3272630" y="886628"/>
                  <a:pt x="3401235" y="815534"/>
                </a:cubicBezTo>
                <a:cubicBezTo>
                  <a:pt x="3665893" y="669415"/>
                  <a:pt x="3968082" y="612577"/>
                  <a:pt x="4236947" y="465665"/>
                </a:cubicBezTo>
                <a:cubicBezTo>
                  <a:pt x="4280594" y="441649"/>
                  <a:pt x="4494768" y="287033"/>
                  <a:pt x="4565962" y="350012"/>
                </a:cubicBezTo>
                <a:cubicBezTo>
                  <a:pt x="4574408" y="357446"/>
                  <a:pt x="4561570" y="377121"/>
                  <a:pt x="4557937" y="382666"/>
                </a:cubicBezTo>
                <a:cubicBezTo>
                  <a:pt x="4368036" y="694348"/>
                  <a:pt x="3934455" y="895784"/>
                  <a:pt x="3621049" y="1056676"/>
                </a:cubicBezTo>
                <a:cubicBezTo>
                  <a:pt x="3449155" y="1144851"/>
                  <a:pt x="3289873" y="1230645"/>
                  <a:pt x="3094000" y="1229477"/>
                </a:cubicBezTo>
                <a:cubicBezTo>
                  <a:pt x="2989297" y="1228927"/>
                  <a:pt x="2920834" y="1221837"/>
                  <a:pt x="2813197" y="1263181"/>
                </a:cubicBezTo>
                <a:cubicBezTo>
                  <a:pt x="2746514" y="1288380"/>
                  <a:pt x="2682165" y="1312641"/>
                  <a:pt x="2615776" y="1334114"/>
                </a:cubicBezTo>
                <a:cubicBezTo>
                  <a:pt x="2856074" y="1470609"/>
                  <a:pt x="3106867" y="1588379"/>
                  <a:pt x="3364982" y="1687356"/>
                </a:cubicBezTo>
                <a:cubicBezTo>
                  <a:pt x="3367545" y="1685866"/>
                  <a:pt x="3369560" y="1684144"/>
                  <a:pt x="3371663" y="1683743"/>
                </a:cubicBezTo>
                <a:cubicBezTo>
                  <a:pt x="3559080" y="1639479"/>
                  <a:pt x="3730923" y="1559010"/>
                  <a:pt x="3883310" y="1443899"/>
                </a:cubicBezTo>
                <a:cubicBezTo>
                  <a:pt x="3885702" y="1439761"/>
                  <a:pt x="3888566" y="1434532"/>
                  <a:pt x="3892746" y="1429225"/>
                </a:cubicBezTo>
                <a:cubicBezTo>
                  <a:pt x="4100854" y="1154547"/>
                  <a:pt x="4425526" y="995756"/>
                  <a:pt x="4699980" y="789523"/>
                </a:cubicBezTo>
                <a:lnTo>
                  <a:pt x="4724400" y="769876"/>
                </a:lnTo>
                <a:lnTo>
                  <a:pt x="4724400" y="802845"/>
                </a:lnTo>
                <a:lnTo>
                  <a:pt x="4705958" y="821317"/>
                </a:lnTo>
                <a:cubicBezTo>
                  <a:pt x="4688728" y="839775"/>
                  <a:pt x="4668259" y="862655"/>
                  <a:pt x="4649798" y="877374"/>
                </a:cubicBezTo>
                <a:cubicBezTo>
                  <a:pt x="4443742" y="1038644"/>
                  <a:pt x="4191500" y="1158472"/>
                  <a:pt x="4005326" y="1344259"/>
                </a:cubicBezTo>
                <a:cubicBezTo>
                  <a:pt x="4063256" y="1294104"/>
                  <a:pt x="4132215" y="1254410"/>
                  <a:pt x="4199378" y="1215889"/>
                </a:cubicBezTo>
                <a:cubicBezTo>
                  <a:pt x="4212968" y="1208123"/>
                  <a:pt x="4226555" y="1200357"/>
                  <a:pt x="4239600" y="1192361"/>
                </a:cubicBezTo>
                <a:cubicBezTo>
                  <a:pt x="4399481" y="1099094"/>
                  <a:pt x="4542878" y="976320"/>
                  <a:pt x="4677037" y="858646"/>
                </a:cubicBezTo>
                <a:lnTo>
                  <a:pt x="4724400" y="810414"/>
                </a:lnTo>
                <a:lnTo>
                  <a:pt x="4724400" y="916439"/>
                </a:lnTo>
                <a:lnTo>
                  <a:pt x="4683030" y="982925"/>
                </a:lnTo>
                <a:cubicBezTo>
                  <a:pt x="4504646" y="1237618"/>
                  <a:pt x="4252054" y="1416530"/>
                  <a:pt x="3921884" y="1469889"/>
                </a:cubicBezTo>
                <a:cubicBezTo>
                  <a:pt x="3782100" y="1582602"/>
                  <a:pt x="3625917" y="1667134"/>
                  <a:pt x="3456136" y="1721439"/>
                </a:cubicBezTo>
                <a:cubicBezTo>
                  <a:pt x="3511887" y="1741826"/>
                  <a:pt x="3567869" y="1761662"/>
                  <a:pt x="3624313" y="1780406"/>
                </a:cubicBezTo>
                <a:cubicBezTo>
                  <a:pt x="3850637" y="1855623"/>
                  <a:pt x="4076864" y="1908264"/>
                  <a:pt x="4303638" y="1944400"/>
                </a:cubicBezTo>
                <a:cubicBezTo>
                  <a:pt x="4307581" y="1939634"/>
                  <a:pt x="4311304" y="1935410"/>
                  <a:pt x="4315566" y="1931422"/>
                </a:cubicBezTo>
                <a:cubicBezTo>
                  <a:pt x="4418123" y="1797152"/>
                  <a:pt x="4522970" y="1669642"/>
                  <a:pt x="4664388" y="1574357"/>
                </a:cubicBezTo>
                <a:lnTo>
                  <a:pt x="4724400" y="1537429"/>
                </a:lnTo>
                <a:lnTo>
                  <a:pt x="4724400" y="1589108"/>
                </a:lnTo>
                <a:lnTo>
                  <a:pt x="4644505" y="1640352"/>
                </a:lnTo>
                <a:cubicBezTo>
                  <a:pt x="4543719" y="1713959"/>
                  <a:pt x="4461038" y="1801479"/>
                  <a:pt x="4381603" y="1900149"/>
                </a:cubicBezTo>
                <a:cubicBezTo>
                  <a:pt x="4415438" y="1876488"/>
                  <a:pt x="4447471" y="1849494"/>
                  <a:pt x="4478726" y="1822808"/>
                </a:cubicBezTo>
                <a:cubicBezTo>
                  <a:pt x="4513234" y="1792997"/>
                  <a:pt x="4549530" y="1762011"/>
                  <a:pt x="4588263" y="1735914"/>
                </a:cubicBezTo>
                <a:cubicBezTo>
                  <a:pt x="4619078" y="1714840"/>
                  <a:pt x="4651924" y="1696556"/>
                  <a:pt x="4683216" y="1678902"/>
                </a:cubicBezTo>
                <a:lnTo>
                  <a:pt x="4724400" y="1655121"/>
                </a:lnTo>
                <a:lnTo>
                  <a:pt x="4724400" y="1686869"/>
                </a:lnTo>
                <a:lnTo>
                  <a:pt x="4696172" y="1703058"/>
                </a:lnTo>
                <a:cubicBezTo>
                  <a:pt x="4665104" y="1720165"/>
                  <a:pt x="4632805" y="1738677"/>
                  <a:pt x="4602997" y="1758893"/>
                </a:cubicBezTo>
                <a:cubicBezTo>
                  <a:pt x="4565822" y="1784357"/>
                  <a:pt x="4530304" y="1815035"/>
                  <a:pt x="4496021" y="1844299"/>
                </a:cubicBezTo>
                <a:cubicBezTo>
                  <a:pt x="4470821" y="1865816"/>
                  <a:pt x="4445614" y="1887338"/>
                  <a:pt x="4419004" y="1907617"/>
                </a:cubicBezTo>
                <a:cubicBezTo>
                  <a:pt x="4509516" y="1884856"/>
                  <a:pt x="4599633" y="1841647"/>
                  <a:pt x="4685975" y="1786372"/>
                </a:cubicBezTo>
                <a:lnTo>
                  <a:pt x="4724400" y="1759693"/>
                </a:lnTo>
                <a:lnTo>
                  <a:pt x="4724400" y="1809459"/>
                </a:lnTo>
                <a:lnTo>
                  <a:pt x="4653762" y="1857561"/>
                </a:lnTo>
                <a:cubicBezTo>
                  <a:pt x="4580587" y="1902591"/>
                  <a:pt x="4504944" y="1939172"/>
                  <a:pt x="4428349" y="1963079"/>
                </a:cubicBezTo>
                <a:lnTo>
                  <a:pt x="4724400" y="1990579"/>
                </a:lnTo>
                <a:lnTo>
                  <a:pt x="4724400" y="2065582"/>
                </a:lnTo>
                <a:lnTo>
                  <a:pt x="4686318" y="2063926"/>
                </a:lnTo>
                <a:lnTo>
                  <a:pt x="4724400" y="2085104"/>
                </a:lnTo>
                <a:lnTo>
                  <a:pt x="4724400" y="2178471"/>
                </a:lnTo>
                <a:lnTo>
                  <a:pt x="4617755" y="2122457"/>
                </a:lnTo>
                <a:lnTo>
                  <a:pt x="4724400" y="2196158"/>
                </a:lnTo>
                <a:lnTo>
                  <a:pt x="4724400" y="2230374"/>
                </a:lnTo>
                <a:lnTo>
                  <a:pt x="4573637" y="2126309"/>
                </a:lnTo>
                <a:cubicBezTo>
                  <a:pt x="4608893" y="2177612"/>
                  <a:pt x="4656401" y="2222030"/>
                  <a:pt x="4706850" y="2262541"/>
                </a:cubicBezTo>
                <a:lnTo>
                  <a:pt x="4724400" y="2275857"/>
                </a:lnTo>
                <a:lnTo>
                  <a:pt x="4724400" y="2377131"/>
                </a:lnTo>
                <a:lnTo>
                  <a:pt x="4688201" y="2349925"/>
                </a:lnTo>
                <a:cubicBezTo>
                  <a:pt x="4579462" y="2264619"/>
                  <a:pt x="4483104" y="2181979"/>
                  <a:pt x="4462564" y="2041945"/>
                </a:cubicBezTo>
                <a:cubicBezTo>
                  <a:pt x="4339738" y="2027929"/>
                  <a:pt x="4217123" y="2008847"/>
                  <a:pt x="4094167" y="1984479"/>
                </a:cubicBezTo>
                <a:cubicBezTo>
                  <a:pt x="4361568" y="2318516"/>
                  <a:pt x="4448657" y="2737804"/>
                  <a:pt x="4520397" y="3153822"/>
                </a:cubicBezTo>
                <a:cubicBezTo>
                  <a:pt x="4524234" y="3176690"/>
                  <a:pt x="4478166" y="3233800"/>
                  <a:pt x="4458958" y="3203134"/>
                </a:cubicBezTo>
                <a:cubicBezTo>
                  <a:pt x="4221037" y="2826855"/>
                  <a:pt x="3875607" y="2452063"/>
                  <a:pt x="3972830" y="1973028"/>
                </a:cubicBezTo>
                <a:cubicBezTo>
                  <a:pt x="3973903" y="1968973"/>
                  <a:pt x="3975983" y="1964061"/>
                  <a:pt x="3979154" y="1959605"/>
                </a:cubicBezTo>
                <a:cubicBezTo>
                  <a:pt x="3847070" y="1929437"/>
                  <a:pt x="3715197" y="1894208"/>
                  <a:pt x="3583051" y="1850495"/>
                </a:cubicBezTo>
                <a:cubicBezTo>
                  <a:pt x="3357823" y="1775743"/>
                  <a:pt x="3137042" y="1687421"/>
                  <a:pt x="2922360" y="1586232"/>
                </a:cubicBezTo>
                <a:cubicBezTo>
                  <a:pt x="2956249" y="1697796"/>
                  <a:pt x="3014099" y="1805979"/>
                  <a:pt x="3033099" y="1913175"/>
                </a:cubicBezTo>
                <a:cubicBezTo>
                  <a:pt x="3035371" y="1915419"/>
                  <a:pt x="3037950" y="1918445"/>
                  <a:pt x="3040214" y="1920694"/>
                </a:cubicBezTo>
                <a:cubicBezTo>
                  <a:pt x="3043936" y="1916469"/>
                  <a:pt x="3048200" y="1912482"/>
                  <a:pt x="3051308" y="1911226"/>
                </a:cubicBezTo>
                <a:cubicBezTo>
                  <a:pt x="3335533" y="1788841"/>
                  <a:pt x="3650972" y="2264893"/>
                  <a:pt x="3791335" y="2442781"/>
                </a:cubicBezTo>
                <a:cubicBezTo>
                  <a:pt x="3804329" y="2459223"/>
                  <a:pt x="3763010" y="2515770"/>
                  <a:pt x="3744063" y="2510325"/>
                </a:cubicBezTo>
                <a:cubicBezTo>
                  <a:pt x="3485213" y="2437432"/>
                  <a:pt x="3287280" y="2286035"/>
                  <a:pt x="3103695" y="2105302"/>
                </a:cubicBezTo>
                <a:cubicBezTo>
                  <a:pt x="3126339" y="2333141"/>
                  <a:pt x="3009845" y="2625036"/>
                  <a:pt x="2968137" y="2805672"/>
                </a:cubicBezTo>
                <a:cubicBezTo>
                  <a:pt x="2930699" y="2965580"/>
                  <a:pt x="2891878" y="3078554"/>
                  <a:pt x="2739231" y="3151701"/>
                </a:cubicBezTo>
                <a:cubicBezTo>
                  <a:pt x="2726335" y="3157832"/>
                  <a:pt x="2726972" y="3142650"/>
                  <a:pt x="2728882" y="3135084"/>
                </a:cubicBezTo>
                <a:cubicBezTo>
                  <a:pt x="2806473" y="2811909"/>
                  <a:pt x="2836690" y="2478979"/>
                  <a:pt x="2914282" y="2155807"/>
                </a:cubicBezTo>
                <a:cubicBezTo>
                  <a:pt x="2927505" y="2100241"/>
                  <a:pt x="2969504" y="2020803"/>
                  <a:pt x="2971660" y="1962486"/>
                </a:cubicBezTo>
                <a:cubicBezTo>
                  <a:pt x="2971891" y="1961942"/>
                  <a:pt x="2971575" y="1961166"/>
                  <a:pt x="2971809" y="1960615"/>
                </a:cubicBezTo>
                <a:cubicBezTo>
                  <a:pt x="2971875" y="1957427"/>
                  <a:pt x="2972485" y="1954468"/>
                  <a:pt x="2972315" y="1951821"/>
                </a:cubicBezTo>
                <a:cubicBezTo>
                  <a:pt x="2966359" y="1836632"/>
                  <a:pt x="2865027" y="1683636"/>
                  <a:pt x="2846641" y="1556749"/>
                </a:cubicBezTo>
                <a:cubicBezTo>
                  <a:pt x="2846247" y="1554649"/>
                  <a:pt x="2846851" y="1551688"/>
                  <a:pt x="2847461" y="1548729"/>
                </a:cubicBezTo>
                <a:cubicBezTo>
                  <a:pt x="2570813" y="1412938"/>
                  <a:pt x="2306528" y="1254043"/>
                  <a:pt x="2058558" y="1071804"/>
                </a:cubicBezTo>
                <a:cubicBezTo>
                  <a:pt x="2118947" y="1245450"/>
                  <a:pt x="2231454" y="1407035"/>
                  <a:pt x="2291089" y="1585512"/>
                </a:cubicBezTo>
                <a:cubicBezTo>
                  <a:pt x="2383696" y="1860991"/>
                  <a:pt x="2441466" y="2144264"/>
                  <a:pt x="2473792" y="2432858"/>
                </a:cubicBezTo>
                <a:cubicBezTo>
                  <a:pt x="2475176" y="2446319"/>
                  <a:pt x="2431252" y="2512059"/>
                  <a:pt x="2420124" y="2495762"/>
                </a:cubicBezTo>
                <a:cubicBezTo>
                  <a:pt x="2291230" y="2305989"/>
                  <a:pt x="2208353" y="2083557"/>
                  <a:pt x="2119846" y="1872898"/>
                </a:cubicBezTo>
                <a:cubicBezTo>
                  <a:pt x="2037236" y="1675682"/>
                  <a:pt x="1982639" y="1492905"/>
                  <a:pt x="1995210" y="1288346"/>
                </a:cubicBezTo>
                <a:cubicBezTo>
                  <a:pt x="1948480" y="1372857"/>
                  <a:pt x="1900430" y="1457457"/>
                  <a:pt x="1850975" y="1540820"/>
                </a:cubicBezTo>
                <a:cubicBezTo>
                  <a:pt x="1816437" y="1599587"/>
                  <a:pt x="1789540" y="1661598"/>
                  <a:pt x="1723490" y="1688355"/>
                </a:cubicBezTo>
                <a:cubicBezTo>
                  <a:pt x="1718826" y="1690241"/>
                  <a:pt x="1711811" y="1688563"/>
                  <a:pt x="1710157" y="1683354"/>
                </a:cubicBezTo>
                <a:cubicBezTo>
                  <a:pt x="1675928" y="1583238"/>
                  <a:pt x="1752515" y="1420588"/>
                  <a:pt x="1807265" y="1336896"/>
                </a:cubicBezTo>
                <a:cubicBezTo>
                  <a:pt x="1856904" y="1260695"/>
                  <a:pt x="1925612" y="1200294"/>
                  <a:pt x="2011049" y="1173376"/>
                </a:cubicBezTo>
                <a:cubicBezTo>
                  <a:pt x="2011743" y="1171736"/>
                  <a:pt x="2013211" y="1169782"/>
                  <a:pt x="2014681" y="1167830"/>
                </a:cubicBezTo>
                <a:cubicBezTo>
                  <a:pt x="1995942" y="1119335"/>
                  <a:pt x="1980541" y="1069035"/>
                  <a:pt x="1971037" y="1015438"/>
                </a:cubicBezTo>
                <a:cubicBezTo>
                  <a:pt x="1970873" y="1012795"/>
                  <a:pt x="1971247" y="1010377"/>
                  <a:pt x="1971858" y="1007420"/>
                </a:cubicBezTo>
                <a:cubicBezTo>
                  <a:pt x="1889219" y="944106"/>
                  <a:pt x="1807963" y="877509"/>
                  <a:pt x="1729505" y="808882"/>
                </a:cubicBezTo>
                <a:cubicBezTo>
                  <a:pt x="1652132" y="740719"/>
                  <a:pt x="1577790" y="669969"/>
                  <a:pt x="1506007" y="597733"/>
                </a:cubicBezTo>
                <a:cubicBezTo>
                  <a:pt x="1650265" y="988437"/>
                  <a:pt x="1648039" y="1402749"/>
                  <a:pt x="1499912" y="1795211"/>
                </a:cubicBezTo>
                <a:cubicBezTo>
                  <a:pt x="1496995" y="1803635"/>
                  <a:pt x="1454455" y="1866099"/>
                  <a:pt x="1444926" y="1841464"/>
                </a:cubicBezTo>
                <a:cubicBezTo>
                  <a:pt x="1288444" y="1433999"/>
                  <a:pt x="1179507" y="967467"/>
                  <a:pt x="1425791" y="572788"/>
                </a:cubicBezTo>
                <a:cubicBezTo>
                  <a:pt x="1428418" y="568101"/>
                  <a:pt x="1431907" y="564428"/>
                  <a:pt x="1435390" y="560750"/>
                </a:cubicBezTo>
                <a:cubicBezTo>
                  <a:pt x="1440033" y="554349"/>
                  <a:pt x="1445996" y="547863"/>
                  <a:pt x="1451502" y="542471"/>
                </a:cubicBezTo>
                <a:cubicBezTo>
                  <a:pt x="1361214" y="448553"/>
                  <a:pt x="1275425" y="351231"/>
                  <a:pt x="1194128" y="250903"/>
                </a:cubicBezTo>
                <a:close/>
                <a:moveTo>
                  <a:pt x="890158" y="0"/>
                </a:moveTo>
                <a:lnTo>
                  <a:pt x="937892" y="0"/>
                </a:lnTo>
                <a:lnTo>
                  <a:pt x="924483" y="30495"/>
                </a:lnTo>
                <a:cubicBezTo>
                  <a:pt x="886566" y="121698"/>
                  <a:pt x="856718" y="217584"/>
                  <a:pt x="872288" y="306259"/>
                </a:cubicBezTo>
                <a:cubicBezTo>
                  <a:pt x="896800" y="446040"/>
                  <a:pt x="987449" y="577127"/>
                  <a:pt x="1006247" y="727373"/>
                </a:cubicBezTo>
                <a:cubicBezTo>
                  <a:pt x="1042700" y="1013846"/>
                  <a:pt x="1021035" y="1326579"/>
                  <a:pt x="986481" y="1611960"/>
                </a:cubicBezTo>
                <a:cubicBezTo>
                  <a:pt x="984668" y="1625361"/>
                  <a:pt x="941918" y="1692886"/>
                  <a:pt x="928400" y="1663986"/>
                </a:cubicBezTo>
                <a:cubicBezTo>
                  <a:pt x="723163" y="1233305"/>
                  <a:pt x="596239" y="818387"/>
                  <a:pt x="771281" y="368438"/>
                </a:cubicBezTo>
                <a:lnTo>
                  <a:pt x="200540" y="942511"/>
                </a:lnTo>
                <a:cubicBezTo>
                  <a:pt x="190537" y="952438"/>
                  <a:pt x="161507" y="972341"/>
                  <a:pt x="170253" y="942567"/>
                </a:cubicBezTo>
                <a:cubicBezTo>
                  <a:pt x="222670" y="771614"/>
                  <a:pt x="326261" y="624255"/>
                  <a:pt x="442049" y="489150"/>
                </a:cubicBezTo>
                <a:cubicBezTo>
                  <a:pt x="542966" y="370919"/>
                  <a:pt x="644574" y="322520"/>
                  <a:pt x="788582" y="301724"/>
                </a:cubicBezTo>
                <a:cubicBezTo>
                  <a:pt x="788307" y="293239"/>
                  <a:pt x="787808" y="285302"/>
                  <a:pt x="788312" y="276498"/>
                </a:cubicBezTo>
                <a:cubicBezTo>
                  <a:pt x="793051" y="221208"/>
                  <a:pt x="817827" y="155085"/>
                  <a:pt x="847625" y="89075"/>
                </a:cubicBezTo>
                <a:close/>
                <a:moveTo>
                  <a:pt x="29788" y="0"/>
                </a:moveTo>
                <a:lnTo>
                  <a:pt x="93321" y="0"/>
                </a:lnTo>
                <a:lnTo>
                  <a:pt x="79142" y="68966"/>
                </a:lnTo>
                <a:cubicBezTo>
                  <a:pt x="45734" y="225436"/>
                  <a:pt x="26794" y="379659"/>
                  <a:pt x="21253" y="535687"/>
                </a:cubicBezTo>
                <a:lnTo>
                  <a:pt x="61909" y="380358"/>
                </a:lnTo>
                <a:cubicBezTo>
                  <a:pt x="78826" y="316055"/>
                  <a:pt x="96125" y="249346"/>
                  <a:pt x="118339" y="184712"/>
                </a:cubicBezTo>
                <a:cubicBezTo>
                  <a:pt x="129562" y="152119"/>
                  <a:pt x="141878" y="119997"/>
                  <a:pt x="154192" y="87864"/>
                </a:cubicBezTo>
                <a:lnTo>
                  <a:pt x="186604" y="0"/>
                </a:lnTo>
                <a:lnTo>
                  <a:pt x="216386" y="0"/>
                </a:lnTo>
                <a:lnTo>
                  <a:pt x="180314" y="97640"/>
                </a:lnTo>
                <a:cubicBezTo>
                  <a:pt x="168233" y="129221"/>
                  <a:pt x="155916" y="161350"/>
                  <a:pt x="144924" y="193392"/>
                </a:cubicBezTo>
                <a:cubicBezTo>
                  <a:pt x="123175" y="256933"/>
                  <a:pt x="106102" y="323103"/>
                  <a:pt x="89413" y="386853"/>
                </a:cubicBezTo>
                <a:lnTo>
                  <a:pt x="49686" y="539999"/>
                </a:lnTo>
                <a:cubicBezTo>
                  <a:pt x="112204" y="409054"/>
                  <a:pt x="181190" y="283748"/>
                  <a:pt x="236604" y="152292"/>
                </a:cubicBezTo>
                <a:lnTo>
                  <a:pt x="289375" y="0"/>
                </a:lnTo>
                <a:lnTo>
                  <a:pt x="369729" y="0"/>
                </a:lnTo>
                <a:lnTo>
                  <a:pt x="354160" y="65656"/>
                </a:lnTo>
                <a:cubicBezTo>
                  <a:pt x="272180" y="311007"/>
                  <a:pt x="108679" y="519263"/>
                  <a:pt x="21325" y="763628"/>
                </a:cubicBezTo>
                <a:cubicBezTo>
                  <a:pt x="18671" y="771035"/>
                  <a:pt x="13191" y="778653"/>
                  <a:pt x="6426" y="785104"/>
                </a:cubicBezTo>
                <a:lnTo>
                  <a:pt x="0" y="789215"/>
                </a:lnTo>
                <a:lnTo>
                  <a:pt x="0" y="163142"/>
                </a:lnTo>
                <a:lnTo>
                  <a:pt x="20220" y="37416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990600"/>
            <a:ext cx="117348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1" y="1676400"/>
            <a:ext cx="4038600" cy="3505200"/>
          </a:xfrm>
        </p:spPr>
        <p:txBody>
          <a:bodyPr anchor="t">
            <a:normAutofit/>
          </a:bodyPr>
          <a:lstStyle/>
          <a:p>
            <a:r>
              <a:rPr lang="en-GB" sz="4000"/>
              <a:t>QUESTION 2</a:t>
            </a:r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3" name="Content Placeholder 2"/>
              <p:cNvSpPr>
                <a:spLocks noGrp="1"/>
              </p:cNvSpPr>
              <p:nvPr>
                <p:ph idx="1"/>
              </p:nvPr>
            </p:nvSpPr>
            <p:spPr>
              <a:xfrm>
                <a:off x="4724401" y="1676400"/>
                <a:ext cx="5638799" cy="3505200"/>
              </a:xfrm>
            </p:spPr>
            <p:txBody>
              <a:bodyPr>
                <a:normAutofit/>
              </a:bodyPr>
              <a:lstStyle/>
              <a:p>
                <a:endParaRPr lang="en-GB" sz="2400">
                  <a:solidFill>
                    <a:schemeClr val="tx1">
                      <a:alpha val="55000"/>
                    </a:schemeClr>
                  </a:solidFill>
                </a:endParaRPr>
              </a:p>
              <a:p>
                <a:r>
                  <a:rPr lang="en-US" sz="2400">
                    <a:solidFill>
                      <a:schemeClr val="tx1">
                        <a:alpha val="55000"/>
                      </a:schemeClr>
                    </a:solidFill>
                  </a:rPr>
                  <a:t>Choose from certain, most likely, even chance, unlikely or impossible to best describe an event which has a probability of:</a:t>
                </a:r>
              </a:p>
              <a:p>
                <a:r>
                  <a:rPr lang="en-US" sz="2400">
                    <a:solidFill>
                      <a:schemeClr val="tx1">
                        <a:alpha val="55000"/>
                      </a:schemeClr>
                    </a:solidFill>
                  </a:rPr>
                  <a:t>10%</a:t>
                </a:r>
              </a:p>
              <a:p>
                <a:pPr/>
                <a14:m>
                  <m:oMath xmlns:m="http://schemas.openxmlformats.org/officeDocument/2006/math">
                    <m:f>
                      <m:fPr>
                        <m:ctrlPr>
                          <a:rPr lang="en-GB" sz="2400" i="1">
                            <a:solidFill>
                              <a:schemeClr val="tx1">
                                <a:alpha val="5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2400" b="0" i="1">
                            <a:solidFill>
                              <a:schemeClr val="tx1">
                                <a:alpha val="5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US" sz="2400" b="0" i="1">
                            <a:solidFill>
                              <a:schemeClr val="tx1">
                                <a:alpha val="5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endParaRPr lang="en-US" sz="2400">
                  <a:solidFill>
                    <a:schemeClr val="tx1">
                      <a:alpha val="55000"/>
                    </a:schemeClr>
                  </a:solidFill>
                </a:endParaRPr>
              </a:p>
              <a:p>
                <a:r>
                  <a:rPr lang="en-GB" sz="2400">
                    <a:solidFill>
                      <a:schemeClr val="tx1">
                        <a:alpha val="55000"/>
                      </a:schemeClr>
                    </a:solidFill>
                  </a:rPr>
                  <a:t>0</a:t>
                </a:r>
              </a:p>
            </p:txBody>
          </p:sp>
        </mc:Choice>
        <mc:Fallback>
          <p:sp>
            <p:nvSpPr>
              <p:cNvPr id="3" name="Content Placeholder 2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4724401" y="1676400"/>
                <a:ext cx="5638799" cy="3505200"/>
              </a:xfrm>
              <a:blipFill>
                <a:blip r:embed="rId2"/>
                <a:stretch>
                  <a:fillRect l="-1405" r="-757" b="-174"/>
                </a:stretch>
              </a:blipFill>
            </p:spPr>
            <p:txBody>
              <a:bodyPr/>
              <a:lstStyle/>
              <a:p>
                <a:r>
                  <a:rPr lang="en-AU">
                    <a:noFill/>
                  </a:rPr>
                  <a:t> </a:t>
                </a:r>
              </a:p>
            </p:txBody>
          </p:sp>
        </mc:Fallback>
      </mc:AlternateContent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2F3856E9-4239-4EE7-A372-FDCF4882FDF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169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CC9CDCF-90F8-42B0-BD0A-794C5268809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" y="30095"/>
            <a:ext cx="12191695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80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C07D05FE-3FB8-4314-A050-9AB40814D71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305" y="-11219"/>
            <a:ext cx="5646974" cy="6483075"/>
            <a:chOff x="-19221" y="0"/>
            <a:chExt cx="5646974" cy="6483075"/>
          </a:xfrm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BDDC6C42-DDD5-4105-85F2-9C052563AE5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19220" y="116610"/>
              <a:ext cx="5535001" cy="6250127"/>
            </a:xfrm>
            <a:custGeom>
              <a:avLst/>
              <a:gdLst>
                <a:gd name="connsiteX0" fmla="*/ 2510242 w 5535001"/>
                <a:gd name="connsiteY0" fmla="*/ 174 h 6250127"/>
                <a:gd name="connsiteX1" fmla="*/ 2550551 w 5535001"/>
                <a:gd name="connsiteY1" fmla="*/ 510 h 6250127"/>
                <a:gd name="connsiteX2" fmla="*/ 2629490 w 5535001"/>
                <a:gd name="connsiteY2" fmla="*/ 3757 h 6250127"/>
                <a:gd name="connsiteX3" fmla="*/ 2708317 w 5535001"/>
                <a:gd name="connsiteY3" fmla="*/ 7229 h 6250127"/>
                <a:gd name="connsiteX4" fmla="*/ 2787256 w 5535001"/>
                <a:gd name="connsiteY4" fmla="*/ 14619 h 6250127"/>
                <a:gd name="connsiteX5" fmla="*/ 3408467 w 5535001"/>
                <a:gd name="connsiteY5" fmla="*/ 145064 h 6250127"/>
                <a:gd name="connsiteX6" fmla="*/ 3557723 w 5535001"/>
                <a:gd name="connsiteY6" fmla="*/ 199593 h 6250127"/>
                <a:gd name="connsiteX7" fmla="*/ 3594337 w 5535001"/>
                <a:gd name="connsiteY7" fmla="*/ 214597 h 6250127"/>
                <a:gd name="connsiteX8" fmla="*/ 3630616 w 5535001"/>
                <a:gd name="connsiteY8" fmla="*/ 230385 h 6250127"/>
                <a:gd name="connsiteX9" fmla="*/ 3703172 w 5535001"/>
                <a:gd name="connsiteY9" fmla="*/ 262073 h 6250127"/>
                <a:gd name="connsiteX10" fmla="*/ 3739003 w 5535001"/>
                <a:gd name="connsiteY10" fmla="*/ 278756 h 6250127"/>
                <a:gd name="connsiteX11" fmla="*/ 3756806 w 5535001"/>
                <a:gd name="connsiteY11" fmla="*/ 287266 h 6250127"/>
                <a:gd name="connsiteX12" fmla="*/ 3773714 w 5535001"/>
                <a:gd name="connsiteY12" fmla="*/ 297567 h 6250127"/>
                <a:gd name="connsiteX13" fmla="*/ 3840784 w 5535001"/>
                <a:gd name="connsiteY13" fmla="*/ 339332 h 6250127"/>
                <a:gd name="connsiteX14" fmla="*/ 3873927 w 5535001"/>
                <a:gd name="connsiteY14" fmla="*/ 360495 h 6250127"/>
                <a:gd name="connsiteX15" fmla="*/ 3906062 w 5535001"/>
                <a:gd name="connsiteY15" fmla="*/ 383001 h 6250127"/>
                <a:gd name="connsiteX16" fmla="*/ 3969662 w 5535001"/>
                <a:gd name="connsiteY16" fmla="*/ 428572 h 6250127"/>
                <a:gd name="connsiteX17" fmla="*/ 4423029 w 5535001"/>
                <a:gd name="connsiteY17" fmla="*/ 837600 h 6250127"/>
                <a:gd name="connsiteX18" fmla="*/ 4474647 w 5535001"/>
                <a:gd name="connsiteY18" fmla="*/ 891569 h 6250127"/>
                <a:gd name="connsiteX19" fmla="*/ 4524250 w 5535001"/>
                <a:gd name="connsiteY19" fmla="*/ 946883 h 6250127"/>
                <a:gd name="connsiteX20" fmla="*/ 4573965 w 5535001"/>
                <a:gd name="connsiteY20" fmla="*/ 1001748 h 6250127"/>
                <a:gd name="connsiteX21" fmla="*/ 4622224 w 5535001"/>
                <a:gd name="connsiteY21" fmla="*/ 1057509 h 6250127"/>
                <a:gd name="connsiteX22" fmla="*/ 4717510 w 5535001"/>
                <a:gd name="connsiteY22" fmla="*/ 1169143 h 6250127"/>
                <a:gd name="connsiteX23" fmla="*/ 4764986 w 5535001"/>
                <a:gd name="connsiteY23" fmla="*/ 1224681 h 6250127"/>
                <a:gd name="connsiteX24" fmla="*/ 4813021 w 5535001"/>
                <a:gd name="connsiteY24" fmla="*/ 1279994 h 6250127"/>
                <a:gd name="connsiteX25" fmla="*/ 5001915 w 5535001"/>
                <a:gd name="connsiteY25" fmla="*/ 1506846 h 6250127"/>
                <a:gd name="connsiteX26" fmla="*/ 5170542 w 5535001"/>
                <a:gd name="connsiteY26" fmla="*/ 1751165 h 6250127"/>
                <a:gd name="connsiteX27" fmla="*/ 5428969 w 5535001"/>
                <a:gd name="connsiteY27" fmla="*/ 2293660 h 6250127"/>
                <a:gd name="connsiteX28" fmla="*/ 5534893 w 5535001"/>
                <a:gd name="connsiteY28" fmla="*/ 2899307 h 6250127"/>
                <a:gd name="connsiteX29" fmla="*/ 5508804 w 5535001"/>
                <a:gd name="connsiteY29" fmla="*/ 3211144 h 6250127"/>
                <a:gd name="connsiteX30" fmla="*/ 5426282 w 5535001"/>
                <a:gd name="connsiteY30" fmla="*/ 3513352 h 6250127"/>
                <a:gd name="connsiteX31" fmla="*/ 5248250 w 5535001"/>
                <a:gd name="connsiteY31" fmla="*/ 4030542 h 6250127"/>
                <a:gd name="connsiteX32" fmla="*/ 5208612 w 5535001"/>
                <a:gd name="connsiteY32" fmla="*/ 4161771 h 6250127"/>
                <a:gd name="connsiteX33" fmla="*/ 5170318 w 5535001"/>
                <a:gd name="connsiteY33" fmla="*/ 4294680 h 6250127"/>
                <a:gd name="connsiteX34" fmla="*/ 5132248 w 5535001"/>
                <a:gd name="connsiteY34" fmla="*/ 4430164 h 6250127"/>
                <a:gd name="connsiteX35" fmla="*/ 5112765 w 5535001"/>
                <a:gd name="connsiteY35" fmla="*/ 4498914 h 6250127"/>
                <a:gd name="connsiteX36" fmla="*/ 5091715 w 5535001"/>
                <a:gd name="connsiteY36" fmla="*/ 4569119 h 6250127"/>
                <a:gd name="connsiteX37" fmla="*/ 5068985 w 5535001"/>
                <a:gd name="connsiteY37" fmla="*/ 4640220 h 6250127"/>
                <a:gd name="connsiteX38" fmla="*/ 5043904 w 5535001"/>
                <a:gd name="connsiteY38" fmla="*/ 4712105 h 6250127"/>
                <a:gd name="connsiteX39" fmla="*/ 5015799 w 5535001"/>
                <a:gd name="connsiteY39" fmla="*/ 4784438 h 6250127"/>
                <a:gd name="connsiteX40" fmla="*/ 4982880 w 5535001"/>
                <a:gd name="connsiteY40" fmla="*/ 4856435 h 6250127"/>
                <a:gd name="connsiteX41" fmla="*/ 4817276 w 5535001"/>
                <a:gd name="connsiteY41" fmla="*/ 5125275 h 6250127"/>
                <a:gd name="connsiteX42" fmla="*/ 4618753 w 5535001"/>
                <a:gd name="connsiteY42" fmla="*/ 5355374 h 6250127"/>
                <a:gd name="connsiteX43" fmla="*/ 4566575 w 5535001"/>
                <a:gd name="connsiteY43" fmla="*/ 5408560 h 6250127"/>
                <a:gd name="connsiteX44" fmla="*/ 4513837 w 5535001"/>
                <a:gd name="connsiteY44" fmla="*/ 5461186 h 6250127"/>
                <a:gd name="connsiteX45" fmla="*/ 4459531 w 5535001"/>
                <a:gd name="connsiteY45" fmla="*/ 5512580 h 6250127"/>
                <a:gd name="connsiteX46" fmla="*/ 4404554 w 5535001"/>
                <a:gd name="connsiteY46" fmla="*/ 5563526 h 6250127"/>
                <a:gd name="connsiteX47" fmla="*/ 4348009 w 5535001"/>
                <a:gd name="connsiteY47" fmla="*/ 5613017 h 6250127"/>
                <a:gd name="connsiteX48" fmla="*/ 4290568 w 5535001"/>
                <a:gd name="connsiteY48" fmla="*/ 5661948 h 6250127"/>
                <a:gd name="connsiteX49" fmla="*/ 4276124 w 5535001"/>
                <a:gd name="connsiteY49" fmla="*/ 5674153 h 6250127"/>
                <a:gd name="connsiteX50" fmla="*/ 4261120 w 5535001"/>
                <a:gd name="connsiteY50" fmla="*/ 5685798 h 6250127"/>
                <a:gd name="connsiteX51" fmla="*/ 4231112 w 5535001"/>
                <a:gd name="connsiteY51" fmla="*/ 5708976 h 6250127"/>
                <a:gd name="connsiteX52" fmla="*/ 4170984 w 5535001"/>
                <a:gd name="connsiteY52" fmla="*/ 5755443 h 6250127"/>
                <a:gd name="connsiteX53" fmla="*/ 4046025 w 5535001"/>
                <a:gd name="connsiteY53" fmla="*/ 5843228 h 6250127"/>
                <a:gd name="connsiteX54" fmla="*/ 3915356 w 5535001"/>
                <a:gd name="connsiteY54" fmla="*/ 5923735 h 6250127"/>
                <a:gd name="connsiteX55" fmla="*/ 3346323 w 5535001"/>
                <a:gd name="connsiteY55" fmla="*/ 6158872 h 6250127"/>
                <a:gd name="connsiteX56" fmla="*/ 2743476 w 5535001"/>
                <a:gd name="connsiteY56" fmla="*/ 6247328 h 6250127"/>
                <a:gd name="connsiteX57" fmla="*/ 2668120 w 5535001"/>
                <a:gd name="connsiteY57" fmla="*/ 6249344 h 6250127"/>
                <a:gd name="connsiteX58" fmla="*/ 2630498 w 5535001"/>
                <a:gd name="connsiteY58" fmla="*/ 6250127 h 6250127"/>
                <a:gd name="connsiteX59" fmla="*/ 2592988 w 5535001"/>
                <a:gd name="connsiteY59" fmla="*/ 6249568 h 6250127"/>
                <a:gd name="connsiteX60" fmla="*/ 2518080 w 5535001"/>
                <a:gd name="connsiteY60" fmla="*/ 6247777 h 6250127"/>
                <a:gd name="connsiteX61" fmla="*/ 2442948 w 5535001"/>
                <a:gd name="connsiteY61" fmla="*/ 6244529 h 6250127"/>
                <a:gd name="connsiteX62" fmla="*/ 2291676 w 5535001"/>
                <a:gd name="connsiteY62" fmla="*/ 6232213 h 6250127"/>
                <a:gd name="connsiteX63" fmla="*/ 2141412 w 5535001"/>
                <a:gd name="connsiteY63" fmla="*/ 6212394 h 6250127"/>
                <a:gd name="connsiteX64" fmla="*/ 1992715 w 5535001"/>
                <a:gd name="connsiteY64" fmla="*/ 6184961 h 6250127"/>
                <a:gd name="connsiteX65" fmla="*/ 1845811 w 5535001"/>
                <a:gd name="connsiteY65" fmla="*/ 6151034 h 6250127"/>
                <a:gd name="connsiteX66" fmla="*/ 1701033 w 5535001"/>
                <a:gd name="connsiteY66" fmla="*/ 6110724 h 6250127"/>
                <a:gd name="connsiteX67" fmla="*/ 1629484 w 5535001"/>
                <a:gd name="connsiteY67" fmla="*/ 6088219 h 6250127"/>
                <a:gd name="connsiteX68" fmla="*/ 1558383 w 5535001"/>
                <a:gd name="connsiteY68" fmla="*/ 6064929 h 6250127"/>
                <a:gd name="connsiteX69" fmla="*/ 1011968 w 5535001"/>
                <a:gd name="connsiteY69" fmla="*/ 5828896 h 6250127"/>
                <a:gd name="connsiteX70" fmla="*/ 511237 w 5535001"/>
                <a:gd name="connsiteY70" fmla="*/ 5512356 h 6250127"/>
                <a:gd name="connsiteX71" fmla="*/ 395572 w 5535001"/>
                <a:gd name="connsiteY71" fmla="*/ 5419757 h 6250127"/>
                <a:gd name="connsiteX72" fmla="*/ 284722 w 5535001"/>
                <a:gd name="connsiteY72" fmla="*/ 5321559 h 6250127"/>
                <a:gd name="connsiteX73" fmla="*/ 257513 w 5535001"/>
                <a:gd name="connsiteY73" fmla="*/ 5296477 h 6250127"/>
                <a:gd name="connsiteX74" fmla="*/ 243853 w 5535001"/>
                <a:gd name="connsiteY74" fmla="*/ 5283937 h 6250127"/>
                <a:gd name="connsiteX75" fmla="*/ 230752 w 5535001"/>
                <a:gd name="connsiteY75" fmla="*/ 5270836 h 6250127"/>
                <a:gd name="connsiteX76" fmla="*/ 178574 w 5535001"/>
                <a:gd name="connsiteY76" fmla="*/ 5218322 h 6250127"/>
                <a:gd name="connsiteX77" fmla="*/ 126508 w 5535001"/>
                <a:gd name="connsiteY77" fmla="*/ 5165584 h 6250127"/>
                <a:gd name="connsiteX78" fmla="*/ 76345 w 5535001"/>
                <a:gd name="connsiteY78" fmla="*/ 5111167 h 6250127"/>
                <a:gd name="connsiteX79" fmla="*/ 26407 w 5535001"/>
                <a:gd name="connsiteY79" fmla="*/ 5056413 h 6250127"/>
                <a:gd name="connsiteX80" fmla="*/ 0 w 5535001"/>
                <a:gd name="connsiteY80" fmla="*/ 5024776 h 6250127"/>
                <a:gd name="connsiteX81" fmla="*/ 0 w 5535001"/>
                <a:gd name="connsiteY81" fmla="*/ 4492798 h 6250127"/>
                <a:gd name="connsiteX82" fmla="*/ 28534 w 5535001"/>
                <a:gd name="connsiteY82" fmla="*/ 4537879 h 6250127"/>
                <a:gd name="connsiteX83" fmla="*/ 66604 w 5535001"/>
                <a:gd name="connsiteY83" fmla="*/ 4592745 h 6250127"/>
                <a:gd name="connsiteX84" fmla="*/ 104114 w 5535001"/>
                <a:gd name="connsiteY84" fmla="*/ 4647834 h 6250127"/>
                <a:gd name="connsiteX85" fmla="*/ 143751 w 5535001"/>
                <a:gd name="connsiteY85" fmla="*/ 4701580 h 6250127"/>
                <a:gd name="connsiteX86" fmla="*/ 182717 w 5535001"/>
                <a:gd name="connsiteY86" fmla="*/ 4755773 h 6250127"/>
                <a:gd name="connsiteX87" fmla="*/ 223810 w 5535001"/>
                <a:gd name="connsiteY87" fmla="*/ 4808399 h 6250127"/>
                <a:gd name="connsiteX88" fmla="*/ 264679 w 5535001"/>
                <a:gd name="connsiteY88" fmla="*/ 4861249 h 6250127"/>
                <a:gd name="connsiteX89" fmla="*/ 307788 w 5535001"/>
                <a:gd name="connsiteY89" fmla="*/ 4912420 h 6250127"/>
                <a:gd name="connsiteX90" fmla="*/ 351232 w 5535001"/>
                <a:gd name="connsiteY90" fmla="*/ 4963254 h 6250127"/>
                <a:gd name="connsiteX91" fmla="*/ 397028 w 5535001"/>
                <a:gd name="connsiteY91" fmla="*/ 5012185 h 6250127"/>
                <a:gd name="connsiteX92" fmla="*/ 443496 w 5535001"/>
                <a:gd name="connsiteY92" fmla="*/ 5060444 h 6250127"/>
                <a:gd name="connsiteX93" fmla="*/ 455140 w 5535001"/>
                <a:gd name="connsiteY93" fmla="*/ 5072537 h 6250127"/>
                <a:gd name="connsiteX94" fmla="*/ 467345 w 5535001"/>
                <a:gd name="connsiteY94" fmla="*/ 5083958 h 6250127"/>
                <a:gd name="connsiteX95" fmla="*/ 491755 w 5535001"/>
                <a:gd name="connsiteY95" fmla="*/ 5106912 h 6250127"/>
                <a:gd name="connsiteX96" fmla="*/ 540686 w 5535001"/>
                <a:gd name="connsiteY96" fmla="*/ 5152819 h 6250127"/>
                <a:gd name="connsiteX97" fmla="*/ 552890 w 5535001"/>
                <a:gd name="connsiteY97" fmla="*/ 5164353 h 6250127"/>
                <a:gd name="connsiteX98" fmla="*/ 565655 w 5535001"/>
                <a:gd name="connsiteY98" fmla="*/ 5175214 h 6250127"/>
                <a:gd name="connsiteX99" fmla="*/ 591072 w 5535001"/>
                <a:gd name="connsiteY99" fmla="*/ 5197048 h 6250127"/>
                <a:gd name="connsiteX100" fmla="*/ 694197 w 5535001"/>
                <a:gd name="connsiteY100" fmla="*/ 5283041 h 6250127"/>
                <a:gd name="connsiteX101" fmla="*/ 1146221 w 5535001"/>
                <a:gd name="connsiteY101" fmla="*/ 5573716 h 6250127"/>
                <a:gd name="connsiteX102" fmla="*/ 1650982 w 5535001"/>
                <a:gd name="connsiteY102" fmla="*/ 5758130 h 6250127"/>
                <a:gd name="connsiteX103" fmla="*/ 1716485 w 5535001"/>
                <a:gd name="connsiteY103" fmla="*/ 5772798 h 6250127"/>
                <a:gd name="connsiteX104" fmla="*/ 1782211 w 5535001"/>
                <a:gd name="connsiteY104" fmla="*/ 5786235 h 6250127"/>
                <a:gd name="connsiteX105" fmla="*/ 1848386 w 5535001"/>
                <a:gd name="connsiteY105" fmla="*/ 5796984 h 6250127"/>
                <a:gd name="connsiteX106" fmla="*/ 1881417 w 5535001"/>
                <a:gd name="connsiteY106" fmla="*/ 5802359 h 6250127"/>
                <a:gd name="connsiteX107" fmla="*/ 1914560 w 5535001"/>
                <a:gd name="connsiteY107" fmla="*/ 5807061 h 6250127"/>
                <a:gd name="connsiteX108" fmla="*/ 2047469 w 5535001"/>
                <a:gd name="connsiteY108" fmla="*/ 5821282 h 6250127"/>
                <a:gd name="connsiteX109" fmla="*/ 2180601 w 5535001"/>
                <a:gd name="connsiteY109" fmla="*/ 5828896 h 6250127"/>
                <a:gd name="connsiteX110" fmla="*/ 2313622 w 5535001"/>
                <a:gd name="connsiteY110" fmla="*/ 5830463 h 6250127"/>
                <a:gd name="connsiteX111" fmla="*/ 2380021 w 5535001"/>
                <a:gd name="connsiteY111" fmla="*/ 5828448 h 6250127"/>
                <a:gd name="connsiteX112" fmla="*/ 2446195 w 5535001"/>
                <a:gd name="connsiteY112" fmla="*/ 5826433 h 6250127"/>
                <a:gd name="connsiteX113" fmla="*/ 2513041 w 5535001"/>
                <a:gd name="connsiteY113" fmla="*/ 5822737 h 6250127"/>
                <a:gd name="connsiteX114" fmla="*/ 2580111 w 5535001"/>
                <a:gd name="connsiteY114" fmla="*/ 5818258 h 6250127"/>
                <a:gd name="connsiteX115" fmla="*/ 2613590 w 5535001"/>
                <a:gd name="connsiteY115" fmla="*/ 5816355 h 6250127"/>
                <a:gd name="connsiteX116" fmla="*/ 2646845 w 5535001"/>
                <a:gd name="connsiteY116" fmla="*/ 5813108 h 6250127"/>
                <a:gd name="connsiteX117" fmla="*/ 2713244 w 5535001"/>
                <a:gd name="connsiteY117" fmla="*/ 5806838 h 6250127"/>
                <a:gd name="connsiteX118" fmla="*/ 3230882 w 5535001"/>
                <a:gd name="connsiteY118" fmla="*/ 5721292 h 6250127"/>
                <a:gd name="connsiteX119" fmla="*/ 3720416 w 5535001"/>
                <a:gd name="connsiteY119" fmla="*/ 5556472 h 6250127"/>
                <a:gd name="connsiteX120" fmla="*/ 3837425 w 5535001"/>
                <a:gd name="connsiteY120" fmla="*/ 5499927 h 6250127"/>
                <a:gd name="connsiteX121" fmla="*/ 3951634 w 5535001"/>
                <a:gd name="connsiteY121" fmla="*/ 5436552 h 6250127"/>
                <a:gd name="connsiteX122" fmla="*/ 4007284 w 5535001"/>
                <a:gd name="connsiteY122" fmla="*/ 5401841 h 6250127"/>
                <a:gd name="connsiteX123" fmla="*/ 4035164 w 5535001"/>
                <a:gd name="connsiteY123" fmla="*/ 5384374 h 6250127"/>
                <a:gd name="connsiteX124" fmla="*/ 4049049 w 5535001"/>
                <a:gd name="connsiteY124" fmla="*/ 5375640 h 6250127"/>
                <a:gd name="connsiteX125" fmla="*/ 4062485 w 5535001"/>
                <a:gd name="connsiteY125" fmla="*/ 5366123 h 6250127"/>
                <a:gd name="connsiteX126" fmla="*/ 4116567 w 5535001"/>
                <a:gd name="connsiteY126" fmla="*/ 5328277 h 6250127"/>
                <a:gd name="connsiteX127" fmla="*/ 4169976 w 5535001"/>
                <a:gd name="connsiteY127" fmla="*/ 5289199 h 6250127"/>
                <a:gd name="connsiteX128" fmla="*/ 4222042 w 5535001"/>
                <a:gd name="connsiteY128" fmla="*/ 5247994 h 6250127"/>
                <a:gd name="connsiteX129" fmla="*/ 4273213 w 5535001"/>
                <a:gd name="connsiteY129" fmla="*/ 5205558 h 6250127"/>
                <a:gd name="connsiteX130" fmla="*/ 4323151 w 5535001"/>
                <a:gd name="connsiteY130" fmla="*/ 5161329 h 6250127"/>
                <a:gd name="connsiteX131" fmla="*/ 4371971 w 5535001"/>
                <a:gd name="connsiteY131" fmla="*/ 5116093 h 6250127"/>
                <a:gd name="connsiteX132" fmla="*/ 4546868 w 5535001"/>
                <a:gd name="connsiteY132" fmla="*/ 4924400 h 6250127"/>
                <a:gd name="connsiteX133" fmla="*/ 4675634 w 5535001"/>
                <a:gd name="connsiteY133" fmla="*/ 4715352 h 6250127"/>
                <a:gd name="connsiteX134" fmla="*/ 4700155 w 5535001"/>
                <a:gd name="connsiteY134" fmla="*/ 4659255 h 6250127"/>
                <a:gd name="connsiteX135" fmla="*/ 4721206 w 5535001"/>
                <a:gd name="connsiteY135" fmla="*/ 4600135 h 6250127"/>
                <a:gd name="connsiteX136" fmla="*/ 4740465 w 5535001"/>
                <a:gd name="connsiteY136" fmla="*/ 4538887 h 6250127"/>
                <a:gd name="connsiteX137" fmla="*/ 4758492 w 5535001"/>
                <a:gd name="connsiteY137" fmla="*/ 4475848 h 6250127"/>
                <a:gd name="connsiteX138" fmla="*/ 4891288 w 5535001"/>
                <a:gd name="connsiteY138" fmla="*/ 3930329 h 6250127"/>
                <a:gd name="connsiteX139" fmla="*/ 5066298 w 5535001"/>
                <a:gd name="connsiteY139" fmla="*/ 3382235 h 6250127"/>
                <a:gd name="connsiteX140" fmla="*/ 5156994 w 5535001"/>
                <a:gd name="connsiteY140" fmla="*/ 2898635 h 6250127"/>
                <a:gd name="connsiteX141" fmla="*/ 5083317 w 5535001"/>
                <a:gd name="connsiteY141" fmla="*/ 2402047 h 6250127"/>
                <a:gd name="connsiteX142" fmla="*/ 4871022 w 5535001"/>
                <a:gd name="connsiteY142" fmla="*/ 1926958 h 6250127"/>
                <a:gd name="connsiteX143" fmla="*/ 4727028 w 5535001"/>
                <a:gd name="connsiteY143" fmla="*/ 1703577 h 6250127"/>
                <a:gd name="connsiteX144" fmla="*/ 4563776 w 5535001"/>
                <a:gd name="connsiteY144" fmla="*/ 1490834 h 6250127"/>
                <a:gd name="connsiteX145" fmla="*/ 4370291 w 5535001"/>
                <a:gd name="connsiteY145" fmla="*/ 1300596 h 6250127"/>
                <a:gd name="connsiteX146" fmla="*/ 4266046 w 5535001"/>
                <a:gd name="connsiteY146" fmla="*/ 1214491 h 6250127"/>
                <a:gd name="connsiteX147" fmla="*/ 4212973 w 5535001"/>
                <a:gd name="connsiteY147" fmla="*/ 1173062 h 6250127"/>
                <a:gd name="connsiteX148" fmla="*/ 4157995 w 5535001"/>
                <a:gd name="connsiteY148" fmla="*/ 1134545 h 6250127"/>
                <a:gd name="connsiteX149" fmla="*/ 3697126 w 5535001"/>
                <a:gd name="connsiteY149" fmla="*/ 881044 h 6250127"/>
                <a:gd name="connsiteX150" fmla="*/ 3637670 w 5535001"/>
                <a:gd name="connsiteY150" fmla="*/ 856747 h 6250127"/>
                <a:gd name="connsiteX151" fmla="*/ 3608222 w 5535001"/>
                <a:gd name="connsiteY151" fmla="*/ 844318 h 6250127"/>
                <a:gd name="connsiteX152" fmla="*/ 3578214 w 5535001"/>
                <a:gd name="connsiteY152" fmla="*/ 833457 h 6250127"/>
                <a:gd name="connsiteX153" fmla="*/ 3518309 w 5535001"/>
                <a:gd name="connsiteY153" fmla="*/ 812294 h 6250127"/>
                <a:gd name="connsiteX154" fmla="*/ 3503417 w 5535001"/>
                <a:gd name="connsiteY154" fmla="*/ 806920 h 6250127"/>
                <a:gd name="connsiteX155" fmla="*/ 3489533 w 5535001"/>
                <a:gd name="connsiteY155" fmla="*/ 799642 h 6250127"/>
                <a:gd name="connsiteX156" fmla="*/ 3460869 w 5535001"/>
                <a:gd name="connsiteY156" fmla="*/ 787101 h 6250127"/>
                <a:gd name="connsiteX157" fmla="*/ 3402980 w 5535001"/>
                <a:gd name="connsiteY157" fmla="*/ 763475 h 6250127"/>
                <a:gd name="connsiteX158" fmla="*/ 3374092 w 5535001"/>
                <a:gd name="connsiteY158" fmla="*/ 751606 h 6250127"/>
                <a:gd name="connsiteX159" fmla="*/ 3344980 w 5535001"/>
                <a:gd name="connsiteY159" fmla="*/ 740409 h 6250127"/>
                <a:gd name="connsiteX160" fmla="*/ 3226627 w 5535001"/>
                <a:gd name="connsiteY160" fmla="*/ 700772 h 6250127"/>
                <a:gd name="connsiteX161" fmla="*/ 2735750 w 5535001"/>
                <a:gd name="connsiteY161" fmla="*/ 614667 h 6250127"/>
                <a:gd name="connsiteX162" fmla="*/ 2673158 w 5535001"/>
                <a:gd name="connsiteY162" fmla="*/ 610412 h 6250127"/>
                <a:gd name="connsiteX163" fmla="*/ 2610119 w 5535001"/>
                <a:gd name="connsiteY163" fmla="*/ 609628 h 6250127"/>
                <a:gd name="connsiteX164" fmla="*/ 2547080 w 5535001"/>
                <a:gd name="connsiteY164" fmla="*/ 608620 h 6250127"/>
                <a:gd name="connsiteX165" fmla="*/ 2516400 w 5535001"/>
                <a:gd name="connsiteY165" fmla="*/ 608844 h 6250127"/>
                <a:gd name="connsiteX166" fmla="*/ 2486280 w 5535001"/>
                <a:gd name="connsiteY166" fmla="*/ 609740 h 6250127"/>
                <a:gd name="connsiteX167" fmla="*/ 2426376 w 5535001"/>
                <a:gd name="connsiteY167" fmla="*/ 613099 h 6250127"/>
                <a:gd name="connsiteX168" fmla="*/ 2366920 w 5535001"/>
                <a:gd name="connsiteY168" fmla="*/ 618474 h 6250127"/>
                <a:gd name="connsiteX169" fmla="*/ 2337248 w 5535001"/>
                <a:gd name="connsiteY169" fmla="*/ 621497 h 6250127"/>
                <a:gd name="connsiteX170" fmla="*/ 2307800 w 5535001"/>
                <a:gd name="connsiteY170" fmla="*/ 625528 h 6250127"/>
                <a:gd name="connsiteX171" fmla="*/ 2278351 w 5535001"/>
                <a:gd name="connsiteY171" fmla="*/ 629559 h 6250127"/>
                <a:gd name="connsiteX172" fmla="*/ 2249127 w 5535001"/>
                <a:gd name="connsiteY172" fmla="*/ 634710 h 6250127"/>
                <a:gd name="connsiteX173" fmla="*/ 1796096 w 5535001"/>
                <a:gd name="connsiteY173" fmla="*/ 781726 h 6250127"/>
                <a:gd name="connsiteX174" fmla="*/ 1370833 w 5535001"/>
                <a:gd name="connsiteY174" fmla="*/ 1048663 h 6250127"/>
                <a:gd name="connsiteX175" fmla="*/ 959790 w 5535001"/>
                <a:gd name="connsiteY175" fmla="*/ 1390844 h 6250127"/>
                <a:gd name="connsiteX176" fmla="*/ 749062 w 5535001"/>
                <a:gd name="connsiteY176" fmla="*/ 1577611 h 6250127"/>
                <a:gd name="connsiteX177" fmla="*/ 524786 w 5535001"/>
                <a:gd name="connsiteY177" fmla="*/ 1763145 h 6250127"/>
                <a:gd name="connsiteX178" fmla="*/ 84071 w 5535001"/>
                <a:gd name="connsiteY178" fmla="*/ 2098496 h 6250127"/>
                <a:gd name="connsiteX179" fmla="*/ 0 w 5535001"/>
                <a:gd name="connsiteY179" fmla="*/ 2168094 h 6250127"/>
                <a:gd name="connsiteX180" fmla="*/ 0 w 5535001"/>
                <a:gd name="connsiteY180" fmla="*/ 1576676 h 6250127"/>
                <a:gd name="connsiteX181" fmla="*/ 174655 w 5535001"/>
                <a:gd name="connsiteY181" fmla="*/ 1387597 h 6250127"/>
                <a:gd name="connsiteX182" fmla="*/ 363661 w 5535001"/>
                <a:gd name="connsiteY182" fmla="*/ 1188626 h 6250127"/>
                <a:gd name="connsiteX183" fmla="*/ 458052 w 5535001"/>
                <a:gd name="connsiteY183" fmla="*/ 1086397 h 6250127"/>
                <a:gd name="connsiteX184" fmla="*/ 557257 w 5535001"/>
                <a:gd name="connsiteY184" fmla="*/ 981593 h 6250127"/>
                <a:gd name="connsiteX185" fmla="*/ 994165 w 5535001"/>
                <a:gd name="connsiteY185" fmla="*/ 578389 h 6250127"/>
                <a:gd name="connsiteX186" fmla="*/ 1520873 w 5535001"/>
                <a:gd name="connsiteY186" fmla="*/ 237215 h 6250127"/>
                <a:gd name="connsiteX187" fmla="*/ 2141748 w 5535001"/>
                <a:gd name="connsiteY187" fmla="*/ 31190 h 6250127"/>
                <a:gd name="connsiteX188" fmla="*/ 2182505 w 5535001"/>
                <a:gd name="connsiteY188" fmla="*/ 24360 h 6250127"/>
                <a:gd name="connsiteX189" fmla="*/ 2223374 w 5535001"/>
                <a:gd name="connsiteY189" fmla="*/ 18873 h 6250127"/>
                <a:gd name="connsiteX190" fmla="*/ 2264355 w 5535001"/>
                <a:gd name="connsiteY190" fmla="*/ 13611 h 6250127"/>
                <a:gd name="connsiteX191" fmla="*/ 2305336 w 5535001"/>
                <a:gd name="connsiteY191" fmla="*/ 9580 h 6250127"/>
                <a:gd name="connsiteX192" fmla="*/ 2387410 w 5535001"/>
                <a:gd name="connsiteY192" fmla="*/ 3645 h 6250127"/>
                <a:gd name="connsiteX193" fmla="*/ 2469373 w 5535001"/>
                <a:gd name="connsiteY193" fmla="*/ 622 h 6250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</a:cxnLst>
              <a:rect l="l" t="t" r="r" b="b"/>
              <a:pathLst>
                <a:path w="5535001" h="6250127">
                  <a:moveTo>
                    <a:pt x="2510242" y="174"/>
                  </a:moveTo>
                  <a:cubicBezTo>
                    <a:pt x="2523902" y="-50"/>
                    <a:pt x="2537562" y="-162"/>
                    <a:pt x="2550551" y="510"/>
                  </a:cubicBezTo>
                  <a:lnTo>
                    <a:pt x="2629490" y="3757"/>
                  </a:lnTo>
                  <a:lnTo>
                    <a:pt x="2708317" y="7229"/>
                  </a:lnTo>
                  <a:cubicBezTo>
                    <a:pt x="2734630" y="8572"/>
                    <a:pt x="2760943" y="12155"/>
                    <a:pt x="2787256" y="14619"/>
                  </a:cubicBezTo>
                  <a:cubicBezTo>
                    <a:pt x="2997536" y="34885"/>
                    <a:pt x="3207144" y="77994"/>
                    <a:pt x="3408467" y="145064"/>
                  </a:cubicBezTo>
                  <a:lnTo>
                    <a:pt x="3557723" y="199593"/>
                  </a:lnTo>
                  <a:cubicBezTo>
                    <a:pt x="3570264" y="203848"/>
                    <a:pt x="3582245" y="209447"/>
                    <a:pt x="3594337" y="214597"/>
                  </a:cubicBezTo>
                  <a:lnTo>
                    <a:pt x="3630616" y="230385"/>
                  </a:lnTo>
                  <a:lnTo>
                    <a:pt x="3703172" y="262073"/>
                  </a:lnTo>
                  <a:cubicBezTo>
                    <a:pt x="3715265" y="267335"/>
                    <a:pt x="3727358" y="272598"/>
                    <a:pt x="3739003" y="278756"/>
                  </a:cubicBezTo>
                  <a:cubicBezTo>
                    <a:pt x="3744937" y="281667"/>
                    <a:pt x="3750984" y="284131"/>
                    <a:pt x="3756806" y="287266"/>
                  </a:cubicBezTo>
                  <a:cubicBezTo>
                    <a:pt x="3762517" y="290513"/>
                    <a:pt x="3768115" y="294208"/>
                    <a:pt x="3773714" y="297567"/>
                  </a:cubicBezTo>
                  <a:lnTo>
                    <a:pt x="3840784" y="339332"/>
                  </a:lnTo>
                  <a:cubicBezTo>
                    <a:pt x="3851869" y="346386"/>
                    <a:pt x="3863290" y="352881"/>
                    <a:pt x="3873927" y="360495"/>
                  </a:cubicBezTo>
                  <a:lnTo>
                    <a:pt x="3906062" y="383001"/>
                  </a:lnTo>
                  <a:lnTo>
                    <a:pt x="3969662" y="428572"/>
                  </a:lnTo>
                  <a:cubicBezTo>
                    <a:pt x="4137281" y="552188"/>
                    <a:pt x="4285417" y="693270"/>
                    <a:pt x="4423029" y="837600"/>
                  </a:cubicBezTo>
                  <a:cubicBezTo>
                    <a:pt x="4440160" y="855739"/>
                    <a:pt x="4457404" y="873766"/>
                    <a:pt x="4474647" y="891569"/>
                  </a:cubicBezTo>
                  <a:lnTo>
                    <a:pt x="4524250" y="946883"/>
                  </a:lnTo>
                  <a:lnTo>
                    <a:pt x="4573965" y="1001748"/>
                  </a:lnTo>
                  <a:cubicBezTo>
                    <a:pt x="4590760" y="1019887"/>
                    <a:pt x="4605988" y="1039146"/>
                    <a:pt x="4622224" y="1057509"/>
                  </a:cubicBezTo>
                  <a:cubicBezTo>
                    <a:pt x="4653911" y="1094907"/>
                    <a:pt x="4686831" y="1131409"/>
                    <a:pt x="4717510" y="1169143"/>
                  </a:cubicBezTo>
                  <a:cubicBezTo>
                    <a:pt x="4733186" y="1187730"/>
                    <a:pt x="4748862" y="1206430"/>
                    <a:pt x="4764986" y="1224681"/>
                  </a:cubicBezTo>
                  <a:cubicBezTo>
                    <a:pt x="4780886" y="1243044"/>
                    <a:pt x="4797233" y="1261071"/>
                    <a:pt x="4813021" y="1279994"/>
                  </a:cubicBezTo>
                  <a:cubicBezTo>
                    <a:pt x="4877292" y="1354230"/>
                    <a:pt x="4941339" y="1428914"/>
                    <a:pt x="5001915" y="1506846"/>
                  </a:cubicBezTo>
                  <a:cubicBezTo>
                    <a:pt x="5062603" y="1584665"/>
                    <a:pt x="5118252" y="1666739"/>
                    <a:pt x="5170542" y="1751165"/>
                  </a:cubicBezTo>
                  <a:cubicBezTo>
                    <a:pt x="5274898" y="1920240"/>
                    <a:pt x="5363579" y="2101295"/>
                    <a:pt x="5428969" y="2293660"/>
                  </a:cubicBezTo>
                  <a:cubicBezTo>
                    <a:pt x="5494136" y="2485801"/>
                    <a:pt x="5533102" y="2690819"/>
                    <a:pt x="5534893" y="2899307"/>
                  </a:cubicBezTo>
                  <a:cubicBezTo>
                    <a:pt x="5536124" y="3003439"/>
                    <a:pt x="5526831" y="3108132"/>
                    <a:pt x="5508804" y="3211144"/>
                  </a:cubicBezTo>
                  <a:cubicBezTo>
                    <a:pt x="5490441" y="3314157"/>
                    <a:pt x="5462336" y="3415490"/>
                    <a:pt x="5426282" y="3513352"/>
                  </a:cubicBezTo>
                  <a:cubicBezTo>
                    <a:pt x="5363355" y="3684890"/>
                    <a:pt x="5302219" y="3856428"/>
                    <a:pt x="5248250" y="4030542"/>
                  </a:cubicBezTo>
                  <a:lnTo>
                    <a:pt x="5208612" y="4161771"/>
                  </a:lnTo>
                  <a:lnTo>
                    <a:pt x="5170318" y="4294680"/>
                  </a:lnTo>
                  <a:lnTo>
                    <a:pt x="5132248" y="4430164"/>
                  </a:lnTo>
                  <a:lnTo>
                    <a:pt x="5112765" y="4498914"/>
                  </a:lnTo>
                  <a:lnTo>
                    <a:pt x="5091715" y="4569119"/>
                  </a:lnTo>
                  <a:cubicBezTo>
                    <a:pt x="5085221" y="4592297"/>
                    <a:pt x="5076823" y="4616482"/>
                    <a:pt x="5068985" y="4640220"/>
                  </a:cubicBezTo>
                  <a:cubicBezTo>
                    <a:pt x="5060699" y="4664182"/>
                    <a:pt x="5053981" y="4687807"/>
                    <a:pt x="5043904" y="4712105"/>
                  </a:cubicBezTo>
                  <a:lnTo>
                    <a:pt x="5015799" y="4784438"/>
                  </a:lnTo>
                  <a:cubicBezTo>
                    <a:pt x="5005274" y="4808511"/>
                    <a:pt x="4993965" y="4832473"/>
                    <a:pt x="4982880" y="4856435"/>
                  </a:cubicBezTo>
                  <a:cubicBezTo>
                    <a:pt x="4936524" y="4951273"/>
                    <a:pt x="4881099" y="5044096"/>
                    <a:pt x="4817276" y="5125275"/>
                  </a:cubicBezTo>
                  <a:cubicBezTo>
                    <a:pt x="4755244" y="5208805"/>
                    <a:pt x="4686943" y="5282817"/>
                    <a:pt x="4618753" y="5355374"/>
                  </a:cubicBezTo>
                  <a:cubicBezTo>
                    <a:pt x="4602069" y="5374073"/>
                    <a:pt x="4584154" y="5391092"/>
                    <a:pt x="4566575" y="5408560"/>
                  </a:cubicBezTo>
                  <a:lnTo>
                    <a:pt x="4513837" y="5461186"/>
                  </a:lnTo>
                  <a:cubicBezTo>
                    <a:pt x="4496593" y="5479101"/>
                    <a:pt x="4477894" y="5495560"/>
                    <a:pt x="4459531" y="5512580"/>
                  </a:cubicBezTo>
                  <a:lnTo>
                    <a:pt x="4404554" y="5563526"/>
                  </a:lnTo>
                  <a:cubicBezTo>
                    <a:pt x="4386527" y="5580770"/>
                    <a:pt x="4366932" y="5596670"/>
                    <a:pt x="4348009" y="5613017"/>
                  </a:cubicBezTo>
                  <a:lnTo>
                    <a:pt x="4290568" y="5661948"/>
                  </a:lnTo>
                  <a:lnTo>
                    <a:pt x="4276124" y="5674153"/>
                  </a:lnTo>
                  <a:lnTo>
                    <a:pt x="4261120" y="5685798"/>
                  </a:lnTo>
                  <a:lnTo>
                    <a:pt x="4231112" y="5708976"/>
                  </a:lnTo>
                  <a:lnTo>
                    <a:pt x="4170984" y="5755443"/>
                  </a:lnTo>
                  <a:cubicBezTo>
                    <a:pt x="4130227" y="5785563"/>
                    <a:pt x="4087790" y="5813892"/>
                    <a:pt x="4046025" y="5843228"/>
                  </a:cubicBezTo>
                  <a:cubicBezTo>
                    <a:pt x="4002917" y="5870437"/>
                    <a:pt x="3959248" y="5897309"/>
                    <a:pt x="3915356" y="5923735"/>
                  </a:cubicBezTo>
                  <a:cubicBezTo>
                    <a:pt x="3737659" y="6026299"/>
                    <a:pt x="3544847" y="6106022"/>
                    <a:pt x="3346323" y="6158872"/>
                  </a:cubicBezTo>
                  <a:cubicBezTo>
                    <a:pt x="3147800" y="6211946"/>
                    <a:pt x="2944462" y="6239714"/>
                    <a:pt x="2743476" y="6247328"/>
                  </a:cubicBezTo>
                  <a:lnTo>
                    <a:pt x="2668120" y="6249344"/>
                  </a:lnTo>
                  <a:lnTo>
                    <a:pt x="2630498" y="6250127"/>
                  </a:lnTo>
                  <a:lnTo>
                    <a:pt x="2592988" y="6249568"/>
                  </a:lnTo>
                  <a:lnTo>
                    <a:pt x="2518080" y="6247777"/>
                  </a:lnTo>
                  <a:cubicBezTo>
                    <a:pt x="2493110" y="6247105"/>
                    <a:pt x="2468365" y="6246881"/>
                    <a:pt x="2442948" y="6244529"/>
                  </a:cubicBezTo>
                  <a:cubicBezTo>
                    <a:pt x="2392337" y="6240722"/>
                    <a:pt x="2341950" y="6237699"/>
                    <a:pt x="2291676" y="6232213"/>
                  </a:cubicBezTo>
                  <a:lnTo>
                    <a:pt x="2141412" y="6212394"/>
                  </a:lnTo>
                  <a:lnTo>
                    <a:pt x="1992715" y="6184961"/>
                  </a:lnTo>
                  <a:cubicBezTo>
                    <a:pt x="1943561" y="6173988"/>
                    <a:pt x="1894630" y="6162231"/>
                    <a:pt x="1845811" y="6151034"/>
                  </a:cubicBezTo>
                  <a:cubicBezTo>
                    <a:pt x="1797215" y="6138829"/>
                    <a:pt x="1749180" y="6123938"/>
                    <a:pt x="1701033" y="6110724"/>
                  </a:cubicBezTo>
                  <a:cubicBezTo>
                    <a:pt x="1676847" y="6104566"/>
                    <a:pt x="1653334" y="6095833"/>
                    <a:pt x="1629484" y="6088219"/>
                  </a:cubicBezTo>
                  <a:lnTo>
                    <a:pt x="1558383" y="6064929"/>
                  </a:lnTo>
                  <a:cubicBezTo>
                    <a:pt x="1369713" y="6000210"/>
                    <a:pt x="1186978" y="5921271"/>
                    <a:pt x="1011968" y="5828896"/>
                  </a:cubicBezTo>
                  <a:cubicBezTo>
                    <a:pt x="837071" y="5736408"/>
                    <a:pt x="668556" y="5631940"/>
                    <a:pt x="511237" y="5512356"/>
                  </a:cubicBezTo>
                  <a:cubicBezTo>
                    <a:pt x="471152" y="5483468"/>
                    <a:pt x="433642" y="5451220"/>
                    <a:pt x="395572" y="5419757"/>
                  </a:cubicBezTo>
                  <a:cubicBezTo>
                    <a:pt x="356831" y="5388965"/>
                    <a:pt x="321112" y="5354926"/>
                    <a:pt x="284722" y="5321559"/>
                  </a:cubicBezTo>
                  <a:lnTo>
                    <a:pt x="257513" y="5296477"/>
                  </a:lnTo>
                  <a:lnTo>
                    <a:pt x="243853" y="5283937"/>
                  </a:lnTo>
                  <a:lnTo>
                    <a:pt x="230752" y="5270836"/>
                  </a:lnTo>
                  <a:lnTo>
                    <a:pt x="178574" y="5218322"/>
                  </a:lnTo>
                  <a:cubicBezTo>
                    <a:pt x="161331" y="5200631"/>
                    <a:pt x="143191" y="5183948"/>
                    <a:pt x="126508" y="5165584"/>
                  </a:cubicBezTo>
                  <a:lnTo>
                    <a:pt x="76345" y="5111167"/>
                  </a:lnTo>
                  <a:cubicBezTo>
                    <a:pt x="59774" y="5092916"/>
                    <a:pt x="42530" y="5075112"/>
                    <a:pt x="26407" y="5056413"/>
                  </a:cubicBezTo>
                  <a:lnTo>
                    <a:pt x="0" y="5024776"/>
                  </a:lnTo>
                  <a:lnTo>
                    <a:pt x="0" y="4492798"/>
                  </a:lnTo>
                  <a:lnTo>
                    <a:pt x="28534" y="4537879"/>
                  </a:lnTo>
                  <a:cubicBezTo>
                    <a:pt x="41299" y="4556130"/>
                    <a:pt x="54175" y="4574382"/>
                    <a:pt x="66604" y="4592745"/>
                  </a:cubicBezTo>
                  <a:lnTo>
                    <a:pt x="104114" y="4647834"/>
                  </a:lnTo>
                  <a:lnTo>
                    <a:pt x="143751" y="4701580"/>
                  </a:lnTo>
                  <a:cubicBezTo>
                    <a:pt x="156964" y="4719495"/>
                    <a:pt x="169728" y="4737746"/>
                    <a:pt x="182717" y="4755773"/>
                  </a:cubicBezTo>
                  <a:lnTo>
                    <a:pt x="223810" y="4808399"/>
                  </a:lnTo>
                  <a:lnTo>
                    <a:pt x="264679" y="4861249"/>
                  </a:lnTo>
                  <a:cubicBezTo>
                    <a:pt x="278563" y="4878717"/>
                    <a:pt x="293455" y="4895288"/>
                    <a:pt x="307788" y="4912420"/>
                  </a:cubicBezTo>
                  <a:lnTo>
                    <a:pt x="351232" y="4963254"/>
                  </a:lnTo>
                  <a:cubicBezTo>
                    <a:pt x="365788" y="4980162"/>
                    <a:pt x="381688" y="4995837"/>
                    <a:pt x="397028" y="5012185"/>
                  </a:cubicBezTo>
                  <a:lnTo>
                    <a:pt x="443496" y="5060444"/>
                  </a:lnTo>
                  <a:lnTo>
                    <a:pt x="455140" y="5072537"/>
                  </a:lnTo>
                  <a:lnTo>
                    <a:pt x="467345" y="5083958"/>
                  </a:lnTo>
                  <a:lnTo>
                    <a:pt x="491755" y="5106912"/>
                  </a:lnTo>
                  <a:lnTo>
                    <a:pt x="540686" y="5152819"/>
                  </a:lnTo>
                  <a:lnTo>
                    <a:pt x="552890" y="5164353"/>
                  </a:lnTo>
                  <a:lnTo>
                    <a:pt x="565655" y="5175214"/>
                  </a:lnTo>
                  <a:lnTo>
                    <a:pt x="591072" y="5197048"/>
                  </a:lnTo>
                  <a:cubicBezTo>
                    <a:pt x="624999" y="5226160"/>
                    <a:pt x="658366" y="5256056"/>
                    <a:pt x="694197" y="5283041"/>
                  </a:cubicBezTo>
                  <a:cubicBezTo>
                    <a:pt x="834272" y="5394675"/>
                    <a:pt x="985207" y="5493881"/>
                    <a:pt x="1146221" y="5573716"/>
                  </a:cubicBezTo>
                  <a:cubicBezTo>
                    <a:pt x="1307122" y="5653774"/>
                    <a:pt x="1476869" y="5715918"/>
                    <a:pt x="1650982" y="5758130"/>
                  </a:cubicBezTo>
                  <a:lnTo>
                    <a:pt x="1716485" y="5772798"/>
                  </a:lnTo>
                  <a:cubicBezTo>
                    <a:pt x="1738431" y="5777390"/>
                    <a:pt x="1759929" y="5783100"/>
                    <a:pt x="1782211" y="5786235"/>
                  </a:cubicBezTo>
                  <a:lnTo>
                    <a:pt x="1848386" y="5796984"/>
                  </a:lnTo>
                  <a:lnTo>
                    <a:pt x="1881417" y="5802359"/>
                  </a:lnTo>
                  <a:cubicBezTo>
                    <a:pt x="1892390" y="5804151"/>
                    <a:pt x="1903363" y="5806054"/>
                    <a:pt x="1914560" y="5807061"/>
                  </a:cubicBezTo>
                  <a:cubicBezTo>
                    <a:pt x="1959012" y="5811765"/>
                    <a:pt x="2003241" y="5817251"/>
                    <a:pt x="2047469" y="5821282"/>
                  </a:cubicBezTo>
                  <a:lnTo>
                    <a:pt x="2180601" y="5828896"/>
                  </a:lnTo>
                  <a:lnTo>
                    <a:pt x="2313622" y="5830463"/>
                  </a:lnTo>
                  <a:cubicBezTo>
                    <a:pt x="2335680" y="5830799"/>
                    <a:pt x="2357962" y="5829008"/>
                    <a:pt x="2380021" y="5828448"/>
                  </a:cubicBezTo>
                  <a:lnTo>
                    <a:pt x="2446195" y="5826433"/>
                  </a:lnTo>
                  <a:cubicBezTo>
                    <a:pt x="2468029" y="5826208"/>
                    <a:pt x="2490647" y="5824193"/>
                    <a:pt x="2513041" y="5822737"/>
                  </a:cubicBezTo>
                  <a:lnTo>
                    <a:pt x="2580111" y="5818258"/>
                  </a:lnTo>
                  <a:lnTo>
                    <a:pt x="2613590" y="5816355"/>
                  </a:lnTo>
                  <a:lnTo>
                    <a:pt x="2646845" y="5813108"/>
                  </a:lnTo>
                  <a:cubicBezTo>
                    <a:pt x="2669016" y="5810869"/>
                    <a:pt x="2691074" y="5808741"/>
                    <a:pt x="2713244" y="5806838"/>
                  </a:cubicBezTo>
                  <a:cubicBezTo>
                    <a:pt x="2889933" y="5789371"/>
                    <a:pt x="3062815" y="5762050"/>
                    <a:pt x="3230882" y="5721292"/>
                  </a:cubicBezTo>
                  <a:cubicBezTo>
                    <a:pt x="3398837" y="5680423"/>
                    <a:pt x="3562426" y="5626902"/>
                    <a:pt x="3720416" y="5556472"/>
                  </a:cubicBezTo>
                  <a:cubicBezTo>
                    <a:pt x="3759381" y="5537997"/>
                    <a:pt x="3798347" y="5518962"/>
                    <a:pt x="3837425" y="5499927"/>
                  </a:cubicBezTo>
                  <a:cubicBezTo>
                    <a:pt x="3875271" y="5478765"/>
                    <a:pt x="3913900" y="5458610"/>
                    <a:pt x="3951634" y="5436552"/>
                  </a:cubicBezTo>
                  <a:lnTo>
                    <a:pt x="4007284" y="5401841"/>
                  </a:lnTo>
                  <a:lnTo>
                    <a:pt x="4035164" y="5384374"/>
                  </a:lnTo>
                  <a:lnTo>
                    <a:pt x="4049049" y="5375640"/>
                  </a:lnTo>
                  <a:lnTo>
                    <a:pt x="4062485" y="5366123"/>
                  </a:lnTo>
                  <a:lnTo>
                    <a:pt x="4116567" y="5328277"/>
                  </a:lnTo>
                  <a:cubicBezTo>
                    <a:pt x="4134594" y="5315624"/>
                    <a:pt x="4152957" y="5303420"/>
                    <a:pt x="4169976" y="5289199"/>
                  </a:cubicBezTo>
                  <a:lnTo>
                    <a:pt x="4222042" y="5247994"/>
                  </a:lnTo>
                  <a:cubicBezTo>
                    <a:pt x="4239398" y="5234222"/>
                    <a:pt x="4256865" y="5220562"/>
                    <a:pt x="4273213" y="5205558"/>
                  </a:cubicBezTo>
                  <a:lnTo>
                    <a:pt x="4323151" y="5161329"/>
                  </a:lnTo>
                  <a:cubicBezTo>
                    <a:pt x="4339611" y="5146437"/>
                    <a:pt x="4356631" y="5131881"/>
                    <a:pt x="4371971" y="5116093"/>
                  </a:cubicBezTo>
                  <a:cubicBezTo>
                    <a:pt x="4435457" y="5054398"/>
                    <a:pt x="4496258" y="4991135"/>
                    <a:pt x="4546868" y="4924400"/>
                  </a:cubicBezTo>
                  <a:cubicBezTo>
                    <a:pt x="4600054" y="4858450"/>
                    <a:pt x="4640699" y="4788916"/>
                    <a:pt x="4675634" y="4715352"/>
                  </a:cubicBezTo>
                  <a:lnTo>
                    <a:pt x="4700155" y="4659255"/>
                  </a:lnTo>
                  <a:lnTo>
                    <a:pt x="4721206" y="4600135"/>
                  </a:lnTo>
                  <a:cubicBezTo>
                    <a:pt x="4728707" y="4580988"/>
                    <a:pt x="4733970" y="4559266"/>
                    <a:pt x="4740465" y="4538887"/>
                  </a:cubicBezTo>
                  <a:cubicBezTo>
                    <a:pt x="4746623" y="4518061"/>
                    <a:pt x="4753005" y="4497906"/>
                    <a:pt x="4758492" y="4475848"/>
                  </a:cubicBezTo>
                  <a:cubicBezTo>
                    <a:pt x="4803168" y="4303637"/>
                    <a:pt x="4840902" y="4115080"/>
                    <a:pt x="4891288" y="3930329"/>
                  </a:cubicBezTo>
                  <a:cubicBezTo>
                    <a:pt x="4940891" y="3744906"/>
                    <a:pt x="5000235" y="3562059"/>
                    <a:pt x="5066298" y="3382235"/>
                  </a:cubicBezTo>
                  <a:cubicBezTo>
                    <a:pt x="5124186" y="3226932"/>
                    <a:pt x="5154530" y="3064015"/>
                    <a:pt x="5156994" y="2898635"/>
                  </a:cubicBezTo>
                  <a:cubicBezTo>
                    <a:pt x="5159681" y="2733255"/>
                    <a:pt x="5132920" y="2565636"/>
                    <a:pt x="5083317" y="2402047"/>
                  </a:cubicBezTo>
                  <a:cubicBezTo>
                    <a:pt x="5033938" y="2238123"/>
                    <a:pt x="4960150" y="2079013"/>
                    <a:pt x="4871022" y="1926958"/>
                  </a:cubicBezTo>
                  <a:cubicBezTo>
                    <a:pt x="4826570" y="1850818"/>
                    <a:pt x="4777415" y="1776918"/>
                    <a:pt x="4727028" y="1703577"/>
                  </a:cubicBezTo>
                  <a:cubicBezTo>
                    <a:pt x="4676418" y="1630349"/>
                    <a:pt x="4622784" y="1558464"/>
                    <a:pt x="4563776" y="1490834"/>
                  </a:cubicBezTo>
                  <a:cubicBezTo>
                    <a:pt x="4503647" y="1423764"/>
                    <a:pt x="4439041" y="1359157"/>
                    <a:pt x="4370291" y="1300596"/>
                  </a:cubicBezTo>
                  <a:cubicBezTo>
                    <a:pt x="4336812" y="1270141"/>
                    <a:pt x="4301541" y="1242148"/>
                    <a:pt x="4266046" y="1214491"/>
                  </a:cubicBezTo>
                  <a:cubicBezTo>
                    <a:pt x="4248355" y="1200607"/>
                    <a:pt x="4230776" y="1186611"/>
                    <a:pt x="4212973" y="1173062"/>
                  </a:cubicBezTo>
                  <a:cubicBezTo>
                    <a:pt x="4194722" y="1160074"/>
                    <a:pt x="4176359" y="1147197"/>
                    <a:pt x="4157995" y="1134545"/>
                  </a:cubicBezTo>
                  <a:cubicBezTo>
                    <a:pt x="4011426" y="1031980"/>
                    <a:pt x="3855004" y="948562"/>
                    <a:pt x="3697126" y="881044"/>
                  </a:cubicBezTo>
                  <a:lnTo>
                    <a:pt x="3637670" y="856747"/>
                  </a:lnTo>
                  <a:lnTo>
                    <a:pt x="3608222" y="844318"/>
                  </a:lnTo>
                  <a:cubicBezTo>
                    <a:pt x="3598480" y="840063"/>
                    <a:pt x="3588179" y="837040"/>
                    <a:pt x="3578214" y="833457"/>
                  </a:cubicBezTo>
                  <a:lnTo>
                    <a:pt x="3518309" y="812294"/>
                  </a:lnTo>
                  <a:cubicBezTo>
                    <a:pt x="3513383" y="810503"/>
                    <a:pt x="3508344" y="808823"/>
                    <a:pt x="3503417" y="806920"/>
                  </a:cubicBezTo>
                  <a:cubicBezTo>
                    <a:pt x="3498603" y="804792"/>
                    <a:pt x="3494236" y="801993"/>
                    <a:pt x="3489533" y="799642"/>
                  </a:cubicBezTo>
                  <a:cubicBezTo>
                    <a:pt x="3480240" y="794827"/>
                    <a:pt x="3470498" y="791020"/>
                    <a:pt x="3460869" y="787101"/>
                  </a:cubicBezTo>
                  <a:lnTo>
                    <a:pt x="3402980" y="763475"/>
                  </a:lnTo>
                  <a:lnTo>
                    <a:pt x="3374092" y="751606"/>
                  </a:lnTo>
                  <a:cubicBezTo>
                    <a:pt x="3364462" y="747688"/>
                    <a:pt x="3354945" y="743433"/>
                    <a:pt x="3344980" y="740409"/>
                  </a:cubicBezTo>
                  <a:lnTo>
                    <a:pt x="3226627" y="700772"/>
                  </a:lnTo>
                  <a:cubicBezTo>
                    <a:pt x="3067405" y="652849"/>
                    <a:pt x="2902697" y="625192"/>
                    <a:pt x="2735750" y="614667"/>
                  </a:cubicBezTo>
                  <a:cubicBezTo>
                    <a:pt x="2714811" y="613435"/>
                    <a:pt x="2694209" y="610860"/>
                    <a:pt x="2673158" y="610412"/>
                  </a:cubicBezTo>
                  <a:lnTo>
                    <a:pt x="2610119" y="609628"/>
                  </a:lnTo>
                  <a:lnTo>
                    <a:pt x="2547080" y="608620"/>
                  </a:lnTo>
                  <a:cubicBezTo>
                    <a:pt x="2536443" y="608173"/>
                    <a:pt x="2526365" y="608397"/>
                    <a:pt x="2516400" y="608844"/>
                  </a:cubicBezTo>
                  <a:lnTo>
                    <a:pt x="2486280" y="609740"/>
                  </a:lnTo>
                  <a:cubicBezTo>
                    <a:pt x="2466125" y="609852"/>
                    <a:pt x="2446307" y="611868"/>
                    <a:pt x="2426376" y="613099"/>
                  </a:cubicBezTo>
                  <a:cubicBezTo>
                    <a:pt x="2406333" y="613995"/>
                    <a:pt x="2386627" y="616458"/>
                    <a:pt x="2366920" y="618474"/>
                  </a:cubicBezTo>
                  <a:cubicBezTo>
                    <a:pt x="2357066" y="619482"/>
                    <a:pt x="2347101" y="620153"/>
                    <a:pt x="2337248" y="621497"/>
                  </a:cubicBezTo>
                  <a:lnTo>
                    <a:pt x="2307800" y="625528"/>
                  </a:lnTo>
                  <a:lnTo>
                    <a:pt x="2278351" y="629559"/>
                  </a:lnTo>
                  <a:lnTo>
                    <a:pt x="2249127" y="634710"/>
                  </a:lnTo>
                  <a:cubicBezTo>
                    <a:pt x="2093377" y="661918"/>
                    <a:pt x="1942329" y="710849"/>
                    <a:pt x="1796096" y="781726"/>
                  </a:cubicBezTo>
                  <a:cubicBezTo>
                    <a:pt x="1649751" y="852268"/>
                    <a:pt x="1508892" y="944307"/>
                    <a:pt x="1370833" y="1048663"/>
                  </a:cubicBezTo>
                  <a:cubicBezTo>
                    <a:pt x="1232774" y="1153244"/>
                    <a:pt x="1097290" y="1269917"/>
                    <a:pt x="959790" y="1390844"/>
                  </a:cubicBezTo>
                  <a:lnTo>
                    <a:pt x="749062" y="1577611"/>
                  </a:lnTo>
                  <a:cubicBezTo>
                    <a:pt x="674602" y="1642329"/>
                    <a:pt x="599806" y="1704137"/>
                    <a:pt x="524786" y="1763145"/>
                  </a:cubicBezTo>
                  <a:cubicBezTo>
                    <a:pt x="374858" y="1881498"/>
                    <a:pt x="223810" y="1987422"/>
                    <a:pt x="84071" y="2098496"/>
                  </a:cubicBezTo>
                  <a:lnTo>
                    <a:pt x="0" y="2168094"/>
                  </a:lnTo>
                  <a:lnTo>
                    <a:pt x="0" y="1576676"/>
                  </a:lnTo>
                  <a:lnTo>
                    <a:pt x="174655" y="1387597"/>
                  </a:lnTo>
                  <a:cubicBezTo>
                    <a:pt x="238926" y="1320079"/>
                    <a:pt x="302749" y="1254577"/>
                    <a:pt x="363661" y="1188626"/>
                  </a:cubicBezTo>
                  <a:lnTo>
                    <a:pt x="458052" y="1086397"/>
                  </a:lnTo>
                  <a:cubicBezTo>
                    <a:pt x="490635" y="1051351"/>
                    <a:pt x="523666" y="1016416"/>
                    <a:pt x="557257" y="981593"/>
                  </a:cubicBezTo>
                  <a:cubicBezTo>
                    <a:pt x="691510" y="842414"/>
                    <a:pt x="835055" y="705699"/>
                    <a:pt x="994165" y="578389"/>
                  </a:cubicBezTo>
                  <a:cubicBezTo>
                    <a:pt x="1152939" y="451190"/>
                    <a:pt x="1328060" y="333398"/>
                    <a:pt x="1520873" y="237215"/>
                  </a:cubicBezTo>
                  <a:cubicBezTo>
                    <a:pt x="1713238" y="141033"/>
                    <a:pt x="1924302" y="68028"/>
                    <a:pt x="2141748" y="31190"/>
                  </a:cubicBezTo>
                  <a:lnTo>
                    <a:pt x="2182505" y="24360"/>
                  </a:lnTo>
                  <a:cubicBezTo>
                    <a:pt x="2196165" y="22344"/>
                    <a:pt x="2209826" y="20665"/>
                    <a:pt x="2223374" y="18873"/>
                  </a:cubicBezTo>
                  <a:lnTo>
                    <a:pt x="2264355" y="13611"/>
                  </a:lnTo>
                  <a:cubicBezTo>
                    <a:pt x="2278015" y="11931"/>
                    <a:pt x="2291676" y="10924"/>
                    <a:pt x="2305336" y="9580"/>
                  </a:cubicBezTo>
                  <a:cubicBezTo>
                    <a:pt x="2332657" y="7229"/>
                    <a:pt x="2360090" y="4653"/>
                    <a:pt x="2387410" y="3645"/>
                  </a:cubicBezTo>
                  <a:cubicBezTo>
                    <a:pt x="2414731" y="2414"/>
                    <a:pt x="2442164" y="510"/>
                    <a:pt x="2469373" y="622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DFB95E12-4EF0-42F7-BCF9-AD31B4C8EBF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19221" y="176241"/>
              <a:ext cx="5646908" cy="6130481"/>
            </a:xfrm>
            <a:custGeom>
              <a:avLst/>
              <a:gdLst>
                <a:gd name="connsiteX0" fmla="*/ 2616837 w 5646908"/>
                <a:gd name="connsiteY0" fmla="*/ 0 h 6130481"/>
                <a:gd name="connsiteX1" fmla="*/ 4918721 w 5646908"/>
                <a:gd name="connsiteY1" fmla="*/ 1134258 h 6130481"/>
                <a:gd name="connsiteX2" fmla="*/ 5539036 w 5646908"/>
                <a:gd name="connsiteY2" fmla="*/ 3362353 h 6130481"/>
                <a:gd name="connsiteX3" fmla="*/ 4712024 w 5646908"/>
                <a:gd name="connsiteY3" fmla="*/ 5293280 h 6130481"/>
                <a:gd name="connsiteX4" fmla="*/ 2547864 w 5646908"/>
                <a:gd name="connsiteY4" fmla="*/ 6130481 h 6130481"/>
                <a:gd name="connsiteX5" fmla="*/ 263223 w 5646908"/>
                <a:gd name="connsiteY5" fmla="*/ 5212325 h 6130481"/>
                <a:gd name="connsiteX6" fmla="*/ 49974 w 5646908"/>
                <a:gd name="connsiteY6" fmla="*/ 4985345 h 6130481"/>
                <a:gd name="connsiteX7" fmla="*/ 0 w 5646908"/>
                <a:gd name="connsiteY7" fmla="*/ 4920618 h 6130481"/>
                <a:gd name="connsiteX8" fmla="*/ 0 w 5646908"/>
                <a:gd name="connsiteY8" fmla="*/ 3760303 h 6130481"/>
                <a:gd name="connsiteX9" fmla="*/ 80488 w 5646908"/>
                <a:gd name="connsiteY9" fmla="*/ 3974159 h 6130481"/>
                <a:gd name="connsiteX10" fmla="*/ 664748 w 5646908"/>
                <a:gd name="connsiteY10" fmla="*/ 4813600 h 6130481"/>
                <a:gd name="connsiteX11" fmla="*/ 2548087 w 5646908"/>
                <a:gd name="connsiteY11" fmla="*/ 5570406 h 6130481"/>
                <a:gd name="connsiteX12" fmla="*/ 3536561 w 5646908"/>
                <a:gd name="connsiteY12" fmla="*/ 5407153 h 6130481"/>
                <a:gd name="connsiteX13" fmla="*/ 4308035 w 5646908"/>
                <a:gd name="connsiteY13" fmla="*/ 4897241 h 6130481"/>
                <a:gd name="connsiteX14" fmla="*/ 4569038 w 5646908"/>
                <a:gd name="connsiteY14" fmla="*/ 4564802 h 6130481"/>
                <a:gd name="connsiteX15" fmla="*/ 4699147 w 5646908"/>
                <a:gd name="connsiteY15" fmla="*/ 4149952 h 6130481"/>
                <a:gd name="connsiteX16" fmla="*/ 5003034 w 5646908"/>
                <a:gd name="connsiteY16" fmla="*/ 3168421 h 6130481"/>
                <a:gd name="connsiteX17" fmla="*/ 4994189 w 5646908"/>
                <a:gd name="connsiteY17" fmla="*/ 2321590 h 6130481"/>
                <a:gd name="connsiteX18" fmla="*/ 4487860 w 5646908"/>
                <a:gd name="connsiteY18" fmla="*/ 1501856 h 6130481"/>
                <a:gd name="connsiteX19" fmla="*/ 3640469 w 5646908"/>
                <a:gd name="connsiteY19" fmla="*/ 808425 h 6130481"/>
                <a:gd name="connsiteX20" fmla="*/ 2616837 w 5646908"/>
                <a:gd name="connsiteY20" fmla="*/ 559851 h 6130481"/>
                <a:gd name="connsiteX21" fmla="*/ 1762952 w 5646908"/>
                <a:gd name="connsiteY21" fmla="*/ 812008 h 6130481"/>
                <a:gd name="connsiteX22" fmla="*/ 939635 w 5646908"/>
                <a:gd name="connsiteY22" fmla="*/ 1502976 h 6130481"/>
                <a:gd name="connsiteX23" fmla="*/ 585250 w 5646908"/>
                <a:gd name="connsiteY23" fmla="*/ 1831049 h 6130481"/>
                <a:gd name="connsiteX24" fmla="*/ 40403 w 5646908"/>
                <a:gd name="connsiteY24" fmla="*/ 2389556 h 6130481"/>
                <a:gd name="connsiteX25" fmla="*/ 0 w 5646908"/>
                <a:gd name="connsiteY25" fmla="*/ 2456747 h 6130481"/>
                <a:gd name="connsiteX26" fmla="*/ 0 w 5646908"/>
                <a:gd name="connsiteY26" fmla="*/ 1601114 h 6130481"/>
                <a:gd name="connsiteX27" fmla="*/ 93200 w 5646908"/>
                <a:gd name="connsiteY27" fmla="*/ 1513741 h 6130481"/>
                <a:gd name="connsiteX28" fmla="*/ 535423 w 5646908"/>
                <a:gd name="connsiteY28" fmla="*/ 1107273 h 6130481"/>
                <a:gd name="connsiteX29" fmla="*/ 2616837 w 5646908"/>
                <a:gd name="connsiteY29" fmla="*/ 0 h 6130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646908" h="6130481">
                  <a:moveTo>
                    <a:pt x="2616837" y="0"/>
                  </a:moveTo>
                  <a:cubicBezTo>
                    <a:pt x="3596241" y="0"/>
                    <a:pt x="4322479" y="463445"/>
                    <a:pt x="4918721" y="1134258"/>
                  </a:cubicBezTo>
                  <a:cubicBezTo>
                    <a:pt x="5416317" y="1694109"/>
                    <a:pt x="5857703" y="2516643"/>
                    <a:pt x="5539036" y="3362353"/>
                  </a:cubicBezTo>
                  <a:cubicBezTo>
                    <a:pt x="5111758" y="4496612"/>
                    <a:pt x="5300763" y="4716633"/>
                    <a:pt x="4712024" y="5293280"/>
                  </a:cubicBezTo>
                  <a:cubicBezTo>
                    <a:pt x="4123284" y="5869926"/>
                    <a:pt x="3446201" y="6130481"/>
                    <a:pt x="2547864" y="6130481"/>
                  </a:cubicBezTo>
                  <a:cubicBezTo>
                    <a:pt x="1657476" y="6130481"/>
                    <a:pt x="850619" y="5780127"/>
                    <a:pt x="263223" y="5212325"/>
                  </a:cubicBezTo>
                  <a:cubicBezTo>
                    <a:pt x="188497" y="5140091"/>
                    <a:pt x="117321" y="5064339"/>
                    <a:pt x="49974" y="4985345"/>
                  </a:cubicBezTo>
                  <a:lnTo>
                    <a:pt x="0" y="4920618"/>
                  </a:lnTo>
                  <a:lnTo>
                    <a:pt x="0" y="3760303"/>
                  </a:lnTo>
                  <a:lnTo>
                    <a:pt x="80488" y="3974159"/>
                  </a:lnTo>
                  <a:cubicBezTo>
                    <a:pt x="217875" y="4289243"/>
                    <a:pt x="414383" y="4571632"/>
                    <a:pt x="664748" y="4813600"/>
                  </a:cubicBezTo>
                  <a:cubicBezTo>
                    <a:pt x="1169734" y="5301566"/>
                    <a:pt x="1838644" y="5570406"/>
                    <a:pt x="2548087" y="5570406"/>
                  </a:cubicBezTo>
                  <a:cubicBezTo>
                    <a:pt x="2928786" y="5570406"/>
                    <a:pt x="3252156" y="5516996"/>
                    <a:pt x="3536561" y="5407153"/>
                  </a:cubicBezTo>
                  <a:cubicBezTo>
                    <a:pt x="3815366" y="5299438"/>
                    <a:pt x="4067747" y="5132603"/>
                    <a:pt x="4308035" y="4897241"/>
                  </a:cubicBezTo>
                  <a:cubicBezTo>
                    <a:pt x="4475095" y="4733653"/>
                    <a:pt x="4533767" y="4637358"/>
                    <a:pt x="4569038" y="4564802"/>
                  </a:cubicBezTo>
                  <a:cubicBezTo>
                    <a:pt x="4619313" y="4461453"/>
                    <a:pt x="4652792" y="4330784"/>
                    <a:pt x="4699147" y="4149952"/>
                  </a:cubicBezTo>
                  <a:cubicBezTo>
                    <a:pt x="4758491" y="3918846"/>
                    <a:pt x="4839558" y="3602194"/>
                    <a:pt x="5003034" y="3168421"/>
                  </a:cubicBezTo>
                  <a:cubicBezTo>
                    <a:pt x="5103024" y="2902940"/>
                    <a:pt x="5100112" y="2626037"/>
                    <a:pt x="4994189" y="2321590"/>
                  </a:cubicBezTo>
                  <a:cubicBezTo>
                    <a:pt x="4900470" y="2052526"/>
                    <a:pt x="4725460" y="1769129"/>
                    <a:pt x="4487860" y="1501856"/>
                  </a:cubicBezTo>
                  <a:cubicBezTo>
                    <a:pt x="4210285" y="1189683"/>
                    <a:pt x="3933047" y="962832"/>
                    <a:pt x="3640469" y="808425"/>
                  </a:cubicBezTo>
                  <a:cubicBezTo>
                    <a:pt x="3323369" y="641141"/>
                    <a:pt x="2988578" y="559851"/>
                    <a:pt x="2616837" y="559851"/>
                  </a:cubicBezTo>
                  <a:cubicBezTo>
                    <a:pt x="2315413" y="559851"/>
                    <a:pt x="2044110" y="640134"/>
                    <a:pt x="1762952" y="812008"/>
                  </a:cubicBezTo>
                  <a:cubicBezTo>
                    <a:pt x="1472838" y="989593"/>
                    <a:pt x="1197167" y="1250707"/>
                    <a:pt x="939635" y="1502976"/>
                  </a:cubicBezTo>
                  <a:cubicBezTo>
                    <a:pt x="819379" y="1620769"/>
                    <a:pt x="700355" y="1727700"/>
                    <a:pt x="585250" y="1831049"/>
                  </a:cubicBezTo>
                  <a:cubicBezTo>
                    <a:pt x="362317" y="2031140"/>
                    <a:pt x="169840" y="2204022"/>
                    <a:pt x="40403" y="2389556"/>
                  </a:cubicBezTo>
                  <a:lnTo>
                    <a:pt x="0" y="2456747"/>
                  </a:lnTo>
                  <a:lnTo>
                    <a:pt x="0" y="1601114"/>
                  </a:lnTo>
                  <a:lnTo>
                    <a:pt x="93200" y="1513741"/>
                  </a:lnTo>
                  <a:cubicBezTo>
                    <a:pt x="237107" y="1383294"/>
                    <a:pt x="388238" y="1251435"/>
                    <a:pt x="535423" y="1107273"/>
                  </a:cubicBezTo>
                  <a:cubicBezTo>
                    <a:pt x="1124050" y="530627"/>
                    <a:pt x="1718500" y="0"/>
                    <a:pt x="2616837" y="0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2338F8B2-67A9-4086-9341-7705CAB6F13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19221" y="176241"/>
              <a:ext cx="5517522" cy="6130481"/>
            </a:xfrm>
            <a:custGeom>
              <a:avLst/>
              <a:gdLst>
                <a:gd name="connsiteX0" fmla="*/ 2549095 w 5517522"/>
                <a:gd name="connsiteY0" fmla="*/ 0 h 6130481"/>
                <a:gd name="connsiteX1" fmla="*/ 4804175 w 5517522"/>
                <a:gd name="connsiteY1" fmla="*/ 1134258 h 6130481"/>
                <a:gd name="connsiteX2" fmla="*/ 5411838 w 5517522"/>
                <a:gd name="connsiteY2" fmla="*/ 3362353 h 6130481"/>
                <a:gd name="connsiteX3" fmla="*/ 4601621 w 5517522"/>
                <a:gd name="connsiteY3" fmla="*/ 5293280 h 6130481"/>
                <a:gd name="connsiteX4" fmla="*/ 2481577 w 5517522"/>
                <a:gd name="connsiteY4" fmla="*/ 6130481 h 6130481"/>
                <a:gd name="connsiteX5" fmla="*/ 243517 w 5517522"/>
                <a:gd name="connsiteY5" fmla="*/ 5212325 h 6130481"/>
                <a:gd name="connsiteX6" fmla="*/ 34587 w 5517522"/>
                <a:gd name="connsiteY6" fmla="*/ 4985345 h 6130481"/>
                <a:gd name="connsiteX7" fmla="*/ 0 w 5517522"/>
                <a:gd name="connsiteY7" fmla="*/ 4939620 h 6130481"/>
                <a:gd name="connsiteX8" fmla="*/ 0 w 5517522"/>
                <a:gd name="connsiteY8" fmla="*/ 3335329 h 6130481"/>
                <a:gd name="connsiteX9" fmla="*/ 17141 w 5517522"/>
                <a:gd name="connsiteY9" fmla="*/ 3448738 h 6130481"/>
                <a:gd name="connsiteX10" fmla="*/ 167489 w 5517522"/>
                <a:gd name="connsiteY10" fmla="*/ 3930490 h 6130481"/>
                <a:gd name="connsiteX11" fmla="*/ 715471 w 5517522"/>
                <a:gd name="connsiteY11" fmla="*/ 4734212 h 6130481"/>
                <a:gd name="connsiteX12" fmla="*/ 2481689 w 5517522"/>
                <a:gd name="connsiteY12" fmla="*/ 5458772 h 6130481"/>
                <a:gd name="connsiteX13" fmla="*/ 4126644 w 5517522"/>
                <a:gd name="connsiteY13" fmla="*/ 4818302 h 6130481"/>
                <a:gd name="connsiteX14" fmla="*/ 4360437 w 5517522"/>
                <a:gd name="connsiteY14" fmla="*/ 4516766 h 6130481"/>
                <a:gd name="connsiteX15" fmla="*/ 4480357 w 5517522"/>
                <a:gd name="connsiteY15" fmla="*/ 4122855 h 6130481"/>
                <a:gd name="connsiteX16" fmla="*/ 4781557 w 5517522"/>
                <a:gd name="connsiteY16" fmla="*/ 3129791 h 6130481"/>
                <a:gd name="connsiteX17" fmla="*/ 4771928 w 5517522"/>
                <a:gd name="connsiteY17" fmla="*/ 2357869 h 6130481"/>
                <a:gd name="connsiteX18" fmla="*/ 4297510 w 5517522"/>
                <a:gd name="connsiteY18" fmla="*/ 1575533 h 6130481"/>
                <a:gd name="connsiteX19" fmla="*/ 3498715 w 5517522"/>
                <a:gd name="connsiteY19" fmla="*/ 907071 h 6130481"/>
                <a:gd name="connsiteX20" fmla="*/ 2549095 w 5517522"/>
                <a:gd name="connsiteY20" fmla="*/ 671821 h 6130481"/>
                <a:gd name="connsiteX21" fmla="*/ 985319 w 5517522"/>
                <a:gd name="connsiteY21" fmla="*/ 1582475 h 6130481"/>
                <a:gd name="connsiteX22" fmla="*/ 634628 w 5517522"/>
                <a:gd name="connsiteY22" fmla="*/ 1913907 h 6130481"/>
                <a:gd name="connsiteX23" fmla="*/ 117662 w 5517522"/>
                <a:gd name="connsiteY23" fmla="*/ 2453044 h 6130481"/>
                <a:gd name="connsiteX24" fmla="*/ 2515 w 5517522"/>
                <a:gd name="connsiteY24" fmla="*/ 2685494 h 6130481"/>
                <a:gd name="connsiteX25" fmla="*/ 0 w 5517522"/>
                <a:gd name="connsiteY25" fmla="*/ 2696965 h 6130481"/>
                <a:gd name="connsiteX26" fmla="*/ 0 w 5517522"/>
                <a:gd name="connsiteY26" fmla="*/ 1587383 h 6130481"/>
                <a:gd name="connsiteX27" fmla="*/ 76951 w 5517522"/>
                <a:gd name="connsiteY27" fmla="*/ 1513741 h 6130481"/>
                <a:gd name="connsiteX28" fmla="*/ 510118 w 5517522"/>
                <a:gd name="connsiteY28" fmla="*/ 1107273 h 6130481"/>
                <a:gd name="connsiteX29" fmla="*/ 2549095 w 5517522"/>
                <a:gd name="connsiteY29" fmla="*/ 0 h 6130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517522" h="6130481">
                  <a:moveTo>
                    <a:pt x="2549095" y="0"/>
                  </a:moveTo>
                  <a:cubicBezTo>
                    <a:pt x="3508568" y="0"/>
                    <a:pt x="4219915" y="463445"/>
                    <a:pt x="4804175" y="1134258"/>
                  </a:cubicBezTo>
                  <a:cubicBezTo>
                    <a:pt x="5291694" y="1694109"/>
                    <a:pt x="5724011" y="2516643"/>
                    <a:pt x="5411838" y="3362353"/>
                  </a:cubicBezTo>
                  <a:cubicBezTo>
                    <a:pt x="4993181" y="4496612"/>
                    <a:pt x="5178268" y="4716633"/>
                    <a:pt x="4601621" y="5293280"/>
                  </a:cubicBezTo>
                  <a:cubicBezTo>
                    <a:pt x="4024863" y="5869926"/>
                    <a:pt x="3361551" y="6130481"/>
                    <a:pt x="2481577" y="6130481"/>
                  </a:cubicBezTo>
                  <a:cubicBezTo>
                    <a:pt x="1609329" y="6130481"/>
                    <a:pt x="818932" y="5780127"/>
                    <a:pt x="243517" y="5212325"/>
                  </a:cubicBezTo>
                  <a:cubicBezTo>
                    <a:pt x="170302" y="5140091"/>
                    <a:pt x="100568" y="5064339"/>
                    <a:pt x="34587" y="4985345"/>
                  </a:cubicBezTo>
                  <a:lnTo>
                    <a:pt x="0" y="4939620"/>
                  </a:lnTo>
                  <a:lnTo>
                    <a:pt x="0" y="3335329"/>
                  </a:lnTo>
                  <a:lnTo>
                    <a:pt x="17141" y="3448738"/>
                  </a:lnTo>
                  <a:cubicBezTo>
                    <a:pt x="50676" y="3613558"/>
                    <a:pt x="100867" y="3774516"/>
                    <a:pt x="167489" y="3930490"/>
                  </a:cubicBezTo>
                  <a:cubicBezTo>
                    <a:pt x="296255" y="4232138"/>
                    <a:pt x="480670" y="4502546"/>
                    <a:pt x="715471" y="4734212"/>
                  </a:cubicBezTo>
                  <a:cubicBezTo>
                    <a:pt x="1188993" y="5201464"/>
                    <a:pt x="1816250" y="5458772"/>
                    <a:pt x="2481689" y="5458772"/>
                  </a:cubicBezTo>
                  <a:cubicBezTo>
                    <a:pt x="3185758" y="5458772"/>
                    <a:pt x="3677755" y="5267191"/>
                    <a:pt x="4126644" y="4818302"/>
                  </a:cubicBezTo>
                  <a:cubicBezTo>
                    <a:pt x="4278363" y="4666583"/>
                    <a:pt x="4329982" y="4580701"/>
                    <a:pt x="4360437" y="4516766"/>
                  </a:cubicBezTo>
                  <a:cubicBezTo>
                    <a:pt x="4404890" y="4423495"/>
                    <a:pt x="4436577" y="4297417"/>
                    <a:pt x="4480357" y="4122855"/>
                  </a:cubicBezTo>
                  <a:cubicBezTo>
                    <a:pt x="4539030" y="3889285"/>
                    <a:pt x="4619425" y="3569275"/>
                    <a:pt x="4781557" y="3129791"/>
                  </a:cubicBezTo>
                  <a:cubicBezTo>
                    <a:pt x="4870238" y="2889503"/>
                    <a:pt x="4867103" y="2637010"/>
                    <a:pt x="4771928" y="2357869"/>
                  </a:cubicBezTo>
                  <a:cubicBezTo>
                    <a:pt x="4684815" y="2102465"/>
                    <a:pt x="4520779" y="1831945"/>
                    <a:pt x="4297510" y="1575533"/>
                  </a:cubicBezTo>
                  <a:cubicBezTo>
                    <a:pt x="4034492" y="1273549"/>
                    <a:pt x="3773266" y="1054983"/>
                    <a:pt x="3498715" y="907071"/>
                  </a:cubicBezTo>
                  <a:cubicBezTo>
                    <a:pt x="3204905" y="748745"/>
                    <a:pt x="2894187" y="671821"/>
                    <a:pt x="2549095" y="671821"/>
                  </a:cubicBezTo>
                  <a:cubicBezTo>
                    <a:pt x="1942553" y="671821"/>
                    <a:pt x="1518298" y="1049273"/>
                    <a:pt x="985319" y="1582475"/>
                  </a:cubicBezTo>
                  <a:cubicBezTo>
                    <a:pt x="865735" y="1702059"/>
                    <a:pt x="748278" y="1809774"/>
                    <a:pt x="634628" y="1913907"/>
                  </a:cubicBezTo>
                  <a:cubicBezTo>
                    <a:pt x="421325" y="2109407"/>
                    <a:pt x="237134" y="2278146"/>
                    <a:pt x="117662" y="2453044"/>
                  </a:cubicBezTo>
                  <a:cubicBezTo>
                    <a:pt x="64756" y="2530415"/>
                    <a:pt x="27022" y="2605799"/>
                    <a:pt x="2515" y="2685494"/>
                  </a:cubicBezTo>
                  <a:lnTo>
                    <a:pt x="0" y="2696965"/>
                  </a:lnTo>
                  <a:lnTo>
                    <a:pt x="0" y="1587383"/>
                  </a:lnTo>
                  <a:lnTo>
                    <a:pt x="76951" y="1513741"/>
                  </a:lnTo>
                  <a:cubicBezTo>
                    <a:pt x="217918" y="1383294"/>
                    <a:pt x="365956" y="1251435"/>
                    <a:pt x="510118" y="1107273"/>
                  </a:cubicBezTo>
                  <a:cubicBezTo>
                    <a:pt x="1086764" y="530627"/>
                    <a:pt x="1669121" y="0"/>
                    <a:pt x="2549095" y="0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653AAAF-CCEF-494B-9366-16BB3815A65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19220" y="176241"/>
              <a:ext cx="5517475" cy="6130481"/>
            </a:xfrm>
            <a:custGeom>
              <a:avLst/>
              <a:gdLst>
                <a:gd name="connsiteX0" fmla="*/ 2549095 w 5517475"/>
                <a:gd name="connsiteY0" fmla="*/ 0 h 6130481"/>
                <a:gd name="connsiteX1" fmla="*/ 4804175 w 5517475"/>
                <a:gd name="connsiteY1" fmla="*/ 1134258 h 6130481"/>
                <a:gd name="connsiteX2" fmla="*/ 5411838 w 5517475"/>
                <a:gd name="connsiteY2" fmla="*/ 3362353 h 6130481"/>
                <a:gd name="connsiteX3" fmla="*/ 4601621 w 5517475"/>
                <a:gd name="connsiteY3" fmla="*/ 5293280 h 6130481"/>
                <a:gd name="connsiteX4" fmla="*/ 2481577 w 5517475"/>
                <a:gd name="connsiteY4" fmla="*/ 6130481 h 6130481"/>
                <a:gd name="connsiteX5" fmla="*/ 243517 w 5517475"/>
                <a:gd name="connsiteY5" fmla="*/ 5212325 h 6130481"/>
                <a:gd name="connsiteX6" fmla="*/ 34587 w 5517475"/>
                <a:gd name="connsiteY6" fmla="*/ 4985345 h 6130481"/>
                <a:gd name="connsiteX7" fmla="*/ 0 w 5517475"/>
                <a:gd name="connsiteY7" fmla="*/ 4939620 h 6130481"/>
                <a:gd name="connsiteX8" fmla="*/ 0 w 5517475"/>
                <a:gd name="connsiteY8" fmla="*/ 3799573 h 6130481"/>
                <a:gd name="connsiteX9" fmla="*/ 64364 w 5517475"/>
                <a:gd name="connsiteY9" fmla="*/ 3974159 h 6130481"/>
                <a:gd name="connsiteX10" fmla="*/ 636644 w 5517475"/>
                <a:gd name="connsiteY10" fmla="*/ 4813600 h 6130481"/>
                <a:gd name="connsiteX11" fmla="*/ 2481577 w 5517475"/>
                <a:gd name="connsiteY11" fmla="*/ 5570406 h 6130481"/>
                <a:gd name="connsiteX12" fmla="*/ 3449896 w 5517475"/>
                <a:gd name="connsiteY12" fmla="*/ 5407153 h 6130481"/>
                <a:gd name="connsiteX13" fmla="*/ 4205695 w 5517475"/>
                <a:gd name="connsiteY13" fmla="*/ 4897241 h 6130481"/>
                <a:gd name="connsiteX14" fmla="*/ 4461434 w 5517475"/>
                <a:gd name="connsiteY14" fmla="*/ 4564802 h 6130481"/>
                <a:gd name="connsiteX15" fmla="*/ 4588969 w 5517475"/>
                <a:gd name="connsiteY15" fmla="*/ 4149952 h 6130481"/>
                <a:gd name="connsiteX16" fmla="*/ 4886585 w 5517475"/>
                <a:gd name="connsiteY16" fmla="*/ 3168421 h 6130481"/>
                <a:gd name="connsiteX17" fmla="*/ 4877964 w 5517475"/>
                <a:gd name="connsiteY17" fmla="*/ 2321590 h 6130481"/>
                <a:gd name="connsiteX18" fmla="*/ 4382048 w 5517475"/>
                <a:gd name="connsiteY18" fmla="*/ 1501856 h 6130481"/>
                <a:gd name="connsiteX19" fmla="*/ 3551900 w 5517475"/>
                <a:gd name="connsiteY19" fmla="*/ 808425 h 6130481"/>
                <a:gd name="connsiteX20" fmla="*/ 2549095 w 5517475"/>
                <a:gd name="connsiteY20" fmla="*/ 559851 h 6130481"/>
                <a:gd name="connsiteX21" fmla="*/ 1712566 w 5517475"/>
                <a:gd name="connsiteY21" fmla="*/ 812008 h 6130481"/>
                <a:gd name="connsiteX22" fmla="*/ 906044 w 5517475"/>
                <a:gd name="connsiteY22" fmla="*/ 1502976 h 6130481"/>
                <a:gd name="connsiteX23" fmla="*/ 558825 w 5517475"/>
                <a:gd name="connsiteY23" fmla="*/ 1831049 h 6130481"/>
                <a:gd name="connsiteX24" fmla="*/ 25063 w 5517475"/>
                <a:gd name="connsiteY24" fmla="*/ 2389556 h 6130481"/>
                <a:gd name="connsiteX25" fmla="*/ 0 w 5517475"/>
                <a:gd name="connsiteY25" fmla="*/ 2432109 h 6130481"/>
                <a:gd name="connsiteX26" fmla="*/ 0 w 5517475"/>
                <a:gd name="connsiteY26" fmla="*/ 1587383 h 6130481"/>
                <a:gd name="connsiteX27" fmla="*/ 76951 w 5517475"/>
                <a:gd name="connsiteY27" fmla="*/ 1513741 h 6130481"/>
                <a:gd name="connsiteX28" fmla="*/ 510118 w 5517475"/>
                <a:gd name="connsiteY28" fmla="*/ 1107273 h 6130481"/>
                <a:gd name="connsiteX29" fmla="*/ 2549095 w 5517475"/>
                <a:gd name="connsiteY29" fmla="*/ 0 h 6130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517475" h="6130481">
                  <a:moveTo>
                    <a:pt x="2549095" y="0"/>
                  </a:moveTo>
                  <a:cubicBezTo>
                    <a:pt x="3508568" y="0"/>
                    <a:pt x="4219915" y="463445"/>
                    <a:pt x="4804175" y="1134258"/>
                  </a:cubicBezTo>
                  <a:cubicBezTo>
                    <a:pt x="5291694" y="1694109"/>
                    <a:pt x="5723899" y="2516643"/>
                    <a:pt x="5411838" y="3362353"/>
                  </a:cubicBezTo>
                  <a:cubicBezTo>
                    <a:pt x="4993181" y="4496612"/>
                    <a:pt x="5178268" y="4716633"/>
                    <a:pt x="4601621" y="5293280"/>
                  </a:cubicBezTo>
                  <a:cubicBezTo>
                    <a:pt x="4024863" y="5869926"/>
                    <a:pt x="3361551" y="6130481"/>
                    <a:pt x="2481577" y="6130481"/>
                  </a:cubicBezTo>
                  <a:cubicBezTo>
                    <a:pt x="1609329" y="6130481"/>
                    <a:pt x="818932" y="5780127"/>
                    <a:pt x="243517" y="5212325"/>
                  </a:cubicBezTo>
                  <a:cubicBezTo>
                    <a:pt x="170302" y="5140091"/>
                    <a:pt x="100568" y="5064339"/>
                    <a:pt x="34587" y="4985345"/>
                  </a:cubicBezTo>
                  <a:lnTo>
                    <a:pt x="0" y="4939620"/>
                  </a:lnTo>
                  <a:lnTo>
                    <a:pt x="0" y="3799573"/>
                  </a:lnTo>
                  <a:lnTo>
                    <a:pt x="64364" y="3974159"/>
                  </a:lnTo>
                  <a:cubicBezTo>
                    <a:pt x="198841" y="4289243"/>
                    <a:pt x="391429" y="4571632"/>
                    <a:pt x="636644" y="4813600"/>
                  </a:cubicBezTo>
                  <a:cubicBezTo>
                    <a:pt x="1131328" y="5301566"/>
                    <a:pt x="1786578" y="5570406"/>
                    <a:pt x="2481577" y="5570406"/>
                  </a:cubicBezTo>
                  <a:cubicBezTo>
                    <a:pt x="2854550" y="5570406"/>
                    <a:pt x="3171314" y="5516996"/>
                    <a:pt x="3449896" y="5407153"/>
                  </a:cubicBezTo>
                  <a:cubicBezTo>
                    <a:pt x="3723103" y="5299438"/>
                    <a:pt x="3970333" y="5132603"/>
                    <a:pt x="4205695" y="4897241"/>
                  </a:cubicBezTo>
                  <a:cubicBezTo>
                    <a:pt x="4369395" y="4733653"/>
                    <a:pt x="4426836" y="4637358"/>
                    <a:pt x="4461434" y="4564802"/>
                  </a:cubicBezTo>
                  <a:cubicBezTo>
                    <a:pt x="4510701" y="4461453"/>
                    <a:pt x="4543509" y="4330784"/>
                    <a:pt x="4588969" y="4149952"/>
                  </a:cubicBezTo>
                  <a:cubicBezTo>
                    <a:pt x="4646969" y="3918846"/>
                    <a:pt x="4726468" y="3602194"/>
                    <a:pt x="4886585" y="3168421"/>
                  </a:cubicBezTo>
                  <a:cubicBezTo>
                    <a:pt x="4984560" y="2902940"/>
                    <a:pt x="4981760" y="2626037"/>
                    <a:pt x="4877964" y="2321590"/>
                  </a:cubicBezTo>
                  <a:cubicBezTo>
                    <a:pt x="4786260" y="2052526"/>
                    <a:pt x="4614834" y="1769129"/>
                    <a:pt x="4382048" y="1501856"/>
                  </a:cubicBezTo>
                  <a:cubicBezTo>
                    <a:pt x="4110072" y="1189683"/>
                    <a:pt x="3838544" y="962832"/>
                    <a:pt x="3551900" y="808425"/>
                  </a:cubicBezTo>
                  <a:cubicBezTo>
                    <a:pt x="3241183" y="641141"/>
                    <a:pt x="2913222" y="559851"/>
                    <a:pt x="2549095" y="559851"/>
                  </a:cubicBezTo>
                  <a:cubicBezTo>
                    <a:pt x="2253830" y="559851"/>
                    <a:pt x="1988013" y="640134"/>
                    <a:pt x="1712566" y="812008"/>
                  </a:cubicBezTo>
                  <a:cubicBezTo>
                    <a:pt x="1428385" y="989593"/>
                    <a:pt x="1158313" y="1250707"/>
                    <a:pt x="906044" y="1502976"/>
                  </a:cubicBezTo>
                  <a:cubicBezTo>
                    <a:pt x="788140" y="1620769"/>
                    <a:pt x="671579" y="1727700"/>
                    <a:pt x="558825" y="1831049"/>
                  </a:cubicBezTo>
                  <a:cubicBezTo>
                    <a:pt x="340371" y="2031140"/>
                    <a:pt x="151813" y="2204022"/>
                    <a:pt x="25063" y="2389556"/>
                  </a:cubicBezTo>
                  <a:lnTo>
                    <a:pt x="0" y="2432109"/>
                  </a:lnTo>
                  <a:lnTo>
                    <a:pt x="0" y="1587383"/>
                  </a:lnTo>
                  <a:lnTo>
                    <a:pt x="76951" y="1513741"/>
                  </a:lnTo>
                  <a:cubicBezTo>
                    <a:pt x="217918" y="1383294"/>
                    <a:pt x="365956" y="1251435"/>
                    <a:pt x="510118" y="1107273"/>
                  </a:cubicBezTo>
                  <a:cubicBezTo>
                    <a:pt x="1086764" y="530627"/>
                    <a:pt x="1669121" y="0"/>
                    <a:pt x="2549095" y="0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4B356D9-49C3-412F-8E03-AC9AE837169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19221" y="0"/>
              <a:ext cx="5646974" cy="6483075"/>
            </a:xfrm>
            <a:custGeom>
              <a:avLst/>
              <a:gdLst>
                <a:gd name="connsiteX0" fmla="*/ 2405773 w 5646974"/>
                <a:gd name="connsiteY0" fmla="*/ 0 h 6483075"/>
                <a:gd name="connsiteX1" fmla="*/ 5646974 w 5646974"/>
                <a:gd name="connsiteY1" fmla="*/ 3241538 h 6483075"/>
                <a:gd name="connsiteX2" fmla="*/ 2405773 w 5646974"/>
                <a:gd name="connsiteY2" fmla="*/ 6483075 h 6483075"/>
                <a:gd name="connsiteX3" fmla="*/ 113897 w 5646974"/>
                <a:gd name="connsiteY3" fmla="*/ 5533666 h 6483075"/>
                <a:gd name="connsiteX4" fmla="*/ 0 w 5646974"/>
                <a:gd name="connsiteY4" fmla="*/ 5408336 h 6483075"/>
                <a:gd name="connsiteX5" fmla="*/ 0 w 5646974"/>
                <a:gd name="connsiteY5" fmla="*/ 4983659 h 6483075"/>
                <a:gd name="connsiteX6" fmla="*/ 155731 w 5646974"/>
                <a:gd name="connsiteY6" fmla="*/ 5176047 h 6483075"/>
                <a:gd name="connsiteX7" fmla="*/ 1093706 w 5646974"/>
                <a:gd name="connsiteY7" fmla="*/ 5866903 h 6483075"/>
                <a:gd name="connsiteX8" fmla="*/ 1639673 w 5646974"/>
                <a:gd name="connsiteY8" fmla="*/ 6059940 h 6483075"/>
                <a:gd name="connsiteX9" fmla="*/ 1709990 w 5646974"/>
                <a:gd name="connsiteY9" fmla="*/ 6076287 h 6483075"/>
                <a:gd name="connsiteX10" fmla="*/ 1780307 w 5646974"/>
                <a:gd name="connsiteY10" fmla="*/ 6091963 h 6483075"/>
                <a:gd name="connsiteX11" fmla="*/ 1851072 w 5646974"/>
                <a:gd name="connsiteY11" fmla="*/ 6105176 h 6483075"/>
                <a:gd name="connsiteX12" fmla="*/ 1886455 w 5646974"/>
                <a:gd name="connsiteY12" fmla="*/ 6111782 h 6483075"/>
                <a:gd name="connsiteX13" fmla="*/ 1921949 w 5646974"/>
                <a:gd name="connsiteY13" fmla="*/ 6117716 h 6483075"/>
                <a:gd name="connsiteX14" fmla="*/ 2064152 w 5646974"/>
                <a:gd name="connsiteY14" fmla="*/ 6137647 h 6483075"/>
                <a:gd name="connsiteX15" fmla="*/ 2206914 w 5646974"/>
                <a:gd name="connsiteY15" fmla="*/ 6151195 h 6483075"/>
                <a:gd name="connsiteX16" fmla="*/ 2350011 w 5646974"/>
                <a:gd name="connsiteY16" fmla="*/ 6158250 h 6483075"/>
                <a:gd name="connsiteX17" fmla="*/ 2493109 w 5646974"/>
                <a:gd name="connsiteY17" fmla="*/ 6159705 h 6483075"/>
                <a:gd name="connsiteX18" fmla="*/ 2781321 w 5646974"/>
                <a:gd name="connsiteY18" fmla="*/ 6147277 h 6483075"/>
                <a:gd name="connsiteX19" fmla="*/ 3345091 w 5646974"/>
                <a:gd name="connsiteY19" fmla="*/ 6060276 h 6483075"/>
                <a:gd name="connsiteX20" fmla="*/ 3878853 w 5646974"/>
                <a:gd name="connsiteY20" fmla="*/ 5871718 h 6483075"/>
                <a:gd name="connsiteX21" fmla="*/ 4367267 w 5646974"/>
                <a:gd name="connsiteY21" fmla="*/ 5573093 h 6483075"/>
                <a:gd name="connsiteX22" fmla="*/ 4424484 w 5646974"/>
                <a:gd name="connsiteY22" fmla="*/ 5528529 h 6483075"/>
                <a:gd name="connsiteX23" fmla="*/ 4481252 w 5646974"/>
                <a:gd name="connsiteY23" fmla="*/ 5483069 h 6483075"/>
                <a:gd name="connsiteX24" fmla="*/ 4536790 w 5646974"/>
                <a:gd name="connsiteY24" fmla="*/ 5435818 h 6483075"/>
                <a:gd name="connsiteX25" fmla="*/ 4591543 w 5646974"/>
                <a:gd name="connsiteY25" fmla="*/ 5387671 h 6483075"/>
                <a:gd name="connsiteX26" fmla="*/ 4794209 w 5646974"/>
                <a:gd name="connsiteY26" fmla="*/ 5181198 h 6483075"/>
                <a:gd name="connsiteX27" fmla="*/ 4956678 w 5646974"/>
                <a:gd name="connsiteY27" fmla="*/ 4945836 h 6483075"/>
                <a:gd name="connsiteX28" fmla="*/ 4989262 w 5646974"/>
                <a:gd name="connsiteY28" fmla="*/ 4881453 h 6483075"/>
                <a:gd name="connsiteX29" fmla="*/ 5017814 w 5646974"/>
                <a:gd name="connsiteY29" fmla="*/ 4814607 h 6483075"/>
                <a:gd name="connsiteX30" fmla="*/ 5044127 w 5646974"/>
                <a:gd name="connsiteY30" fmla="*/ 4746193 h 6483075"/>
                <a:gd name="connsiteX31" fmla="*/ 5068425 w 5646974"/>
                <a:gd name="connsiteY31" fmla="*/ 4676436 h 6483075"/>
                <a:gd name="connsiteX32" fmla="*/ 5154641 w 5646974"/>
                <a:gd name="connsiteY32" fmla="*/ 4390352 h 6483075"/>
                <a:gd name="connsiteX33" fmla="*/ 5196854 w 5646974"/>
                <a:gd name="connsiteY33" fmla="*/ 4246134 h 6483075"/>
                <a:gd name="connsiteX34" fmla="*/ 5240299 w 5646974"/>
                <a:gd name="connsiteY34" fmla="*/ 4102140 h 6483075"/>
                <a:gd name="connsiteX35" fmla="*/ 5432440 w 5646974"/>
                <a:gd name="connsiteY35" fmla="*/ 3532884 h 6483075"/>
                <a:gd name="connsiteX36" fmla="*/ 5528846 w 5646974"/>
                <a:gd name="connsiteY36" fmla="*/ 2951647 h 6483075"/>
                <a:gd name="connsiteX37" fmla="*/ 5495927 w 5646974"/>
                <a:gd name="connsiteY37" fmla="*/ 2658733 h 6483075"/>
                <a:gd name="connsiteX38" fmla="*/ 5480027 w 5646974"/>
                <a:gd name="connsiteY38" fmla="*/ 2586848 h 6483075"/>
                <a:gd name="connsiteX39" fmla="*/ 5461328 w 5646974"/>
                <a:gd name="connsiteY39" fmla="*/ 2515635 h 6483075"/>
                <a:gd name="connsiteX40" fmla="*/ 5439605 w 5646974"/>
                <a:gd name="connsiteY40" fmla="*/ 2445317 h 6483075"/>
                <a:gd name="connsiteX41" fmla="*/ 5415532 w 5646974"/>
                <a:gd name="connsiteY41" fmla="*/ 2375896 h 6483075"/>
                <a:gd name="connsiteX42" fmla="*/ 5144564 w 5646974"/>
                <a:gd name="connsiteY42" fmla="*/ 1857138 h 6483075"/>
                <a:gd name="connsiteX43" fmla="*/ 4774838 w 5646974"/>
                <a:gd name="connsiteY43" fmla="*/ 1405450 h 6483075"/>
                <a:gd name="connsiteX44" fmla="*/ 4345769 w 5646974"/>
                <a:gd name="connsiteY44" fmla="*/ 1012323 h 6483075"/>
                <a:gd name="connsiteX45" fmla="*/ 4115334 w 5646974"/>
                <a:gd name="connsiteY45" fmla="*/ 841344 h 6483075"/>
                <a:gd name="connsiteX46" fmla="*/ 3874038 w 5646974"/>
                <a:gd name="connsiteY46" fmla="*/ 691528 h 6483075"/>
                <a:gd name="connsiteX47" fmla="*/ 3359535 w 5646974"/>
                <a:gd name="connsiteY47" fmla="*/ 468819 h 6483075"/>
                <a:gd name="connsiteX48" fmla="*/ 2811105 w 5646974"/>
                <a:gd name="connsiteY48" fmla="*/ 366031 h 6483075"/>
                <a:gd name="connsiteX49" fmla="*/ 2741124 w 5646974"/>
                <a:gd name="connsiteY49" fmla="*/ 361440 h 6483075"/>
                <a:gd name="connsiteX50" fmla="*/ 2671030 w 5646974"/>
                <a:gd name="connsiteY50" fmla="*/ 358417 h 6483075"/>
                <a:gd name="connsiteX51" fmla="*/ 2600713 w 5646974"/>
                <a:gd name="connsiteY51" fmla="*/ 357521 h 6483075"/>
                <a:gd name="connsiteX52" fmla="*/ 2531739 w 5646974"/>
                <a:gd name="connsiteY52" fmla="*/ 358529 h 6483075"/>
                <a:gd name="connsiteX53" fmla="*/ 2259988 w 5646974"/>
                <a:gd name="connsiteY53" fmla="*/ 385289 h 6483075"/>
                <a:gd name="connsiteX54" fmla="*/ 1740670 w 5646974"/>
                <a:gd name="connsiteY54" fmla="*/ 553917 h 6483075"/>
                <a:gd name="connsiteX55" fmla="*/ 1264124 w 5646974"/>
                <a:gd name="connsiteY55" fmla="*/ 853549 h 6483075"/>
                <a:gd name="connsiteX56" fmla="*/ 823074 w 5646974"/>
                <a:gd name="connsiteY56" fmla="*/ 1234136 h 6483075"/>
                <a:gd name="connsiteX57" fmla="*/ 715694 w 5646974"/>
                <a:gd name="connsiteY57" fmla="*/ 1336252 h 6483075"/>
                <a:gd name="connsiteX58" fmla="*/ 606859 w 5646974"/>
                <a:gd name="connsiteY58" fmla="*/ 1440945 h 6483075"/>
                <a:gd name="connsiteX59" fmla="*/ 382023 w 5646974"/>
                <a:gd name="connsiteY59" fmla="*/ 1646074 h 6483075"/>
                <a:gd name="connsiteX60" fmla="*/ 158531 w 5646974"/>
                <a:gd name="connsiteY60" fmla="*/ 1843813 h 6483075"/>
                <a:gd name="connsiteX61" fmla="*/ 0 w 5646974"/>
                <a:gd name="connsiteY61" fmla="*/ 1991775 h 6483075"/>
                <a:gd name="connsiteX62" fmla="*/ 0 w 5646974"/>
                <a:gd name="connsiteY62" fmla="*/ 1074740 h 6483075"/>
                <a:gd name="connsiteX63" fmla="*/ 113897 w 5646974"/>
                <a:gd name="connsiteY63" fmla="*/ 949410 h 6483075"/>
                <a:gd name="connsiteX64" fmla="*/ 2405773 w 5646974"/>
                <a:gd name="connsiteY64" fmla="*/ 0 h 6483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5646974" h="6483075">
                  <a:moveTo>
                    <a:pt x="2405773" y="0"/>
                  </a:moveTo>
                  <a:cubicBezTo>
                    <a:pt x="4195841" y="0"/>
                    <a:pt x="5646974" y="1451246"/>
                    <a:pt x="5646974" y="3241538"/>
                  </a:cubicBezTo>
                  <a:cubicBezTo>
                    <a:pt x="5646974" y="5031830"/>
                    <a:pt x="4195841" y="6483075"/>
                    <a:pt x="2405773" y="6483075"/>
                  </a:cubicBezTo>
                  <a:cubicBezTo>
                    <a:pt x="1510739" y="6483075"/>
                    <a:pt x="700439" y="6120264"/>
                    <a:pt x="113897" y="5533666"/>
                  </a:cubicBezTo>
                  <a:lnTo>
                    <a:pt x="0" y="5408336"/>
                  </a:lnTo>
                  <a:lnTo>
                    <a:pt x="0" y="4983659"/>
                  </a:lnTo>
                  <a:lnTo>
                    <a:pt x="155731" y="5176047"/>
                  </a:lnTo>
                  <a:cubicBezTo>
                    <a:pt x="417742" y="5469073"/>
                    <a:pt x="741224" y="5704211"/>
                    <a:pt x="1093706" y="5866903"/>
                  </a:cubicBezTo>
                  <a:cubicBezTo>
                    <a:pt x="1269947" y="5948418"/>
                    <a:pt x="1453018" y="6013137"/>
                    <a:pt x="1639673" y="6059940"/>
                  </a:cubicBezTo>
                  <a:lnTo>
                    <a:pt x="1709990" y="6076287"/>
                  </a:lnTo>
                  <a:cubicBezTo>
                    <a:pt x="1733504" y="6081550"/>
                    <a:pt x="1756570" y="6088156"/>
                    <a:pt x="1780307" y="6091963"/>
                  </a:cubicBezTo>
                  <a:lnTo>
                    <a:pt x="1851072" y="6105176"/>
                  </a:lnTo>
                  <a:lnTo>
                    <a:pt x="1886455" y="6111782"/>
                  </a:lnTo>
                  <a:cubicBezTo>
                    <a:pt x="1898212" y="6114021"/>
                    <a:pt x="1909969" y="6116373"/>
                    <a:pt x="1921949" y="6117716"/>
                  </a:cubicBezTo>
                  <a:cubicBezTo>
                    <a:pt x="1969425" y="6124323"/>
                    <a:pt x="2016676" y="6131489"/>
                    <a:pt x="2064152" y="6137647"/>
                  </a:cubicBezTo>
                  <a:cubicBezTo>
                    <a:pt x="2111851" y="6141790"/>
                    <a:pt x="2159438" y="6146381"/>
                    <a:pt x="2206914" y="6151195"/>
                  </a:cubicBezTo>
                  <a:lnTo>
                    <a:pt x="2350011" y="6158250"/>
                  </a:lnTo>
                  <a:cubicBezTo>
                    <a:pt x="2397711" y="6159593"/>
                    <a:pt x="2445410" y="6159146"/>
                    <a:pt x="2493109" y="6159705"/>
                  </a:cubicBezTo>
                  <a:cubicBezTo>
                    <a:pt x="2589068" y="6158137"/>
                    <a:pt x="2685922" y="6154666"/>
                    <a:pt x="2781321" y="6147277"/>
                  </a:cubicBezTo>
                  <a:cubicBezTo>
                    <a:pt x="2972566" y="6132944"/>
                    <a:pt x="3161348" y="6105288"/>
                    <a:pt x="3345091" y="6060276"/>
                  </a:cubicBezTo>
                  <a:cubicBezTo>
                    <a:pt x="3528834" y="6015375"/>
                    <a:pt x="3707539" y="5952785"/>
                    <a:pt x="3878853" y="5871718"/>
                  </a:cubicBezTo>
                  <a:cubicBezTo>
                    <a:pt x="4050167" y="5790428"/>
                    <a:pt x="4213084" y="5689318"/>
                    <a:pt x="4367267" y="5573093"/>
                  </a:cubicBezTo>
                  <a:lnTo>
                    <a:pt x="4424484" y="5528529"/>
                  </a:lnTo>
                  <a:cubicBezTo>
                    <a:pt x="4443631" y="5513637"/>
                    <a:pt x="4463113" y="5499193"/>
                    <a:pt x="4481252" y="5483069"/>
                  </a:cubicBezTo>
                  <a:lnTo>
                    <a:pt x="4536790" y="5435818"/>
                  </a:lnTo>
                  <a:cubicBezTo>
                    <a:pt x="4555265" y="5419918"/>
                    <a:pt x="4574188" y="5404466"/>
                    <a:pt x="4591543" y="5387671"/>
                  </a:cubicBezTo>
                  <a:cubicBezTo>
                    <a:pt x="4662980" y="5321944"/>
                    <a:pt x="4733074" y="5254650"/>
                    <a:pt x="4794209" y="5181198"/>
                  </a:cubicBezTo>
                  <a:cubicBezTo>
                    <a:pt x="4857808" y="5109089"/>
                    <a:pt x="4910434" y="5029926"/>
                    <a:pt x="4956678" y="4945836"/>
                  </a:cubicBezTo>
                  <a:cubicBezTo>
                    <a:pt x="4967651" y="4924450"/>
                    <a:pt x="4978624" y="4903064"/>
                    <a:pt x="4989262" y="4881453"/>
                  </a:cubicBezTo>
                  <a:lnTo>
                    <a:pt x="5017814" y="4814607"/>
                  </a:lnTo>
                  <a:cubicBezTo>
                    <a:pt x="5027891" y="4792549"/>
                    <a:pt x="5035393" y="4769035"/>
                    <a:pt x="5044127" y="4746193"/>
                  </a:cubicBezTo>
                  <a:cubicBezTo>
                    <a:pt x="5052636" y="4723128"/>
                    <a:pt x="5061146" y="4700174"/>
                    <a:pt x="5068425" y="4676436"/>
                  </a:cubicBezTo>
                  <a:cubicBezTo>
                    <a:pt x="5099552" y="4582717"/>
                    <a:pt x="5126985" y="4486422"/>
                    <a:pt x="5154641" y="4390352"/>
                  </a:cubicBezTo>
                  <a:lnTo>
                    <a:pt x="5196854" y="4246134"/>
                  </a:lnTo>
                  <a:lnTo>
                    <a:pt x="5240299" y="4102140"/>
                  </a:lnTo>
                  <a:cubicBezTo>
                    <a:pt x="5299195" y="3910560"/>
                    <a:pt x="5364697" y="3721330"/>
                    <a:pt x="5432440" y="3532884"/>
                  </a:cubicBezTo>
                  <a:cubicBezTo>
                    <a:pt x="5500294" y="3346902"/>
                    <a:pt x="5533549" y="3148714"/>
                    <a:pt x="5528846" y="2951647"/>
                  </a:cubicBezTo>
                  <a:cubicBezTo>
                    <a:pt x="5526831" y="2853113"/>
                    <a:pt x="5515409" y="2755027"/>
                    <a:pt x="5495927" y="2658733"/>
                  </a:cubicBezTo>
                  <a:cubicBezTo>
                    <a:pt x="5491112" y="2634659"/>
                    <a:pt x="5486297" y="2610585"/>
                    <a:pt x="5480027" y="2586848"/>
                  </a:cubicBezTo>
                  <a:cubicBezTo>
                    <a:pt x="5474205" y="2562998"/>
                    <a:pt x="5468718" y="2539036"/>
                    <a:pt x="5461328" y="2515635"/>
                  </a:cubicBezTo>
                  <a:cubicBezTo>
                    <a:pt x="5454386" y="2492009"/>
                    <a:pt x="5447668" y="2468495"/>
                    <a:pt x="5439605" y="2445317"/>
                  </a:cubicBezTo>
                  <a:cubicBezTo>
                    <a:pt x="5431879" y="2422028"/>
                    <a:pt x="5424378" y="2398738"/>
                    <a:pt x="5415532" y="2375896"/>
                  </a:cubicBezTo>
                  <a:cubicBezTo>
                    <a:pt x="5347790" y="2191817"/>
                    <a:pt x="5254071" y="2018599"/>
                    <a:pt x="5144564" y="1857138"/>
                  </a:cubicBezTo>
                  <a:cubicBezTo>
                    <a:pt x="5034946" y="1695565"/>
                    <a:pt x="4909762" y="1545301"/>
                    <a:pt x="4774838" y="1405450"/>
                  </a:cubicBezTo>
                  <a:cubicBezTo>
                    <a:pt x="4638907" y="1265040"/>
                    <a:pt x="4496145" y="1132131"/>
                    <a:pt x="4345769" y="1012323"/>
                  </a:cubicBezTo>
                  <a:cubicBezTo>
                    <a:pt x="4270749" y="952195"/>
                    <a:pt x="4194273" y="894642"/>
                    <a:pt x="4115334" y="841344"/>
                  </a:cubicBezTo>
                  <a:cubicBezTo>
                    <a:pt x="4037067" y="787263"/>
                    <a:pt x="3956336" y="737548"/>
                    <a:pt x="3874038" y="691528"/>
                  </a:cubicBezTo>
                  <a:cubicBezTo>
                    <a:pt x="3709554" y="599712"/>
                    <a:pt x="3537792" y="523349"/>
                    <a:pt x="3359535" y="468819"/>
                  </a:cubicBezTo>
                  <a:cubicBezTo>
                    <a:pt x="3181278" y="414514"/>
                    <a:pt x="2997311" y="380699"/>
                    <a:pt x="2811105" y="366031"/>
                  </a:cubicBezTo>
                  <a:cubicBezTo>
                    <a:pt x="2787703" y="364575"/>
                    <a:pt x="2764525" y="362448"/>
                    <a:pt x="2741124" y="361440"/>
                  </a:cubicBezTo>
                  <a:lnTo>
                    <a:pt x="2671030" y="358417"/>
                  </a:lnTo>
                  <a:lnTo>
                    <a:pt x="2600713" y="357521"/>
                  </a:lnTo>
                  <a:cubicBezTo>
                    <a:pt x="2577087" y="356961"/>
                    <a:pt x="2554805" y="358305"/>
                    <a:pt x="2531739" y="358529"/>
                  </a:cubicBezTo>
                  <a:cubicBezTo>
                    <a:pt x="2440259" y="360992"/>
                    <a:pt x="2349564" y="370285"/>
                    <a:pt x="2259988" y="385289"/>
                  </a:cubicBezTo>
                  <a:cubicBezTo>
                    <a:pt x="2080723" y="415521"/>
                    <a:pt x="1906945" y="473634"/>
                    <a:pt x="1740670" y="553917"/>
                  </a:cubicBezTo>
                  <a:cubicBezTo>
                    <a:pt x="1574506" y="634647"/>
                    <a:pt x="1415844" y="737100"/>
                    <a:pt x="1264124" y="853549"/>
                  </a:cubicBezTo>
                  <a:cubicBezTo>
                    <a:pt x="1112181" y="969886"/>
                    <a:pt x="966508" y="1099212"/>
                    <a:pt x="823074" y="1234136"/>
                  </a:cubicBezTo>
                  <a:cubicBezTo>
                    <a:pt x="787131" y="1267951"/>
                    <a:pt x="751413" y="1301990"/>
                    <a:pt x="715694" y="1336252"/>
                  </a:cubicBezTo>
                  <a:lnTo>
                    <a:pt x="606859" y="1440945"/>
                  </a:lnTo>
                  <a:cubicBezTo>
                    <a:pt x="532623" y="1511374"/>
                    <a:pt x="457267" y="1579452"/>
                    <a:pt x="382023" y="1646074"/>
                  </a:cubicBezTo>
                  <a:lnTo>
                    <a:pt x="158531" y="1843813"/>
                  </a:lnTo>
                  <a:lnTo>
                    <a:pt x="0" y="1991775"/>
                  </a:lnTo>
                  <a:lnTo>
                    <a:pt x="0" y="1074740"/>
                  </a:lnTo>
                  <a:lnTo>
                    <a:pt x="113897" y="949410"/>
                  </a:lnTo>
                  <a:cubicBezTo>
                    <a:pt x="700439" y="362812"/>
                    <a:pt x="1510739" y="0"/>
                    <a:pt x="2405773" y="0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04672" y="2023236"/>
            <a:ext cx="3659777" cy="2820908"/>
          </a:xfrm>
        </p:spPr>
        <p:txBody>
          <a:bodyPr>
            <a:normAutofit/>
          </a:bodyPr>
          <a:lstStyle/>
          <a:p>
            <a:r>
              <a:rPr lang="en-GB" sz="4000">
                <a:solidFill>
                  <a:schemeClr val="tx2"/>
                </a:solidFill>
              </a:rPr>
              <a:t>QUESTION 3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2818D33F-75D1-46F6-BBAF-B71D493A7F7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95796721"/>
              </p:ext>
            </p:extLst>
          </p:nvPr>
        </p:nvGraphicFramePr>
        <p:xfrm>
          <a:off x="6091238" y="955653"/>
          <a:ext cx="5115491" cy="494781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QUESTION 4</a:t>
            </a:r>
            <a:endParaRPr lang="en-GB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 dirty="0"/>
          </a:p>
          <a:p>
            <a:r>
              <a:rPr lang="en-GB" dirty="0"/>
              <a:t>A spinner has 5 sections with the following numbers on it:</a:t>
            </a:r>
          </a:p>
          <a:p>
            <a:pPr lvl="2">
              <a:buNone/>
            </a:pPr>
            <a:r>
              <a:rPr lang="en-GB" dirty="0"/>
              <a:t>	3		4	</a:t>
            </a:r>
            <a:r>
              <a:rPr lang="en-GB" dirty="0" err="1"/>
              <a:t>4</a:t>
            </a:r>
            <a:r>
              <a:rPr lang="en-GB" dirty="0"/>
              <a:t>	5	6</a:t>
            </a:r>
          </a:p>
          <a:p>
            <a:pPr>
              <a:buNone/>
            </a:pPr>
            <a:endParaRPr lang="en-GB" dirty="0"/>
          </a:p>
          <a:p>
            <a:r>
              <a:rPr lang="en-GB" dirty="0"/>
              <a:t>Each section is equally likely.</a:t>
            </a:r>
          </a:p>
          <a:p>
            <a:endParaRPr lang="en-GB" dirty="0"/>
          </a:p>
          <a:p>
            <a:r>
              <a:rPr lang="en-GB" dirty="0"/>
              <a:t>What is the probability of the spinner landing on the number 4?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5314994-6337-4875-8CF5-652CAFE8342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4267200"/>
            <a:chOff x="7467600" y="0"/>
            <a:chExt cx="4724400" cy="685800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3A2D4D6-D501-439A-9FC6-397879C465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5CD20BAA-1998-4EBB-AD61-13A92072ECE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7449A6C7-D15F-4AA5-BFA5-71A404B4701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7" name="Rectangle 16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201"/>
            <a:ext cx="11277600" cy="5943598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43000" y="990599"/>
            <a:ext cx="9906000" cy="685800"/>
          </a:xfrm>
        </p:spPr>
        <p:txBody>
          <a:bodyPr anchor="t">
            <a:normAutofit/>
          </a:bodyPr>
          <a:lstStyle/>
          <a:p>
            <a:r>
              <a:rPr lang="en-GB" sz="4000"/>
              <a:t>QUESTION 5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B5A93B06-29E0-4ECA-8AE8-1A924531149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95088444"/>
              </p:ext>
            </p:extLst>
          </p:nvPr>
        </p:nvGraphicFramePr>
        <p:xfrm>
          <a:off x="685800" y="2137228"/>
          <a:ext cx="10820400" cy="373379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GB" sz="4000"/>
              <a:t>QUESTION 6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endParaRPr lang="en-GB" sz="240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A fair, 6-sided dice is thrown.</a:t>
            </a:r>
          </a:p>
          <a:p>
            <a:endParaRPr lang="en-GB" sz="240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What is the probability of getting a multiple of 3?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GB" sz="4000"/>
              <a:t>QUESTION 7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endParaRPr lang="en-GB" sz="240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The probability of Cheryl winning a race is 0.2</a:t>
            </a:r>
          </a:p>
          <a:p>
            <a:endParaRPr lang="en-GB" sz="240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What is the probability that she doesn’t win?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56E9B3E6-E277-4D68-BA48-9CB43FFBD6E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1999" cy="685736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E1C45F0-260A-458C-96ED-C1F6D215121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" y="1216597"/>
            <a:ext cx="731521" cy="673460"/>
            <a:chOff x="3940602" y="308034"/>
            <a:chExt cx="2116791" cy="3428999"/>
          </a:xfrm>
          <a:solidFill>
            <a:schemeClr val="accent4"/>
          </a:solidFill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6604B49-AD5C-4590-B051-06C8222ECD9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940602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743ECCAF-29C5-4537-947C-7EA1292463D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4715626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ED49787B-8DE6-4467-AD0A-8DECC6E0C2D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490650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:a16="http://schemas.microsoft.com/office/drawing/2014/main" id="{D5B0017B-2ECA-49AF-B397-DC140825DF8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0079" y="613954"/>
            <a:ext cx="10907487" cy="1894116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1270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43631" y="809898"/>
            <a:ext cx="10173010" cy="1554480"/>
          </a:xfrm>
        </p:spPr>
        <p:txBody>
          <a:bodyPr anchor="ctr">
            <a:normAutofit/>
          </a:bodyPr>
          <a:lstStyle/>
          <a:p>
            <a:r>
              <a:rPr lang="en-GB" sz="4800"/>
              <a:t>QUESTION 8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6CF1BAF6-AD41-4082-B212-8A1F9A2E877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 flipH="1">
            <a:off x="838200" y="6485313"/>
            <a:ext cx="10515600" cy="0"/>
          </a:xfrm>
          <a:prstGeom prst="line">
            <a:avLst/>
          </a:prstGeom>
          <a:ln w="5715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4D90077D-2CC1-4C03-AD77-3725D8591D3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18374614"/>
              </p:ext>
            </p:extLst>
          </p:nvPr>
        </p:nvGraphicFramePr>
        <p:xfrm>
          <a:off x="904602" y="3017519"/>
          <a:ext cx="10378440" cy="320990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GB" sz="4000"/>
              <a:t>QUESTION 9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endParaRPr lang="en-GB" sz="220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200">
                <a:solidFill>
                  <a:schemeClr val="tx1">
                    <a:alpha val="55000"/>
                  </a:schemeClr>
                </a:solidFill>
              </a:rPr>
              <a:t>A family has 3 children.</a:t>
            </a:r>
          </a:p>
          <a:p>
            <a:endParaRPr lang="en-GB" sz="220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200">
                <a:solidFill>
                  <a:schemeClr val="tx1">
                    <a:alpha val="55000"/>
                  </a:schemeClr>
                </a:solidFill>
              </a:rPr>
              <a:t>One possible combination is Boy, Boy, Girl</a:t>
            </a:r>
          </a:p>
          <a:p>
            <a:endParaRPr lang="en-GB" sz="220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200">
                <a:solidFill>
                  <a:schemeClr val="tx1">
                    <a:alpha val="55000"/>
                  </a:schemeClr>
                </a:solidFill>
              </a:rPr>
              <a:t>How many possible combinations are there?</a:t>
            </a:r>
          </a:p>
          <a:p>
            <a:endParaRPr lang="en-GB" sz="220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200">
                <a:solidFill>
                  <a:schemeClr val="tx1">
                    <a:alpha val="55000"/>
                  </a:schemeClr>
                </a:solidFill>
              </a:rPr>
              <a:t>(You do not need to list them.)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GB" sz="4000"/>
              <a:t>QUESTION 10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endParaRPr lang="en-GB" sz="170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1700">
                <a:solidFill>
                  <a:schemeClr val="tx1">
                    <a:alpha val="55000"/>
                  </a:schemeClr>
                </a:solidFill>
              </a:rPr>
              <a:t>A fair spinner has four sections labelled</a:t>
            </a:r>
          </a:p>
          <a:p>
            <a:pPr lvl="2">
              <a:buNone/>
            </a:pPr>
            <a:r>
              <a:rPr lang="en-GB" sz="1700">
                <a:solidFill>
                  <a:schemeClr val="tx1">
                    <a:alpha val="55000"/>
                  </a:schemeClr>
                </a:solidFill>
              </a:rPr>
              <a:t>		1	3	5	7</a:t>
            </a:r>
          </a:p>
          <a:p>
            <a:pPr>
              <a:buNone/>
            </a:pPr>
            <a:endParaRPr lang="en-GB" sz="170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1700">
                <a:solidFill>
                  <a:schemeClr val="tx1">
                    <a:alpha val="55000"/>
                  </a:schemeClr>
                </a:solidFill>
              </a:rPr>
              <a:t>The spinner is spun and a fair coin is thrown.</a:t>
            </a:r>
          </a:p>
          <a:p>
            <a:endParaRPr lang="en-GB" sz="170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1700">
                <a:solidFill>
                  <a:schemeClr val="tx1">
                    <a:alpha val="55000"/>
                  </a:schemeClr>
                </a:solidFill>
              </a:rPr>
              <a:t>List all the possible outcomes (eg H,1)</a:t>
            </a:r>
          </a:p>
          <a:p>
            <a:endParaRPr lang="en-GB" sz="170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1700">
                <a:solidFill>
                  <a:schemeClr val="tx1">
                    <a:alpha val="55000"/>
                  </a:schemeClr>
                </a:solidFill>
              </a:rPr>
              <a:t>What is the probability of getting:</a:t>
            </a:r>
          </a:p>
          <a:p>
            <a:pPr lvl="2">
              <a:buNone/>
            </a:pPr>
            <a:r>
              <a:rPr lang="en-GB" sz="1700">
                <a:solidFill>
                  <a:schemeClr val="tx1">
                    <a:alpha val="55000"/>
                  </a:schemeClr>
                </a:solidFill>
              </a:rPr>
              <a:t>Tails </a:t>
            </a:r>
            <a:r>
              <a:rPr lang="en-GB" sz="1700" b="1">
                <a:solidFill>
                  <a:schemeClr val="tx1">
                    <a:alpha val="55000"/>
                  </a:schemeClr>
                </a:solidFill>
              </a:rPr>
              <a:t>and</a:t>
            </a:r>
            <a:r>
              <a:rPr lang="en-GB" sz="1700">
                <a:solidFill>
                  <a:schemeClr val="tx1">
                    <a:alpha val="55000"/>
                  </a:schemeClr>
                </a:solidFill>
              </a:rPr>
              <a:t> a number less than 4?  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23D792D-D9F2-4EB4-ADE2-65A518DA648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467600" y="0"/>
            <a:ext cx="47244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25592A9C-8D2C-465B-A803-5CC96FD808D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6B6D3DC2-5D3E-4BC5-AE58-27149337938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D06891CE-5B9C-4B9E-AA78-3A5E25434F8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7467600" y="1"/>
            <a:ext cx="4724400" cy="6857999"/>
          </a:xfrm>
          <a:custGeom>
            <a:avLst/>
            <a:gdLst>
              <a:gd name="connsiteX0" fmla="*/ 0 w 4724400"/>
              <a:gd name="connsiteY0" fmla="*/ 6805948 h 6857999"/>
              <a:gd name="connsiteX1" fmla="*/ 15600 w 4724400"/>
              <a:gd name="connsiteY1" fmla="*/ 6813099 h 6857999"/>
              <a:gd name="connsiteX2" fmla="*/ 117632 w 4724400"/>
              <a:gd name="connsiteY2" fmla="*/ 6850060 h 6857999"/>
              <a:gd name="connsiteX3" fmla="*/ 146175 w 4724400"/>
              <a:gd name="connsiteY3" fmla="*/ 6857998 h 6857999"/>
              <a:gd name="connsiteX4" fmla="*/ 54597 w 4724400"/>
              <a:gd name="connsiteY4" fmla="*/ 6857998 h 6857999"/>
              <a:gd name="connsiteX5" fmla="*/ 0 w 4724400"/>
              <a:gd name="connsiteY5" fmla="*/ 6831490 h 6857999"/>
              <a:gd name="connsiteX6" fmla="*/ 0 w 4724400"/>
              <a:gd name="connsiteY6" fmla="*/ 6736157 h 6857999"/>
              <a:gd name="connsiteX7" fmla="*/ 114811 w 4724400"/>
              <a:gd name="connsiteY7" fmla="*/ 6784122 h 6857999"/>
              <a:gd name="connsiteX8" fmla="*/ 138159 w 4724400"/>
              <a:gd name="connsiteY8" fmla="*/ 6793465 h 6857999"/>
              <a:gd name="connsiteX9" fmla="*/ 270310 w 4724400"/>
              <a:gd name="connsiteY9" fmla="*/ 6840638 h 6857999"/>
              <a:gd name="connsiteX10" fmla="*/ 358932 w 4724400"/>
              <a:gd name="connsiteY10" fmla="*/ 6857999 h 6857999"/>
              <a:gd name="connsiteX11" fmla="*/ 228496 w 4724400"/>
              <a:gd name="connsiteY11" fmla="*/ 6857999 h 6857999"/>
              <a:gd name="connsiteX12" fmla="*/ 126481 w 4724400"/>
              <a:gd name="connsiteY12" fmla="*/ 6821149 h 6857999"/>
              <a:gd name="connsiteX13" fmla="*/ 103134 w 4724400"/>
              <a:gd name="connsiteY13" fmla="*/ 6811799 h 6857999"/>
              <a:gd name="connsiteX14" fmla="*/ 0 w 4724400"/>
              <a:gd name="connsiteY14" fmla="*/ 6767913 h 6857999"/>
              <a:gd name="connsiteX15" fmla="*/ 2460543 w 4724400"/>
              <a:gd name="connsiteY15" fmla="*/ 6515312 h 6857999"/>
              <a:gd name="connsiteX16" fmla="*/ 2286201 w 4724400"/>
              <a:gd name="connsiteY16" fmla="*/ 6525103 h 6857999"/>
              <a:gd name="connsiteX17" fmla="*/ 2110427 w 4724400"/>
              <a:gd name="connsiteY17" fmla="*/ 6532104 h 6857999"/>
              <a:gd name="connsiteX18" fmla="*/ 1956742 w 4724400"/>
              <a:gd name="connsiteY18" fmla="*/ 6528403 h 6857999"/>
              <a:gd name="connsiteX19" fmla="*/ 1534307 w 4724400"/>
              <a:gd name="connsiteY19" fmla="*/ 6560369 h 6857999"/>
              <a:gd name="connsiteX20" fmla="*/ 1454538 w 4724400"/>
              <a:gd name="connsiteY20" fmla="*/ 6591702 h 6857999"/>
              <a:gd name="connsiteX21" fmla="*/ 1619950 w 4724400"/>
              <a:gd name="connsiteY21" fmla="*/ 6599765 h 6857999"/>
              <a:gd name="connsiteX22" fmla="*/ 2044875 w 4724400"/>
              <a:gd name="connsiteY22" fmla="*/ 6563693 h 6857999"/>
              <a:gd name="connsiteX23" fmla="*/ 2460543 w 4724400"/>
              <a:gd name="connsiteY23" fmla="*/ 6515312 h 6857999"/>
              <a:gd name="connsiteX24" fmla="*/ 1883620 w 4724400"/>
              <a:gd name="connsiteY24" fmla="*/ 6459370 h 6857999"/>
              <a:gd name="connsiteX25" fmla="*/ 1532156 w 4724400"/>
              <a:gd name="connsiteY25" fmla="*/ 6529929 h 6857999"/>
              <a:gd name="connsiteX26" fmla="*/ 1958230 w 4724400"/>
              <a:gd name="connsiteY26" fmla="*/ 6498517 h 6857999"/>
              <a:gd name="connsiteX27" fmla="*/ 2110707 w 4724400"/>
              <a:gd name="connsiteY27" fmla="*/ 6502035 h 6857999"/>
              <a:gd name="connsiteX28" fmla="*/ 2285171 w 4724400"/>
              <a:gd name="connsiteY28" fmla="*/ 6495471 h 6857999"/>
              <a:gd name="connsiteX29" fmla="*/ 2385179 w 4724400"/>
              <a:gd name="connsiteY29" fmla="*/ 6489665 h 6857999"/>
              <a:gd name="connsiteX30" fmla="*/ 2227262 w 4724400"/>
              <a:gd name="connsiteY30" fmla="*/ 6473140 h 6857999"/>
              <a:gd name="connsiteX31" fmla="*/ 1883620 w 4724400"/>
              <a:gd name="connsiteY31" fmla="*/ 6459370 h 6857999"/>
              <a:gd name="connsiteX32" fmla="*/ 1611255 w 4724400"/>
              <a:gd name="connsiteY32" fmla="*/ 5884754 h 6857999"/>
              <a:gd name="connsiteX33" fmla="*/ 1357588 w 4724400"/>
              <a:gd name="connsiteY33" fmla="*/ 6496752 h 6857999"/>
              <a:gd name="connsiteX34" fmla="*/ 1611255 w 4724400"/>
              <a:gd name="connsiteY34" fmla="*/ 5884754 h 6857999"/>
              <a:gd name="connsiteX35" fmla="*/ 1646205 w 4724400"/>
              <a:gd name="connsiteY35" fmla="*/ 5883072 h 6857999"/>
              <a:gd name="connsiteX36" fmla="*/ 1387600 w 4724400"/>
              <a:gd name="connsiteY36" fmla="*/ 6494950 h 6857999"/>
              <a:gd name="connsiteX37" fmla="*/ 1646205 w 4724400"/>
              <a:gd name="connsiteY37" fmla="*/ 5883072 h 6857999"/>
              <a:gd name="connsiteX38" fmla="*/ 0 w 4724400"/>
              <a:gd name="connsiteY38" fmla="*/ 5845526 h 6857999"/>
              <a:gd name="connsiteX39" fmla="*/ 23370 w 4724400"/>
              <a:gd name="connsiteY39" fmla="*/ 5869422 h 6857999"/>
              <a:gd name="connsiteX40" fmla="*/ 321428 w 4724400"/>
              <a:gd name="connsiteY40" fmla="*/ 6212316 h 6857999"/>
              <a:gd name="connsiteX41" fmla="*/ 626000 w 4724400"/>
              <a:gd name="connsiteY41" fmla="*/ 6710671 h 6857999"/>
              <a:gd name="connsiteX42" fmla="*/ 661825 w 4724400"/>
              <a:gd name="connsiteY42" fmla="*/ 6854298 h 6857999"/>
              <a:gd name="connsiteX43" fmla="*/ 663298 w 4724400"/>
              <a:gd name="connsiteY43" fmla="*/ 6857998 h 6857999"/>
              <a:gd name="connsiteX44" fmla="*/ 431765 w 4724400"/>
              <a:gd name="connsiteY44" fmla="*/ 6857998 h 6857999"/>
              <a:gd name="connsiteX45" fmla="*/ 293576 w 4724400"/>
              <a:gd name="connsiteY45" fmla="*/ 6816656 h 6857999"/>
              <a:gd name="connsiteX46" fmla="*/ 134480 w 4724400"/>
              <a:gd name="connsiteY46" fmla="*/ 6760867 h 6857999"/>
              <a:gd name="connsiteX47" fmla="*/ 0 w 4724400"/>
              <a:gd name="connsiteY47" fmla="*/ 6714215 h 6857999"/>
              <a:gd name="connsiteX48" fmla="*/ 0 w 4724400"/>
              <a:gd name="connsiteY48" fmla="*/ 6683873 h 6857999"/>
              <a:gd name="connsiteX49" fmla="*/ 143737 w 4724400"/>
              <a:gd name="connsiteY49" fmla="*/ 6732821 h 6857999"/>
              <a:gd name="connsiteX50" fmla="*/ 488162 w 4724400"/>
              <a:gd name="connsiteY50" fmla="*/ 6842006 h 6857999"/>
              <a:gd name="connsiteX51" fmla="*/ 44855 w 4724400"/>
              <a:gd name="connsiteY51" fmla="*/ 6674734 h 6857999"/>
              <a:gd name="connsiteX52" fmla="*/ 0 w 4724400"/>
              <a:gd name="connsiteY52" fmla="*/ 6668575 h 6857999"/>
              <a:gd name="connsiteX53" fmla="*/ 0 w 4724400"/>
              <a:gd name="connsiteY53" fmla="*/ 6628217 h 6857999"/>
              <a:gd name="connsiteX54" fmla="*/ 144942 w 4724400"/>
              <a:gd name="connsiteY54" fmla="*/ 6657611 h 6857999"/>
              <a:gd name="connsiteX55" fmla="*/ 312446 w 4724400"/>
              <a:gd name="connsiteY55" fmla="*/ 6711283 h 6857999"/>
              <a:gd name="connsiteX56" fmla="*/ 477357 w 4724400"/>
              <a:gd name="connsiteY56" fmla="*/ 6799347 h 6857999"/>
              <a:gd name="connsiteX57" fmla="*/ 134228 w 4724400"/>
              <a:gd name="connsiteY57" fmla="*/ 6503934 h 6857999"/>
              <a:gd name="connsiteX58" fmla="*/ 0 w 4724400"/>
              <a:gd name="connsiteY58" fmla="*/ 6334256 h 6857999"/>
              <a:gd name="connsiteX59" fmla="*/ 0 w 4724400"/>
              <a:gd name="connsiteY59" fmla="*/ 6221686 h 6857999"/>
              <a:gd name="connsiteX60" fmla="*/ 113296 w 4724400"/>
              <a:gd name="connsiteY60" fmla="*/ 6402069 h 6857999"/>
              <a:gd name="connsiteX61" fmla="*/ 523262 w 4724400"/>
              <a:gd name="connsiteY61" fmla="*/ 6807025 h 6857999"/>
              <a:gd name="connsiteX62" fmla="*/ 404364 w 4724400"/>
              <a:gd name="connsiteY62" fmla="*/ 6649139 h 6857999"/>
              <a:gd name="connsiteX63" fmla="*/ 392074 w 4724400"/>
              <a:gd name="connsiteY63" fmla="*/ 6636358 h 6857999"/>
              <a:gd name="connsiteX64" fmla="*/ 77450 w 4724400"/>
              <a:gd name="connsiteY64" fmla="*/ 6260110 h 6857999"/>
              <a:gd name="connsiteX65" fmla="*/ 0 w 4724400"/>
              <a:gd name="connsiteY65" fmla="*/ 6163634 h 6857999"/>
              <a:gd name="connsiteX66" fmla="*/ 0 w 4724400"/>
              <a:gd name="connsiteY66" fmla="*/ 6117703 h 6857999"/>
              <a:gd name="connsiteX67" fmla="*/ 99669 w 4724400"/>
              <a:gd name="connsiteY67" fmla="*/ 6240461 h 6857999"/>
              <a:gd name="connsiteX68" fmla="*/ 412670 w 4724400"/>
              <a:gd name="connsiteY68" fmla="*/ 6615176 h 6857999"/>
              <a:gd name="connsiteX69" fmla="*/ 424960 w 4724400"/>
              <a:gd name="connsiteY69" fmla="*/ 6627949 h 6857999"/>
              <a:gd name="connsiteX70" fmla="*/ 504043 w 4724400"/>
              <a:gd name="connsiteY70" fmla="*/ 6718236 h 6857999"/>
              <a:gd name="connsiteX71" fmla="*/ 251759 w 4724400"/>
              <a:gd name="connsiteY71" fmla="*/ 6299011 h 6857999"/>
              <a:gd name="connsiteX72" fmla="*/ 21191 w 4724400"/>
              <a:gd name="connsiteY72" fmla="*/ 6033111 h 6857999"/>
              <a:gd name="connsiteX73" fmla="*/ 0 w 4724400"/>
              <a:gd name="connsiteY73" fmla="*/ 6012219 h 6857999"/>
              <a:gd name="connsiteX74" fmla="*/ 0 w 4724400"/>
              <a:gd name="connsiteY74" fmla="*/ 5971257 h 6857999"/>
              <a:gd name="connsiteX75" fmla="*/ 41571 w 4724400"/>
              <a:gd name="connsiteY75" fmla="*/ 6012292 h 6857999"/>
              <a:gd name="connsiteX76" fmla="*/ 273883 w 4724400"/>
              <a:gd name="connsiteY76" fmla="*/ 6279980 h 6857999"/>
              <a:gd name="connsiteX77" fmla="*/ 541341 w 4724400"/>
              <a:gd name="connsiteY77" fmla="*/ 6733560 h 6857999"/>
              <a:gd name="connsiteX78" fmla="*/ 531634 w 4724400"/>
              <a:gd name="connsiteY78" fmla="*/ 6610993 h 6857999"/>
              <a:gd name="connsiteX79" fmla="*/ 247554 w 4724400"/>
              <a:gd name="connsiteY79" fmla="*/ 6197148 h 6857999"/>
              <a:gd name="connsiteX80" fmla="*/ 33651 w 4724400"/>
              <a:gd name="connsiteY80" fmla="*/ 5957901 h 6857999"/>
              <a:gd name="connsiteX81" fmla="*/ 0 w 4724400"/>
              <a:gd name="connsiteY81" fmla="*/ 5925131 h 6857999"/>
              <a:gd name="connsiteX82" fmla="*/ 1656340 w 4724400"/>
              <a:gd name="connsiteY82" fmla="*/ 5825040 h 6857999"/>
              <a:gd name="connsiteX83" fmla="*/ 1653246 w 4724400"/>
              <a:gd name="connsiteY83" fmla="*/ 5829053 h 6857999"/>
              <a:gd name="connsiteX84" fmla="*/ 1655667 w 4724400"/>
              <a:gd name="connsiteY84" fmla="*/ 5829425 h 6857999"/>
              <a:gd name="connsiteX85" fmla="*/ 2630124 w 4724400"/>
              <a:gd name="connsiteY85" fmla="*/ 5591852 h 6857999"/>
              <a:gd name="connsiteX86" fmla="*/ 2177648 w 4724400"/>
              <a:gd name="connsiteY86" fmla="*/ 5630119 h 6857999"/>
              <a:gd name="connsiteX87" fmla="*/ 2076258 w 4724400"/>
              <a:gd name="connsiteY87" fmla="*/ 5650510 h 6857999"/>
              <a:gd name="connsiteX88" fmla="*/ 2214048 w 4724400"/>
              <a:gd name="connsiteY88" fmla="*/ 5629828 h 6857999"/>
              <a:gd name="connsiteX89" fmla="*/ 3090246 w 4724400"/>
              <a:gd name="connsiteY89" fmla="*/ 5601337 h 6857999"/>
              <a:gd name="connsiteX90" fmla="*/ 2834104 w 4724400"/>
              <a:gd name="connsiteY90" fmla="*/ 5598847 h 6857999"/>
              <a:gd name="connsiteX91" fmla="*/ 2782953 w 4724400"/>
              <a:gd name="connsiteY91" fmla="*/ 5595539 h 6857999"/>
              <a:gd name="connsiteX92" fmla="*/ 2630124 w 4724400"/>
              <a:gd name="connsiteY92" fmla="*/ 5591852 h 6857999"/>
              <a:gd name="connsiteX93" fmla="*/ 2751064 w 4724400"/>
              <a:gd name="connsiteY93" fmla="*/ 5525300 h 6857999"/>
              <a:gd name="connsiteX94" fmla="*/ 2618554 w 4724400"/>
              <a:gd name="connsiteY94" fmla="*/ 5525937 h 6857999"/>
              <a:gd name="connsiteX95" fmla="*/ 2311014 w 4724400"/>
              <a:gd name="connsiteY95" fmla="*/ 5550189 h 6857999"/>
              <a:gd name="connsiteX96" fmla="*/ 2134103 w 4724400"/>
              <a:gd name="connsiteY96" fmla="*/ 5605852 h 6857999"/>
              <a:gd name="connsiteX97" fmla="*/ 2174084 w 4724400"/>
              <a:gd name="connsiteY97" fmla="*/ 5600203 h 6857999"/>
              <a:gd name="connsiteX98" fmla="*/ 2785199 w 4724400"/>
              <a:gd name="connsiteY98" fmla="*/ 5564971 h 6857999"/>
              <a:gd name="connsiteX99" fmla="*/ 2836697 w 4724400"/>
              <a:gd name="connsiteY99" fmla="*/ 5568822 h 6857999"/>
              <a:gd name="connsiteX100" fmla="*/ 3066345 w 4724400"/>
              <a:gd name="connsiteY100" fmla="*/ 5573703 h 6857999"/>
              <a:gd name="connsiteX101" fmla="*/ 2978461 w 4724400"/>
              <a:gd name="connsiteY101" fmla="*/ 5555562 h 6857999"/>
              <a:gd name="connsiteX102" fmla="*/ 2893277 w 4724400"/>
              <a:gd name="connsiteY102" fmla="*/ 5538004 h 6857999"/>
              <a:gd name="connsiteX103" fmla="*/ 2751064 w 4724400"/>
              <a:gd name="connsiteY103" fmla="*/ 5525300 h 6857999"/>
              <a:gd name="connsiteX104" fmla="*/ 2636807 w 4724400"/>
              <a:gd name="connsiteY104" fmla="*/ 5458317 h 6857999"/>
              <a:gd name="connsiteX105" fmla="*/ 2236775 w 4724400"/>
              <a:gd name="connsiteY105" fmla="*/ 5536349 h 6857999"/>
              <a:gd name="connsiteX106" fmla="*/ 2306204 w 4724400"/>
              <a:gd name="connsiteY106" fmla="*/ 5519543 h 6857999"/>
              <a:gd name="connsiteX107" fmla="*/ 2619005 w 4724400"/>
              <a:gd name="connsiteY107" fmla="*/ 5494992 h 6857999"/>
              <a:gd name="connsiteX108" fmla="*/ 2899676 w 4724400"/>
              <a:gd name="connsiteY108" fmla="*/ 5507848 h 6857999"/>
              <a:gd name="connsiteX109" fmla="*/ 2986662 w 4724400"/>
              <a:gd name="connsiteY109" fmla="*/ 5525798 h 6857999"/>
              <a:gd name="connsiteX110" fmla="*/ 3101623 w 4724400"/>
              <a:gd name="connsiteY110" fmla="*/ 5547311 h 6857999"/>
              <a:gd name="connsiteX111" fmla="*/ 2636807 w 4724400"/>
              <a:gd name="connsiteY111" fmla="*/ 5458317 h 6857999"/>
              <a:gd name="connsiteX112" fmla="*/ 0 w 4724400"/>
              <a:gd name="connsiteY112" fmla="*/ 5142496 h 6857999"/>
              <a:gd name="connsiteX113" fmla="*/ 127996 w 4724400"/>
              <a:gd name="connsiteY113" fmla="*/ 5201004 h 6857999"/>
              <a:gd name="connsiteX114" fmla="*/ 661087 w 4724400"/>
              <a:gd name="connsiteY114" fmla="*/ 5790959 h 6857999"/>
              <a:gd name="connsiteX115" fmla="*/ 1029402 w 4724400"/>
              <a:gd name="connsiteY115" fmla="*/ 6204913 h 6857999"/>
              <a:gd name="connsiteX116" fmla="*/ 1046692 w 4724400"/>
              <a:gd name="connsiteY116" fmla="*/ 6015372 h 6857999"/>
              <a:gd name="connsiteX117" fmla="*/ 1024238 w 4724400"/>
              <a:gd name="connsiteY117" fmla="*/ 5336275 h 6857999"/>
              <a:gd name="connsiteX118" fmla="*/ 1138131 w 4724400"/>
              <a:gd name="connsiteY118" fmla="*/ 5600804 h 6857999"/>
              <a:gd name="connsiteX119" fmla="*/ 1127280 w 4724400"/>
              <a:gd name="connsiteY119" fmla="*/ 6039262 h 6857999"/>
              <a:gd name="connsiteX120" fmla="*/ 1026642 w 4724400"/>
              <a:gd name="connsiteY120" fmla="*/ 6792600 h 6857999"/>
              <a:gd name="connsiteX121" fmla="*/ 1327075 w 4724400"/>
              <a:gd name="connsiteY121" fmla="*/ 6590735 h 6857999"/>
              <a:gd name="connsiteX122" fmla="*/ 1332848 w 4724400"/>
              <a:gd name="connsiteY122" fmla="*/ 6581371 h 6857999"/>
              <a:gd name="connsiteX123" fmla="*/ 1320586 w 4724400"/>
              <a:gd name="connsiteY123" fmla="*/ 6572441 h 6857999"/>
              <a:gd name="connsiteX124" fmla="*/ 1669632 w 4724400"/>
              <a:gd name="connsiteY124" fmla="*/ 5665639 h 6857999"/>
              <a:gd name="connsiteX125" fmla="*/ 1749165 w 4724400"/>
              <a:gd name="connsiteY125" fmla="*/ 5696416 h 6857999"/>
              <a:gd name="connsiteX126" fmla="*/ 1502249 w 4724400"/>
              <a:gd name="connsiteY126" fmla="*/ 6466405 h 6857999"/>
              <a:gd name="connsiteX127" fmla="*/ 2238637 w 4724400"/>
              <a:gd name="connsiteY127" fmla="*/ 6419148 h 6857999"/>
              <a:gd name="connsiteX128" fmla="*/ 2642775 w 4724400"/>
              <a:gd name="connsiteY128" fmla="*/ 6563116 h 6857999"/>
              <a:gd name="connsiteX129" fmla="*/ 2628681 w 4724400"/>
              <a:gd name="connsiteY129" fmla="*/ 6578254 h 6857999"/>
              <a:gd name="connsiteX130" fmla="*/ 1600072 w 4724400"/>
              <a:gd name="connsiteY130" fmla="*/ 6648608 h 6857999"/>
              <a:gd name="connsiteX131" fmla="*/ 1391841 w 4724400"/>
              <a:gd name="connsiteY131" fmla="*/ 6641028 h 6857999"/>
              <a:gd name="connsiteX132" fmla="*/ 1389928 w 4724400"/>
              <a:gd name="connsiteY132" fmla="*/ 6641375 h 6857999"/>
              <a:gd name="connsiteX133" fmla="*/ 1380979 w 4724400"/>
              <a:gd name="connsiteY133" fmla="*/ 6643204 h 6857999"/>
              <a:gd name="connsiteX134" fmla="*/ 1108685 w 4724400"/>
              <a:gd name="connsiteY134" fmla="*/ 6824788 h 6857999"/>
              <a:gd name="connsiteX135" fmla="*/ 1051559 w 4724400"/>
              <a:gd name="connsiteY135" fmla="*/ 6857998 h 6857999"/>
              <a:gd name="connsiteX136" fmla="*/ 925940 w 4724400"/>
              <a:gd name="connsiteY136" fmla="*/ 6857998 h 6857999"/>
              <a:gd name="connsiteX137" fmla="*/ 949746 w 4724400"/>
              <a:gd name="connsiteY137" fmla="*/ 6745652 h 6857999"/>
              <a:gd name="connsiteX138" fmla="*/ 1017902 w 4724400"/>
              <a:gd name="connsiteY138" fmla="*/ 6308216 h 6857999"/>
              <a:gd name="connsiteX139" fmla="*/ 1012614 w 4724400"/>
              <a:gd name="connsiteY139" fmla="*/ 6302278 h 6857999"/>
              <a:gd name="connsiteX140" fmla="*/ 644615 w 4724400"/>
              <a:gd name="connsiteY140" fmla="*/ 5837768 h 6857999"/>
              <a:gd name="connsiteX141" fmla="*/ 627546 w 4724400"/>
              <a:gd name="connsiteY141" fmla="*/ 5831943 h 6857999"/>
              <a:gd name="connsiteX142" fmla="*/ 128963 w 4724400"/>
              <a:gd name="connsiteY142" fmla="*/ 5481226 h 6857999"/>
              <a:gd name="connsiteX143" fmla="*/ 0 w 4724400"/>
              <a:gd name="connsiteY143" fmla="*/ 5361850 h 6857999"/>
              <a:gd name="connsiteX144" fmla="*/ 0 w 4724400"/>
              <a:gd name="connsiteY144" fmla="*/ 5297634 h 6857999"/>
              <a:gd name="connsiteX145" fmla="*/ 40861 w 4724400"/>
              <a:gd name="connsiteY145" fmla="*/ 5333413 h 6857999"/>
              <a:gd name="connsiteX146" fmla="*/ 514278 w 4724400"/>
              <a:gd name="connsiteY146" fmla="*/ 5738345 h 6857999"/>
              <a:gd name="connsiteX147" fmla="*/ 337180 w 4724400"/>
              <a:gd name="connsiteY147" fmla="*/ 5572174 h 6857999"/>
              <a:gd name="connsiteX148" fmla="*/ 303564 w 4724400"/>
              <a:gd name="connsiteY148" fmla="*/ 5536908 h 6857999"/>
              <a:gd name="connsiteX149" fmla="*/ 88496 w 4724400"/>
              <a:gd name="connsiteY149" fmla="*/ 5343132 h 6857999"/>
              <a:gd name="connsiteX150" fmla="*/ 0 w 4724400"/>
              <a:gd name="connsiteY150" fmla="*/ 5277736 h 6857999"/>
              <a:gd name="connsiteX151" fmla="*/ 0 w 4724400"/>
              <a:gd name="connsiteY151" fmla="*/ 5241225 h 6857999"/>
              <a:gd name="connsiteX152" fmla="*/ 106479 w 4724400"/>
              <a:gd name="connsiteY152" fmla="*/ 5319780 h 6857999"/>
              <a:gd name="connsiteX153" fmla="*/ 324159 w 4724400"/>
              <a:gd name="connsiteY153" fmla="*/ 5515717 h 6857999"/>
              <a:gd name="connsiteX154" fmla="*/ 357680 w 4724400"/>
              <a:gd name="connsiteY154" fmla="*/ 5551608 h 6857999"/>
              <a:gd name="connsiteX155" fmla="*/ 514810 w 4724400"/>
              <a:gd name="connsiteY155" fmla="*/ 5702551 h 6857999"/>
              <a:gd name="connsiteX156" fmla="*/ 464808 w 4724400"/>
              <a:gd name="connsiteY156" fmla="*/ 5632736 h 6857999"/>
              <a:gd name="connsiteX157" fmla="*/ 416327 w 4724400"/>
              <a:gd name="connsiteY157" fmla="*/ 5565087 h 6857999"/>
              <a:gd name="connsiteX158" fmla="*/ 232232 w 4724400"/>
              <a:gd name="connsiteY158" fmla="*/ 5379904 h 6857999"/>
              <a:gd name="connsiteX159" fmla="*/ 2640 w 4724400"/>
              <a:gd name="connsiteY159" fmla="*/ 5200559 h 6857999"/>
              <a:gd name="connsiteX160" fmla="*/ 0 w 4724400"/>
              <a:gd name="connsiteY160" fmla="*/ 5199146 h 6857999"/>
              <a:gd name="connsiteX161" fmla="*/ 0 w 4724400"/>
              <a:gd name="connsiteY161" fmla="*/ 5164774 h 6857999"/>
              <a:gd name="connsiteX162" fmla="*/ 18363 w 4724400"/>
              <a:gd name="connsiteY162" fmla="*/ 5174783 h 6857999"/>
              <a:gd name="connsiteX163" fmla="*/ 251810 w 4724400"/>
              <a:gd name="connsiteY163" fmla="*/ 5357281 h 6857999"/>
              <a:gd name="connsiteX164" fmla="*/ 439563 w 4724400"/>
              <a:gd name="connsiteY164" fmla="*/ 5546863 h 6857999"/>
              <a:gd name="connsiteX165" fmla="*/ 489056 w 4724400"/>
              <a:gd name="connsiteY165" fmla="*/ 5615961 h 6857999"/>
              <a:gd name="connsiteX166" fmla="*/ 555845 w 4724400"/>
              <a:gd name="connsiteY166" fmla="*/ 5705642 h 6857999"/>
              <a:gd name="connsiteX167" fmla="*/ 287056 w 4724400"/>
              <a:gd name="connsiteY167" fmla="*/ 5341546 h 6857999"/>
              <a:gd name="connsiteX168" fmla="*/ 49874 w 4724400"/>
              <a:gd name="connsiteY168" fmla="*/ 5178238 h 6857999"/>
              <a:gd name="connsiteX169" fmla="*/ 0 w 4724400"/>
              <a:gd name="connsiteY169" fmla="*/ 5158623 h 6857999"/>
              <a:gd name="connsiteX170" fmla="*/ 4076694 w 4724400"/>
              <a:gd name="connsiteY170" fmla="*/ 4944364 h 6857999"/>
              <a:gd name="connsiteX171" fmla="*/ 4287610 w 4724400"/>
              <a:gd name="connsiteY171" fmla="*/ 5588157 h 6857999"/>
              <a:gd name="connsiteX172" fmla="*/ 4076694 w 4724400"/>
              <a:gd name="connsiteY172" fmla="*/ 4944364 h 6857999"/>
              <a:gd name="connsiteX173" fmla="*/ 4103808 w 4724400"/>
              <a:gd name="connsiteY173" fmla="*/ 4918599 h 6857999"/>
              <a:gd name="connsiteX174" fmla="*/ 4310650 w 4724400"/>
              <a:gd name="connsiteY174" fmla="*/ 5565760 h 6857999"/>
              <a:gd name="connsiteX175" fmla="*/ 4103808 w 4724400"/>
              <a:gd name="connsiteY175" fmla="*/ 4918599 h 6857999"/>
              <a:gd name="connsiteX176" fmla="*/ 4072554 w 4724400"/>
              <a:gd name="connsiteY176" fmla="*/ 4867303 h 6857999"/>
              <a:gd name="connsiteX177" fmla="*/ 4072780 w 4724400"/>
              <a:gd name="connsiteY177" fmla="*/ 4872526 h 6857999"/>
              <a:gd name="connsiteX178" fmla="*/ 4074990 w 4724400"/>
              <a:gd name="connsiteY178" fmla="*/ 4871112 h 6857999"/>
              <a:gd name="connsiteX179" fmla="*/ 3100062 w 4724400"/>
              <a:gd name="connsiteY179" fmla="*/ 4866948 h 6857999"/>
              <a:gd name="connsiteX180" fmla="*/ 2963625 w 4724400"/>
              <a:gd name="connsiteY180" fmla="*/ 4877568 h 6857999"/>
              <a:gd name="connsiteX181" fmla="*/ 2809956 w 4724400"/>
              <a:gd name="connsiteY181" fmla="*/ 4889247 h 6857999"/>
              <a:gd name="connsiteX182" fmla="*/ 2688275 w 4724400"/>
              <a:gd name="connsiteY182" fmla="*/ 4882769 h 6857999"/>
              <a:gd name="connsiteX183" fmla="*/ 2605133 w 4724400"/>
              <a:gd name="connsiteY183" fmla="*/ 4876924 h 6857999"/>
              <a:gd name="connsiteX184" fmla="*/ 2414900 w 4724400"/>
              <a:gd name="connsiteY184" fmla="*/ 4881330 h 6857999"/>
              <a:gd name="connsiteX185" fmla="*/ 2217605 w 4724400"/>
              <a:gd name="connsiteY185" fmla="*/ 4885650 h 6857999"/>
              <a:gd name="connsiteX186" fmla="*/ 2199332 w 4724400"/>
              <a:gd name="connsiteY186" fmla="*/ 4885075 h 6857999"/>
              <a:gd name="connsiteX187" fmla="*/ 2141062 w 4724400"/>
              <a:gd name="connsiteY187" fmla="*/ 4884027 h 6857999"/>
              <a:gd name="connsiteX188" fmla="*/ 2558630 w 4724400"/>
              <a:gd name="connsiteY188" fmla="*/ 4938088 h 6857999"/>
              <a:gd name="connsiteX189" fmla="*/ 3100062 w 4724400"/>
              <a:gd name="connsiteY189" fmla="*/ 4866948 h 6857999"/>
              <a:gd name="connsiteX190" fmla="*/ 2753415 w 4724400"/>
              <a:gd name="connsiteY190" fmla="*/ 4783657 h 6857999"/>
              <a:gd name="connsiteX191" fmla="*/ 2639521 w 4724400"/>
              <a:gd name="connsiteY191" fmla="*/ 4785091 h 6857999"/>
              <a:gd name="connsiteX192" fmla="*/ 2193068 w 4724400"/>
              <a:gd name="connsiteY192" fmla="*/ 4854595 h 6857999"/>
              <a:gd name="connsiteX193" fmla="*/ 2201931 w 4724400"/>
              <a:gd name="connsiteY193" fmla="*/ 4855057 h 6857999"/>
              <a:gd name="connsiteX194" fmla="*/ 2219654 w 4724400"/>
              <a:gd name="connsiteY194" fmla="*/ 4855986 h 6857999"/>
              <a:gd name="connsiteX195" fmla="*/ 2413690 w 4724400"/>
              <a:gd name="connsiteY195" fmla="*/ 4851445 h 6857999"/>
              <a:gd name="connsiteX196" fmla="*/ 2606832 w 4724400"/>
              <a:gd name="connsiteY196" fmla="*/ 4846715 h 6857999"/>
              <a:gd name="connsiteX197" fmla="*/ 2691769 w 4724400"/>
              <a:gd name="connsiteY197" fmla="*/ 4852935 h 6857999"/>
              <a:gd name="connsiteX198" fmla="*/ 2811106 w 4724400"/>
              <a:gd name="connsiteY198" fmla="*/ 4859393 h 6857999"/>
              <a:gd name="connsiteX199" fmla="*/ 2961520 w 4724400"/>
              <a:gd name="connsiteY199" fmla="*/ 4847493 h 6857999"/>
              <a:gd name="connsiteX200" fmla="*/ 3070965 w 4724400"/>
              <a:gd name="connsiteY200" fmla="*/ 4837270 h 6857999"/>
              <a:gd name="connsiteX201" fmla="*/ 2753415 w 4724400"/>
              <a:gd name="connsiteY201" fmla="*/ 4783657 h 6857999"/>
              <a:gd name="connsiteX202" fmla="*/ 2389654 w 4724400"/>
              <a:gd name="connsiteY202" fmla="*/ 4275904 h 6857999"/>
              <a:gd name="connsiteX203" fmla="*/ 1522266 w 4724400"/>
              <a:gd name="connsiteY203" fmla="*/ 4472742 h 6857999"/>
              <a:gd name="connsiteX204" fmla="*/ 1464014 w 4724400"/>
              <a:gd name="connsiteY204" fmla="*/ 4498508 h 6857999"/>
              <a:gd name="connsiteX205" fmla="*/ 1376111 w 4724400"/>
              <a:gd name="connsiteY205" fmla="*/ 4536334 h 6857999"/>
              <a:gd name="connsiteX206" fmla="*/ 1498493 w 4724400"/>
              <a:gd name="connsiteY206" fmla="*/ 4502509 h 6857999"/>
              <a:gd name="connsiteX207" fmla="*/ 1831627 w 4724400"/>
              <a:gd name="connsiteY207" fmla="*/ 4454994 h 6857999"/>
              <a:gd name="connsiteX208" fmla="*/ 2389654 w 4724400"/>
              <a:gd name="connsiteY208" fmla="*/ 4275904 h 6857999"/>
              <a:gd name="connsiteX209" fmla="*/ 2147582 w 4724400"/>
              <a:gd name="connsiteY209" fmla="*/ 4220499 h 6857999"/>
              <a:gd name="connsiteX210" fmla="*/ 1556088 w 4724400"/>
              <a:gd name="connsiteY210" fmla="*/ 4425819 h 6857999"/>
              <a:gd name="connsiteX211" fmla="*/ 2346927 w 4724400"/>
              <a:gd name="connsiteY211" fmla="*/ 4248048 h 6857999"/>
              <a:gd name="connsiteX212" fmla="*/ 2147582 w 4724400"/>
              <a:gd name="connsiteY212" fmla="*/ 4220499 h 6857999"/>
              <a:gd name="connsiteX213" fmla="*/ 1790494 w 4724400"/>
              <a:gd name="connsiteY213" fmla="*/ 3958602 h 6857999"/>
              <a:gd name="connsiteX214" fmla="*/ 1059112 w 4724400"/>
              <a:gd name="connsiteY214" fmla="*/ 4119804 h 6857999"/>
              <a:gd name="connsiteX215" fmla="*/ 1790494 w 4724400"/>
              <a:gd name="connsiteY215" fmla="*/ 3958602 h 6857999"/>
              <a:gd name="connsiteX216" fmla="*/ 3757613 w 4724400"/>
              <a:gd name="connsiteY216" fmla="*/ 3936722 h 6857999"/>
              <a:gd name="connsiteX217" fmla="*/ 3715314 w 4724400"/>
              <a:gd name="connsiteY217" fmla="*/ 4196771 h 6857999"/>
              <a:gd name="connsiteX218" fmla="*/ 3631611 w 4724400"/>
              <a:gd name="connsiteY218" fmla="*/ 4613594 h 6857999"/>
              <a:gd name="connsiteX219" fmla="*/ 3596909 w 4724400"/>
              <a:gd name="connsiteY219" fmla="*/ 4707830 h 6857999"/>
              <a:gd name="connsiteX220" fmla="*/ 3581749 w 4724400"/>
              <a:gd name="connsiteY220" fmla="*/ 4747418 h 6857999"/>
              <a:gd name="connsiteX221" fmla="*/ 3510660 w 4724400"/>
              <a:gd name="connsiteY221" fmla="*/ 4966094 h 6857999"/>
              <a:gd name="connsiteX222" fmla="*/ 3757613 w 4724400"/>
              <a:gd name="connsiteY222" fmla="*/ 3936722 h 6857999"/>
              <a:gd name="connsiteX223" fmla="*/ 1701387 w 4724400"/>
              <a:gd name="connsiteY223" fmla="*/ 3919232 h 6857999"/>
              <a:gd name="connsiteX224" fmla="*/ 1136310 w 4724400"/>
              <a:gd name="connsiteY224" fmla="*/ 4068895 h 6857999"/>
              <a:gd name="connsiteX225" fmla="*/ 1784782 w 4724400"/>
              <a:gd name="connsiteY225" fmla="*/ 3927759 h 6857999"/>
              <a:gd name="connsiteX226" fmla="*/ 1701387 w 4724400"/>
              <a:gd name="connsiteY226" fmla="*/ 3919232 h 6857999"/>
              <a:gd name="connsiteX227" fmla="*/ 3733405 w 4724400"/>
              <a:gd name="connsiteY227" fmla="*/ 3900089 h 6857999"/>
              <a:gd name="connsiteX228" fmla="*/ 3500832 w 4724400"/>
              <a:gd name="connsiteY228" fmla="*/ 4885010 h 6857999"/>
              <a:gd name="connsiteX229" fmla="*/ 3552367 w 4724400"/>
              <a:gd name="connsiteY229" fmla="*/ 4735553 h 6857999"/>
              <a:gd name="connsiteX230" fmla="*/ 3567525 w 4724400"/>
              <a:gd name="connsiteY230" fmla="*/ 4695966 h 6857999"/>
              <a:gd name="connsiteX231" fmla="*/ 3602372 w 4724400"/>
              <a:gd name="connsiteY231" fmla="*/ 4603168 h 6857999"/>
              <a:gd name="connsiteX232" fmla="*/ 3684639 w 4724400"/>
              <a:gd name="connsiteY232" fmla="*/ 4192628 h 6857999"/>
              <a:gd name="connsiteX233" fmla="*/ 3733405 w 4724400"/>
              <a:gd name="connsiteY233" fmla="*/ 3900089 h 6857999"/>
              <a:gd name="connsiteX234" fmla="*/ 2800959 w 4724400"/>
              <a:gd name="connsiteY234" fmla="*/ 3871054 h 6857999"/>
              <a:gd name="connsiteX235" fmla="*/ 3026569 w 4724400"/>
              <a:gd name="connsiteY235" fmla="*/ 4520780 h 6857999"/>
              <a:gd name="connsiteX236" fmla="*/ 2889061 w 4724400"/>
              <a:gd name="connsiteY236" fmla="*/ 4157302 h 6857999"/>
              <a:gd name="connsiteX237" fmla="*/ 2800959 w 4724400"/>
              <a:gd name="connsiteY237" fmla="*/ 3871054 h 6857999"/>
              <a:gd name="connsiteX238" fmla="*/ 2809929 w 4724400"/>
              <a:gd name="connsiteY238" fmla="*/ 3701307 h 6857999"/>
              <a:gd name="connsiteX239" fmla="*/ 2809197 w 4724400"/>
              <a:gd name="connsiteY239" fmla="*/ 3708672 h 6857999"/>
              <a:gd name="connsiteX240" fmla="*/ 2918306 w 4724400"/>
              <a:gd name="connsiteY240" fmla="*/ 4147031 h 6857999"/>
              <a:gd name="connsiteX241" fmla="*/ 3068858 w 4724400"/>
              <a:gd name="connsiteY241" fmla="*/ 4544310 h 6857999"/>
              <a:gd name="connsiteX242" fmla="*/ 2968879 w 4724400"/>
              <a:gd name="connsiteY242" fmla="*/ 4144570 h 6857999"/>
              <a:gd name="connsiteX243" fmla="*/ 2809929 w 4724400"/>
              <a:gd name="connsiteY243" fmla="*/ 3701307 h 6857999"/>
              <a:gd name="connsiteX244" fmla="*/ 1867196 w 4724400"/>
              <a:gd name="connsiteY244" fmla="*/ 3456584 h 6857999"/>
              <a:gd name="connsiteX245" fmla="*/ 2183970 w 4724400"/>
              <a:gd name="connsiteY245" fmla="*/ 3826505 h 6857999"/>
              <a:gd name="connsiteX246" fmla="*/ 1867196 w 4724400"/>
              <a:gd name="connsiteY246" fmla="*/ 3456584 h 6857999"/>
              <a:gd name="connsiteX247" fmla="*/ 2322880 w 4724400"/>
              <a:gd name="connsiteY247" fmla="*/ 3078533 h 6857999"/>
              <a:gd name="connsiteX248" fmla="*/ 2295695 w 4724400"/>
              <a:gd name="connsiteY248" fmla="*/ 3245370 h 6857999"/>
              <a:gd name="connsiteX249" fmla="*/ 2268858 w 4724400"/>
              <a:gd name="connsiteY249" fmla="*/ 3758413 h 6857999"/>
              <a:gd name="connsiteX250" fmla="*/ 2295899 w 4724400"/>
              <a:gd name="connsiteY250" fmla="*/ 3528057 h 6857999"/>
              <a:gd name="connsiteX251" fmla="*/ 2326306 w 4724400"/>
              <a:gd name="connsiteY251" fmla="*/ 3231157 h 6857999"/>
              <a:gd name="connsiteX252" fmla="*/ 2324274 w 4724400"/>
              <a:gd name="connsiteY252" fmla="*/ 3142788 h 6857999"/>
              <a:gd name="connsiteX253" fmla="*/ 2322880 w 4724400"/>
              <a:gd name="connsiteY253" fmla="*/ 3078533 h 6857999"/>
              <a:gd name="connsiteX254" fmla="*/ 912797 w 4724400"/>
              <a:gd name="connsiteY254" fmla="*/ 2896659 h 6857999"/>
              <a:gd name="connsiteX255" fmla="*/ 1167201 w 4724400"/>
              <a:gd name="connsiteY255" fmla="*/ 3304169 h 6857999"/>
              <a:gd name="connsiteX256" fmla="*/ 1503848 w 4724400"/>
              <a:gd name="connsiteY256" fmla="*/ 3675946 h 6857999"/>
              <a:gd name="connsiteX257" fmla="*/ 1353091 w 4724400"/>
              <a:gd name="connsiteY257" fmla="*/ 3486482 h 6857999"/>
              <a:gd name="connsiteX258" fmla="*/ 1340012 w 4724400"/>
              <a:gd name="connsiteY258" fmla="*/ 3467256 h 6857999"/>
              <a:gd name="connsiteX259" fmla="*/ 1089196 w 4724400"/>
              <a:gd name="connsiteY259" fmla="*/ 3116474 h 6857999"/>
              <a:gd name="connsiteX260" fmla="*/ 959418 w 4724400"/>
              <a:gd name="connsiteY260" fmla="*/ 2948853 h 6857999"/>
              <a:gd name="connsiteX261" fmla="*/ 912797 w 4724400"/>
              <a:gd name="connsiteY261" fmla="*/ 2896659 h 6857999"/>
              <a:gd name="connsiteX262" fmla="*/ 2363420 w 4724400"/>
              <a:gd name="connsiteY262" fmla="*/ 2871730 h 6857999"/>
              <a:gd name="connsiteX263" fmla="*/ 2360107 w 4724400"/>
              <a:gd name="connsiteY263" fmla="*/ 2915231 h 6857999"/>
              <a:gd name="connsiteX264" fmla="*/ 2353099 w 4724400"/>
              <a:gd name="connsiteY264" fmla="*/ 3051540 h 6857999"/>
              <a:gd name="connsiteX265" fmla="*/ 2354925 w 4724400"/>
              <a:gd name="connsiteY265" fmla="*/ 3140814 h 6857999"/>
              <a:gd name="connsiteX266" fmla="*/ 2357104 w 4724400"/>
              <a:gd name="connsiteY266" fmla="*/ 3230628 h 6857999"/>
              <a:gd name="connsiteX267" fmla="*/ 2326221 w 4724400"/>
              <a:gd name="connsiteY267" fmla="*/ 3531652 h 6857999"/>
              <a:gd name="connsiteX268" fmla="*/ 2299836 w 4724400"/>
              <a:gd name="connsiteY268" fmla="*/ 3750864 h 6857999"/>
              <a:gd name="connsiteX269" fmla="*/ 2346877 w 4724400"/>
              <a:gd name="connsiteY269" fmla="*/ 3662531 h 6857999"/>
              <a:gd name="connsiteX270" fmla="*/ 2363420 w 4724400"/>
              <a:gd name="connsiteY270" fmla="*/ 2871730 h 6857999"/>
              <a:gd name="connsiteX271" fmla="*/ 912921 w 4724400"/>
              <a:gd name="connsiteY271" fmla="*/ 2850596 h 6857999"/>
              <a:gd name="connsiteX272" fmla="*/ 983846 w 4724400"/>
              <a:gd name="connsiteY272" fmla="*/ 2928627 h 6857999"/>
              <a:gd name="connsiteX273" fmla="*/ 1114669 w 4724400"/>
              <a:gd name="connsiteY273" fmla="*/ 3097880 h 6857999"/>
              <a:gd name="connsiteX274" fmla="*/ 1366183 w 4724400"/>
              <a:gd name="connsiteY274" fmla="*/ 3449753 h 6857999"/>
              <a:gd name="connsiteX275" fmla="*/ 1379263 w 4724400"/>
              <a:gd name="connsiteY275" fmla="*/ 3468981 h 6857999"/>
              <a:gd name="connsiteX276" fmla="*/ 1492446 w 4724400"/>
              <a:gd name="connsiteY276" fmla="*/ 3620389 h 6857999"/>
              <a:gd name="connsiteX277" fmla="*/ 912921 w 4724400"/>
              <a:gd name="connsiteY277" fmla="*/ 2850596 h 6857999"/>
              <a:gd name="connsiteX278" fmla="*/ 2386551 w 4724400"/>
              <a:gd name="connsiteY278" fmla="*/ 2642862 h 6857999"/>
              <a:gd name="connsiteX279" fmla="*/ 2403741 w 4724400"/>
              <a:gd name="connsiteY279" fmla="*/ 2659697 h 6857999"/>
              <a:gd name="connsiteX280" fmla="*/ 2499078 w 4724400"/>
              <a:gd name="connsiteY280" fmla="*/ 3423399 h 6857999"/>
              <a:gd name="connsiteX281" fmla="*/ 2413232 w 4724400"/>
              <a:gd name="connsiteY281" fmla="*/ 3700562 h 6857999"/>
              <a:gd name="connsiteX282" fmla="*/ 2428424 w 4724400"/>
              <a:gd name="connsiteY282" fmla="*/ 4178295 h 6857999"/>
              <a:gd name="connsiteX283" fmla="*/ 2927779 w 4724400"/>
              <a:gd name="connsiteY283" fmla="*/ 4531843 h 6857999"/>
              <a:gd name="connsiteX284" fmla="*/ 2758380 w 4724400"/>
              <a:gd name="connsiteY284" fmla="*/ 3561061 h 6857999"/>
              <a:gd name="connsiteX285" fmla="*/ 2846610 w 4724400"/>
              <a:gd name="connsiteY285" fmla="*/ 3538353 h 6857999"/>
              <a:gd name="connsiteX286" fmla="*/ 3106063 w 4724400"/>
              <a:gd name="connsiteY286" fmla="*/ 4271430 h 6857999"/>
              <a:gd name="connsiteX287" fmla="*/ 3116136 w 4724400"/>
              <a:gd name="connsiteY287" fmla="*/ 4688819 h 6857999"/>
              <a:gd name="connsiteX288" fmla="*/ 3412872 w 4724400"/>
              <a:gd name="connsiteY288" fmla="*/ 4966558 h 6857999"/>
              <a:gd name="connsiteX289" fmla="*/ 3763612 w 4724400"/>
              <a:gd name="connsiteY289" fmla="*/ 3645474 h 6857999"/>
              <a:gd name="connsiteX290" fmla="*/ 3850165 w 4724400"/>
              <a:gd name="connsiteY290" fmla="*/ 3638405 h 6857999"/>
              <a:gd name="connsiteX291" fmla="*/ 3515311 w 4724400"/>
              <a:gd name="connsiteY291" fmla="*/ 5051260 h 6857999"/>
              <a:gd name="connsiteX292" fmla="*/ 3501147 w 4724400"/>
              <a:gd name="connsiteY292" fmla="*/ 5059552 h 6857999"/>
              <a:gd name="connsiteX293" fmla="*/ 3790420 w 4724400"/>
              <a:gd name="connsiteY293" fmla="*/ 5401078 h 6857999"/>
              <a:gd name="connsiteX294" fmla="*/ 4221141 w 4724400"/>
              <a:gd name="connsiteY294" fmla="*/ 6045312 h 6857999"/>
              <a:gd name="connsiteX295" fmla="*/ 4326825 w 4724400"/>
              <a:gd name="connsiteY295" fmla="*/ 5681109 h 6857999"/>
              <a:gd name="connsiteX296" fmla="*/ 4325127 w 4724400"/>
              <a:gd name="connsiteY296" fmla="*/ 5669934 h 6857999"/>
              <a:gd name="connsiteX297" fmla="*/ 4309144 w 4724400"/>
              <a:gd name="connsiteY297" fmla="*/ 5671723 h 6857999"/>
              <a:gd name="connsiteX298" fmla="*/ 3974946 w 4724400"/>
              <a:gd name="connsiteY298" fmla="*/ 4736592 h 6857999"/>
              <a:gd name="connsiteX299" fmla="*/ 4060171 w 4724400"/>
              <a:gd name="connsiteY299" fmla="*/ 4704317 h 6857999"/>
              <a:gd name="connsiteX300" fmla="*/ 4383942 w 4724400"/>
              <a:gd name="connsiteY300" fmla="*/ 5463703 h 6857999"/>
              <a:gd name="connsiteX301" fmla="*/ 4654905 w 4724400"/>
              <a:gd name="connsiteY301" fmla="*/ 5156948 h 6857999"/>
              <a:gd name="connsiteX302" fmla="*/ 4724400 w 4724400"/>
              <a:gd name="connsiteY302" fmla="*/ 5098975 h 6857999"/>
              <a:gd name="connsiteX303" fmla="*/ 4724400 w 4724400"/>
              <a:gd name="connsiteY303" fmla="*/ 5160063 h 6857999"/>
              <a:gd name="connsiteX304" fmla="*/ 4687505 w 4724400"/>
              <a:gd name="connsiteY304" fmla="*/ 5191181 h 6857999"/>
              <a:gd name="connsiteX305" fmla="*/ 4451303 w 4724400"/>
              <a:gd name="connsiteY305" fmla="*/ 5491132 h 6857999"/>
              <a:gd name="connsiteX306" fmla="*/ 4599954 w 4724400"/>
              <a:gd name="connsiteY306" fmla="*/ 5317498 h 6857999"/>
              <a:gd name="connsiteX307" fmla="*/ 4724400 w 4724400"/>
              <a:gd name="connsiteY307" fmla="*/ 5211392 h 6857999"/>
              <a:gd name="connsiteX308" fmla="*/ 4724400 w 4724400"/>
              <a:gd name="connsiteY308" fmla="*/ 5251559 h 6857999"/>
              <a:gd name="connsiteX309" fmla="*/ 4619898 w 4724400"/>
              <a:gd name="connsiteY309" fmla="*/ 5340764 h 6857999"/>
              <a:gd name="connsiteX310" fmla="*/ 4473735 w 4724400"/>
              <a:gd name="connsiteY310" fmla="*/ 5512809 h 6857999"/>
              <a:gd name="connsiteX311" fmla="*/ 4430539 w 4724400"/>
              <a:gd name="connsiteY311" fmla="*/ 5592553 h 6857999"/>
              <a:gd name="connsiteX312" fmla="*/ 4569759 w 4724400"/>
              <a:gd name="connsiteY312" fmla="*/ 5482816 h 6857999"/>
              <a:gd name="connsiteX313" fmla="*/ 4724400 w 4724400"/>
              <a:gd name="connsiteY313" fmla="*/ 5330891 h 6857999"/>
              <a:gd name="connsiteX314" fmla="*/ 4724400 w 4724400"/>
              <a:gd name="connsiteY314" fmla="*/ 5402912 h 6857999"/>
              <a:gd name="connsiteX315" fmla="*/ 4586888 w 4724400"/>
              <a:gd name="connsiteY315" fmla="*/ 5533939 h 6857999"/>
              <a:gd name="connsiteX316" fmla="*/ 4413377 w 4724400"/>
              <a:gd name="connsiteY316" fmla="*/ 5674040 h 6857999"/>
              <a:gd name="connsiteX317" fmla="*/ 4412066 w 4724400"/>
              <a:gd name="connsiteY317" fmla="*/ 5675644 h 6857999"/>
              <a:gd name="connsiteX318" fmla="*/ 4406074 w 4724400"/>
              <a:gd name="connsiteY318" fmla="*/ 5683306 h 6857999"/>
              <a:gd name="connsiteX319" fmla="*/ 4271008 w 4724400"/>
              <a:gd name="connsiteY319" fmla="*/ 6118417 h 6857999"/>
              <a:gd name="connsiteX320" fmla="*/ 4265220 w 4724400"/>
              <a:gd name="connsiteY320" fmla="*/ 6125184 h 6857999"/>
              <a:gd name="connsiteX321" fmla="*/ 4590463 w 4724400"/>
              <a:gd name="connsiteY321" fmla="*/ 6805045 h 6857999"/>
              <a:gd name="connsiteX322" fmla="*/ 4610122 w 4724400"/>
              <a:gd name="connsiteY322" fmla="*/ 6857999 h 6857999"/>
              <a:gd name="connsiteX323" fmla="*/ 4513231 w 4724400"/>
              <a:gd name="connsiteY323" fmla="*/ 6857999 h 6857999"/>
              <a:gd name="connsiteX324" fmla="*/ 4374770 w 4724400"/>
              <a:gd name="connsiteY324" fmla="*/ 6532596 h 6857999"/>
              <a:gd name="connsiteX325" fmla="*/ 4339518 w 4724400"/>
              <a:gd name="connsiteY325" fmla="*/ 6461642 h 6857999"/>
              <a:gd name="connsiteX326" fmla="*/ 3884810 w 4724400"/>
              <a:gd name="connsiteY326" fmla="*/ 5682534 h 6857999"/>
              <a:gd name="connsiteX327" fmla="*/ 3876498 w 4724400"/>
              <a:gd name="connsiteY327" fmla="*/ 5681717 h 6857999"/>
              <a:gd name="connsiteX328" fmla="*/ 3263209 w 4724400"/>
              <a:gd name="connsiteY328" fmla="*/ 5585749 h 6857999"/>
              <a:gd name="connsiteX329" fmla="*/ 3245450 w 4724400"/>
              <a:gd name="connsiteY329" fmla="*/ 5593271 h 6857999"/>
              <a:gd name="connsiteX330" fmla="*/ 1952592 w 4724400"/>
              <a:gd name="connsiteY330" fmla="*/ 5692050 h 6857999"/>
              <a:gd name="connsiteX331" fmla="*/ 1936466 w 4724400"/>
              <a:gd name="connsiteY331" fmla="*/ 5671708 h 6857999"/>
              <a:gd name="connsiteX332" fmla="*/ 3244709 w 4724400"/>
              <a:gd name="connsiteY332" fmla="*/ 5538562 h 6857999"/>
              <a:gd name="connsiteX333" fmla="*/ 3823886 w 4724400"/>
              <a:gd name="connsiteY333" fmla="*/ 5595804 h 6857999"/>
              <a:gd name="connsiteX334" fmla="*/ 3709024 w 4724400"/>
              <a:gd name="connsiteY334" fmla="*/ 5439340 h 6857999"/>
              <a:gd name="connsiteX335" fmla="*/ 3198362 w 4724400"/>
              <a:gd name="connsiteY335" fmla="*/ 4874588 h 6857999"/>
              <a:gd name="connsiteX336" fmla="*/ 3179417 w 4724400"/>
              <a:gd name="connsiteY336" fmla="*/ 4879047 h 6857999"/>
              <a:gd name="connsiteX337" fmla="*/ 2639496 w 4724400"/>
              <a:gd name="connsiteY337" fmla="*/ 4989072 h 6857999"/>
              <a:gd name="connsiteX338" fmla="*/ 1972353 w 4724400"/>
              <a:gd name="connsiteY338" fmla="*/ 4909921 h 6857999"/>
              <a:gd name="connsiteX339" fmla="*/ 2002679 w 4724400"/>
              <a:gd name="connsiteY339" fmla="*/ 4872131 h 6857999"/>
              <a:gd name="connsiteX340" fmla="*/ 3097424 w 4724400"/>
              <a:gd name="connsiteY340" fmla="*/ 4781269 h 6857999"/>
              <a:gd name="connsiteX341" fmla="*/ 2454890 w 4724400"/>
              <a:gd name="connsiteY341" fmla="*/ 4287833 h 6857999"/>
              <a:gd name="connsiteX342" fmla="*/ 2452881 w 4724400"/>
              <a:gd name="connsiteY342" fmla="*/ 4288346 h 6857999"/>
              <a:gd name="connsiteX343" fmla="*/ 2448527 w 4724400"/>
              <a:gd name="connsiteY343" fmla="*/ 4288836 h 6857999"/>
              <a:gd name="connsiteX344" fmla="*/ 2323525 w 4724400"/>
              <a:gd name="connsiteY344" fmla="*/ 4367248 h 6857999"/>
              <a:gd name="connsiteX345" fmla="*/ 2060764 w 4724400"/>
              <a:gd name="connsiteY345" fmla="*/ 4451767 h 6857999"/>
              <a:gd name="connsiteX346" fmla="*/ 1162250 w 4724400"/>
              <a:gd name="connsiteY346" fmla="*/ 4613329 h 6857999"/>
              <a:gd name="connsiteX347" fmla="*/ 1132639 w 4724400"/>
              <a:gd name="connsiteY347" fmla="*/ 4596243 h 6857999"/>
              <a:gd name="connsiteX348" fmla="*/ 2293970 w 4724400"/>
              <a:gd name="connsiteY348" fmla="*/ 4182283 h 6857999"/>
              <a:gd name="connsiteX349" fmla="*/ 1900637 w 4724400"/>
              <a:gd name="connsiteY349" fmla="*/ 3949470 h 6857999"/>
              <a:gd name="connsiteX350" fmla="*/ 1887014 w 4724400"/>
              <a:gd name="connsiteY350" fmla="*/ 3951288 h 6857999"/>
              <a:gd name="connsiteX351" fmla="*/ 896751 w 4724400"/>
              <a:gd name="connsiteY351" fmla="*/ 4159267 h 6857999"/>
              <a:gd name="connsiteX352" fmla="*/ 918967 w 4724400"/>
              <a:gd name="connsiteY352" fmla="*/ 4119760 h 6857999"/>
              <a:gd name="connsiteX353" fmla="*/ 1764113 w 4724400"/>
              <a:gd name="connsiteY353" fmla="*/ 3873539 h 6857999"/>
              <a:gd name="connsiteX354" fmla="*/ 1555701 w 4724400"/>
              <a:gd name="connsiteY354" fmla="*/ 3763109 h 6857999"/>
              <a:gd name="connsiteX355" fmla="*/ 1542956 w 4724400"/>
              <a:gd name="connsiteY355" fmla="*/ 3758998 h 6857999"/>
              <a:gd name="connsiteX356" fmla="*/ 1136724 w 4724400"/>
              <a:gd name="connsiteY356" fmla="*/ 3417171 h 6857999"/>
              <a:gd name="connsiteX357" fmla="*/ 750977 w 4724400"/>
              <a:gd name="connsiteY357" fmla="*/ 2770227 h 6857999"/>
              <a:gd name="connsiteX358" fmla="*/ 755174 w 4724400"/>
              <a:gd name="connsiteY358" fmla="*/ 2749954 h 6857999"/>
              <a:gd name="connsiteX359" fmla="*/ 830023 w 4724400"/>
              <a:gd name="connsiteY359" fmla="*/ 2731935 h 6857999"/>
              <a:gd name="connsiteX360" fmla="*/ 1623018 w 4724400"/>
              <a:gd name="connsiteY360" fmla="*/ 3716225 h 6857999"/>
              <a:gd name="connsiteX361" fmla="*/ 2294841 w 4724400"/>
              <a:gd name="connsiteY361" fmla="*/ 4093587 h 6857999"/>
              <a:gd name="connsiteX362" fmla="*/ 2250226 w 4724400"/>
              <a:gd name="connsiteY362" fmla="*/ 3916719 h 6857999"/>
              <a:gd name="connsiteX363" fmla="*/ 2245523 w 4724400"/>
              <a:gd name="connsiteY363" fmla="*/ 3916663 h 6857999"/>
              <a:gd name="connsiteX364" fmla="*/ 1707994 w 4724400"/>
              <a:gd name="connsiteY364" fmla="*/ 3326950 h 6857999"/>
              <a:gd name="connsiteX365" fmla="*/ 1786341 w 4724400"/>
              <a:gd name="connsiteY365" fmla="*/ 3287566 h 6857999"/>
              <a:gd name="connsiteX366" fmla="*/ 2158071 w 4724400"/>
              <a:gd name="connsiteY366" fmla="*/ 3639960 h 6857999"/>
              <a:gd name="connsiteX367" fmla="*/ 2189281 w 4724400"/>
              <a:gd name="connsiteY367" fmla="*/ 3333361 h 6857999"/>
              <a:gd name="connsiteX368" fmla="*/ 2314466 w 4724400"/>
              <a:gd name="connsiteY368" fmla="*/ 2680771 h 6857999"/>
              <a:gd name="connsiteX369" fmla="*/ 2386551 w 4724400"/>
              <a:gd name="connsiteY369" fmla="*/ 2642862 h 6857999"/>
              <a:gd name="connsiteX370" fmla="*/ 3646699 w 4724400"/>
              <a:gd name="connsiteY370" fmla="*/ 2390555 h 6857999"/>
              <a:gd name="connsiteX371" fmla="*/ 3645773 w 4724400"/>
              <a:gd name="connsiteY371" fmla="*/ 2392739 h 6857999"/>
              <a:gd name="connsiteX372" fmla="*/ 3649597 w 4724400"/>
              <a:gd name="connsiteY372" fmla="*/ 2394358 h 6857999"/>
              <a:gd name="connsiteX373" fmla="*/ 3646699 w 4724400"/>
              <a:gd name="connsiteY373" fmla="*/ 2390555 h 6857999"/>
              <a:gd name="connsiteX374" fmla="*/ 3038676 w 4724400"/>
              <a:gd name="connsiteY374" fmla="*/ 2118977 h 6857999"/>
              <a:gd name="connsiteX375" fmla="*/ 2963942 w 4724400"/>
              <a:gd name="connsiteY375" fmla="*/ 2525128 h 6857999"/>
              <a:gd name="connsiteX376" fmla="*/ 2923775 w 4724400"/>
              <a:gd name="connsiteY376" fmla="*/ 2667145 h 6857999"/>
              <a:gd name="connsiteX377" fmla="*/ 2887447 w 4724400"/>
              <a:gd name="connsiteY377" fmla="*/ 2832031 h 6857999"/>
              <a:gd name="connsiteX378" fmla="*/ 2868480 w 4724400"/>
              <a:gd name="connsiteY378" fmla="*/ 2927011 h 6857999"/>
              <a:gd name="connsiteX379" fmla="*/ 2921794 w 4724400"/>
              <a:gd name="connsiteY379" fmla="*/ 2782834 h 6857999"/>
              <a:gd name="connsiteX380" fmla="*/ 3038676 w 4724400"/>
              <a:gd name="connsiteY380" fmla="*/ 2118977 h 6857999"/>
              <a:gd name="connsiteX381" fmla="*/ 4070579 w 4724400"/>
              <a:gd name="connsiteY381" fmla="*/ 2090376 h 6857999"/>
              <a:gd name="connsiteX382" fmla="*/ 4109879 w 4724400"/>
              <a:gd name="connsiteY382" fmla="*/ 2228695 h 6857999"/>
              <a:gd name="connsiteX383" fmla="*/ 4119154 w 4724400"/>
              <a:gd name="connsiteY383" fmla="*/ 2266098 h 6857999"/>
              <a:gd name="connsiteX384" fmla="*/ 4141411 w 4724400"/>
              <a:gd name="connsiteY384" fmla="*/ 2353427 h 6857999"/>
              <a:gd name="connsiteX385" fmla="*/ 4293979 w 4724400"/>
              <a:gd name="connsiteY385" fmla="*/ 2703223 h 6857999"/>
              <a:gd name="connsiteX386" fmla="*/ 4410111 w 4724400"/>
              <a:gd name="connsiteY386" fmla="*/ 2947465 h 6857999"/>
              <a:gd name="connsiteX387" fmla="*/ 4070579 w 4724400"/>
              <a:gd name="connsiteY387" fmla="*/ 2090376 h 6857999"/>
              <a:gd name="connsiteX388" fmla="*/ 4020821 w 4724400"/>
              <a:gd name="connsiteY388" fmla="*/ 2034549 h 6857999"/>
              <a:gd name="connsiteX389" fmla="*/ 4372756 w 4724400"/>
              <a:gd name="connsiteY389" fmla="*/ 2932293 h 6857999"/>
              <a:gd name="connsiteX390" fmla="*/ 4268731 w 4724400"/>
              <a:gd name="connsiteY390" fmla="*/ 2715710 h 6857999"/>
              <a:gd name="connsiteX391" fmla="*/ 4113960 w 4724400"/>
              <a:gd name="connsiteY391" fmla="*/ 2360474 h 6857999"/>
              <a:gd name="connsiteX392" fmla="*/ 4090842 w 4724400"/>
              <a:gd name="connsiteY392" fmla="*/ 2272139 h 6857999"/>
              <a:gd name="connsiteX393" fmla="*/ 4081569 w 4724400"/>
              <a:gd name="connsiteY393" fmla="*/ 2234734 h 6857999"/>
              <a:gd name="connsiteX394" fmla="*/ 4020821 w 4724400"/>
              <a:gd name="connsiteY394" fmla="*/ 2034549 h 6857999"/>
              <a:gd name="connsiteX395" fmla="*/ 3001316 w 4724400"/>
              <a:gd name="connsiteY395" fmla="*/ 2032338 h 6857999"/>
              <a:gd name="connsiteX396" fmla="*/ 2953880 w 4724400"/>
              <a:gd name="connsiteY396" fmla="*/ 2185446 h 6857999"/>
              <a:gd name="connsiteX397" fmla="*/ 2883664 w 4724400"/>
              <a:gd name="connsiteY397" fmla="*/ 2591574 h 6857999"/>
              <a:gd name="connsiteX398" fmla="*/ 2826885 w 4724400"/>
              <a:gd name="connsiteY398" fmla="*/ 2991809 h 6857999"/>
              <a:gd name="connsiteX399" fmla="*/ 2860250 w 4724400"/>
              <a:gd name="connsiteY399" fmla="*/ 2826310 h 6857999"/>
              <a:gd name="connsiteX400" fmla="*/ 2896499 w 4724400"/>
              <a:gd name="connsiteY400" fmla="*/ 2660098 h 6857999"/>
              <a:gd name="connsiteX401" fmla="*/ 2937125 w 4724400"/>
              <a:gd name="connsiteY401" fmla="*/ 2516991 h 6857999"/>
              <a:gd name="connsiteX402" fmla="*/ 3010471 w 4724400"/>
              <a:gd name="connsiteY402" fmla="*/ 2114122 h 6857999"/>
              <a:gd name="connsiteX403" fmla="*/ 3001316 w 4724400"/>
              <a:gd name="connsiteY403" fmla="*/ 2032338 h 6857999"/>
              <a:gd name="connsiteX404" fmla="*/ 3105532 w 4724400"/>
              <a:gd name="connsiteY404" fmla="*/ 1991479 h 6857999"/>
              <a:gd name="connsiteX405" fmla="*/ 3599280 w 4724400"/>
              <a:gd name="connsiteY405" fmla="*/ 2371770 h 6857999"/>
              <a:gd name="connsiteX406" fmla="*/ 3105532 w 4724400"/>
              <a:gd name="connsiteY406" fmla="*/ 1991479 h 6857999"/>
              <a:gd name="connsiteX407" fmla="*/ 3111169 w 4724400"/>
              <a:gd name="connsiteY407" fmla="*/ 1962963 h 6857999"/>
              <a:gd name="connsiteX408" fmla="*/ 3606223 w 4724400"/>
              <a:gd name="connsiteY408" fmla="*/ 2338658 h 6857999"/>
              <a:gd name="connsiteX409" fmla="*/ 3111169 w 4724400"/>
              <a:gd name="connsiteY409" fmla="*/ 1962963 h 6857999"/>
              <a:gd name="connsiteX410" fmla="*/ 2050698 w 4724400"/>
              <a:gd name="connsiteY410" fmla="*/ 1338235 h 6857999"/>
              <a:gd name="connsiteX411" fmla="*/ 2370409 w 4724400"/>
              <a:gd name="connsiteY411" fmla="*/ 2272553 h 6857999"/>
              <a:gd name="connsiteX412" fmla="*/ 2338306 w 4724400"/>
              <a:gd name="connsiteY412" fmla="*/ 2159819 h 6857999"/>
              <a:gd name="connsiteX413" fmla="*/ 2334023 w 4724400"/>
              <a:gd name="connsiteY413" fmla="*/ 2142555 h 6857999"/>
              <a:gd name="connsiteX414" fmla="*/ 2161071 w 4724400"/>
              <a:gd name="connsiteY414" fmla="*/ 1617375 h 6857999"/>
              <a:gd name="connsiteX415" fmla="*/ 2130699 w 4724400"/>
              <a:gd name="connsiteY415" fmla="*/ 1544643 h 6857999"/>
              <a:gd name="connsiteX416" fmla="*/ 2050698 w 4724400"/>
              <a:gd name="connsiteY416" fmla="*/ 1338235 h 6857999"/>
              <a:gd name="connsiteX417" fmla="*/ 2060478 w 4724400"/>
              <a:gd name="connsiteY417" fmla="*/ 1278636 h 6857999"/>
              <a:gd name="connsiteX418" fmla="*/ 2156346 w 4724400"/>
              <a:gd name="connsiteY418" fmla="*/ 1534260 h 6857999"/>
              <a:gd name="connsiteX419" fmla="*/ 2187258 w 4724400"/>
              <a:gd name="connsiteY419" fmla="*/ 1607218 h 6857999"/>
              <a:gd name="connsiteX420" fmla="*/ 2358704 w 4724400"/>
              <a:gd name="connsiteY420" fmla="*/ 2125320 h 6857999"/>
              <a:gd name="connsiteX421" fmla="*/ 2233598 w 4724400"/>
              <a:gd name="connsiteY421" fmla="*/ 1646797 h 6857999"/>
              <a:gd name="connsiteX422" fmla="*/ 2060478 w 4724400"/>
              <a:gd name="connsiteY422" fmla="*/ 1278636 h 6857999"/>
              <a:gd name="connsiteX423" fmla="*/ 1974152 w 4724400"/>
              <a:gd name="connsiteY423" fmla="*/ 1245311 h 6857999"/>
              <a:gd name="connsiteX424" fmla="*/ 1811379 w 4724400"/>
              <a:gd name="connsiteY424" fmla="*/ 1406236 h 6857999"/>
              <a:gd name="connsiteX425" fmla="*/ 1767940 w 4724400"/>
              <a:gd name="connsiteY425" fmla="*/ 1546869 h 6857999"/>
              <a:gd name="connsiteX426" fmla="*/ 1796474 w 4724400"/>
              <a:gd name="connsiteY426" fmla="*/ 1557016 h 6857999"/>
              <a:gd name="connsiteX427" fmla="*/ 1974152 w 4724400"/>
              <a:gd name="connsiteY427" fmla="*/ 1245311 h 6857999"/>
              <a:gd name="connsiteX428" fmla="*/ 4681531 w 4724400"/>
              <a:gd name="connsiteY428" fmla="*/ 959050 h 6857999"/>
              <a:gd name="connsiteX429" fmla="*/ 4638064 w 4724400"/>
              <a:gd name="connsiteY429" fmla="*/ 1006960 h 6857999"/>
              <a:gd name="connsiteX430" fmla="*/ 4415502 w 4724400"/>
              <a:gd name="connsiteY430" fmla="*/ 1184424 h 6857999"/>
              <a:gd name="connsiteX431" fmla="*/ 4197574 w 4724400"/>
              <a:gd name="connsiteY431" fmla="*/ 1317493 h 6857999"/>
              <a:gd name="connsiteX432" fmla="*/ 4122737 w 4724400"/>
              <a:gd name="connsiteY432" fmla="*/ 1348256 h 6857999"/>
              <a:gd name="connsiteX433" fmla="*/ 4024988 w 4724400"/>
              <a:gd name="connsiteY433" fmla="*/ 1390573 h 6857999"/>
              <a:gd name="connsiteX434" fmla="*/ 4421265 w 4724400"/>
              <a:gd name="connsiteY434" fmla="*/ 1220988 h 6857999"/>
              <a:gd name="connsiteX435" fmla="*/ 4681531 w 4724400"/>
              <a:gd name="connsiteY435" fmla="*/ 959050 h 6857999"/>
              <a:gd name="connsiteX436" fmla="*/ 4722484 w 4724400"/>
              <a:gd name="connsiteY436" fmla="*/ 854709 h 6857999"/>
              <a:gd name="connsiteX437" fmla="*/ 4695347 w 4724400"/>
              <a:gd name="connsiteY437" fmla="*/ 879275 h 6857999"/>
              <a:gd name="connsiteX438" fmla="*/ 4253878 w 4724400"/>
              <a:gd name="connsiteY438" fmla="*/ 1216434 h 6857999"/>
              <a:gd name="connsiteX439" fmla="*/ 4213112 w 4724400"/>
              <a:gd name="connsiteY439" fmla="*/ 1239730 h 6857999"/>
              <a:gd name="connsiteX440" fmla="*/ 4037747 w 4724400"/>
              <a:gd name="connsiteY440" fmla="*/ 1352837 h 6857999"/>
              <a:gd name="connsiteX441" fmla="*/ 4113362 w 4724400"/>
              <a:gd name="connsiteY441" fmla="*/ 1321759 h 6857999"/>
              <a:gd name="connsiteX442" fmla="*/ 4186634 w 4724400"/>
              <a:gd name="connsiteY442" fmla="*/ 1291618 h 6857999"/>
              <a:gd name="connsiteX443" fmla="*/ 4399674 w 4724400"/>
              <a:gd name="connsiteY443" fmla="*/ 1160983 h 6857999"/>
              <a:gd name="connsiteX444" fmla="*/ 4618435 w 4724400"/>
              <a:gd name="connsiteY444" fmla="*/ 986418 h 6857999"/>
              <a:gd name="connsiteX445" fmla="*/ 4722484 w 4724400"/>
              <a:gd name="connsiteY445" fmla="*/ 854709 h 6857999"/>
              <a:gd name="connsiteX446" fmla="*/ 1456504 w 4724400"/>
              <a:gd name="connsiteY446" fmla="*/ 777000 h 6857999"/>
              <a:gd name="connsiteX447" fmla="*/ 1454399 w 4724400"/>
              <a:gd name="connsiteY447" fmla="*/ 794136 h 6857999"/>
              <a:gd name="connsiteX448" fmla="*/ 1448466 w 4724400"/>
              <a:gd name="connsiteY448" fmla="*/ 843129 h 6857999"/>
              <a:gd name="connsiteX449" fmla="*/ 1442252 w 4724400"/>
              <a:gd name="connsiteY449" fmla="*/ 1005313 h 6857999"/>
              <a:gd name="connsiteX450" fmla="*/ 1469382 w 4724400"/>
              <a:gd name="connsiteY450" fmla="*/ 1614896 h 6857999"/>
              <a:gd name="connsiteX451" fmla="*/ 1472106 w 4724400"/>
              <a:gd name="connsiteY451" fmla="*/ 1632791 h 6857999"/>
              <a:gd name="connsiteX452" fmla="*/ 1479091 w 4724400"/>
              <a:gd name="connsiteY452" fmla="*/ 1680170 h 6857999"/>
              <a:gd name="connsiteX453" fmla="*/ 1480043 w 4724400"/>
              <a:gd name="connsiteY453" fmla="*/ 1649028 h 6857999"/>
              <a:gd name="connsiteX454" fmla="*/ 1464087 w 4724400"/>
              <a:gd name="connsiteY454" fmla="*/ 871628 h 6857999"/>
              <a:gd name="connsiteX455" fmla="*/ 1462204 w 4724400"/>
              <a:gd name="connsiteY455" fmla="*/ 850229 h 6857999"/>
              <a:gd name="connsiteX456" fmla="*/ 1456504 w 4724400"/>
              <a:gd name="connsiteY456" fmla="*/ 777000 h 6857999"/>
              <a:gd name="connsiteX457" fmla="*/ 1483619 w 4724400"/>
              <a:gd name="connsiteY457" fmla="*/ 764662 h 6857999"/>
              <a:gd name="connsiteX458" fmla="*/ 1489670 w 4724400"/>
              <a:gd name="connsiteY458" fmla="*/ 847698 h 6857999"/>
              <a:gd name="connsiteX459" fmla="*/ 1491553 w 4724400"/>
              <a:gd name="connsiteY459" fmla="*/ 869097 h 6857999"/>
              <a:gd name="connsiteX460" fmla="*/ 1508481 w 4724400"/>
              <a:gd name="connsiteY460" fmla="*/ 1619865 h 6857999"/>
              <a:gd name="connsiteX461" fmla="*/ 1483619 w 4724400"/>
              <a:gd name="connsiteY461" fmla="*/ 764662 h 6857999"/>
              <a:gd name="connsiteX462" fmla="*/ 1430481 w 4724400"/>
              <a:gd name="connsiteY462" fmla="*/ 630137 h 6857999"/>
              <a:gd name="connsiteX463" fmla="*/ 1442495 w 4724400"/>
              <a:gd name="connsiteY463" fmla="*/ 1626691 h 6857999"/>
              <a:gd name="connsiteX464" fmla="*/ 1441222 w 4724400"/>
              <a:gd name="connsiteY464" fmla="*/ 1619067 h 6857999"/>
              <a:gd name="connsiteX465" fmla="*/ 1414069 w 4724400"/>
              <a:gd name="connsiteY465" fmla="*/ 1004967 h 6857999"/>
              <a:gd name="connsiteX466" fmla="*/ 1420665 w 4724400"/>
              <a:gd name="connsiteY466" fmla="*/ 840369 h 6857999"/>
              <a:gd name="connsiteX467" fmla="*/ 1426829 w 4724400"/>
              <a:gd name="connsiteY467" fmla="*/ 790831 h 6857999"/>
              <a:gd name="connsiteX468" fmla="*/ 1430481 w 4724400"/>
              <a:gd name="connsiteY468" fmla="*/ 630137 h 6857999"/>
              <a:gd name="connsiteX469" fmla="*/ 4023796 w 4724400"/>
              <a:gd name="connsiteY469" fmla="*/ 623931 h 6857999"/>
              <a:gd name="connsiteX470" fmla="*/ 3945729 w 4724400"/>
              <a:gd name="connsiteY470" fmla="*/ 662344 h 6857999"/>
              <a:gd name="connsiteX471" fmla="*/ 3498947 w 4724400"/>
              <a:gd name="connsiteY471" fmla="*/ 818916 h 6857999"/>
              <a:gd name="connsiteX472" fmla="*/ 3031283 w 4724400"/>
              <a:gd name="connsiteY472" fmla="*/ 1111507 h 6857999"/>
              <a:gd name="connsiteX473" fmla="*/ 3203692 w 4724400"/>
              <a:gd name="connsiteY473" fmla="*/ 1035777 h 6857999"/>
              <a:gd name="connsiteX474" fmla="*/ 3218294 w 4724400"/>
              <a:gd name="connsiteY474" fmla="*/ 1027151 h 6857999"/>
              <a:gd name="connsiteX475" fmla="*/ 3636737 w 4724400"/>
              <a:gd name="connsiteY475" fmla="*/ 817377 h 6857999"/>
              <a:gd name="connsiteX476" fmla="*/ 4023796 w 4724400"/>
              <a:gd name="connsiteY476" fmla="*/ 623931 h 6857999"/>
              <a:gd name="connsiteX477" fmla="*/ 3311704 w 4724400"/>
              <a:gd name="connsiteY477" fmla="*/ 584486 h 6857999"/>
              <a:gd name="connsiteX478" fmla="*/ 3190778 w 4724400"/>
              <a:gd name="connsiteY478" fmla="*/ 772788 h 6857999"/>
              <a:gd name="connsiteX479" fmla="*/ 3007981 w 4724400"/>
              <a:gd name="connsiteY479" fmla="*/ 1070739 h 6857999"/>
              <a:gd name="connsiteX480" fmla="*/ 3267578 w 4724400"/>
              <a:gd name="connsiteY480" fmla="*/ 693281 h 6857999"/>
              <a:gd name="connsiteX481" fmla="*/ 2664888 w 4724400"/>
              <a:gd name="connsiteY481" fmla="*/ 518596 h 6857999"/>
              <a:gd name="connsiteX482" fmla="*/ 2411865 w 4724400"/>
              <a:gd name="connsiteY482" fmla="*/ 567273 h 6857999"/>
              <a:gd name="connsiteX483" fmla="*/ 1896643 w 4724400"/>
              <a:gd name="connsiteY483" fmla="*/ 809468 h 6857999"/>
              <a:gd name="connsiteX484" fmla="*/ 1899055 w 4724400"/>
              <a:gd name="connsiteY484" fmla="*/ 809848 h 6857999"/>
              <a:gd name="connsiteX485" fmla="*/ 2446633 w 4724400"/>
              <a:gd name="connsiteY485" fmla="*/ 596159 h 6857999"/>
              <a:gd name="connsiteX486" fmla="*/ 2796924 w 4724400"/>
              <a:gd name="connsiteY486" fmla="*/ 501747 h 6857999"/>
              <a:gd name="connsiteX487" fmla="*/ 2455237 w 4724400"/>
              <a:gd name="connsiteY487" fmla="*/ 622979 h 6857999"/>
              <a:gd name="connsiteX488" fmla="*/ 1949308 w 4724400"/>
              <a:gd name="connsiteY488" fmla="*/ 818889 h 6857999"/>
              <a:gd name="connsiteX489" fmla="*/ 1950634 w 4724400"/>
              <a:gd name="connsiteY489" fmla="*/ 818810 h 6857999"/>
              <a:gd name="connsiteX490" fmla="*/ 2796924 w 4724400"/>
              <a:gd name="connsiteY490" fmla="*/ 501747 h 6857999"/>
              <a:gd name="connsiteX491" fmla="*/ 3335099 w 4724400"/>
              <a:gd name="connsiteY491" fmla="*/ 488163 h 6857999"/>
              <a:gd name="connsiteX492" fmla="*/ 3151139 w 4724400"/>
              <a:gd name="connsiteY492" fmla="*/ 734118 h 6857999"/>
              <a:gd name="connsiteX493" fmla="*/ 3136980 w 4724400"/>
              <a:gd name="connsiteY493" fmla="*/ 753877 h 6857999"/>
              <a:gd name="connsiteX494" fmla="*/ 3062043 w 4724400"/>
              <a:gd name="connsiteY494" fmla="*/ 867004 h 6857999"/>
              <a:gd name="connsiteX495" fmla="*/ 2994594 w 4724400"/>
              <a:gd name="connsiteY495" fmla="*/ 1035452 h 6857999"/>
              <a:gd name="connsiteX496" fmla="*/ 3167517 w 4724400"/>
              <a:gd name="connsiteY496" fmla="*/ 757788 h 6857999"/>
              <a:gd name="connsiteX497" fmla="*/ 3335099 w 4724400"/>
              <a:gd name="connsiteY497" fmla="*/ 488163 h 6857999"/>
              <a:gd name="connsiteX498" fmla="*/ 2891507 w 4724400"/>
              <a:gd name="connsiteY498" fmla="*/ 485136 h 6857999"/>
              <a:gd name="connsiteX499" fmla="*/ 2047508 w 4724400"/>
              <a:gd name="connsiteY499" fmla="*/ 825701 h 6857999"/>
              <a:gd name="connsiteX500" fmla="*/ 2891507 w 4724400"/>
              <a:gd name="connsiteY500" fmla="*/ 485136 h 6857999"/>
              <a:gd name="connsiteX501" fmla="*/ 4418489 w 4724400"/>
              <a:gd name="connsiteY501" fmla="*/ 483936 h 6857999"/>
              <a:gd name="connsiteX502" fmla="*/ 4155290 w 4724400"/>
              <a:gd name="connsiteY502" fmla="*/ 661575 h 6857999"/>
              <a:gd name="connsiteX503" fmla="*/ 3571040 w 4724400"/>
              <a:gd name="connsiteY503" fmla="*/ 996875 h 6857999"/>
              <a:gd name="connsiteX504" fmla="*/ 3093710 w 4724400"/>
              <a:gd name="connsiteY504" fmla="*/ 1145020 h 6857999"/>
              <a:gd name="connsiteX505" fmla="*/ 3207527 w 4724400"/>
              <a:gd name="connsiteY505" fmla="*/ 1163586 h 6857999"/>
              <a:gd name="connsiteX506" fmla="*/ 3652751 w 4724400"/>
              <a:gd name="connsiteY506" fmla="*/ 990907 h 6857999"/>
              <a:gd name="connsiteX507" fmla="*/ 4180906 w 4724400"/>
              <a:gd name="connsiteY507" fmla="*/ 680145 h 6857999"/>
              <a:gd name="connsiteX508" fmla="*/ 4418489 w 4724400"/>
              <a:gd name="connsiteY508" fmla="*/ 483936 h 6857999"/>
              <a:gd name="connsiteX509" fmla="*/ 3316944 w 4724400"/>
              <a:gd name="connsiteY509" fmla="*/ 465669 h 6857999"/>
              <a:gd name="connsiteX510" fmla="*/ 2958819 w 4724400"/>
              <a:gd name="connsiteY510" fmla="*/ 1062158 h 6857999"/>
              <a:gd name="connsiteX511" fmla="*/ 3004132 w 4724400"/>
              <a:gd name="connsiteY511" fmla="*/ 921679 h 6857999"/>
              <a:gd name="connsiteX512" fmla="*/ 3037224 w 4724400"/>
              <a:gd name="connsiteY512" fmla="*/ 852631 h 6857999"/>
              <a:gd name="connsiteX513" fmla="*/ 3114637 w 4724400"/>
              <a:gd name="connsiteY513" fmla="*/ 736692 h 6857999"/>
              <a:gd name="connsiteX514" fmla="*/ 3128801 w 4724400"/>
              <a:gd name="connsiteY514" fmla="*/ 716935 h 6857999"/>
              <a:gd name="connsiteX515" fmla="*/ 3316944 w 4724400"/>
              <a:gd name="connsiteY515" fmla="*/ 465669 h 6857999"/>
              <a:gd name="connsiteX516" fmla="*/ 4448894 w 4724400"/>
              <a:gd name="connsiteY516" fmla="*/ 422768 h 6857999"/>
              <a:gd name="connsiteX517" fmla="*/ 4235585 w 4724400"/>
              <a:gd name="connsiteY517" fmla="*/ 528178 h 6857999"/>
              <a:gd name="connsiteX518" fmla="*/ 4213155 w 4724400"/>
              <a:gd name="connsiteY518" fmla="*/ 543149 h 6857999"/>
              <a:gd name="connsiteX519" fmla="*/ 3649218 w 4724400"/>
              <a:gd name="connsiteY519" fmla="*/ 842623 h 6857999"/>
              <a:gd name="connsiteX520" fmla="*/ 3232564 w 4724400"/>
              <a:gd name="connsiteY520" fmla="*/ 1051220 h 6857999"/>
              <a:gd name="connsiteX521" fmla="*/ 3217970 w 4724400"/>
              <a:gd name="connsiteY521" fmla="*/ 1059849 h 6857999"/>
              <a:gd name="connsiteX522" fmla="*/ 3116688 w 4724400"/>
              <a:gd name="connsiteY522" fmla="*/ 1113543 h 6857999"/>
              <a:gd name="connsiteX523" fmla="*/ 3559098 w 4724400"/>
              <a:gd name="connsiteY523" fmla="*/ 971858 h 6857999"/>
              <a:gd name="connsiteX524" fmla="*/ 4140004 w 4724400"/>
              <a:gd name="connsiteY524" fmla="*/ 638368 h 6857999"/>
              <a:gd name="connsiteX525" fmla="*/ 4451852 w 4724400"/>
              <a:gd name="connsiteY525" fmla="*/ 423380 h 6857999"/>
              <a:gd name="connsiteX526" fmla="*/ 4448894 w 4724400"/>
              <a:gd name="connsiteY526" fmla="*/ 422768 h 6857999"/>
              <a:gd name="connsiteX527" fmla="*/ 680568 w 4724400"/>
              <a:gd name="connsiteY527" fmla="*/ 416949 h 6857999"/>
              <a:gd name="connsiteX528" fmla="*/ 394452 w 4724400"/>
              <a:gd name="connsiteY528" fmla="*/ 694330 h 6857999"/>
              <a:gd name="connsiteX529" fmla="*/ 340402 w 4724400"/>
              <a:gd name="connsiteY529" fmla="*/ 759654 h 6857999"/>
              <a:gd name="connsiteX530" fmla="*/ 827699 w 4724400"/>
              <a:gd name="connsiteY530" fmla="*/ 416143 h 6857999"/>
              <a:gd name="connsiteX531" fmla="*/ 841524 w 4724400"/>
              <a:gd name="connsiteY531" fmla="*/ 534021 h 6857999"/>
              <a:gd name="connsiteX532" fmla="*/ 825554 w 4724400"/>
              <a:gd name="connsiteY532" fmla="*/ 672115 h 6857999"/>
              <a:gd name="connsiteX533" fmla="*/ 811499 w 4724400"/>
              <a:gd name="connsiteY533" fmla="*/ 769176 h 6857999"/>
              <a:gd name="connsiteX534" fmla="*/ 841586 w 4724400"/>
              <a:gd name="connsiteY534" fmla="*/ 1060039 h 6857999"/>
              <a:gd name="connsiteX535" fmla="*/ 942912 w 4724400"/>
              <a:gd name="connsiteY535" fmla="*/ 1511108 h 6857999"/>
              <a:gd name="connsiteX536" fmla="*/ 884057 w 4724400"/>
              <a:gd name="connsiteY536" fmla="*/ 521768 h 6857999"/>
              <a:gd name="connsiteX537" fmla="*/ 827699 w 4724400"/>
              <a:gd name="connsiteY537" fmla="*/ 416143 h 6857999"/>
              <a:gd name="connsiteX538" fmla="*/ 798883 w 4724400"/>
              <a:gd name="connsiteY538" fmla="*/ 414244 h 6857999"/>
              <a:gd name="connsiteX539" fmla="*/ 875825 w 4724400"/>
              <a:gd name="connsiteY539" fmla="*/ 1357811 h 6857999"/>
              <a:gd name="connsiteX540" fmla="*/ 814514 w 4724400"/>
              <a:gd name="connsiteY540" fmla="*/ 1064671 h 6857999"/>
              <a:gd name="connsiteX541" fmla="*/ 783698 w 4724400"/>
              <a:gd name="connsiteY541" fmla="*/ 766414 h 6857999"/>
              <a:gd name="connsiteX542" fmla="*/ 798129 w 4724400"/>
              <a:gd name="connsiteY542" fmla="*/ 666939 h 6857999"/>
              <a:gd name="connsiteX543" fmla="*/ 813894 w 4724400"/>
              <a:gd name="connsiteY543" fmla="*/ 533909 h 6857999"/>
              <a:gd name="connsiteX544" fmla="*/ 798883 w 4724400"/>
              <a:gd name="connsiteY544" fmla="*/ 414244 h 6857999"/>
              <a:gd name="connsiteX545" fmla="*/ 673202 w 4724400"/>
              <a:gd name="connsiteY545" fmla="*/ 388720 h 6857999"/>
              <a:gd name="connsiteX546" fmla="*/ 392779 w 4724400"/>
              <a:gd name="connsiteY546" fmla="*/ 596411 h 6857999"/>
              <a:gd name="connsiteX547" fmla="*/ 270088 w 4724400"/>
              <a:gd name="connsiteY547" fmla="*/ 790400 h 6857999"/>
              <a:gd name="connsiteX548" fmla="*/ 259285 w 4724400"/>
              <a:gd name="connsiteY548" fmla="*/ 812869 h 6857999"/>
              <a:gd name="connsiteX549" fmla="*/ 372890 w 4724400"/>
              <a:gd name="connsiteY549" fmla="*/ 676832 h 6857999"/>
              <a:gd name="connsiteX550" fmla="*/ 673202 w 4724400"/>
              <a:gd name="connsiteY550" fmla="*/ 388720 h 6857999"/>
              <a:gd name="connsiteX551" fmla="*/ 1628210 w 4724400"/>
              <a:gd name="connsiteY551" fmla="*/ 0 h 6857999"/>
              <a:gd name="connsiteX552" fmla="*/ 1748399 w 4724400"/>
              <a:gd name="connsiteY552" fmla="*/ 0 h 6857999"/>
              <a:gd name="connsiteX553" fmla="*/ 1783391 w 4724400"/>
              <a:gd name="connsiteY553" fmla="*/ 17650 h 6857999"/>
              <a:gd name="connsiteX554" fmla="*/ 2084193 w 4724400"/>
              <a:gd name="connsiteY554" fmla="*/ 69947 h 6857999"/>
              <a:gd name="connsiteX555" fmla="*/ 2744101 w 4724400"/>
              <a:gd name="connsiteY555" fmla="*/ 15192 h 6857999"/>
              <a:gd name="connsiteX556" fmla="*/ 2197414 w 4724400"/>
              <a:gd name="connsiteY556" fmla="*/ 41266 h 6857999"/>
              <a:gd name="connsiteX557" fmla="*/ 1914967 w 4724400"/>
              <a:gd name="connsiteY557" fmla="*/ 18583 h 6857999"/>
              <a:gd name="connsiteX558" fmla="*/ 1815559 w 4724400"/>
              <a:gd name="connsiteY558" fmla="*/ 0 h 6857999"/>
              <a:gd name="connsiteX559" fmla="*/ 2001666 w 4724400"/>
              <a:gd name="connsiteY559" fmla="*/ 0 h 6857999"/>
              <a:gd name="connsiteX560" fmla="*/ 2036517 w 4724400"/>
              <a:gd name="connsiteY560" fmla="*/ 4274 h 6857999"/>
              <a:gd name="connsiteX561" fmla="*/ 2199623 w 4724400"/>
              <a:gd name="connsiteY561" fmla="*/ 13232 h 6857999"/>
              <a:gd name="connsiteX562" fmla="*/ 2420103 w 4724400"/>
              <a:gd name="connsiteY562" fmla="*/ 12601 h 6857999"/>
              <a:gd name="connsiteX563" fmla="*/ 2621330 w 4724400"/>
              <a:gd name="connsiteY563" fmla="*/ 0 h 6857999"/>
              <a:gd name="connsiteX564" fmla="*/ 3076571 w 4724400"/>
              <a:gd name="connsiteY564" fmla="*/ 0 h 6857999"/>
              <a:gd name="connsiteX565" fmla="*/ 2924796 w 4724400"/>
              <a:gd name="connsiteY565" fmla="*/ 36772 h 6857999"/>
              <a:gd name="connsiteX566" fmla="*/ 1946203 w 4724400"/>
              <a:gd name="connsiteY566" fmla="*/ 131277 h 6857999"/>
              <a:gd name="connsiteX567" fmla="*/ 1707026 w 4724400"/>
              <a:gd name="connsiteY567" fmla="*/ 44983 h 6857999"/>
              <a:gd name="connsiteX568" fmla="*/ 1007398 w 4724400"/>
              <a:gd name="connsiteY568" fmla="*/ 0 h 6857999"/>
              <a:gd name="connsiteX569" fmla="*/ 1105902 w 4724400"/>
              <a:gd name="connsiteY569" fmla="*/ 0 h 6857999"/>
              <a:gd name="connsiteX570" fmla="*/ 1191939 w 4724400"/>
              <a:gd name="connsiteY570" fmla="*/ 117664 h 6857999"/>
              <a:gd name="connsiteX571" fmla="*/ 1780907 w 4724400"/>
              <a:gd name="connsiteY571" fmla="*/ 743734 h 6857999"/>
              <a:gd name="connsiteX572" fmla="*/ 1841857 w 4724400"/>
              <a:gd name="connsiteY572" fmla="*/ 795932 h 6857999"/>
              <a:gd name="connsiteX573" fmla="*/ 2317896 w 4724400"/>
              <a:gd name="connsiteY573" fmla="*/ 530713 h 6857999"/>
              <a:gd name="connsiteX574" fmla="*/ 3015228 w 4724400"/>
              <a:gd name="connsiteY574" fmla="*/ 399738 h 6857999"/>
              <a:gd name="connsiteX575" fmla="*/ 3000782 w 4724400"/>
              <a:gd name="connsiteY575" fmla="*/ 461219 h 6857999"/>
              <a:gd name="connsiteX576" fmla="*/ 1963190 w 4724400"/>
              <a:gd name="connsiteY576" fmla="*/ 895589 h 6857999"/>
              <a:gd name="connsiteX577" fmla="*/ 2552180 w 4724400"/>
              <a:gd name="connsiteY577" fmla="*/ 1298815 h 6857999"/>
              <a:gd name="connsiteX578" fmla="*/ 2904618 w 4724400"/>
              <a:gd name="connsiteY578" fmla="*/ 1146081 h 6857999"/>
              <a:gd name="connsiteX579" fmla="*/ 3428829 w 4724400"/>
              <a:gd name="connsiteY579" fmla="*/ 310883 h 6857999"/>
              <a:gd name="connsiteX580" fmla="*/ 3452135 w 4724400"/>
              <a:gd name="connsiteY580" fmla="*/ 318176 h 6857999"/>
              <a:gd name="connsiteX581" fmla="*/ 3169464 w 4724400"/>
              <a:gd name="connsiteY581" fmla="*/ 935661 h 6857999"/>
              <a:gd name="connsiteX582" fmla="*/ 3049395 w 4724400"/>
              <a:gd name="connsiteY582" fmla="*/ 1070245 h 6857999"/>
              <a:gd name="connsiteX583" fmla="*/ 3401235 w 4724400"/>
              <a:gd name="connsiteY583" fmla="*/ 815534 h 6857999"/>
              <a:gd name="connsiteX584" fmla="*/ 4236947 w 4724400"/>
              <a:gd name="connsiteY584" fmla="*/ 465665 h 6857999"/>
              <a:gd name="connsiteX585" fmla="*/ 4565962 w 4724400"/>
              <a:gd name="connsiteY585" fmla="*/ 350012 h 6857999"/>
              <a:gd name="connsiteX586" fmla="*/ 4557937 w 4724400"/>
              <a:gd name="connsiteY586" fmla="*/ 382666 h 6857999"/>
              <a:gd name="connsiteX587" fmla="*/ 3621049 w 4724400"/>
              <a:gd name="connsiteY587" fmla="*/ 1056676 h 6857999"/>
              <a:gd name="connsiteX588" fmla="*/ 3094000 w 4724400"/>
              <a:gd name="connsiteY588" fmla="*/ 1229477 h 6857999"/>
              <a:gd name="connsiteX589" fmla="*/ 2813197 w 4724400"/>
              <a:gd name="connsiteY589" fmla="*/ 1263181 h 6857999"/>
              <a:gd name="connsiteX590" fmla="*/ 2615776 w 4724400"/>
              <a:gd name="connsiteY590" fmla="*/ 1334114 h 6857999"/>
              <a:gd name="connsiteX591" fmla="*/ 3364982 w 4724400"/>
              <a:gd name="connsiteY591" fmla="*/ 1687356 h 6857999"/>
              <a:gd name="connsiteX592" fmla="*/ 3371663 w 4724400"/>
              <a:gd name="connsiteY592" fmla="*/ 1683743 h 6857999"/>
              <a:gd name="connsiteX593" fmla="*/ 3883310 w 4724400"/>
              <a:gd name="connsiteY593" fmla="*/ 1443899 h 6857999"/>
              <a:gd name="connsiteX594" fmla="*/ 3892746 w 4724400"/>
              <a:gd name="connsiteY594" fmla="*/ 1429225 h 6857999"/>
              <a:gd name="connsiteX595" fmla="*/ 4699980 w 4724400"/>
              <a:gd name="connsiteY595" fmla="*/ 789523 h 6857999"/>
              <a:gd name="connsiteX596" fmla="*/ 4724400 w 4724400"/>
              <a:gd name="connsiteY596" fmla="*/ 769876 h 6857999"/>
              <a:gd name="connsiteX597" fmla="*/ 4724400 w 4724400"/>
              <a:gd name="connsiteY597" fmla="*/ 802845 h 6857999"/>
              <a:gd name="connsiteX598" fmla="*/ 4705958 w 4724400"/>
              <a:gd name="connsiteY598" fmla="*/ 821317 h 6857999"/>
              <a:gd name="connsiteX599" fmla="*/ 4649798 w 4724400"/>
              <a:gd name="connsiteY599" fmla="*/ 877374 h 6857999"/>
              <a:gd name="connsiteX600" fmla="*/ 4005326 w 4724400"/>
              <a:gd name="connsiteY600" fmla="*/ 1344259 h 6857999"/>
              <a:gd name="connsiteX601" fmla="*/ 4199378 w 4724400"/>
              <a:gd name="connsiteY601" fmla="*/ 1215889 h 6857999"/>
              <a:gd name="connsiteX602" fmla="*/ 4239600 w 4724400"/>
              <a:gd name="connsiteY602" fmla="*/ 1192361 h 6857999"/>
              <a:gd name="connsiteX603" fmla="*/ 4677037 w 4724400"/>
              <a:gd name="connsiteY603" fmla="*/ 858646 h 6857999"/>
              <a:gd name="connsiteX604" fmla="*/ 4724400 w 4724400"/>
              <a:gd name="connsiteY604" fmla="*/ 810414 h 6857999"/>
              <a:gd name="connsiteX605" fmla="*/ 4724400 w 4724400"/>
              <a:gd name="connsiteY605" fmla="*/ 916439 h 6857999"/>
              <a:gd name="connsiteX606" fmla="*/ 4683030 w 4724400"/>
              <a:gd name="connsiteY606" fmla="*/ 982925 h 6857999"/>
              <a:gd name="connsiteX607" fmla="*/ 3921884 w 4724400"/>
              <a:gd name="connsiteY607" fmla="*/ 1469889 h 6857999"/>
              <a:gd name="connsiteX608" fmla="*/ 3456136 w 4724400"/>
              <a:gd name="connsiteY608" fmla="*/ 1721439 h 6857999"/>
              <a:gd name="connsiteX609" fmla="*/ 3624313 w 4724400"/>
              <a:gd name="connsiteY609" fmla="*/ 1780406 h 6857999"/>
              <a:gd name="connsiteX610" fmla="*/ 4303638 w 4724400"/>
              <a:gd name="connsiteY610" fmla="*/ 1944400 h 6857999"/>
              <a:gd name="connsiteX611" fmla="*/ 4315566 w 4724400"/>
              <a:gd name="connsiteY611" fmla="*/ 1931422 h 6857999"/>
              <a:gd name="connsiteX612" fmla="*/ 4664388 w 4724400"/>
              <a:gd name="connsiteY612" fmla="*/ 1574357 h 6857999"/>
              <a:gd name="connsiteX613" fmla="*/ 4724400 w 4724400"/>
              <a:gd name="connsiteY613" fmla="*/ 1537429 h 6857999"/>
              <a:gd name="connsiteX614" fmla="*/ 4724400 w 4724400"/>
              <a:gd name="connsiteY614" fmla="*/ 1589108 h 6857999"/>
              <a:gd name="connsiteX615" fmla="*/ 4644505 w 4724400"/>
              <a:gd name="connsiteY615" fmla="*/ 1640352 h 6857999"/>
              <a:gd name="connsiteX616" fmla="*/ 4381603 w 4724400"/>
              <a:gd name="connsiteY616" fmla="*/ 1900149 h 6857999"/>
              <a:gd name="connsiteX617" fmla="*/ 4478726 w 4724400"/>
              <a:gd name="connsiteY617" fmla="*/ 1822808 h 6857999"/>
              <a:gd name="connsiteX618" fmla="*/ 4588263 w 4724400"/>
              <a:gd name="connsiteY618" fmla="*/ 1735914 h 6857999"/>
              <a:gd name="connsiteX619" fmla="*/ 4683216 w 4724400"/>
              <a:gd name="connsiteY619" fmla="*/ 1678902 h 6857999"/>
              <a:gd name="connsiteX620" fmla="*/ 4724400 w 4724400"/>
              <a:gd name="connsiteY620" fmla="*/ 1655121 h 6857999"/>
              <a:gd name="connsiteX621" fmla="*/ 4724400 w 4724400"/>
              <a:gd name="connsiteY621" fmla="*/ 1686869 h 6857999"/>
              <a:gd name="connsiteX622" fmla="*/ 4696172 w 4724400"/>
              <a:gd name="connsiteY622" fmla="*/ 1703058 h 6857999"/>
              <a:gd name="connsiteX623" fmla="*/ 4602997 w 4724400"/>
              <a:gd name="connsiteY623" fmla="*/ 1758893 h 6857999"/>
              <a:gd name="connsiteX624" fmla="*/ 4496021 w 4724400"/>
              <a:gd name="connsiteY624" fmla="*/ 1844299 h 6857999"/>
              <a:gd name="connsiteX625" fmla="*/ 4419004 w 4724400"/>
              <a:gd name="connsiteY625" fmla="*/ 1907617 h 6857999"/>
              <a:gd name="connsiteX626" fmla="*/ 4685975 w 4724400"/>
              <a:gd name="connsiteY626" fmla="*/ 1786372 h 6857999"/>
              <a:gd name="connsiteX627" fmla="*/ 4724400 w 4724400"/>
              <a:gd name="connsiteY627" fmla="*/ 1759693 h 6857999"/>
              <a:gd name="connsiteX628" fmla="*/ 4724400 w 4724400"/>
              <a:gd name="connsiteY628" fmla="*/ 1809459 h 6857999"/>
              <a:gd name="connsiteX629" fmla="*/ 4653762 w 4724400"/>
              <a:gd name="connsiteY629" fmla="*/ 1857561 h 6857999"/>
              <a:gd name="connsiteX630" fmla="*/ 4428349 w 4724400"/>
              <a:gd name="connsiteY630" fmla="*/ 1963079 h 6857999"/>
              <a:gd name="connsiteX631" fmla="*/ 4724400 w 4724400"/>
              <a:gd name="connsiteY631" fmla="*/ 1990579 h 6857999"/>
              <a:gd name="connsiteX632" fmla="*/ 4724400 w 4724400"/>
              <a:gd name="connsiteY632" fmla="*/ 2065582 h 6857999"/>
              <a:gd name="connsiteX633" fmla="*/ 4686318 w 4724400"/>
              <a:gd name="connsiteY633" fmla="*/ 2063926 h 6857999"/>
              <a:gd name="connsiteX634" fmla="*/ 4724400 w 4724400"/>
              <a:gd name="connsiteY634" fmla="*/ 2085104 h 6857999"/>
              <a:gd name="connsiteX635" fmla="*/ 4724400 w 4724400"/>
              <a:gd name="connsiteY635" fmla="*/ 2178471 h 6857999"/>
              <a:gd name="connsiteX636" fmla="*/ 4617755 w 4724400"/>
              <a:gd name="connsiteY636" fmla="*/ 2122457 h 6857999"/>
              <a:gd name="connsiteX637" fmla="*/ 4724400 w 4724400"/>
              <a:gd name="connsiteY637" fmla="*/ 2196158 h 6857999"/>
              <a:gd name="connsiteX638" fmla="*/ 4724400 w 4724400"/>
              <a:gd name="connsiteY638" fmla="*/ 2230374 h 6857999"/>
              <a:gd name="connsiteX639" fmla="*/ 4573637 w 4724400"/>
              <a:gd name="connsiteY639" fmla="*/ 2126309 h 6857999"/>
              <a:gd name="connsiteX640" fmla="*/ 4706850 w 4724400"/>
              <a:gd name="connsiteY640" fmla="*/ 2262541 h 6857999"/>
              <a:gd name="connsiteX641" fmla="*/ 4724400 w 4724400"/>
              <a:gd name="connsiteY641" fmla="*/ 2275857 h 6857999"/>
              <a:gd name="connsiteX642" fmla="*/ 4724400 w 4724400"/>
              <a:gd name="connsiteY642" fmla="*/ 2377131 h 6857999"/>
              <a:gd name="connsiteX643" fmla="*/ 4688201 w 4724400"/>
              <a:gd name="connsiteY643" fmla="*/ 2349925 h 6857999"/>
              <a:gd name="connsiteX644" fmla="*/ 4462564 w 4724400"/>
              <a:gd name="connsiteY644" fmla="*/ 2041945 h 6857999"/>
              <a:gd name="connsiteX645" fmla="*/ 4094167 w 4724400"/>
              <a:gd name="connsiteY645" fmla="*/ 1984479 h 6857999"/>
              <a:gd name="connsiteX646" fmla="*/ 4520397 w 4724400"/>
              <a:gd name="connsiteY646" fmla="*/ 3153822 h 6857999"/>
              <a:gd name="connsiteX647" fmla="*/ 4458958 w 4724400"/>
              <a:gd name="connsiteY647" fmla="*/ 3203134 h 6857999"/>
              <a:gd name="connsiteX648" fmla="*/ 3972830 w 4724400"/>
              <a:gd name="connsiteY648" fmla="*/ 1973028 h 6857999"/>
              <a:gd name="connsiteX649" fmla="*/ 3979154 w 4724400"/>
              <a:gd name="connsiteY649" fmla="*/ 1959605 h 6857999"/>
              <a:gd name="connsiteX650" fmla="*/ 3583051 w 4724400"/>
              <a:gd name="connsiteY650" fmla="*/ 1850495 h 6857999"/>
              <a:gd name="connsiteX651" fmla="*/ 2922360 w 4724400"/>
              <a:gd name="connsiteY651" fmla="*/ 1586232 h 6857999"/>
              <a:gd name="connsiteX652" fmla="*/ 3033099 w 4724400"/>
              <a:gd name="connsiteY652" fmla="*/ 1913175 h 6857999"/>
              <a:gd name="connsiteX653" fmla="*/ 3040214 w 4724400"/>
              <a:gd name="connsiteY653" fmla="*/ 1920694 h 6857999"/>
              <a:gd name="connsiteX654" fmla="*/ 3051308 w 4724400"/>
              <a:gd name="connsiteY654" fmla="*/ 1911226 h 6857999"/>
              <a:gd name="connsiteX655" fmla="*/ 3791335 w 4724400"/>
              <a:gd name="connsiteY655" fmla="*/ 2442781 h 6857999"/>
              <a:gd name="connsiteX656" fmla="*/ 3744063 w 4724400"/>
              <a:gd name="connsiteY656" fmla="*/ 2510325 h 6857999"/>
              <a:gd name="connsiteX657" fmla="*/ 3103695 w 4724400"/>
              <a:gd name="connsiteY657" fmla="*/ 2105302 h 6857999"/>
              <a:gd name="connsiteX658" fmla="*/ 2968137 w 4724400"/>
              <a:gd name="connsiteY658" fmla="*/ 2805672 h 6857999"/>
              <a:gd name="connsiteX659" fmla="*/ 2739231 w 4724400"/>
              <a:gd name="connsiteY659" fmla="*/ 3151701 h 6857999"/>
              <a:gd name="connsiteX660" fmla="*/ 2728882 w 4724400"/>
              <a:gd name="connsiteY660" fmla="*/ 3135084 h 6857999"/>
              <a:gd name="connsiteX661" fmla="*/ 2914282 w 4724400"/>
              <a:gd name="connsiteY661" fmla="*/ 2155807 h 6857999"/>
              <a:gd name="connsiteX662" fmla="*/ 2971660 w 4724400"/>
              <a:gd name="connsiteY662" fmla="*/ 1962486 h 6857999"/>
              <a:gd name="connsiteX663" fmla="*/ 2971809 w 4724400"/>
              <a:gd name="connsiteY663" fmla="*/ 1960615 h 6857999"/>
              <a:gd name="connsiteX664" fmla="*/ 2972315 w 4724400"/>
              <a:gd name="connsiteY664" fmla="*/ 1951821 h 6857999"/>
              <a:gd name="connsiteX665" fmla="*/ 2846641 w 4724400"/>
              <a:gd name="connsiteY665" fmla="*/ 1556749 h 6857999"/>
              <a:gd name="connsiteX666" fmla="*/ 2847461 w 4724400"/>
              <a:gd name="connsiteY666" fmla="*/ 1548729 h 6857999"/>
              <a:gd name="connsiteX667" fmla="*/ 2058558 w 4724400"/>
              <a:gd name="connsiteY667" fmla="*/ 1071804 h 6857999"/>
              <a:gd name="connsiteX668" fmla="*/ 2291089 w 4724400"/>
              <a:gd name="connsiteY668" fmla="*/ 1585512 h 6857999"/>
              <a:gd name="connsiteX669" fmla="*/ 2473792 w 4724400"/>
              <a:gd name="connsiteY669" fmla="*/ 2432858 h 6857999"/>
              <a:gd name="connsiteX670" fmla="*/ 2420124 w 4724400"/>
              <a:gd name="connsiteY670" fmla="*/ 2495762 h 6857999"/>
              <a:gd name="connsiteX671" fmla="*/ 2119846 w 4724400"/>
              <a:gd name="connsiteY671" fmla="*/ 1872898 h 6857999"/>
              <a:gd name="connsiteX672" fmla="*/ 1995210 w 4724400"/>
              <a:gd name="connsiteY672" fmla="*/ 1288346 h 6857999"/>
              <a:gd name="connsiteX673" fmla="*/ 1850975 w 4724400"/>
              <a:gd name="connsiteY673" fmla="*/ 1540820 h 6857999"/>
              <a:gd name="connsiteX674" fmla="*/ 1723490 w 4724400"/>
              <a:gd name="connsiteY674" fmla="*/ 1688355 h 6857999"/>
              <a:gd name="connsiteX675" fmla="*/ 1710157 w 4724400"/>
              <a:gd name="connsiteY675" fmla="*/ 1683354 h 6857999"/>
              <a:gd name="connsiteX676" fmla="*/ 1807265 w 4724400"/>
              <a:gd name="connsiteY676" fmla="*/ 1336896 h 6857999"/>
              <a:gd name="connsiteX677" fmla="*/ 2011049 w 4724400"/>
              <a:gd name="connsiteY677" fmla="*/ 1173376 h 6857999"/>
              <a:gd name="connsiteX678" fmla="*/ 2014681 w 4724400"/>
              <a:gd name="connsiteY678" fmla="*/ 1167830 h 6857999"/>
              <a:gd name="connsiteX679" fmla="*/ 1971037 w 4724400"/>
              <a:gd name="connsiteY679" fmla="*/ 1015438 h 6857999"/>
              <a:gd name="connsiteX680" fmla="*/ 1971858 w 4724400"/>
              <a:gd name="connsiteY680" fmla="*/ 1007420 h 6857999"/>
              <a:gd name="connsiteX681" fmla="*/ 1729505 w 4724400"/>
              <a:gd name="connsiteY681" fmla="*/ 808882 h 6857999"/>
              <a:gd name="connsiteX682" fmla="*/ 1506007 w 4724400"/>
              <a:gd name="connsiteY682" fmla="*/ 597733 h 6857999"/>
              <a:gd name="connsiteX683" fmla="*/ 1499912 w 4724400"/>
              <a:gd name="connsiteY683" fmla="*/ 1795211 h 6857999"/>
              <a:gd name="connsiteX684" fmla="*/ 1444926 w 4724400"/>
              <a:gd name="connsiteY684" fmla="*/ 1841464 h 6857999"/>
              <a:gd name="connsiteX685" fmla="*/ 1425791 w 4724400"/>
              <a:gd name="connsiteY685" fmla="*/ 572788 h 6857999"/>
              <a:gd name="connsiteX686" fmla="*/ 1435390 w 4724400"/>
              <a:gd name="connsiteY686" fmla="*/ 560750 h 6857999"/>
              <a:gd name="connsiteX687" fmla="*/ 1451502 w 4724400"/>
              <a:gd name="connsiteY687" fmla="*/ 542471 h 6857999"/>
              <a:gd name="connsiteX688" fmla="*/ 1194128 w 4724400"/>
              <a:gd name="connsiteY688" fmla="*/ 250903 h 6857999"/>
              <a:gd name="connsiteX689" fmla="*/ 890158 w 4724400"/>
              <a:gd name="connsiteY689" fmla="*/ 0 h 6857999"/>
              <a:gd name="connsiteX690" fmla="*/ 937892 w 4724400"/>
              <a:gd name="connsiteY690" fmla="*/ 0 h 6857999"/>
              <a:gd name="connsiteX691" fmla="*/ 924483 w 4724400"/>
              <a:gd name="connsiteY691" fmla="*/ 30495 h 6857999"/>
              <a:gd name="connsiteX692" fmla="*/ 872288 w 4724400"/>
              <a:gd name="connsiteY692" fmla="*/ 306259 h 6857999"/>
              <a:gd name="connsiteX693" fmla="*/ 1006247 w 4724400"/>
              <a:gd name="connsiteY693" fmla="*/ 727373 h 6857999"/>
              <a:gd name="connsiteX694" fmla="*/ 986481 w 4724400"/>
              <a:gd name="connsiteY694" fmla="*/ 1611960 h 6857999"/>
              <a:gd name="connsiteX695" fmla="*/ 928400 w 4724400"/>
              <a:gd name="connsiteY695" fmla="*/ 1663986 h 6857999"/>
              <a:gd name="connsiteX696" fmla="*/ 771281 w 4724400"/>
              <a:gd name="connsiteY696" fmla="*/ 368438 h 6857999"/>
              <a:gd name="connsiteX697" fmla="*/ 200540 w 4724400"/>
              <a:gd name="connsiteY697" fmla="*/ 942511 h 6857999"/>
              <a:gd name="connsiteX698" fmla="*/ 170253 w 4724400"/>
              <a:gd name="connsiteY698" fmla="*/ 942567 h 6857999"/>
              <a:gd name="connsiteX699" fmla="*/ 442049 w 4724400"/>
              <a:gd name="connsiteY699" fmla="*/ 489150 h 6857999"/>
              <a:gd name="connsiteX700" fmla="*/ 788582 w 4724400"/>
              <a:gd name="connsiteY700" fmla="*/ 301724 h 6857999"/>
              <a:gd name="connsiteX701" fmla="*/ 788312 w 4724400"/>
              <a:gd name="connsiteY701" fmla="*/ 276498 h 6857999"/>
              <a:gd name="connsiteX702" fmla="*/ 847625 w 4724400"/>
              <a:gd name="connsiteY702" fmla="*/ 89075 h 6857999"/>
              <a:gd name="connsiteX703" fmla="*/ 29788 w 4724400"/>
              <a:gd name="connsiteY703" fmla="*/ 0 h 6857999"/>
              <a:gd name="connsiteX704" fmla="*/ 93321 w 4724400"/>
              <a:gd name="connsiteY704" fmla="*/ 0 h 6857999"/>
              <a:gd name="connsiteX705" fmla="*/ 79142 w 4724400"/>
              <a:gd name="connsiteY705" fmla="*/ 68966 h 6857999"/>
              <a:gd name="connsiteX706" fmla="*/ 21253 w 4724400"/>
              <a:gd name="connsiteY706" fmla="*/ 535687 h 6857999"/>
              <a:gd name="connsiteX707" fmla="*/ 61909 w 4724400"/>
              <a:gd name="connsiteY707" fmla="*/ 380358 h 6857999"/>
              <a:gd name="connsiteX708" fmla="*/ 118339 w 4724400"/>
              <a:gd name="connsiteY708" fmla="*/ 184712 h 6857999"/>
              <a:gd name="connsiteX709" fmla="*/ 154192 w 4724400"/>
              <a:gd name="connsiteY709" fmla="*/ 87864 h 6857999"/>
              <a:gd name="connsiteX710" fmla="*/ 186604 w 4724400"/>
              <a:gd name="connsiteY710" fmla="*/ 0 h 6857999"/>
              <a:gd name="connsiteX711" fmla="*/ 216386 w 4724400"/>
              <a:gd name="connsiteY711" fmla="*/ 0 h 6857999"/>
              <a:gd name="connsiteX712" fmla="*/ 180314 w 4724400"/>
              <a:gd name="connsiteY712" fmla="*/ 97640 h 6857999"/>
              <a:gd name="connsiteX713" fmla="*/ 144924 w 4724400"/>
              <a:gd name="connsiteY713" fmla="*/ 193392 h 6857999"/>
              <a:gd name="connsiteX714" fmla="*/ 89413 w 4724400"/>
              <a:gd name="connsiteY714" fmla="*/ 386853 h 6857999"/>
              <a:gd name="connsiteX715" fmla="*/ 49686 w 4724400"/>
              <a:gd name="connsiteY715" fmla="*/ 539999 h 6857999"/>
              <a:gd name="connsiteX716" fmla="*/ 236604 w 4724400"/>
              <a:gd name="connsiteY716" fmla="*/ 152292 h 6857999"/>
              <a:gd name="connsiteX717" fmla="*/ 289375 w 4724400"/>
              <a:gd name="connsiteY717" fmla="*/ 0 h 6857999"/>
              <a:gd name="connsiteX718" fmla="*/ 369729 w 4724400"/>
              <a:gd name="connsiteY718" fmla="*/ 0 h 6857999"/>
              <a:gd name="connsiteX719" fmla="*/ 354160 w 4724400"/>
              <a:gd name="connsiteY719" fmla="*/ 65656 h 6857999"/>
              <a:gd name="connsiteX720" fmla="*/ 21325 w 4724400"/>
              <a:gd name="connsiteY720" fmla="*/ 763628 h 6857999"/>
              <a:gd name="connsiteX721" fmla="*/ 6426 w 4724400"/>
              <a:gd name="connsiteY721" fmla="*/ 785104 h 6857999"/>
              <a:gd name="connsiteX722" fmla="*/ 0 w 4724400"/>
              <a:gd name="connsiteY722" fmla="*/ 789215 h 6857999"/>
              <a:gd name="connsiteX723" fmla="*/ 0 w 4724400"/>
              <a:gd name="connsiteY723" fmla="*/ 163142 h 6857999"/>
              <a:gd name="connsiteX724" fmla="*/ 20220 w 4724400"/>
              <a:gd name="connsiteY724" fmla="*/ 37416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</a:cxnLst>
            <a:rect l="l" t="t" r="r" b="b"/>
            <a:pathLst>
              <a:path w="4724400" h="6857999">
                <a:moveTo>
                  <a:pt x="0" y="6805948"/>
                </a:moveTo>
                <a:lnTo>
                  <a:pt x="15600" y="6813099"/>
                </a:lnTo>
                <a:cubicBezTo>
                  <a:pt x="48179" y="6826367"/>
                  <a:pt x="82589" y="6838841"/>
                  <a:pt x="117632" y="6850060"/>
                </a:cubicBezTo>
                <a:lnTo>
                  <a:pt x="146175" y="6857998"/>
                </a:lnTo>
                <a:lnTo>
                  <a:pt x="54597" y="6857998"/>
                </a:lnTo>
                <a:lnTo>
                  <a:pt x="0" y="6831490"/>
                </a:lnTo>
                <a:close/>
                <a:moveTo>
                  <a:pt x="0" y="6736157"/>
                </a:moveTo>
                <a:lnTo>
                  <a:pt x="114811" y="6784122"/>
                </a:lnTo>
                <a:lnTo>
                  <a:pt x="138159" y="6793465"/>
                </a:lnTo>
                <a:cubicBezTo>
                  <a:pt x="184756" y="6812785"/>
                  <a:pt x="226800" y="6829482"/>
                  <a:pt x="270310" y="6840638"/>
                </a:cubicBezTo>
                <a:lnTo>
                  <a:pt x="358932" y="6857999"/>
                </a:lnTo>
                <a:lnTo>
                  <a:pt x="228496" y="6857999"/>
                </a:lnTo>
                <a:lnTo>
                  <a:pt x="126481" y="6821149"/>
                </a:lnTo>
                <a:lnTo>
                  <a:pt x="103134" y="6811799"/>
                </a:lnTo>
                <a:lnTo>
                  <a:pt x="0" y="6767913"/>
                </a:lnTo>
                <a:close/>
                <a:moveTo>
                  <a:pt x="2460543" y="6515312"/>
                </a:moveTo>
                <a:lnTo>
                  <a:pt x="2286201" y="6525103"/>
                </a:lnTo>
                <a:cubicBezTo>
                  <a:pt x="2228694" y="6528458"/>
                  <a:pt x="2169369" y="6531530"/>
                  <a:pt x="2110427" y="6532104"/>
                </a:cubicBezTo>
                <a:cubicBezTo>
                  <a:pt x="2058946" y="6532538"/>
                  <a:pt x="2007242" y="6530381"/>
                  <a:pt x="1956742" y="6528403"/>
                </a:cubicBezTo>
                <a:cubicBezTo>
                  <a:pt x="1815643" y="6523421"/>
                  <a:pt x="1669606" y="6518329"/>
                  <a:pt x="1534307" y="6560369"/>
                </a:cubicBezTo>
                <a:cubicBezTo>
                  <a:pt x="1506964" y="6568983"/>
                  <a:pt x="1480544" y="6579668"/>
                  <a:pt x="1454538" y="6591702"/>
                </a:cubicBezTo>
                <a:cubicBezTo>
                  <a:pt x="1508795" y="6597451"/>
                  <a:pt x="1564033" y="6600803"/>
                  <a:pt x="1619950" y="6599765"/>
                </a:cubicBezTo>
                <a:cubicBezTo>
                  <a:pt x="1760796" y="6598297"/>
                  <a:pt x="1904212" y="6576077"/>
                  <a:pt x="2044875" y="6563693"/>
                </a:cubicBezTo>
                <a:cubicBezTo>
                  <a:pt x="2158459" y="6554204"/>
                  <a:pt x="2431086" y="6537707"/>
                  <a:pt x="2460543" y="6515312"/>
                </a:cubicBezTo>
                <a:close/>
                <a:moveTo>
                  <a:pt x="1883620" y="6459370"/>
                </a:moveTo>
                <a:cubicBezTo>
                  <a:pt x="1757800" y="6463303"/>
                  <a:pt x="1630678" y="6481291"/>
                  <a:pt x="1532156" y="6529929"/>
                </a:cubicBezTo>
                <a:cubicBezTo>
                  <a:pt x="1670483" y="6488352"/>
                  <a:pt x="1816519" y="6493450"/>
                  <a:pt x="1958230" y="6498517"/>
                </a:cubicBezTo>
                <a:cubicBezTo>
                  <a:pt x="2008720" y="6500495"/>
                  <a:pt x="2060523" y="6502029"/>
                  <a:pt x="2110707" y="6502035"/>
                </a:cubicBezTo>
                <a:cubicBezTo>
                  <a:pt x="2168940" y="6501999"/>
                  <a:pt x="2227759" y="6498204"/>
                  <a:pt x="2285171" y="6495471"/>
                </a:cubicBezTo>
                <a:lnTo>
                  <a:pt x="2385179" y="6489665"/>
                </a:lnTo>
                <a:cubicBezTo>
                  <a:pt x="2348158" y="6484629"/>
                  <a:pt x="2296424" y="6478620"/>
                  <a:pt x="2227262" y="6473140"/>
                </a:cubicBezTo>
                <a:cubicBezTo>
                  <a:pt x="2133953" y="6465560"/>
                  <a:pt x="2009438" y="6455438"/>
                  <a:pt x="1883620" y="6459370"/>
                </a:cubicBezTo>
                <a:close/>
                <a:moveTo>
                  <a:pt x="1611255" y="5884754"/>
                </a:moveTo>
                <a:cubicBezTo>
                  <a:pt x="1475034" y="6070158"/>
                  <a:pt x="1320332" y="6315508"/>
                  <a:pt x="1357588" y="6496752"/>
                </a:cubicBezTo>
                <a:cubicBezTo>
                  <a:pt x="1404118" y="6270055"/>
                  <a:pt x="1507631" y="6063621"/>
                  <a:pt x="1611255" y="5884754"/>
                </a:cubicBezTo>
                <a:close/>
                <a:moveTo>
                  <a:pt x="1646205" y="5883072"/>
                </a:moveTo>
                <a:cubicBezTo>
                  <a:pt x="1542170" y="6060592"/>
                  <a:pt x="1436044" y="6267900"/>
                  <a:pt x="1387600" y="6494950"/>
                </a:cubicBezTo>
                <a:cubicBezTo>
                  <a:pt x="1504199" y="6300136"/>
                  <a:pt x="1601945" y="6103069"/>
                  <a:pt x="1646205" y="5883072"/>
                </a:cubicBezTo>
                <a:close/>
                <a:moveTo>
                  <a:pt x="0" y="5845526"/>
                </a:moveTo>
                <a:lnTo>
                  <a:pt x="23370" y="5869422"/>
                </a:lnTo>
                <a:cubicBezTo>
                  <a:pt x="131924" y="5985784"/>
                  <a:pt x="231640" y="6107018"/>
                  <a:pt x="321428" y="6212316"/>
                </a:cubicBezTo>
                <a:cubicBezTo>
                  <a:pt x="452682" y="6366340"/>
                  <a:pt x="578409" y="6507973"/>
                  <a:pt x="626000" y="6710671"/>
                </a:cubicBezTo>
                <a:cubicBezTo>
                  <a:pt x="638757" y="6764837"/>
                  <a:pt x="647619" y="6810078"/>
                  <a:pt x="661825" y="6854298"/>
                </a:cubicBezTo>
                <a:lnTo>
                  <a:pt x="663298" y="6857998"/>
                </a:lnTo>
                <a:lnTo>
                  <a:pt x="431765" y="6857998"/>
                </a:lnTo>
                <a:lnTo>
                  <a:pt x="293576" y="6816656"/>
                </a:lnTo>
                <a:cubicBezTo>
                  <a:pt x="240014" y="6798833"/>
                  <a:pt x="187020" y="6779815"/>
                  <a:pt x="134480" y="6760867"/>
                </a:cubicBezTo>
                <a:lnTo>
                  <a:pt x="0" y="6714215"/>
                </a:lnTo>
                <a:lnTo>
                  <a:pt x="0" y="6683873"/>
                </a:lnTo>
                <a:lnTo>
                  <a:pt x="143737" y="6732821"/>
                </a:lnTo>
                <a:cubicBezTo>
                  <a:pt x="255889" y="6773078"/>
                  <a:pt x="371066" y="6813801"/>
                  <a:pt x="488162" y="6842006"/>
                </a:cubicBezTo>
                <a:cubicBezTo>
                  <a:pt x="358293" y="6763794"/>
                  <a:pt x="187560" y="6705586"/>
                  <a:pt x="44855" y="6674734"/>
                </a:cubicBezTo>
                <a:lnTo>
                  <a:pt x="0" y="6668575"/>
                </a:lnTo>
                <a:lnTo>
                  <a:pt x="0" y="6628217"/>
                </a:lnTo>
                <a:lnTo>
                  <a:pt x="144942" y="6657611"/>
                </a:lnTo>
                <a:cubicBezTo>
                  <a:pt x="201726" y="6672044"/>
                  <a:pt x="257694" y="6689595"/>
                  <a:pt x="312446" y="6711283"/>
                </a:cubicBezTo>
                <a:cubicBezTo>
                  <a:pt x="343371" y="6723712"/>
                  <a:pt x="523593" y="6837187"/>
                  <a:pt x="477357" y="6799347"/>
                </a:cubicBezTo>
                <a:cubicBezTo>
                  <a:pt x="362978" y="6704934"/>
                  <a:pt x="237571" y="6617800"/>
                  <a:pt x="134228" y="6503934"/>
                </a:cubicBezTo>
                <a:lnTo>
                  <a:pt x="0" y="6334256"/>
                </a:lnTo>
                <a:lnTo>
                  <a:pt x="0" y="6221686"/>
                </a:lnTo>
                <a:lnTo>
                  <a:pt x="113296" y="6402069"/>
                </a:lnTo>
                <a:cubicBezTo>
                  <a:pt x="227569" y="6561808"/>
                  <a:pt x="381603" y="6676399"/>
                  <a:pt x="523262" y="6807025"/>
                </a:cubicBezTo>
                <a:cubicBezTo>
                  <a:pt x="495103" y="6748256"/>
                  <a:pt x="449573" y="6697712"/>
                  <a:pt x="404364" y="6649139"/>
                </a:cubicBezTo>
                <a:lnTo>
                  <a:pt x="392074" y="6636358"/>
                </a:lnTo>
                <a:cubicBezTo>
                  <a:pt x="280930" y="6516822"/>
                  <a:pt x="177660" y="6386311"/>
                  <a:pt x="77450" y="6260110"/>
                </a:cubicBezTo>
                <a:lnTo>
                  <a:pt x="0" y="6163634"/>
                </a:lnTo>
                <a:lnTo>
                  <a:pt x="0" y="6117703"/>
                </a:lnTo>
                <a:lnTo>
                  <a:pt x="99669" y="6240461"/>
                </a:lnTo>
                <a:cubicBezTo>
                  <a:pt x="199276" y="6366562"/>
                  <a:pt x="302033" y="6496348"/>
                  <a:pt x="412670" y="6615176"/>
                </a:cubicBezTo>
                <a:lnTo>
                  <a:pt x="424960" y="6627949"/>
                </a:lnTo>
                <a:cubicBezTo>
                  <a:pt x="452087" y="6657095"/>
                  <a:pt x="479817" y="6686334"/>
                  <a:pt x="504043" y="6718236"/>
                </a:cubicBezTo>
                <a:cubicBezTo>
                  <a:pt x="434583" y="6569208"/>
                  <a:pt x="350187" y="6428779"/>
                  <a:pt x="251759" y="6299011"/>
                </a:cubicBezTo>
                <a:cubicBezTo>
                  <a:pt x="180915" y="6205508"/>
                  <a:pt x="102557" y="6117579"/>
                  <a:pt x="21191" y="6033111"/>
                </a:cubicBezTo>
                <a:lnTo>
                  <a:pt x="0" y="6012219"/>
                </a:lnTo>
                <a:lnTo>
                  <a:pt x="0" y="5971257"/>
                </a:lnTo>
                <a:lnTo>
                  <a:pt x="41571" y="6012292"/>
                </a:lnTo>
                <a:cubicBezTo>
                  <a:pt x="123333" y="6097220"/>
                  <a:pt x="202225" y="6185713"/>
                  <a:pt x="273883" y="6279980"/>
                </a:cubicBezTo>
                <a:cubicBezTo>
                  <a:pt x="380040" y="6419905"/>
                  <a:pt x="469472" y="6571994"/>
                  <a:pt x="541341" y="6733560"/>
                </a:cubicBezTo>
                <a:cubicBezTo>
                  <a:pt x="542355" y="6694639"/>
                  <a:pt x="542948" y="6654374"/>
                  <a:pt x="531634" y="6610993"/>
                </a:cubicBezTo>
                <a:cubicBezTo>
                  <a:pt x="490540" y="6454784"/>
                  <a:pt x="347902" y="6314397"/>
                  <a:pt x="247554" y="6197148"/>
                </a:cubicBezTo>
                <a:cubicBezTo>
                  <a:pt x="178265" y="6115731"/>
                  <a:pt x="107245" y="6035491"/>
                  <a:pt x="33651" y="5957901"/>
                </a:cubicBezTo>
                <a:lnTo>
                  <a:pt x="0" y="5925131"/>
                </a:lnTo>
                <a:close/>
                <a:moveTo>
                  <a:pt x="1656340" y="5825040"/>
                </a:moveTo>
                <a:cubicBezTo>
                  <a:pt x="1655542" y="5826205"/>
                  <a:pt x="1654747" y="5827360"/>
                  <a:pt x="1653246" y="5829053"/>
                </a:cubicBezTo>
                <a:lnTo>
                  <a:pt x="1655667" y="5829425"/>
                </a:lnTo>
                <a:close/>
                <a:moveTo>
                  <a:pt x="2630124" y="5591852"/>
                </a:moveTo>
                <a:cubicBezTo>
                  <a:pt x="2477082" y="5593954"/>
                  <a:pt x="2324114" y="5611746"/>
                  <a:pt x="2177648" y="5630119"/>
                </a:cubicBezTo>
                <a:cubicBezTo>
                  <a:pt x="2143127" y="5634568"/>
                  <a:pt x="2109856" y="5639754"/>
                  <a:pt x="2076258" y="5650510"/>
                </a:cubicBezTo>
                <a:cubicBezTo>
                  <a:pt x="2082463" y="5662642"/>
                  <a:pt x="2162157" y="5633895"/>
                  <a:pt x="2214048" y="5629828"/>
                </a:cubicBezTo>
                <a:cubicBezTo>
                  <a:pt x="2501741" y="5609845"/>
                  <a:pt x="2805089" y="5655720"/>
                  <a:pt x="3090246" y="5601337"/>
                </a:cubicBezTo>
                <a:cubicBezTo>
                  <a:pt x="3006333" y="5611321"/>
                  <a:pt x="2919037" y="5605065"/>
                  <a:pt x="2834104" y="5598847"/>
                </a:cubicBezTo>
                <a:cubicBezTo>
                  <a:pt x="2816936" y="5597562"/>
                  <a:pt x="2799771" y="5596280"/>
                  <a:pt x="2782953" y="5595539"/>
                </a:cubicBezTo>
                <a:cubicBezTo>
                  <a:pt x="2732159" y="5592194"/>
                  <a:pt x="2681137" y="5591152"/>
                  <a:pt x="2630124" y="5591852"/>
                </a:cubicBezTo>
                <a:close/>
                <a:moveTo>
                  <a:pt x="2751064" y="5525300"/>
                </a:moveTo>
                <a:cubicBezTo>
                  <a:pt x="2704155" y="5524070"/>
                  <a:pt x="2658863" y="5525064"/>
                  <a:pt x="2618554" y="5525937"/>
                </a:cubicBezTo>
                <a:cubicBezTo>
                  <a:pt x="2508038" y="5528402"/>
                  <a:pt x="2408741" y="5531370"/>
                  <a:pt x="2311014" y="5550189"/>
                </a:cubicBezTo>
                <a:cubicBezTo>
                  <a:pt x="2246417" y="5562376"/>
                  <a:pt x="2186894" y="5581286"/>
                  <a:pt x="2134103" y="5605852"/>
                </a:cubicBezTo>
                <a:cubicBezTo>
                  <a:pt x="2147385" y="5603489"/>
                  <a:pt x="2160456" y="5602024"/>
                  <a:pt x="2174084" y="5600203"/>
                </a:cubicBezTo>
                <a:cubicBezTo>
                  <a:pt x="2370475" y="5575001"/>
                  <a:pt x="2579125" y="5551921"/>
                  <a:pt x="2785199" y="5564971"/>
                </a:cubicBezTo>
                <a:lnTo>
                  <a:pt x="2836697" y="5568822"/>
                </a:lnTo>
                <a:cubicBezTo>
                  <a:pt x="2913331" y="5574228"/>
                  <a:pt x="2991761" y="5580014"/>
                  <a:pt x="3066345" y="5573703"/>
                </a:cubicBezTo>
                <a:cubicBezTo>
                  <a:pt x="3036778" y="5568851"/>
                  <a:pt x="3007621" y="5562210"/>
                  <a:pt x="2978461" y="5555562"/>
                </a:cubicBezTo>
                <a:cubicBezTo>
                  <a:pt x="2950203" y="5549116"/>
                  <a:pt x="2921945" y="5542665"/>
                  <a:pt x="2893277" y="5538004"/>
                </a:cubicBezTo>
                <a:cubicBezTo>
                  <a:pt x="2846501" y="5529982"/>
                  <a:pt x="2797974" y="5526529"/>
                  <a:pt x="2751064" y="5525300"/>
                </a:cubicBezTo>
                <a:close/>
                <a:moveTo>
                  <a:pt x="2636807" y="5458317"/>
                </a:moveTo>
                <a:cubicBezTo>
                  <a:pt x="2511188" y="5456650"/>
                  <a:pt x="2361021" y="5479881"/>
                  <a:pt x="2236775" y="5536349"/>
                </a:cubicBezTo>
                <a:cubicBezTo>
                  <a:pt x="2259387" y="5530319"/>
                  <a:pt x="2281995" y="5524291"/>
                  <a:pt x="2306204" y="5519543"/>
                </a:cubicBezTo>
                <a:cubicBezTo>
                  <a:pt x="2406280" y="5500749"/>
                  <a:pt x="2506685" y="5497081"/>
                  <a:pt x="2619005" y="5494992"/>
                </a:cubicBezTo>
                <a:cubicBezTo>
                  <a:pt x="2701072" y="5493085"/>
                  <a:pt x="2803428" y="5491236"/>
                  <a:pt x="2899676" y="5507848"/>
                </a:cubicBezTo>
                <a:cubicBezTo>
                  <a:pt x="2928691" y="5513052"/>
                  <a:pt x="2957502" y="5519151"/>
                  <a:pt x="2986662" y="5525798"/>
                </a:cubicBezTo>
                <a:cubicBezTo>
                  <a:pt x="3025723" y="5534530"/>
                  <a:pt x="3063542" y="5542536"/>
                  <a:pt x="3101623" y="5547311"/>
                </a:cubicBezTo>
                <a:cubicBezTo>
                  <a:pt x="2954636" y="5490328"/>
                  <a:pt x="2792455" y="5460700"/>
                  <a:pt x="2636807" y="5458317"/>
                </a:cubicBezTo>
                <a:close/>
                <a:moveTo>
                  <a:pt x="0" y="5142496"/>
                </a:moveTo>
                <a:lnTo>
                  <a:pt x="127996" y="5201004"/>
                </a:lnTo>
                <a:cubicBezTo>
                  <a:pt x="360812" y="5325151"/>
                  <a:pt x="547980" y="5518563"/>
                  <a:pt x="661087" y="5790959"/>
                </a:cubicBezTo>
                <a:cubicBezTo>
                  <a:pt x="808965" y="5905246"/>
                  <a:pt x="932653" y="6044012"/>
                  <a:pt x="1029402" y="6204913"/>
                </a:cubicBezTo>
                <a:cubicBezTo>
                  <a:pt x="1035975" y="6141856"/>
                  <a:pt x="1034897" y="6159666"/>
                  <a:pt x="1046692" y="6015372"/>
                </a:cubicBezTo>
                <a:cubicBezTo>
                  <a:pt x="1068452" y="5749157"/>
                  <a:pt x="1080160" y="5533819"/>
                  <a:pt x="1024238" y="5336275"/>
                </a:cubicBezTo>
                <a:cubicBezTo>
                  <a:pt x="1039478" y="5267180"/>
                  <a:pt x="1107861" y="5351481"/>
                  <a:pt x="1138131" y="5600804"/>
                </a:cubicBezTo>
                <a:cubicBezTo>
                  <a:pt x="1140750" y="5745349"/>
                  <a:pt x="1138236" y="5891029"/>
                  <a:pt x="1127280" y="6039262"/>
                </a:cubicBezTo>
                <a:cubicBezTo>
                  <a:pt x="1108357" y="6291971"/>
                  <a:pt x="1074713" y="6543716"/>
                  <a:pt x="1026642" y="6792600"/>
                </a:cubicBezTo>
                <a:cubicBezTo>
                  <a:pt x="1130130" y="6727745"/>
                  <a:pt x="1224262" y="6639036"/>
                  <a:pt x="1327075" y="6590735"/>
                </a:cubicBezTo>
                <a:cubicBezTo>
                  <a:pt x="1328762" y="6587786"/>
                  <a:pt x="1331155" y="6584312"/>
                  <a:pt x="1332848" y="6581371"/>
                </a:cubicBezTo>
                <a:cubicBezTo>
                  <a:pt x="1327684" y="6578656"/>
                  <a:pt x="1322621" y="6575317"/>
                  <a:pt x="1320586" y="6572441"/>
                </a:cubicBezTo>
                <a:cubicBezTo>
                  <a:pt x="1127046" y="6311498"/>
                  <a:pt x="1526112" y="5858248"/>
                  <a:pt x="1669632" y="5665639"/>
                </a:cubicBezTo>
                <a:cubicBezTo>
                  <a:pt x="1682895" y="5647816"/>
                  <a:pt x="1749910" y="5675384"/>
                  <a:pt x="1749165" y="5696416"/>
                </a:cubicBezTo>
                <a:cubicBezTo>
                  <a:pt x="1740476" y="5983368"/>
                  <a:pt x="1637864" y="6228377"/>
                  <a:pt x="1502249" y="6466405"/>
                </a:cubicBezTo>
                <a:cubicBezTo>
                  <a:pt x="1725190" y="6382070"/>
                  <a:pt x="2047033" y="6424367"/>
                  <a:pt x="2238637" y="6419148"/>
                </a:cubicBezTo>
                <a:cubicBezTo>
                  <a:pt x="2408385" y="6415062"/>
                  <a:pt x="2531389" y="6424957"/>
                  <a:pt x="2642775" y="6563116"/>
                </a:cubicBezTo>
                <a:cubicBezTo>
                  <a:pt x="2652137" y="6574800"/>
                  <a:pt x="2636747" y="6578204"/>
                  <a:pt x="2628681" y="6578254"/>
                </a:cubicBezTo>
                <a:cubicBezTo>
                  <a:pt x="2285142" y="6584519"/>
                  <a:pt x="1943610" y="6642343"/>
                  <a:pt x="1600072" y="6648608"/>
                </a:cubicBezTo>
                <a:cubicBezTo>
                  <a:pt x="1541036" y="6649807"/>
                  <a:pt x="1450884" y="6627657"/>
                  <a:pt x="1391841" y="6641028"/>
                </a:cubicBezTo>
                <a:cubicBezTo>
                  <a:pt x="1391239" y="6640935"/>
                  <a:pt x="1390538" y="6641468"/>
                  <a:pt x="1389928" y="6641375"/>
                </a:cubicBezTo>
                <a:cubicBezTo>
                  <a:pt x="1386712" y="6642158"/>
                  <a:pt x="1383592" y="6642319"/>
                  <a:pt x="1380979" y="6643204"/>
                </a:cubicBezTo>
                <a:cubicBezTo>
                  <a:pt x="1295418" y="6670925"/>
                  <a:pt x="1201880" y="6759768"/>
                  <a:pt x="1108685" y="6824788"/>
                </a:cubicBezTo>
                <a:lnTo>
                  <a:pt x="1051559" y="6857998"/>
                </a:lnTo>
                <a:lnTo>
                  <a:pt x="925940" y="6857998"/>
                </a:lnTo>
                <a:lnTo>
                  <a:pt x="949746" y="6745652"/>
                </a:lnTo>
                <a:cubicBezTo>
                  <a:pt x="977694" y="6600749"/>
                  <a:pt x="1000382" y="6454800"/>
                  <a:pt x="1017902" y="6308216"/>
                </a:cubicBezTo>
                <a:cubicBezTo>
                  <a:pt x="1015769" y="6305964"/>
                  <a:pt x="1013539" y="6304343"/>
                  <a:pt x="1012614" y="6302278"/>
                </a:cubicBezTo>
                <a:cubicBezTo>
                  <a:pt x="921548" y="6120471"/>
                  <a:pt x="798037" y="5964433"/>
                  <a:pt x="644615" y="5837768"/>
                </a:cubicBezTo>
                <a:cubicBezTo>
                  <a:pt x="639869" y="5836403"/>
                  <a:pt x="633910" y="5834843"/>
                  <a:pt x="627546" y="5831943"/>
                </a:cubicBezTo>
                <a:cubicBezTo>
                  <a:pt x="440473" y="5751050"/>
                  <a:pt x="281887" y="5620709"/>
                  <a:pt x="128963" y="5481226"/>
                </a:cubicBezTo>
                <a:lnTo>
                  <a:pt x="0" y="5361850"/>
                </a:lnTo>
                <a:lnTo>
                  <a:pt x="0" y="5297634"/>
                </a:lnTo>
                <a:lnTo>
                  <a:pt x="40861" y="5333413"/>
                </a:lnTo>
                <a:cubicBezTo>
                  <a:pt x="193141" y="5476012"/>
                  <a:pt x="339724" y="5631340"/>
                  <a:pt x="514278" y="5738345"/>
                </a:cubicBezTo>
                <a:cubicBezTo>
                  <a:pt x="449538" y="5691903"/>
                  <a:pt x="392547" y="5631267"/>
                  <a:pt x="337180" y="5572174"/>
                </a:cubicBezTo>
                <a:cubicBezTo>
                  <a:pt x="326006" y="5560210"/>
                  <a:pt x="314833" y="5548247"/>
                  <a:pt x="303564" y="5536908"/>
                </a:cubicBezTo>
                <a:cubicBezTo>
                  <a:pt x="236878" y="5466783"/>
                  <a:pt x="163817" y="5402889"/>
                  <a:pt x="88496" y="5343132"/>
                </a:cubicBezTo>
                <a:lnTo>
                  <a:pt x="0" y="5277736"/>
                </a:lnTo>
                <a:lnTo>
                  <a:pt x="0" y="5241225"/>
                </a:lnTo>
                <a:lnTo>
                  <a:pt x="106479" y="5319780"/>
                </a:lnTo>
                <a:cubicBezTo>
                  <a:pt x="182485" y="5380123"/>
                  <a:pt x="256358" y="5444782"/>
                  <a:pt x="324159" y="5515717"/>
                </a:cubicBezTo>
                <a:lnTo>
                  <a:pt x="357680" y="5551608"/>
                </a:lnTo>
                <a:cubicBezTo>
                  <a:pt x="407763" y="5604773"/>
                  <a:pt x="458863" y="5659374"/>
                  <a:pt x="514810" y="5702551"/>
                </a:cubicBezTo>
                <a:cubicBezTo>
                  <a:pt x="497209" y="5679989"/>
                  <a:pt x="481008" y="5656366"/>
                  <a:pt x="464808" y="5632736"/>
                </a:cubicBezTo>
                <a:cubicBezTo>
                  <a:pt x="449112" y="5609836"/>
                  <a:pt x="433420" y="5586930"/>
                  <a:pt x="416327" y="5565087"/>
                </a:cubicBezTo>
                <a:cubicBezTo>
                  <a:pt x="361064" y="5493188"/>
                  <a:pt x="289546" y="5430331"/>
                  <a:pt x="232232" y="5379904"/>
                </a:cubicBezTo>
                <a:cubicBezTo>
                  <a:pt x="153617" y="5310828"/>
                  <a:pt x="82516" y="5249322"/>
                  <a:pt x="2640" y="5200559"/>
                </a:cubicBezTo>
                <a:lnTo>
                  <a:pt x="0" y="5199146"/>
                </a:lnTo>
                <a:lnTo>
                  <a:pt x="0" y="5164774"/>
                </a:lnTo>
                <a:lnTo>
                  <a:pt x="18363" y="5174783"/>
                </a:lnTo>
                <a:cubicBezTo>
                  <a:pt x="99860" y="5225071"/>
                  <a:pt x="172172" y="5286770"/>
                  <a:pt x="251810" y="5357281"/>
                </a:cubicBezTo>
                <a:cubicBezTo>
                  <a:pt x="310235" y="5408518"/>
                  <a:pt x="382775" y="5472816"/>
                  <a:pt x="439563" y="5546863"/>
                </a:cubicBezTo>
                <a:cubicBezTo>
                  <a:pt x="456560" y="5569331"/>
                  <a:pt x="472857" y="5592330"/>
                  <a:pt x="489056" y="5615961"/>
                </a:cubicBezTo>
                <a:cubicBezTo>
                  <a:pt x="510864" y="5647485"/>
                  <a:pt x="532257" y="5677676"/>
                  <a:pt x="555845" y="5705642"/>
                </a:cubicBezTo>
                <a:cubicBezTo>
                  <a:pt x="488800" y="5569150"/>
                  <a:pt x="394131" y="5443166"/>
                  <a:pt x="287056" y="5341546"/>
                </a:cubicBezTo>
                <a:cubicBezTo>
                  <a:pt x="222125" y="5280178"/>
                  <a:pt x="138844" y="5220320"/>
                  <a:pt x="49874" y="5178238"/>
                </a:cubicBezTo>
                <a:lnTo>
                  <a:pt x="0" y="5158623"/>
                </a:lnTo>
                <a:close/>
                <a:moveTo>
                  <a:pt x="4076694" y="4944364"/>
                </a:moveTo>
                <a:cubicBezTo>
                  <a:pt x="4092586" y="5180994"/>
                  <a:pt x="4134286" y="5476223"/>
                  <a:pt x="4287610" y="5588157"/>
                </a:cubicBezTo>
                <a:cubicBezTo>
                  <a:pt x="4171130" y="5382912"/>
                  <a:pt x="4114497" y="5153179"/>
                  <a:pt x="4076694" y="4944364"/>
                </a:cubicBezTo>
                <a:close/>
                <a:moveTo>
                  <a:pt x="4103808" y="4918599"/>
                </a:moveTo>
                <a:cubicBezTo>
                  <a:pt x="4140363" y="5126676"/>
                  <a:pt x="4195478" y="5358905"/>
                  <a:pt x="4310650" y="5565760"/>
                </a:cubicBezTo>
                <a:cubicBezTo>
                  <a:pt x="4272496" y="5335710"/>
                  <a:pt x="4217566" y="5117152"/>
                  <a:pt x="4103808" y="4918599"/>
                </a:cubicBezTo>
                <a:close/>
                <a:moveTo>
                  <a:pt x="4072554" y="4867303"/>
                </a:moveTo>
                <a:cubicBezTo>
                  <a:pt x="4072702" y="4868748"/>
                  <a:pt x="4072843" y="4870186"/>
                  <a:pt x="4072780" y="4872526"/>
                </a:cubicBezTo>
                <a:lnTo>
                  <a:pt x="4074990" y="4871112"/>
                </a:lnTo>
                <a:close/>
                <a:moveTo>
                  <a:pt x="3100062" y="4866948"/>
                </a:moveTo>
                <a:cubicBezTo>
                  <a:pt x="3054598" y="4867672"/>
                  <a:pt x="3008663" y="4872522"/>
                  <a:pt x="2963625" y="4877568"/>
                </a:cubicBezTo>
                <a:cubicBezTo>
                  <a:pt x="2913679" y="4883457"/>
                  <a:pt x="2861381" y="4889314"/>
                  <a:pt x="2809956" y="4889247"/>
                </a:cubicBezTo>
                <a:cubicBezTo>
                  <a:pt x="2768849" y="4889475"/>
                  <a:pt x="2727662" y="4885932"/>
                  <a:pt x="2688275" y="4882769"/>
                </a:cubicBezTo>
                <a:cubicBezTo>
                  <a:pt x="2660443" y="4880639"/>
                  <a:pt x="2632820" y="4877611"/>
                  <a:pt x="2605133" y="4876924"/>
                </a:cubicBezTo>
                <a:cubicBezTo>
                  <a:pt x="2542005" y="4874377"/>
                  <a:pt x="2477453" y="4878112"/>
                  <a:pt x="2414900" y="4881330"/>
                </a:cubicBezTo>
                <a:cubicBezTo>
                  <a:pt x="2350347" y="4885065"/>
                  <a:pt x="2283431" y="4888772"/>
                  <a:pt x="2217605" y="4885650"/>
                </a:cubicBezTo>
                <a:lnTo>
                  <a:pt x="2199332" y="4885075"/>
                </a:lnTo>
                <a:cubicBezTo>
                  <a:pt x="2179813" y="4883768"/>
                  <a:pt x="2160089" y="4883349"/>
                  <a:pt x="2141062" y="4884027"/>
                </a:cubicBezTo>
                <a:cubicBezTo>
                  <a:pt x="2279340" y="4906717"/>
                  <a:pt x="2418587" y="4927258"/>
                  <a:pt x="2558630" y="4938088"/>
                </a:cubicBezTo>
                <a:cubicBezTo>
                  <a:pt x="2750317" y="4954217"/>
                  <a:pt x="2921561" y="4921336"/>
                  <a:pt x="3100062" y="4866948"/>
                </a:cubicBezTo>
                <a:close/>
                <a:moveTo>
                  <a:pt x="2753415" y="4783657"/>
                </a:moveTo>
                <a:cubicBezTo>
                  <a:pt x="2715812" y="4782731"/>
                  <a:pt x="2677745" y="4783278"/>
                  <a:pt x="2639521" y="4785091"/>
                </a:cubicBezTo>
                <a:cubicBezTo>
                  <a:pt x="2486624" y="4792347"/>
                  <a:pt x="2331226" y="4819883"/>
                  <a:pt x="2193068" y="4854595"/>
                </a:cubicBezTo>
                <a:cubicBezTo>
                  <a:pt x="2196324" y="4854814"/>
                  <a:pt x="2198676" y="4854838"/>
                  <a:pt x="2201931" y="4855057"/>
                </a:cubicBezTo>
                <a:lnTo>
                  <a:pt x="2219654" y="4855986"/>
                </a:lnTo>
                <a:cubicBezTo>
                  <a:pt x="2283679" y="4858722"/>
                  <a:pt x="2350037" y="4855370"/>
                  <a:pt x="2413690" y="4851445"/>
                </a:cubicBezTo>
                <a:cubicBezTo>
                  <a:pt x="2476795" y="4847874"/>
                  <a:pt x="2542257" y="4844334"/>
                  <a:pt x="2606832" y="4846715"/>
                </a:cubicBezTo>
                <a:cubicBezTo>
                  <a:pt x="2634866" y="4847944"/>
                  <a:pt x="2663590" y="4850269"/>
                  <a:pt x="2691769" y="4852935"/>
                </a:cubicBezTo>
                <a:cubicBezTo>
                  <a:pt x="2730608" y="4856456"/>
                  <a:pt x="2771445" y="4859459"/>
                  <a:pt x="2811106" y="4859393"/>
                </a:cubicBezTo>
                <a:cubicBezTo>
                  <a:pt x="2860724" y="4859079"/>
                  <a:pt x="2912124" y="4853023"/>
                  <a:pt x="2961520" y="4847493"/>
                </a:cubicBezTo>
                <a:cubicBezTo>
                  <a:pt x="2997835" y="4843425"/>
                  <a:pt x="3034156" y="4839354"/>
                  <a:pt x="3070965" y="4837270"/>
                </a:cubicBezTo>
                <a:cubicBezTo>
                  <a:pt x="2974850" y="4802463"/>
                  <a:pt x="2866224" y="4786435"/>
                  <a:pt x="2753415" y="4783657"/>
                </a:cubicBezTo>
                <a:close/>
                <a:moveTo>
                  <a:pt x="2389654" y="4275904"/>
                </a:moveTo>
                <a:cubicBezTo>
                  <a:pt x="2058380" y="4300770"/>
                  <a:pt x="1773879" y="4364703"/>
                  <a:pt x="1522266" y="4472742"/>
                </a:cubicBezTo>
                <a:lnTo>
                  <a:pt x="1464014" y="4498508"/>
                </a:lnTo>
                <a:cubicBezTo>
                  <a:pt x="1435059" y="4511659"/>
                  <a:pt x="1405759" y="4524268"/>
                  <a:pt x="1376111" y="4536334"/>
                </a:cubicBezTo>
                <a:cubicBezTo>
                  <a:pt x="1422294" y="4522124"/>
                  <a:pt x="1470274" y="4508296"/>
                  <a:pt x="1498493" y="4502509"/>
                </a:cubicBezTo>
                <a:cubicBezTo>
                  <a:pt x="1608595" y="4481142"/>
                  <a:pt x="1719912" y="4468967"/>
                  <a:pt x="1831627" y="4454994"/>
                </a:cubicBezTo>
                <a:cubicBezTo>
                  <a:pt x="2034733" y="4429326"/>
                  <a:pt x="2186680" y="4317586"/>
                  <a:pt x="2389654" y="4275904"/>
                </a:cubicBezTo>
                <a:close/>
                <a:moveTo>
                  <a:pt x="2147582" y="4220499"/>
                </a:moveTo>
                <a:cubicBezTo>
                  <a:pt x="1947585" y="4228027"/>
                  <a:pt x="1746826" y="4329700"/>
                  <a:pt x="1556088" y="4425819"/>
                </a:cubicBezTo>
                <a:cubicBezTo>
                  <a:pt x="1788857" y="4332127"/>
                  <a:pt x="2048945" y="4273854"/>
                  <a:pt x="2346927" y="4248048"/>
                </a:cubicBezTo>
                <a:cubicBezTo>
                  <a:pt x="2280831" y="4225943"/>
                  <a:pt x="2214248" y="4217991"/>
                  <a:pt x="2147582" y="4220499"/>
                </a:cubicBezTo>
                <a:close/>
                <a:moveTo>
                  <a:pt x="1790494" y="3958602"/>
                </a:moveTo>
                <a:cubicBezTo>
                  <a:pt x="1546078" y="4006086"/>
                  <a:pt x="1301131" y="4060051"/>
                  <a:pt x="1059112" y="4119804"/>
                </a:cubicBezTo>
                <a:cubicBezTo>
                  <a:pt x="1314148" y="4123003"/>
                  <a:pt x="1558894" y="4069940"/>
                  <a:pt x="1790494" y="3958602"/>
                </a:cubicBezTo>
                <a:close/>
                <a:moveTo>
                  <a:pt x="3757613" y="3936722"/>
                </a:moveTo>
                <a:cubicBezTo>
                  <a:pt x="3739428" y="4022695"/>
                  <a:pt x="3726993" y="4110355"/>
                  <a:pt x="3715314" y="4196771"/>
                </a:cubicBezTo>
                <a:cubicBezTo>
                  <a:pt x="3696476" y="4335276"/>
                  <a:pt x="3677516" y="4478465"/>
                  <a:pt x="3631611" y="4613594"/>
                </a:cubicBezTo>
                <a:cubicBezTo>
                  <a:pt x="3620645" y="4645134"/>
                  <a:pt x="3608778" y="4676477"/>
                  <a:pt x="3596909" y="4707830"/>
                </a:cubicBezTo>
                <a:lnTo>
                  <a:pt x="3581749" y="4747418"/>
                </a:lnTo>
                <a:cubicBezTo>
                  <a:pt x="3554523" y="4819250"/>
                  <a:pt x="3531238" y="4892390"/>
                  <a:pt x="3510660" y="4966094"/>
                </a:cubicBezTo>
                <a:cubicBezTo>
                  <a:pt x="3748857" y="4678857"/>
                  <a:pt x="3755323" y="4300706"/>
                  <a:pt x="3757613" y="3936722"/>
                </a:cubicBezTo>
                <a:close/>
                <a:moveTo>
                  <a:pt x="1701387" y="3919232"/>
                </a:moveTo>
                <a:cubicBezTo>
                  <a:pt x="1507766" y="3912045"/>
                  <a:pt x="1320741" y="3989836"/>
                  <a:pt x="1136310" y="4068895"/>
                </a:cubicBezTo>
                <a:cubicBezTo>
                  <a:pt x="1350954" y="4017452"/>
                  <a:pt x="1568376" y="3970366"/>
                  <a:pt x="1784782" y="3927759"/>
                </a:cubicBezTo>
                <a:cubicBezTo>
                  <a:pt x="1756841" y="3923020"/>
                  <a:pt x="1729046" y="3920259"/>
                  <a:pt x="1701387" y="3919232"/>
                </a:cubicBezTo>
                <a:close/>
                <a:moveTo>
                  <a:pt x="3733405" y="3900089"/>
                </a:moveTo>
                <a:cubicBezTo>
                  <a:pt x="3597105" y="4216426"/>
                  <a:pt x="3490805" y="4541932"/>
                  <a:pt x="3500832" y="4885010"/>
                </a:cubicBezTo>
                <a:cubicBezTo>
                  <a:pt x="3516996" y="4834817"/>
                  <a:pt x="3533505" y="4785171"/>
                  <a:pt x="3552367" y="4735553"/>
                </a:cubicBezTo>
                <a:lnTo>
                  <a:pt x="3567525" y="4695966"/>
                </a:lnTo>
                <a:cubicBezTo>
                  <a:pt x="3579742" y="4665154"/>
                  <a:pt x="3591404" y="4634706"/>
                  <a:pt x="3602372" y="4603168"/>
                </a:cubicBezTo>
                <a:cubicBezTo>
                  <a:pt x="3647108" y="4471083"/>
                  <a:pt x="3666211" y="4329343"/>
                  <a:pt x="3684639" y="4192628"/>
                </a:cubicBezTo>
                <a:cubicBezTo>
                  <a:pt x="3697672" y="4096160"/>
                  <a:pt x="3710761" y="3997344"/>
                  <a:pt x="3733405" y="3900089"/>
                </a:cubicBezTo>
                <a:close/>
                <a:moveTo>
                  <a:pt x="2800959" y="3871054"/>
                </a:moveTo>
                <a:cubicBezTo>
                  <a:pt x="2809421" y="4100939"/>
                  <a:pt x="2907977" y="4306148"/>
                  <a:pt x="3026569" y="4520780"/>
                </a:cubicBezTo>
                <a:cubicBezTo>
                  <a:pt x="2979577" y="4399850"/>
                  <a:pt x="2933143" y="4278562"/>
                  <a:pt x="2889061" y="4157302"/>
                </a:cubicBezTo>
                <a:cubicBezTo>
                  <a:pt x="2854271" y="4061517"/>
                  <a:pt x="2821632" y="3966669"/>
                  <a:pt x="2800959" y="3871054"/>
                </a:cubicBezTo>
                <a:close/>
                <a:moveTo>
                  <a:pt x="2809929" y="3701307"/>
                </a:moveTo>
                <a:cubicBezTo>
                  <a:pt x="2809867" y="3703640"/>
                  <a:pt x="2809253" y="3706334"/>
                  <a:pt x="2809197" y="3708672"/>
                </a:cubicBezTo>
                <a:cubicBezTo>
                  <a:pt x="2816609" y="3854149"/>
                  <a:pt x="2864235" y="3999199"/>
                  <a:pt x="2918306" y="4147031"/>
                </a:cubicBezTo>
                <a:cubicBezTo>
                  <a:pt x="2966436" y="4279493"/>
                  <a:pt x="3017273" y="4412529"/>
                  <a:pt x="3068858" y="4544310"/>
                </a:cubicBezTo>
                <a:cubicBezTo>
                  <a:pt x="3069715" y="4408107"/>
                  <a:pt x="3008952" y="4266858"/>
                  <a:pt x="2968879" y="4144570"/>
                </a:cubicBezTo>
                <a:cubicBezTo>
                  <a:pt x="2919376" y="3995354"/>
                  <a:pt x="2865655" y="3848072"/>
                  <a:pt x="2809929" y="3701307"/>
                </a:cubicBezTo>
                <a:close/>
                <a:moveTo>
                  <a:pt x="1867196" y="3456584"/>
                </a:moveTo>
                <a:cubicBezTo>
                  <a:pt x="1939275" y="3608228"/>
                  <a:pt x="2036188" y="3758542"/>
                  <a:pt x="2183970" y="3826505"/>
                </a:cubicBezTo>
                <a:cubicBezTo>
                  <a:pt x="2092208" y="3686686"/>
                  <a:pt x="1989300" y="3564734"/>
                  <a:pt x="1867196" y="3456584"/>
                </a:cubicBezTo>
                <a:close/>
                <a:moveTo>
                  <a:pt x="2322880" y="3078533"/>
                </a:moveTo>
                <a:cubicBezTo>
                  <a:pt x="2314902" y="3134217"/>
                  <a:pt x="2306026" y="3189710"/>
                  <a:pt x="2295695" y="3245370"/>
                </a:cubicBezTo>
                <a:cubicBezTo>
                  <a:pt x="2262659" y="3421320"/>
                  <a:pt x="2225570" y="3586065"/>
                  <a:pt x="2268858" y="3758413"/>
                </a:cubicBezTo>
                <a:cubicBezTo>
                  <a:pt x="2273785" y="3680922"/>
                  <a:pt x="2284872" y="3603320"/>
                  <a:pt x="2295899" y="3528057"/>
                </a:cubicBezTo>
                <a:cubicBezTo>
                  <a:pt x="2310584" y="3430521"/>
                  <a:pt x="2325878" y="3330298"/>
                  <a:pt x="2326306" y="3231157"/>
                </a:cubicBezTo>
                <a:cubicBezTo>
                  <a:pt x="2326349" y="3202011"/>
                  <a:pt x="2325135" y="3172131"/>
                  <a:pt x="2324274" y="3142788"/>
                </a:cubicBezTo>
                <a:cubicBezTo>
                  <a:pt x="2323575" y="3121009"/>
                  <a:pt x="2323232" y="3099770"/>
                  <a:pt x="2322880" y="3078533"/>
                </a:cubicBezTo>
                <a:close/>
                <a:moveTo>
                  <a:pt x="912797" y="2896659"/>
                </a:moveTo>
                <a:cubicBezTo>
                  <a:pt x="987675" y="3038078"/>
                  <a:pt x="1077553" y="3173735"/>
                  <a:pt x="1167201" y="3304169"/>
                </a:cubicBezTo>
                <a:cubicBezTo>
                  <a:pt x="1258595" y="3437326"/>
                  <a:pt x="1353896" y="3600936"/>
                  <a:pt x="1503848" y="3675946"/>
                </a:cubicBezTo>
                <a:cubicBezTo>
                  <a:pt x="1443175" y="3621244"/>
                  <a:pt x="1397337" y="3553231"/>
                  <a:pt x="1353091" y="3486482"/>
                </a:cubicBezTo>
                <a:cubicBezTo>
                  <a:pt x="1348731" y="3480073"/>
                  <a:pt x="1344372" y="3473665"/>
                  <a:pt x="1340012" y="3467256"/>
                </a:cubicBezTo>
                <a:cubicBezTo>
                  <a:pt x="1259674" y="3347730"/>
                  <a:pt x="1172762" y="3230102"/>
                  <a:pt x="1089196" y="3116474"/>
                </a:cubicBezTo>
                <a:cubicBezTo>
                  <a:pt x="1048102" y="3060746"/>
                  <a:pt x="1005067" y="3003195"/>
                  <a:pt x="959418" y="2948853"/>
                </a:cubicBezTo>
                <a:cubicBezTo>
                  <a:pt x="944128" y="2931040"/>
                  <a:pt x="928639" y="2914119"/>
                  <a:pt x="912797" y="2896659"/>
                </a:cubicBezTo>
                <a:close/>
                <a:moveTo>
                  <a:pt x="2363420" y="2871730"/>
                </a:moveTo>
                <a:lnTo>
                  <a:pt x="2360107" y="2915231"/>
                </a:lnTo>
                <a:cubicBezTo>
                  <a:pt x="2356940" y="2960178"/>
                  <a:pt x="2353568" y="3006017"/>
                  <a:pt x="2353099" y="3051540"/>
                </a:cubicBezTo>
                <a:cubicBezTo>
                  <a:pt x="2352858" y="3081589"/>
                  <a:pt x="2354064" y="3111470"/>
                  <a:pt x="2354925" y="3140814"/>
                </a:cubicBezTo>
                <a:cubicBezTo>
                  <a:pt x="2356138" y="3170696"/>
                  <a:pt x="2357347" y="3200579"/>
                  <a:pt x="2357104" y="3230628"/>
                </a:cubicBezTo>
                <a:cubicBezTo>
                  <a:pt x="2356269" y="3331557"/>
                  <a:pt x="2341112" y="3433224"/>
                  <a:pt x="2326221" y="3531652"/>
                </a:cubicBezTo>
                <a:cubicBezTo>
                  <a:pt x="2315466" y="3603683"/>
                  <a:pt x="2304846" y="3677150"/>
                  <a:pt x="2299836" y="3750864"/>
                </a:cubicBezTo>
                <a:cubicBezTo>
                  <a:pt x="2315186" y="3724954"/>
                  <a:pt x="2331840" y="3697443"/>
                  <a:pt x="2346877" y="3662531"/>
                </a:cubicBezTo>
                <a:cubicBezTo>
                  <a:pt x="2459154" y="3406015"/>
                  <a:pt x="2424454" y="3133900"/>
                  <a:pt x="2363420" y="2871730"/>
                </a:cubicBezTo>
                <a:close/>
                <a:moveTo>
                  <a:pt x="912921" y="2850596"/>
                </a:moveTo>
                <a:cubicBezTo>
                  <a:pt x="936881" y="2875897"/>
                  <a:pt x="961194" y="2901731"/>
                  <a:pt x="983846" y="2928627"/>
                </a:cubicBezTo>
                <a:cubicBezTo>
                  <a:pt x="1029846" y="2983517"/>
                  <a:pt x="1073228" y="3041610"/>
                  <a:pt x="1114669" y="3097880"/>
                </a:cubicBezTo>
                <a:cubicBezTo>
                  <a:pt x="1199144" y="3211700"/>
                  <a:pt x="1286398" y="3329876"/>
                  <a:pt x="1366183" y="3449753"/>
                </a:cubicBezTo>
                <a:cubicBezTo>
                  <a:pt x="1370543" y="3456162"/>
                  <a:pt x="1374903" y="3462572"/>
                  <a:pt x="1379263" y="3468981"/>
                </a:cubicBezTo>
                <a:cubicBezTo>
                  <a:pt x="1414114" y="3521040"/>
                  <a:pt x="1450010" y="3574725"/>
                  <a:pt x="1492446" y="3620389"/>
                </a:cubicBezTo>
                <a:cubicBezTo>
                  <a:pt x="1379640" y="3316219"/>
                  <a:pt x="1197433" y="3014288"/>
                  <a:pt x="912921" y="2850596"/>
                </a:cubicBezTo>
                <a:close/>
                <a:moveTo>
                  <a:pt x="2386551" y="2642862"/>
                </a:moveTo>
                <a:cubicBezTo>
                  <a:pt x="2394776" y="2644690"/>
                  <a:pt x="2401148" y="2649859"/>
                  <a:pt x="2403741" y="2659697"/>
                </a:cubicBezTo>
                <a:cubicBezTo>
                  <a:pt x="2468949" y="2907705"/>
                  <a:pt x="2536818" y="3164740"/>
                  <a:pt x="2499078" y="3423399"/>
                </a:cubicBezTo>
                <a:cubicBezTo>
                  <a:pt x="2484124" y="3524170"/>
                  <a:pt x="2447241" y="3605244"/>
                  <a:pt x="2413232" y="3700562"/>
                </a:cubicBezTo>
                <a:cubicBezTo>
                  <a:pt x="2350039" y="3880472"/>
                  <a:pt x="2357716" y="4002022"/>
                  <a:pt x="2428424" y="4178295"/>
                </a:cubicBezTo>
                <a:cubicBezTo>
                  <a:pt x="2600434" y="4289020"/>
                  <a:pt x="2768104" y="4406341"/>
                  <a:pt x="2927779" y="4531843"/>
                </a:cubicBezTo>
                <a:cubicBezTo>
                  <a:pt x="2760215" y="4223610"/>
                  <a:pt x="2637267" y="3926696"/>
                  <a:pt x="2758380" y="3561061"/>
                </a:cubicBezTo>
                <a:cubicBezTo>
                  <a:pt x="2765639" y="3539559"/>
                  <a:pt x="2835782" y="3509255"/>
                  <a:pt x="2846610" y="3538353"/>
                </a:cubicBezTo>
                <a:cubicBezTo>
                  <a:pt x="2941134" y="3779872"/>
                  <a:pt x="3029996" y="4023472"/>
                  <a:pt x="3106063" y="4271430"/>
                </a:cubicBezTo>
                <a:cubicBezTo>
                  <a:pt x="3150638" y="4415363"/>
                  <a:pt x="3185704" y="4549296"/>
                  <a:pt x="3116136" y="4688819"/>
                </a:cubicBezTo>
                <a:cubicBezTo>
                  <a:pt x="3218309" y="4776757"/>
                  <a:pt x="3317100" y="4869157"/>
                  <a:pt x="3412872" y="4966558"/>
                </a:cubicBezTo>
                <a:cubicBezTo>
                  <a:pt x="3381456" y="4499967"/>
                  <a:pt x="3566630" y="4066538"/>
                  <a:pt x="3763612" y="3645474"/>
                </a:cubicBezTo>
                <a:cubicBezTo>
                  <a:pt x="3774538" y="3622394"/>
                  <a:pt x="3852109" y="3598841"/>
                  <a:pt x="3850165" y="3638405"/>
                </a:cubicBezTo>
                <a:cubicBezTo>
                  <a:pt x="3828358" y="4125233"/>
                  <a:pt x="3904636" y="4676562"/>
                  <a:pt x="3515311" y="5051260"/>
                </a:cubicBezTo>
                <a:cubicBezTo>
                  <a:pt x="3511789" y="5054277"/>
                  <a:pt x="3506819" y="5057456"/>
                  <a:pt x="3501147" y="5059552"/>
                </a:cubicBezTo>
                <a:cubicBezTo>
                  <a:pt x="3601520" y="5167803"/>
                  <a:pt x="3698516" y="5280511"/>
                  <a:pt x="3790420" y="5401078"/>
                </a:cubicBezTo>
                <a:cubicBezTo>
                  <a:pt x="3946901" y="5606795"/>
                  <a:pt x="4090825" y="5822089"/>
                  <a:pt x="4221141" y="6045312"/>
                </a:cubicBezTo>
                <a:cubicBezTo>
                  <a:pt x="4260726" y="5923422"/>
                  <a:pt x="4276533" y="5789920"/>
                  <a:pt x="4326825" y="5681109"/>
                </a:cubicBezTo>
                <a:cubicBezTo>
                  <a:pt x="4326185" y="5677682"/>
                  <a:pt x="4325759" y="5673360"/>
                  <a:pt x="4325127" y="5669934"/>
                </a:cubicBezTo>
                <a:cubicBezTo>
                  <a:pt x="4319106" y="5671483"/>
                  <a:pt x="4312744" y="5672486"/>
                  <a:pt x="4309144" y="5671723"/>
                </a:cubicBezTo>
                <a:cubicBezTo>
                  <a:pt x="3975286" y="5608574"/>
                  <a:pt x="3989836" y="4983823"/>
                  <a:pt x="3974946" y="4736592"/>
                </a:cubicBezTo>
                <a:cubicBezTo>
                  <a:pt x="3973555" y="4713728"/>
                  <a:pt x="4046476" y="4687776"/>
                  <a:pt x="4060171" y="4704317"/>
                </a:cubicBezTo>
                <a:cubicBezTo>
                  <a:pt x="4248204" y="4928943"/>
                  <a:pt x="4331788" y="5187422"/>
                  <a:pt x="4383942" y="5463703"/>
                </a:cubicBezTo>
                <a:cubicBezTo>
                  <a:pt x="4445404" y="5353500"/>
                  <a:pt x="4548377" y="5250086"/>
                  <a:pt x="4654905" y="5156948"/>
                </a:cubicBezTo>
                <a:lnTo>
                  <a:pt x="4724400" y="5098975"/>
                </a:lnTo>
                <a:lnTo>
                  <a:pt x="4724400" y="5160063"/>
                </a:lnTo>
                <a:lnTo>
                  <a:pt x="4687505" y="5191181"/>
                </a:lnTo>
                <a:cubicBezTo>
                  <a:pt x="4588452" y="5282318"/>
                  <a:pt x="4497898" y="5385071"/>
                  <a:pt x="4451303" y="5491132"/>
                </a:cubicBezTo>
                <a:cubicBezTo>
                  <a:pt x="4493091" y="5426848"/>
                  <a:pt x="4544370" y="5370101"/>
                  <a:pt x="4599954" y="5317498"/>
                </a:cubicBezTo>
                <a:lnTo>
                  <a:pt x="4724400" y="5211392"/>
                </a:lnTo>
                <a:lnTo>
                  <a:pt x="4724400" y="5251559"/>
                </a:lnTo>
                <a:lnTo>
                  <a:pt x="4619898" y="5340764"/>
                </a:lnTo>
                <a:cubicBezTo>
                  <a:pt x="4564729" y="5393102"/>
                  <a:pt x="4514142" y="5449408"/>
                  <a:pt x="4473735" y="5512809"/>
                </a:cubicBezTo>
                <a:cubicBezTo>
                  <a:pt x="4457482" y="5538523"/>
                  <a:pt x="4443385" y="5565169"/>
                  <a:pt x="4430539" y="5592553"/>
                </a:cubicBezTo>
                <a:cubicBezTo>
                  <a:pt x="4478314" y="5558922"/>
                  <a:pt x="4525254" y="5522778"/>
                  <a:pt x="4569759" y="5482816"/>
                </a:cubicBezTo>
                <a:lnTo>
                  <a:pt x="4724400" y="5330891"/>
                </a:lnTo>
                <a:lnTo>
                  <a:pt x="4724400" y="5402912"/>
                </a:lnTo>
                <a:lnTo>
                  <a:pt x="4586888" y="5533939"/>
                </a:lnTo>
                <a:cubicBezTo>
                  <a:pt x="4539970" y="5576210"/>
                  <a:pt x="4452025" y="5622495"/>
                  <a:pt x="4413377" y="5674040"/>
                </a:cubicBezTo>
                <a:cubicBezTo>
                  <a:pt x="4412828" y="5674391"/>
                  <a:pt x="4412623" y="5675288"/>
                  <a:pt x="4412066" y="5675644"/>
                </a:cubicBezTo>
                <a:cubicBezTo>
                  <a:pt x="4409999" y="5678494"/>
                  <a:pt x="4407586" y="5680803"/>
                  <a:pt x="4406074" y="5683306"/>
                </a:cubicBezTo>
                <a:cubicBezTo>
                  <a:pt x="4338963" y="5791374"/>
                  <a:pt x="4334247" y="5992131"/>
                  <a:pt x="4271008" y="6118417"/>
                </a:cubicBezTo>
                <a:cubicBezTo>
                  <a:pt x="4270042" y="6120562"/>
                  <a:pt x="4267634" y="6122876"/>
                  <a:pt x="4265220" y="6125184"/>
                </a:cubicBezTo>
                <a:cubicBezTo>
                  <a:pt x="4388620" y="6344593"/>
                  <a:pt x="4497559" y="6571523"/>
                  <a:pt x="4590463" y="6805045"/>
                </a:cubicBezTo>
                <a:lnTo>
                  <a:pt x="4610122" y="6857999"/>
                </a:lnTo>
                <a:lnTo>
                  <a:pt x="4513231" y="6857999"/>
                </a:lnTo>
                <a:lnTo>
                  <a:pt x="4374770" y="6532596"/>
                </a:lnTo>
                <a:lnTo>
                  <a:pt x="4339518" y="6461642"/>
                </a:lnTo>
                <a:cubicBezTo>
                  <a:pt x="4208274" y="6190726"/>
                  <a:pt x="4055763" y="5930353"/>
                  <a:pt x="3884810" y="5682534"/>
                </a:cubicBezTo>
                <a:cubicBezTo>
                  <a:pt x="3881554" y="5682314"/>
                  <a:pt x="3878648" y="5682642"/>
                  <a:pt x="3876498" y="5681717"/>
                </a:cubicBezTo>
                <a:cubicBezTo>
                  <a:pt x="3679284" y="5607050"/>
                  <a:pt x="3473354" y="5574737"/>
                  <a:pt x="3263209" y="5585749"/>
                </a:cubicBezTo>
                <a:cubicBezTo>
                  <a:pt x="3258445" y="5588034"/>
                  <a:pt x="3252566" y="5591021"/>
                  <a:pt x="3245450" y="5593271"/>
                </a:cubicBezTo>
                <a:cubicBezTo>
                  <a:pt x="2832970" y="5732161"/>
                  <a:pt x="2378174" y="5640588"/>
                  <a:pt x="1952592" y="5692050"/>
                </a:cubicBezTo>
                <a:cubicBezTo>
                  <a:pt x="1937512" y="5694029"/>
                  <a:pt x="1912708" y="5686903"/>
                  <a:pt x="1936466" y="5671708"/>
                </a:cubicBezTo>
                <a:cubicBezTo>
                  <a:pt x="2343705" y="5415077"/>
                  <a:pt x="2802129" y="5333413"/>
                  <a:pt x="3244709" y="5538562"/>
                </a:cubicBezTo>
                <a:cubicBezTo>
                  <a:pt x="3441959" y="5522006"/>
                  <a:pt x="3636288" y="5541041"/>
                  <a:pt x="3823886" y="5595804"/>
                </a:cubicBezTo>
                <a:cubicBezTo>
                  <a:pt x="3786337" y="5543176"/>
                  <a:pt x="3748232" y="5490905"/>
                  <a:pt x="3709024" y="5439340"/>
                </a:cubicBezTo>
                <a:cubicBezTo>
                  <a:pt x="3551844" y="5232532"/>
                  <a:pt x="3380544" y="5046247"/>
                  <a:pt x="3198362" y="4874588"/>
                </a:cubicBezTo>
                <a:cubicBezTo>
                  <a:pt x="3191800" y="4876493"/>
                  <a:pt x="3185778" y="4878043"/>
                  <a:pt x="3179417" y="4879047"/>
                </a:cubicBezTo>
                <a:cubicBezTo>
                  <a:pt x="3002241" y="4937947"/>
                  <a:pt x="2827252" y="4989315"/>
                  <a:pt x="2639496" y="4989072"/>
                </a:cubicBezTo>
                <a:cubicBezTo>
                  <a:pt x="2416792" y="4988955"/>
                  <a:pt x="2191177" y="4947776"/>
                  <a:pt x="1972353" y="4909921"/>
                </a:cubicBezTo>
                <a:cubicBezTo>
                  <a:pt x="1940984" y="4904693"/>
                  <a:pt x="1996456" y="4874580"/>
                  <a:pt x="2002679" y="4872131"/>
                </a:cubicBezTo>
                <a:cubicBezTo>
                  <a:pt x="2309478" y="4772480"/>
                  <a:pt x="2760385" y="4680296"/>
                  <a:pt x="3097424" y="4781269"/>
                </a:cubicBezTo>
                <a:cubicBezTo>
                  <a:pt x="2895349" y="4601638"/>
                  <a:pt x="2680528" y="4438593"/>
                  <a:pt x="2454890" y="4287833"/>
                </a:cubicBezTo>
                <a:cubicBezTo>
                  <a:pt x="2454338" y="4288186"/>
                  <a:pt x="2453432" y="4287993"/>
                  <a:pt x="2452881" y="4288346"/>
                </a:cubicBezTo>
                <a:cubicBezTo>
                  <a:pt x="2451433" y="4288508"/>
                  <a:pt x="2449426" y="4289026"/>
                  <a:pt x="2448527" y="4288836"/>
                </a:cubicBezTo>
                <a:cubicBezTo>
                  <a:pt x="2435306" y="4288860"/>
                  <a:pt x="2328295" y="4364971"/>
                  <a:pt x="2323525" y="4367248"/>
                </a:cubicBezTo>
                <a:cubicBezTo>
                  <a:pt x="2239575" y="4406384"/>
                  <a:pt x="2150175" y="4432133"/>
                  <a:pt x="2060764" y="4451767"/>
                </a:cubicBezTo>
                <a:cubicBezTo>
                  <a:pt x="1760632" y="4518029"/>
                  <a:pt x="1460022" y="4526349"/>
                  <a:pt x="1162250" y="4613329"/>
                </a:cubicBezTo>
                <a:cubicBezTo>
                  <a:pt x="1141991" y="4619390"/>
                  <a:pt x="1086625" y="4618011"/>
                  <a:pt x="1132639" y="4596243"/>
                </a:cubicBezTo>
                <a:cubicBezTo>
                  <a:pt x="1461250" y="4438196"/>
                  <a:pt x="1900100" y="4136057"/>
                  <a:pt x="2293970" y="4182283"/>
                </a:cubicBezTo>
                <a:cubicBezTo>
                  <a:pt x="2166077" y="4101602"/>
                  <a:pt x="2034669" y="4023929"/>
                  <a:pt x="1900637" y="3949470"/>
                </a:cubicBezTo>
                <a:cubicBezTo>
                  <a:pt x="1896077" y="3950852"/>
                  <a:pt x="1891168" y="3951697"/>
                  <a:pt x="1887014" y="3951288"/>
                </a:cubicBezTo>
                <a:cubicBezTo>
                  <a:pt x="1578066" y="4112095"/>
                  <a:pt x="1243908" y="4184792"/>
                  <a:pt x="896751" y="4159267"/>
                </a:cubicBezTo>
                <a:cubicBezTo>
                  <a:pt x="855005" y="4156073"/>
                  <a:pt x="905428" y="4125362"/>
                  <a:pt x="918967" y="4119760"/>
                </a:cubicBezTo>
                <a:cubicBezTo>
                  <a:pt x="1194342" y="4017222"/>
                  <a:pt x="1471034" y="3857115"/>
                  <a:pt x="1764113" y="3873539"/>
                </a:cubicBezTo>
                <a:cubicBezTo>
                  <a:pt x="1695196" y="3836374"/>
                  <a:pt x="1625724" y="3799562"/>
                  <a:pt x="1555701" y="3763109"/>
                </a:cubicBezTo>
                <a:cubicBezTo>
                  <a:pt x="1550645" y="3762512"/>
                  <a:pt x="1546699" y="3761207"/>
                  <a:pt x="1542956" y="3758998"/>
                </a:cubicBezTo>
                <a:cubicBezTo>
                  <a:pt x="1350426" y="3719652"/>
                  <a:pt x="1247288" y="3571783"/>
                  <a:pt x="1136724" y="3417171"/>
                </a:cubicBezTo>
                <a:cubicBezTo>
                  <a:pt x="993337" y="3216099"/>
                  <a:pt x="846020" y="2999153"/>
                  <a:pt x="750977" y="2770227"/>
                </a:cubicBezTo>
                <a:cubicBezTo>
                  <a:pt x="747611" y="2762227"/>
                  <a:pt x="749771" y="2755481"/>
                  <a:pt x="755174" y="2749954"/>
                </a:cubicBezTo>
                <a:cubicBezTo>
                  <a:pt x="771390" y="2733370"/>
                  <a:pt x="816824" y="2727735"/>
                  <a:pt x="830023" y="2731935"/>
                </a:cubicBezTo>
                <a:cubicBezTo>
                  <a:pt x="1258787" y="2883841"/>
                  <a:pt x="1497280" y="3311498"/>
                  <a:pt x="1623018" y="3716225"/>
                </a:cubicBezTo>
                <a:cubicBezTo>
                  <a:pt x="1853470" y="3835548"/>
                  <a:pt x="2078531" y="3959850"/>
                  <a:pt x="2294841" y="4093587"/>
                </a:cubicBezTo>
                <a:cubicBezTo>
                  <a:pt x="2272291" y="4035197"/>
                  <a:pt x="2253055" y="3974696"/>
                  <a:pt x="2250226" y="3916719"/>
                </a:cubicBezTo>
                <a:cubicBezTo>
                  <a:pt x="2248779" y="3916883"/>
                  <a:pt x="2246771" y="3917401"/>
                  <a:pt x="2245523" y="3916663"/>
                </a:cubicBezTo>
                <a:cubicBezTo>
                  <a:pt x="1951808" y="3876118"/>
                  <a:pt x="1808968" y="3571232"/>
                  <a:pt x="1707994" y="3326950"/>
                </a:cubicBezTo>
                <a:cubicBezTo>
                  <a:pt x="1694877" y="3295477"/>
                  <a:pt x="1766980" y="3273123"/>
                  <a:pt x="1786341" y="3287566"/>
                </a:cubicBezTo>
                <a:cubicBezTo>
                  <a:pt x="1929395" y="3390749"/>
                  <a:pt x="2051663" y="3506453"/>
                  <a:pt x="2158071" y="3639960"/>
                </a:cubicBezTo>
                <a:cubicBezTo>
                  <a:pt x="2154892" y="3540061"/>
                  <a:pt x="2170197" y="3439839"/>
                  <a:pt x="2189281" y="3333361"/>
                </a:cubicBezTo>
                <a:cubicBezTo>
                  <a:pt x="2229372" y="3116116"/>
                  <a:pt x="2246120" y="2891570"/>
                  <a:pt x="2314466" y="2680771"/>
                </a:cubicBezTo>
                <a:cubicBezTo>
                  <a:pt x="2320529" y="2661952"/>
                  <a:pt x="2361878" y="2637374"/>
                  <a:pt x="2386551" y="2642862"/>
                </a:cubicBezTo>
                <a:close/>
                <a:moveTo>
                  <a:pt x="3646699" y="2390555"/>
                </a:moveTo>
                <a:lnTo>
                  <a:pt x="3645773" y="2392739"/>
                </a:lnTo>
                <a:lnTo>
                  <a:pt x="3649597" y="2394358"/>
                </a:lnTo>
                <a:cubicBezTo>
                  <a:pt x="3648733" y="2393349"/>
                  <a:pt x="3647874" y="2392343"/>
                  <a:pt x="3646699" y="2390555"/>
                </a:cubicBezTo>
                <a:close/>
                <a:moveTo>
                  <a:pt x="3038676" y="2118977"/>
                </a:moveTo>
                <a:cubicBezTo>
                  <a:pt x="3042950" y="2257918"/>
                  <a:pt x="3002907" y="2393544"/>
                  <a:pt x="2963942" y="2525128"/>
                </a:cubicBezTo>
                <a:cubicBezTo>
                  <a:pt x="2949902" y="2571972"/>
                  <a:pt x="2935948" y="2620144"/>
                  <a:pt x="2923775" y="2667145"/>
                </a:cubicBezTo>
                <a:cubicBezTo>
                  <a:pt x="2909690" y="2721696"/>
                  <a:pt x="2898881" y="2777642"/>
                  <a:pt x="2887447" y="2832031"/>
                </a:cubicBezTo>
                <a:lnTo>
                  <a:pt x="2868480" y="2927011"/>
                </a:lnTo>
                <a:cubicBezTo>
                  <a:pt x="2882036" y="2893472"/>
                  <a:pt x="2900043" y="2846374"/>
                  <a:pt x="2921794" y="2782834"/>
                </a:cubicBezTo>
                <a:cubicBezTo>
                  <a:pt x="2980827" y="2611467"/>
                  <a:pt x="3079367" y="2325483"/>
                  <a:pt x="3038676" y="2118977"/>
                </a:cubicBezTo>
                <a:close/>
                <a:moveTo>
                  <a:pt x="4070579" y="2090376"/>
                </a:moveTo>
                <a:cubicBezTo>
                  <a:pt x="4084637" y="2136248"/>
                  <a:pt x="4098150" y="2181883"/>
                  <a:pt x="4109879" y="2228695"/>
                </a:cubicBezTo>
                <a:lnTo>
                  <a:pt x="4119154" y="2266098"/>
                </a:lnTo>
                <a:cubicBezTo>
                  <a:pt x="4126056" y="2295423"/>
                  <a:pt x="4133187" y="2324193"/>
                  <a:pt x="4141411" y="2353427"/>
                </a:cubicBezTo>
                <a:cubicBezTo>
                  <a:pt x="4176749" y="2475257"/>
                  <a:pt x="4236423" y="2591295"/>
                  <a:pt x="4293979" y="2703223"/>
                </a:cubicBezTo>
                <a:cubicBezTo>
                  <a:pt x="4334570" y="2782214"/>
                  <a:pt x="4376344" y="2862994"/>
                  <a:pt x="4410111" y="2947465"/>
                </a:cubicBezTo>
                <a:cubicBezTo>
                  <a:pt x="4347417" y="2640863"/>
                  <a:pt x="4257356" y="2342636"/>
                  <a:pt x="4070579" y="2090376"/>
                </a:cubicBezTo>
                <a:close/>
                <a:moveTo>
                  <a:pt x="4020821" y="2034549"/>
                </a:moveTo>
                <a:cubicBezTo>
                  <a:pt x="3991634" y="2371132"/>
                  <a:pt x="4184325" y="2658088"/>
                  <a:pt x="4372756" y="2932293"/>
                </a:cubicBezTo>
                <a:cubicBezTo>
                  <a:pt x="4341528" y="2858555"/>
                  <a:pt x="4305088" y="2786473"/>
                  <a:pt x="4268731" y="2715710"/>
                </a:cubicBezTo>
                <a:cubicBezTo>
                  <a:pt x="4210547" y="2602235"/>
                  <a:pt x="4150011" y="2485181"/>
                  <a:pt x="4113960" y="2360474"/>
                </a:cubicBezTo>
                <a:cubicBezTo>
                  <a:pt x="4105734" y="2331239"/>
                  <a:pt x="4098289" y="2301693"/>
                  <a:pt x="4090842" y="2272139"/>
                </a:cubicBezTo>
                <a:lnTo>
                  <a:pt x="4081569" y="2234734"/>
                </a:lnTo>
                <a:cubicBezTo>
                  <a:pt x="4064530" y="2167007"/>
                  <a:pt x="4043843" y="2100302"/>
                  <a:pt x="4020821" y="2034549"/>
                </a:cubicBezTo>
                <a:close/>
                <a:moveTo>
                  <a:pt x="3001316" y="2032338"/>
                </a:moveTo>
                <a:cubicBezTo>
                  <a:pt x="2982933" y="2081859"/>
                  <a:pt x="2966493" y="2132840"/>
                  <a:pt x="2953880" y="2185446"/>
                </a:cubicBezTo>
                <a:cubicBezTo>
                  <a:pt x="2921068" y="2317695"/>
                  <a:pt x="2906505" y="2457032"/>
                  <a:pt x="2883664" y="2591574"/>
                </a:cubicBezTo>
                <a:cubicBezTo>
                  <a:pt x="2864755" y="2700098"/>
                  <a:pt x="2813661" y="2959166"/>
                  <a:pt x="2826885" y="2991809"/>
                </a:cubicBezTo>
                <a:lnTo>
                  <a:pt x="2860250" y="2826310"/>
                </a:lnTo>
                <a:cubicBezTo>
                  <a:pt x="2871141" y="2771690"/>
                  <a:pt x="2882731" y="2715434"/>
                  <a:pt x="2896499" y="2660098"/>
                </a:cubicBezTo>
                <a:cubicBezTo>
                  <a:pt x="2908585" y="2611783"/>
                  <a:pt x="2923082" y="2563843"/>
                  <a:pt x="2937125" y="2516991"/>
                </a:cubicBezTo>
                <a:cubicBezTo>
                  <a:pt x="2975863" y="2385961"/>
                  <a:pt x="3015900" y="2250332"/>
                  <a:pt x="3010471" y="2114122"/>
                </a:cubicBezTo>
                <a:cubicBezTo>
                  <a:pt x="3009267" y="2086568"/>
                  <a:pt x="3005955" y="2059413"/>
                  <a:pt x="3001316" y="2032338"/>
                </a:cubicBezTo>
                <a:close/>
                <a:moveTo>
                  <a:pt x="3105532" y="1991479"/>
                </a:moveTo>
                <a:cubicBezTo>
                  <a:pt x="3254427" y="2144650"/>
                  <a:pt x="3409943" y="2280670"/>
                  <a:pt x="3599280" y="2371770"/>
                </a:cubicBezTo>
                <a:cubicBezTo>
                  <a:pt x="3463064" y="2234271"/>
                  <a:pt x="3300266" y="2088089"/>
                  <a:pt x="3105532" y="1991479"/>
                </a:cubicBezTo>
                <a:close/>
                <a:moveTo>
                  <a:pt x="3111169" y="1962963"/>
                </a:moveTo>
                <a:cubicBezTo>
                  <a:pt x="3306049" y="2057701"/>
                  <a:pt x="3468685" y="2201237"/>
                  <a:pt x="3606223" y="2338658"/>
                </a:cubicBezTo>
                <a:cubicBezTo>
                  <a:pt x="3470641" y="2169232"/>
                  <a:pt x="3285027" y="1968969"/>
                  <a:pt x="3111169" y="1962963"/>
                </a:cubicBezTo>
                <a:close/>
                <a:moveTo>
                  <a:pt x="2050698" y="1338235"/>
                </a:moveTo>
                <a:cubicBezTo>
                  <a:pt x="2064377" y="1651120"/>
                  <a:pt x="2209927" y="1999242"/>
                  <a:pt x="2370409" y="2272553"/>
                </a:cubicBezTo>
                <a:cubicBezTo>
                  <a:pt x="2357712" y="2235634"/>
                  <a:pt x="2347580" y="2197225"/>
                  <a:pt x="2338306" y="2159819"/>
                </a:cubicBezTo>
                <a:lnTo>
                  <a:pt x="2334023" y="2142555"/>
                </a:lnTo>
                <a:cubicBezTo>
                  <a:pt x="2289026" y="1964482"/>
                  <a:pt x="2230790" y="1787247"/>
                  <a:pt x="2161071" y="1617375"/>
                </a:cubicBezTo>
                <a:cubicBezTo>
                  <a:pt x="2150764" y="1593060"/>
                  <a:pt x="2141003" y="1568967"/>
                  <a:pt x="2130699" y="1544643"/>
                </a:cubicBezTo>
                <a:cubicBezTo>
                  <a:pt x="2102533" y="1477354"/>
                  <a:pt x="2073739" y="1408510"/>
                  <a:pt x="2050698" y="1338235"/>
                </a:cubicBezTo>
                <a:close/>
                <a:moveTo>
                  <a:pt x="2060478" y="1278636"/>
                </a:moveTo>
                <a:cubicBezTo>
                  <a:pt x="2085382" y="1365794"/>
                  <a:pt x="2121337" y="1451189"/>
                  <a:pt x="2156346" y="1534260"/>
                </a:cubicBezTo>
                <a:lnTo>
                  <a:pt x="2187258" y="1607218"/>
                </a:lnTo>
                <a:cubicBezTo>
                  <a:pt x="2256583" y="1774989"/>
                  <a:pt x="2314102" y="1949347"/>
                  <a:pt x="2358704" y="2125320"/>
                </a:cubicBezTo>
                <a:cubicBezTo>
                  <a:pt x="2326696" y="1963695"/>
                  <a:pt x="2286060" y="1804203"/>
                  <a:pt x="2233598" y="1646797"/>
                </a:cubicBezTo>
                <a:cubicBezTo>
                  <a:pt x="2188082" y="1511000"/>
                  <a:pt x="2118450" y="1397178"/>
                  <a:pt x="2060478" y="1278636"/>
                </a:cubicBezTo>
                <a:close/>
                <a:moveTo>
                  <a:pt x="1974152" y="1245311"/>
                </a:moveTo>
                <a:cubicBezTo>
                  <a:pt x="1899849" y="1271794"/>
                  <a:pt x="1845607" y="1329954"/>
                  <a:pt x="1811379" y="1406236"/>
                </a:cubicBezTo>
                <a:cubicBezTo>
                  <a:pt x="1793417" y="1445630"/>
                  <a:pt x="1774985" y="1502850"/>
                  <a:pt x="1767940" y="1546869"/>
                </a:cubicBezTo>
                <a:cubicBezTo>
                  <a:pt x="1756267" y="1618535"/>
                  <a:pt x="1762401" y="1614698"/>
                  <a:pt x="1796474" y="1557016"/>
                </a:cubicBezTo>
                <a:cubicBezTo>
                  <a:pt x="1857987" y="1454296"/>
                  <a:pt x="1917005" y="1349880"/>
                  <a:pt x="1974152" y="1245311"/>
                </a:cubicBezTo>
                <a:close/>
                <a:moveTo>
                  <a:pt x="4681531" y="959050"/>
                </a:moveTo>
                <a:cubicBezTo>
                  <a:pt x="4667665" y="975072"/>
                  <a:pt x="4653801" y="991089"/>
                  <a:pt x="4638064" y="1006960"/>
                </a:cubicBezTo>
                <a:cubicBezTo>
                  <a:pt x="4572574" y="1071943"/>
                  <a:pt x="4498932" y="1125748"/>
                  <a:pt x="4415502" y="1184424"/>
                </a:cubicBezTo>
                <a:cubicBezTo>
                  <a:pt x="4354739" y="1227583"/>
                  <a:pt x="4278681" y="1281016"/>
                  <a:pt x="4197574" y="1317493"/>
                </a:cubicBezTo>
                <a:cubicBezTo>
                  <a:pt x="4173020" y="1328342"/>
                  <a:pt x="4148153" y="1338416"/>
                  <a:pt x="4122737" y="1348256"/>
                </a:cubicBezTo>
                <a:cubicBezTo>
                  <a:pt x="4088783" y="1361567"/>
                  <a:pt x="4056139" y="1374791"/>
                  <a:pt x="4024988" y="1390573"/>
                </a:cubicBezTo>
                <a:cubicBezTo>
                  <a:pt x="4165369" y="1358579"/>
                  <a:pt x="4302892" y="1298342"/>
                  <a:pt x="4421265" y="1220988"/>
                </a:cubicBezTo>
                <a:cubicBezTo>
                  <a:pt x="4516666" y="1158366"/>
                  <a:pt x="4617535" y="1064584"/>
                  <a:pt x="4681531" y="959050"/>
                </a:cubicBezTo>
                <a:close/>
                <a:moveTo>
                  <a:pt x="4722484" y="854709"/>
                </a:moveTo>
                <a:cubicBezTo>
                  <a:pt x="4713724" y="863235"/>
                  <a:pt x="4704652" y="870980"/>
                  <a:pt x="4695347" y="879275"/>
                </a:cubicBezTo>
                <a:cubicBezTo>
                  <a:pt x="4560726" y="998039"/>
                  <a:pt x="4415771" y="1121443"/>
                  <a:pt x="4253878" y="1216434"/>
                </a:cubicBezTo>
                <a:lnTo>
                  <a:pt x="4213112" y="1239730"/>
                </a:lnTo>
                <a:cubicBezTo>
                  <a:pt x="4152620" y="1274640"/>
                  <a:pt x="4090577" y="1310180"/>
                  <a:pt x="4037747" y="1352837"/>
                </a:cubicBezTo>
                <a:cubicBezTo>
                  <a:pt x="4062533" y="1341442"/>
                  <a:pt x="4087944" y="1331600"/>
                  <a:pt x="4113362" y="1321759"/>
                </a:cubicBezTo>
                <a:cubicBezTo>
                  <a:pt x="4137990" y="1312227"/>
                  <a:pt x="4162627" y="1302697"/>
                  <a:pt x="4186634" y="1291618"/>
                </a:cubicBezTo>
                <a:cubicBezTo>
                  <a:pt x="4265418" y="1256083"/>
                  <a:pt x="4339921" y="1203284"/>
                  <a:pt x="4399674" y="1160983"/>
                </a:cubicBezTo>
                <a:cubicBezTo>
                  <a:pt x="4481551" y="1102940"/>
                  <a:pt x="4554724" y="1050225"/>
                  <a:pt x="4618435" y="986418"/>
                </a:cubicBezTo>
                <a:cubicBezTo>
                  <a:pt x="4660678" y="944429"/>
                  <a:pt x="4695591" y="899980"/>
                  <a:pt x="4722484" y="854709"/>
                </a:cubicBezTo>
                <a:close/>
                <a:moveTo>
                  <a:pt x="1456504" y="777000"/>
                </a:moveTo>
                <a:cubicBezTo>
                  <a:pt x="1456064" y="782606"/>
                  <a:pt x="1455073" y="787979"/>
                  <a:pt x="1454399" y="794136"/>
                </a:cubicBezTo>
                <a:cubicBezTo>
                  <a:pt x="1451982" y="810498"/>
                  <a:pt x="1450340" y="826538"/>
                  <a:pt x="1448466" y="843129"/>
                </a:cubicBezTo>
                <a:cubicBezTo>
                  <a:pt x="1443098" y="896870"/>
                  <a:pt x="1442326" y="951907"/>
                  <a:pt x="1442252" y="1005313"/>
                </a:cubicBezTo>
                <a:cubicBezTo>
                  <a:pt x="1440336" y="1206014"/>
                  <a:pt x="1438833" y="1413328"/>
                  <a:pt x="1469382" y="1614896"/>
                </a:cubicBezTo>
                <a:lnTo>
                  <a:pt x="1472106" y="1632791"/>
                </a:lnTo>
                <a:lnTo>
                  <a:pt x="1479091" y="1680170"/>
                </a:lnTo>
                <a:cubicBezTo>
                  <a:pt x="1479741" y="1669501"/>
                  <a:pt x="1479617" y="1659149"/>
                  <a:pt x="1480043" y="1649028"/>
                </a:cubicBezTo>
                <a:cubicBezTo>
                  <a:pt x="1483046" y="1394060"/>
                  <a:pt x="1486555" y="1130296"/>
                  <a:pt x="1464087" y="871628"/>
                </a:cubicBezTo>
                <a:lnTo>
                  <a:pt x="1462204" y="850229"/>
                </a:lnTo>
                <a:cubicBezTo>
                  <a:pt x="1460150" y="826182"/>
                  <a:pt x="1458096" y="802134"/>
                  <a:pt x="1456504" y="777000"/>
                </a:cubicBezTo>
                <a:close/>
                <a:moveTo>
                  <a:pt x="1483619" y="764662"/>
                </a:moveTo>
                <a:cubicBezTo>
                  <a:pt x="1484834" y="792211"/>
                  <a:pt x="1487677" y="820458"/>
                  <a:pt x="1489670" y="847698"/>
                </a:cubicBezTo>
                <a:lnTo>
                  <a:pt x="1491553" y="869097"/>
                </a:lnTo>
                <a:cubicBezTo>
                  <a:pt x="1513754" y="1119277"/>
                  <a:pt x="1511208" y="1373147"/>
                  <a:pt x="1508481" y="1619865"/>
                </a:cubicBezTo>
                <a:cubicBezTo>
                  <a:pt x="1576046" y="1335574"/>
                  <a:pt x="1567527" y="1045475"/>
                  <a:pt x="1483619" y="764662"/>
                </a:cubicBezTo>
                <a:close/>
                <a:moveTo>
                  <a:pt x="1430481" y="630137"/>
                </a:moveTo>
                <a:cubicBezTo>
                  <a:pt x="1267590" y="940376"/>
                  <a:pt x="1333252" y="1302315"/>
                  <a:pt x="1442495" y="1626691"/>
                </a:cubicBezTo>
                <a:lnTo>
                  <a:pt x="1441222" y="1619067"/>
                </a:lnTo>
                <a:cubicBezTo>
                  <a:pt x="1410273" y="1415398"/>
                  <a:pt x="1411692" y="1206762"/>
                  <a:pt x="1414069" y="1004967"/>
                </a:cubicBezTo>
                <a:cubicBezTo>
                  <a:pt x="1414375" y="951016"/>
                  <a:pt x="1414834" y="895204"/>
                  <a:pt x="1420665" y="840369"/>
                </a:cubicBezTo>
                <a:cubicBezTo>
                  <a:pt x="1422537" y="823783"/>
                  <a:pt x="1424411" y="807192"/>
                  <a:pt x="1426829" y="790831"/>
                </a:cubicBezTo>
                <a:cubicBezTo>
                  <a:pt x="1433522" y="737010"/>
                  <a:pt x="1440125" y="681866"/>
                  <a:pt x="1430481" y="630137"/>
                </a:cubicBezTo>
                <a:close/>
                <a:moveTo>
                  <a:pt x="4023796" y="623931"/>
                </a:moveTo>
                <a:cubicBezTo>
                  <a:pt x="3998086" y="637515"/>
                  <a:pt x="3972609" y="650546"/>
                  <a:pt x="3945729" y="662344"/>
                </a:cubicBezTo>
                <a:cubicBezTo>
                  <a:pt x="3801060" y="727282"/>
                  <a:pt x="3645502" y="758642"/>
                  <a:pt x="3498947" y="818916"/>
                </a:cubicBezTo>
                <a:cubicBezTo>
                  <a:pt x="3325974" y="889896"/>
                  <a:pt x="3184420" y="1008307"/>
                  <a:pt x="3031283" y="1111507"/>
                </a:cubicBezTo>
                <a:cubicBezTo>
                  <a:pt x="3091555" y="1098395"/>
                  <a:pt x="3148558" y="1067158"/>
                  <a:pt x="3203692" y="1035777"/>
                </a:cubicBezTo>
                <a:lnTo>
                  <a:pt x="3218294" y="1027151"/>
                </a:lnTo>
                <a:cubicBezTo>
                  <a:pt x="3353948" y="950027"/>
                  <a:pt x="3497672" y="882756"/>
                  <a:pt x="3636737" y="817377"/>
                </a:cubicBezTo>
                <a:cubicBezTo>
                  <a:pt x="3765775" y="757414"/>
                  <a:pt x="3897289" y="694633"/>
                  <a:pt x="4023796" y="623931"/>
                </a:cubicBezTo>
                <a:close/>
                <a:moveTo>
                  <a:pt x="3311704" y="584486"/>
                </a:moveTo>
                <a:cubicBezTo>
                  <a:pt x="3272983" y="648568"/>
                  <a:pt x="3231536" y="711502"/>
                  <a:pt x="3190778" y="772788"/>
                </a:cubicBezTo>
                <a:cubicBezTo>
                  <a:pt x="3126979" y="868744"/>
                  <a:pt x="3062020" y="967431"/>
                  <a:pt x="3007981" y="1070739"/>
                </a:cubicBezTo>
                <a:cubicBezTo>
                  <a:pt x="3110594" y="966751"/>
                  <a:pt x="3204922" y="819977"/>
                  <a:pt x="3267578" y="693281"/>
                </a:cubicBezTo>
                <a:close/>
                <a:moveTo>
                  <a:pt x="2664888" y="518596"/>
                </a:moveTo>
                <a:cubicBezTo>
                  <a:pt x="2580256" y="532980"/>
                  <a:pt x="2495702" y="548687"/>
                  <a:pt x="2411865" y="567273"/>
                </a:cubicBezTo>
                <a:cubicBezTo>
                  <a:pt x="2215416" y="611580"/>
                  <a:pt x="2055895" y="697916"/>
                  <a:pt x="1896643" y="809468"/>
                </a:cubicBezTo>
                <a:cubicBezTo>
                  <a:pt x="1897193" y="809701"/>
                  <a:pt x="1897736" y="809931"/>
                  <a:pt x="1899055" y="809848"/>
                </a:cubicBezTo>
                <a:cubicBezTo>
                  <a:pt x="2091065" y="728900"/>
                  <a:pt x="2275399" y="656935"/>
                  <a:pt x="2446633" y="596159"/>
                </a:cubicBezTo>
                <a:close/>
                <a:moveTo>
                  <a:pt x="2796924" y="501747"/>
                </a:moveTo>
                <a:lnTo>
                  <a:pt x="2455237" y="622979"/>
                </a:lnTo>
                <a:cubicBezTo>
                  <a:pt x="2296206" y="679263"/>
                  <a:pt x="2126634" y="745243"/>
                  <a:pt x="1949308" y="818889"/>
                </a:cubicBezTo>
                <a:cubicBezTo>
                  <a:pt x="1950089" y="818579"/>
                  <a:pt x="1950089" y="818579"/>
                  <a:pt x="1950634" y="818810"/>
                </a:cubicBezTo>
                <a:cubicBezTo>
                  <a:pt x="2249794" y="764555"/>
                  <a:pt x="2535304" y="633058"/>
                  <a:pt x="2796924" y="501747"/>
                </a:cubicBezTo>
                <a:close/>
                <a:moveTo>
                  <a:pt x="3335099" y="488163"/>
                </a:moveTo>
                <a:lnTo>
                  <a:pt x="3151139" y="734118"/>
                </a:lnTo>
                <a:lnTo>
                  <a:pt x="3136980" y="753877"/>
                </a:lnTo>
                <a:cubicBezTo>
                  <a:pt x="3108114" y="793161"/>
                  <a:pt x="3082736" y="828772"/>
                  <a:pt x="3062043" y="867004"/>
                </a:cubicBezTo>
                <a:cubicBezTo>
                  <a:pt x="3033701" y="918746"/>
                  <a:pt x="3011684" y="973805"/>
                  <a:pt x="2994594" y="1035452"/>
                </a:cubicBezTo>
                <a:cubicBezTo>
                  <a:pt x="3046947" y="939156"/>
                  <a:pt x="3107576" y="847655"/>
                  <a:pt x="3167517" y="757788"/>
                </a:cubicBezTo>
                <a:cubicBezTo>
                  <a:pt x="3225200" y="670189"/>
                  <a:pt x="3284135" y="581180"/>
                  <a:pt x="3335099" y="488163"/>
                </a:cubicBezTo>
                <a:close/>
                <a:moveTo>
                  <a:pt x="2891507" y="485136"/>
                </a:moveTo>
                <a:cubicBezTo>
                  <a:pt x="2633092" y="616512"/>
                  <a:pt x="2348081" y="755947"/>
                  <a:pt x="2047508" y="825701"/>
                </a:cubicBezTo>
                <a:cubicBezTo>
                  <a:pt x="2357909" y="831572"/>
                  <a:pt x="2636584" y="667562"/>
                  <a:pt x="2891507" y="485136"/>
                </a:cubicBezTo>
                <a:close/>
                <a:moveTo>
                  <a:pt x="4418489" y="483936"/>
                </a:moveTo>
                <a:cubicBezTo>
                  <a:pt x="4332433" y="547295"/>
                  <a:pt x="4242855" y="605296"/>
                  <a:pt x="4155290" y="661575"/>
                </a:cubicBezTo>
                <a:cubicBezTo>
                  <a:pt x="3969451" y="781189"/>
                  <a:pt x="3777243" y="905190"/>
                  <a:pt x="3571040" y="996875"/>
                </a:cubicBezTo>
                <a:cubicBezTo>
                  <a:pt x="3418056" y="1064725"/>
                  <a:pt x="3258062" y="1114166"/>
                  <a:pt x="3093710" y="1145020"/>
                </a:cubicBezTo>
                <a:cubicBezTo>
                  <a:pt x="3128860" y="1154752"/>
                  <a:pt x="3165333" y="1164394"/>
                  <a:pt x="3207527" y="1163586"/>
                </a:cubicBezTo>
                <a:cubicBezTo>
                  <a:pt x="3359545" y="1160350"/>
                  <a:pt x="3521798" y="1058435"/>
                  <a:pt x="3652751" y="990907"/>
                </a:cubicBezTo>
                <a:cubicBezTo>
                  <a:pt x="3834432" y="897860"/>
                  <a:pt x="4013510" y="797268"/>
                  <a:pt x="4180906" y="680145"/>
                </a:cubicBezTo>
                <a:cubicBezTo>
                  <a:pt x="4224133" y="649515"/>
                  <a:pt x="4353624" y="550475"/>
                  <a:pt x="4418489" y="483936"/>
                </a:cubicBezTo>
                <a:close/>
                <a:moveTo>
                  <a:pt x="3316944" y="465669"/>
                </a:moveTo>
                <a:cubicBezTo>
                  <a:pt x="3194809" y="521478"/>
                  <a:pt x="2954579" y="894258"/>
                  <a:pt x="2958819" y="1062158"/>
                </a:cubicBezTo>
                <a:cubicBezTo>
                  <a:pt x="2971057" y="1011968"/>
                  <a:pt x="2985641" y="965354"/>
                  <a:pt x="3004132" y="921679"/>
                </a:cubicBezTo>
                <a:cubicBezTo>
                  <a:pt x="3014072" y="898200"/>
                  <a:pt x="3025105" y="875187"/>
                  <a:pt x="3037224" y="852631"/>
                </a:cubicBezTo>
                <a:cubicBezTo>
                  <a:pt x="3058615" y="812759"/>
                  <a:pt x="3085004" y="776291"/>
                  <a:pt x="3114637" y="736692"/>
                </a:cubicBezTo>
                <a:lnTo>
                  <a:pt x="3128801" y="716935"/>
                </a:lnTo>
                <a:cubicBezTo>
                  <a:pt x="3193882" y="628604"/>
                  <a:pt x="3252848" y="548625"/>
                  <a:pt x="3316944" y="465669"/>
                </a:cubicBezTo>
                <a:close/>
                <a:moveTo>
                  <a:pt x="4448894" y="422768"/>
                </a:moveTo>
                <a:cubicBezTo>
                  <a:pt x="4372745" y="436884"/>
                  <a:pt x="4303112" y="482734"/>
                  <a:pt x="4235585" y="528178"/>
                </a:cubicBezTo>
                <a:lnTo>
                  <a:pt x="4213155" y="543149"/>
                </a:lnTo>
                <a:cubicBezTo>
                  <a:pt x="4035485" y="661715"/>
                  <a:pt x="3839402" y="753816"/>
                  <a:pt x="3649218" y="842623"/>
                </a:cubicBezTo>
                <a:cubicBezTo>
                  <a:pt x="3510392" y="907459"/>
                  <a:pt x="3367451" y="974411"/>
                  <a:pt x="3232564" y="1051220"/>
                </a:cubicBezTo>
                <a:lnTo>
                  <a:pt x="3217970" y="1059849"/>
                </a:lnTo>
                <a:cubicBezTo>
                  <a:pt x="3184886" y="1078679"/>
                  <a:pt x="3151576" y="1098052"/>
                  <a:pt x="3116688" y="1113543"/>
                </a:cubicBezTo>
                <a:cubicBezTo>
                  <a:pt x="3269055" y="1082118"/>
                  <a:pt x="3417223" y="1034762"/>
                  <a:pt x="3559098" y="971858"/>
                </a:cubicBezTo>
                <a:cubicBezTo>
                  <a:pt x="3763514" y="881353"/>
                  <a:pt x="3954942" y="757667"/>
                  <a:pt x="4140004" y="638368"/>
                </a:cubicBezTo>
                <a:cubicBezTo>
                  <a:pt x="4244649" y="570645"/>
                  <a:pt x="4351849" y="501435"/>
                  <a:pt x="4451852" y="423380"/>
                </a:cubicBezTo>
                <a:cubicBezTo>
                  <a:pt x="4450763" y="422918"/>
                  <a:pt x="4450211" y="422686"/>
                  <a:pt x="4448894" y="422768"/>
                </a:cubicBezTo>
                <a:close/>
                <a:moveTo>
                  <a:pt x="680568" y="416949"/>
                </a:moveTo>
                <a:cubicBezTo>
                  <a:pt x="573847" y="489578"/>
                  <a:pt x="483985" y="589312"/>
                  <a:pt x="394452" y="694330"/>
                </a:cubicBezTo>
                <a:lnTo>
                  <a:pt x="340402" y="759654"/>
                </a:lnTo>
                <a:close/>
                <a:moveTo>
                  <a:pt x="827699" y="416143"/>
                </a:moveTo>
                <a:cubicBezTo>
                  <a:pt x="835728" y="454953"/>
                  <a:pt x="841663" y="494162"/>
                  <a:pt x="841524" y="534021"/>
                </a:cubicBezTo>
                <a:cubicBezTo>
                  <a:pt x="841577" y="581042"/>
                  <a:pt x="833611" y="627240"/>
                  <a:pt x="825554" y="672115"/>
                </a:cubicBezTo>
                <a:cubicBezTo>
                  <a:pt x="819855" y="703824"/>
                  <a:pt x="814239" y="736857"/>
                  <a:pt x="811499" y="769176"/>
                </a:cubicBezTo>
                <a:cubicBezTo>
                  <a:pt x="803608" y="866910"/>
                  <a:pt x="822564" y="965070"/>
                  <a:pt x="841586" y="1060039"/>
                </a:cubicBezTo>
                <a:cubicBezTo>
                  <a:pt x="870658" y="1208834"/>
                  <a:pt x="901383" y="1362838"/>
                  <a:pt x="942912" y="1511108"/>
                </a:cubicBezTo>
                <a:cubicBezTo>
                  <a:pt x="977911" y="1186645"/>
                  <a:pt x="995896" y="815698"/>
                  <a:pt x="884057" y="521768"/>
                </a:cubicBezTo>
                <a:cubicBezTo>
                  <a:pt x="868776" y="481820"/>
                  <a:pt x="846755" y="448679"/>
                  <a:pt x="827699" y="416143"/>
                </a:cubicBezTo>
                <a:close/>
                <a:moveTo>
                  <a:pt x="798883" y="414244"/>
                </a:moveTo>
                <a:cubicBezTo>
                  <a:pt x="695211" y="736679"/>
                  <a:pt x="755992" y="1050836"/>
                  <a:pt x="875825" y="1357811"/>
                </a:cubicBezTo>
                <a:cubicBezTo>
                  <a:pt x="852896" y="1259904"/>
                  <a:pt x="833394" y="1161513"/>
                  <a:pt x="814514" y="1064671"/>
                </a:cubicBezTo>
                <a:cubicBezTo>
                  <a:pt x="795638" y="967838"/>
                  <a:pt x="775736" y="867346"/>
                  <a:pt x="783698" y="766414"/>
                </a:cubicBezTo>
                <a:cubicBezTo>
                  <a:pt x="786354" y="732777"/>
                  <a:pt x="792197" y="699198"/>
                  <a:pt x="798129" y="666939"/>
                </a:cubicBezTo>
                <a:cubicBezTo>
                  <a:pt x="805719" y="623158"/>
                  <a:pt x="813776" y="578281"/>
                  <a:pt x="813894" y="533909"/>
                </a:cubicBezTo>
                <a:cubicBezTo>
                  <a:pt x="813480" y="493822"/>
                  <a:pt x="807234" y="453832"/>
                  <a:pt x="798883" y="414244"/>
                </a:cubicBezTo>
                <a:close/>
                <a:moveTo>
                  <a:pt x="673202" y="388720"/>
                </a:moveTo>
                <a:cubicBezTo>
                  <a:pt x="560862" y="422924"/>
                  <a:pt x="473506" y="490876"/>
                  <a:pt x="392779" y="596411"/>
                </a:cubicBezTo>
                <a:cubicBezTo>
                  <a:pt x="345173" y="658663"/>
                  <a:pt x="304966" y="720182"/>
                  <a:pt x="270088" y="790400"/>
                </a:cubicBezTo>
                <a:cubicBezTo>
                  <a:pt x="265839" y="798902"/>
                  <a:pt x="262292" y="805767"/>
                  <a:pt x="259285" y="812869"/>
                </a:cubicBezTo>
                <a:cubicBezTo>
                  <a:pt x="297306" y="767160"/>
                  <a:pt x="334780" y="721219"/>
                  <a:pt x="372890" y="676832"/>
                </a:cubicBezTo>
                <a:cubicBezTo>
                  <a:pt x="466138" y="567590"/>
                  <a:pt x="560501" y="463327"/>
                  <a:pt x="673202" y="388720"/>
                </a:cubicBezTo>
                <a:close/>
                <a:moveTo>
                  <a:pt x="1628210" y="0"/>
                </a:moveTo>
                <a:lnTo>
                  <a:pt x="1748399" y="0"/>
                </a:lnTo>
                <a:lnTo>
                  <a:pt x="1783391" y="17650"/>
                </a:lnTo>
                <a:cubicBezTo>
                  <a:pt x="1878225" y="54329"/>
                  <a:pt x="1980824" y="64330"/>
                  <a:pt x="2084193" y="69947"/>
                </a:cubicBezTo>
                <a:cubicBezTo>
                  <a:pt x="2305723" y="81971"/>
                  <a:pt x="2525917" y="56091"/>
                  <a:pt x="2744101" y="15192"/>
                </a:cubicBezTo>
                <a:cubicBezTo>
                  <a:pt x="2562964" y="37013"/>
                  <a:pt x="2380220" y="45912"/>
                  <a:pt x="2197414" y="41266"/>
                </a:cubicBezTo>
                <a:cubicBezTo>
                  <a:pt x="2092695" y="38460"/>
                  <a:pt x="1999575" y="31066"/>
                  <a:pt x="1914967" y="18583"/>
                </a:cubicBezTo>
                <a:lnTo>
                  <a:pt x="1815559" y="0"/>
                </a:lnTo>
                <a:lnTo>
                  <a:pt x="2001666" y="0"/>
                </a:lnTo>
                <a:lnTo>
                  <a:pt x="2036517" y="4274"/>
                </a:lnTo>
                <a:cubicBezTo>
                  <a:pt x="2087672" y="8689"/>
                  <a:pt x="2141872" y="11637"/>
                  <a:pt x="2199623" y="13232"/>
                </a:cubicBezTo>
                <a:cubicBezTo>
                  <a:pt x="2273140" y="15225"/>
                  <a:pt x="2346666" y="15008"/>
                  <a:pt x="2420103" y="12601"/>
                </a:cubicBezTo>
                <a:lnTo>
                  <a:pt x="2621330" y="0"/>
                </a:lnTo>
                <a:lnTo>
                  <a:pt x="3076571" y="0"/>
                </a:lnTo>
                <a:lnTo>
                  <a:pt x="2924796" y="36772"/>
                </a:lnTo>
                <a:cubicBezTo>
                  <a:pt x="2603232" y="110795"/>
                  <a:pt x="2272273" y="167441"/>
                  <a:pt x="1946203" y="131277"/>
                </a:cubicBezTo>
                <a:cubicBezTo>
                  <a:pt x="1847872" y="120226"/>
                  <a:pt x="1775939" y="84460"/>
                  <a:pt x="1707026" y="44983"/>
                </a:cubicBezTo>
                <a:close/>
                <a:moveTo>
                  <a:pt x="1007398" y="0"/>
                </a:moveTo>
                <a:lnTo>
                  <a:pt x="1105902" y="0"/>
                </a:lnTo>
                <a:lnTo>
                  <a:pt x="1191939" y="117664"/>
                </a:lnTo>
                <a:cubicBezTo>
                  <a:pt x="1366125" y="341427"/>
                  <a:pt x="1562103" y="551148"/>
                  <a:pt x="1780907" y="743734"/>
                </a:cubicBezTo>
                <a:cubicBezTo>
                  <a:pt x="1801144" y="761313"/>
                  <a:pt x="1821617" y="778348"/>
                  <a:pt x="1841857" y="795932"/>
                </a:cubicBezTo>
                <a:cubicBezTo>
                  <a:pt x="1990610" y="686371"/>
                  <a:pt x="2139633" y="585288"/>
                  <a:pt x="2317896" y="530713"/>
                </a:cubicBezTo>
                <a:cubicBezTo>
                  <a:pt x="2542030" y="462073"/>
                  <a:pt x="2783392" y="434854"/>
                  <a:pt x="3015228" y="399738"/>
                </a:cubicBezTo>
                <a:cubicBezTo>
                  <a:pt x="3052333" y="394202"/>
                  <a:pt x="3010950" y="453937"/>
                  <a:pt x="3000782" y="461219"/>
                </a:cubicBezTo>
                <a:cubicBezTo>
                  <a:pt x="2693972" y="688641"/>
                  <a:pt x="2350770" y="924476"/>
                  <a:pt x="1963190" y="895589"/>
                </a:cubicBezTo>
                <a:cubicBezTo>
                  <a:pt x="2149512" y="1044003"/>
                  <a:pt x="2346363" y="1178199"/>
                  <a:pt x="2552180" y="1298815"/>
                </a:cubicBezTo>
                <a:cubicBezTo>
                  <a:pt x="2674551" y="1263712"/>
                  <a:pt x="2789192" y="1186061"/>
                  <a:pt x="2904618" y="1146081"/>
                </a:cubicBezTo>
                <a:cubicBezTo>
                  <a:pt x="2811839" y="901425"/>
                  <a:pt x="3283913" y="443317"/>
                  <a:pt x="3428829" y="310883"/>
                </a:cubicBezTo>
                <a:cubicBezTo>
                  <a:pt x="3440380" y="300321"/>
                  <a:pt x="3459741" y="295643"/>
                  <a:pt x="3452135" y="318176"/>
                </a:cubicBezTo>
                <a:cubicBezTo>
                  <a:pt x="3377952" y="531416"/>
                  <a:pt x="3301457" y="750112"/>
                  <a:pt x="3169464" y="935661"/>
                </a:cubicBezTo>
                <a:cubicBezTo>
                  <a:pt x="3150662" y="961821"/>
                  <a:pt x="3003773" y="1105010"/>
                  <a:pt x="3049395" y="1070245"/>
                </a:cubicBezTo>
                <a:cubicBezTo>
                  <a:pt x="3162985" y="984423"/>
                  <a:pt x="3272630" y="886628"/>
                  <a:pt x="3401235" y="815534"/>
                </a:cubicBezTo>
                <a:cubicBezTo>
                  <a:pt x="3665893" y="669415"/>
                  <a:pt x="3968082" y="612577"/>
                  <a:pt x="4236947" y="465665"/>
                </a:cubicBezTo>
                <a:cubicBezTo>
                  <a:pt x="4280594" y="441649"/>
                  <a:pt x="4494768" y="287033"/>
                  <a:pt x="4565962" y="350012"/>
                </a:cubicBezTo>
                <a:cubicBezTo>
                  <a:pt x="4574408" y="357446"/>
                  <a:pt x="4561570" y="377121"/>
                  <a:pt x="4557937" y="382666"/>
                </a:cubicBezTo>
                <a:cubicBezTo>
                  <a:pt x="4368036" y="694348"/>
                  <a:pt x="3934455" y="895784"/>
                  <a:pt x="3621049" y="1056676"/>
                </a:cubicBezTo>
                <a:cubicBezTo>
                  <a:pt x="3449155" y="1144851"/>
                  <a:pt x="3289873" y="1230645"/>
                  <a:pt x="3094000" y="1229477"/>
                </a:cubicBezTo>
                <a:cubicBezTo>
                  <a:pt x="2989297" y="1228927"/>
                  <a:pt x="2920834" y="1221837"/>
                  <a:pt x="2813197" y="1263181"/>
                </a:cubicBezTo>
                <a:cubicBezTo>
                  <a:pt x="2746514" y="1288380"/>
                  <a:pt x="2682165" y="1312641"/>
                  <a:pt x="2615776" y="1334114"/>
                </a:cubicBezTo>
                <a:cubicBezTo>
                  <a:pt x="2856074" y="1470609"/>
                  <a:pt x="3106867" y="1588379"/>
                  <a:pt x="3364982" y="1687356"/>
                </a:cubicBezTo>
                <a:cubicBezTo>
                  <a:pt x="3367545" y="1685866"/>
                  <a:pt x="3369560" y="1684144"/>
                  <a:pt x="3371663" y="1683743"/>
                </a:cubicBezTo>
                <a:cubicBezTo>
                  <a:pt x="3559080" y="1639479"/>
                  <a:pt x="3730923" y="1559010"/>
                  <a:pt x="3883310" y="1443899"/>
                </a:cubicBezTo>
                <a:cubicBezTo>
                  <a:pt x="3885702" y="1439761"/>
                  <a:pt x="3888566" y="1434532"/>
                  <a:pt x="3892746" y="1429225"/>
                </a:cubicBezTo>
                <a:cubicBezTo>
                  <a:pt x="4100854" y="1154547"/>
                  <a:pt x="4425526" y="995756"/>
                  <a:pt x="4699980" y="789523"/>
                </a:cubicBezTo>
                <a:lnTo>
                  <a:pt x="4724400" y="769876"/>
                </a:lnTo>
                <a:lnTo>
                  <a:pt x="4724400" y="802845"/>
                </a:lnTo>
                <a:lnTo>
                  <a:pt x="4705958" y="821317"/>
                </a:lnTo>
                <a:cubicBezTo>
                  <a:pt x="4688728" y="839775"/>
                  <a:pt x="4668259" y="862655"/>
                  <a:pt x="4649798" y="877374"/>
                </a:cubicBezTo>
                <a:cubicBezTo>
                  <a:pt x="4443742" y="1038644"/>
                  <a:pt x="4191500" y="1158472"/>
                  <a:pt x="4005326" y="1344259"/>
                </a:cubicBezTo>
                <a:cubicBezTo>
                  <a:pt x="4063256" y="1294104"/>
                  <a:pt x="4132215" y="1254410"/>
                  <a:pt x="4199378" y="1215889"/>
                </a:cubicBezTo>
                <a:cubicBezTo>
                  <a:pt x="4212968" y="1208123"/>
                  <a:pt x="4226555" y="1200357"/>
                  <a:pt x="4239600" y="1192361"/>
                </a:cubicBezTo>
                <a:cubicBezTo>
                  <a:pt x="4399481" y="1099094"/>
                  <a:pt x="4542878" y="976320"/>
                  <a:pt x="4677037" y="858646"/>
                </a:cubicBezTo>
                <a:lnTo>
                  <a:pt x="4724400" y="810414"/>
                </a:lnTo>
                <a:lnTo>
                  <a:pt x="4724400" y="916439"/>
                </a:lnTo>
                <a:lnTo>
                  <a:pt x="4683030" y="982925"/>
                </a:lnTo>
                <a:cubicBezTo>
                  <a:pt x="4504646" y="1237618"/>
                  <a:pt x="4252054" y="1416530"/>
                  <a:pt x="3921884" y="1469889"/>
                </a:cubicBezTo>
                <a:cubicBezTo>
                  <a:pt x="3782100" y="1582602"/>
                  <a:pt x="3625917" y="1667134"/>
                  <a:pt x="3456136" y="1721439"/>
                </a:cubicBezTo>
                <a:cubicBezTo>
                  <a:pt x="3511887" y="1741826"/>
                  <a:pt x="3567869" y="1761662"/>
                  <a:pt x="3624313" y="1780406"/>
                </a:cubicBezTo>
                <a:cubicBezTo>
                  <a:pt x="3850637" y="1855623"/>
                  <a:pt x="4076864" y="1908264"/>
                  <a:pt x="4303638" y="1944400"/>
                </a:cubicBezTo>
                <a:cubicBezTo>
                  <a:pt x="4307581" y="1939634"/>
                  <a:pt x="4311304" y="1935410"/>
                  <a:pt x="4315566" y="1931422"/>
                </a:cubicBezTo>
                <a:cubicBezTo>
                  <a:pt x="4418123" y="1797152"/>
                  <a:pt x="4522970" y="1669642"/>
                  <a:pt x="4664388" y="1574357"/>
                </a:cubicBezTo>
                <a:lnTo>
                  <a:pt x="4724400" y="1537429"/>
                </a:lnTo>
                <a:lnTo>
                  <a:pt x="4724400" y="1589108"/>
                </a:lnTo>
                <a:lnTo>
                  <a:pt x="4644505" y="1640352"/>
                </a:lnTo>
                <a:cubicBezTo>
                  <a:pt x="4543719" y="1713959"/>
                  <a:pt x="4461038" y="1801479"/>
                  <a:pt x="4381603" y="1900149"/>
                </a:cubicBezTo>
                <a:cubicBezTo>
                  <a:pt x="4415438" y="1876488"/>
                  <a:pt x="4447471" y="1849494"/>
                  <a:pt x="4478726" y="1822808"/>
                </a:cubicBezTo>
                <a:cubicBezTo>
                  <a:pt x="4513234" y="1792997"/>
                  <a:pt x="4549530" y="1762011"/>
                  <a:pt x="4588263" y="1735914"/>
                </a:cubicBezTo>
                <a:cubicBezTo>
                  <a:pt x="4619078" y="1714840"/>
                  <a:pt x="4651924" y="1696556"/>
                  <a:pt x="4683216" y="1678902"/>
                </a:cubicBezTo>
                <a:lnTo>
                  <a:pt x="4724400" y="1655121"/>
                </a:lnTo>
                <a:lnTo>
                  <a:pt x="4724400" y="1686869"/>
                </a:lnTo>
                <a:lnTo>
                  <a:pt x="4696172" y="1703058"/>
                </a:lnTo>
                <a:cubicBezTo>
                  <a:pt x="4665104" y="1720165"/>
                  <a:pt x="4632805" y="1738677"/>
                  <a:pt x="4602997" y="1758893"/>
                </a:cubicBezTo>
                <a:cubicBezTo>
                  <a:pt x="4565822" y="1784357"/>
                  <a:pt x="4530304" y="1815035"/>
                  <a:pt x="4496021" y="1844299"/>
                </a:cubicBezTo>
                <a:cubicBezTo>
                  <a:pt x="4470821" y="1865816"/>
                  <a:pt x="4445614" y="1887338"/>
                  <a:pt x="4419004" y="1907617"/>
                </a:cubicBezTo>
                <a:cubicBezTo>
                  <a:pt x="4509516" y="1884856"/>
                  <a:pt x="4599633" y="1841647"/>
                  <a:pt x="4685975" y="1786372"/>
                </a:cubicBezTo>
                <a:lnTo>
                  <a:pt x="4724400" y="1759693"/>
                </a:lnTo>
                <a:lnTo>
                  <a:pt x="4724400" y="1809459"/>
                </a:lnTo>
                <a:lnTo>
                  <a:pt x="4653762" y="1857561"/>
                </a:lnTo>
                <a:cubicBezTo>
                  <a:pt x="4580587" y="1902591"/>
                  <a:pt x="4504944" y="1939172"/>
                  <a:pt x="4428349" y="1963079"/>
                </a:cubicBezTo>
                <a:lnTo>
                  <a:pt x="4724400" y="1990579"/>
                </a:lnTo>
                <a:lnTo>
                  <a:pt x="4724400" y="2065582"/>
                </a:lnTo>
                <a:lnTo>
                  <a:pt x="4686318" y="2063926"/>
                </a:lnTo>
                <a:lnTo>
                  <a:pt x="4724400" y="2085104"/>
                </a:lnTo>
                <a:lnTo>
                  <a:pt x="4724400" y="2178471"/>
                </a:lnTo>
                <a:lnTo>
                  <a:pt x="4617755" y="2122457"/>
                </a:lnTo>
                <a:lnTo>
                  <a:pt x="4724400" y="2196158"/>
                </a:lnTo>
                <a:lnTo>
                  <a:pt x="4724400" y="2230374"/>
                </a:lnTo>
                <a:lnTo>
                  <a:pt x="4573637" y="2126309"/>
                </a:lnTo>
                <a:cubicBezTo>
                  <a:pt x="4608893" y="2177612"/>
                  <a:pt x="4656401" y="2222030"/>
                  <a:pt x="4706850" y="2262541"/>
                </a:cubicBezTo>
                <a:lnTo>
                  <a:pt x="4724400" y="2275857"/>
                </a:lnTo>
                <a:lnTo>
                  <a:pt x="4724400" y="2377131"/>
                </a:lnTo>
                <a:lnTo>
                  <a:pt x="4688201" y="2349925"/>
                </a:lnTo>
                <a:cubicBezTo>
                  <a:pt x="4579462" y="2264619"/>
                  <a:pt x="4483104" y="2181979"/>
                  <a:pt x="4462564" y="2041945"/>
                </a:cubicBezTo>
                <a:cubicBezTo>
                  <a:pt x="4339738" y="2027929"/>
                  <a:pt x="4217123" y="2008847"/>
                  <a:pt x="4094167" y="1984479"/>
                </a:cubicBezTo>
                <a:cubicBezTo>
                  <a:pt x="4361568" y="2318516"/>
                  <a:pt x="4448657" y="2737804"/>
                  <a:pt x="4520397" y="3153822"/>
                </a:cubicBezTo>
                <a:cubicBezTo>
                  <a:pt x="4524234" y="3176690"/>
                  <a:pt x="4478166" y="3233800"/>
                  <a:pt x="4458958" y="3203134"/>
                </a:cubicBezTo>
                <a:cubicBezTo>
                  <a:pt x="4221037" y="2826855"/>
                  <a:pt x="3875607" y="2452063"/>
                  <a:pt x="3972830" y="1973028"/>
                </a:cubicBezTo>
                <a:cubicBezTo>
                  <a:pt x="3973903" y="1968973"/>
                  <a:pt x="3975983" y="1964061"/>
                  <a:pt x="3979154" y="1959605"/>
                </a:cubicBezTo>
                <a:cubicBezTo>
                  <a:pt x="3847070" y="1929437"/>
                  <a:pt x="3715197" y="1894208"/>
                  <a:pt x="3583051" y="1850495"/>
                </a:cubicBezTo>
                <a:cubicBezTo>
                  <a:pt x="3357823" y="1775743"/>
                  <a:pt x="3137042" y="1687421"/>
                  <a:pt x="2922360" y="1586232"/>
                </a:cubicBezTo>
                <a:cubicBezTo>
                  <a:pt x="2956249" y="1697796"/>
                  <a:pt x="3014099" y="1805979"/>
                  <a:pt x="3033099" y="1913175"/>
                </a:cubicBezTo>
                <a:cubicBezTo>
                  <a:pt x="3035371" y="1915419"/>
                  <a:pt x="3037950" y="1918445"/>
                  <a:pt x="3040214" y="1920694"/>
                </a:cubicBezTo>
                <a:cubicBezTo>
                  <a:pt x="3043936" y="1916469"/>
                  <a:pt x="3048200" y="1912482"/>
                  <a:pt x="3051308" y="1911226"/>
                </a:cubicBezTo>
                <a:cubicBezTo>
                  <a:pt x="3335533" y="1788841"/>
                  <a:pt x="3650972" y="2264893"/>
                  <a:pt x="3791335" y="2442781"/>
                </a:cubicBezTo>
                <a:cubicBezTo>
                  <a:pt x="3804329" y="2459223"/>
                  <a:pt x="3763010" y="2515770"/>
                  <a:pt x="3744063" y="2510325"/>
                </a:cubicBezTo>
                <a:cubicBezTo>
                  <a:pt x="3485213" y="2437432"/>
                  <a:pt x="3287280" y="2286035"/>
                  <a:pt x="3103695" y="2105302"/>
                </a:cubicBezTo>
                <a:cubicBezTo>
                  <a:pt x="3126339" y="2333141"/>
                  <a:pt x="3009845" y="2625036"/>
                  <a:pt x="2968137" y="2805672"/>
                </a:cubicBezTo>
                <a:cubicBezTo>
                  <a:pt x="2930699" y="2965580"/>
                  <a:pt x="2891878" y="3078554"/>
                  <a:pt x="2739231" y="3151701"/>
                </a:cubicBezTo>
                <a:cubicBezTo>
                  <a:pt x="2726335" y="3157832"/>
                  <a:pt x="2726972" y="3142650"/>
                  <a:pt x="2728882" y="3135084"/>
                </a:cubicBezTo>
                <a:cubicBezTo>
                  <a:pt x="2806473" y="2811909"/>
                  <a:pt x="2836690" y="2478979"/>
                  <a:pt x="2914282" y="2155807"/>
                </a:cubicBezTo>
                <a:cubicBezTo>
                  <a:pt x="2927505" y="2100241"/>
                  <a:pt x="2969504" y="2020803"/>
                  <a:pt x="2971660" y="1962486"/>
                </a:cubicBezTo>
                <a:cubicBezTo>
                  <a:pt x="2971891" y="1961942"/>
                  <a:pt x="2971575" y="1961166"/>
                  <a:pt x="2971809" y="1960615"/>
                </a:cubicBezTo>
                <a:cubicBezTo>
                  <a:pt x="2971875" y="1957427"/>
                  <a:pt x="2972485" y="1954468"/>
                  <a:pt x="2972315" y="1951821"/>
                </a:cubicBezTo>
                <a:cubicBezTo>
                  <a:pt x="2966359" y="1836632"/>
                  <a:pt x="2865027" y="1683636"/>
                  <a:pt x="2846641" y="1556749"/>
                </a:cubicBezTo>
                <a:cubicBezTo>
                  <a:pt x="2846247" y="1554649"/>
                  <a:pt x="2846851" y="1551688"/>
                  <a:pt x="2847461" y="1548729"/>
                </a:cubicBezTo>
                <a:cubicBezTo>
                  <a:pt x="2570813" y="1412938"/>
                  <a:pt x="2306528" y="1254043"/>
                  <a:pt x="2058558" y="1071804"/>
                </a:cubicBezTo>
                <a:cubicBezTo>
                  <a:pt x="2118947" y="1245450"/>
                  <a:pt x="2231454" y="1407035"/>
                  <a:pt x="2291089" y="1585512"/>
                </a:cubicBezTo>
                <a:cubicBezTo>
                  <a:pt x="2383696" y="1860991"/>
                  <a:pt x="2441466" y="2144264"/>
                  <a:pt x="2473792" y="2432858"/>
                </a:cubicBezTo>
                <a:cubicBezTo>
                  <a:pt x="2475176" y="2446319"/>
                  <a:pt x="2431252" y="2512059"/>
                  <a:pt x="2420124" y="2495762"/>
                </a:cubicBezTo>
                <a:cubicBezTo>
                  <a:pt x="2291230" y="2305989"/>
                  <a:pt x="2208353" y="2083557"/>
                  <a:pt x="2119846" y="1872898"/>
                </a:cubicBezTo>
                <a:cubicBezTo>
                  <a:pt x="2037236" y="1675682"/>
                  <a:pt x="1982639" y="1492905"/>
                  <a:pt x="1995210" y="1288346"/>
                </a:cubicBezTo>
                <a:cubicBezTo>
                  <a:pt x="1948480" y="1372857"/>
                  <a:pt x="1900430" y="1457457"/>
                  <a:pt x="1850975" y="1540820"/>
                </a:cubicBezTo>
                <a:cubicBezTo>
                  <a:pt x="1816437" y="1599587"/>
                  <a:pt x="1789540" y="1661598"/>
                  <a:pt x="1723490" y="1688355"/>
                </a:cubicBezTo>
                <a:cubicBezTo>
                  <a:pt x="1718826" y="1690241"/>
                  <a:pt x="1711811" y="1688563"/>
                  <a:pt x="1710157" y="1683354"/>
                </a:cubicBezTo>
                <a:cubicBezTo>
                  <a:pt x="1675928" y="1583238"/>
                  <a:pt x="1752515" y="1420588"/>
                  <a:pt x="1807265" y="1336896"/>
                </a:cubicBezTo>
                <a:cubicBezTo>
                  <a:pt x="1856904" y="1260695"/>
                  <a:pt x="1925612" y="1200294"/>
                  <a:pt x="2011049" y="1173376"/>
                </a:cubicBezTo>
                <a:cubicBezTo>
                  <a:pt x="2011743" y="1171736"/>
                  <a:pt x="2013211" y="1169782"/>
                  <a:pt x="2014681" y="1167830"/>
                </a:cubicBezTo>
                <a:cubicBezTo>
                  <a:pt x="1995942" y="1119335"/>
                  <a:pt x="1980541" y="1069035"/>
                  <a:pt x="1971037" y="1015438"/>
                </a:cubicBezTo>
                <a:cubicBezTo>
                  <a:pt x="1970873" y="1012795"/>
                  <a:pt x="1971247" y="1010377"/>
                  <a:pt x="1971858" y="1007420"/>
                </a:cubicBezTo>
                <a:cubicBezTo>
                  <a:pt x="1889219" y="944106"/>
                  <a:pt x="1807963" y="877509"/>
                  <a:pt x="1729505" y="808882"/>
                </a:cubicBezTo>
                <a:cubicBezTo>
                  <a:pt x="1652132" y="740719"/>
                  <a:pt x="1577790" y="669969"/>
                  <a:pt x="1506007" y="597733"/>
                </a:cubicBezTo>
                <a:cubicBezTo>
                  <a:pt x="1650265" y="988437"/>
                  <a:pt x="1648039" y="1402749"/>
                  <a:pt x="1499912" y="1795211"/>
                </a:cubicBezTo>
                <a:cubicBezTo>
                  <a:pt x="1496995" y="1803635"/>
                  <a:pt x="1454455" y="1866099"/>
                  <a:pt x="1444926" y="1841464"/>
                </a:cubicBezTo>
                <a:cubicBezTo>
                  <a:pt x="1288444" y="1433999"/>
                  <a:pt x="1179507" y="967467"/>
                  <a:pt x="1425791" y="572788"/>
                </a:cubicBezTo>
                <a:cubicBezTo>
                  <a:pt x="1428418" y="568101"/>
                  <a:pt x="1431907" y="564428"/>
                  <a:pt x="1435390" y="560750"/>
                </a:cubicBezTo>
                <a:cubicBezTo>
                  <a:pt x="1440033" y="554349"/>
                  <a:pt x="1445996" y="547863"/>
                  <a:pt x="1451502" y="542471"/>
                </a:cubicBezTo>
                <a:cubicBezTo>
                  <a:pt x="1361214" y="448553"/>
                  <a:pt x="1275425" y="351231"/>
                  <a:pt x="1194128" y="250903"/>
                </a:cubicBezTo>
                <a:close/>
                <a:moveTo>
                  <a:pt x="890158" y="0"/>
                </a:moveTo>
                <a:lnTo>
                  <a:pt x="937892" y="0"/>
                </a:lnTo>
                <a:lnTo>
                  <a:pt x="924483" y="30495"/>
                </a:lnTo>
                <a:cubicBezTo>
                  <a:pt x="886566" y="121698"/>
                  <a:pt x="856718" y="217584"/>
                  <a:pt x="872288" y="306259"/>
                </a:cubicBezTo>
                <a:cubicBezTo>
                  <a:pt x="896800" y="446040"/>
                  <a:pt x="987449" y="577127"/>
                  <a:pt x="1006247" y="727373"/>
                </a:cubicBezTo>
                <a:cubicBezTo>
                  <a:pt x="1042700" y="1013846"/>
                  <a:pt x="1021035" y="1326579"/>
                  <a:pt x="986481" y="1611960"/>
                </a:cubicBezTo>
                <a:cubicBezTo>
                  <a:pt x="984668" y="1625361"/>
                  <a:pt x="941918" y="1692886"/>
                  <a:pt x="928400" y="1663986"/>
                </a:cubicBezTo>
                <a:cubicBezTo>
                  <a:pt x="723163" y="1233305"/>
                  <a:pt x="596239" y="818387"/>
                  <a:pt x="771281" y="368438"/>
                </a:cubicBezTo>
                <a:lnTo>
                  <a:pt x="200540" y="942511"/>
                </a:lnTo>
                <a:cubicBezTo>
                  <a:pt x="190537" y="952438"/>
                  <a:pt x="161507" y="972341"/>
                  <a:pt x="170253" y="942567"/>
                </a:cubicBezTo>
                <a:cubicBezTo>
                  <a:pt x="222670" y="771614"/>
                  <a:pt x="326261" y="624255"/>
                  <a:pt x="442049" y="489150"/>
                </a:cubicBezTo>
                <a:cubicBezTo>
                  <a:pt x="542966" y="370919"/>
                  <a:pt x="644574" y="322520"/>
                  <a:pt x="788582" y="301724"/>
                </a:cubicBezTo>
                <a:cubicBezTo>
                  <a:pt x="788307" y="293239"/>
                  <a:pt x="787808" y="285302"/>
                  <a:pt x="788312" y="276498"/>
                </a:cubicBezTo>
                <a:cubicBezTo>
                  <a:pt x="793051" y="221208"/>
                  <a:pt x="817827" y="155085"/>
                  <a:pt x="847625" y="89075"/>
                </a:cubicBezTo>
                <a:close/>
                <a:moveTo>
                  <a:pt x="29788" y="0"/>
                </a:moveTo>
                <a:lnTo>
                  <a:pt x="93321" y="0"/>
                </a:lnTo>
                <a:lnTo>
                  <a:pt x="79142" y="68966"/>
                </a:lnTo>
                <a:cubicBezTo>
                  <a:pt x="45734" y="225436"/>
                  <a:pt x="26794" y="379659"/>
                  <a:pt x="21253" y="535687"/>
                </a:cubicBezTo>
                <a:lnTo>
                  <a:pt x="61909" y="380358"/>
                </a:lnTo>
                <a:cubicBezTo>
                  <a:pt x="78826" y="316055"/>
                  <a:pt x="96125" y="249346"/>
                  <a:pt x="118339" y="184712"/>
                </a:cubicBezTo>
                <a:cubicBezTo>
                  <a:pt x="129562" y="152119"/>
                  <a:pt x="141878" y="119997"/>
                  <a:pt x="154192" y="87864"/>
                </a:cubicBezTo>
                <a:lnTo>
                  <a:pt x="186604" y="0"/>
                </a:lnTo>
                <a:lnTo>
                  <a:pt x="216386" y="0"/>
                </a:lnTo>
                <a:lnTo>
                  <a:pt x="180314" y="97640"/>
                </a:lnTo>
                <a:cubicBezTo>
                  <a:pt x="168233" y="129221"/>
                  <a:pt x="155916" y="161350"/>
                  <a:pt x="144924" y="193392"/>
                </a:cubicBezTo>
                <a:cubicBezTo>
                  <a:pt x="123175" y="256933"/>
                  <a:pt x="106102" y="323103"/>
                  <a:pt x="89413" y="386853"/>
                </a:cubicBezTo>
                <a:lnTo>
                  <a:pt x="49686" y="539999"/>
                </a:lnTo>
                <a:cubicBezTo>
                  <a:pt x="112204" y="409054"/>
                  <a:pt x="181190" y="283748"/>
                  <a:pt x="236604" y="152292"/>
                </a:cubicBezTo>
                <a:lnTo>
                  <a:pt x="289375" y="0"/>
                </a:lnTo>
                <a:lnTo>
                  <a:pt x="369729" y="0"/>
                </a:lnTo>
                <a:lnTo>
                  <a:pt x="354160" y="65656"/>
                </a:lnTo>
                <a:cubicBezTo>
                  <a:pt x="272180" y="311007"/>
                  <a:pt x="108679" y="519263"/>
                  <a:pt x="21325" y="763628"/>
                </a:cubicBezTo>
                <a:cubicBezTo>
                  <a:pt x="18671" y="771035"/>
                  <a:pt x="13191" y="778653"/>
                  <a:pt x="6426" y="785104"/>
                </a:cubicBezTo>
                <a:lnTo>
                  <a:pt x="0" y="789215"/>
                </a:lnTo>
                <a:lnTo>
                  <a:pt x="0" y="163142"/>
                </a:lnTo>
                <a:lnTo>
                  <a:pt x="20220" y="37416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43001" y="1676400"/>
            <a:ext cx="4038600" cy="3505200"/>
          </a:xfrm>
        </p:spPr>
        <p:txBody>
          <a:bodyPr anchor="t">
            <a:normAutofit/>
          </a:bodyPr>
          <a:lstStyle/>
          <a:p>
            <a:r>
              <a:rPr lang="en-GB" sz="4000"/>
              <a:t>End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1601" y="1676400"/>
            <a:ext cx="5181599" cy="3505200"/>
          </a:xfrm>
        </p:spPr>
        <p:txBody>
          <a:bodyPr>
            <a:normAutofit/>
          </a:bodyPr>
          <a:lstStyle/>
          <a:p>
            <a:endParaRPr lang="en-GB" sz="240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Answers on the next pages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answers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981200" y="1609416"/>
            <a:ext cx="3043230" cy="4846320"/>
          </a:xfrm>
        </p:spPr>
        <p:txBody>
          <a:bodyPr>
            <a:normAutofit fontScale="92500" lnSpcReduction="20000"/>
          </a:bodyPr>
          <a:lstStyle/>
          <a:p>
            <a:r>
              <a:rPr lang="en-GB" dirty="0"/>
              <a:t>1) 1/6, 0.167, 16.7%</a:t>
            </a:r>
          </a:p>
          <a:p>
            <a:endParaRPr lang="en-GB" dirty="0"/>
          </a:p>
          <a:p>
            <a:r>
              <a:rPr lang="en-GB" dirty="0"/>
              <a:t>2) least likely, most likely impossible</a:t>
            </a:r>
          </a:p>
          <a:p>
            <a:endParaRPr lang="en-GB" dirty="0"/>
          </a:p>
          <a:p>
            <a:r>
              <a:rPr lang="en-GB" dirty="0"/>
              <a:t>3) 4/12 = 1/3, 0.33, 33.33%</a:t>
            </a:r>
          </a:p>
          <a:p>
            <a:endParaRPr lang="en-GB" dirty="0"/>
          </a:p>
          <a:p>
            <a:r>
              <a:rPr lang="en-GB" dirty="0"/>
              <a:t>4) 2/5, 0.4, 40%</a:t>
            </a:r>
          </a:p>
          <a:p>
            <a:endParaRPr lang="en-GB" dirty="0"/>
          </a:p>
          <a:p>
            <a:r>
              <a:rPr lang="en-GB" dirty="0"/>
              <a:t>5) 28/40 = 7/10, 0.7, 70%</a:t>
            </a:r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5238744" y="1428736"/>
            <a:ext cx="3286148" cy="5060634"/>
          </a:xfrm>
          <a:prstGeom prst="rect">
            <a:avLst/>
          </a:prstGeom>
        </p:spPr>
        <p:txBody>
          <a:bodyPr vert="horz">
            <a:normAutofit fontScale="55000" lnSpcReduction="20000"/>
          </a:bodyPr>
          <a:lstStyle/>
          <a:p>
            <a:pPr marL="274320" indent="-274320">
              <a:spcBef>
                <a:spcPts val="600"/>
              </a:spcBef>
              <a:buClr>
                <a:schemeClr val="tx2"/>
              </a:buClr>
              <a:buSzPct val="73000"/>
              <a:buFont typeface="Wingdings 2"/>
              <a:buChar char=""/>
              <a:defRPr/>
            </a:pPr>
            <a:r>
              <a:rPr lang="en-GB" sz="2600" dirty="0"/>
              <a:t>6) 2/6 = 1/3 </a:t>
            </a:r>
            <a:r>
              <a:rPr lang="en-GB" sz="4000" dirty="0"/>
              <a:t>0.33, 33.33%</a:t>
            </a:r>
          </a:p>
          <a:p>
            <a:pPr marL="274320" indent="-274320">
              <a:spcBef>
                <a:spcPts val="600"/>
              </a:spcBef>
              <a:buClr>
                <a:schemeClr val="tx2"/>
              </a:buClr>
              <a:buSzPct val="73000"/>
              <a:buFont typeface="Wingdings 2"/>
              <a:buChar char=""/>
              <a:defRPr/>
            </a:pPr>
            <a:endParaRPr lang="en-GB" sz="2600" dirty="0"/>
          </a:p>
          <a:p>
            <a:pPr marL="274320" indent="-274320">
              <a:spcBef>
                <a:spcPts val="600"/>
              </a:spcBef>
              <a:buClr>
                <a:schemeClr val="tx2"/>
              </a:buClr>
              <a:buSzPct val="73000"/>
              <a:buFont typeface="Wingdings 2"/>
              <a:buChar char=""/>
              <a:defRPr/>
            </a:pPr>
            <a:endParaRPr lang="en-GB" sz="2600" dirty="0"/>
          </a:p>
          <a:p>
            <a:pPr marL="274320" indent="-274320">
              <a:spcBef>
                <a:spcPts val="600"/>
              </a:spcBef>
              <a:buClr>
                <a:schemeClr val="tx2"/>
              </a:buClr>
              <a:buSzPct val="73000"/>
              <a:buFont typeface="Wingdings 2"/>
              <a:buChar char=""/>
              <a:defRPr/>
            </a:pPr>
            <a:r>
              <a:rPr lang="en-GB" sz="2600" dirty="0"/>
              <a:t>7) 0.8</a:t>
            </a:r>
          </a:p>
          <a:p>
            <a:pPr marL="274320" indent="-274320">
              <a:spcBef>
                <a:spcPts val="600"/>
              </a:spcBef>
              <a:buClr>
                <a:schemeClr val="tx2"/>
              </a:buClr>
              <a:buSzPct val="73000"/>
              <a:buFont typeface="Wingdings 2"/>
              <a:buChar char=""/>
              <a:defRPr/>
            </a:pPr>
            <a:endParaRPr lang="en-GB" sz="2600" dirty="0"/>
          </a:p>
          <a:p>
            <a:pPr marL="274320" indent="-274320">
              <a:spcBef>
                <a:spcPts val="600"/>
              </a:spcBef>
              <a:buClr>
                <a:schemeClr val="tx2"/>
              </a:buClr>
              <a:buSzPct val="73000"/>
              <a:buFont typeface="Wingdings 2"/>
              <a:buChar char=""/>
              <a:defRPr/>
            </a:pPr>
            <a:r>
              <a:rPr lang="en-GB" sz="2600" dirty="0"/>
              <a:t>8) 0.15</a:t>
            </a:r>
          </a:p>
          <a:p>
            <a:pPr marL="274320" indent="-274320">
              <a:spcBef>
                <a:spcPts val="600"/>
              </a:spcBef>
              <a:buClr>
                <a:schemeClr val="tx2"/>
              </a:buClr>
              <a:buSzPct val="73000"/>
              <a:buFont typeface="Wingdings 2"/>
              <a:buChar char=""/>
              <a:defRPr/>
            </a:pPr>
            <a:endParaRPr lang="en-GB" sz="2600" dirty="0"/>
          </a:p>
          <a:p>
            <a:r>
              <a:rPr lang="en-GB" sz="2600" dirty="0"/>
              <a:t>9) 8 </a:t>
            </a:r>
          </a:p>
          <a:p>
            <a:r>
              <a:rPr lang="en-US" sz="2500" dirty="0" err="1"/>
              <a:t>bbb</a:t>
            </a:r>
            <a:endParaRPr lang="en-US" sz="2500" dirty="0"/>
          </a:p>
          <a:p>
            <a:r>
              <a:rPr lang="en-US" sz="2500" dirty="0" err="1"/>
              <a:t>bbg</a:t>
            </a:r>
            <a:endParaRPr lang="en-US" sz="2500" dirty="0"/>
          </a:p>
          <a:p>
            <a:r>
              <a:rPr lang="en-US" sz="2500" dirty="0" err="1"/>
              <a:t>bgg</a:t>
            </a:r>
            <a:endParaRPr lang="en-US" sz="2500" dirty="0"/>
          </a:p>
          <a:p>
            <a:r>
              <a:rPr lang="en-US" sz="2500" dirty="0" err="1"/>
              <a:t>bgb</a:t>
            </a:r>
            <a:endParaRPr lang="en-US" sz="2500" dirty="0"/>
          </a:p>
          <a:p>
            <a:endParaRPr lang="en-US" sz="2500" dirty="0"/>
          </a:p>
          <a:p>
            <a:r>
              <a:rPr lang="en-US" sz="2500" dirty="0" err="1"/>
              <a:t>ggg</a:t>
            </a:r>
            <a:endParaRPr lang="en-US" sz="2500" dirty="0"/>
          </a:p>
          <a:p>
            <a:pPr>
              <a:defRPr/>
            </a:pPr>
            <a:r>
              <a:rPr lang="en-US" sz="2500" dirty="0" err="1"/>
              <a:t>ggb</a:t>
            </a:r>
            <a:endParaRPr lang="en-US" sz="2500" dirty="0"/>
          </a:p>
          <a:p>
            <a:pPr>
              <a:defRPr/>
            </a:pPr>
            <a:r>
              <a:rPr lang="en-US" sz="2500" dirty="0" err="1"/>
              <a:t>gbb</a:t>
            </a:r>
            <a:endParaRPr lang="en-US" sz="2500" dirty="0"/>
          </a:p>
          <a:p>
            <a:pPr>
              <a:defRPr/>
            </a:pPr>
            <a:r>
              <a:rPr lang="en-US" sz="2500" dirty="0" err="1"/>
              <a:t>gbg</a:t>
            </a:r>
            <a:endParaRPr lang="en-US" sz="2500" dirty="0"/>
          </a:p>
          <a:p>
            <a:pPr>
              <a:defRPr/>
            </a:pPr>
            <a:endParaRPr lang="en-US" dirty="0"/>
          </a:p>
          <a:p>
            <a:pPr marL="274320" indent="-274320">
              <a:spcBef>
                <a:spcPts val="600"/>
              </a:spcBef>
              <a:buClr>
                <a:schemeClr val="tx2"/>
              </a:buClr>
              <a:buSzPct val="73000"/>
              <a:buFont typeface="Wingdings 2"/>
              <a:buChar char=""/>
              <a:defRPr/>
            </a:pPr>
            <a:endParaRPr lang="en-GB" sz="2600" dirty="0"/>
          </a:p>
          <a:p>
            <a:pPr marL="274320" indent="-274320">
              <a:spcBef>
                <a:spcPts val="600"/>
              </a:spcBef>
              <a:buClr>
                <a:schemeClr val="tx2"/>
              </a:buClr>
              <a:buSzPct val="73000"/>
              <a:buFont typeface="Wingdings 2"/>
              <a:buChar char=""/>
              <a:defRPr/>
            </a:pPr>
            <a:endParaRPr lang="en-GB" sz="2600" dirty="0"/>
          </a:p>
          <a:p>
            <a:pPr marL="274320" indent="-274320">
              <a:spcBef>
                <a:spcPts val="600"/>
              </a:spcBef>
              <a:buClr>
                <a:schemeClr val="tx2"/>
              </a:buClr>
              <a:buSzPct val="73000"/>
              <a:buFont typeface="Wingdings 2"/>
              <a:buChar char=""/>
              <a:defRPr/>
            </a:pPr>
            <a:r>
              <a:rPr lang="en-GB" sz="2600" dirty="0"/>
              <a:t>10)	h1,h3,h5,h7</a:t>
            </a:r>
          </a:p>
          <a:p>
            <a:pPr marL="274320" indent="-274320">
              <a:spcBef>
                <a:spcPts val="600"/>
              </a:spcBef>
              <a:buClr>
                <a:schemeClr val="tx2"/>
              </a:buClr>
              <a:buSzPct val="73000"/>
              <a:defRPr/>
            </a:pPr>
            <a:r>
              <a:rPr lang="en-GB" sz="2600" dirty="0"/>
              <a:t>		t1,t3,t5,t7</a:t>
            </a:r>
          </a:p>
          <a:p>
            <a:pPr marL="274320" indent="-274320">
              <a:spcBef>
                <a:spcPts val="600"/>
              </a:spcBef>
              <a:buClr>
                <a:schemeClr val="tx2"/>
              </a:buClr>
              <a:buSzPct val="73000"/>
              <a:defRPr/>
            </a:pPr>
            <a:r>
              <a:rPr lang="en-GB" sz="2600" dirty="0"/>
              <a:t>	2/8 = 1/4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4</TotalTime>
  <Words>471</Words>
  <Application>Microsoft Office PowerPoint</Application>
  <PresentationFormat>Widescreen</PresentationFormat>
  <Paragraphs>112</Paragraphs>
  <Slides>14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14</vt:i4>
      </vt:variant>
    </vt:vector>
  </HeadingPairs>
  <TitlesOfParts>
    <vt:vector size="20" baseType="lpstr">
      <vt:lpstr>Arial</vt:lpstr>
      <vt:lpstr>Calibri</vt:lpstr>
      <vt:lpstr>Calibri Light</vt:lpstr>
      <vt:lpstr>Cambria Math</vt:lpstr>
      <vt:lpstr>Wingdings 2</vt:lpstr>
      <vt:lpstr>Office Theme</vt:lpstr>
      <vt:lpstr>Probability questions</vt:lpstr>
      <vt:lpstr>How does it work?</vt:lpstr>
      <vt:lpstr>QUESTION 1</vt:lpstr>
      <vt:lpstr>QUESTION 2</vt:lpstr>
      <vt:lpstr>QUESTION 3</vt:lpstr>
      <vt:lpstr>QUESTION 4</vt:lpstr>
      <vt:lpstr>QUESTION 5</vt:lpstr>
      <vt:lpstr>QUESTION 6</vt:lpstr>
      <vt:lpstr>QUESTION 7</vt:lpstr>
      <vt:lpstr>QUESTION 8</vt:lpstr>
      <vt:lpstr>QUESTION 9</vt:lpstr>
      <vt:lpstr>QUESTION 10</vt:lpstr>
      <vt:lpstr>End</vt:lpstr>
      <vt:lpstr>answers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Probability questions</dc:title>
  <dc:creator>JAMES Sarah [Baldivis Secondary College]</dc:creator>
  <cp:lastModifiedBy>JAMES Sarah [Baldivis Secondary College]</cp:lastModifiedBy>
  <cp:revision>1</cp:revision>
  <dcterms:created xsi:type="dcterms:W3CDTF">2021-06-08T13:31:41Z</dcterms:created>
  <dcterms:modified xsi:type="dcterms:W3CDTF">2021-06-08T13:36:08Z</dcterms:modified>
</cp:coreProperties>
</file>