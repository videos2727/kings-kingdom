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9" r:id="rId2"/>
    <p:sldId id="257" r:id="rId3"/>
    <p:sldId id="290" r:id="rId4"/>
    <p:sldId id="267" r:id="rId5"/>
    <p:sldId id="30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C05D7-1BDA-4795-8DAA-FA6479536E5D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37F54-8BC3-4D43-904F-F78F31BE01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512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67EE-9251-4A72-8D8E-09A4239ED9D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62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48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AFF8-556D-4146-A989-FD9B4F737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12A76-59F5-404E-AFDE-99DA10706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3E5A4-836F-4B65-8FCE-0D1C2B17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01D7-F6F7-427A-830F-55C3123E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A4B4C-762A-44B5-8622-3C2BCF62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843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1DEE-BF0E-4A28-86AE-EB696B68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BACCE-E7C0-43E4-97E8-CBD88FB8C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C6410-5742-43F0-B411-DEEEA750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69935-1A05-49F2-9B11-2E0BA4252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9D13F-C6C7-496A-9B43-3257FC03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23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8750-3A29-46E5-8FA2-B954FFAF7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13498-F3BF-4AF8-9B3F-D6F036F63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E740D-D7BD-45A0-BA12-116DD6F1B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CD8AE-5005-4C17-8926-06D2035F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FD5B0-812F-49F2-85B5-7A26E145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644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0D3E-8A6A-4B33-BAF2-A86CFE5A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4B589-79D3-4CAB-BC52-8A333A295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E17D1-0D05-48B1-891B-C428A072F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D3876-D7A6-44E3-9B2A-72FD65A5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64637-587E-42A9-A21A-E16FE3E8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BF293-95FB-4E9C-B36C-59440638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887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05B8-A810-46EB-B55B-44A6EE58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D4807-DC3D-4A7C-9F75-77B8A61D5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13A50-367B-4002-9F54-018679989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2557B-CE7D-44EC-ADD1-F046A6AFB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0C381-D641-4700-A268-63B2D4754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389B0B-FB80-401A-B2B1-B1A40442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B223D-7C3D-4DAD-95F5-442BC9A77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A62C26-1244-4C0A-92E4-8607C206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5944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67AE-2BB7-4645-BEFD-AD3820E26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02075-CCE6-4299-8D7C-18838142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0FC34-B6EC-4EFF-B824-54DF3C4C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E3BA0-4CCB-49F4-B2D0-54313FA2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739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939F7-27BF-47B8-B300-B6E31D679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A82F2-FEBC-48B9-B32C-612E7DE9C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FC955-9557-4AF4-A7B0-D35B15EF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3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BC7E-B77C-487B-9F2D-BF0355E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873BB-4C7D-4E14-81C0-EA0C66070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A1C93-8857-4669-BCC2-36CEE1F9D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D2B26-C752-4914-867C-3E36798A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E6A49-98F2-4458-9B22-924E611E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DD647-EA9E-4ACC-B390-B700BF1D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762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A002-D409-4827-92A7-90A5F57F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9A02D-B2EA-48A0-93AA-22D3A28F4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80D41-30EF-449F-A88C-39043E6C9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494DA-ABC3-4A93-A267-2BEF816B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7279E-C9D8-486C-A16B-0D8C31B00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44AE8-E72B-4C22-94EC-721A3FBF9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181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367D5-B9E3-4039-BD2B-8D965125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C520A-BD08-4DC8-BC6A-70DE2B236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4A01F-0BA8-47A4-B9F8-A675D2CB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B586-FC9A-4044-BC1D-B8142D33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546E-DD85-4CDE-87A7-9FBF1A90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177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A83600-A54A-4802-A609-D27500689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E73A-533C-4DCA-90ED-ED739C100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628DA-7814-4E8B-89CC-41E10FF94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DBCE5-3702-46D5-9F9F-A8F44D951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F7DEC-AAC5-4833-82A2-626BC54E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311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568F5-EF11-4029-9A9B-2983A68C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A9022-A489-4EA2-B507-680391483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DD2C4-AED0-4FAE-8152-8B569C8C5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A4E3F-A073-4E22-A26C-8CCBDCCBEF43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0C64-9547-4783-8B11-978F4C7BE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A1EFD-EAC4-44A0-B5E2-149F56FB4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3CE06-9CD1-4611-A31F-9AE2AEB1B7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312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664239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51759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combined events using two-way tables?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229"/>
            <a:ext cx="10515600" cy="5436734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TEACHER SLIDE:</a:t>
            </a:r>
          </a:p>
          <a:p>
            <a:r>
              <a:rPr lang="en-US" sz="2800" dirty="0"/>
              <a:t>Teacher note: Give students post it notes and get them to label them 1, 2 and 3.</a:t>
            </a:r>
            <a:br>
              <a:rPr lang="en-US" sz="2800" dirty="0"/>
            </a:br>
            <a:r>
              <a:rPr lang="en-US" sz="2800" dirty="0"/>
              <a:t>Get students to do pick 2 cards  ( but replacing the first card then picking up the second)</a:t>
            </a:r>
          </a:p>
          <a:p>
            <a:r>
              <a:rPr lang="en-US" sz="2800" dirty="0"/>
              <a:t>Get students to then pick 2 cards without replacement</a:t>
            </a:r>
            <a:endParaRPr lang="en-US" dirty="0"/>
          </a:p>
          <a:p>
            <a:r>
              <a:rPr lang="en-US" dirty="0"/>
              <a:t>Here are the two-way tables showing the outcomes when the card is replaced each time versus when there is no replacement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Get students to come up with and then copy these tables into their INB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B3342-F663-4931-90BB-24F2B32E9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525" y="3972265"/>
            <a:ext cx="45720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We do together: Complete this in your Interactive notebook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EE384-750A-4B0A-8A0C-860E324291D9}"/>
              </a:ext>
            </a:extLst>
          </p:cNvPr>
          <p:cNvSpPr txBox="1"/>
          <p:nvPr/>
        </p:nvSpPr>
        <p:spPr>
          <a:xfrm>
            <a:off x="1178169" y="1134208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Using two-way tables to calculate probabilities in situations that involves replacement and no replacement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42DC0-A9EF-4286-BBBA-A6D6A7CFF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280" y="1572263"/>
            <a:ext cx="8196561" cy="48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3632" y="4215548"/>
            <a:ext cx="5516715" cy="2419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485783" y="114244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3.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D916-B1EF-4747-9308-7CBE038CEDA3}"/>
              </a:ext>
            </a:extLst>
          </p:cNvPr>
          <p:cNvSpPr txBox="1"/>
          <p:nvPr/>
        </p:nvSpPr>
        <p:spPr>
          <a:xfrm>
            <a:off x="1160584" y="659156"/>
            <a:ext cx="1056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Using two-way tables to calculate probabilities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16BB19-ECC8-47BA-BE7A-7B1C2C371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862" y="1394232"/>
            <a:ext cx="5805577" cy="26709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7772B5-DFA4-423C-889B-7313EC9B4BA7}"/>
              </a:ext>
            </a:extLst>
          </p:cNvPr>
          <p:cNvSpPr txBox="1"/>
          <p:nvPr/>
        </p:nvSpPr>
        <p:spPr>
          <a:xfrm>
            <a:off x="2639201" y="391473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C11281B-17B0-475B-81C4-A197C80EF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260648"/>
            <a:ext cx="7327253" cy="4470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958D8B-0E2B-4AB7-BEFE-33EF3B4ACC89}"/>
              </a:ext>
            </a:extLst>
          </p:cNvPr>
          <p:cNvSpPr txBox="1"/>
          <p:nvPr/>
        </p:nvSpPr>
        <p:spPr>
          <a:xfrm>
            <a:off x="775458" y="91371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F155A-B4EA-4B46-B576-F7C7003396E3}"/>
              </a:ext>
            </a:extLst>
          </p:cNvPr>
          <p:cNvSpPr txBox="1"/>
          <p:nvPr/>
        </p:nvSpPr>
        <p:spPr>
          <a:xfrm>
            <a:off x="775458" y="2157467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6.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3411B25-5542-4BE1-BE7C-32494F55C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4900672"/>
            <a:ext cx="703334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218417-5E9E-47E7-ACA9-81754F076FEB}"/>
              </a:ext>
            </a:extLst>
          </p:cNvPr>
          <p:cNvSpPr txBox="1"/>
          <p:nvPr/>
        </p:nvSpPr>
        <p:spPr>
          <a:xfrm>
            <a:off x="844731" y="4769763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128143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156</Words>
  <Application>Microsoft Office PowerPoint</Application>
  <PresentationFormat>Widescreen</PresentationFormat>
  <Paragraphs>23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DJB Fancy Nancy</vt:lpstr>
      <vt:lpstr>Kiwi School Handwriting</vt:lpstr>
      <vt:lpstr>Office Theme</vt:lpstr>
      <vt:lpstr>Probability</vt:lpstr>
      <vt:lpstr>PowerPoint Presentation</vt:lpstr>
      <vt:lpstr>We do together: Complete this in your Interactive notebook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JAMES Sarah [Baldivis Secondary College]</dc:creator>
  <cp:lastModifiedBy>JAMES Sarah [Baldivis Secondary College]</cp:lastModifiedBy>
  <cp:revision>1</cp:revision>
  <dcterms:created xsi:type="dcterms:W3CDTF">2021-06-08T13:45:20Z</dcterms:created>
  <dcterms:modified xsi:type="dcterms:W3CDTF">2021-06-08T13:54:02Z</dcterms:modified>
</cp:coreProperties>
</file>