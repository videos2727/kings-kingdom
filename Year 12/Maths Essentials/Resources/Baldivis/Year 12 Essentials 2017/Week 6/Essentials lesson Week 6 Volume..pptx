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4" r:id="rId3"/>
    <p:sldId id="257" r:id="rId4"/>
    <p:sldId id="258" r:id="rId5"/>
    <p:sldId id="260" r:id="rId6"/>
    <p:sldId id="266" r:id="rId7"/>
    <p:sldId id="267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75"/>
    <p:restoredTop sz="92197"/>
  </p:normalViewPr>
  <p:slideViewPr>
    <p:cSldViewPr>
      <p:cViewPr varScale="1">
        <p:scale>
          <a:sx n="51" d="100"/>
          <a:sy n="51" d="100"/>
        </p:scale>
        <p:origin x="150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504" y="481360"/>
            <a:ext cx="8229600" cy="1143000"/>
          </a:xfrm>
        </p:spPr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LHS-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1" y="2743200"/>
            <a:ext cx="6840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The </a:t>
            </a:r>
            <a:r>
              <a:rPr lang="en-US" sz="2800" b="1" dirty="0" smtClean="0"/>
              <a:t>Warm Up </a:t>
            </a:r>
            <a:r>
              <a:rPr lang="en-US" sz="2800" dirty="0" smtClean="0"/>
              <a:t>on Page 37 </a:t>
            </a:r>
            <a:endParaRPr lang="en-US" sz="2800" dirty="0" smtClean="0"/>
          </a:p>
          <a:p>
            <a:pPr algn="ctr"/>
            <a:endParaRPr lang="en-US" sz="2800" dirty="0" smtClean="0"/>
          </a:p>
          <a:p>
            <a:pPr algn="ctr"/>
            <a:r>
              <a:rPr lang="en-US" sz="2800" dirty="0" smtClean="0"/>
              <a:t>1-10 Includes square </a:t>
            </a:r>
            <a:r>
              <a:rPr lang="en-US" sz="2800" dirty="0" smtClean="0"/>
              <a:t>roots</a:t>
            </a:r>
          </a:p>
          <a:p>
            <a:pPr algn="ctr"/>
            <a:r>
              <a:rPr lang="en-US" sz="2800" dirty="0" smtClean="0"/>
              <a:t>(Have a quick write of square numbers </a:t>
            </a:r>
            <a:r>
              <a:rPr lang="is-IS" sz="2800" smtClean="0"/>
              <a:t>…)</a:t>
            </a:r>
            <a:r>
              <a:rPr lang="en-US" sz="2800" smtClean="0"/>
              <a:t> </a:t>
            </a:r>
            <a:endParaRPr lang="en-US" sz="2800" dirty="0" smtClean="0"/>
          </a:p>
          <a:p>
            <a:pPr algn="ctr"/>
            <a:r>
              <a:rPr lang="en-US" sz="2800" dirty="0" smtClean="0"/>
              <a:t>and Rule of Order questions.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545040" y="149731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Date: 8/3/17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2" y="92788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do we calculate the volume of 3 D shapes?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9821" y="303911"/>
            <a:ext cx="1325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Volume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82600" y="2336800"/>
            <a:ext cx="175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volume?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8042" y="3648752"/>
            <a:ext cx="3302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What units does Volume use?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251200" y="2209800"/>
            <a:ext cx="59334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Volume is the space a 3D object takes up so for a rectangular </a:t>
            </a:r>
          </a:p>
          <a:p>
            <a:r>
              <a:rPr lang="en-US" dirty="0" smtClean="0"/>
              <a:t>prism we simply multiply </a:t>
            </a:r>
          </a:p>
          <a:p>
            <a:r>
              <a:rPr lang="en-US" dirty="0" smtClean="0"/>
              <a:t>the length by width by height of the object. </a:t>
            </a:r>
          </a:p>
          <a:p>
            <a:r>
              <a:rPr lang="en-US" dirty="0" smtClean="0"/>
              <a:t> L x w x h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581400" y="4419600"/>
            <a:ext cx="492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Make sure that all the units are the same unit first.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08400" y="5867400"/>
            <a:ext cx="4510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the unit and cubed (power of 3) notation </a:t>
            </a:r>
          </a:p>
          <a:p>
            <a:r>
              <a:rPr lang="en-US" dirty="0" smtClean="0"/>
              <a:t> in your answer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Calculate the volume of</a:t>
            </a:r>
          </a:p>
          <a:p>
            <a:pPr>
              <a:buFontTx/>
              <a:buChar char="-"/>
            </a:pPr>
            <a:r>
              <a:rPr lang="en-AU" dirty="0" smtClean="0"/>
              <a:t>Pyramids, </a:t>
            </a:r>
          </a:p>
          <a:p>
            <a:pPr>
              <a:buFontTx/>
              <a:buChar char="-"/>
            </a:pPr>
            <a:r>
              <a:rPr lang="en-AU" dirty="0" smtClean="0"/>
              <a:t>cones, </a:t>
            </a:r>
          </a:p>
          <a:p>
            <a:pPr>
              <a:buFontTx/>
              <a:buChar char="-"/>
            </a:pPr>
            <a:r>
              <a:rPr lang="en-AU" dirty="0" smtClean="0"/>
              <a:t>cylinders and </a:t>
            </a:r>
          </a:p>
          <a:p>
            <a:pPr>
              <a:buFontTx/>
              <a:buChar char="-"/>
            </a:pPr>
            <a:r>
              <a:rPr lang="en-AU" dirty="0" smtClean="0"/>
              <a:t>spheres.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Being able to calculate </a:t>
            </a:r>
          </a:p>
          <a:p>
            <a:pPr marL="0" indent="0">
              <a:buNone/>
            </a:pPr>
            <a:r>
              <a:rPr lang="en-AU" dirty="0" smtClean="0"/>
              <a:t>1. a) c) or d),</a:t>
            </a:r>
          </a:p>
          <a:p>
            <a:pPr marL="0" indent="0">
              <a:buNone/>
            </a:pPr>
            <a:r>
              <a:rPr lang="en-AU" dirty="0" smtClean="0"/>
              <a:t> 2a, &amp; 2 c) </a:t>
            </a:r>
          </a:p>
          <a:p>
            <a:pPr marL="0" indent="0">
              <a:buNone/>
            </a:pPr>
            <a:r>
              <a:rPr lang="en-AU" dirty="0" smtClean="0"/>
              <a:t>3 a) or c), </a:t>
            </a:r>
          </a:p>
          <a:p>
            <a:pPr marL="0" indent="0">
              <a:buNone/>
            </a:pPr>
            <a:r>
              <a:rPr lang="en-AU" dirty="0" smtClean="0"/>
              <a:t>3 b) or d) &amp; </a:t>
            </a:r>
          </a:p>
          <a:p>
            <a:pPr marL="0" indent="0">
              <a:buNone/>
            </a:pPr>
            <a:r>
              <a:rPr lang="en-AU" dirty="0" smtClean="0"/>
              <a:t>5 a) or d) correctly.  (answers are on P.171)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Success Criteria</a:t>
            </a:r>
          </a:p>
          <a:p>
            <a:pPr marL="0" indent="0">
              <a:buNone/>
            </a:pPr>
            <a:r>
              <a:rPr lang="en-AU" dirty="0" smtClean="0"/>
              <a:t>Thumbs up </a:t>
            </a:r>
            <a:r>
              <a:rPr lang="en-AU" dirty="0" err="1" smtClean="0"/>
              <a:t>etc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254</Words>
  <Application>Microsoft Macintosh PowerPoint</Application>
  <PresentationFormat>On-screen Show (4:3)</PresentationFormat>
  <Paragraphs>69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PATERSON Anne</cp:lastModifiedBy>
  <cp:revision>6</cp:revision>
  <dcterms:created xsi:type="dcterms:W3CDTF">2016-10-20T03:14:06Z</dcterms:created>
  <dcterms:modified xsi:type="dcterms:W3CDTF">2017-03-06T10:19:50Z</dcterms:modified>
</cp:coreProperties>
</file>