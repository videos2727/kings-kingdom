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89" r:id="rId2"/>
    <p:sldId id="318" r:id="rId3"/>
    <p:sldId id="317" r:id="rId4"/>
    <p:sldId id="307" r:id="rId5"/>
    <p:sldId id="309" r:id="rId6"/>
    <p:sldId id="310" r:id="rId7"/>
    <p:sldId id="311" r:id="rId8"/>
    <p:sldId id="312" r:id="rId9"/>
    <p:sldId id="319" r:id="rId10"/>
    <p:sldId id="320" r:id="rId11"/>
    <p:sldId id="321" r:id="rId12"/>
    <p:sldId id="322" r:id="rId13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1EA4256-36EA-4BD8-8BF1-F6C58A3FE9CC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4C57590-DA5C-4AF8-A7C0-DC8A02DE89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61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408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6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9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2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1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4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3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5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0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50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9126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19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3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2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7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70FF1-38DD-4865-8030-05F1F44AB006}" type="datetimeFigureOut">
              <a:rPr lang="en-US" smtClean="0"/>
              <a:pPr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21D3C-5095-430A-A9EB-DD5506DA62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8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1EF39-DCC7-4C1A-9DA8-D71F5434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26" y="2666194"/>
            <a:ext cx="2991787" cy="35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9917" y="1082566"/>
            <a:ext cx="838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28529" t="14689" r="30909" b="61180"/>
          <a:stretch/>
        </p:blipFill>
        <p:spPr bwMode="auto">
          <a:xfrm>
            <a:off x="0" y="0"/>
            <a:ext cx="9369046" cy="3060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76A20B-19FC-40EE-9526-8C52999794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48" t="53128" r="27459" b="16310"/>
          <a:stretch/>
        </p:blipFill>
        <p:spPr>
          <a:xfrm>
            <a:off x="0" y="2898522"/>
            <a:ext cx="9369046" cy="3621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07894-529C-47E7-BDF0-222103B52C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592" y="2788170"/>
            <a:ext cx="3092372" cy="3948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66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Expected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8869" y="151479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27BCF-C61B-4D22-A8FB-C8A81198671A}"/>
              </a:ext>
            </a:extLst>
          </p:cNvPr>
          <p:cNvSpPr txBox="1"/>
          <p:nvPr/>
        </p:nvSpPr>
        <p:spPr>
          <a:xfrm>
            <a:off x="36532" y="1474287"/>
            <a:ext cx="2001816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Expected Value?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57C232-2112-4F0E-9E3B-1133E6E531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89" t="47182" r="28484" b="30482"/>
          <a:stretch/>
        </p:blipFill>
        <p:spPr>
          <a:xfrm>
            <a:off x="2074821" y="3880645"/>
            <a:ext cx="9754288" cy="27024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E62FF5-3D5A-4AD4-8173-7490AC6CB9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664" t="30373" r="28443" b="51914"/>
          <a:stretch/>
        </p:blipFill>
        <p:spPr>
          <a:xfrm>
            <a:off x="2074821" y="1320485"/>
            <a:ext cx="10153652" cy="230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F29DD6-FB78-4C79-807A-904A7BBCB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92" t="17908" r="28197" b="69190"/>
          <a:stretch/>
        </p:blipFill>
        <p:spPr>
          <a:xfrm>
            <a:off x="0" y="329783"/>
            <a:ext cx="12003050" cy="17838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842520-636E-4019-BFA9-EA5A21892C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942" t="30810" r="34344" b="50000"/>
          <a:stretch/>
        </p:blipFill>
        <p:spPr>
          <a:xfrm>
            <a:off x="884419" y="2681365"/>
            <a:ext cx="9413823" cy="25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8B3E2A-D1A4-4631-8DB9-5E8EBEDA2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48" t="24687" r="27951" b="55631"/>
          <a:stretch/>
        </p:blipFill>
        <p:spPr>
          <a:xfrm>
            <a:off x="194872" y="98555"/>
            <a:ext cx="11997128" cy="3058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A6363-5A95-4DA8-830D-5137FCC9DC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02" t="43713" r="29058" b="34637"/>
          <a:stretch/>
        </p:blipFill>
        <p:spPr>
          <a:xfrm>
            <a:off x="194872" y="3429000"/>
            <a:ext cx="11197653" cy="3203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2A15A-2F1D-49D1-9E8C-E4FBBD9C2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56" y="2762770"/>
            <a:ext cx="3357172" cy="276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60CB5-DEB0-48DF-89F7-A6931CD17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64" t="14190" r="27582" b="62630"/>
          <a:stretch/>
        </p:blipFill>
        <p:spPr>
          <a:xfrm>
            <a:off x="329782" y="959371"/>
            <a:ext cx="11170221" cy="400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59665-5728-467C-8368-0630BB13B0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47" t="36277" r="22742" b="35950"/>
          <a:stretch/>
        </p:blipFill>
        <p:spPr>
          <a:xfrm>
            <a:off x="224852" y="1249501"/>
            <a:ext cx="13598485" cy="4358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AC9C4A-98CB-4BEF-B420-136813D41D35}"/>
              </a:ext>
            </a:extLst>
          </p:cNvPr>
          <p:cNvSpPr/>
          <p:nvPr/>
        </p:nvSpPr>
        <p:spPr>
          <a:xfrm>
            <a:off x="519200" y="283169"/>
            <a:ext cx="1065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Your turn: Complete this in your Interactive notebook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91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911" y="432382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6EC08-C757-4AFE-852A-CC50F52722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71" t="38466" r="27090" b="32887"/>
          <a:stretch/>
        </p:blipFill>
        <p:spPr>
          <a:xfrm>
            <a:off x="329783" y="1465289"/>
            <a:ext cx="11707319" cy="4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BEC7-8B51-4554-85A1-D6FBCA1F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5" y="764373"/>
            <a:ext cx="11086475" cy="1293028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9830D-D6E2-4273-8E63-95FB536A9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034" t="20844" r="29197" b="31551"/>
          <a:stretch/>
        </p:blipFill>
        <p:spPr>
          <a:xfrm>
            <a:off x="0" y="0"/>
            <a:ext cx="12104746" cy="650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4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C461-37D1-4DF1-BC17-7381B8A1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0246C-0C7A-44D6-96FF-F903D1EC0F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49" t="17252" r="28812" b="65691"/>
          <a:stretch/>
        </p:blipFill>
        <p:spPr>
          <a:xfrm>
            <a:off x="0" y="42597"/>
            <a:ext cx="11877752" cy="31503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32CDA9-8AA0-4538-92AD-FF184B5D8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881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164F-4A95-49B7-AF51-19F3198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B255-F7FC-4E92-81A0-91CB64F6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E042A-86DC-4C16-B6D4-1C67BB9CA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3" t="33741" r="28319" b="13643"/>
          <a:stretch/>
        </p:blipFill>
        <p:spPr>
          <a:xfrm>
            <a:off x="600231" y="0"/>
            <a:ext cx="10991538" cy="697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7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3AE72330-8319-49AD-BDF7-30D7C1DC7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21" y="0"/>
            <a:ext cx="3580840" cy="68966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22E40-4AC3-45FE-8CAA-1F18B7147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0" y="0"/>
            <a:ext cx="3333750" cy="595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14133D-588E-49B4-91D1-C2729F8C74F0}"/>
              </a:ext>
            </a:extLst>
          </p:cNvPr>
          <p:cNvSpPr txBox="1"/>
          <p:nvPr/>
        </p:nvSpPr>
        <p:spPr>
          <a:xfrm>
            <a:off x="4429125" y="659567"/>
            <a:ext cx="3333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Hope you have a great day</a:t>
            </a:r>
          </a:p>
          <a:p>
            <a:r>
              <a:rPr lang="en-AU" dirty="0"/>
              <a:t>Some memes for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2B126-7907-44DB-9AFD-EFAFBA09D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190" y="3429000"/>
            <a:ext cx="5144060" cy="33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68408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251</TotalTime>
  <Words>87</Words>
  <Application>Microsoft Office PowerPoint</Application>
  <PresentationFormat>Widescreen</PresentationFormat>
  <Paragraphs>27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BSC Theme</vt:lpstr>
      <vt:lpstr>Probability</vt:lpstr>
      <vt:lpstr>PowerPoint Presentation</vt:lpstr>
      <vt:lpstr>PowerPoint Presentation</vt:lpstr>
      <vt:lpstr>PowerPoint Presentation</vt:lpstr>
      <vt:lpstr>PowerPoint Presentation</vt:lpstr>
      <vt:lpstr>Your turn: Complete this in your Interactive notebook</vt:lpstr>
      <vt:lpstr>PowerPoint Presentation</vt:lpstr>
      <vt:lpstr>Your turn: Complete this in your Interactive notebook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CRAIG Mason [Baldivis Secondary College]</cp:lastModifiedBy>
  <cp:revision>24</cp:revision>
  <cp:lastPrinted>2018-06-08T01:36:42Z</cp:lastPrinted>
  <dcterms:created xsi:type="dcterms:W3CDTF">2018-06-02T08:22:36Z</dcterms:created>
  <dcterms:modified xsi:type="dcterms:W3CDTF">2018-08-06T10:15:33Z</dcterms:modified>
</cp:coreProperties>
</file>