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6" r:id="rId3"/>
    <p:sldId id="261" r:id="rId4"/>
    <p:sldId id="267" r:id="rId5"/>
    <p:sldId id="268" r:id="rId6"/>
    <p:sldId id="264" r:id="rId7"/>
    <p:sldId id="263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63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11EB7-0E04-4F6D-BEEE-012F5E754E28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57385-BDBB-4624-81DF-DDCB4D1B520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253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6702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21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6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903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79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2596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729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807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430C-A0EF-4F5D-AF1F-E1F4E45AE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799C7-214D-4FA1-BF98-69A8AA019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99636-01F9-41D6-BF7B-6F34FA1D9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8CAB2-898C-49B1-BE64-EF22A55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6AEF1-3FE1-4DE7-B9B1-8659B14B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90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5F49-DD89-4B47-B222-30222F92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4F745-CDB8-44F7-AB1A-9AD6A29A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16650-C6D9-4097-BF1B-9DA690B8D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A26A-92F6-4AB4-8E15-D1C41F59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7F3EB-1F40-4829-B86C-84C50A04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278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AAAA-1FE2-4348-8157-5046ECEA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A0F74-646D-4753-B959-DE45E99E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10E8C-15E2-45CA-9D2B-88CC83CC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89350-6040-4774-936B-820AF764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45D9-DF1F-4A96-BB46-1D5F7987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625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930C0-E28D-4590-82CE-683EFA61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4A07E-9F13-435D-B8B5-61A4DA566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8FE1C-DE1A-43C1-B6AE-6FF74F765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223DF-15B2-4D0C-8C37-C6F26F1B5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AD8A7-C0FC-417D-964A-7461BD509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05CEA-845F-48AB-B2AB-8C027CB5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308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72307-C020-4A6D-952E-2EA2A3B0B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3E513-9A30-4C1B-A67B-ADD983F69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83B6C-351D-409B-842D-B841284E3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3EB3D-34D4-4686-87C3-5A9E7C263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51C7EB-986D-46E0-9B60-019D41BDC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49A95C-B381-425B-AB06-F54EFD5CD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7D68E-5639-449C-8E5D-AE04BCDE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B43119-93BA-4D60-AEBE-EC070628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533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0F5D-EA3F-4133-BC46-E04D7C14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B14BF-DE4D-4FFF-BE77-6369A3B3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95C20-B4B2-49BA-9C34-2A81913B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5CB9D-EAE0-4EC9-B479-9497F13B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71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B653E5-B5AB-4DEA-80AB-5AA7F0001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5462E-7346-4384-AE54-C66BDE19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1CC3E-515D-4DBB-AA44-808C91E8A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19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B319-89E6-4FA1-B5AD-94F583436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DE20C-4F49-4A8D-9887-62F347B38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A1D2B-C270-4160-9321-1721F2673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9B652-3DCE-413F-8F38-5BAFEFF6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1439C-690A-496C-97AE-CF0FF812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5B3A1-6053-4B47-B698-BFE4181E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5451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3D11-0C70-42AC-8E7F-8D7EF257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8EF6E-1C86-470B-933E-C4939846A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8F1F9-B0D5-4C8C-957F-39957CC6D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91F5A-80A4-43A3-9F70-18419503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CF744-C5A5-4A29-8154-D7111AD7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6709E-AA8F-40D7-ABB7-DC13968B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491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B1FC-FD08-4935-B03B-18410CD7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1E180-E25D-4603-8BE2-B2B1CED5D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A82A0-2671-4D94-826B-114AF5D13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39487-F9CD-4670-A4DE-E8930FC5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BB1E3-70ED-4448-8258-01B3E5A6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0237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D2B6A2-D4BF-412F-A9DF-4ED0AF71F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75368-A5DA-4998-80FD-3219EE9D6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34498-C6AE-4FB6-AED4-F0B40BD6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3BB18-63E4-4339-B4EF-CF5E8F5EE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414FB-CABA-4148-888D-706C1236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9743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51137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1298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70204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25325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524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EB92A-0E1F-48EB-9AB8-3A8F3287C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46AD0-7FDA-48EE-86D6-56AA0E49A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0EB13-3113-4B0F-9610-746D99E48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3BF58-2EE0-4C30-ABAD-B4920CC3925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DCA87-D5F5-4682-A0FF-2FBB466B3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29E48-8999-47AE-A4A5-3923925A7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170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New Topic: Probability</a:t>
            </a:r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r>
              <a:rPr lang="en-AU" b="1" dirty="0" err="1">
                <a:latin typeface="Fragment Core" panose="02000504040000020003" pitchFamily="50" charset="0"/>
              </a:rPr>
              <a:t>Probability</a:t>
            </a:r>
            <a:r>
              <a:rPr lang="en-AU" b="1" dirty="0">
                <a:latin typeface="Fragment Core" panose="02000504040000020003" pitchFamily="50" charset="0"/>
              </a:rPr>
              <a:t> Expressions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5250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Probability Expressions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language do we use to describe probability?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A0B90F-B1C5-4FEC-AE52-96EC37C45753}"/>
              </a:ext>
            </a:extLst>
          </p:cNvPr>
          <p:cNvSpPr txBox="1"/>
          <p:nvPr/>
        </p:nvSpPr>
        <p:spPr>
          <a:xfrm>
            <a:off x="1973464" y="1387627"/>
            <a:ext cx="9544926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Is defined as the chance of an event occurring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Probability may be written as percentages, decimals and fractions 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 scale is used to allocate the probability of an event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7E3CEC-4621-4CE5-8E41-793CC048C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" y="3502939"/>
            <a:ext cx="12061400" cy="336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7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099" y="0"/>
            <a:ext cx="8610600" cy="120936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Group Activity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68F0A2-A059-4052-938F-FAD8B553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2891"/>
            <a:ext cx="10111494" cy="2259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9FDD3-6424-421A-B1D9-151D8334CF08}"/>
              </a:ext>
            </a:extLst>
          </p:cNvPr>
          <p:cNvSpPr txBox="1"/>
          <p:nvPr/>
        </p:nvSpPr>
        <p:spPr>
          <a:xfrm>
            <a:off x="365759" y="3283595"/>
            <a:ext cx="1167482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Certain or Very Likely to Happen    Could Happen    Won’t or very unlikely to happen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235A2B-D570-4CF1-9698-89FBE7649A7C}"/>
              </a:ext>
            </a:extLst>
          </p:cNvPr>
          <p:cNvCxnSpPr>
            <a:cxnSpLocks/>
          </p:cNvCxnSpPr>
          <p:nvPr/>
        </p:nvCxnSpPr>
        <p:spPr>
          <a:xfrm>
            <a:off x="4844401" y="3370125"/>
            <a:ext cx="0" cy="306607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4C7990-2E1E-4C8E-8033-6898D115DB37}"/>
              </a:ext>
            </a:extLst>
          </p:cNvPr>
          <p:cNvCxnSpPr>
            <a:cxnSpLocks/>
          </p:cNvCxnSpPr>
          <p:nvPr/>
        </p:nvCxnSpPr>
        <p:spPr>
          <a:xfrm>
            <a:off x="7244455" y="3283595"/>
            <a:ext cx="0" cy="315260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550D8E-34DA-435A-999D-BCD2AE81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" y="0"/>
            <a:ext cx="1068233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52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5250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Probability Expressions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language do we use to describe probability?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A0B90F-B1C5-4FEC-AE52-96EC37C45753}"/>
              </a:ext>
            </a:extLst>
          </p:cNvPr>
          <p:cNvSpPr txBox="1"/>
          <p:nvPr/>
        </p:nvSpPr>
        <p:spPr>
          <a:xfrm>
            <a:off x="1973464" y="1387627"/>
            <a:ext cx="95449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Probability can be expressed in a mathematical way: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A41220-C2FF-4E5D-B8D1-980611D92E4A}"/>
              </a:ext>
            </a:extLst>
          </p:cNvPr>
          <p:cNvSpPr/>
          <p:nvPr/>
        </p:nvSpPr>
        <p:spPr>
          <a:xfrm>
            <a:off x="1973466" y="4248337"/>
            <a:ext cx="9544924" cy="830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based as a faction of the number of favourable outcomes to the number of possible outcomes.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4F1553-5895-4386-8269-B4A741134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016" y="2208357"/>
            <a:ext cx="8098160" cy="113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8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9D7588-CA5E-4BF2-885E-49BE083982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825"/>
          <a:stretch/>
        </p:blipFill>
        <p:spPr>
          <a:xfrm>
            <a:off x="0" y="1303684"/>
            <a:ext cx="7841180" cy="523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28F097-A0D7-486A-B0EA-AB0B207BE9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220"/>
          <a:stretch/>
        </p:blipFill>
        <p:spPr>
          <a:xfrm>
            <a:off x="0" y="1827342"/>
            <a:ext cx="11546237" cy="177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91D153-CE6B-45BE-925A-8DED92F27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1468746" cy="3515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9611C5-744C-464A-967C-C9F1314FC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9534"/>
            <a:ext cx="12192000" cy="32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04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123</Words>
  <Application>Microsoft Office PowerPoint</Application>
  <PresentationFormat>Widescreen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Office Theme</vt:lpstr>
      <vt:lpstr>New Topic: Probability  Probability Expressions</vt:lpstr>
      <vt:lpstr>PowerPoint Presentation</vt:lpstr>
      <vt:lpstr>Group Activity</vt:lpstr>
      <vt:lpstr>Practice</vt:lpstr>
      <vt:lpstr>PowerPoint Presentation</vt:lpstr>
      <vt:lpstr>Practice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Topic: Probability  Probability Expressions</dc:title>
  <dc:creator>Nine LABUSCHAGNE</dc:creator>
  <cp:lastModifiedBy>Nine LABUSCHAGNE</cp:lastModifiedBy>
  <cp:revision>6</cp:revision>
  <dcterms:created xsi:type="dcterms:W3CDTF">2018-07-25T03:28:40Z</dcterms:created>
  <dcterms:modified xsi:type="dcterms:W3CDTF">2018-07-25T03:40:17Z</dcterms:modified>
</cp:coreProperties>
</file>