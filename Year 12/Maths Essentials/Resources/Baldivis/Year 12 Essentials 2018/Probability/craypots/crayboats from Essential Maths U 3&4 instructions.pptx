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6" r:id="rId3"/>
    <p:sldId id="258" r:id="rId4"/>
    <p:sldId id="259" r:id="rId5"/>
    <p:sldId id="272" r:id="rId6"/>
  </p:sldIdLst>
  <p:sldSz cx="9144000" cy="6858000" type="screen4x3"/>
  <p:notesSz cx="6858000" cy="91440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A249"/>
    <a:srgbClr val="00CC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249" autoAdjust="0"/>
  </p:normalViewPr>
  <p:slideViewPr>
    <p:cSldViewPr>
      <p:cViewPr>
        <p:scale>
          <a:sx n="90" d="100"/>
          <a:sy n="90" d="100"/>
        </p:scale>
        <p:origin x="-21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9E5FFE-9308-4931-BBA4-CFB47F13F4C1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349962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0AF835-17A9-4D65-8947-3DDC85FB3B97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96953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4B33D6-9D3C-4E46-9811-8ED57A670FA4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37091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E5C95-948C-44F7-B0E8-995F8FF0322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90032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03E1A-1881-42F3-A8C8-B33C58E2FFE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8536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5B0BF-6E6A-40DE-856B-7B92F865CABF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53912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8191F-480E-4595-BF61-F8FB9CE2BAD2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5998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BA2CA-C0D1-4989-8EF7-2CB620262EDB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661774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15C4A-EF36-4C86-A496-048F656F957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02740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C62B42-0C12-4B81-9474-C7A76CFABDE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1809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04607-F666-4B89-A61A-AFE3300AF9B4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894878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AU" noProof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8D77F-0CBE-4E56-B057-BE06305B235C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54458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CCA3DDC-2614-4899-BA00-334397D98670}" type="slidenum">
              <a:rPr lang="en-AU" altLang="en-US"/>
              <a:pPr>
                <a:defRPr/>
              </a:pPr>
              <a:t>‹#›</a:t>
            </a:fld>
            <a:endParaRPr lang="en-AU" altLang="en-US"/>
          </a:p>
        </p:txBody>
      </p:sp>
      <p:sp>
        <p:nvSpPr>
          <p:cNvPr id="2" name="Text Box 8"/>
          <p:cNvSpPr txBox="1">
            <a:spLocks noChangeArrowheads="1"/>
          </p:cNvSpPr>
          <p:nvPr userDrawn="1"/>
        </p:nvSpPr>
        <p:spPr bwMode="auto">
          <a:xfrm>
            <a:off x="2627313" y="333375"/>
            <a:ext cx="4103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AU" altLang="en-US" sz="2800" b="1" smtClean="0">
                <a:solidFill>
                  <a:schemeClr val="accent2"/>
                </a:solidFill>
              </a:rPr>
              <a:t>Crayfishing Simulation</a:t>
            </a:r>
          </a:p>
        </p:txBody>
      </p:sp>
      <p:pic>
        <p:nvPicPr>
          <p:cNvPr id="1029" name="Picture 10" descr="adice6b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188" y="260350"/>
            <a:ext cx="749300" cy="97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3" descr="cray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979613" cy="124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5" descr="cray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44000" cy="478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Box 1"/>
          <p:cNvSpPr txBox="1">
            <a:spLocks noChangeArrowheads="1"/>
          </p:cNvSpPr>
          <p:nvPr/>
        </p:nvSpPr>
        <p:spPr bwMode="auto">
          <a:xfrm>
            <a:off x="1403350" y="188913"/>
            <a:ext cx="64087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3600" b="1">
                <a:solidFill>
                  <a:srgbClr val="0070C0"/>
                </a:solidFill>
              </a:rPr>
              <a:t>Craypots Game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50825" y="1844675"/>
            <a:ext cx="8555038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 dirty="0">
                <a:solidFill>
                  <a:srgbClr val="A50021"/>
                </a:solidFill>
              </a:rPr>
              <a:t>Objective</a:t>
            </a:r>
            <a:r>
              <a:rPr lang="en-AU" altLang="en-US" sz="2800" b="1" dirty="0"/>
              <a:t>:  To make as much money as possible </a:t>
            </a:r>
          </a:p>
          <a:p>
            <a:pPr eaLnBrk="1" hangingPunct="1"/>
            <a:r>
              <a:rPr lang="en-AU" altLang="en-US" sz="2800" b="1" dirty="0"/>
              <a:t>                    over </a:t>
            </a:r>
            <a:r>
              <a:rPr lang="en-AU" altLang="en-US" sz="2800" b="1" dirty="0" smtClean="0"/>
              <a:t>12 to 20 </a:t>
            </a:r>
            <a:r>
              <a:rPr lang="en-AU" altLang="en-US" sz="2800" b="1" dirty="0"/>
              <a:t>days.</a:t>
            </a:r>
          </a:p>
          <a:p>
            <a:pPr eaLnBrk="1" hangingPunct="1"/>
            <a:r>
              <a:rPr lang="en-AU" altLang="en-US" sz="2800" b="1" dirty="0"/>
              <a:t>		You make money by collecting 		 	         crayfish using </a:t>
            </a:r>
            <a:r>
              <a:rPr lang="en-AU" altLang="en-US" sz="2800" b="1" dirty="0">
                <a:solidFill>
                  <a:srgbClr val="0070C0"/>
                </a:solidFill>
              </a:rPr>
              <a:t>boats</a:t>
            </a:r>
            <a:r>
              <a:rPr lang="en-AU" altLang="en-US" sz="2800" b="1" dirty="0"/>
              <a:t> and </a:t>
            </a:r>
            <a:r>
              <a:rPr lang="en-AU" altLang="en-US" sz="2800" b="1" dirty="0">
                <a:solidFill>
                  <a:srgbClr val="0070C0"/>
                </a:solidFill>
              </a:rPr>
              <a:t>craypots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50825" y="3770313"/>
            <a:ext cx="6092825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 dirty="0">
                <a:solidFill>
                  <a:srgbClr val="A50021"/>
                </a:solidFill>
              </a:rPr>
              <a:t>Start With</a:t>
            </a:r>
            <a:r>
              <a:rPr lang="en-AU" altLang="en-US" sz="2800" b="1" dirty="0"/>
              <a:t>:  2 boats </a:t>
            </a:r>
          </a:p>
          <a:p>
            <a:pPr eaLnBrk="1" hangingPunct="1"/>
            <a:r>
              <a:rPr lang="en-AU" altLang="en-US" sz="2800" b="1" dirty="0"/>
              <a:t>		  </a:t>
            </a:r>
            <a:r>
              <a:rPr lang="en-AU" altLang="en-US" sz="2800" b="1" dirty="0" smtClean="0"/>
              <a:t>10 </a:t>
            </a:r>
            <a:r>
              <a:rPr lang="en-AU" altLang="en-US" sz="2800" b="1" dirty="0"/>
              <a:t>Pots</a:t>
            </a:r>
          </a:p>
          <a:p>
            <a:pPr eaLnBrk="1" hangingPunct="1"/>
            <a:r>
              <a:rPr lang="en-AU" altLang="en-US" sz="2800" b="1" dirty="0"/>
              <a:t>		  You also start with $50</a:t>
            </a:r>
          </a:p>
        </p:txBody>
      </p:sp>
      <p:sp>
        <p:nvSpPr>
          <p:cNvPr id="15364" name="TextBox 5"/>
          <p:cNvSpPr txBox="1">
            <a:spLocks noChangeArrowheads="1"/>
          </p:cNvSpPr>
          <p:nvPr/>
        </p:nvSpPr>
        <p:spPr bwMode="auto">
          <a:xfrm>
            <a:off x="1403350" y="188913"/>
            <a:ext cx="64087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3600" b="1">
                <a:solidFill>
                  <a:srgbClr val="0070C0"/>
                </a:solidFill>
              </a:rPr>
              <a:t>Craypots Game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30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0" y="1557338"/>
          <a:ext cx="9144000" cy="436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FX Draw 3" r:id="rId3" imgW="10980000" imgH="1219320" progId="FXDraw3.Document">
                  <p:embed/>
                </p:oleObj>
              </mc:Choice>
              <mc:Fallback>
                <p:oleObj name="FX Draw 3" r:id="rId3" imgW="10980000" imgH="1219320" progId="FXDraw3.Document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557338"/>
                        <a:ext cx="9144000" cy="436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2195513" y="3933825"/>
            <a:ext cx="44164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>
                <a:solidFill>
                  <a:srgbClr val="00CC00"/>
                </a:solidFill>
              </a:rPr>
              <a:t>Good Weather</a:t>
            </a:r>
            <a:r>
              <a:rPr lang="en-AU" altLang="en-US" sz="2800" b="1"/>
              <a:t>:  $2 / pot</a:t>
            </a:r>
          </a:p>
          <a:p>
            <a:pPr eaLnBrk="1" hangingPunct="1"/>
            <a:r>
              <a:rPr lang="en-AU" altLang="en-US" sz="2800" b="1">
                <a:solidFill>
                  <a:srgbClr val="00CC00"/>
                </a:solidFill>
              </a:rPr>
              <a:t>Bad Weather</a:t>
            </a:r>
            <a:r>
              <a:rPr lang="en-AU" altLang="en-US" sz="2800" b="1"/>
              <a:t>:     $6 / pot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2195513" y="5589588"/>
            <a:ext cx="5572125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>
                <a:solidFill>
                  <a:srgbClr val="FF0000"/>
                </a:solidFill>
              </a:rPr>
              <a:t>Good Weather</a:t>
            </a:r>
            <a:r>
              <a:rPr lang="en-AU" altLang="en-US" sz="2800" b="1"/>
              <a:t>:  $4 / pot</a:t>
            </a:r>
          </a:p>
          <a:p>
            <a:pPr eaLnBrk="1" hangingPunct="1"/>
            <a:r>
              <a:rPr lang="en-AU" altLang="en-US" sz="2800" b="1">
                <a:solidFill>
                  <a:srgbClr val="FF0000"/>
                </a:solidFill>
              </a:rPr>
              <a:t>Bad Weather</a:t>
            </a:r>
            <a:r>
              <a:rPr lang="en-AU" altLang="en-US" sz="2800" b="1"/>
              <a:t>:     </a:t>
            </a:r>
            <a:r>
              <a:rPr lang="en-AU" altLang="en-US" sz="2800" b="1">
                <a:solidFill>
                  <a:srgbClr val="FF0000"/>
                </a:solidFill>
              </a:rPr>
              <a:t>pots destroyed</a:t>
            </a:r>
          </a:p>
        </p:txBody>
      </p:sp>
      <p:sp>
        <p:nvSpPr>
          <p:cNvPr id="16389" name="TextBox 5"/>
          <p:cNvSpPr txBox="1">
            <a:spLocks noChangeArrowheads="1"/>
          </p:cNvSpPr>
          <p:nvPr/>
        </p:nvSpPr>
        <p:spPr bwMode="auto">
          <a:xfrm>
            <a:off x="1403350" y="188913"/>
            <a:ext cx="64087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3600" b="1">
                <a:solidFill>
                  <a:srgbClr val="0070C0"/>
                </a:solidFill>
              </a:rPr>
              <a:t>Craypots Game Instructions</a:t>
            </a:r>
          </a:p>
        </p:txBody>
      </p:sp>
      <p:sp>
        <p:nvSpPr>
          <p:cNvPr id="16390" name="TextBox 1"/>
          <p:cNvSpPr txBox="1">
            <a:spLocks noChangeArrowheads="1"/>
          </p:cNvSpPr>
          <p:nvPr/>
        </p:nvSpPr>
        <p:spPr bwMode="auto">
          <a:xfrm>
            <a:off x="0" y="749300"/>
            <a:ext cx="205105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altLang="en-US">
                <a:solidFill>
                  <a:srgbClr val="0070C0"/>
                </a:solidFill>
              </a:rPr>
              <a:t>A Boat Cost $100 </a:t>
            </a:r>
          </a:p>
          <a:p>
            <a:pPr eaLnBrk="1" hangingPunct="1"/>
            <a:r>
              <a:rPr lang="en-GB" altLang="en-US">
                <a:solidFill>
                  <a:srgbClr val="0070C0"/>
                </a:solidFill>
              </a:rPr>
              <a:t>Sell for $80</a:t>
            </a:r>
          </a:p>
          <a:p>
            <a:pPr eaLnBrk="1" hangingPunct="1"/>
            <a:endParaRPr lang="en-GB" altLang="en-US">
              <a:solidFill>
                <a:srgbClr val="0070C0"/>
              </a:solidFill>
            </a:endParaRPr>
          </a:p>
          <a:p>
            <a:pPr eaLnBrk="1" hangingPunct="1"/>
            <a:r>
              <a:rPr lang="en-GB" altLang="en-US">
                <a:solidFill>
                  <a:srgbClr val="FF0000"/>
                </a:solidFill>
              </a:rPr>
              <a:t>A Pot  Cost $5</a:t>
            </a:r>
          </a:p>
          <a:p>
            <a:pPr eaLnBrk="1" hangingPunct="1"/>
            <a:r>
              <a:rPr lang="en-GB" altLang="en-US">
                <a:solidFill>
                  <a:srgbClr val="FF0000"/>
                </a:solidFill>
              </a:rPr>
              <a:t>Sell for $3</a:t>
            </a:r>
          </a:p>
        </p:txBody>
      </p:sp>
      <p:sp>
        <p:nvSpPr>
          <p:cNvPr id="16391" name="TextBox 1"/>
          <p:cNvSpPr txBox="1">
            <a:spLocks noChangeArrowheads="1"/>
          </p:cNvSpPr>
          <p:nvPr/>
        </p:nvSpPr>
        <p:spPr bwMode="auto">
          <a:xfrm>
            <a:off x="3132138" y="3213100"/>
            <a:ext cx="165576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b="1">
                <a:solidFill>
                  <a:srgbClr val="00A249"/>
                </a:solidFill>
              </a:rPr>
              <a:t>Shallow or In</a:t>
            </a:r>
          </a:p>
        </p:txBody>
      </p:sp>
      <p:sp>
        <p:nvSpPr>
          <p:cNvPr id="16392" name="TextBox 7"/>
          <p:cNvSpPr txBox="1">
            <a:spLocks noChangeArrowheads="1"/>
          </p:cNvSpPr>
          <p:nvPr/>
        </p:nvSpPr>
        <p:spPr bwMode="auto">
          <a:xfrm>
            <a:off x="3284538" y="5219700"/>
            <a:ext cx="1503362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AU" altLang="en-US" b="1">
                <a:solidFill>
                  <a:srgbClr val="FF0000"/>
                </a:solidFill>
              </a:rPr>
              <a:t>Deep or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3"/>
          <p:cNvGraphicFramePr>
            <a:graphicFrameLocks noChangeAspect="1"/>
          </p:cNvGraphicFramePr>
          <p:nvPr/>
        </p:nvGraphicFramePr>
        <p:xfrm>
          <a:off x="547688" y="1052513"/>
          <a:ext cx="9712325" cy="564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Document" r:id="rId3" imgW="6689293" imgH="5098158" progId="Word.Document.12">
                  <p:embed/>
                </p:oleObj>
              </mc:Choice>
              <mc:Fallback>
                <p:oleObj name="Document" r:id="rId3" imgW="6689293" imgH="5098158" progId="Word.Document.1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8" y="1052513"/>
                        <a:ext cx="9712325" cy="564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1" name="TextBox 42"/>
          <p:cNvSpPr txBox="1">
            <a:spLocks noChangeArrowheads="1"/>
          </p:cNvSpPr>
          <p:nvPr/>
        </p:nvSpPr>
        <p:spPr bwMode="auto">
          <a:xfrm>
            <a:off x="1403350" y="188913"/>
            <a:ext cx="64087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3600" b="1">
                <a:solidFill>
                  <a:srgbClr val="0070C0"/>
                </a:solidFill>
              </a:rPr>
              <a:t>Craypots Game Instructions</a:t>
            </a:r>
          </a:p>
        </p:txBody>
      </p:sp>
      <p:sp>
        <p:nvSpPr>
          <p:cNvPr id="17412" name="Text Box 60"/>
          <p:cNvSpPr txBox="1">
            <a:spLocks noChangeArrowheads="1"/>
          </p:cNvSpPr>
          <p:nvPr/>
        </p:nvSpPr>
        <p:spPr bwMode="auto">
          <a:xfrm>
            <a:off x="3276600" y="1700213"/>
            <a:ext cx="2324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>
                <a:solidFill>
                  <a:srgbClr val="A50021"/>
                </a:solidFill>
              </a:rPr>
              <a:t>Weather Die</a:t>
            </a:r>
          </a:p>
        </p:txBody>
      </p:sp>
      <p:sp>
        <p:nvSpPr>
          <p:cNvPr id="17413" name="Text Box 117"/>
          <p:cNvSpPr txBox="1">
            <a:spLocks noChangeArrowheads="1"/>
          </p:cNvSpPr>
          <p:nvPr/>
        </p:nvSpPr>
        <p:spPr bwMode="auto">
          <a:xfrm>
            <a:off x="4427538" y="4860925"/>
            <a:ext cx="12954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AU" altLang="en-US" sz="2800" b="1"/>
              <a:t>Same as day before</a:t>
            </a:r>
          </a:p>
        </p:txBody>
      </p:sp>
      <p:sp>
        <p:nvSpPr>
          <p:cNvPr id="17414" name="Text Box 118"/>
          <p:cNvSpPr txBox="1">
            <a:spLocks noChangeArrowheads="1"/>
          </p:cNvSpPr>
          <p:nvPr/>
        </p:nvSpPr>
        <p:spPr bwMode="auto">
          <a:xfrm>
            <a:off x="1116013" y="5291138"/>
            <a:ext cx="3043237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AU" altLang="en-US" sz="2800" b="1">
                <a:solidFill>
                  <a:srgbClr val="00CC00"/>
                </a:solidFill>
              </a:rPr>
              <a:t>Good Weather</a:t>
            </a:r>
          </a:p>
        </p:txBody>
      </p:sp>
      <p:sp>
        <p:nvSpPr>
          <p:cNvPr id="17415" name="Text Box 119"/>
          <p:cNvSpPr txBox="1">
            <a:spLocks noChangeArrowheads="1"/>
          </p:cNvSpPr>
          <p:nvPr/>
        </p:nvSpPr>
        <p:spPr bwMode="auto">
          <a:xfrm>
            <a:off x="5940425" y="5080000"/>
            <a:ext cx="23241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AU" altLang="en-US" sz="2800" b="1">
                <a:solidFill>
                  <a:srgbClr val="FF0000"/>
                </a:solidFill>
              </a:rPr>
              <a:t>Bad Weather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250825" y="1844675"/>
            <a:ext cx="889317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>
                <a:solidFill>
                  <a:srgbClr val="A50021"/>
                </a:solidFill>
              </a:rPr>
              <a:t>Tips</a:t>
            </a:r>
            <a:r>
              <a:rPr lang="en-AU" altLang="en-US" sz="2800" b="1"/>
              <a:t>:  Don’t put all your pots in the one place</a:t>
            </a:r>
          </a:p>
          <a:p>
            <a:pPr eaLnBrk="1" hangingPunct="1"/>
            <a:r>
              <a:rPr lang="en-AU" altLang="en-US" sz="2800" b="1">
                <a:solidFill>
                  <a:srgbClr val="0070C0"/>
                </a:solidFill>
              </a:rPr>
              <a:t>	 The more pots you have the more money 	                       	 you can make. So buy as many pots as 	  	 possible (this requires you buying boats too)</a:t>
            </a:r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250825" y="3770313"/>
            <a:ext cx="7734300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2800" b="1">
                <a:solidFill>
                  <a:srgbClr val="A50021"/>
                </a:solidFill>
              </a:rPr>
              <a:t>Remember</a:t>
            </a:r>
            <a:r>
              <a:rPr lang="en-AU" altLang="en-US" sz="2800" b="1"/>
              <a:t>:  Maximum of 10 pots per 1 boat.</a:t>
            </a:r>
          </a:p>
          <a:p>
            <a:pPr eaLnBrk="1" hangingPunct="1"/>
            <a:r>
              <a:rPr lang="en-AU" altLang="en-US" sz="2800" b="1"/>
              <a:t>The probability of better weather is greater </a:t>
            </a:r>
          </a:p>
          <a:p>
            <a:pPr eaLnBrk="1" hangingPunct="1"/>
            <a:r>
              <a:rPr lang="en-AU" altLang="en-US" sz="2800" b="1"/>
              <a:t>then it being bad weather, but only just</a:t>
            </a:r>
          </a:p>
        </p:txBody>
      </p:sp>
      <p:sp>
        <p:nvSpPr>
          <p:cNvPr id="18436" name="TextBox 5"/>
          <p:cNvSpPr txBox="1">
            <a:spLocks noChangeArrowheads="1"/>
          </p:cNvSpPr>
          <p:nvPr/>
        </p:nvSpPr>
        <p:spPr bwMode="auto">
          <a:xfrm>
            <a:off x="1403350" y="188913"/>
            <a:ext cx="64087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AU" altLang="en-US" sz="3600" b="1">
                <a:solidFill>
                  <a:srgbClr val="0070C0"/>
                </a:solidFill>
              </a:rPr>
              <a:t>Craypots Game Instructions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3077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133</Words>
  <Application>Microsoft Office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Default Design</vt:lpstr>
      <vt:lpstr>FXDraw3.Document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SSS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SSS</dc:creator>
  <cp:lastModifiedBy>MCALLISTER Robert</cp:lastModifiedBy>
  <cp:revision>38</cp:revision>
  <dcterms:created xsi:type="dcterms:W3CDTF">2006-09-22T01:07:29Z</dcterms:created>
  <dcterms:modified xsi:type="dcterms:W3CDTF">2016-12-12T06:40:45Z</dcterms:modified>
</cp:coreProperties>
</file>