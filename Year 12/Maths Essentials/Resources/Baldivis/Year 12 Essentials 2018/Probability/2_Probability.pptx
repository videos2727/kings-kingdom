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4" r:id="rId3"/>
    <p:sldId id="265" r:id="rId4"/>
    <p:sldId id="262" r:id="rId5"/>
    <p:sldId id="266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86672-A05A-4A23-A9A6-2AA9E99A462D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C5944F-DFE7-4E0B-89F6-EA2FC02561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519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0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60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12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4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CC15-6D7C-4EA1-8EF0-13A8A0724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A8491-EF4C-4D24-BC38-E3B4F4B16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B9157-74C3-4519-BC4A-560DCBCE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7136-037A-4D49-9E80-C54EBCDF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3602-B05E-47A8-8B26-5AAC8B57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28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FCEDC-80B5-4574-B2BE-53E09DA0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A9982-C34A-464E-A66E-F374D07DB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1C8D-36BA-441C-9E41-5276A331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3199-BCFD-4D11-B425-FB55B816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D5FB6-B9C5-4791-A440-56CC5034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97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2B45-70F7-4421-8A0D-48AE043E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10AAC-7A45-4B8C-8F2A-02A037277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132BE-0569-4B87-A764-7B7038D8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3EE72-D996-47E7-872B-747C0B28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71A7-D93F-4E2B-AF92-9082CC7F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59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840F-58E3-4A4D-9092-029FFCA4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DB223-A5F7-48F5-9612-A9D58D39B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6FD35-F541-41D8-BA2F-4D7D4507F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F0F5F-2AEA-41C3-A7FA-C65A5B1A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BA2BB-670A-40B6-B9E6-75974933E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67DD4-3377-4491-97A0-F2D2E90C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072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7971-83F7-4F37-B049-41B6FF0E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B8941-38B5-4013-807B-97BC232C3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48450-1D58-4A1A-A602-5B1A98C93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E3AD8-755B-4A41-BE58-84B82654D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5A6A1-F6F2-4658-8813-D29B00DB6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A2BA6-04B2-4A28-9FD1-ECA8D84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0E7F0-9A74-4B34-A203-430624CD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2CD23A-D323-4941-B86D-66C4865D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02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8908-F255-443D-80AA-B6992F34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1FDF8-A759-46AE-B4B0-E3FACF58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89883-9748-495D-8EE6-7B8B3875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54896-14AD-48E9-BAFE-EC16ED7B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837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73572-9DE3-4B05-997D-E7C78792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42226-778E-4303-AFF7-A2E14BED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BD8F-373D-42CB-BDF3-4D27983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878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EADF-CA4C-41C2-8BA0-94916854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E039F-7EB2-43C4-9773-ED17013E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2ADD64-BF7E-4474-88AE-707599406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FFEA2-CCBF-42C1-8A82-D8A29FF6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70969-E949-4B22-AA7C-465DF553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C4845-5F42-46FB-A6E5-0C7AD9B3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1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80BD-59D6-4797-9672-BA21D645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47056-C8D8-48D6-8A56-12C376634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EF88F-1EE8-4FF8-AB1F-3C3A5AA4F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9CA7D-D3B8-4B53-AA16-789837D9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F3100-E4DF-4C55-91C9-17A74251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2DC3-7FD4-4ABF-A391-5B6375FA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95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7E635-2525-4E9B-B80D-03ACF74E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64B79-3EF8-414B-A674-868E1B6EF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52773-41FF-476D-A609-D1CF9628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89BB-17EA-4690-B681-D2CDB192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0C067-32DE-4ECB-AB4F-B1FD5E0F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280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F3248-3D18-4059-A6A2-946458128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BC4F4-76F2-45E4-B2C3-D8E2B1642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A0EF2-0BB9-415B-9907-19860884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6529-61DB-4EAF-BC82-6E6814B53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33F9-3F90-4637-A9F1-79567086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147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0D980-A880-4D06-A519-C14BA495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00601-D2F4-43F8-B0D1-C537C9E36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BB3D4-3D03-4C71-9594-359E42576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969BD-EC60-4E9E-A56A-DDDD7194C267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B5E7C-7AF3-4BB9-8C9A-F77A53EDC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5D7D4-B94D-430F-838B-C6C83AF4B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3D88A-ECC6-4675-B5D0-4B910EE7C4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32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words can you use to describe situations involving chance?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E11769-3DBE-4EF0-914A-C8A255A040D5}"/>
              </a:ext>
            </a:extLst>
          </p:cNvPr>
          <p:cNvSpPr txBox="1"/>
          <p:nvPr/>
        </p:nvSpPr>
        <p:spPr>
          <a:xfrm>
            <a:off x="2394409" y="2159947"/>
            <a:ext cx="9238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is the chance that something will happen. </a:t>
            </a:r>
          </a:p>
          <a:p>
            <a:endParaRPr lang="en-US" dirty="0"/>
          </a:p>
          <a:p>
            <a:r>
              <a:rPr lang="en-US" dirty="0"/>
              <a:t>In everyday conversations we use words that indicate the chance or probability that something will happen.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51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90EFA9E-1D60-411B-89F1-880212807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468" y="1684322"/>
            <a:ext cx="5983932" cy="482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words can you use to  describe situations involving chance?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7CA4BDB-5A66-425D-BAB8-4D5B09F03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811" y="2543174"/>
            <a:ext cx="7028633" cy="225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0000"/>
                </a:solidFill>
                <a:latin typeface="Fragment Core" panose="02000504040000020003"/>
              </a:rPr>
              <a:t>EQ – </a:t>
            </a:r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What words can you use to describe situations involving chance?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FD2B904-0FB8-43FD-A161-2766D30E8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409" y="1746274"/>
            <a:ext cx="8230863" cy="15529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128D91-7EB7-4062-B4DE-FED35A0D1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7810" y="4694237"/>
            <a:ext cx="52959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6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8D3096-EF87-4522-8827-A52FC23B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1096645"/>
            <a:ext cx="6276975" cy="3181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8D89F-A00F-4A0B-8E42-D9110B4D1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4" y="4277995"/>
            <a:ext cx="6153150" cy="2019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92806E-BEA8-462E-BF34-F4337F734C64}"/>
              </a:ext>
            </a:extLst>
          </p:cNvPr>
          <p:cNvSpPr txBox="1"/>
          <p:nvPr/>
        </p:nvSpPr>
        <p:spPr>
          <a:xfrm>
            <a:off x="2153920" y="457200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 Time: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855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106</Words>
  <Application>Microsoft Office PowerPoint</Application>
  <PresentationFormat>Widescreen</PresentationFormat>
  <Paragraphs>33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Fragment Core</vt:lpstr>
      <vt:lpstr>Office Theme</vt:lpstr>
      <vt:lpstr>Probability EQ: What words can you use to describe situations involving chance?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words can you use to describe situations involving chance?</dc:title>
  <dc:creator>JAMES Sarah [Baldivis Secondary College]</dc:creator>
  <cp:lastModifiedBy>JAMES Sarah [Baldivis Secondary College]</cp:lastModifiedBy>
  <cp:revision>3</cp:revision>
  <dcterms:created xsi:type="dcterms:W3CDTF">2018-06-21T01:25:07Z</dcterms:created>
  <dcterms:modified xsi:type="dcterms:W3CDTF">2018-06-21T01:55:39Z</dcterms:modified>
</cp:coreProperties>
</file>