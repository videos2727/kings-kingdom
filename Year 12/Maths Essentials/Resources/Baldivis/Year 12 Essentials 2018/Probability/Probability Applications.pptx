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13"/>
  </p:notesMasterIdLst>
  <p:sldIdLst>
    <p:sldId id="338" r:id="rId2"/>
    <p:sldId id="303" r:id="rId3"/>
    <p:sldId id="328" r:id="rId4"/>
    <p:sldId id="339" r:id="rId5"/>
    <p:sldId id="291" r:id="rId6"/>
    <p:sldId id="342" r:id="rId7"/>
    <p:sldId id="334" r:id="rId8"/>
    <p:sldId id="343" r:id="rId9"/>
    <p:sldId id="341" r:id="rId10"/>
    <p:sldId id="344" r:id="rId11"/>
    <p:sldId id="34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2895" autoAdjust="0"/>
  </p:normalViewPr>
  <p:slideViewPr>
    <p:cSldViewPr>
      <p:cViewPr varScale="1">
        <p:scale>
          <a:sx n="67" d="100"/>
          <a:sy n="67" d="100"/>
        </p:scale>
        <p:origin x="600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287636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43624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8389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63400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4395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64459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023335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959701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17798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77967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9860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63058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5819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744626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683964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282058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744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C136E-1EBC-4949-86F8-3F356F6CE9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Probability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00C9C-31FE-48F1-877F-2DCE250DDE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57798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6345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9743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Probability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three real life situations where probability must be used? </a:t>
            </a: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Revision 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78A6AF-1463-4676-80D6-F7F87E9FE2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275" t="16384" r="23914" b="24788"/>
          <a:stretch/>
        </p:blipFill>
        <p:spPr>
          <a:xfrm rot="16200000">
            <a:off x="1393793" y="1066008"/>
            <a:ext cx="5366398" cy="576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244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6345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9743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/>
              <a:t>Probability Applications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three real life situations where probability must be used?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D85B8E-2333-4375-85D4-EAD9CCC76544}"/>
              </a:ext>
            </a:extLst>
          </p:cNvPr>
          <p:cNvSpPr txBox="1"/>
          <p:nvPr/>
        </p:nvSpPr>
        <p:spPr>
          <a:xfrm>
            <a:off x="-180528" y="2068362"/>
            <a:ext cx="218687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Probability Application?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92084E-ABC2-4C5B-B893-1439AE95C6EA}"/>
              </a:ext>
            </a:extLst>
          </p:cNvPr>
          <p:cNvSpPr/>
          <p:nvPr/>
        </p:nvSpPr>
        <p:spPr>
          <a:xfrm>
            <a:off x="2271820" y="2079118"/>
            <a:ext cx="6188297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Probability application means using probability in real life</a:t>
            </a:r>
          </a:p>
          <a:p>
            <a:r>
              <a:rPr lang="en-AU" dirty="0"/>
              <a:t>situations to solve or understand real world problems. </a:t>
            </a:r>
          </a:p>
          <a:p>
            <a:r>
              <a:rPr lang="en-AU" dirty="0"/>
              <a:t>For example:</a:t>
            </a:r>
          </a:p>
          <a:p>
            <a:r>
              <a:rPr lang="en-AU" dirty="0"/>
              <a:t>-The Eagles probability of winning the flag.</a:t>
            </a:r>
          </a:p>
          <a:p>
            <a:r>
              <a:rPr lang="en-AU" dirty="0"/>
              <a:t>-Analyse trends in biology (e.g. disease spread)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5654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Worksheet </a:t>
            </a:r>
            <a:br>
              <a:rPr lang="en-AU" dirty="0"/>
            </a:br>
            <a:r>
              <a:rPr lang="en-AU" dirty="0"/>
              <a:t> Craypots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750E6-F3AB-41D0-933D-D2E35757CB55}"/>
              </a:ext>
            </a:extLst>
          </p:cNvPr>
          <p:cNvSpPr txBox="1"/>
          <p:nvPr/>
        </p:nvSpPr>
        <p:spPr>
          <a:xfrm>
            <a:off x="1403648" y="2852936"/>
            <a:ext cx="302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rules:</a:t>
            </a:r>
          </a:p>
          <a:p>
            <a:r>
              <a:rPr lang="en-AU" dirty="0"/>
              <a:t>The goal is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4F126A-10E7-478F-911E-579F427EE7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163" t="10781" r="23914" b="31791"/>
          <a:stretch/>
        </p:blipFill>
        <p:spPr>
          <a:xfrm>
            <a:off x="116166" y="1930400"/>
            <a:ext cx="8200250" cy="469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16D54-E8E2-4299-972C-AFF704136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 descr="See the source image">
            <a:extLst>
              <a:ext uri="{FF2B5EF4-FFF2-40B4-BE49-F238E27FC236}">
                <a16:creationId xmlns:a16="http://schemas.microsoft.com/office/drawing/2014/main" id="{F972E82A-B458-4828-BD7C-96DED4F6A4B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9366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681DB76-38D4-40EC-B344-A6D3A03C786C}"/>
              </a:ext>
            </a:extLst>
          </p:cNvPr>
          <p:cNvSpPr txBox="1"/>
          <p:nvPr/>
        </p:nvSpPr>
        <p:spPr>
          <a:xfrm>
            <a:off x="971600" y="1196752"/>
            <a:ext cx="74888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Textbook Questions:</a:t>
            </a:r>
          </a:p>
          <a:p>
            <a:endParaRPr lang="en-AU" dirty="0"/>
          </a:p>
          <a:p>
            <a:r>
              <a:rPr lang="en-AU" dirty="0"/>
              <a:t>Questions 2 – 7 on pages 135 - 138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62660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C4EF9-56E0-431E-B35B-5A0C644EA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E66608C-9811-4F37-A801-BBC278EAA0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254" t="8972" r="28510" b="68836"/>
          <a:stretch/>
        </p:blipFill>
        <p:spPr>
          <a:xfrm>
            <a:off x="251520" y="1930400"/>
            <a:ext cx="8376831" cy="236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921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1D7E4-356A-4D7E-AC32-0D21E022D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FECF84-1DA2-433F-9625-E83118C872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253" t="8972" r="22839" b="8312"/>
          <a:stretch/>
        </p:blipFill>
        <p:spPr>
          <a:xfrm>
            <a:off x="618702" y="-53129"/>
            <a:ext cx="7416824" cy="691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156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6B7DF0-9313-497E-AE71-B94B1FA34C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950" t="9381" r="23914" b="10781"/>
          <a:stretch/>
        </p:blipFill>
        <p:spPr>
          <a:xfrm>
            <a:off x="165307" y="110113"/>
            <a:ext cx="7236296" cy="67478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A27D43-FEAB-4EF7-9CC0-0B44742C7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42F00-06BC-4E4F-925E-4521D956D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48299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B890-CFC4-4B2D-8103-FCAD33C86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B89C83-BA61-4D1F-A3F3-E03323294A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19" y="188640"/>
            <a:ext cx="8743829" cy="4896544"/>
          </a:xfrm>
        </p:spPr>
      </p:pic>
    </p:spTree>
    <p:extLst>
      <p:ext uri="{BB962C8B-B14F-4D97-AF65-F5344CB8AC3E}">
        <p14:creationId xmlns:p14="http://schemas.microsoft.com/office/powerpoint/2010/main" val="233311045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1100</TotalTime>
  <Words>111</Words>
  <Application>Microsoft Office PowerPoint</Application>
  <PresentationFormat>On-screen Show (4:3)</PresentationFormat>
  <Paragraphs>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Kiwi School Handwriting</vt:lpstr>
      <vt:lpstr>Trebuchet MS</vt:lpstr>
      <vt:lpstr>Wingdings 3</vt:lpstr>
      <vt:lpstr>Facet</vt:lpstr>
      <vt:lpstr>Probability Applications</vt:lpstr>
      <vt:lpstr>PowerPoint Presentation</vt:lpstr>
      <vt:lpstr>Revision    </vt:lpstr>
      <vt:lpstr>PowerPoint Presentation</vt:lpstr>
      <vt:lpstr>Worksheet   Craypots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CRAIG Mason [Baldivis Secondary College]</cp:lastModifiedBy>
  <cp:revision>103</cp:revision>
  <dcterms:created xsi:type="dcterms:W3CDTF">2014-05-14T02:58:57Z</dcterms:created>
  <dcterms:modified xsi:type="dcterms:W3CDTF">2018-08-02T14:46:55Z</dcterms:modified>
</cp:coreProperties>
</file>