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62" r:id="rId3"/>
    <p:sldId id="264" r:id="rId4"/>
    <p:sldId id="263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3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FE5B8-988F-43C8-BD0D-277A5431F245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F2205-AF56-49A1-AC53-B53CD718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2079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365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63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4577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316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866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08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0436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0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8E01-2151-4DEF-817F-CF502E1C7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6CDF1-C919-40A1-88A8-E19A8C719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E3E3C-D3E4-455A-9FEC-86AF5046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EDB81-87CB-4313-A68C-662ECFE3E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AB85F-E2F1-46EE-B926-7CF32939E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72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0E06-240C-472F-A940-7884F7CE8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51B50-394E-45A1-B7F7-A3943E761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FFFB4-6C43-451E-83CB-675E0E3B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0F2BF-BD98-4BA1-83A9-827AC669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0D59A-0325-4472-925D-66ACC9E1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306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36D3-308F-4814-A12D-4A262EF3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04D67-65A1-453A-9FB1-E7CF7F8A8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A1E7B-9C2B-47D7-8487-E5281710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54EF3-C50C-49BB-ADB3-1E4ADCB9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0C7CD-6126-4FA0-93AB-825DFD3B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840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5DEB-6F6C-4A9B-B367-71D6746A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862B1-E5EB-4B0F-9BE8-B861FB896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DB68E-E015-4574-B56B-DB31418DC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67532-03EE-4088-9AB8-65BB8BBB0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4A985-CA35-4FC9-9A7E-800119AF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A1A01-527D-43CA-856E-E570F7BE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652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FD9A-DB0B-4A13-84E0-597F9FEC6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89EC9-41C0-4A2A-96DE-475DBCC32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55210-C781-46A5-AAE5-247708413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A340E-55D7-415F-96DD-F4AC7F8F0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FA10D-F001-456D-BFE6-6A908C669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F421A7-DDE2-4CBB-B19F-F504332AE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47E34-54C0-4322-AB5D-077FAA593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0CB89-1AF7-421D-BF50-D8F81411D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411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F151-7748-4242-B62C-8F5F47BE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058459-0CD4-4378-8013-081580B4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7B9FA-9C9E-40B9-A070-E4BA9607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9C5B0-6029-4A86-A0D8-C0C38E67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930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A695B-059C-458A-A662-AB2964ED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91DFA9-99FA-4FF8-8063-74FA4620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0C26B-79F6-4B16-8C93-D358BB59F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472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3D8C-FCBD-4292-9DFC-9F555E5C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147CF-B708-4519-92C9-C4F695ABC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EDAEE-FA21-462D-9E86-D4A76DE72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04157-13EB-4994-A5E8-0406AF1D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13034-1337-455A-8848-E16710A1B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2F0F7-E047-49EA-8529-4DE161DD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438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5AA7-9EC6-49D0-BB76-309465CFA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4D5485-DDE1-474F-8F61-BEC18D8A3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68985-3FF1-4FD9-8557-925D72826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2B9EF-2E89-47DB-B936-3405E6D5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4F615-F19E-4815-8DAF-4E02969C6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5B080-AE62-49FB-8108-060C93F1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5120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AE26-EDF5-4440-9B09-CDBAADEB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4C156-7672-4AEB-9359-ECAF9ABF4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8ABA3-4381-4CC3-B49B-C72E22E83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6CDC5-5A0D-4266-B1CE-23B2007B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F2999-47D3-4B97-88E0-263A3420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649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8A3EF-E7CF-44A8-BFCB-3E005E613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5FE85-71B6-4248-972E-CC1B812E0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90616-9CAF-4815-AFD1-E8671261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99816-3558-4DD9-ADA4-7B9F8BB5A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0BB6F-34C5-41C2-80E2-F19F3A40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871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21416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9958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03099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16984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C3582F-7F34-46DB-9A4F-5B4D0C7B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9C687-0BAD-4758-A47D-1C349F8AA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C58FC-C0C2-4457-B712-485704D90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2C90F-7128-4842-9B84-F75EEC815F04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2B1E5-9666-46A3-AB89-19123897B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23749-602B-430A-BC55-65B1996EE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C010D-E766-4D9B-9292-AE165FA9CB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212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Simulations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3113" y="69868"/>
            <a:ext cx="2730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Simulation?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run simulations?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0459728-AF11-4D53-B993-73FFEDC89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197" y="1423916"/>
            <a:ext cx="10231828" cy="148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529" y="56602"/>
            <a:ext cx="8608358" cy="1064275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 Activity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696A23-171F-4655-866F-F704809E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0877"/>
            <a:ext cx="12192000" cy="439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DE4B8F-5C56-4C80-BC7C-3DBFAE0F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0315"/>
            <a:ext cx="12192000" cy="437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34C3A-9B87-4C1B-8A81-370608FFC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5" y="89634"/>
            <a:ext cx="10070199" cy="55748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BB55AE-1AF8-4E73-B708-5EB2B3EDC8E6}"/>
              </a:ext>
            </a:extLst>
          </p:cNvPr>
          <p:cNvSpPr/>
          <p:nvPr/>
        </p:nvSpPr>
        <p:spPr>
          <a:xfrm>
            <a:off x="1248696" y="5849034"/>
            <a:ext cx="8738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https://www.google.com.au/search?q=random+number+generator&amp;ie=&amp;oe=</a:t>
            </a:r>
          </a:p>
        </p:txBody>
      </p:sp>
    </p:spTree>
    <p:extLst>
      <p:ext uri="{BB962C8B-B14F-4D97-AF65-F5344CB8AC3E}">
        <p14:creationId xmlns:p14="http://schemas.microsoft.com/office/powerpoint/2010/main" val="1252555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84A386-B7DC-421D-B09C-1DCCDA01D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0757"/>
            <a:ext cx="10518550" cy="532864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1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868EB-5A4F-422A-B550-AE5DC0819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34" y="188780"/>
            <a:ext cx="7744014" cy="5710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F3B0AB-B1D6-4445-9C3D-E0BA4BB79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095" y="3763788"/>
            <a:ext cx="7695119" cy="298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65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</Words>
  <Application>Microsoft Office PowerPoint</Application>
  <PresentationFormat>Widescreen</PresentationFormat>
  <Paragraphs>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Fragment Core</vt:lpstr>
      <vt:lpstr>Office Theme</vt:lpstr>
      <vt:lpstr>Simulations</vt:lpstr>
      <vt:lpstr>PowerPoint Presentation</vt:lpstr>
      <vt:lpstr>Simulation Activity</vt:lpstr>
      <vt:lpstr>PowerPoint Presentation</vt:lpstr>
      <vt:lpstr>Task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Simulations</dc:title>
  <dc:creator>Nine LABUSCHAGNE</dc:creator>
  <cp:lastModifiedBy>LABUSCHAGNE Nine [Baldivis Secondary College]</cp:lastModifiedBy>
  <cp:revision>4</cp:revision>
  <dcterms:created xsi:type="dcterms:W3CDTF">2018-07-25T03:49:36Z</dcterms:created>
  <dcterms:modified xsi:type="dcterms:W3CDTF">2018-07-25T04:02:04Z</dcterms:modified>
</cp:coreProperties>
</file>