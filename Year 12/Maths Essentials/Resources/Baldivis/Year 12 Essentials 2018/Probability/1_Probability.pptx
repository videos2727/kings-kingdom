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2" r:id="rId3"/>
    <p:sldId id="264" r:id="rId4"/>
    <p:sldId id="265" r:id="rId5"/>
    <p:sldId id="26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2C29A-B466-40C3-A534-5C3F8FED2746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53CEF-9096-4458-9CC5-51C7016D578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746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9055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247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0331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15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E990-7140-4F97-AC2F-1CEBE3A61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3AF6F3-1110-474A-9D38-0EAC5C4490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216C9-EEF4-4D45-A16C-E2247D52C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CDC5A-1B2E-4422-935B-94133A41B9F2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F91C6-6B23-4E12-BEC9-E4ADE1FE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90ECC-0C89-45B9-B04A-4F89A39D1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4D35-02BE-45A8-BDBB-71F948088B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3052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79D39-A732-4688-B0AB-8FB0EEBA3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903C9-8C74-4375-BA5F-011BB0561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B47A27-0758-4257-B40D-B8B1AC6FD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CDC5A-1B2E-4422-935B-94133A41B9F2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A7D9C-9D20-42CC-9B12-0CBB855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60948-3F71-4429-875C-A6F93FEDF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4D35-02BE-45A8-BDBB-71F948088B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2267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14C85-63AB-4C78-B798-ADFC1569A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CC3689-D507-4260-84DD-CD42B4206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3CDC2D-3A4E-4834-9F49-CFCE3DC7C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CDC5A-1B2E-4422-935B-94133A41B9F2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FB51D-B4C1-449E-92AA-50F16D1D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152DC-E461-4907-AABD-98A01F00B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4D35-02BE-45A8-BDBB-71F948088B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6429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3B1F3-1EDD-4394-9486-BCCED387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FDEF7-88DD-4F5D-8645-F8897DDF39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2CEE0-1843-4F3C-93E7-8AB0D839F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06CBE0-E431-443E-A320-5F1A348AC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CDC5A-1B2E-4422-935B-94133A41B9F2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46E78-99AA-4D03-A66F-AC1D0C491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145B8-CCEC-4A0F-9419-80F9ACC52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4D35-02BE-45A8-BDBB-71F948088B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9192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89F94-F54A-49C7-947F-D0375EC18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A804BC-7F56-47DE-8A4B-42975EA0D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38688-8B06-48E0-A54E-5F54EE38F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8432BC-49A9-42BE-8950-D7E38882CF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EF707F-D623-465D-A6FD-A17F07630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299765-4B4E-4841-B6F9-E4BAFCA0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CDC5A-1B2E-4422-935B-94133A41B9F2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1DC35D-B85C-48AC-9D9F-5F00E5613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67B8FD-8E61-4AE0-8354-3137A3D1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4D35-02BE-45A8-BDBB-71F948088B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224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FD94F-A2D1-41F6-BD9B-B1A2CC869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84DD31-7F97-4301-8726-538FDD291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CDC5A-1B2E-4422-935B-94133A41B9F2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5694E-57F5-402F-A3F5-02A54EA0D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B65E2C-F28F-4031-9670-4119E374A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4D35-02BE-45A8-BDBB-71F948088B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330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120E70-1E37-4E4C-9B47-FC95BD74B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CDC5A-1B2E-4422-935B-94133A41B9F2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F04BC4-8ED8-4F12-A3D9-001C29340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FF3DC-315F-4B88-8208-A184B6383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4D35-02BE-45A8-BDBB-71F948088B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8337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1C860-D394-45F6-A749-B2C1A75BE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E61F28-C609-45CD-8B81-A3D031FC9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E35F4-9330-4D4C-9183-DAD6CA6CDA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4F5EE-6E07-4385-AA3F-1D1A955E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CDC5A-1B2E-4422-935B-94133A41B9F2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6E5E-D89D-4D35-81E8-2D043F8B2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CC54C-D500-4C1C-A2EC-8CAD07BB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4D35-02BE-45A8-BDBB-71F948088B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3336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0C7AF-7C90-473E-A10D-7E8F89045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95A3C1-0EA8-4093-80E0-5CBAC874D8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DBF41-F035-4AE9-BC3A-AD8B084E31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0EEE2A-C2FD-4A4B-A126-F915E2C2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CDC5A-1B2E-4422-935B-94133A41B9F2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71532-6C1C-45D6-A04A-0E941A0E9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28673-D4ED-47C8-8A55-3268B3A87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4D35-02BE-45A8-BDBB-71F948088B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2827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912D9-2174-4033-A13E-640450141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CC04AF-3B01-4017-A774-DAE764FDE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09C93-2098-45AA-86FB-FF55CDB0E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CDC5A-1B2E-4422-935B-94133A41B9F2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2335B-08C2-48C1-91BA-1E8240C39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89416-5EB2-40F1-9D15-8ACF6ADC5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4D35-02BE-45A8-BDBB-71F948088B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4337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87B9C4-AB71-4A4A-A4F4-D41DA53868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3556E1-5996-4BEA-A7EC-469C382CF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7A6F8-7C6B-4536-AC7E-2C6DEEA53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5CDC5A-1B2E-4422-935B-94133A41B9F2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89451-BF4F-489D-94CE-1C7C66F3D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EE1716-7271-40E2-ACF4-9BB3C3E8D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94D35-02BE-45A8-BDBB-71F948088B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497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AF28E6-31CD-40B8-AE9A-C1B92C640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9F4F89-7284-4163-A083-E170C6853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28092-9DC0-40C8-B8EB-FA5AFCF15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5CDC5A-1B2E-4422-935B-94133A41B9F2}" type="datetimeFigureOut">
              <a:rPr lang="en-AU" smtClean="0"/>
              <a:t>21/06/2018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8369B-8B1F-4892-BD91-C6714A36AD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E21375-4C52-41BE-BA98-0970F3390D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94D35-02BE-45A8-BDBB-71F948088B0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94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8995C-84C1-43C5-A6F1-BB50B452B0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Probability</a:t>
            </a:r>
            <a:br>
              <a:rPr lang="en-US" dirty="0"/>
            </a:br>
            <a:r>
              <a:rPr lang="en-US" sz="2400" dirty="0"/>
              <a:t>EQ: How does understanding probability help us when we are involved in games?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0715137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does understanding probability help us when we are involved in games?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5026265-4044-4DC6-959D-0E2AAF8C8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1602135"/>
            <a:ext cx="9878697" cy="42669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CBBD52-B866-4845-B48E-8F3DFC355634}"/>
              </a:ext>
            </a:extLst>
          </p:cNvPr>
          <p:cNvSpPr txBox="1"/>
          <p:nvPr/>
        </p:nvSpPr>
        <p:spPr>
          <a:xfrm>
            <a:off x="2428240" y="6187440"/>
            <a:ext cx="7000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Use “Is Gavin’s Spinner Fair” worksheet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does understanding probability help us when we are involved in games?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0DC956D-03F8-46EE-8FBF-666200568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356360"/>
            <a:ext cx="5501639" cy="5501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517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does understanding probability help us when we are involved in games?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D1DD818-C033-4D3D-B89B-164735B4B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050" y="1419225"/>
            <a:ext cx="7581900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09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25155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2081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does understanding probability help us when we are involved in games?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D6479A1C-AB0E-46FF-B0D5-1210566721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370" y="1357906"/>
            <a:ext cx="7734300" cy="5257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DDDF19-8A94-4229-9104-85D941FE3D4D}"/>
              </a:ext>
            </a:extLst>
          </p:cNvPr>
          <p:cNvSpPr txBox="1"/>
          <p:nvPr/>
        </p:nvSpPr>
        <p:spPr>
          <a:xfrm>
            <a:off x="10525760" y="1737360"/>
            <a:ext cx="14560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Grab the “designer spinner worksheet”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29063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100</Words>
  <Application>Microsoft Office PowerPoint</Application>
  <PresentationFormat>Widescreen</PresentationFormat>
  <Paragraphs>31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Fragment Core</vt:lpstr>
      <vt:lpstr>Office Theme</vt:lpstr>
      <vt:lpstr>Probability EQ: How does understanding probability help us when we are involved in games?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EQ: How does understanding probability help us when we are involved in games?</dc:title>
  <dc:creator>JAMES Sarah [Baldivis Secondary College]</dc:creator>
  <cp:lastModifiedBy>JAMES Sarah [Baldivis Secondary College]</cp:lastModifiedBy>
  <cp:revision>3</cp:revision>
  <dcterms:created xsi:type="dcterms:W3CDTF">2018-06-21T01:06:40Z</dcterms:created>
  <dcterms:modified xsi:type="dcterms:W3CDTF">2018-06-21T01:24:50Z</dcterms:modified>
</cp:coreProperties>
</file>