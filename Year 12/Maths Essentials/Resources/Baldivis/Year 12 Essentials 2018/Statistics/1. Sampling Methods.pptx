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6" r:id="rId5"/>
    <p:sldId id="264" r:id="rId6"/>
    <p:sldId id="263" r:id="rId7"/>
    <p:sldId id="267" r:id="rId8"/>
    <p:sldId id="269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3996A-195D-412D-AE24-3E4038898D90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E0A06-7CE6-4FDC-B220-DE19217196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27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04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73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1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23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9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79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75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98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41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9D28-D133-4F0A-A941-02ED77DDB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0EC22-C6A6-4AFF-A271-A7C973BD4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7BE3-3178-4A52-A86E-4C325E714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A802-077B-490B-82D9-80463FE7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CF124-9BF3-4A46-B006-428DD183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72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B70E-A7C2-4B28-A7DB-59742C10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62DF5-D375-4E0D-886B-E7E0AA78A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BFA3-A30F-4607-BF52-60FCDF5C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73DCF-F2F0-4270-8186-309431A4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3F799-3F58-4D18-BD7B-7AEDA6E9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87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2B16-19EF-4BAF-BE12-1AE3D613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053CD-B476-46EE-8596-A4583D2B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866D-6E71-437F-B5DE-D3DCBC34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AB1DF-301C-4FFC-BB13-A78F76F4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8B009-D12B-43DB-94F9-FB612C6B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077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845F-094B-4CF3-8C15-F818D503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ACE63-DD2C-451D-9BC1-FBACFE529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DD0FC-1B5D-4AD5-B9EE-F3542B4D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53D23-7772-4E1A-B8E0-275D21E7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60D0-2268-4D77-9852-90D2DC1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F65BB-A629-4D76-A9D4-BEC5956D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62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4ED7-53A4-4730-BA95-8F978FAF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1D2EE-4D2E-408F-9F66-5BDEDF918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D2BF6-288A-4B89-BCF0-89776D322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C2190-41A8-40E8-87EE-8C712ED87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796B7-2DFD-4F65-B335-4AE73DDB3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46784-0AA0-4E77-BD6A-791E7787D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7452C-FCC7-4F1D-AE88-06D691CB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407BD-4DD5-4F34-AA3F-0E13CE55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803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0E0F-A555-41F4-847D-DAABCA11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FC3CE-4376-4088-8E61-11B5DBED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52FE9-4EB0-405C-B13D-A4F15316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B1993-5A3E-4C69-886F-FFB159D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96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15DD1-29B3-4DD1-B975-1A2C43B8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24CD6-39C8-4D21-93BD-BE33C72D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12CB0-E985-45D8-B82F-1C87DD1E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30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9E33-544E-4CFB-A994-DEDE160B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4268-A9E5-45B3-93E4-BE452D7AD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D352-0522-43AD-A98E-6F9EB8BFA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E0443-6F27-4624-9EF7-357D4811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C7948-4DD4-480B-828B-CFE150E1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FD1B4-EEC0-4A5D-A27E-260DBA67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82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CDC6-AFAA-43FE-897D-E8E0AAE0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CA434-D8C9-4E6F-BEFE-D2D603458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81407-3A0C-4349-A5F2-C20AAFFE2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C2300-9251-4F02-A2E6-3F32CCD1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8FD9B-83CC-4BF2-BE9D-C97704A4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4D38D-A799-4EFC-8AAB-75B75E1E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66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A1A1-23FC-4566-9644-0DB10B3D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F1677-D6C3-414E-81CA-0174BCEA7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951EB-76FE-42A6-B8BE-CF6C01F4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4F37A-B4A3-4A90-82CA-C75DB6C2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94F0-F931-4AC7-96D5-82C55503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08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629F0-0241-4CC9-8494-61E6E4039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0F195-2B65-43BD-8450-95F96CB63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44042-38FB-4965-9F95-B9227E55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5A532-F16E-496B-BAAD-AE7714E6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3E6CE-7540-41A9-B08E-665A2D97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813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146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2867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87452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20519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067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673DF-93E6-4DBA-B1FF-8455A3E8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0A53C-7FE3-4DB0-B23B-A693B367B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B4C85-DB0B-4D8F-8128-AC59947C2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34358-2C8E-4BEB-A7BF-6D05522F2567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047C3-D2D3-4321-88A1-923B1EB06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5371-EBB2-4127-B913-BC4DE0063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162D5-D394-49E1-A0A7-3CFD60644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67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nsusdata.abs.gov.au/census_services/getproduct/census/2016/quickstat/5?opendocu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b="1" dirty="0">
                <a:latin typeface="Fragment Core" panose="02000504040000020003" pitchFamily="50" charset="0"/>
              </a:rPr>
              <a:t>Sampling Methods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596" y="7432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91410" y="1367348"/>
            <a:ext cx="10820400" cy="50275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400" b="1" dirty="0"/>
              <a:t>Census</a:t>
            </a:r>
          </a:p>
          <a:p>
            <a:r>
              <a:rPr lang="en-GB" sz="2400" dirty="0"/>
              <a:t>3.4.1 investigate the procedure for conducting a census</a:t>
            </a:r>
          </a:p>
          <a:p>
            <a:r>
              <a:rPr lang="en-GB" sz="2400" dirty="0"/>
              <a:t>3.4.2 investigate the advantages and disadvantages of conducting a census</a:t>
            </a:r>
          </a:p>
          <a:p>
            <a:pPr marL="135464" indent="0">
              <a:buNone/>
            </a:pPr>
            <a:endParaRPr lang="en-GB" sz="2400" dirty="0"/>
          </a:p>
          <a:p>
            <a:r>
              <a:rPr lang="en-AU" sz="2400" b="1" dirty="0"/>
              <a:t>Surveys</a:t>
            </a:r>
          </a:p>
          <a:p>
            <a:r>
              <a:rPr lang="en-GB" sz="2400" dirty="0"/>
              <a:t>3.4.3 understand the purpose of sampling to provide an estimate of population values when a census is </a:t>
            </a:r>
            <a:r>
              <a:rPr lang="en-AU" sz="2400" dirty="0"/>
              <a:t>not used</a:t>
            </a:r>
          </a:p>
          <a:p>
            <a:r>
              <a:rPr lang="en-GB" sz="2400" dirty="0"/>
              <a:t>3.4.4 investigate the different kinds of samples, for example, systematic samples, self‐selected samples, </a:t>
            </a:r>
            <a:r>
              <a:rPr lang="en-AU" sz="2400" dirty="0"/>
              <a:t>simple random samples</a:t>
            </a:r>
          </a:p>
          <a:p>
            <a:r>
              <a:rPr lang="en-GB" sz="2400" dirty="0"/>
              <a:t>3.4.5 recognise the advantages and disadvantages of these kinds of samples; for example, comparing simple random samples with self‐selected samples</a:t>
            </a:r>
            <a:endParaRPr lang="en-AU" sz="2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73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Types of Sampling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Collecting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93244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information, a group of people are surveyed. This process is called taking a </a:t>
            </a:r>
            <a:r>
              <a:rPr lang="en-AU" sz="2399" i="1" dirty="0">
                <a:solidFill>
                  <a:prstClr val="black"/>
                </a:solidFill>
                <a:latin typeface="Calibri" panose="020F0502020204030204"/>
              </a:rPr>
              <a:t>sample.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 about a whole population, all people are surveyed. This is called a census.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Every 5 years the Australian Bureau of Statistics conducts a census. It occurs in each year ending with a 1 or a 6.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hlinkClick r:id="rId3"/>
              </a:rPr>
              <a:t>http://www.censusdata.abs.gov.au/census_services/getproduct/census/2016/quickstat/5?opendocument</a:t>
            </a:r>
            <a:r>
              <a:rPr lang="en-US" sz="2399" dirty="0">
                <a:solidFill>
                  <a:prstClr val="black"/>
                </a:solidFill>
              </a:rPr>
              <a:t>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73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Types of Sampling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544" y="1602135"/>
            <a:ext cx="5220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Sample Vs Census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DA48BDA-9758-4E24-BD14-42F88012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22910"/>
            <a:ext cx="12192000" cy="303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127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B490E3-8D72-4362-9E73-445B09EE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3" y="1142357"/>
            <a:ext cx="11331816" cy="5330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06702F-6812-450A-95B8-E707F7FD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53" y="1675417"/>
            <a:ext cx="9372957" cy="2871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6A95F4-142F-40DE-9C62-4C51134A23C1}"/>
              </a:ext>
            </a:extLst>
          </p:cNvPr>
          <p:cNvSpPr txBox="1"/>
          <p:nvPr/>
        </p:nvSpPr>
        <p:spPr>
          <a:xfrm>
            <a:off x="9927496" y="4176744"/>
            <a:ext cx="2075775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b. Census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c.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d.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e.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f. Census</a:t>
            </a:r>
            <a:endParaRPr lang="en-US" sz="2399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6173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Types of Sampling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Random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E8F22A2-13F1-4D9C-AFD9-2B2ACABD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14" y="1793532"/>
            <a:ext cx="10268810" cy="1055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Stratified Sample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006D9-D93D-4BB3-BAEA-44A64B7A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996" y="4128068"/>
            <a:ext cx="10144767" cy="187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4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6173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Types of Sampling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Systematic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Self Selected Sample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D58DC-E009-4137-8F59-D3E9596D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63" y="2006391"/>
            <a:ext cx="10209817" cy="730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FEEA9-367F-4011-841E-DEA973012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063" y="4263671"/>
            <a:ext cx="10277937" cy="7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3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E9D489-0BFB-4B0D-A6F9-E5EE45CB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320"/>
            <a:ext cx="12192000" cy="45769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FA1CD-017A-4C1D-B7DA-71DAFAAEADC1}"/>
              </a:ext>
            </a:extLst>
          </p:cNvPr>
          <p:cNvSpPr txBox="1"/>
          <p:nvPr/>
        </p:nvSpPr>
        <p:spPr>
          <a:xfrm>
            <a:off x="568305" y="5477551"/>
            <a:ext cx="1105538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Systematic  b. random  c. self-selected  d. stratified  e. random  f. systematic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g. self-selected  h. systematic </a:t>
            </a:r>
          </a:p>
        </p:txBody>
      </p:sp>
    </p:spTree>
    <p:extLst>
      <p:ext uri="{BB962C8B-B14F-4D97-AF65-F5344CB8AC3E}">
        <p14:creationId xmlns:p14="http://schemas.microsoft.com/office/powerpoint/2010/main" val="199516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2266B-517A-42E3-A349-A3A539F7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43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326</Words>
  <Application>Microsoft Office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Fragment Core</vt:lpstr>
      <vt:lpstr>Kiwi School Handwriting</vt:lpstr>
      <vt:lpstr>Office Theme</vt:lpstr>
      <vt:lpstr>  Sampling Methods</vt:lpstr>
      <vt:lpstr>Learning Intentions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  Sampling Methods</dc:title>
  <dc:creator>LABUSCHAGNE Nine [Baldivis Secondary College]</dc:creator>
  <cp:lastModifiedBy>LABUSCHAGNE Nine [Baldivis Secondary College]</cp:lastModifiedBy>
  <cp:revision>14</cp:revision>
  <dcterms:created xsi:type="dcterms:W3CDTF">2018-06-05T00:25:29Z</dcterms:created>
  <dcterms:modified xsi:type="dcterms:W3CDTF">2018-06-05T06:01:59Z</dcterms:modified>
</cp:coreProperties>
</file>