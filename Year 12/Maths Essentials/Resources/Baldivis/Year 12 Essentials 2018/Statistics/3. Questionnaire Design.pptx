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61" r:id="rId3"/>
    <p:sldId id="262" r:id="rId4"/>
    <p:sldId id="264" r:id="rId5"/>
    <p:sldId id="269" r:id="rId6"/>
    <p:sldId id="266" r:id="rId7"/>
    <p:sldId id="270" r:id="rId8"/>
    <p:sldId id="267" r:id="rId9"/>
    <p:sldId id="271" r:id="rId10"/>
    <p:sldId id="268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DABD7-4A3E-42C2-8A34-9C66EB62464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F784C-3DEA-4A92-BD95-AE427EB501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6888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2262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219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5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7885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64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065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67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480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23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026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09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468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0FFF9-76A9-43C5-8D59-AE3BA5EB9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B9463-832E-4A2E-AB65-7CC224697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7D2F-A12B-46A1-8F20-1C3DF2FE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7E744-1EA2-4FBB-808A-53920001F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82D64-6477-4D56-B0A7-833A043C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688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18EC9-9D56-4125-81E2-07B43D32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3A8D4-058E-44BA-A451-9B5F87784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00817-E56B-495F-B0B5-AC245C34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FD164-83FC-4BD7-AB06-FD722521A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2B603-2298-4706-AC14-7752C7AED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633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DF38-F6CA-48A9-8EA0-94404F3F8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07728-F533-46C2-A621-46060B03A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F13C8-7C5B-443E-AD09-AD0AB006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5F2D3-E02A-4F4E-948A-9CF5DB67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98B9A-DAB3-4267-9D69-CA5967DB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9203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81EC-C186-4F00-B9EA-4818A2996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A2E50-90BA-45CD-9F88-1CC5F1A8A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94546-D8CE-4A25-9281-2E9D19B29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34735-5454-43C2-BC41-C0A2E190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3B468-DE51-4C74-81AB-328FF725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94755-3645-488B-8349-EB844CD2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144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100CF-B313-4423-959A-DC886E342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060BB-96D5-45F0-80A6-8668C98E4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41D2C-ADDF-465B-AD03-EDDFF2140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3F45C-0FA6-4347-963F-E47722A42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B4AAE8-0841-42D2-A5CE-20C7032A3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F0517-ABAB-4DB8-9AC7-D0B104F9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52D66-90C1-466E-A782-D600ED52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A6D17-ACB3-44AB-89E8-F06DC14B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9535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C52D-B90F-42E0-9BA3-8B37F5495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92C12-0D61-483B-91BD-CE407BD77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B8A1D-C94C-4C12-A0B5-871E2D35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007D5-F1EB-412A-9FBF-37BCDB36E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7793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82C94-37FE-4F54-9C1B-83E8E847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61AD1-E6C8-4BC6-A5FD-3DD538E6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23DB3-2EBF-4CCE-8636-BEA22B661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2872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ED01-F806-4E44-A79E-5FBDC251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ADEB4-D699-40D1-A033-CA9F203A5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D696A-AA97-4D29-8BB8-AEE9D8109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42F58-35BF-4ED0-A319-0AD5BE39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24C19-8F39-4ACB-9AD8-7126DB8F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86F01-B4A9-4AB6-9188-2C914990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387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6EE9F-3A29-4965-A158-D2A09CCD0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CB88D8-BC4E-4124-A9B3-FD2D09AFF0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880FA-072F-4EC6-B935-2AFE427FD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42C8E-5D2F-4F44-9E06-EA0EAA20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57631-2919-49D1-866E-4067389B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2C5C8-A84D-417D-8D00-172EE487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5012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0331-3677-4BCA-B41C-77B05F4F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EE965-B4E8-4591-83B7-1C6C4E6E6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57954-7828-4478-90DC-B2D75C1B4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E2680-F84C-4B9B-9762-1CECCE63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7D001-F4A0-481C-B5BA-E17DB12DB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39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BA612-4E5E-4854-9B88-9C121BDAA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F3A93-5C6C-442B-A530-1A3C298C8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B1311-FCDD-4E35-8FE1-20B977F35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A3B7F-A157-43CD-8459-79E467B44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A90A7-405F-4A69-A9BA-001F32A68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7056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33793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95794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8609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7ECE0-192E-47E1-B3E5-B7DEBDDB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1BC73-9562-42A3-AB66-0DCB733BC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B47A3-806C-4251-A959-960235FB9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F8E5E-08CE-4D52-B825-65CAAF3198D6}" type="datetimeFigureOut">
              <a:rPr lang="en-AU" smtClean="0"/>
              <a:t>5/06/2018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5C8B8-5943-4A21-AFBD-B551CD64C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A2F3-3D4B-4735-91F0-2230B7047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9EEF2-8BE6-4D78-AF4E-88652BB95B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3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Questionnaire Design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b="1" dirty="0"/>
              <a:t>Simple survey procedure</a:t>
            </a:r>
          </a:p>
          <a:p>
            <a:r>
              <a:rPr lang="en-GB" dirty="0"/>
              <a:t>3.4.6 identify the target population to be surveyed</a:t>
            </a:r>
          </a:p>
          <a:p>
            <a:r>
              <a:rPr lang="fr-FR" dirty="0"/>
              <a:t>3.4.7 </a:t>
            </a:r>
            <a:r>
              <a:rPr lang="fr-FR" dirty="0" err="1"/>
              <a:t>investigate</a:t>
            </a:r>
            <a:r>
              <a:rPr lang="fr-FR" dirty="0"/>
              <a:t> questionnaire design </a:t>
            </a:r>
            <a:r>
              <a:rPr lang="fr-FR" dirty="0" err="1"/>
              <a:t>principles</a:t>
            </a:r>
            <a:r>
              <a:rPr lang="fr-FR" dirty="0"/>
              <a:t>; for </a:t>
            </a:r>
            <a:r>
              <a:rPr lang="fr-FR" dirty="0" err="1"/>
              <a:t>example</a:t>
            </a:r>
            <a:r>
              <a:rPr lang="fr-FR" dirty="0"/>
              <a:t>, simple </a:t>
            </a:r>
            <a:r>
              <a:rPr lang="fr-FR" dirty="0" err="1"/>
              <a:t>language</a:t>
            </a:r>
            <a:r>
              <a:rPr lang="fr-FR" dirty="0"/>
              <a:t>, </a:t>
            </a:r>
            <a:r>
              <a:rPr lang="fr-FR" dirty="0" err="1"/>
              <a:t>unambiguous</a:t>
            </a:r>
            <a:r>
              <a:rPr lang="fr-FR" dirty="0"/>
              <a:t> questions,</a:t>
            </a:r>
          </a:p>
          <a:p>
            <a:r>
              <a:rPr lang="en-GB" dirty="0"/>
              <a:t>consideration of number of choices, issues of privacy and ethics, freedom from bias</a:t>
            </a:r>
            <a:endParaRPr lang="en-AU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852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Questionnaire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Wording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11E49DB-1958-4944-BE9C-51DF12FE1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805" y="1805519"/>
            <a:ext cx="10280609" cy="1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E6D4FE-AE88-413A-8F28-BCA157F0D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7692"/>
            <a:ext cx="12192000" cy="29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852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Questionnaire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0523912-C8E6-4D99-97D7-577B5C4FD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271" y="1596572"/>
            <a:ext cx="10186219" cy="1538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4F79F5-DE78-4E4A-9075-D9C020187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271" y="3566749"/>
            <a:ext cx="10267729" cy="162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0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CCE9D9-AB45-4936-A49E-08D2476D6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62" y="0"/>
            <a:ext cx="10864373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22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0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852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Questionnaire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Type of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4F7DBBE-2F8B-4D31-8A89-2A591589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881" y="1596572"/>
            <a:ext cx="10192119" cy="151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0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769698-9769-4907-ABF4-D77830925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24" y="0"/>
            <a:ext cx="112473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96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852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Questionnaire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Privacy and Ethics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D5DD13A-6958-42B5-A94B-DFC65E772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586" y="1493244"/>
            <a:ext cx="10074132" cy="269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4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0C789C-CE43-4EC5-BB3B-644141852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8988"/>
            <a:ext cx="12192000" cy="492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02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852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Questionnaire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Order of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3576B34-AD77-46FA-AC6E-B73708B3E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673" y="1727051"/>
            <a:ext cx="10233414" cy="140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4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60B697-43FE-4BD5-9133-9B18EA61E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6655"/>
            <a:ext cx="12192000" cy="568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51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151</Words>
  <Application>Microsoft Office PowerPoint</Application>
  <PresentationFormat>Widescreen</PresentationFormat>
  <Paragraphs>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Fragment Core</vt:lpstr>
      <vt:lpstr>Kiwi School Handwriting</vt:lpstr>
      <vt:lpstr>Office Theme</vt:lpstr>
      <vt:lpstr>Questionnaire Design</vt:lpstr>
      <vt:lpstr>Learning Intentions</vt:lpstr>
      <vt:lpstr>PowerPoint Presentation</vt:lpstr>
      <vt:lpstr>Practice</vt:lpstr>
      <vt:lpstr>PowerPoint Presentation</vt:lpstr>
      <vt:lpstr>Practice</vt:lpstr>
      <vt:lpstr>PowerPoint Presentation</vt:lpstr>
      <vt:lpstr>Practice</vt:lpstr>
      <vt:lpstr>PowerPoint Presentation</vt:lpstr>
      <vt:lpstr>Practice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Questionnaire Design</dc:title>
  <dc:creator>Nine LABUSCHAGNE</dc:creator>
  <cp:lastModifiedBy>LABUSCHAGNE Nine [Baldivis Secondary College]</cp:lastModifiedBy>
  <cp:revision>5</cp:revision>
  <dcterms:created xsi:type="dcterms:W3CDTF">2018-06-05T06:20:59Z</dcterms:created>
  <dcterms:modified xsi:type="dcterms:W3CDTF">2018-06-05T06:32:36Z</dcterms:modified>
</cp:coreProperties>
</file>