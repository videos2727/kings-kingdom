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62" r:id="rId4"/>
    <p:sldId id="266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EF701-A31E-4487-95E7-BFF20BE6AA1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FA2ED-8D2F-4610-8243-FBCE00E56B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43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232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85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8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52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557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865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827E-CF35-4723-B8CD-29C2C431D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A8302-B22B-470E-94C4-ACFED5F22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7E304-71A0-475D-A1BA-75447A33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D0E5C-246A-4F22-BF60-618C35B4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041-DE8E-4294-B30E-CDD98910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98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793D-DBDD-4A86-B663-532DDE0A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78E2B-480D-4D7B-BED4-8CD5FA61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0EAE3-5EBA-493E-8107-A364E268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E596D-B001-4774-A1EE-0F204F7F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E43C6-3F6B-48C0-9BFC-E4656DB1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908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E616-DE4A-4192-B558-ED5FD97F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20B97-B79D-4B06-A0DA-0FF55459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7B9DA-AAEF-4A9D-88FA-96C389A9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5FEEA-771A-4326-9F5E-4A3D79F1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3D78-7910-45DD-B693-C0E5C42A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656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4DFC-C370-4EDD-BB8B-80F3C030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C096-F485-4E76-A069-911EFDDB6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9AEC2-1B95-4E58-A3E8-E7B4143A0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2EAC5-6825-42C8-9411-C5F351513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F8E08-BFE3-4C85-B12A-A30CA659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40F1A-40CB-451C-A0E2-283DE4E2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751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9C51-BBD7-472D-9208-155BF38A7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7B0D-91C6-4C6E-8AF6-E9454E473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E0B3C-19D2-4DAD-84BA-47966B862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D66A0-532A-4E04-BF67-53C6C617B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D3B7E-3F4D-40D1-9E4D-7D3F17DC6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2DE3E-2F09-46FD-ABA2-B2B703EF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3D217-9F0A-4F90-B640-531A0F1A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03773-63EC-4298-AF5A-2B25BEEB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27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0B5EB-8643-40ED-9A85-F62CD206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CD139-F11F-4E06-9045-BA6F2CCD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4C0E2-36E3-4F41-A0C1-419236831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1258A-87A2-448D-8EDF-1EA275D6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948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1EA07-56A6-4FD0-95BC-7DEA97E8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4CB45-8DA6-4699-986D-693E110F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19B2F-73F7-41E5-8239-1D426307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7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FD2C-50EE-4517-A8A9-F48A18C8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9CEB1-A86A-4122-BE1E-EC860F957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81CDD-7C9B-4F22-90A4-D3D27FCB9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54DFA-0E72-4BA2-BCD7-9DCC2BFF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0D8B9-A6BF-46EA-8A98-91105A0C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C72A3-2A89-4101-B694-070B9006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62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5ACB-E407-403D-A30A-B763B15C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B0E7F-1A1E-43AB-8D5B-45CD22E7A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2ECF3-4D3B-4CA5-A60B-5613E6A0E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2B7DD-D039-4BE6-B451-D44C23AC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FAF83-B4AE-4DFE-AEF1-DFC4CC30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128D8-7778-430A-8A99-17765C15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443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3CFF-DA01-4BE7-8608-DCAF70F6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14DE0-FFF0-46EB-A6AB-B274B36BA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CF083-ABA5-49CB-89B1-C95E5426E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7F42D-E73C-41B9-AFC8-592D37CC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2B649-2299-441F-A451-3D388F2C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907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40905F-B820-4CC0-9408-6E924C21B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2DA15-89C8-48E8-B01E-BFCDA379F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C86FB-F124-4054-8A6C-5623F43C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7C72C-A0B6-4691-B7F9-10C5B42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3C802-7229-4396-8EA5-E70A1169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9057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37801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0595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64431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5056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F71FE-9198-4968-B012-A56EC7D94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0E38E-0CC0-4F26-9BFF-5C312F9D4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F6416-949E-4BBC-89C1-41D7F3D84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5E604-AF61-4A2E-85BD-1A63958C9C89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FD45C-88F5-4FFB-B28A-0F95732E0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74A1-C38A-45C1-B0EA-EC6A35328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33C34-30A7-410D-A406-26AE90F708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88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Surveys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2400" b="1" dirty="0"/>
              <a:t>Surveys</a:t>
            </a:r>
          </a:p>
          <a:p>
            <a:r>
              <a:rPr lang="en-GB" sz="2400" dirty="0"/>
              <a:t>3.4.3 understand the purpose of sampling to provide an estimate of population values when a census is </a:t>
            </a:r>
            <a:r>
              <a:rPr lang="en-AU" sz="2400" dirty="0"/>
              <a:t>not used</a:t>
            </a:r>
          </a:p>
          <a:p>
            <a:r>
              <a:rPr lang="en-GB" sz="2400" dirty="0"/>
              <a:t>3.4.4 investigate the different kinds of samples, for example, systematic samples, self‐selected samples, </a:t>
            </a:r>
            <a:r>
              <a:rPr lang="en-AU" sz="2400" dirty="0"/>
              <a:t>simple random samples</a:t>
            </a:r>
          </a:p>
          <a:p>
            <a:r>
              <a:rPr lang="en-GB" sz="2400" dirty="0"/>
              <a:t>3.4.5 recognise the advantages and disadvantages of these kinds of samples; for example, comparing simple random samples with self‐selected samples</a:t>
            </a:r>
            <a:endParaRPr lang="en-AU" sz="2400" dirty="0">
              <a:latin typeface="Kiwi School Handwriting" panose="00000500000000000000" pitchFamily="2" charset="0"/>
            </a:endParaRPr>
          </a:p>
          <a:p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931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Statistical Investigation Process?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design a Survey?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C707A2A-D99E-4857-90E7-66D379D0B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93" y="1537440"/>
            <a:ext cx="10298307" cy="1095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A07C6A-10A0-4A32-BF64-E3F7EBD70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693" y="3290473"/>
            <a:ext cx="9812052" cy="1086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1ADF50-4B1E-4702-8FFD-0E62DC6AE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692" y="5342782"/>
            <a:ext cx="10201627" cy="99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931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Statistical Investigation Process?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design a Survey?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5A7EBA8-4E51-428A-94B3-1BF5EF871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082" y="1691901"/>
            <a:ext cx="10127226" cy="633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5E5E3-B3D4-4C69-851B-7C9F1C2A5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6496" y="3404923"/>
            <a:ext cx="10203918" cy="673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DD1ED6-D879-4F6D-8C7A-3603C39AA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910" y="4855072"/>
            <a:ext cx="10205504" cy="35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8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4BEC14-04C4-40BA-9227-7632DE75F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3606"/>
            <a:ext cx="12192000" cy="3637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7199CD-2464-4504-ACA2-EC4381764092}"/>
              </a:ext>
            </a:extLst>
          </p:cNvPr>
          <p:cNvSpPr txBox="1"/>
          <p:nvPr/>
        </p:nvSpPr>
        <p:spPr>
          <a:xfrm>
            <a:off x="6383102" y="5143244"/>
            <a:ext cx="544510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Work with your teacher to come up with a survey for the Traffic Problem.</a:t>
            </a: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MAWA Book </a:t>
            </a:r>
            <a:r>
              <a:rPr lang="en-US" sz="2399" b="1" dirty="0" err="1">
                <a:solidFill>
                  <a:prstClr val="black"/>
                </a:solidFill>
                <a:latin typeface="Fragment Core" panose="02000504040000020003" pitchFamily="50" charset="0"/>
              </a:rPr>
              <a:t>pg</a:t>
            </a:r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 98 - 99</a:t>
            </a: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145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Fragment Core</vt:lpstr>
      <vt:lpstr>Kiwi School Handwriting</vt:lpstr>
      <vt:lpstr>Office Theme</vt:lpstr>
      <vt:lpstr>Surveys</vt:lpstr>
      <vt:lpstr>Learning Intentions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Surveys</dc:title>
  <dc:creator>LABUSCHAGNE Nine [Baldivis Secondary College]</dc:creator>
  <cp:lastModifiedBy>LABUSCHAGNE Nine [Baldivis Secondary College]</cp:lastModifiedBy>
  <cp:revision>4</cp:revision>
  <dcterms:created xsi:type="dcterms:W3CDTF">2018-06-05T06:11:49Z</dcterms:created>
  <dcterms:modified xsi:type="dcterms:W3CDTF">2018-06-05T06:18:09Z</dcterms:modified>
</cp:coreProperties>
</file>