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9" r:id="rId2"/>
    <p:sldId id="326" r:id="rId3"/>
    <p:sldId id="328" r:id="rId4"/>
    <p:sldId id="317" r:id="rId5"/>
    <p:sldId id="292" r:id="rId6"/>
    <p:sldId id="29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5673" autoAdjust="0"/>
  </p:normalViewPr>
  <p:slideViewPr>
    <p:cSldViewPr>
      <p:cViewPr>
        <p:scale>
          <a:sx n="76" d="100"/>
          <a:sy n="76" d="100"/>
        </p:scale>
        <p:origin x="2144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1/8/17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1/8/17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2718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Distances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</a:t>
            </a:r>
            <a:r>
              <a:rPr lang="en-AU" sz="2400" dirty="0" smtClean="0"/>
              <a:t>distances on the earth’s surface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4797152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I find the length of an arc?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0988"/>
            <a:ext cx="9050529" cy="502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2718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Distances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</a:t>
            </a:r>
            <a:r>
              <a:rPr lang="en-AU" sz="2400" dirty="0" smtClean="0"/>
              <a:t>distances on the earth’s surface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48120"/>
            <a:ext cx="8382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0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46" y="0"/>
            <a:ext cx="7610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4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55679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the exercise </a:t>
            </a:r>
            <a:r>
              <a:rPr lang="en-US" smtClean="0"/>
              <a:t>on </a:t>
            </a:r>
            <a:r>
              <a:rPr lang="en-US" smtClean="0"/>
              <a:t>P150 </a:t>
            </a:r>
            <a:r>
              <a:rPr lang="en-US" dirty="0" smtClean="0"/>
              <a:t>of your text.</a:t>
            </a:r>
          </a:p>
          <a:p>
            <a:endParaRPr lang="en-US" dirty="0"/>
          </a:p>
          <a:p>
            <a:r>
              <a:rPr lang="en-US" dirty="0" smtClean="0"/>
              <a:t>Make sure you show </a:t>
            </a:r>
            <a:r>
              <a:rPr lang="en-US" u="sng" dirty="0" smtClean="0"/>
              <a:t>all</a:t>
            </a:r>
            <a:r>
              <a:rPr lang="en-US" dirty="0" smtClean="0"/>
              <a:t> working out.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2284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110</Words>
  <Application>Microsoft Macintosh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58</cp:revision>
  <dcterms:created xsi:type="dcterms:W3CDTF">2014-05-14T02:58:57Z</dcterms:created>
  <dcterms:modified xsi:type="dcterms:W3CDTF">2017-07-31T23:41:34Z</dcterms:modified>
</cp:coreProperties>
</file>