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0"/>
  </p:notesMasterIdLst>
  <p:sldIdLst>
    <p:sldId id="257" r:id="rId2"/>
    <p:sldId id="261" r:id="rId3"/>
    <p:sldId id="268" r:id="rId4"/>
    <p:sldId id="270" r:id="rId5"/>
    <p:sldId id="269" r:id="rId6"/>
    <p:sldId id="27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3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3F257-1F06-460F-AB15-93F3829BD94C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77E93-3296-4281-A5B9-3A856F83C0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2377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432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6596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30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04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613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48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704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7514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8769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2283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10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691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41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6126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1837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193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3692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921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74503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22743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5401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A97BAF9-326F-478D-9122-185EFFA32D93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EC52D5A-6A38-4143-8347-85EE6B5C5D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184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80" r:id="rId14"/>
    <p:sldLayoutId id="214748368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Longitude and Latitude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9D10D0-551B-4ECF-98CF-A7D773326D95}"/>
              </a:ext>
            </a:extLst>
          </p:cNvPr>
          <p:cNvSpPr/>
          <p:nvPr/>
        </p:nvSpPr>
        <p:spPr>
          <a:xfrm>
            <a:off x="1641626" y="2905780"/>
            <a:ext cx="89931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dirty="0"/>
              <a:t>https://www.youtube.com/watch?v=cTrsvGytGG0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52485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Longitude and Latitude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Why do we have longitude and latitude lines?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4165C13-2A6B-48BF-A6A2-307C9CED3C64}"/>
              </a:ext>
            </a:extLst>
          </p:cNvPr>
          <p:cNvSpPr txBox="1">
            <a:spLocks noChangeArrowheads="1"/>
          </p:cNvSpPr>
          <p:nvPr/>
        </p:nvSpPr>
        <p:spPr>
          <a:xfrm>
            <a:off x="592992" y="1438270"/>
            <a:ext cx="6503931" cy="66417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GB" altLang="en-US" sz="4800" b="1" dirty="0">
                <a:latin typeface="Comic Sans MS" panose="030F0702030302020204" pitchFamily="66" charset="0"/>
              </a:rPr>
              <a:t>Lines of Latitude</a:t>
            </a:r>
          </a:p>
        </p:txBody>
      </p:sp>
      <p:pic>
        <p:nvPicPr>
          <p:cNvPr id="14" name="Picture 4" descr="latitude lines">
            <a:extLst>
              <a:ext uri="{FF2B5EF4-FFF2-40B4-BE49-F238E27FC236}">
                <a16:creationId xmlns:a16="http://schemas.microsoft.com/office/drawing/2014/main" id="{049566DD-3F40-44F0-B5CE-ACAB2A10C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99709" y="2464594"/>
            <a:ext cx="4038600" cy="40290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" name="Text Box 7">
            <a:extLst>
              <a:ext uri="{FF2B5EF4-FFF2-40B4-BE49-F238E27FC236}">
                <a16:creationId xmlns:a16="http://schemas.microsoft.com/office/drawing/2014/main" id="{6E2F3F59-5802-4083-BB2B-63F55A82D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951" y="3330135"/>
            <a:ext cx="48593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3200" dirty="0">
                <a:solidFill>
                  <a:srgbClr val="0070C0"/>
                </a:solidFill>
                <a:latin typeface="Comic Sans MS" panose="030F0702030302020204" pitchFamily="66" charset="0"/>
              </a:rPr>
              <a:t>0 degrees latitude is called the equator.</a:t>
            </a: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359912AA-3F63-419B-9DAD-8A53EB5C9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8574" y="3999762"/>
            <a:ext cx="1645915" cy="461537"/>
          </a:xfrm>
          <a:prstGeom prst="line">
            <a:avLst/>
          </a:prstGeom>
          <a:noFill/>
          <a:ln w="571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5193E617-C7A9-4613-BB73-A3DFEB33A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924" y="5043399"/>
            <a:ext cx="49323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3200" dirty="0">
                <a:solidFill>
                  <a:srgbClr val="00B050"/>
                </a:solidFill>
                <a:latin typeface="Comic Sans MS" panose="030F0702030302020204" pitchFamily="66" charset="0"/>
              </a:rPr>
              <a:t>Other lines of latitude are north or south of the equator.</a:t>
            </a:r>
          </a:p>
        </p:txBody>
      </p:sp>
      <p:sp>
        <p:nvSpPr>
          <p:cNvPr id="18" name="Line 10">
            <a:extLst>
              <a:ext uri="{FF2B5EF4-FFF2-40B4-BE49-F238E27FC236}">
                <a16:creationId xmlns:a16="http://schemas.microsoft.com/office/drawing/2014/main" id="{C20EA698-8453-44C3-9F59-C427E4FAF5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6924" y="5321217"/>
            <a:ext cx="2778596" cy="514344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9" name="Line 11">
            <a:extLst>
              <a:ext uri="{FF2B5EF4-FFF2-40B4-BE49-F238E27FC236}">
                <a16:creationId xmlns:a16="http://schemas.microsoft.com/office/drawing/2014/main" id="{B250F344-91A0-4676-B178-FDE9AAD9EA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6923" y="3852278"/>
            <a:ext cx="2570129" cy="1983283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33FF"/>
                                      </p:to>
                                    </p:animClr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33FF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2" grpId="1" build="p"/>
      <p:bldP spid="15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DAFBB7-5EB4-4649-9873-21FEAE49D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10" y="0"/>
            <a:ext cx="113923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2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52485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Longitude and Latitude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Why do we have longitude and latitude lines?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tangle 3">
            <a:extLst>
              <a:ext uri="{FF2B5EF4-FFF2-40B4-BE49-F238E27FC236}">
                <a16:creationId xmlns:a16="http://schemas.microsoft.com/office/drawing/2014/main" id="{6E3A89A0-668F-430D-BD3A-4CC8B8B554B0}"/>
              </a:ext>
            </a:extLst>
          </p:cNvPr>
          <p:cNvSpPr txBox="1">
            <a:spLocks noChangeArrowheads="1"/>
          </p:cNvSpPr>
          <p:nvPr/>
        </p:nvSpPr>
        <p:spPr>
          <a:xfrm>
            <a:off x="787563" y="1522636"/>
            <a:ext cx="5807915" cy="972447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4400" b="1" dirty="0">
                <a:latin typeface="Comic Sans MS" panose="030F0702030302020204" pitchFamily="66" charset="0"/>
              </a:rPr>
              <a:t>Lines of Longitude</a:t>
            </a:r>
          </a:p>
        </p:txBody>
      </p:sp>
      <p:pic>
        <p:nvPicPr>
          <p:cNvPr id="22" name="Picture 4" descr="longitude lines">
            <a:extLst>
              <a:ext uri="{FF2B5EF4-FFF2-40B4-BE49-F238E27FC236}">
                <a16:creationId xmlns:a16="http://schemas.microsoft.com/office/drawing/2014/main" id="{7DAE5B5B-476D-4CCE-9F04-189BB0FC1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19089" y="1413669"/>
            <a:ext cx="4249737" cy="37417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" name="Text Box 6">
            <a:extLst>
              <a:ext uri="{FF2B5EF4-FFF2-40B4-BE49-F238E27FC236}">
                <a16:creationId xmlns:a16="http://schemas.microsoft.com/office/drawing/2014/main" id="{96B2043E-53B4-4D92-A51D-C345E1906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925" y="3505200"/>
            <a:ext cx="42846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0 degrees longitude is called the Greenwich Meridian.</a:t>
            </a:r>
          </a:p>
        </p:txBody>
      </p:sp>
      <p:sp>
        <p:nvSpPr>
          <p:cNvPr id="24" name="Text Box 8">
            <a:extLst>
              <a:ext uri="{FF2B5EF4-FFF2-40B4-BE49-F238E27FC236}">
                <a16:creationId xmlns:a16="http://schemas.microsoft.com/office/drawing/2014/main" id="{4F75C9A0-08A7-4CA6-B86D-D67589E9A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144" y="5546846"/>
            <a:ext cx="85677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3200" dirty="0">
                <a:solidFill>
                  <a:srgbClr val="7030A0"/>
                </a:solidFill>
                <a:latin typeface="Comic Sans MS" panose="030F0702030302020204" pitchFamily="66" charset="0"/>
              </a:rPr>
              <a:t>Other lines of Longitude are West or East of the Greenwich Meridian.</a:t>
            </a: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5A4ACA26-D247-4638-BFE3-F0D388DC0F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7720" y="3095867"/>
            <a:ext cx="4249737" cy="1552824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D6B9F122-13B0-4CE2-9772-BF16070E41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39434" y="3740190"/>
            <a:ext cx="1055925" cy="1819147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id="{CE21FCAC-9518-42BE-B9EB-3CC5E10255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61698" y="3393280"/>
            <a:ext cx="1169753" cy="2196307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383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33FF"/>
                                      </p:to>
                                    </p:animClr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33FF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21" grpId="1" build="p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8E6F2A-66D2-456A-8F8E-7E452A5CA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154"/>
            <a:ext cx="12192000" cy="593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>
            <a:extLst>
              <a:ext uri="{FF2B5EF4-FFF2-40B4-BE49-F238E27FC236}">
                <a16:creationId xmlns:a16="http://schemas.microsoft.com/office/drawing/2014/main" id="{9FB294D8-8960-4532-98AE-13F2E252A129}"/>
              </a:ext>
            </a:extLst>
          </p:cNvPr>
          <p:cNvSpPr txBox="1">
            <a:spLocks noChangeArrowheads="1"/>
          </p:cNvSpPr>
          <p:nvPr/>
        </p:nvSpPr>
        <p:spPr>
          <a:xfrm>
            <a:off x="498495" y="451619"/>
            <a:ext cx="8229600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 fontScale="92500" lnSpcReduction="100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lang="en-US" sz="4800" kern="1200" cap="none" spc="0" baseline="0">
                <a:solidFill>
                  <a:srgbClr val="B5D4E9"/>
                </a:solidFill>
                <a:effectLst/>
                <a:latin typeface="+mj-lt"/>
                <a:ea typeface="+mn-ea"/>
                <a:cs typeface="+mn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sz="4000" dirty="0">
                <a:solidFill>
                  <a:srgbClr val="0070C0"/>
                </a:solidFill>
              </a:rPr>
              <a:t>Latitude plus Longitude give us the earth’s grid.</a:t>
            </a:r>
          </a:p>
        </p:txBody>
      </p:sp>
      <p:pic>
        <p:nvPicPr>
          <p:cNvPr id="6" name="Picture 12" descr="latlong">
            <a:extLst>
              <a:ext uri="{FF2B5EF4-FFF2-40B4-BE49-F238E27FC236}">
                <a16:creationId xmlns:a16="http://schemas.microsoft.com/office/drawing/2014/main" id="{D5C36491-DCF2-4863-ADA4-66F327C7BDD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57104" y="2407992"/>
            <a:ext cx="8351838" cy="28067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81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283048-464E-4178-843B-2084FB94B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78175"/>
            <a:ext cx="10205167" cy="48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30</TotalTime>
  <Words>117</Words>
  <Application>Microsoft Office PowerPoint</Application>
  <PresentationFormat>Widescreen</PresentationFormat>
  <Paragraphs>26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Comic Sans MS</vt:lpstr>
      <vt:lpstr>Fragment Core</vt:lpstr>
      <vt:lpstr>Garamond</vt:lpstr>
      <vt:lpstr>Savon</vt:lpstr>
      <vt:lpstr>Longitude and Latitude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Longitude and Latitute</dc:title>
  <dc:creator>Nine LABUSCHAGNE</dc:creator>
  <cp:lastModifiedBy>LABUSCHAGNE Nine [Baldivis Secondary College]</cp:lastModifiedBy>
  <cp:revision>8</cp:revision>
  <dcterms:created xsi:type="dcterms:W3CDTF">2018-08-09T04:39:25Z</dcterms:created>
  <dcterms:modified xsi:type="dcterms:W3CDTF">2018-08-09T07:46:44Z</dcterms:modified>
</cp:coreProperties>
</file>