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309" r:id="rId2"/>
    <p:sldId id="324" r:id="rId3"/>
    <p:sldId id="325" r:id="rId4"/>
    <p:sldId id="317" r:id="rId5"/>
    <p:sldId id="292" r:id="rId6"/>
    <p:sldId id="29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5673" autoAdjust="0"/>
  </p:normalViewPr>
  <p:slideViewPr>
    <p:cSldViewPr>
      <p:cViewPr>
        <p:scale>
          <a:sx n="76" d="100"/>
          <a:sy n="76" d="100"/>
        </p:scale>
        <p:origin x="2144" y="7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61F06D-4543-461C-A563-4C1630637A41}" type="datetimeFigureOut">
              <a:rPr lang="en-AU" smtClean="0"/>
              <a:t>31/7/17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76FEA3-4B06-46F7-BD2F-EBD4701E5C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6322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31/7/17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31/7/17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31/7/17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31/7/17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31/7/17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31/7/17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31/7/17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31/7/17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31/7/17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31/7/17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31/7/17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31/7/17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tif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tif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17372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Arc Length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find the length of an arc? 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93471" y="2132856"/>
            <a:ext cx="2625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What is an arc?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203848" y="2132856"/>
            <a:ext cx="58195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An arc is a portion of the circumference of a circle.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2848" y="2594521"/>
            <a:ext cx="1747184" cy="19193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3471" y="4797152"/>
            <a:ext cx="26253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How do I find the length of an arc?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3203848" y="4797152"/>
            <a:ext cx="55446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Remember the formula to find circumference of a circle?</a:t>
            </a:r>
          </a:p>
          <a:p>
            <a:endParaRPr lang="en-US" dirty="0"/>
          </a:p>
          <a:p>
            <a:r>
              <a:rPr lang="en-GB" dirty="0"/>
              <a:t>C = 2 x </a:t>
            </a:r>
            <a:r>
              <a:rPr lang="en-GB" dirty="0">
                <a:sym typeface="Symbol" charset="2"/>
              </a:rPr>
              <a:t></a:t>
            </a:r>
            <a:r>
              <a:rPr lang="en-GB" dirty="0"/>
              <a:t> x r</a:t>
            </a:r>
          </a:p>
          <a:p>
            <a:r>
              <a:rPr lang="en-GB" dirty="0"/>
              <a:t> </a:t>
            </a:r>
          </a:p>
          <a:p>
            <a:r>
              <a:rPr lang="en-GB" dirty="0"/>
              <a:t>Where C= Circumference and r= radius of the circle</a:t>
            </a:r>
          </a:p>
        </p:txBody>
      </p:sp>
    </p:spTree>
    <p:extLst>
      <p:ext uri="{BB962C8B-B14F-4D97-AF65-F5344CB8AC3E}">
        <p14:creationId xmlns:p14="http://schemas.microsoft.com/office/powerpoint/2010/main" val="758377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17372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Arc Length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find the length of an arc? 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145251" y="1965293"/>
            <a:ext cx="26253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How do I find the length of an arc?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3059325" y="2059684"/>
            <a:ext cx="55446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Remember the formula to find circumference of a circle?</a:t>
            </a:r>
          </a:p>
          <a:p>
            <a:endParaRPr lang="en-US" dirty="0"/>
          </a:p>
          <a:p>
            <a:r>
              <a:rPr lang="en-GB" dirty="0"/>
              <a:t>C = 2 x </a:t>
            </a:r>
            <a:r>
              <a:rPr lang="en-GB" dirty="0">
                <a:sym typeface="Symbol" charset="2"/>
              </a:rPr>
              <a:t></a:t>
            </a:r>
            <a:r>
              <a:rPr lang="en-GB" dirty="0"/>
              <a:t> x r</a:t>
            </a:r>
          </a:p>
          <a:p>
            <a:r>
              <a:rPr lang="en-GB" dirty="0"/>
              <a:t> </a:t>
            </a:r>
          </a:p>
          <a:p>
            <a:r>
              <a:rPr lang="en-GB" dirty="0"/>
              <a:t>Where C= Circumference and r= radius of the circle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059325" y="3933056"/>
                <a:ext cx="5689139" cy="18832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To find the length of an arc (part of the circumference) we use the formula</a:t>
                </a:r>
              </a:p>
              <a:p>
                <a:endParaRPr lang="en-US" dirty="0"/>
              </a:p>
              <a:p>
                <a:r>
                  <a:rPr lang="en-US" dirty="0" smtClean="0"/>
                  <a:t>Arc length =</a:t>
                </a:r>
                <a:r>
                  <a:rPr lang="en-GB" dirty="0" smtClean="0"/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</a:rPr>
                      <m:t>2×</m:t>
                    </m:r>
                    <m:r>
                      <a:rPr lang="en-GB" i="1">
                        <a:latin typeface="Cambria Math" charset="0"/>
                      </a:rPr>
                      <m:t>𝜋</m:t>
                    </m:r>
                    <m:r>
                      <a:rPr lang="en-GB" i="1">
                        <a:latin typeface="Cambria Math" charset="0"/>
                      </a:rPr>
                      <m:t>×</m:t>
                    </m:r>
                    <m:r>
                      <a:rPr lang="en-GB" i="1">
                        <a:latin typeface="Cambria Math" charset="0"/>
                      </a:rPr>
                      <m:t>𝑟</m:t>
                    </m:r>
                    <m:r>
                      <a:rPr lang="en-GB" i="1">
                        <a:latin typeface="Cambria Math" charset="0"/>
                      </a:rPr>
                      <m:t>×</m:t>
                    </m:r>
                    <m:f>
                      <m:fPr>
                        <m:ctrlPr>
                          <a:rPr lang="en-GB" i="1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charset="0"/>
                          </a:rPr>
                          <m:t>∅</m:t>
                        </m:r>
                      </m:num>
                      <m:den>
                        <m:r>
                          <a:rPr lang="en-GB" i="1">
                            <a:latin typeface="Cambria Math" charset="0"/>
                          </a:rPr>
                          <m:t>360</m:t>
                        </m:r>
                      </m:den>
                    </m:f>
                  </m:oMath>
                </a14:m>
                <a:endParaRPr lang="en-GB" dirty="0" smtClean="0"/>
              </a:p>
              <a:p>
                <a:r>
                  <a:rPr lang="en-GB" dirty="0" smtClean="0"/>
                  <a:t>Where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</a:rPr>
                      <m:t>∅</m:t>
                    </m:r>
                  </m:oMath>
                </a14:m>
                <a:r>
                  <a:rPr lang="en-GB" dirty="0">
                    <a:effectLst/>
                  </a:rPr>
                  <a:t> </a:t>
                </a:r>
                <a:r>
                  <a:rPr lang="en-GB" dirty="0" smtClean="0">
                    <a:effectLst/>
                  </a:rPr>
                  <a:t>= the central angle of the arc in degrees.</a:t>
                </a:r>
                <a:endParaRPr lang="en-GB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325" y="3933056"/>
                <a:ext cx="5689139" cy="1883208"/>
              </a:xfrm>
              <a:prstGeom prst="rect">
                <a:avLst/>
              </a:prstGeom>
              <a:blipFill rotWithShape="0">
                <a:blip r:embed="rId2"/>
                <a:stretch>
                  <a:fillRect l="-965" t="-16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4870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17372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Arc Length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find the length of an arc? 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145251" y="1965293"/>
            <a:ext cx="26253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How do I find the length of an arc?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035000" y="2049831"/>
                <a:ext cx="5689139" cy="46219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Example:</a:t>
                </a:r>
                <a:endParaRPr lang="en-US" dirty="0"/>
              </a:p>
              <a:p>
                <a:r>
                  <a:rPr lang="en-US" dirty="0" smtClean="0"/>
                  <a:t>Find the length of the arc as pictured.</a:t>
                </a:r>
              </a:p>
              <a:p>
                <a:endParaRPr lang="en-US" dirty="0"/>
              </a:p>
              <a:p>
                <a:r>
                  <a:rPr lang="en-US" dirty="0" smtClean="0"/>
                  <a:t>Arc length =</a:t>
                </a:r>
                <a:r>
                  <a:rPr lang="en-GB" dirty="0" smtClean="0"/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</a:rPr>
                      <m:t>2×</m:t>
                    </m:r>
                    <m:r>
                      <a:rPr lang="en-GB" i="1">
                        <a:latin typeface="Cambria Math" charset="0"/>
                      </a:rPr>
                      <m:t>𝜋</m:t>
                    </m:r>
                    <m:r>
                      <a:rPr lang="en-GB" i="1">
                        <a:latin typeface="Cambria Math" charset="0"/>
                      </a:rPr>
                      <m:t>×</m:t>
                    </m:r>
                    <m:r>
                      <a:rPr lang="en-GB" i="1">
                        <a:latin typeface="Cambria Math" charset="0"/>
                      </a:rPr>
                      <m:t>𝑟</m:t>
                    </m:r>
                    <m:r>
                      <a:rPr lang="en-GB" i="1">
                        <a:latin typeface="Cambria Math" charset="0"/>
                      </a:rPr>
                      <m:t>×</m:t>
                    </m:r>
                    <m:f>
                      <m:fPr>
                        <m:ctrlPr>
                          <a:rPr lang="en-GB" i="1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charset="0"/>
                          </a:rPr>
                          <m:t>∅</m:t>
                        </m:r>
                      </m:num>
                      <m:den>
                        <m:r>
                          <a:rPr lang="en-GB" i="1">
                            <a:latin typeface="Cambria Math" charset="0"/>
                          </a:rPr>
                          <m:t>360</m:t>
                        </m:r>
                      </m:den>
                    </m:f>
                  </m:oMath>
                </a14:m>
                <a:endParaRPr lang="en-GB" dirty="0" smtClean="0"/>
              </a:p>
              <a:p>
                <a:endParaRPr lang="en-GB" dirty="0" smtClean="0"/>
              </a:p>
              <a:p>
                <a:r>
                  <a:rPr lang="en-GB" dirty="0" smtClean="0"/>
                  <a:t>Where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</a:rPr>
                      <m:t>∅</m:t>
                    </m:r>
                  </m:oMath>
                </a14:m>
                <a:r>
                  <a:rPr lang="en-GB" dirty="0">
                    <a:effectLst/>
                  </a:rPr>
                  <a:t> </a:t>
                </a:r>
                <a:r>
                  <a:rPr lang="en-GB" dirty="0" smtClean="0">
                    <a:effectLst/>
                  </a:rPr>
                  <a:t>= the central angle of the arc in degrees.</a:t>
                </a:r>
                <a:endParaRPr lang="en-GB" dirty="0"/>
              </a:p>
              <a:p>
                <a:endParaRPr lang="en-US" dirty="0" smtClean="0"/>
              </a:p>
              <a:p>
                <a:r>
                  <a:rPr lang="en-US" b="1" u="sng" dirty="0" smtClean="0"/>
                  <a:t>Working:</a:t>
                </a:r>
              </a:p>
              <a:p>
                <a:endParaRPr lang="en-US" dirty="0"/>
              </a:p>
              <a:p>
                <a:r>
                  <a:rPr lang="en-US" dirty="0"/>
                  <a:t>Arc length =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</a:rPr>
                      <m:t>2×</m:t>
                    </m:r>
                    <m:r>
                      <a:rPr lang="en-GB" i="1">
                        <a:latin typeface="Cambria Math" charset="0"/>
                      </a:rPr>
                      <m:t>𝜋</m:t>
                    </m:r>
                    <m:r>
                      <a:rPr lang="en-GB" i="1">
                        <a:latin typeface="Cambria Math" charset="0"/>
                      </a:rPr>
                      <m:t>×</m:t>
                    </m:r>
                    <m:r>
                      <a:rPr lang="en-GB" i="1">
                        <a:latin typeface="Cambria Math" charset="0"/>
                      </a:rPr>
                      <m:t>𝑟</m:t>
                    </m:r>
                    <m:r>
                      <a:rPr lang="en-GB" i="1">
                        <a:latin typeface="Cambria Math" charset="0"/>
                      </a:rPr>
                      <m:t>×</m:t>
                    </m:r>
                    <m:f>
                      <m:fPr>
                        <m:ctrlPr>
                          <a:rPr lang="en-GB" i="1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charset="0"/>
                          </a:rPr>
                          <m:t>∅</m:t>
                        </m:r>
                      </m:num>
                      <m:den>
                        <m:r>
                          <a:rPr lang="en-GB" i="1">
                            <a:latin typeface="Cambria Math" charset="0"/>
                          </a:rPr>
                          <m:t>360</m:t>
                        </m:r>
                      </m:den>
                    </m:f>
                  </m:oMath>
                </a14:m>
                <a:endParaRPr lang="en-US" dirty="0" smtClean="0"/>
              </a:p>
              <a:p>
                <a:endParaRPr lang="en-US" dirty="0"/>
              </a:p>
              <a:p>
                <a:r>
                  <a:rPr lang="en-US" dirty="0" smtClean="0"/>
                  <a:t>=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</a:rPr>
                      <m:t>2×</m:t>
                    </m:r>
                    <m:r>
                      <a:rPr lang="en-GB" i="1">
                        <a:latin typeface="Cambria Math" charset="0"/>
                      </a:rPr>
                      <m:t>𝜋</m:t>
                    </m:r>
                    <m:r>
                      <a:rPr lang="en-GB" i="1">
                        <a:latin typeface="Cambria Math" charset="0"/>
                      </a:rPr>
                      <m:t>×7×</m:t>
                    </m:r>
                    <m:f>
                      <m:fPr>
                        <m:ctrlPr>
                          <a:rPr lang="en-GB" i="1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charset="0"/>
                          </a:rPr>
                          <m:t>100</m:t>
                        </m:r>
                      </m:num>
                      <m:den>
                        <m:r>
                          <a:rPr lang="en-GB" i="1">
                            <a:latin typeface="Cambria Math" charset="0"/>
                          </a:rPr>
                          <m:t>360</m:t>
                        </m:r>
                      </m:den>
                    </m:f>
                  </m:oMath>
                </a14:m>
                <a:endParaRPr lang="en-US" dirty="0" smtClean="0"/>
              </a:p>
              <a:p>
                <a:r>
                  <a:rPr lang="en-US" dirty="0" smtClean="0"/>
                  <a:t>= 12.21730476</a:t>
                </a:r>
              </a:p>
              <a:p>
                <a:endParaRPr lang="en-US" dirty="0"/>
              </a:p>
              <a:p>
                <a:r>
                  <a:rPr lang="en-US" dirty="0" smtClean="0"/>
                  <a:t>The arc length is 12.22m (2 </a:t>
                </a:r>
                <a:r>
                  <a:rPr lang="en-US" dirty="0" err="1" smtClean="0"/>
                  <a:t>d.p.</a:t>
                </a:r>
                <a:r>
                  <a:rPr lang="en-US" dirty="0" smtClean="0"/>
                  <a:t>)</a:t>
                </a:r>
                <a:endParaRPr lang="en-US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000" y="2049831"/>
                <a:ext cx="5689139" cy="4621906"/>
              </a:xfrm>
              <a:prstGeom prst="rect">
                <a:avLst/>
              </a:prstGeom>
              <a:blipFill rotWithShape="0">
                <a:blip r:embed="rId2"/>
                <a:stretch>
                  <a:fillRect l="-965" t="-660" b="-11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0272" y="2049831"/>
            <a:ext cx="1352798" cy="1194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064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683568" y="1556792"/>
            <a:ext cx="74888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Complete the exercise on P147 of your text.</a:t>
            </a:r>
          </a:p>
          <a:p>
            <a:endParaRPr lang="en-US" dirty="0"/>
          </a:p>
          <a:p>
            <a:r>
              <a:rPr lang="en-US" dirty="0" smtClean="0"/>
              <a:t>Make sure you show </a:t>
            </a:r>
            <a:r>
              <a:rPr lang="en-US" u="sng" dirty="0" smtClean="0"/>
              <a:t>all</a:t>
            </a:r>
            <a:r>
              <a:rPr lang="en-US" dirty="0" smtClean="0"/>
              <a:t> working out.</a:t>
            </a: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1228400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458</TotalTime>
  <Words>313</Words>
  <Application>Microsoft Macintosh PowerPoint</Application>
  <PresentationFormat>On-screen Show (4:3)</PresentationFormat>
  <Paragraphs>71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Cambria Math</vt:lpstr>
      <vt:lpstr>Symbol</vt:lpstr>
      <vt:lpstr>Office Theme</vt:lpstr>
      <vt:lpstr>PowerPoint Presentation</vt:lpstr>
      <vt:lpstr>PowerPoint Presentation</vt:lpstr>
      <vt:lpstr>PowerPoint Presentation</vt:lpstr>
      <vt:lpstr>Task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15.0036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EVANS Clem [Baldivis Secondary College]</cp:lastModifiedBy>
  <cp:revision>57</cp:revision>
  <dcterms:created xsi:type="dcterms:W3CDTF">2014-05-14T02:58:57Z</dcterms:created>
  <dcterms:modified xsi:type="dcterms:W3CDTF">2017-07-31T00:31:13Z</dcterms:modified>
</cp:coreProperties>
</file>