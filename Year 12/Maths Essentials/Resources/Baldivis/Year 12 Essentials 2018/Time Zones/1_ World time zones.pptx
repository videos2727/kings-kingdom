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96" r:id="rId3"/>
    <p:sldId id="271" r:id="rId4"/>
    <p:sldId id="293" r:id="rId5"/>
    <p:sldId id="299" r:id="rId6"/>
    <p:sldId id="300" r:id="rId7"/>
    <p:sldId id="301" r:id="rId8"/>
    <p:sldId id="302" r:id="rId9"/>
    <p:sldId id="303" r:id="rId10"/>
    <p:sldId id="297" r:id="rId11"/>
    <p:sldId id="307" r:id="rId12"/>
    <p:sldId id="308" r:id="rId13"/>
    <p:sldId id="305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285" autoAdjust="0"/>
  </p:normalViewPr>
  <p:slideViewPr>
    <p:cSldViewPr snapToGrid="0">
      <p:cViewPr varScale="1">
        <p:scale>
          <a:sx n="59" d="100"/>
          <a:sy n="59" d="100"/>
        </p:scale>
        <p:origin x="2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2EA9FF-3CEC-4DF8-B797-93502993E93D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2B13B-B964-4B39-9923-6AF7E9011B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5381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9141E-EE06-427B-B281-9134EF719792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GB"/>
              <a:t>T Malik</a:t>
            </a:r>
          </a:p>
        </p:txBody>
      </p:sp>
    </p:spTree>
    <p:extLst>
      <p:ext uri="{BB962C8B-B14F-4D97-AF65-F5344CB8AC3E}">
        <p14:creationId xmlns:p14="http://schemas.microsoft.com/office/powerpoint/2010/main" val="2152109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 time using longitude:</a:t>
            </a:r>
          </a:p>
          <a:p>
            <a:pPr marL="342900" indent="-342900">
              <a:buAutoNum type="arabicPeriod"/>
            </a:pPr>
            <a:r>
              <a:rPr lang="en-US" dirty="0"/>
              <a:t>Find the difference between the 2 longitudes</a:t>
            </a:r>
          </a:p>
          <a:p>
            <a:pPr marL="285750" indent="-285750">
              <a:buFontTx/>
              <a:buChar char="-"/>
            </a:pPr>
            <a:r>
              <a:rPr lang="en-US" dirty="0"/>
              <a:t>Remember if the locations are on opposite sides of the prime meridian you will need to add</a:t>
            </a:r>
          </a:p>
          <a:p>
            <a:r>
              <a:rPr lang="en-US" dirty="0"/>
              <a:t>2. Divide this time difference by 15 to give you the difference in hours</a:t>
            </a:r>
          </a:p>
          <a:p>
            <a:r>
              <a:rPr lang="en-US" dirty="0"/>
              <a:t>3. If you move east (west to east) you add hours. If you move west</a:t>
            </a:r>
          </a:p>
          <a:p>
            <a:r>
              <a:rPr lang="en-US" dirty="0"/>
              <a:t>(east to west) than you subtract the hours.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2B13B-B964-4B39-9923-6AF7E9011B5A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3291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7D7-D582-4313-A73D-B187290060C0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D867-059D-432D-A9B1-F117D5756A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9910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7D7-D582-4313-A73D-B187290060C0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D867-059D-432D-A9B1-F117D5756A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6368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7D7-D582-4313-A73D-B187290060C0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D867-059D-432D-A9B1-F117D5756A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6820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7D7-D582-4313-A73D-B187290060C0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D867-059D-432D-A9B1-F117D5756A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1810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7D7-D582-4313-A73D-B187290060C0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D867-059D-432D-A9B1-F117D5756A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5934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7D7-D582-4313-A73D-B187290060C0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D867-059D-432D-A9B1-F117D5756A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6732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7D7-D582-4313-A73D-B187290060C0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D867-059D-432D-A9B1-F117D5756A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6438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7D7-D582-4313-A73D-B187290060C0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D867-059D-432D-A9B1-F117D5756A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3179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7D7-D582-4313-A73D-B187290060C0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D867-059D-432D-A9B1-F117D5756A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7749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7D7-D582-4313-A73D-B187290060C0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D867-059D-432D-A9B1-F117D5756A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57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7D7-D582-4313-A73D-B187290060C0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D867-059D-432D-A9B1-F117D5756A84}" type="slidenum">
              <a:rPr lang="en-AU" smtClean="0"/>
              <a:t>‹#›</a:t>
            </a:fld>
            <a:endParaRPr lang="en-A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7419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7D7-D582-4313-A73D-B187290060C0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D867-059D-432D-A9B1-F117D5756A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89954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7D7-D582-4313-A73D-B187290060C0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D867-059D-432D-A9B1-F117D5756A84}" type="slidenum">
              <a:rPr lang="en-AU" smtClean="0"/>
              <a:t>‹#›</a:t>
            </a:fld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036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7D7-D582-4313-A73D-B187290060C0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D867-059D-432D-A9B1-F117D5756A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318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7D7-D582-4313-A73D-B187290060C0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D867-059D-432D-A9B1-F117D5756A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17883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7D7-D582-4313-A73D-B187290060C0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D867-059D-432D-A9B1-F117D5756A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517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C97D7-D582-4313-A73D-B187290060C0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0FBD867-059D-432D-A9B1-F117D5756A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186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8F587-943C-4D46-A866-8C23808086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marL="0" indent="0"/>
            <a:r>
              <a:rPr lang="en-US" dirty="0"/>
              <a:t>Topic: Time zones</a:t>
            </a:r>
            <a:br>
              <a:rPr lang="en-US" dirty="0"/>
            </a:b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1C622-778F-464C-916F-A183395914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How do we find the time difference between two places on Earth?</a:t>
            </a:r>
            <a:br>
              <a:rPr lang="en-AU" dirty="0"/>
            </a:b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96318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D5B3E-4693-4497-BDC0-29925D108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F9990-B633-46D7-8A47-5B05A8E26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Understand the link between longitude and time (ACMEM162)</a:t>
            </a:r>
          </a:p>
          <a:p>
            <a:r>
              <a:rPr lang="en-US" sz="1800" dirty="0"/>
              <a:t>Solve problems involving Greenwich Mean Time and International Date Line (ACMEM164)</a:t>
            </a:r>
          </a:p>
          <a:p>
            <a:r>
              <a:rPr lang="en-US" sz="1800" dirty="0"/>
              <a:t>Find time differences between two places on Earth (ACMEM165)</a:t>
            </a:r>
          </a:p>
          <a:p>
            <a:r>
              <a:rPr lang="en-US" sz="1800" dirty="0"/>
              <a:t>Solve problems relating to travelling east and west, incorporating time zone changes (ACMEM166)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1013063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23975" y="1213009"/>
            <a:ext cx="83728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/>
              <a:t>2 minute Quick-Write: How do you locate a position on the Earth’s surface?</a:t>
            </a:r>
          </a:p>
          <a:p>
            <a:pPr algn="ctr"/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140394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86560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31862" y="809705"/>
            <a:ext cx="484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3004399" y="1865605"/>
            <a:ext cx="533" cy="51738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8288" y="867197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1860" y="1435800"/>
            <a:ext cx="86406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</a:t>
            </a:r>
            <a:r>
              <a:rPr lang="en-US" sz="2000" dirty="0"/>
              <a:t>How do we find the time difference between two places on Earth?</a:t>
            </a:r>
            <a:br>
              <a:rPr lang="en-AU" sz="2400" dirty="0"/>
            </a:b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115907" y="909833"/>
            <a:ext cx="2425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Time zones</a:t>
            </a:r>
            <a:endParaRPr lang="en-AU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1BE71-B0C0-4501-82DD-B4E1F740AF21}"/>
              </a:ext>
            </a:extLst>
          </p:cNvPr>
          <p:cNvSpPr txBox="1"/>
          <p:nvPr/>
        </p:nvSpPr>
        <p:spPr>
          <a:xfrm>
            <a:off x="3317702" y="2205241"/>
            <a:ext cx="68050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location’s time is determined by its longitude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locations on the same longitude have the same time.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15</a:t>
            </a:r>
            <a:r>
              <a:rPr lang="en-US" sz="2400" dirty="0"/>
              <a:t> </a:t>
            </a:r>
            <a:r>
              <a:rPr lang="he-IL" sz="2400" dirty="0"/>
              <a:t>֯</a:t>
            </a:r>
            <a:r>
              <a:rPr lang="en-US" sz="2400" dirty="0"/>
              <a:t> </a:t>
            </a:r>
            <a:r>
              <a:rPr lang="en-US" dirty="0"/>
              <a:t>change in longitude corresponds to a 1 hour time difference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7162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0FCEE0-FA13-4D42-A518-F43850E14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52827"/>
            <a:ext cx="8584956" cy="12604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1DF84-BAF1-44AA-9C40-040D0E88FD1B}"/>
              </a:ext>
            </a:extLst>
          </p:cNvPr>
          <p:cNvSpPr txBox="1"/>
          <p:nvPr/>
        </p:nvSpPr>
        <p:spPr>
          <a:xfrm>
            <a:off x="914400" y="707010"/>
            <a:ext cx="3035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1: 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0F0E8B-20B3-45A2-8BDC-B4928BCF4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07934"/>
            <a:ext cx="6410325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515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A1DF84-BAF1-44AA-9C40-040D0E88FD1B}"/>
              </a:ext>
            </a:extLst>
          </p:cNvPr>
          <p:cNvSpPr txBox="1"/>
          <p:nvPr/>
        </p:nvSpPr>
        <p:spPr>
          <a:xfrm>
            <a:off x="914400" y="707010"/>
            <a:ext cx="3035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2: 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E34F63-D394-4FF5-B477-90E08A04C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26" y="1380240"/>
            <a:ext cx="9429799" cy="9021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C90328-AEB8-4BA6-85A8-522867D04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4" y="2094616"/>
            <a:ext cx="7400041" cy="383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559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C4ABA0A-C7FC-415C-BBEE-8FF91A88D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287" y="438150"/>
            <a:ext cx="6829425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05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633E80-A9F0-42E1-95C1-200789DB6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003" y="2292137"/>
            <a:ext cx="3381375" cy="20097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B30C15-0AD8-4052-A87A-72C4C4A54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547" y="2470117"/>
            <a:ext cx="3714750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392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5E91FA-9BB5-4E64-878F-4D7AB7916B16}"/>
              </a:ext>
            </a:extLst>
          </p:cNvPr>
          <p:cNvSpPr/>
          <p:nvPr/>
        </p:nvSpPr>
        <p:spPr>
          <a:xfrm>
            <a:off x="2087542" y="1938049"/>
            <a:ext cx="5055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https://www.youtube.com/watch?v=kDWHM00sZJc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FBF110-4D03-49C2-8EE8-2C4BA0F67E4F}"/>
              </a:ext>
            </a:extLst>
          </p:cNvPr>
          <p:cNvSpPr/>
          <p:nvPr/>
        </p:nvSpPr>
        <p:spPr>
          <a:xfrm>
            <a:off x="612586" y="4082533"/>
            <a:ext cx="86511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U" b="1" dirty="0">
                <a:solidFill>
                  <a:srgbClr val="222222"/>
                </a:solidFill>
                <a:latin typeface="freight-text-pro"/>
              </a:rPr>
              <a:t>Watch-think-write (ensure you are pausing the video for students to form notes)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rgbClr val="222222"/>
                </a:solidFill>
                <a:latin typeface="freight-text-pro"/>
              </a:rPr>
              <a:t>Turn-and-talk (students to collaborate to add to their notes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58487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140394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86560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31862" y="809705"/>
            <a:ext cx="484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3004399" y="1865605"/>
            <a:ext cx="533" cy="51738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8288" y="867197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1860" y="1435800"/>
            <a:ext cx="86406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</a:t>
            </a:r>
            <a:r>
              <a:rPr lang="en-US" sz="2000" dirty="0"/>
              <a:t>How do we find the time difference between two places on Earth?</a:t>
            </a:r>
            <a:br>
              <a:rPr lang="en-AU" sz="2400" dirty="0"/>
            </a:b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115907" y="909833"/>
            <a:ext cx="2425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Time zones</a:t>
            </a:r>
            <a:endParaRPr lang="en-AU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B7230C-6BE8-4DFA-AC30-9680F6FE70DC}"/>
              </a:ext>
            </a:extLst>
          </p:cNvPr>
          <p:cNvSpPr txBox="1"/>
          <p:nvPr/>
        </p:nvSpPr>
        <p:spPr>
          <a:xfrm>
            <a:off x="3240660" y="2087546"/>
            <a:ext cx="63337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Different parts of the world operate on different time zones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time zones relate to Green Mean Time (GMT).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Cities to the west of London are behind of GMT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Cities to the east of London are ahead of GMT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4036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A1DF84-BAF1-44AA-9C40-040D0E88FD1B}"/>
              </a:ext>
            </a:extLst>
          </p:cNvPr>
          <p:cNvSpPr txBox="1"/>
          <p:nvPr/>
        </p:nvSpPr>
        <p:spPr>
          <a:xfrm>
            <a:off x="914400" y="707010"/>
            <a:ext cx="3035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1: 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44EE54-15B4-428C-9BAD-81DF53A92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71" y="1372961"/>
            <a:ext cx="6781800" cy="1390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35641B-BF2A-474C-AE08-E25747341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71" y="3231016"/>
            <a:ext cx="6172200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089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A1DF84-BAF1-44AA-9C40-040D0E88FD1B}"/>
              </a:ext>
            </a:extLst>
          </p:cNvPr>
          <p:cNvSpPr txBox="1"/>
          <p:nvPr/>
        </p:nvSpPr>
        <p:spPr>
          <a:xfrm>
            <a:off x="914400" y="707010"/>
            <a:ext cx="3035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2: </a:t>
            </a:r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B02632-4E3B-49FE-8292-C1E5060E0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831" y="1447800"/>
            <a:ext cx="8078678" cy="990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626EDC-CEAC-44C0-9B90-8E23EEE54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09858"/>
            <a:ext cx="7362825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626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5134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2AF213-9227-46B7-A0F8-9B9B230E768B}"/>
              </a:ext>
            </a:extLst>
          </p:cNvPr>
          <p:cNvSpPr txBox="1"/>
          <p:nvPr/>
        </p:nvSpPr>
        <p:spPr>
          <a:xfrm>
            <a:off x="1314450" y="1362075"/>
            <a:ext cx="8353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Task:</a:t>
            </a:r>
          </a:p>
          <a:p>
            <a:endParaRPr lang="en-US" dirty="0"/>
          </a:p>
          <a:p>
            <a:r>
              <a:rPr lang="en-US" dirty="0"/>
              <a:t>- Complete Longitude and Time zones ( need the associated time zone map)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0941424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192</TotalTime>
  <Words>348</Words>
  <Application>Microsoft Office PowerPoint</Application>
  <PresentationFormat>Widescreen</PresentationFormat>
  <Paragraphs>52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freight-text-pro</vt:lpstr>
      <vt:lpstr>Gisha</vt:lpstr>
      <vt:lpstr>Trebuchet MS</vt:lpstr>
      <vt:lpstr>Wingdings 3</vt:lpstr>
      <vt:lpstr>Facet</vt:lpstr>
      <vt:lpstr>Topic: Time zones </vt:lpstr>
      <vt:lpstr>Learning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Time zones</dc:title>
  <dc:creator>JAMES Sarah [Baldivis Secondary College]</dc:creator>
  <cp:lastModifiedBy>JAMES Sarah [Baldivis Secondary College]</cp:lastModifiedBy>
  <cp:revision>11</cp:revision>
  <dcterms:created xsi:type="dcterms:W3CDTF">2018-08-13T03:42:59Z</dcterms:created>
  <dcterms:modified xsi:type="dcterms:W3CDTF">2018-08-13T06:57:16Z</dcterms:modified>
</cp:coreProperties>
</file>