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1"/>
  </p:notesMasterIdLst>
  <p:sldIdLst>
    <p:sldId id="257" r:id="rId2"/>
    <p:sldId id="296" r:id="rId3"/>
    <p:sldId id="271" r:id="rId4"/>
    <p:sldId id="293" r:id="rId5"/>
    <p:sldId id="299" r:id="rId6"/>
    <p:sldId id="300" r:id="rId7"/>
    <p:sldId id="301" r:id="rId8"/>
    <p:sldId id="302" r:id="rId9"/>
    <p:sldId id="303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63311" autoAdjust="0"/>
  </p:normalViewPr>
  <p:slideViewPr>
    <p:cSldViewPr snapToGrid="0">
      <p:cViewPr varScale="1">
        <p:scale>
          <a:sx n="43" d="100"/>
          <a:sy n="43" d="100"/>
        </p:scale>
        <p:origin x="856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766AC9-BF7B-466D-9904-5495C5744E89}" type="datetimeFigureOut">
              <a:rPr lang="en-AU" smtClean="0"/>
              <a:t>13/08/2018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0F7C62-CD28-4C4B-868F-E1656A97B25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495740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B9141E-EE06-427B-B281-9134EF719792}" type="slidenum">
              <a:rPr lang="en-GB" smtClean="0"/>
              <a:pPr/>
              <a:t>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en-GB"/>
              <a:t>T Malik</a:t>
            </a:r>
          </a:p>
        </p:txBody>
      </p:sp>
    </p:spTree>
    <p:extLst>
      <p:ext uri="{BB962C8B-B14F-4D97-AF65-F5344CB8AC3E}">
        <p14:creationId xmlns:p14="http://schemas.microsoft.com/office/powerpoint/2010/main" val="21521095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02B13B-B964-4B39-9923-6AF7E9011B5A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632912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2072B-50EA-416A-BB9C-F70B2B65CCE8}" type="datetimeFigureOut">
              <a:rPr lang="en-AU" smtClean="0"/>
              <a:t>13/08/2018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BB286-44C4-46CF-86FD-C91C46E905E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27161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2072B-50EA-416A-BB9C-F70B2B65CCE8}" type="datetimeFigureOut">
              <a:rPr lang="en-AU" smtClean="0"/>
              <a:t>13/08/2018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BB286-44C4-46CF-86FD-C91C46E905E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028016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2072B-50EA-416A-BB9C-F70B2B65CCE8}" type="datetimeFigureOut">
              <a:rPr lang="en-AU" smtClean="0"/>
              <a:t>13/08/2018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BB286-44C4-46CF-86FD-C91C46E905E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713341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2072B-50EA-416A-BB9C-F70B2B65CCE8}" type="datetimeFigureOut">
              <a:rPr lang="en-AU" smtClean="0"/>
              <a:t>13/08/2018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BB286-44C4-46CF-86FD-C91C46E905E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881147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2072B-50EA-416A-BB9C-F70B2B65CCE8}" type="datetimeFigureOut">
              <a:rPr lang="en-AU" smtClean="0"/>
              <a:t>13/08/2018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BB286-44C4-46CF-86FD-C91C46E905E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108384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2072B-50EA-416A-BB9C-F70B2B65CCE8}" type="datetimeFigureOut">
              <a:rPr lang="en-AU" smtClean="0"/>
              <a:t>13/08/2018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BB286-44C4-46CF-86FD-C91C46E905E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833522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2072B-50EA-416A-BB9C-F70B2B65CCE8}" type="datetimeFigureOut">
              <a:rPr lang="en-AU" smtClean="0"/>
              <a:t>13/08/2018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BB286-44C4-46CF-86FD-C91C46E905E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179474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2072B-50EA-416A-BB9C-F70B2B65CCE8}" type="datetimeFigureOut">
              <a:rPr lang="en-AU" smtClean="0"/>
              <a:t>13/08/2018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BB286-44C4-46CF-86FD-C91C46E905E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789836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2072B-50EA-416A-BB9C-F70B2B65CCE8}" type="datetimeFigureOut">
              <a:rPr lang="en-AU" smtClean="0"/>
              <a:t>13/08/2018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BB286-44C4-46CF-86FD-C91C46E905E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561209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2072B-50EA-416A-BB9C-F70B2B65CCE8}" type="datetimeFigureOut">
              <a:rPr lang="en-AU" smtClean="0"/>
              <a:t>13/08/2018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BB286-44C4-46CF-86FD-C91C46E905E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492223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2072B-50EA-416A-BB9C-F70B2B65CCE8}" type="datetimeFigureOut">
              <a:rPr lang="en-AU" smtClean="0"/>
              <a:t>13/08/2018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BB286-44C4-46CF-86FD-C91C46E905EA}" type="slidenum">
              <a:rPr lang="en-AU" smtClean="0"/>
              <a:t>‹#›</a:t>
            </a:fld>
            <a:endParaRPr lang="en-AU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965249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2072B-50EA-416A-BB9C-F70B2B65CCE8}" type="datetimeFigureOut">
              <a:rPr lang="en-AU" smtClean="0"/>
              <a:t>13/08/2018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BB286-44C4-46CF-86FD-C91C46E905E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2887577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2072B-50EA-416A-BB9C-F70B2B65CCE8}" type="datetimeFigureOut">
              <a:rPr lang="en-AU" smtClean="0"/>
              <a:t>13/08/2018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BB286-44C4-46CF-86FD-C91C46E905EA}" type="slidenum">
              <a:rPr lang="en-AU" smtClean="0"/>
              <a:t>‹#›</a:t>
            </a:fld>
            <a:endParaRPr lang="en-AU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364900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2072B-50EA-416A-BB9C-F70B2B65CCE8}" type="datetimeFigureOut">
              <a:rPr lang="en-AU" smtClean="0"/>
              <a:t>13/08/2018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BB286-44C4-46CF-86FD-C91C46E905E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8534260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2072B-50EA-416A-BB9C-F70B2B65CCE8}" type="datetimeFigureOut">
              <a:rPr lang="en-AU" smtClean="0"/>
              <a:t>13/08/2018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BB286-44C4-46CF-86FD-C91C46E905E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7574078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2072B-50EA-416A-BB9C-F70B2B65CCE8}" type="datetimeFigureOut">
              <a:rPr lang="en-AU" smtClean="0"/>
              <a:t>13/08/2018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BB286-44C4-46CF-86FD-C91C46E905E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515135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D2072B-50EA-416A-BB9C-F70B2B65CCE8}" type="datetimeFigureOut">
              <a:rPr lang="en-AU" smtClean="0"/>
              <a:t>13/08/2018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AB3BB286-44C4-46CF-86FD-C91C46E905E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89399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88F587-943C-4D46-A866-8C23808086D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pPr marL="0" indent="0"/>
            <a:r>
              <a:rPr lang="en-US" dirty="0"/>
              <a:t>Topic: Time zones</a:t>
            </a:r>
            <a:br>
              <a:rPr lang="en-US" dirty="0"/>
            </a:br>
            <a:endParaRPr lang="en-AU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41C622-778F-464C-916F-A1833959149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EQ: How do we solve problems involving time zones in Australia?</a:t>
            </a:r>
            <a:br>
              <a:rPr lang="en-AU" dirty="0"/>
            </a:b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2963183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4D5B3E-4693-4497-BDC0-29925D108A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objectives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8F9990-B633-46D7-8A47-5B05A8E261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/>
              <a:t>Solve problems involving time zones in Australia and around the world, making necessary allowances for daylight saving (ACMEM163)</a:t>
            </a:r>
          </a:p>
          <a:p>
            <a:r>
              <a:rPr lang="en-US" sz="1800" dirty="0"/>
              <a:t>Solve problems relating to travelling east and west, incorporating time zone changes (ACMEM166)</a:t>
            </a:r>
          </a:p>
          <a:p>
            <a:endParaRPr lang="en-US" sz="1800" dirty="0"/>
          </a:p>
          <a:p>
            <a:endParaRPr lang="en-US" sz="1800" dirty="0"/>
          </a:p>
          <a:p>
            <a:endParaRPr lang="en-AU" sz="1800" dirty="0"/>
          </a:p>
        </p:txBody>
      </p:sp>
    </p:spTree>
    <p:extLst>
      <p:ext uri="{BB962C8B-B14F-4D97-AF65-F5344CB8AC3E}">
        <p14:creationId xmlns:p14="http://schemas.microsoft.com/office/powerpoint/2010/main" val="10130636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8263151-8B3C-459E-8FFF-B55EB3C2F7B2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3181365" y="576668"/>
            <a:ext cx="5258097" cy="305095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1524000" y="1403940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1524000" y="1865605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631862" y="809705"/>
            <a:ext cx="4840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/>
              <a:t>24</a:t>
            </a:r>
          </a:p>
          <a:p>
            <a:r>
              <a:rPr lang="en-AU" sz="1200" dirty="0"/>
              <a:t>7</a:t>
            </a:r>
          </a:p>
          <a:p>
            <a:r>
              <a:rPr lang="en-AU" sz="1200" dirty="0"/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 flipH="1">
            <a:off x="3004399" y="1865605"/>
            <a:ext cx="533" cy="517381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688288" y="867197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31860" y="1435800"/>
            <a:ext cx="86406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EQ: How do we solve problems involving time zones in Australia?</a:t>
            </a:r>
            <a:endParaRPr lang="en-A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2115907" y="909833"/>
            <a:ext cx="24258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Topic: Time zones</a:t>
            </a:r>
            <a:endParaRPr lang="en-AU" sz="2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505378B-964D-4D47-BFB3-2A4714CF00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9330" y="2081091"/>
            <a:ext cx="3623408" cy="338812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73777BA-BF79-4C0C-9F31-DB7638BADD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8201" y="2438091"/>
            <a:ext cx="5638800" cy="381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10FB944-0E3B-4E92-8E9A-731D1389D2A2}"/>
              </a:ext>
            </a:extLst>
          </p:cNvPr>
          <p:cNvSpPr txBox="1"/>
          <p:nvPr/>
        </p:nvSpPr>
        <p:spPr>
          <a:xfrm>
            <a:off x="6235908" y="1998176"/>
            <a:ext cx="18400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Example 1:</a:t>
            </a:r>
            <a:endParaRPr lang="en-AU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BB806B3-0AC0-4BE7-9C28-A606C0BAA3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3030" y="5087903"/>
            <a:ext cx="5849142" cy="1301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16220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0937A94-39C2-4D7E-8394-138B247A6E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943" y="147360"/>
            <a:ext cx="3351431" cy="313380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A2711CD-6D85-4AA0-A855-516DF5FEED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4878" y="2592751"/>
            <a:ext cx="7591425" cy="3381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35156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5835D3A-3D70-4759-ADD0-08A98DDEAA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7489" y="1622841"/>
            <a:ext cx="5311750" cy="2124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35594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5A958AE-7D47-4FB5-83A9-1E6EA20824B3}"/>
              </a:ext>
            </a:extLst>
          </p:cNvPr>
          <p:cNvSpPr txBox="1"/>
          <p:nvPr/>
        </p:nvSpPr>
        <p:spPr>
          <a:xfrm>
            <a:off x="5084164" y="214645"/>
            <a:ext cx="20236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Time zone Practice</a:t>
            </a:r>
            <a:endParaRPr lang="en-AU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444A1D5-B879-4038-B1ED-49ACD519E4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270" y="1011289"/>
            <a:ext cx="7458075" cy="63817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8678E45-1282-49BA-925F-AF604529BD7A}"/>
              </a:ext>
            </a:extLst>
          </p:cNvPr>
          <p:cNvSpPr txBox="1"/>
          <p:nvPr/>
        </p:nvSpPr>
        <p:spPr>
          <a:xfrm>
            <a:off x="464695" y="593544"/>
            <a:ext cx="22635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Example 1</a:t>
            </a:r>
            <a:endParaRPr lang="en-AU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488F714-4396-420E-9666-82E8E53610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695" y="2076776"/>
            <a:ext cx="7448550" cy="14763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19AF648-8E38-452F-A0A2-02490866A3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694" y="4144077"/>
            <a:ext cx="6286500" cy="42862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E239C6E-5C20-496D-9623-8B2053E99D1B}"/>
              </a:ext>
            </a:extLst>
          </p:cNvPr>
          <p:cNvSpPr txBox="1"/>
          <p:nvPr/>
        </p:nvSpPr>
        <p:spPr>
          <a:xfrm>
            <a:off x="464694" y="3581853"/>
            <a:ext cx="22635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Example 2</a:t>
            </a:r>
            <a:endParaRPr lang="en-AU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4320B96-51EE-4872-B0E1-236655CE8AF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9470" y="4765594"/>
            <a:ext cx="7239000" cy="1695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9051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D1A321C-DEA3-4A31-A4D0-E5486E3DAB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664" y="599684"/>
            <a:ext cx="7724775" cy="23907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4CC24DC-268B-4E52-8608-917D3F3526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664" y="2990459"/>
            <a:ext cx="7562850" cy="3333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53922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D5860C3-30BA-4842-B615-F4C9196656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4947" y="2370163"/>
            <a:ext cx="3743325" cy="1847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8487604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39</TotalTime>
  <Words>91</Words>
  <Application>Microsoft Office PowerPoint</Application>
  <PresentationFormat>Widescreen</PresentationFormat>
  <Paragraphs>19</Paragraphs>
  <Slides>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Trebuchet MS</vt:lpstr>
      <vt:lpstr>Wingdings 3</vt:lpstr>
      <vt:lpstr>Facet</vt:lpstr>
      <vt:lpstr>Topic: Time zones </vt:lpstr>
      <vt:lpstr>Learning objectives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Topic: Time zones</dc:title>
  <dc:creator>JAMES Sarah [Baldivis Secondary College]</dc:creator>
  <cp:lastModifiedBy>JAMES Sarah [Baldivis Secondary College]</cp:lastModifiedBy>
  <cp:revision>4</cp:revision>
  <dcterms:created xsi:type="dcterms:W3CDTF">2018-08-13T06:15:17Z</dcterms:created>
  <dcterms:modified xsi:type="dcterms:W3CDTF">2018-08-13T06:54:29Z</dcterms:modified>
</cp:coreProperties>
</file>