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6858000" cy="9906000" type="A4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429" t="6405" r="5051" b="6611"/>
          <a:stretch/>
        </p:blipFill>
        <p:spPr>
          <a:xfrm>
            <a:off x="0" y="304801"/>
            <a:ext cx="6858000" cy="896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405"/>
            <a:ext cx="6877050" cy="889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3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27405"/>
            <a:ext cx="7072876" cy="91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0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597</TotalTime>
  <Words>0</Words>
  <Application>Microsoft Office PowerPoint</Application>
  <PresentationFormat>A4 Paper (210x297 mm)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4</cp:revision>
  <cp:lastPrinted>2017-05-31T23:59:23Z</cp:lastPrinted>
  <dcterms:created xsi:type="dcterms:W3CDTF">2017-05-31T14:34:29Z</dcterms:created>
  <dcterms:modified xsi:type="dcterms:W3CDTF">2017-06-01T00:32:04Z</dcterms:modified>
</cp:coreProperties>
</file>