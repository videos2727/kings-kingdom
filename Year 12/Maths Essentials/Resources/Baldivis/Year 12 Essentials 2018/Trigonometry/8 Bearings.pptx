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1" r:id="rId2"/>
    <p:sldId id="273" r:id="rId3"/>
    <p:sldId id="274" r:id="rId4"/>
    <p:sldId id="277" r:id="rId5"/>
    <p:sldId id="278" r:id="rId6"/>
    <p:sldId id="279" r:id="rId7"/>
    <p:sldId id="275" r:id="rId8"/>
    <p:sldId id="276" r:id="rId9"/>
    <p:sldId id="262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432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1417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8667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3841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Check</a:t>
            </a:r>
            <a:r>
              <a:rPr lang="en-AU" baseline="0" dirty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79796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62335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62211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Closure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gif"/><Relationship Id="rId4" Type="http://schemas.openxmlformats.org/officeDocument/2006/relationships/image" Target="../media/image7.gi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1491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Trigonometry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42" y="1109760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Bearings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104173" y="1872095"/>
            <a:ext cx="5416868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direction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 point is stated as the number of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degrees east or west of north or south.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example, the direction of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N30ºE.</a:t>
            </a:r>
            <a:b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N60ºW from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S70ºE from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S80ºW from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endParaRPr kumimoji="0" lang="en-US" altLang="en-US" sz="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N30ºE means the direction is 30º east of north.</a:t>
            </a:r>
          </a:p>
        </p:txBody>
      </p:sp>
      <p:pic>
        <p:nvPicPr>
          <p:cNvPr id="1026" name="Picture 2" descr="http://www.mathsteacher.com.au/year10/ch15_trigonometry/11_directions/Image5668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7778" y="3787775"/>
            <a:ext cx="3562350" cy="23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5582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1491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Trigonometry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Bearings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126458" y="2156036"/>
            <a:ext cx="5327099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bearing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a point is the angle measured in 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clockwise direction from the north 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example, the bearing of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065º.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bearing of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300º.</a:t>
            </a:r>
          </a:p>
        </p:txBody>
      </p:sp>
      <p:pic>
        <p:nvPicPr>
          <p:cNvPr id="2050" name="Picture 2" descr="http://www.mathsteacher.com.au/year10/ch15_trigonometry/11_directions/Image5669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2993075"/>
            <a:ext cx="3533775" cy="241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3048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1491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Trigonometry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Bearings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64730" y="2348880"/>
            <a:ext cx="54837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3264730" y="2333690"/>
            <a:ext cx="54837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931923" y="2745654"/>
            <a:ext cx="590424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bearing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used to represent the direction of one point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relative to another point.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example, the bearing of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065º.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bearing of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245º.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Three figures are used to give bearings.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bearings are measured in a horizontal plane. </a:t>
            </a:r>
          </a:p>
        </p:txBody>
      </p:sp>
      <p:pic>
        <p:nvPicPr>
          <p:cNvPr id="3074" name="Picture 2" descr="http://www.mathsteacher.com.au/year10/ch15_trigonometry/11_directions/Image5670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4005064"/>
            <a:ext cx="3171825" cy="196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0680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C2115C-83A9-4CA0-9AEB-DFCB763516C9}"/>
              </a:ext>
            </a:extLst>
          </p:cNvPr>
          <p:cNvSpPr txBox="1"/>
          <p:nvPr/>
        </p:nvSpPr>
        <p:spPr>
          <a:xfrm>
            <a:off x="539552" y="836712"/>
            <a:ext cx="8136904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i="1" dirty="0"/>
              <a:t>Practice</a:t>
            </a:r>
          </a:p>
          <a:p>
            <a:endParaRPr lang="en-AU" dirty="0"/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 err="1"/>
              <a:t>Lable</a:t>
            </a:r>
            <a:r>
              <a:rPr lang="en-AU" dirty="0"/>
              <a:t> the axis with N; S; E; W; NE; NW; SE; SW.</a:t>
            </a:r>
            <a:br>
              <a:rPr lang="en-AU" dirty="0"/>
            </a:br>
            <a:br>
              <a:rPr lang="en-AU" dirty="0"/>
            </a:br>
            <a:br>
              <a:rPr lang="en-AU" dirty="0"/>
            </a:br>
            <a:br>
              <a:rPr lang="en-AU" dirty="0"/>
            </a:br>
            <a:br>
              <a:rPr lang="en-AU" dirty="0"/>
            </a:br>
            <a:endParaRPr lang="en-AU" dirty="0"/>
          </a:p>
          <a:p>
            <a:pPr marL="342900" indent="-342900">
              <a:buFont typeface="+mj-lt"/>
              <a:buAutoNum type="arabicPeriod"/>
            </a:pPr>
            <a:r>
              <a:rPr lang="en-AU" dirty="0"/>
              <a:t>On what bearing is a ship sailing if it is heading:</a:t>
            </a:r>
            <a:br>
              <a:rPr lang="en-AU" dirty="0"/>
            </a:br>
            <a:r>
              <a:rPr lang="en-AU" dirty="0"/>
              <a:t>(a) E,		(b) S,</a:t>
            </a:r>
            <a:br>
              <a:rPr lang="en-AU" dirty="0"/>
            </a:br>
            <a:br>
              <a:rPr lang="en-AU" dirty="0"/>
            </a:br>
            <a:br>
              <a:rPr lang="en-AU" dirty="0"/>
            </a:br>
            <a:r>
              <a:rPr lang="en-AU" dirty="0"/>
              <a:t>(c) W,		(d) SE,</a:t>
            </a:r>
            <a:br>
              <a:rPr lang="en-AU" dirty="0"/>
            </a:br>
            <a:br>
              <a:rPr lang="en-AU" dirty="0"/>
            </a:br>
            <a:br>
              <a:rPr lang="en-AU" dirty="0"/>
            </a:br>
            <a:r>
              <a:rPr lang="en-AU" dirty="0"/>
              <a:t>(e) NW 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DE0235-E498-4454-8C6F-7820889C97BE}"/>
              </a:ext>
            </a:extLst>
          </p:cNvPr>
          <p:cNvGrpSpPr/>
          <p:nvPr/>
        </p:nvGrpSpPr>
        <p:grpSpPr>
          <a:xfrm>
            <a:off x="5364088" y="1844824"/>
            <a:ext cx="2808312" cy="2304256"/>
            <a:chOff x="5004048" y="2204864"/>
            <a:chExt cx="2808312" cy="2304256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3AC5F18-34EF-4EEB-B771-ADDDBDD04C13}"/>
                </a:ext>
              </a:extLst>
            </p:cNvPr>
            <p:cNvCxnSpPr/>
            <p:nvPr/>
          </p:nvCxnSpPr>
          <p:spPr>
            <a:xfrm>
              <a:off x="6372200" y="2204864"/>
              <a:ext cx="0" cy="2304256"/>
            </a:xfrm>
            <a:prstGeom prst="line">
              <a:avLst/>
            </a:prstGeom>
            <a:ln>
              <a:headEnd type="triangle"/>
              <a:tailEnd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BEAB0A8-5795-4523-9182-8E92270FF775}"/>
                </a:ext>
              </a:extLst>
            </p:cNvPr>
            <p:cNvCxnSpPr/>
            <p:nvPr/>
          </p:nvCxnSpPr>
          <p:spPr>
            <a:xfrm>
              <a:off x="5004048" y="3356992"/>
              <a:ext cx="28083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976EED1-A3EA-438B-B226-E5014C01DD50}"/>
                </a:ext>
              </a:extLst>
            </p:cNvPr>
            <p:cNvCxnSpPr/>
            <p:nvPr/>
          </p:nvCxnSpPr>
          <p:spPr>
            <a:xfrm flipV="1">
              <a:off x="5292080" y="2420888"/>
              <a:ext cx="2088232" cy="19442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E758339-7743-4D05-B205-E57F100401E3}"/>
                </a:ext>
              </a:extLst>
            </p:cNvPr>
            <p:cNvCxnSpPr/>
            <p:nvPr/>
          </p:nvCxnSpPr>
          <p:spPr>
            <a:xfrm>
              <a:off x="5364088" y="2492896"/>
              <a:ext cx="2160240" cy="187220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50713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7E8650-37F2-47A5-A1C8-325DD9B6384C}"/>
              </a:ext>
            </a:extLst>
          </p:cNvPr>
          <p:cNvSpPr txBox="1"/>
          <p:nvPr/>
        </p:nvSpPr>
        <p:spPr>
          <a:xfrm>
            <a:off x="467544" y="548680"/>
            <a:ext cx="82809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dirty="0"/>
              <a:t>Essential Mathematics – Units 3 and 4</a:t>
            </a:r>
          </a:p>
          <a:p>
            <a:r>
              <a:rPr lang="en-AU" dirty="0"/>
              <a:t>Page 76 – Questions 1 &amp; 2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99463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404664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Check for understanding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DBAA7-1359-4677-A4C2-DA208381BD85}"/>
              </a:ext>
            </a:extLst>
          </p:cNvPr>
          <p:cNvSpPr txBox="1"/>
          <p:nvPr/>
        </p:nvSpPr>
        <p:spPr>
          <a:xfrm>
            <a:off x="1403648" y="1556792"/>
            <a:ext cx="619268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Close your books</a:t>
            </a:r>
            <a:br>
              <a:rPr lang="en-AU" dirty="0"/>
            </a:b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On the A5 sheet of paper write as many features about bearings that you can remember. (you can also use a diagram)</a:t>
            </a:r>
            <a:br>
              <a:rPr lang="en-AU" dirty="0"/>
            </a:b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Compare what you have written with the person next to you</a:t>
            </a:r>
            <a:br>
              <a:rPr lang="en-AU" dirty="0"/>
            </a:b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Thumbs up if the person next to you ‘has got it’</a:t>
            </a:r>
            <a:br>
              <a:rPr lang="en-AU" dirty="0"/>
            </a:br>
            <a:r>
              <a:rPr lang="en-AU" dirty="0"/>
              <a:t>Thumbs to the side if they are ‘almost there’</a:t>
            </a:r>
            <a:br>
              <a:rPr lang="en-AU" dirty="0"/>
            </a:br>
            <a:r>
              <a:rPr lang="en-AU" dirty="0"/>
              <a:t>Thumbs down if the have ‘no clue’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7296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1491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Trigonometry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bearings and trigonometry work together.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59832" y="2204864"/>
            <a:ext cx="583264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boat sails from a certain port in the direction N30ºW. After the boat has sailed 20 km, how far is it west of the port?</a:t>
            </a:r>
          </a:p>
          <a:p>
            <a:endParaRPr lang="en-AU" dirty="0"/>
          </a:p>
          <a:p>
            <a:r>
              <a:rPr lang="en-AU" dirty="0"/>
              <a:t>Let the boat be </a:t>
            </a:r>
            <a:r>
              <a:rPr lang="en-AU" i="1" dirty="0"/>
              <a:t>x</a:t>
            </a:r>
            <a:r>
              <a:rPr lang="en-AU" dirty="0"/>
              <a:t> km west of the port.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So, the boat is 10 km west of the port.</a:t>
            </a:r>
          </a:p>
          <a:p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3112138"/>
            <a:ext cx="2990850" cy="21812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2385" y="4437134"/>
            <a:ext cx="3810000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462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1491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Trigonometry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Bearings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3059832" y="1999539"/>
            <a:ext cx="583264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A cyclist travels 10 km south, then 8 km east. Find the cyclist's bearing from her starting point to the nearest degree.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So, the cyclist's bearing is 141º from her starting point.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2572" y="2852936"/>
            <a:ext cx="2409825" cy="22574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2976" y="2892805"/>
            <a:ext cx="3143250" cy="104775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4" y="4185806"/>
            <a:ext cx="2324100" cy="65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18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Essentials Mathematics – Units 3 and 4</a:t>
            </a:r>
            <a:br>
              <a:rPr lang="en-AU" dirty="0"/>
            </a:br>
            <a:r>
              <a:rPr lang="en-AU" dirty="0"/>
              <a:t>Pages 76 &amp; 77</a:t>
            </a:r>
            <a:br>
              <a:rPr lang="en-AU" dirty="0"/>
            </a:br>
            <a:r>
              <a:rPr lang="en-AU" dirty="0"/>
              <a:t>Questions 3 to 7</a:t>
            </a:r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Closure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313</Words>
  <Application>Microsoft Office PowerPoint</Application>
  <PresentationFormat>On-screen Show (4:3)</PresentationFormat>
  <Paragraphs>134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Activity</vt:lpstr>
      <vt:lpstr>Closure activity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Natasha</cp:lastModifiedBy>
  <cp:revision>23</cp:revision>
  <dcterms:created xsi:type="dcterms:W3CDTF">2016-10-20T03:14:06Z</dcterms:created>
  <dcterms:modified xsi:type="dcterms:W3CDTF">2018-02-13T15:50:04Z</dcterms:modified>
</cp:coreProperties>
</file>