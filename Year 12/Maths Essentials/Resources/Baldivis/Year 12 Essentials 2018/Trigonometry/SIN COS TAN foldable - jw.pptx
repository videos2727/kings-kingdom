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3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90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216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3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58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69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26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55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016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108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51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7AB19-C73E-414D-B602-73D000CD6761}" type="datetimeFigureOut">
              <a:rPr lang="en-AU" smtClean="0"/>
              <a:t>21/03/2018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BDADA-35DB-4891-826F-D627058CD1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15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34E2-B724-4380-A469-A6282AA50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1931" y="817563"/>
            <a:ext cx="3689902" cy="1037741"/>
          </a:xfrm>
        </p:spPr>
        <p:txBody>
          <a:bodyPr/>
          <a:lstStyle/>
          <a:p>
            <a:r>
              <a:rPr lang="en-AU" dirty="0"/>
              <a:t>SIN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4CBEFF-99FF-487B-833C-1D6AE6662F0F}"/>
              </a:ext>
            </a:extLst>
          </p:cNvPr>
          <p:cNvSpPr txBox="1">
            <a:spLocks/>
          </p:cNvSpPr>
          <p:nvPr/>
        </p:nvSpPr>
        <p:spPr>
          <a:xfrm>
            <a:off x="5671931" y="2732502"/>
            <a:ext cx="3689902" cy="10377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COS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466237-3230-41E9-95C3-AC4339091276}"/>
              </a:ext>
            </a:extLst>
          </p:cNvPr>
          <p:cNvSpPr txBox="1">
            <a:spLocks/>
          </p:cNvSpPr>
          <p:nvPr/>
        </p:nvSpPr>
        <p:spPr>
          <a:xfrm>
            <a:off x="5671931" y="4647441"/>
            <a:ext cx="3689902" cy="10377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TAN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493B34-D10F-47B7-A943-2BAB024688C3}"/>
              </a:ext>
            </a:extLst>
          </p:cNvPr>
          <p:cNvCxnSpPr/>
          <p:nvPr/>
        </p:nvCxnSpPr>
        <p:spPr>
          <a:xfrm>
            <a:off x="4927399" y="103378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F5EE05-41BE-4AEE-ABA9-AA3BFCB60F0C}"/>
              </a:ext>
            </a:extLst>
          </p:cNvPr>
          <p:cNvCxnSpPr>
            <a:cxnSpLocks/>
          </p:cNvCxnSpPr>
          <p:nvPr/>
        </p:nvCxnSpPr>
        <p:spPr>
          <a:xfrm>
            <a:off x="4927399" y="2340213"/>
            <a:ext cx="4978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5205DC-32EC-4409-9603-449003A10F6F}"/>
              </a:ext>
            </a:extLst>
          </p:cNvPr>
          <p:cNvCxnSpPr>
            <a:cxnSpLocks/>
          </p:cNvCxnSpPr>
          <p:nvPr/>
        </p:nvCxnSpPr>
        <p:spPr>
          <a:xfrm>
            <a:off x="4927398" y="4549255"/>
            <a:ext cx="4978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407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C97E23CA-1ECE-4A56-B535-82A0F5C6E46F}"/>
              </a:ext>
            </a:extLst>
          </p:cNvPr>
          <p:cNvSpPr/>
          <p:nvPr/>
        </p:nvSpPr>
        <p:spPr>
          <a:xfrm>
            <a:off x="904009" y="562946"/>
            <a:ext cx="1676400" cy="1399309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407A2E-1F18-45B6-B6AD-EE4DF33476FF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1323109" y="1262601"/>
            <a:ext cx="83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1407C0-8877-4FFF-A259-0A2617A68B38}"/>
              </a:ext>
            </a:extLst>
          </p:cNvPr>
          <p:cNvCxnSpPr>
            <a:endCxn id="4" idx="3"/>
          </p:cNvCxnSpPr>
          <p:nvPr/>
        </p:nvCxnSpPr>
        <p:spPr>
          <a:xfrm>
            <a:off x="1742209" y="1262600"/>
            <a:ext cx="0" cy="699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F20DB5-6FA4-4107-9CE6-674C7AF1BCCC}"/>
              </a:ext>
            </a:extLst>
          </p:cNvPr>
          <p:cNvSpPr txBox="1"/>
          <p:nvPr/>
        </p:nvSpPr>
        <p:spPr>
          <a:xfrm>
            <a:off x="855518" y="673781"/>
            <a:ext cx="1773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     O</a:t>
            </a:r>
          </a:p>
          <a:p>
            <a:r>
              <a:rPr lang="en-AU" sz="4400" dirty="0"/>
              <a:t>   S  H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FA809EF-A0C2-41C1-9A88-CD605E3ED3C9}"/>
              </a:ext>
            </a:extLst>
          </p:cNvPr>
          <p:cNvSpPr/>
          <p:nvPr/>
        </p:nvSpPr>
        <p:spPr>
          <a:xfrm>
            <a:off x="855518" y="2722775"/>
            <a:ext cx="1676400" cy="1399309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20B24-E40A-4524-918D-ABBF3F4DD592}"/>
              </a:ext>
            </a:extLst>
          </p:cNvPr>
          <p:cNvCxnSpPr>
            <a:stCxn id="10" idx="1"/>
            <a:endCxn id="10" idx="5"/>
          </p:cNvCxnSpPr>
          <p:nvPr/>
        </p:nvCxnSpPr>
        <p:spPr>
          <a:xfrm>
            <a:off x="1274618" y="3422430"/>
            <a:ext cx="83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EC7D60-30D8-439A-85F2-DED1D65E74CE}"/>
              </a:ext>
            </a:extLst>
          </p:cNvPr>
          <p:cNvCxnSpPr>
            <a:endCxn id="10" idx="3"/>
          </p:cNvCxnSpPr>
          <p:nvPr/>
        </p:nvCxnSpPr>
        <p:spPr>
          <a:xfrm>
            <a:off x="1693718" y="3422429"/>
            <a:ext cx="0" cy="699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471925-C198-421D-BB83-2A483EE4008D}"/>
              </a:ext>
            </a:extLst>
          </p:cNvPr>
          <p:cNvSpPr txBox="1"/>
          <p:nvPr/>
        </p:nvSpPr>
        <p:spPr>
          <a:xfrm>
            <a:off x="807027" y="2833610"/>
            <a:ext cx="1773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     A</a:t>
            </a:r>
          </a:p>
          <a:p>
            <a:r>
              <a:rPr lang="en-AU" sz="4400" dirty="0"/>
              <a:t>   C  H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4E85FCF-98F6-411A-8A18-F40022211B2B}"/>
              </a:ext>
            </a:extLst>
          </p:cNvPr>
          <p:cNvSpPr/>
          <p:nvPr/>
        </p:nvSpPr>
        <p:spPr>
          <a:xfrm>
            <a:off x="630380" y="4738261"/>
            <a:ext cx="1676400" cy="1399309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8E0959-0092-4580-A99E-C7702AB6B289}"/>
              </a:ext>
            </a:extLst>
          </p:cNvPr>
          <p:cNvCxnSpPr>
            <a:stCxn id="18" idx="1"/>
            <a:endCxn id="18" idx="5"/>
          </p:cNvCxnSpPr>
          <p:nvPr/>
        </p:nvCxnSpPr>
        <p:spPr>
          <a:xfrm>
            <a:off x="1049480" y="5437916"/>
            <a:ext cx="83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DBD147-BA27-4AD1-863C-27BA0A2C9297}"/>
              </a:ext>
            </a:extLst>
          </p:cNvPr>
          <p:cNvCxnSpPr>
            <a:endCxn id="18" idx="3"/>
          </p:cNvCxnSpPr>
          <p:nvPr/>
        </p:nvCxnSpPr>
        <p:spPr>
          <a:xfrm>
            <a:off x="1468580" y="5437915"/>
            <a:ext cx="0" cy="699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7B3362-A9F3-4396-94E1-6F4CA26098D4}"/>
              </a:ext>
            </a:extLst>
          </p:cNvPr>
          <p:cNvSpPr txBox="1"/>
          <p:nvPr/>
        </p:nvSpPr>
        <p:spPr>
          <a:xfrm>
            <a:off x="581889" y="4849096"/>
            <a:ext cx="1773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     O</a:t>
            </a:r>
          </a:p>
          <a:p>
            <a:r>
              <a:rPr lang="en-AU" sz="4400" dirty="0"/>
              <a:t>   T 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627622-2F1C-4017-8274-4BEFEE471513}"/>
              </a:ext>
            </a:extLst>
          </p:cNvPr>
          <p:cNvSpPr txBox="1"/>
          <p:nvPr/>
        </p:nvSpPr>
        <p:spPr>
          <a:xfrm>
            <a:off x="88323" y="60010"/>
            <a:ext cx="17733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SOH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6574AD-EA02-4A5C-B94E-887B12370D15}"/>
              </a:ext>
            </a:extLst>
          </p:cNvPr>
          <p:cNvSpPr txBox="1"/>
          <p:nvPr/>
        </p:nvSpPr>
        <p:spPr>
          <a:xfrm>
            <a:off x="17318" y="2324430"/>
            <a:ext cx="17733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CAH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848AFA-B95A-4008-B796-175C94D95CC4}"/>
              </a:ext>
            </a:extLst>
          </p:cNvPr>
          <p:cNvSpPr txBox="1"/>
          <p:nvPr/>
        </p:nvSpPr>
        <p:spPr>
          <a:xfrm>
            <a:off x="0" y="4456902"/>
            <a:ext cx="17733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TOA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A6056-B7C3-4D11-85ED-FFA23E887CA1}"/>
                  </a:ext>
                </a:extLst>
              </p:cNvPr>
              <p:cNvSpPr txBox="1"/>
              <p:nvPr/>
            </p:nvSpPr>
            <p:spPr>
              <a:xfrm>
                <a:off x="3195204" y="305664"/>
                <a:ext cx="2036618" cy="526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Sin(</a:t>
                </a:r>
                <a:r>
                  <a:rPr lang="el-GR" dirty="0"/>
                  <a:t>α</a:t>
                </a:r>
                <a:r>
                  <a:rPr lang="en-AU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1A6056-B7C3-4D11-85ED-FFA23E887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04" y="305664"/>
                <a:ext cx="2036618" cy="526234"/>
              </a:xfrm>
              <a:prstGeom prst="rect">
                <a:avLst/>
              </a:prstGeom>
              <a:blipFill>
                <a:blip r:embed="rId2"/>
                <a:stretch>
                  <a:fillRect l="-2395" b="-46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2C715F-AFDE-490F-B630-C6AF23C7F0CB}"/>
                  </a:ext>
                </a:extLst>
              </p:cNvPr>
              <p:cNvSpPr txBox="1"/>
              <p:nvPr/>
            </p:nvSpPr>
            <p:spPr>
              <a:xfrm>
                <a:off x="2964873" y="2497707"/>
                <a:ext cx="2036618" cy="526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Cos(</a:t>
                </a:r>
                <a:r>
                  <a:rPr lang="el-GR" dirty="0"/>
                  <a:t>α</a:t>
                </a:r>
                <a:r>
                  <a:rPr lang="en-AU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𝐻𝑦𝑝𝑜𝑡𝑒𝑛𝑢𝑠𝑒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2C715F-AFDE-490F-B630-C6AF23C7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873" y="2497707"/>
                <a:ext cx="2036618" cy="526234"/>
              </a:xfrm>
              <a:prstGeom prst="rect">
                <a:avLst/>
              </a:prstGeom>
              <a:blipFill>
                <a:blip r:embed="rId3"/>
                <a:stretch>
                  <a:fillRect l="-2395" b="-34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5E6F96-73B4-444E-A68A-E4FFFB64D76E}"/>
                  </a:ext>
                </a:extLst>
              </p:cNvPr>
              <p:cNvSpPr txBox="1"/>
              <p:nvPr/>
            </p:nvSpPr>
            <p:spPr>
              <a:xfrm>
                <a:off x="2937160" y="4752500"/>
                <a:ext cx="2036618" cy="52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Tan(</a:t>
                </a:r>
                <a:r>
                  <a:rPr lang="el-GR" dirty="0"/>
                  <a:t>α</a:t>
                </a:r>
                <a:r>
                  <a:rPr lang="en-AU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5E6F96-73B4-444E-A68A-E4FFFB64D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60" y="4752500"/>
                <a:ext cx="2036618" cy="526619"/>
              </a:xfrm>
              <a:prstGeom prst="rect">
                <a:avLst/>
              </a:prstGeom>
              <a:blipFill>
                <a:blip r:embed="rId4"/>
                <a:stretch>
                  <a:fillRect l="-2695" b="-46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6B884C9-C051-483E-818E-7AE0E12F155E}"/>
              </a:ext>
            </a:extLst>
          </p:cNvPr>
          <p:cNvSpPr txBox="1"/>
          <p:nvPr/>
        </p:nvSpPr>
        <p:spPr>
          <a:xfrm>
            <a:off x="2531918" y="5346060"/>
            <a:ext cx="32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Opposite = Adjacent x Tan(</a:t>
            </a:r>
            <a:r>
              <a:rPr lang="el-GR" sz="1600" dirty="0"/>
              <a:t>α</a:t>
            </a:r>
            <a:r>
              <a:rPr lang="en-AU" sz="1600" dirty="0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861C4D-F422-44CA-966D-D897563A0CC4}"/>
                  </a:ext>
                </a:extLst>
              </p:cNvPr>
              <p:cNvSpPr txBox="1"/>
              <p:nvPr/>
            </p:nvSpPr>
            <p:spPr>
              <a:xfrm>
                <a:off x="2680854" y="5724552"/>
                <a:ext cx="2708564" cy="533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𝐴𝑑𝑗𝑎𝑐𝑒𝑛𝑡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AU" dirty="0"/>
                          <m:t>(</m:t>
                        </m:r>
                        <m:r>
                          <m:rPr>
                            <m:nor/>
                          </m:rPr>
                          <a:rPr lang="el-GR" dirty="0"/>
                          <m:t>α</m:t>
                        </m:r>
                        <m:r>
                          <m:rPr>
                            <m:nor/>
                          </m:rPr>
                          <a:rPr lang="en-AU" dirty="0"/>
                          <m:t>)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861C4D-F422-44CA-966D-D897563A0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854" y="5724552"/>
                <a:ext cx="2708564" cy="533095"/>
              </a:xfrm>
              <a:prstGeom prst="rect">
                <a:avLst/>
              </a:prstGeom>
              <a:blipFill>
                <a:blip r:embed="rId5"/>
                <a:stretch>
                  <a:fillRect l="-676" b="-10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C63EE859-5E87-4414-B653-413B1CCA34B8}"/>
              </a:ext>
            </a:extLst>
          </p:cNvPr>
          <p:cNvSpPr txBox="1"/>
          <p:nvPr/>
        </p:nvSpPr>
        <p:spPr>
          <a:xfrm>
            <a:off x="2815937" y="775412"/>
            <a:ext cx="3269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Opposite = Hypotenuse x Sin(</a:t>
            </a:r>
            <a:r>
              <a:rPr lang="el-GR" sz="1600" dirty="0"/>
              <a:t>α</a:t>
            </a:r>
            <a:r>
              <a:rPr lang="en-AU" sz="1600" dirty="0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0AB67F-4D29-4B5D-A100-85BCD70DD28C}"/>
                  </a:ext>
                </a:extLst>
              </p:cNvPr>
              <p:cNvSpPr txBox="1"/>
              <p:nvPr/>
            </p:nvSpPr>
            <p:spPr>
              <a:xfrm>
                <a:off x="2964873" y="1153904"/>
                <a:ext cx="2708564" cy="533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𝐻𝑦𝑝𝑜𝑡𝑒𝑛𝑢𝑠𝑒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AU" dirty="0"/>
                          <m:t>(</m:t>
                        </m:r>
                        <m:r>
                          <m:rPr>
                            <m:nor/>
                          </m:rPr>
                          <a:rPr lang="el-GR" dirty="0"/>
                          <m:t>α</m:t>
                        </m:r>
                        <m:r>
                          <m:rPr>
                            <m:nor/>
                          </m:rPr>
                          <a:rPr lang="en-AU" dirty="0"/>
                          <m:t>)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0AB67F-4D29-4B5D-A100-85BCD70DD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873" y="1153904"/>
                <a:ext cx="2708564" cy="533095"/>
              </a:xfrm>
              <a:prstGeom prst="rect">
                <a:avLst/>
              </a:prstGeom>
              <a:blipFill>
                <a:blip r:embed="rId6"/>
                <a:stretch>
                  <a:fillRect l="-449" b="-10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49CF02-024D-48BE-AA56-294643EAD742}"/>
                  </a:ext>
                </a:extLst>
              </p:cNvPr>
              <p:cNvSpPr txBox="1"/>
              <p:nvPr/>
            </p:nvSpPr>
            <p:spPr>
              <a:xfrm>
                <a:off x="2796886" y="3090882"/>
                <a:ext cx="32696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𝐴𝑑𝑗𝑎𝑐𝑒𝑛𝑡</m:t>
                    </m:r>
                  </m:oMath>
                </a14:m>
                <a:r>
                  <a:rPr lang="en-AU" sz="1600" dirty="0"/>
                  <a:t> = hypotenuse x Cos(</a:t>
                </a:r>
                <a:r>
                  <a:rPr lang="el-GR" sz="1600" dirty="0"/>
                  <a:t>α</a:t>
                </a:r>
                <a:r>
                  <a:rPr lang="en-AU" sz="1600" dirty="0"/>
                  <a:t>) 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49CF02-024D-48BE-AA56-294643EAD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886" y="3090882"/>
                <a:ext cx="3269672" cy="338554"/>
              </a:xfrm>
              <a:prstGeom prst="rect">
                <a:avLst/>
              </a:prstGeom>
              <a:blipFill>
                <a:blip r:embed="rId7"/>
                <a:stretch>
                  <a:fillRect l="-187" t="-5357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AC429-5AA3-4EA3-A32A-2367CF51BE0A}"/>
                  </a:ext>
                </a:extLst>
              </p:cNvPr>
              <p:cNvSpPr txBox="1"/>
              <p:nvPr/>
            </p:nvSpPr>
            <p:spPr>
              <a:xfrm>
                <a:off x="2945822" y="3469374"/>
                <a:ext cx="2708564" cy="529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Hypotenuse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num>
                      <m:den>
                        <m:r>
                          <m:rPr>
                            <m:nor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AU" dirty="0"/>
                          <m:t>(</m:t>
                        </m:r>
                        <m:r>
                          <m:rPr>
                            <m:nor/>
                          </m:rPr>
                          <a:rPr lang="el-GR" dirty="0"/>
                          <m:t>α</m:t>
                        </m:r>
                        <m:r>
                          <m:rPr>
                            <m:nor/>
                          </m:rPr>
                          <a:rPr lang="en-AU" dirty="0"/>
                          <m:t>)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AC429-5AA3-4EA3-A32A-2367CF51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22" y="3469374"/>
                <a:ext cx="2708564" cy="529119"/>
              </a:xfrm>
              <a:prstGeom prst="rect">
                <a:avLst/>
              </a:prstGeom>
              <a:blipFill>
                <a:blip r:embed="rId8"/>
                <a:stretch>
                  <a:fillRect l="-1798" b="-114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6291EB10-A5F7-4177-A2A6-F1128A29364C}"/>
              </a:ext>
            </a:extLst>
          </p:cNvPr>
          <p:cNvSpPr/>
          <p:nvPr/>
        </p:nvSpPr>
        <p:spPr>
          <a:xfrm>
            <a:off x="6063094" y="444730"/>
            <a:ext cx="1976967" cy="539983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847110-268B-4CD3-A156-6AAFC175D8F2}"/>
              </a:ext>
            </a:extLst>
          </p:cNvPr>
          <p:cNvSpPr txBox="1"/>
          <p:nvPr/>
        </p:nvSpPr>
        <p:spPr>
          <a:xfrm>
            <a:off x="6030189" y="557276"/>
            <a:ext cx="62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58A429-770B-4A8D-87DB-BF0739427768}"/>
              </a:ext>
            </a:extLst>
          </p:cNvPr>
          <p:cNvSpPr txBox="1"/>
          <p:nvPr/>
        </p:nvSpPr>
        <p:spPr>
          <a:xfrm>
            <a:off x="6670583" y="4706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DAA537-F859-405E-824C-0884E49CD785}"/>
              </a:ext>
            </a:extLst>
          </p:cNvPr>
          <p:cNvSpPr txBox="1"/>
          <p:nvPr/>
        </p:nvSpPr>
        <p:spPr>
          <a:xfrm>
            <a:off x="6558202" y="947370"/>
            <a:ext cx="86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</a:t>
            </a:r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39B7C632-EF6A-491B-B8FA-0160C3B3128C}"/>
              </a:ext>
            </a:extLst>
          </p:cNvPr>
          <p:cNvSpPr/>
          <p:nvPr/>
        </p:nvSpPr>
        <p:spPr>
          <a:xfrm>
            <a:off x="6497010" y="2788791"/>
            <a:ext cx="1543051" cy="821300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3A4FC2-8DE7-4B0C-BF04-F6D8322578ED}"/>
              </a:ext>
            </a:extLst>
          </p:cNvPr>
          <p:cNvSpPr txBox="1"/>
          <p:nvPr/>
        </p:nvSpPr>
        <p:spPr>
          <a:xfrm>
            <a:off x="6464105" y="2901337"/>
            <a:ext cx="62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79465-5334-4A42-AD77-F49D85C80C9B}"/>
              </a:ext>
            </a:extLst>
          </p:cNvPr>
          <p:cNvSpPr txBox="1"/>
          <p:nvPr/>
        </p:nvSpPr>
        <p:spPr>
          <a:xfrm>
            <a:off x="7104499" y="2814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CCFEF0-DCBC-4F3F-A555-B6D96B5603BC}"/>
              </a:ext>
            </a:extLst>
          </p:cNvPr>
          <p:cNvSpPr txBox="1"/>
          <p:nvPr/>
        </p:nvSpPr>
        <p:spPr>
          <a:xfrm>
            <a:off x="6124285" y="3184010"/>
            <a:ext cx="86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z = </a:t>
            </a: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49FA7056-E21D-472F-BF7E-2BFB86A2698B}"/>
              </a:ext>
            </a:extLst>
          </p:cNvPr>
          <p:cNvSpPr/>
          <p:nvPr/>
        </p:nvSpPr>
        <p:spPr>
          <a:xfrm>
            <a:off x="6402913" y="5018950"/>
            <a:ext cx="794907" cy="812616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865323-7666-48F2-A6F2-5AA5DD4A00ED}"/>
              </a:ext>
            </a:extLst>
          </p:cNvPr>
          <p:cNvSpPr txBox="1"/>
          <p:nvPr/>
        </p:nvSpPr>
        <p:spPr>
          <a:xfrm>
            <a:off x="6276297" y="5075699"/>
            <a:ext cx="621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60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C5F23C-B25D-409D-A497-9E15F0CD5DA1}"/>
              </a:ext>
            </a:extLst>
          </p:cNvPr>
          <p:cNvSpPr txBox="1"/>
          <p:nvPr/>
        </p:nvSpPr>
        <p:spPr>
          <a:xfrm>
            <a:off x="6497010" y="58883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8AB0AB-1CD5-45C2-BECA-FB21E4958BB1}"/>
              </a:ext>
            </a:extLst>
          </p:cNvPr>
          <p:cNvSpPr txBox="1"/>
          <p:nvPr/>
        </p:nvSpPr>
        <p:spPr>
          <a:xfrm>
            <a:off x="6030188" y="5414169"/>
            <a:ext cx="86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 = </a:t>
            </a:r>
          </a:p>
        </p:txBody>
      </p:sp>
    </p:spTree>
    <p:extLst>
      <p:ext uri="{BB962C8B-B14F-4D97-AF65-F5344CB8AC3E}">
        <p14:creationId xmlns:p14="http://schemas.microsoft.com/office/powerpoint/2010/main" val="199350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84</Words>
  <Application>Microsoft Office PowerPoint</Application>
  <PresentationFormat>A4 Paper (210x297 mm)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SIN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</dc:title>
  <dc:creator>WILSON James [Baldivis Secondary College]</dc:creator>
  <cp:lastModifiedBy>WILSON James [Baldivis Secondary College]</cp:lastModifiedBy>
  <cp:revision>5</cp:revision>
  <dcterms:created xsi:type="dcterms:W3CDTF">2018-02-18T08:33:41Z</dcterms:created>
  <dcterms:modified xsi:type="dcterms:W3CDTF">2018-03-21T04:03:48Z</dcterms:modified>
</cp:coreProperties>
</file>