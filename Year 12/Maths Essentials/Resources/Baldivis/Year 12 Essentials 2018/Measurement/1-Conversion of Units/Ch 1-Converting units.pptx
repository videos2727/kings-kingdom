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6" r:id="rId6"/>
    <p:sldId id="298" r:id="rId7"/>
    <p:sldId id="305" r:id="rId8"/>
    <p:sldId id="304" r:id="rId9"/>
    <p:sldId id="303" r:id="rId10"/>
    <p:sldId id="302" r:id="rId11"/>
    <p:sldId id="301" r:id="rId12"/>
    <p:sldId id="300" r:id="rId13"/>
    <p:sldId id="299" r:id="rId14"/>
    <p:sldId id="294" r:id="rId15"/>
    <p:sldId id="297" r:id="rId16"/>
    <p:sldId id="296" r:id="rId17"/>
    <p:sldId id="295" r:id="rId18"/>
    <p:sldId id="307" r:id="rId19"/>
    <p:sldId id="308" r:id="rId20"/>
    <p:sldId id="312" r:id="rId21"/>
    <p:sldId id="311" r:id="rId22"/>
    <p:sldId id="310" r:id="rId23"/>
    <p:sldId id="309" r:id="rId24"/>
    <p:sldId id="314" r:id="rId25"/>
    <p:sldId id="292" r:id="rId26"/>
    <p:sldId id="31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595"/>
  </p:normalViewPr>
  <p:slideViewPr>
    <p:cSldViewPr>
      <p:cViewPr varScale="1">
        <p:scale>
          <a:sx n="98" d="100"/>
          <a:sy n="98" d="100"/>
        </p:scale>
        <p:origin x="6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1470025"/>
          </a:xfrm>
        </p:spPr>
        <p:txBody>
          <a:bodyPr/>
          <a:lstStyle/>
          <a:p>
            <a:r>
              <a:rPr lang="en-US" smtClean="0"/>
              <a:t>Converting Units review</a:t>
            </a:r>
            <a:endParaRPr lang="en-US"/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12 Essentials </a:t>
            </a:r>
          </a:p>
          <a:p>
            <a:r>
              <a:rPr lang="en-US" dirty="0" smtClean="0"/>
              <a:t>Chapter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5  </a:t>
            </a:r>
            <a:r>
              <a:rPr lang="en-AU" dirty="0" smtClean="0">
                <a:solidFill>
                  <a:srgbClr val="00B050"/>
                </a:solidFill>
              </a:rPr>
              <a:t>x100  =  </a:t>
            </a:r>
            <a:r>
              <a:rPr lang="en-AU" dirty="0" smtClean="0"/>
              <a:t>500cm</a:t>
            </a:r>
            <a:endParaRPr lang="en-AU" dirty="0" smtClean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</a:t>
                </a:r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736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AU" dirty="0" smtClean="0"/>
                  <a:t>240 000cm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1424" t="-1802" r="-633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3808" y="1340768"/>
            <a:ext cx="3458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Guided Practice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317966" y="2390503"/>
            <a:ext cx="3518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Converting Units worksheet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Metric Length puzzle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Skills Sets from MAWA text book</a:t>
            </a:r>
          </a:p>
        </p:txBody>
      </p:sp>
    </p:spTree>
    <p:extLst>
      <p:ext uri="{BB962C8B-B14F-4D97-AF65-F5344CB8AC3E}">
        <p14:creationId xmlns:p14="http://schemas.microsoft.com/office/powerpoint/2010/main" val="300716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858</Words>
  <Application>Microsoft Macintosh PowerPoint</Application>
  <PresentationFormat>On-screen Show (4:3)</PresentationFormat>
  <Paragraphs>325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Cambria Math</vt:lpstr>
      <vt:lpstr>Arial</vt:lpstr>
      <vt:lpstr>Office Theme</vt:lpstr>
      <vt:lpstr>Converting Units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24</cp:revision>
  <dcterms:created xsi:type="dcterms:W3CDTF">2014-05-14T02:58:57Z</dcterms:created>
  <dcterms:modified xsi:type="dcterms:W3CDTF">2018-02-15T10:04:43Z</dcterms:modified>
</cp:coreProperties>
</file>