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8548" autoAdjust="0"/>
  </p:normalViewPr>
  <p:slideViewPr>
    <p:cSldViewPr snapToGrid="0" snapToObjects="1">
      <p:cViewPr varScale="1">
        <p:scale>
          <a:sx n="104" d="100"/>
          <a:sy n="104" d="100"/>
        </p:scale>
        <p:origin x="4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2/15/18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0000FF"/>
                </a:solidFill>
                <a:latin typeface="Chalkboard"/>
                <a:cs typeface="Chalkboard"/>
              </a:rPr>
              <a:t>Perimeter</a:t>
            </a:r>
            <a:endParaRPr lang="en-US" sz="6600" b="1" dirty="0">
              <a:solidFill>
                <a:srgbClr val="0000FF"/>
              </a:solidFill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940" y="4705262"/>
            <a:ext cx="3399060" cy="2152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14" y="158174"/>
            <a:ext cx="2723085" cy="22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3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What is perimeter?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 smtClean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Perimeter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Perimeter</a:t>
            </a:r>
          </a:p>
          <a:p>
            <a:endParaRPr lang="en-US" sz="2800" dirty="0" smtClean="0"/>
          </a:p>
          <a:p>
            <a:r>
              <a:rPr lang="en-US" sz="2800" dirty="0" smtClean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 smtClean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/>
              <a:t>A soccer pitch has boundary lines along the perimeter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 we can use the formula </a:t>
            </a:r>
            <a:r>
              <a:rPr lang="en-US" sz="2800" i="1" dirty="0" smtClean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</a:t>
            </a:r>
            <a:r>
              <a:rPr lang="en-US" sz="2800" dirty="0" smtClean="0">
                <a:latin typeface="Chalkboard"/>
                <a:cs typeface="Chalkboard"/>
              </a:rPr>
              <a:t> = length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20l + 10w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= 60 m 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</a:t>
            </a:r>
            <a:r>
              <a:rPr lang="en-US" sz="2400" dirty="0" smtClean="0">
                <a:latin typeface="Chalkboard"/>
                <a:cs typeface="Chalkboard"/>
              </a:rPr>
              <a:t>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 smtClean="0">
                <a:latin typeface="Chalkboard"/>
                <a:cs typeface="Chalkboard"/>
              </a:rPr>
              <a:t>b = 7 cm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endParaRPr lang="en-US" sz="2800" dirty="0" smtClean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3110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451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How do we find the perimeter of different shapes? </a:t>
            </a:r>
            <a:endParaRPr lang="en-AU" sz="24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 smtClean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 smtClean="0">
                <a:latin typeface="Chalkboard"/>
                <a:cs typeface="Chalkboard"/>
              </a:rPr>
              <a:t>P = 4l </a:t>
            </a:r>
            <a:endParaRPr lang="en-US" sz="2400" i="1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 smtClean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 smtClean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 smtClean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 smtClean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4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4 cm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146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7 cm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27 at 2.22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6"/>
          <a:stretch/>
        </p:blipFill>
        <p:spPr>
          <a:xfrm>
            <a:off x="4116" y="887803"/>
            <a:ext cx="9139884" cy="50009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6914" y="55991"/>
            <a:ext cx="9972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halkboard"/>
                <a:cs typeface="Chalkboard"/>
              </a:rPr>
              <a:t>Task </a:t>
            </a:r>
            <a:endParaRPr lang="en-US" sz="32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0335" y="1087395"/>
            <a:ext cx="330494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Independent practice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18246" y="2224217"/>
            <a:ext cx="404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Pg</a:t>
            </a:r>
            <a:r>
              <a:rPr lang="en-US" dirty="0" smtClean="0"/>
              <a:t> 12-13 MAWA Text Question 1 &amp; 2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351</Words>
  <Application>Microsoft Macintosh PowerPoint</Application>
  <PresentationFormat>On-screen Show (4:3)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Chalkboard</vt:lpstr>
      <vt:lpstr>Arial</vt:lpstr>
      <vt:lpstr>Office Theme</vt:lpstr>
      <vt:lpstr>Perimeter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Kath Farmer</cp:lastModifiedBy>
  <cp:revision>7</cp:revision>
  <dcterms:created xsi:type="dcterms:W3CDTF">2017-02-27T05:52:32Z</dcterms:created>
  <dcterms:modified xsi:type="dcterms:W3CDTF">2018-02-15T10:51:05Z</dcterms:modified>
</cp:coreProperties>
</file>