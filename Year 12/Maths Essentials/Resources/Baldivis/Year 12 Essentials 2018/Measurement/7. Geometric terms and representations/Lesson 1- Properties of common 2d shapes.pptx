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9" r:id="rId2"/>
    <p:sldId id="273" r:id="rId3"/>
    <p:sldId id="274" r:id="rId4"/>
    <p:sldId id="275" r:id="rId5"/>
    <p:sldId id="276" r:id="rId6"/>
    <p:sldId id="280" r:id="rId7"/>
    <p:sldId id="285" r:id="rId8"/>
    <p:sldId id="281" r:id="rId9"/>
    <p:sldId id="268" r:id="rId10"/>
    <p:sldId id="269" r:id="rId11"/>
    <p:sldId id="270" r:id="rId12"/>
    <p:sldId id="283" r:id="rId13"/>
    <p:sldId id="284" r:id="rId14"/>
    <p:sldId id="286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CFF"/>
    <a:srgbClr val="FFFF00"/>
    <a:srgbClr val="F2D2AC"/>
    <a:srgbClr val="3333FF"/>
    <a:srgbClr val="0000CC"/>
    <a:srgbClr val="66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 autoAdjust="0"/>
    <p:restoredTop sz="94614" autoAdjust="0"/>
  </p:normalViewPr>
  <p:slideViewPr>
    <p:cSldViewPr snapToGrid="0">
      <p:cViewPr varScale="1">
        <p:scale>
          <a:sx n="65" d="100"/>
          <a:sy n="65" d="100"/>
        </p:scale>
        <p:origin x="14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3BA9D-D97A-45A9-A8B1-ED2AE99F9575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910BF-55D3-400E-AF66-599E2CB239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69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365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756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89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F5B06D-B709-417E-94E4-2AE3D8E6AE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36BE3-31A2-43F5-A181-AD37638B3F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D9ABF-8452-4549-9377-FCBFBDDF2E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8AF1D9-1C27-4EE8-A5F2-C9BBBA65FA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3D187-57F7-4BFD-A045-92F35385CF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B2EFBF-6D52-43D2-A0A2-A9ED76F714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BB903-FAAC-4DED-A279-880624089B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93BBC-01F9-4AF0-89FD-5DE9E182A0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4BC3D0-8291-4CAE-BEAE-B13F950C03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B385B-C715-418A-B43D-6598C405F9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2A2C7-AB38-4B46-AE7D-D8520D65E6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77776CE-1A63-432F-9E03-C4B692C4656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hyperlink" Target="http://www.google.co.uk/url?sa=i&amp;rct=j&amp;q=&amp;esrc=s&amp;frm=1&amp;source=images&amp;cd=&amp;cad=rja&amp;docid=2KVyenfgKvv2xM&amp;tbnid=h0jEO8FbOL27lM:&amp;ved=0CAUQjRw&amp;url=http://www.emathematics.net/shapes.php?a=&amp;figura=7&amp;ei=5S6LUv2JOufP0QXR0oGIDw&amp;bvm=bv.56643336,d.ZGU&amp;psig=AFQjCNED_1kAAxSfmVYGDuguv_4XH4Tiig&amp;ust=138493959759046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1979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1115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261789" y="82671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2081067" y="1586866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333317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parallel lines?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They are two lines on a surface that never meet. They are always the same distance apart.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99592" y="285293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99592" y="3645024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32240" y="2132856"/>
            <a:ext cx="2171700" cy="2105026"/>
          </a:xfrm>
          <a:prstGeom prst="rect">
            <a:avLst/>
          </a:prstGeom>
          <a:noFill/>
        </p:spPr>
      </p:pic>
      <p:pic>
        <p:nvPicPr>
          <p:cNvPr id="7172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6256" y="4581128"/>
            <a:ext cx="1728192" cy="1728192"/>
          </a:xfrm>
          <a:prstGeom prst="rect">
            <a:avLst/>
          </a:prstGeom>
          <a:noFill/>
        </p:spPr>
      </p:pic>
      <p:cxnSp>
        <p:nvCxnSpPr>
          <p:cNvPr id="9" name="Straight Connector 8"/>
          <p:cNvCxnSpPr/>
          <p:nvPr/>
        </p:nvCxnSpPr>
        <p:spPr>
          <a:xfrm flipV="1">
            <a:off x="827584" y="5517232"/>
            <a:ext cx="5616624" cy="216024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827584" y="501317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6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Perpendicular Line?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This is when a line is at exactly 90 degrees to another line.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87624" y="4221088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3419872" y="2420888"/>
            <a:ext cx="0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491880" y="350100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995936" y="3501008"/>
            <a:ext cx="0" cy="63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48264" y="2420888"/>
            <a:ext cx="1428812" cy="1384946"/>
          </a:xfrm>
          <a:prstGeom prst="rect">
            <a:avLst/>
          </a:prstGeom>
          <a:noFill/>
        </p:spPr>
      </p:pic>
      <p:cxnSp>
        <p:nvCxnSpPr>
          <p:cNvPr id="16" name="Straight Connector 15"/>
          <p:cNvCxnSpPr/>
          <p:nvPr/>
        </p:nvCxnSpPr>
        <p:spPr>
          <a:xfrm>
            <a:off x="1187624" y="6309320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2915816" y="4509120"/>
            <a:ext cx="504056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76256" y="4869160"/>
            <a:ext cx="1368152" cy="1368152"/>
          </a:xfrm>
          <a:prstGeom prst="rect">
            <a:avLst/>
          </a:prstGeom>
          <a:noFill/>
        </p:spPr>
      </p:pic>
      <p:cxnSp>
        <p:nvCxnSpPr>
          <p:cNvPr id="26" name="Straight Arrow Connector 25"/>
          <p:cNvCxnSpPr/>
          <p:nvPr/>
        </p:nvCxnSpPr>
        <p:spPr>
          <a:xfrm flipH="1">
            <a:off x="4139952" y="3068960"/>
            <a:ext cx="648072" cy="360040"/>
          </a:xfrm>
          <a:prstGeom prst="straightConnector1">
            <a:avLst/>
          </a:prstGeom>
          <a:ln w="730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88024" y="285293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degrees!</a:t>
            </a:r>
          </a:p>
        </p:txBody>
      </p:sp>
    </p:spTree>
    <p:extLst>
      <p:ext uri="{BB962C8B-B14F-4D97-AF65-F5344CB8AC3E}">
        <p14:creationId xmlns:p14="http://schemas.microsoft.com/office/powerpoint/2010/main" val="376486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Task: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324744"/>
          </a:xfrm>
        </p:spPr>
        <p:txBody>
          <a:bodyPr/>
          <a:lstStyle/>
          <a:p>
            <a:r>
              <a:rPr lang="en-US" dirty="0"/>
              <a:t>Which of these shapes are parallel, perpendicular or neither? </a:t>
            </a:r>
          </a:p>
        </p:txBody>
      </p:sp>
      <p:pic>
        <p:nvPicPr>
          <p:cNvPr id="20505" name="Picture 2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964" t="38016" r="23353" b="20641"/>
          <a:stretch>
            <a:fillRect/>
          </a:stretch>
        </p:blipFill>
        <p:spPr bwMode="auto">
          <a:xfrm>
            <a:off x="395536" y="3257600"/>
            <a:ext cx="83152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293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94122"/>
          </a:xfrm>
        </p:spPr>
        <p:txBody>
          <a:bodyPr>
            <a:noAutofit/>
          </a:bodyPr>
          <a:lstStyle/>
          <a:p>
            <a:r>
              <a:rPr lang="en-US" sz="2800" dirty="0"/>
              <a:t>How many parallel or perpendicular lines are in each shape?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C40D0-6171-4B40-8EA4-CF36DFD4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55" y="1268760"/>
            <a:ext cx="7598672" cy="541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9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1979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1115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261789" y="82671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2081067" y="2786034"/>
            <a:ext cx="651226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2081067" y="1586866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2549135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E630-3B28-4504-BFD2-E3566382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70DBD0-8A54-400C-8181-663A8E891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7" y="261682"/>
            <a:ext cx="8466199" cy="5667170"/>
          </a:xfrm>
        </p:spPr>
      </p:pic>
    </p:spTree>
    <p:extLst>
      <p:ext uri="{BB962C8B-B14F-4D97-AF65-F5344CB8AC3E}">
        <p14:creationId xmlns:p14="http://schemas.microsoft.com/office/powerpoint/2010/main" val="2257177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E1E06-5880-4EEE-8FC2-DAA596FD2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19" y="2432209"/>
            <a:ext cx="5237832" cy="41857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ECC13-53F4-459B-AC3E-2FC09BD8A823}"/>
              </a:ext>
            </a:extLst>
          </p:cNvPr>
          <p:cNvSpPr txBox="1"/>
          <p:nvPr/>
        </p:nvSpPr>
        <p:spPr>
          <a:xfrm>
            <a:off x="545690" y="265471"/>
            <a:ext cx="8126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Polygons can be described as convex or concave. </a:t>
            </a:r>
          </a:p>
          <a:p>
            <a:endParaRPr lang="en-AU" dirty="0"/>
          </a:p>
          <a:p>
            <a:r>
              <a:rPr lang="en-AU" dirty="0"/>
              <a:t>Concave shapes only have interior angles less than 180</a:t>
            </a:r>
            <a:r>
              <a:rPr lang="en-AU" baseline="30000" dirty="0"/>
              <a:t>o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Convex shapes have at least 1 angle greater than 180</a:t>
            </a:r>
            <a:r>
              <a:rPr lang="en-AU" baseline="30000" dirty="0"/>
              <a:t>o</a:t>
            </a:r>
            <a:r>
              <a:rPr lang="en-AU" dirty="0"/>
              <a:t>.  This results in a “caved in” appearance on that side.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DD1A4-45A8-427C-BFF5-55FDAABD3248}"/>
              </a:ext>
            </a:extLst>
          </p:cNvPr>
          <p:cNvSpPr txBox="1"/>
          <p:nvPr/>
        </p:nvSpPr>
        <p:spPr>
          <a:xfrm>
            <a:off x="7241457" y="2432209"/>
            <a:ext cx="166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“Caved in”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8DBF35-CF63-49B1-ADF5-962F0C42C8A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899355" y="2616875"/>
            <a:ext cx="1342102" cy="347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2EF6F8-D5C4-4DAD-AC02-CF34405B0E2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032090" y="2616875"/>
            <a:ext cx="1209367" cy="1542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FDB539-D28D-4A27-810E-8840E259E6C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899355" y="2616875"/>
            <a:ext cx="1342102" cy="2840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198B5-BB30-4FDA-A7F2-FA628B964A3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294673" y="2616875"/>
            <a:ext cx="1946784" cy="314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D92992-CB5D-4A21-8CB0-7CB51C69412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032090" y="2616875"/>
            <a:ext cx="1209367" cy="2161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286B7A-13EC-4422-9AFE-4683A6966363}"/>
              </a:ext>
            </a:extLst>
          </p:cNvPr>
          <p:cNvSpPr txBox="1"/>
          <p:nvPr/>
        </p:nvSpPr>
        <p:spPr>
          <a:xfrm>
            <a:off x="1827722" y="2128552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8589C9-85F8-4E4E-A97C-CC67EBF17AF0}"/>
              </a:ext>
            </a:extLst>
          </p:cNvPr>
          <p:cNvSpPr txBox="1"/>
          <p:nvPr/>
        </p:nvSpPr>
        <p:spPr>
          <a:xfrm>
            <a:off x="5499077" y="2100059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Concave</a:t>
            </a:r>
          </a:p>
        </p:txBody>
      </p:sp>
    </p:spTree>
    <p:extLst>
      <p:ext uri="{BB962C8B-B14F-4D97-AF65-F5344CB8AC3E}">
        <p14:creationId xmlns:p14="http://schemas.microsoft.com/office/powerpoint/2010/main" val="25836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polygons:</a:t>
            </a:r>
          </a:p>
        </p:txBody>
      </p:sp>
      <p:pic>
        <p:nvPicPr>
          <p:cNvPr id="1026" name="Picture 2" descr="http://www.emathematics.net/poligonosregulares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5"/>
            <a:ext cx="7200800" cy="402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536355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Regular polygons all have equal sides. </a:t>
            </a:r>
          </a:p>
          <a:p>
            <a:r>
              <a:rPr lang="en-GB" sz="2000" dirty="0"/>
              <a:t>They have the same sized angles.</a:t>
            </a:r>
          </a:p>
        </p:txBody>
      </p:sp>
    </p:spTree>
    <p:extLst>
      <p:ext uri="{BB962C8B-B14F-4D97-AF65-F5344CB8AC3E}">
        <p14:creationId xmlns:p14="http://schemas.microsoft.com/office/powerpoint/2010/main" val="3943414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Irregular polygons: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5363558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Irregular polygons have sides of different sizes. </a:t>
            </a:r>
          </a:p>
          <a:p>
            <a:r>
              <a:rPr lang="en-GB" sz="2000" dirty="0"/>
              <a:t>They have angles of different sizes.</a:t>
            </a:r>
          </a:p>
          <a:p>
            <a:endParaRPr lang="en-GB" sz="2000" dirty="0"/>
          </a:p>
        </p:txBody>
      </p:sp>
      <p:pic>
        <p:nvPicPr>
          <p:cNvPr id="2050" name="Picture 2" descr="http://image.mathcaptain.com/cms/images/41/regular-and-irregular-polyg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58" y="1360488"/>
            <a:ext cx="8259084" cy="358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7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://www.valleytech.k12.ma.us/shapes/BLANK_clip_image002_00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564904"/>
            <a:ext cx="6596973" cy="295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55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8CC0D-8365-4C47-AB0A-06C12D7B4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6408"/>
            <a:ext cx="8878926" cy="5194172"/>
          </a:xfrm>
        </p:spPr>
      </p:pic>
    </p:spTree>
    <p:extLst>
      <p:ext uri="{BB962C8B-B14F-4D97-AF65-F5344CB8AC3E}">
        <p14:creationId xmlns:p14="http://schemas.microsoft.com/office/powerpoint/2010/main" val="1637013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A7A5-04F8-4C86-B35B-79890197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26127D-E9C6-4926-8980-85408B917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4638"/>
            <a:ext cx="7981444" cy="6385156"/>
          </a:xfrm>
        </p:spPr>
      </p:pic>
    </p:spTree>
    <p:extLst>
      <p:ext uri="{BB962C8B-B14F-4D97-AF65-F5344CB8AC3E}">
        <p14:creationId xmlns:p14="http://schemas.microsoft.com/office/powerpoint/2010/main" val="2468564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1979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1115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261789" y="82671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2081067" y="2786034"/>
            <a:ext cx="651226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2081067" y="1586866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90C88-FB81-47BB-93CE-FBB3F442A2B5}"/>
              </a:ext>
            </a:extLst>
          </p:cNvPr>
          <p:cNvSpPr txBox="1"/>
          <p:nvPr/>
        </p:nvSpPr>
        <p:spPr>
          <a:xfrm>
            <a:off x="4085303" y="5973097"/>
            <a:ext cx="38198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Complete chapter 12 of MAWA Essentials book 3 and 4.  Page 41</a:t>
            </a:r>
          </a:p>
        </p:txBody>
      </p:sp>
    </p:spTree>
    <p:extLst>
      <p:ext uri="{BB962C8B-B14F-4D97-AF65-F5344CB8AC3E}">
        <p14:creationId xmlns:p14="http://schemas.microsoft.com/office/powerpoint/2010/main" val="475745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401</Words>
  <Application>Microsoft Office PowerPoint</Application>
  <PresentationFormat>On-screen Show (4:3)</PresentationFormat>
  <Paragraphs>47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Default Design</vt:lpstr>
      <vt:lpstr>PowerPoint Presentation</vt:lpstr>
      <vt:lpstr>What are parallel lines? </vt:lpstr>
      <vt:lpstr>What is a Perpendicular Line? </vt:lpstr>
      <vt:lpstr>Quick Task: </vt:lpstr>
      <vt:lpstr>How many parallel or perpendicular lines are in each shape?</vt:lpstr>
      <vt:lpstr>PowerPoint Presentation</vt:lpstr>
      <vt:lpstr>PowerPoint Presentation</vt:lpstr>
      <vt:lpstr>PowerPoint Presentation</vt:lpstr>
      <vt:lpstr>Regular polygons:</vt:lpstr>
      <vt:lpstr>Irregular polygons:</vt:lpstr>
      <vt:lpstr>PowerPoint Presentation</vt:lpstr>
      <vt:lpstr>PowerPoint Presentation</vt:lpstr>
      <vt:lpstr>PowerPoint Presentation</vt:lpstr>
      <vt:lpstr>PowerPoint Presentation</vt:lpstr>
    </vt:vector>
  </TitlesOfParts>
  <Company>Whiteboardmaths.com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Faces, edges and vertices</dc:title>
  <dc:creator>Mike Crowley</dc:creator>
  <cp:lastModifiedBy>WILSON James [Baldivis Secondary College]</cp:lastModifiedBy>
  <cp:revision>23</cp:revision>
  <dcterms:created xsi:type="dcterms:W3CDTF">2007-01-14T18:48:41Z</dcterms:created>
  <dcterms:modified xsi:type="dcterms:W3CDTF">2018-03-18T14:14:50Z</dcterms:modified>
</cp:coreProperties>
</file>