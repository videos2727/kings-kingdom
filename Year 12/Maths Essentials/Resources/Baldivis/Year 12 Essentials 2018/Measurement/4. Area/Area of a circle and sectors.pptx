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1" r:id="rId3"/>
    <p:sldId id="259" r:id="rId4"/>
    <p:sldId id="258" r:id="rId5"/>
    <p:sldId id="260" r:id="rId6"/>
    <p:sldId id="25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 varScale="1">
        <p:scale>
          <a:sx n="71" d="100"/>
          <a:sy n="71" d="100"/>
        </p:scale>
        <p:origin x="4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146C-2D67-4551-ACB0-12ADB34F96D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DDBD-21E8-4224-94E1-45B718EF7E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227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146C-2D67-4551-ACB0-12ADB34F96D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DDBD-21E8-4224-94E1-45B718EF7E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4424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146C-2D67-4551-ACB0-12ADB34F96D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DDBD-21E8-4224-94E1-45B718EF7E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9546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146C-2D67-4551-ACB0-12ADB34F96D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DDBD-21E8-4224-94E1-45B718EF7E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4375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146C-2D67-4551-ACB0-12ADB34F96D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DDBD-21E8-4224-94E1-45B718EF7E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3258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146C-2D67-4551-ACB0-12ADB34F96D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DDBD-21E8-4224-94E1-45B718EF7E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72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146C-2D67-4551-ACB0-12ADB34F96D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DDBD-21E8-4224-94E1-45B718EF7E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6585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146C-2D67-4551-ACB0-12ADB34F96D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DDBD-21E8-4224-94E1-45B718EF7E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133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146C-2D67-4551-ACB0-12ADB34F96D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DDBD-21E8-4224-94E1-45B718EF7E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6126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146C-2D67-4551-ACB0-12ADB34F96D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DDBD-21E8-4224-94E1-45B718EF7E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3105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146C-2D67-4551-ACB0-12ADB34F96D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DDBD-21E8-4224-94E1-45B718EF7E3F}" type="slidenum">
              <a:rPr lang="en-AU" smtClean="0"/>
              <a:t>‹#›</a:t>
            </a:fld>
            <a:endParaRPr lang="en-A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6702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146C-2D67-4551-ACB0-12ADB34F96D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DDBD-21E8-4224-94E1-45B718EF7E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48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146C-2D67-4551-ACB0-12ADB34F96D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DDBD-21E8-4224-94E1-45B718EF7E3F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2124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146C-2D67-4551-ACB0-12ADB34F96D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DDBD-21E8-4224-94E1-45B718EF7E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79178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146C-2D67-4551-ACB0-12ADB34F96D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DDBD-21E8-4224-94E1-45B718EF7E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0586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146C-2D67-4551-ACB0-12ADB34F96D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DDBD-21E8-4224-94E1-45B718EF7E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3370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7146C-2D67-4551-ACB0-12ADB34F96DC}" type="datetimeFigureOut">
              <a:rPr lang="en-AU" smtClean="0"/>
              <a:t>26/02/2018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C36DDBD-21E8-4224-94E1-45B718EF7E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5351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5FB32-5965-499E-BB5C-5AB25E3D62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Area of a circle and sectors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33252-661F-44A8-B26E-17726960A5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By the Friendly Neighbourhood Mathematics Department</a:t>
            </a:r>
          </a:p>
        </p:txBody>
      </p:sp>
    </p:spTree>
    <p:extLst>
      <p:ext uri="{BB962C8B-B14F-4D97-AF65-F5344CB8AC3E}">
        <p14:creationId xmlns:p14="http://schemas.microsoft.com/office/powerpoint/2010/main" val="3461567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1D532-1FA5-4A5C-B5D2-250A84214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Basic Circle and Sector formula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630AA7-6FD4-4F10-B518-BAA7DE6B3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6419" t="71288" r="5599" b="10851"/>
          <a:stretch/>
        </p:blipFill>
        <p:spPr>
          <a:xfrm>
            <a:off x="422825" y="1930400"/>
            <a:ext cx="9831314" cy="25992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374098-E3F8-41E6-BC78-6A895B21E2F4}"/>
              </a:ext>
            </a:extLst>
          </p:cNvPr>
          <p:cNvSpPr txBox="1"/>
          <p:nvPr/>
        </p:nvSpPr>
        <p:spPr>
          <a:xfrm>
            <a:off x="793376" y="1270000"/>
            <a:ext cx="909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EQ: When is a circle not a circle?</a:t>
            </a:r>
          </a:p>
        </p:txBody>
      </p:sp>
    </p:spTree>
    <p:extLst>
      <p:ext uri="{BB962C8B-B14F-4D97-AF65-F5344CB8AC3E}">
        <p14:creationId xmlns:p14="http://schemas.microsoft.com/office/powerpoint/2010/main" val="2534882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F5C53EA-70B5-4F85-8B5A-6F478C218E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162" t="18416" r="22793" b="19396"/>
          <a:stretch/>
        </p:blipFill>
        <p:spPr>
          <a:xfrm rot="16200000">
            <a:off x="2644493" y="-1904348"/>
            <a:ext cx="1418665" cy="54843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401553-F136-4C95-B58C-AC974C773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1D5DABC-49EA-4DAD-A941-594823178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30903" t="17436" r="37543" b="16740"/>
          <a:stretch/>
        </p:blipFill>
        <p:spPr>
          <a:xfrm rot="16200000">
            <a:off x="1587291" y="467840"/>
            <a:ext cx="5438589" cy="734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806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255D-12DC-4CE8-85DD-C3719D566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Finding a semi circle, three quarter circle and a quarter circle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75C1EA-ACB8-4AB3-8506-AA484C152E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475" t="22632" r="51567" b="13276"/>
          <a:stretch/>
        </p:blipFill>
        <p:spPr>
          <a:xfrm rot="5400000">
            <a:off x="2463453" y="715544"/>
            <a:ext cx="4820232" cy="724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784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60417-EBF7-4439-83CE-41FF512FE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Sectors.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BB6BD4E-763D-4A09-91F2-6CBC829E5F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722" t="27136" r="26635" b="31984"/>
          <a:stretch/>
        </p:blipFill>
        <p:spPr>
          <a:xfrm>
            <a:off x="1096191" y="1930400"/>
            <a:ext cx="7970607" cy="399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937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BCFFC-1477-4EEE-86F6-C9CF2C322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Bonus Question: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70800C-7F42-4CB2-A9A7-48142F8AB1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786" t="40301" r="23713" b="46881"/>
          <a:stretch/>
        </p:blipFill>
        <p:spPr>
          <a:xfrm>
            <a:off x="394817" y="1930400"/>
            <a:ext cx="11402365" cy="169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357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77</TotalTime>
  <Words>44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Area of a circle and sectors</vt:lpstr>
      <vt:lpstr>Basic Circle and Sector formula</vt:lpstr>
      <vt:lpstr>PowerPoint Presentation</vt:lpstr>
      <vt:lpstr>Finding a semi circle, three quarter circle and a quarter circle </vt:lpstr>
      <vt:lpstr>Sectors.</vt:lpstr>
      <vt:lpstr>Bonus Question: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Area of a circle and sectors</dc:title>
  <dc:creator>CRAIG Mason [Baldivis Secondary College]</dc:creator>
  <cp:lastModifiedBy>CRAIG Mason [Baldivis Secondary College]</cp:lastModifiedBy>
  <cp:revision>7</cp:revision>
  <dcterms:created xsi:type="dcterms:W3CDTF">2018-02-26T07:17:07Z</dcterms:created>
  <dcterms:modified xsi:type="dcterms:W3CDTF">2018-02-26T08:34:18Z</dcterms:modified>
</cp:coreProperties>
</file>