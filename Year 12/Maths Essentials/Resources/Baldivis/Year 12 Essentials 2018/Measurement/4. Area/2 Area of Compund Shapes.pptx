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28" r:id="rId5"/>
    <p:sldId id="334" r:id="rId6"/>
    <p:sldId id="335" r:id="rId7"/>
    <p:sldId id="336" r:id="rId8"/>
    <p:sldId id="321" r:id="rId9"/>
    <p:sldId id="32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 autoAdjust="0"/>
    <p:restoredTop sz="95673" autoAdjust="0"/>
  </p:normalViewPr>
  <p:slideViewPr>
    <p:cSldViewPr>
      <p:cViewPr varScale="1">
        <p:scale>
          <a:sx n="67" d="100"/>
          <a:sy n="67" d="100"/>
        </p:scale>
        <p:origin x="12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26/02/2018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composite shapes?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14" y="5157192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find the area of composite shapes?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B1448A-1457-6E46-A106-FE34FE02BE6A}"/>
              </a:ext>
            </a:extLst>
          </p:cNvPr>
          <p:cNvSpPr txBox="1"/>
          <p:nvPr/>
        </p:nvSpPr>
        <p:spPr>
          <a:xfrm>
            <a:off x="119514" y="2016176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are composite shapes?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2855695" y="1961057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u="sng" dirty="0">
                <a:solidFill>
                  <a:srgbClr val="FF0000"/>
                </a:solidFill>
              </a:rPr>
              <a:t>Compound shape:</a:t>
            </a:r>
            <a:r>
              <a:rPr lang="en-GB" sz="2200" dirty="0"/>
              <a:t> a 2D shape made up of many shapes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2AEC6AC-C2C2-1740-8B24-E21A90ED9AD4}"/>
              </a:ext>
            </a:extLst>
          </p:cNvPr>
          <p:cNvSpPr/>
          <p:nvPr/>
        </p:nvSpPr>
        <p:spPr>
          <a:xfrm>
            <a:off x="3096998" y="2812348"/>
            <a:ext cx="1042954" cy="112070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61ACB92F-BF4D-1043-BA20-43764911A4E0}"/>
              </a:ext>
            </a:extLst>
          </p:cNvPr>
          <p:cNvSpPr/>
          <p:nvPr/>
        </p:nvSpPr>
        <p:spPr>
          <a:xfrm>
            <a:off x="4572000" y="2785283"/>
            <a:ext cx="1440160" cy="1435805"/>
          </a:xfrm>
          <a:prstGeom prst="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974A12F6-A9E6-5C47-9E7E-66EC08197EE9}"/>
              </a:ext>
            </a:extLst>
          </p:cNvPr>
          <p:cNvSpPr/>
          <p:nvPr/>
        </p:nvSpPr>
        <p:spPr>
          <a:xfrm>
            <a:off x="6588224" y="2636912"/>
            <a:ext cx="1944216" cy="1152128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ight Arrow Callout 18">
            <a:extLst>
              <a:ext uri="{FF2B5EF4-FFF2-40B4-BE49-F238E27FC236}">
                <a16:creationId xmlns:a16="http://schemas.microsoft.com/office/drawing/2014/main" id="{8B1A7142-4F65-8E47-B20F-064473F7E022}"/>
              </a:ext>
            </a:extLst>
          </p:cNvPr>
          <p:cNvSpPr/>
          <p:nvPr/>
        </p:nvSpPr>
        <p:spPr>
          <a:xfrm>
            <a:off x="6029978" y="4580456"/>
            <a:ext cx="2160240" cy="1908212"/>
          </a:xfrm>
          <a:prstGeom prst="rightArrowCallo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composite shapes?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112" y="1961056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find the area of composite shapes?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F6BC6DE-1552-7D4B-BE81-BB9E522D2000}"/>
              </a:ext>
            </a:extLst>
          </p:cNvPr>
          <p:cNvSpPr txBox="1">
            <a:spLocks/>
          </p:cNvSpPr>
          <p:nvPr/>
        </p:nvSpPr>
        <p:spPr>
          <a:xfrm>
            <a:off x="2968920" y="1961056"/>
            <a:ext cx="5717880" cy="41651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endParaRPr lang="en-GB" sz="2000" dirty="0"/>
          </a:p>
          <a:p>
            <a:r>
              <a:rPr lang="en-GB" sz="2000" dirty="0"/>
              <a:t>Find the area of each shape, then add them together</a:t>
            </a: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7F502458-50AE-6840-AE57-FAC7415D6343}"/>
              </a:ext>
            </a:extLst>
          </p:cNvPr>
          <p:cNvSpPr/>
          <p:nvPr/>
        </p:nvSpPr>
        <p:spPr>
          <a:xfrm>
            <a:off x="3186241" y="4046778"/>
            <a:ext cx="2520280" cy="1512168"/>
          </a:xfrm>
          <a:prstGeom prst="corner">
            <a:avLst>
              <a:gd name="adj1" fmla="val 50000"/>
              <a:gd name="adj2" fmla="val 5109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63D861-0933-8A46-AAC3-86D2349F6FE3}"/>
              </a:ext>
            </a:extLst>
          </p:cNvPr>
          <p:cNvCxnSpPr/>
          <p:nvPr/>
        </p:nvCxnSpPr>
        <p:spPr>
          <a:xfrm>
            <a:off x="3186241" y="4802862"/>
            <a:ext cx="792088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own Arrow 22">
            <a:extLst>
              <a:ext uri="{FF2B5EF4-FFF2-40B4-BE49-F238E27FC236}">
                <a16:creationId xmlns:a16="http://schemas.microsoft.com/office/drawing/2014/main" id="{C5B705E3-0E9D-404E-BD58-18CFF52471DF}"/>
              </a:ext>
            </a:extLst>
          </p:cNvPr>
          <p:cNvSpPr/>
          <p:nvPr/>
        </p:nvSpPr>
        <p:spPr>
          <a:xfrm>
            <a:off x="5964471" y="4031208"/>
            <a:ext cx="2808312" cy="1512168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A70053-B585-834C-9384-F7ADF1BEA907}"/>
              </a:ext>
            </a:extLst>
          </p:cNvPr>
          <p:cNvCxnSpPr/>
          <p:nvPr/>
        </p:nvCxnSpPr>
        <p:spPr>
          <a:xfrm>
            <a:off x="6685564" y="4755280"/>
            <a:ext cx="1368152" cy="1385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4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1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4" name="L-Shape 3"/>
          <p:cNvSpPr/>
          <p:nvPr/>
        </p:nvSpPr>
        <p:spPr>
          <a:xfrm rot="5400000">
            <a:off x="323528" y="2492896"/>
            <a:ext cx="3096344" cy="1800200"/>
          </a:xfrm>
          <a:prstGeom prst="corner">
            <a:avLst>
              <a:gd name="adj1" fmla="val 32299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7718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664" y="36450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672" y="147549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9" y="494116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71600" y="2736630"/>
            <a:ext cx="5760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47664" y="1844824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9" y="3392996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52" y="166015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A = 8 x 5</a:t>
            </a:r>
          </a:p>
          <a:p>
            <a:r>
              <a:rPr lang="en-GB" sz="3200" dirty="0"/>
              <a:t>             = 40cm</a:t>
            </a:r>
            <a:r>
              <a:rPr lang="en-GB" sz="32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9952" y="285583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B = 11 x 2</a:t>
            </a:r>
          </a:p>
          <a:p>
            <a:r>
              <a:rPr lang="en-GB" sz="3200" dirty="0"/>
              <a:t>             = 22cm</a:t>
            </a:r>
            <a:r>
              <a:rPr lang="en-GB" sz="3200" baseline="30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52" y="4007966"/>
            <a:ext cx="3744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Total Area = 40 + 22</a:t>
            </a:r>
          </a:p>
          <a:p>
            <a:r>
              <a:rPr lang="en-GB" sz="3200" dirty="0"/>
              <a:t>                   = 62cm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0B81E-A815-AB46-96A0-C7C6B196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7638"/>
            <a:ext cx="3797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Questions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5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216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I Do</vt:lpstr>
      <vt:lpstr>We Do</vt:lpstr>
      <vt:lpstr>You Do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CRAIG Mason [Baldivis Secondary College]</cp:lastModifiedBy>
  <cp:revision>91</cp:revision>
  <dcterms:created xsi:type="dcterms:W3CDTF">2014-05-14T02:58:57Z</dcterms:created>
  <dcterms:modified xsi:type="dcterms:W3CDTF">2018-02-26T08:38:12Z</dcterms:modified>
</cp:coreProperties>
</file>