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4660"/>
  </p:normalViewPr>
  <p:slideViewPr>
    <p:cSldViewPr snapToGrid="0">
      <p:cViewPr varScale="1">
        <p:scale>
          <a:sx n="71" d="100"/>
          <a:sy n="71" d="100"/>
        </p:scale>
        <p:origin x="4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07D4F-9C3B-4E3A-8C1C-B35E22D40720}" type="datetimeFigureOut">
              <a:rPr lang="en-AU" smtClean="0"/>
              <a:t>22/02/2018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A211508-8C7D-4553-966B-13104FE85D9A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862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07D4F-9C3B-4E3A-8C1C-B35E22D40720}" type="datetimeFigureOut">
              <a:rPr lang="en-AU" smtClean="0"/>
              <a:t>22/02/2018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1508-8C7D-4553-966B-13104FE85D9A}" type="slidenum">
              <a:rPr lang="en-AU" smtClean="0"/>
              <a:t>‹#›</a:t>
            </a:fld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2973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07D4F-9C3B-4E3A-8C1C-B35E22D40720}" type="datetimeFigureOut">
              <a:rPr lang="en-AU" smtClean="0"/>
              <a:t>22/02/2018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1508-8C7D-4553-966B-13104FE85D9A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418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07D4F-9C3B-4E3A-8C1C-B35E22D40720}" type="datetimeFigureOut">
              <a:rPr lang="en-AU" smtClean="0"/>
              <a:t>22/02/2018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1508-8C7D-4553-966B-13104FE85D9A}" type="slidenum">
              <a:rPr lang="en-AU" smtClean="0"/>
              <a:t>‹#›</a:t>
            </a:fld>
            <a:endParaRPr lang="en-AU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328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07D4F-9C3B-4E3A-8C1C-B35E22D40720}" type="datetimeFigureOut">
              <a:rPr lang="en-AU" smtClean="0"/>
              <a:t>22/02/2018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1508-8C7D-4553-966B-13104FE85D9A}" type="slidenum">
              <a:rPr lang="en-AU" smtClean="0"/>
              <a:t>‹#›</a:t>
            </a:fld>
            <a:endParaRPr lang="en-AU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598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07D4F-9C3B-4E3A-8C1C-B35E22D40720}" type="datetimeFigureOut">
              <a:rPr lang="en-AU" smtClean="0"/>
              <a:t>22/02/2018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1508-8C7D-4553-966B-13104FE85D9A}" type="slidenum">
              <a:rPr lang="en-AU" smtClean="0"/>
              <a:t>‹#›</a:t>
            </a:fld>
            <a:endParaRPr lang="en-AU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7269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07D4F-9C3B-4E3A-8C1C-B35E22D40720}" type="datetimeFigureOut">
              <a:rPr lang="en-AU" smtClean="0"/>
              <a:t>22/02/2018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1508-8C7D-4553-966B-13104FE85D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435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07D4F-9C3B-4E3A-8C1C-B35E22D40720}" type="datetimeFigureOut">
              <a:rPr lang="en-AU" smtClean="0"/>
              <a:t>22/02/2018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1508-8C7D-4553-966B-13104FE85D9A}" type="slidenum">
              <a:rPr lang="en-AU" smtClean="0"/>
              <a:t>‹#›</a:t>
            </a:fld>
            <a:endParaRPr lang="en-A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1726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6E07D4F-9C3B-4E3A-8C1C-B35E22D40720}" type="datetimeFigureOut">
              <a:rPr lang="en-AU" smtClean="0"/>
              <a:t>22/02/2018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1508-8C7D-4553-966B-13104FE85D9A}" type="slidenum">
              <a:rPr lang="en-AU" smtClean="0"/>
              <a:t>‹#›</a:t>
            </a:fld>
            <a:endParaRPr lang="en-A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2669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07D4F-9C3B-4E3A-8C1C-B35E22D40720}" type="datetimeFigureOut">
              <a:rPr lang="en-AU" smtClean="0"/>
              <a:t>22/02/2018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1508-8C7D-4553-966B-13104FE85D9A}" type="slidenum">
              <a:rPr lang="en-AU" smtClean="0"/>
              <a:t>‹#›</a:t>
            </a:fld>
            <a:endParaRPr lang="en-AU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692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07D4F-9C3B-4E3A-8C1C-B35E22D40720}" type="datetimeFigureOut">
              <a:rPr lang="en-AU" smtClean="0"/>
              <a:t>22/02/2018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1508-8C7D-4553-966B-13104FE85D9A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765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E07D4F-9C3B-4E3A-8C1C-B35E22D40720}" type="datetimeFigureOut">
              <a:rPr lang="en-AU" smtClean="0"/>
              <a:t>22/02/2018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A211508-8C7D-4553-966B-13104FE85D9A}" type="slidenum">
              <a:rPr lang="en-AU" smtClean="0"/>
              <a:t>‹#›</a:t>
            </a:fld>
            <a:endParaRPr lang="en-AU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35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65AD4-DAC0-416D-8C52-C8D2CDE135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AU" dirty="0"/>
              <a:t>Introduction to AREA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78CC33-B377-40E3-BE17-FF47B6A643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219B33-D3FE-4406-B7BF-7F4D23682C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861" t="46077" r="15294" b="23712"/>
          <a:stretch/>
        </p:blipFill>
        <p:spPr>
          <a:xfrm>
            <a:off x="376518" y="3429000"/>
            <a:ext cx="5833332" cy="207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768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6BF91-4DDC-46DF-9F00-56945B9AA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2250E-B3DF-4CFB-96D2-AFBA9AF9A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By the end of the lesson you should have:</a:t>
            </a:r>
          </a:p>
          <a:p>
            <a:r>
              <a:rPr lang="en-AU" dirty="0"/>
              <a:t> Added a variety of shape formulas to your notes</a:t>
            </a:r>
          </a:p>
          <a:p>
            <a:r>
              <a:rPr lang="en-AU" dirty="0"/>
              <a:t> Increased your current understanding of area in regards to rectangles, triangles and squares.</a:t>
            </a:r>
          </a:p>
        </p:txBody>
      </p:sp>
    </p:spTree>
    <p:extLst>
      <p:ext uri="{BB962C8B-B14F-4D97-AF65-F5344CB8AC3E}">
        <p14:creationId xmlns:p14="http://schemas.microsoft.com/office/powerpoint/2010/main" val="246257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B8607-C532-438C-8327-91E68E5C6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360457"/>
          </a:xfrm>
        </p:spPr>
        <p:txBody>
          <a:bodyPr>
            <a:normAutofit/>
          </a:bodyPr>
          <a:lstStyle/>
          <a:p>
            <a:pPr algn="ctr"/>
            <a:r>
              <a:rPr lang="en-AU" sz="2400" dirty="0"/>
              <a:t>Area</a:t>
            </a:r>
            <a:br>
              <a:rPr lang="en-AU" sz="2400" dirty="0"/>
            </a:br>
            <a:r>
              <a:rPr lang="en-AU" sz="2400" dirty="0" err="1"/>
              <a:t>Eq</a:t>
            </a:r>
            <a:r>
              <a:rPr lang="en-AU" sz="2400" dirty="0"/>
              <a:t>:  HOW does the formula for a rectangle RELATE TO THE FORMULA OF A TRIANGLE?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13D06-450F-4308-9CD0-7A922286B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What is Area:  Area is the size of a surface.  The amount of space inside the boundary of a flat, 2-dimensional object. </a:t>
            </a:r>
          </a:p>
          <a:p>
            <a:r>
              <a:rPr lang="en-AU" dirty="0"/>
              <a:t>What is perimeter: Perimeter is the border around a shape. An example of this would be the fence around BSC. </a:t>
            </a:r>
          </a:p>
          <a:p>
            <a:r>
              <a:rPr lang="en-AU" dirty="0"/>
              <a:t>This is a conversion chart.  You must always make sure your units of measurement are the same.                                                                                                             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A3C1B9-E34C-4B2E-A6AB-A0E58B33F3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" t="25544" r="3476" b="25547"/>
          <a:stretch/>
        </p:blipFill>
        <p:spPr>
          <a:xfrm>
            <a:off x="3761917" y="4149509"/>
            <a:ext cx="6602506" cy="252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906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A65FF-251F-44F2-9C48-688784152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"/>
            <a:ext cx="9603275" cy="497540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Basic Shape Formulas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86CE242-6B62-4F83-9FE8-BD533CEF24F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17040" y="401289"/>
            <a:ext cx="9783169" cy="5730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77008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38C01-FB11-4DDA-9499-92F387957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Rectangles and Triangles</a:t>
            </a:r>
            <a:br>
              <a:rPr lang="en-AU" dirty="0"/>
            </a:br>
            <a:r>
              <a:rPr lang="en-AU" sz="1100" dirty="0"/>
              <a:t>.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8E76787-6B51-4F87-BABC-630446A44A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4872" t="17567" r="11871" b="29418"/>
          <a:stretch/>
        </p:blipFill>
        <p:spPr>
          <a:xfrm>
            <a:off x="1640542" y="1853754"/>
            <a:ext cx="9278470" cy="419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039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803BD-30A4-4C56-A6BF-3005C788E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A372EA-6BC1-4BC8-B303-3B0078240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6408" t="46415" r="35759" b="9536"/>
          <a:stretch/>
        </p:blipFill>
        <p:spPr>
          <a:xfrm>
            <a:off x="1721222" y="47202"/>
            <a:ext cx="8444754" cy="600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826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04AA6-DEB6-458F-806C-9BF5FFAC0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 conclude: </a:t>
            </a:r>
            <a:br>
              <a:rPr lang="en-AU" dirty="0"/>
            </a:br>
            <a:r>
              <a:rPr lang="en-AU" sz="1800" dirty="0"/>
              <a:t>If you answered/attempted the work….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050478-2A88-4152-AA0F-2C3E0F4336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871" y="2016125"/>
            <a:ext cx="2748582" cy="3449638"/>
          </a:xfrm>
        </p:spPr>
      </p:pic>
    </p:spTree>
    <p:extLst>
      <p:ext uri="{BB962C8B-B14F-4D97-AF65-F5344CB8AC3E}">
        <p14:creationId xmlns:p14="http://schemas.microsoft.com/office/powerpoint/2010/main" val="179603003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73</TotalTime>
  <Words>120</Words>
  <Application>Microsoft Office PowerPoint</Application>
  <PresentationFormat>Widescreen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Gallery</vt:lpstr>
      <vt:lpstr>Introduction to AREA</vt:lpstr>
      <vt:lpstr>Lesson OBJECTIVE:</vt:lpstr>
      <vt:lpstr>Area Eq:  HOW does the formula for a rectangle RELATE TO THE FORMULA OF A TRIANGLE? </vt:lpstr>
      <vt:lpstr>Basic Shape Formulas</vt:lpstr>
      <vt:lpstr>Rectangles and Triangles .</vt:lpstr>
      <vt:lpstr>PowerPoint Presentation</vt:lpstr>
      <vt:lpstr>To conclude:  If you answered/attempted the work….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AREA</dc:title>
  <dc:creator>CRAIG Mason [Baldivis Secondary College]</dc:creator>
  <cp:lastModifiedBy>CRAIG Mason [Baldivis Secondary College]</cp:lastModifiedBy>
  <cp:revision>7</cp:revision>
  <dcterms:created xsi:type="dcterms:W3CDTF">2018-02-22T13:00:30Z</dcterms:created>
  <dcterms:modified xsi:type="dcterms:W3CDTF">2018-02-22T14:13:35Z</dcterms:modified>
</cp:coreProperties>
</file>