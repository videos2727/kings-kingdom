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84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4F826-AA2C-405B-8638-856FCA2D7E46}" type="datetimeFigureOut">
              <a:rPr lang="en-AU" smtClean="0"/>
              <a:t>9/3/18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513B-D2C1-4F35-BF8D-E0035A761E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17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166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6878-8717-40DC-A0EF-705A17CAF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13B9C-ACF8-475C-841E-F1F5BB27E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8DC89-6585-492F-9BA9-8FF926E8B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A03A5-020C-40FF-85AD-04280267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7393B-0285-4A56-9E6E-53E39BB5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115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2B3C-A84C-40B5-9266-75CA46D0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77A9-2CB6-46F0-9A16-3E64BA7B5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3299E-20E8-4545-A582-E709952C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90E1D-A112-4282-8B3E-B81773A0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0DD4-FEBE-43DE-ABD5-D0D50FD7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803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7653-7FAF-4F19-94AD-B4617EF5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68C87-493A-4CA9-A4FB-2597FB460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55B79-33D7-4E57-9A62-FB5FB738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CE06E-5E39-482B-8BC9-EAD07AC9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29D3F-7193-4B38-ADED-6F4A24F7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055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1E73-9247-491D-BE3B-769FB8F8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2AE69-5F06-4AED-A738-3A3C38D6F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17F17-F6E7-4315-9C68-108A6BA58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F531C-6CDF-45B8-831E-1299EC5A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CEEFC-8A70-4D68-B45A-B6F78EDF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0B7EA-256C-4475-9C12-8FD23536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684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1477-76BC-4557-B876-D6734F6A2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69766-9980-4E01-8999-799674CDC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1785A-AA98-4CBE-8DF4-8E2C9AF59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AB2FC-D116-4F81-8259-BA572335D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21DA9-4F32-4920-B626-71018C3CB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C170E-D07A-4E2D-8809-47460CAF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5669C-508A-4637-9DED-56E25DFA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F7F39-EA79-4477-985A-80B69200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65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B9C4-28D0-4E98-8A61-F03D056E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290494-A944-4BF1-8C9E-5E615A58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C096B-50BB-4FD1-8905-527B549E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235E4-B659-4A1B-9839-32C6F127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71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9E5E84-B0C6-4C02-8EA3-BBE16981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71529-8ACA-437A-91F3-0BD977CB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E8200-2B25-474E-AF44-7FE3CFA5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529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A815-36D1-44F6-95FE-39899154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3D063-2A41-474A-8687-B82C40FE6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89D05-9A9F-46E8-B0F0-C4B32381C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CA1F7-A2FB-44D1-9597-9995F595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2262C-7100-426F-8515-218ECFBE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E9259-8F54-47B0-A14C-80DBF18D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06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A143-C017-4CB2-87CA-0F2456FB2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83C17-C2F6-4277-A177-9192DEDB9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07A4F-53A0-4803-89ED-FA98D1630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C1CA5-B276-4D58-9EF4-1DDA5146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53635-BBBB-4722-806A-98F31ED3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674C9-F75A-43F6-B593-6CA03522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006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BBCD-6348-4F10-9D50-30FD4F693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7472F-1525-4389-987E-268577E1D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49804-B70B-4E2C-8FF1-301345D1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575F1-847D-490E-A801-4D8493712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211F3-71AC-4FB3-B22B-25CCE401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5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71FB7-9458-403F-A498-62BCC26A5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69505-25B9-48FB-8301-F134FF697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74F2B-37E2-46CD-9E3F-8ABBEBA8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4E45D-BE92-4F43-89BA-9345C0D6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25A1E-AAAA-4E90-9020-6314D076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094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4A872-F69B-4D9F-A1AB-AF3ED5A00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8B047-C4A7-4970-B23C-5F281C6FA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52F78-3CF2-420B-8BEF-DC229CE23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D5E8F-CF10-4D92-8388-9852D142D823}" type="datetimeFigureOut">
              <a:rPr lang="en-AU" smtClean="0"/>
              <a:t>9/3/18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ED5FF-9DC9-451A-939B-04F8F91F7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7A420-47BA-4E03-99D9-C7828053F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981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3465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Units of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we convert between units of mass?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E7D15-C5E4-8F46-BAB9-97666022EDF8}"/>
              </a:ext>
            </a:extLst>
          </p:cNvPr>
          <p:cNvSpPr txBox="1"/>
          <p:nvPr/>
        </p:nvSpPr>
        <p:spPr>
          <a:xfrm>
            <a:off x="1116281" y="2125683"/>
            <a:ext cx="3323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Capacity?</a:t>
            </a:r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FA6EDCE8-9F0D-804C-B0EF-26A21E817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6740" y="2147001"/>
            <a:ext cx="5638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dirty="0">
                <a:solidFill>
                  <a:srgbClr val="990033"/>
                </a:solidFill>
              </a:rPr>
              <a:t>Capacity is the amount that a container will hold.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B2BDAF-3D87-AE42-A3F6-57F0012FD07B}"/>
              </a:ext>
            </a:extLst>
          </p:cNvPr>
          <p:cNvSpPr txBox="1"/>
          <p:nvPr/>
        </p:nvSpPr>
        <p:spPr>
          <a:xfrm>
            <a:off x="1341912" y="3939716"/>
            <a:ext cx="276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Volume?</a:t>
            </a:r>
          </a:p>
        </p:txBody>
      </p:sp>
      <p:sp>
        <p:nvSpPr>
          <p:cNvPr id="20" name="Text Box 8">
            <a:extLst>
              <a:ext uri="{FF2B5EF4-FFF2-40B4-BE49-F238E27FC236}">
                <a16:creationId xmlns:a16="http://schemas.microsoft.com/office/drawing/2014/main" id="{A175D701-0299-2743-A481-66D39950E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590" y="4124382"/>
            <a:ext cx="5638800" cy="179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dirty="0">
                <a:solidFill>
                  <a:srgbClr val="990033"/>
                </a:solidFill>
              </a:rPr>
              <a:t>Volume is the amount that a container will hold </a:t>
            </a:r>
          </a:p>
          <a:p>
            <a:pPr algn="ctr">
              <a:spcBef>
                <a:spcPct val="50000"/>
              </a:spcBef>
            </a:pPr>
            <a:r>
              <a:rPr lang="en-US" altLang="en-US" sz="3200" i="1" dirty="0">
                <a:solidFill>
                  <a:srgbClr val="990033"/>
                </a:solidFill>
              </a:rPr>
              <a:t>in cubic units.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Text Box 4">
            <a:extLst>
              <a:ext uri="{FF2B5EF4-FFF2-40B4-BE49-F238E27FC236}">
                <a16:creationId xmlns:a16="http://schemas.microsoft.com/office/drawing/2014/main" id="{68229986-74E7-824F-BB40-B26CE2F3D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404813"/>
            <a:ext cx="676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 sz="2400">
                <a:solidFill>
                  <a:srgbClr val="0066FF"/>
                </a:solidFill>
              </a:rPr>
              <a:t>Special conversions you need to know</a:t>
            </a:r>
          </a:p>
        </p:txBody>
      </p:sp>
      <p:sp>
        <p:nvSpPr>
          <p:cNvPr id="53253" name="Line 5">
            <a:extLst>
              <a:ext uri="{FF2B5EF4-FFF2-40B4-BE49-F238E27FC236}">
                <a16:creationId xmlns:a16="http://schemas.microsoft.com/office/drawing/2014/main" id="{FE63C343-AA5A-C24B-8F4F-6CAE3ACEC0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9375" y="1052513"/>
            <a:ext cx="0" cy="5472112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4" name="Line 6">
            <a:extLst>
              <a:ext uri="{FF2B5EF4-FFF2-40B4-BE49-F238E27FC236}">
                <a16:creationId xmlns:a16="http://schemas.microsoft.com/office/drawing/2014/main" id="{1AFA5FDF-BDA6-964D-8C94-388E235FE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1052514"/>
            <a:ext cx="0" cy="5400675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5" name="Text Box 7">
            <a:extLst>
              <a:ext uri="{FF2B5EF4-FFF2-40B4-BE49-F238E27FC236}">
                <a16:creationId xmlns:a16="http://schemas.microsoft.com/office/drawing/2014/main" id="{8295D986-3461-624A-AE84-AB8E601C1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1125538"/>
            <a:ext cx="2160588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 sz="1800"/>
              <a:t>Length measure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AU" altLang="en-US" sz="1800"/>
              <a:t>1-dimension</a:t>
            </a:r>
          </a:p>
        </p:txBody>
      </p:sp>
      <p:sp>
        <p:nvSpPr>
          <p:cNvPr id="53256" name="Text Box 8">
            <a:extLst>
              <a:ext uri="{FF2B5EF4-FFF2-40B4-BE49-F238E27FC236}">
                <a16:creationId xmlns:a16="http://schemas.microsoft.com/office/drawing/2014/main" id="{5DC3EC47-C9ED-A94D-BEA5-044D743FA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1125538"/>
            <a:ext cx="2376488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 sz="1800"/>
              <a:t>Area/TSA measure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AU" altLang="en-US" sz="1800"/>
              <a:t>2-dimensions</a:t>
            </a:r>
          </a:p>
        </p:txBody>
      </p:sp>
      <p:sp>
        <p:nvSpPr>
          <p:cNvPr id="53257" name="Text Box 9">
            <a:extLst>
              <a:ext uri="{FF2B5EF4-FFF2-40B4-BE49-F238E27FC236}">
                <a16:creationId xmlns:a16="http://schemas.microsoft.com/office/drawing/2014/main" id="{61DE66FB-DD81-C544-9CFD-FA5DE96F6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5" y="1125538"/>
            <a:ext cx="2160588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 sz="1800"/>
              <a:t>Volume measure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AU" altLang="en-US" sz="1800"/>
              <a:t>3-dimensions</a:t>
            </a:r>
          </a:p>
        </p:txBody>
      </p:sp>
      <p:sp>
        <p:nvSpPr>
          <p:cNvPr id="53258" name="Line 10">
            <a:extLst>
              <a:ext uri="{FF2B5EF4-FFF2-40B4-BE49-F238E27FC236}">
                <a16:creationId xmlns:a16="http://schemas.microsoft.com/office/drawing/2014/main" id="{55BBA63D-ACBB-604A-892B-27DBA60344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5913" y="1989138"/>
            <a:ext cx="76327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9" name="Text Box 11">
            <a:extLst>
              <a:ext uri="{FF2B5EF4-FFF2-40B4-BE49-F238E27FC236}">
                <a16:creationId xmlns:a16="http://schemas.microsoft.com/office/drawing/2014/main" id="{578D004E-7A4B-9B49-8675-C46312DB1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6" y="2349501"/>
            <a:ext cx="2016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>
                <a:solidFill>
                  <a:srgbClr val="993366"/>
                </a:solidFill>
              </a:rPr>
              <a:t>100cm = 1m</a:t>
            </a:r>
          </a:p>
        </p:txBody>
      </p:sp>
      <p:sp>
        <p:nvSpPr>
          <p:cNvPr id="53260" name="Text Box 12">
            <a:extLst>
              <a:ext uri="{FF2B5EF4-FFF2-40B4-BE49-F238E27FC236}">
                <a16:creationId xmlns:a16="http://schemas.microsoft.com/office/drawing/2014/main" id="{7E0BDBA3-5E15-A346-9361-42AE6DCDD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2349501"/>
            <a:ext cx="2376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>
                <a:solidFill>
                  <a:srgbClr val="993366"/>
                </a:solidFill>
              </a:rPr>
              <a:t>10 000cm</a:t>
            </a:r>
            <a:r>
              <a:rPr lang="en-AU" altLang="en-US" baseline="30000">
                <a:solidFill>
                  <a:srgbClr val="993366"/>
                </a:solidFill>
              </a:rPr>
              <a:t>2</a:t>
            </a:r>
            <a:r>
              <a:rPr lang="en-AU" altLang="en-US">
                <a:solidFill>
                  <a:srgbClr val="993366"/>
                </a:solidFill>
              </a:rPr>
              <a:t> = 1m</a:t>
            </a:r>
            <a:r>
              <a:rPr lang="en-AU" altLang="en-US" baseline="30000">
                <a:solidFill>
                  <a:srgbClr val="993366"/>
                </a:solidFill>
              </a:rPr>
              <a:t>2</a:t>
            </a:r>
            <a:endParaRPr lang="en-AU" altLang="en-US">
              <a:solidFill>
                <a:srgbClr val="993366"/>
              </a:solidFill>
            </a:endParaRPr>
          </a:p>
        </p:txBody>
      </p:sp>
      <p:sp>
        <p:nvSpPr>
          <p:cNvPr id="53261" name="Text Box 13">
            <a:extLst>
              <a:ext uri="{FF2B5EF4-FFF2-40B4-BE49-F238E27FC236}">
                <a16:creationId xmlns:a16="http://schemas.microsoft.com/office/drawing/2014/main" id="{D7D4FE68-E9CF-D546-8E78-4960C76BC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6" y="2349501"/>
            <a:ext cx="287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>
                <a:solidFill>
                  <a:srgbClr val="993366"/>
                </a:solidFill>
              </a:rPr>
              <a:t>1 000 000cm</a:t>
            </a:r>
            <a:r>
              <a:rPr lang="en-AU" altLang="en-US" baseline="30000">
                <a:solidFill>
                  <a:srgbClr val="993366"/>
                </a:solidFill>
              </a:rPr>
              <a:t>3</a:t>
            </a:r>
            <a:r>
              <a:rPr lang="en-AU" altLang="en-US">
                <a:solidFill>
                  <a:srgbClr val="993366"/>
                </a:solidFill>
              </a:rPr>
              <a:t> = 1m</a:t>
            </a:r>
            <a:r>
              <a:rPr lang="en-AU" altLang="en-US" baseline="30000">
                <a:solidFill>
                  <a:srgbClr val="993366"/>
                </a:solidFill>
              </a:rPr>
              <a:t>3</a:t>
            </a:r>
            <a:endParaRPr lang="en-AU" altLang="en-US">
              <a:solidFill>
                <a:srgbClr val="993366"/>
              </a:solidFill>
            </a:endParaRPr>
          </a:p>
        </p:txBody>
      </p:sp>
      <p:sp>
        <p:nvSpPr>
          <p:cNvPr id="53265" name="Line 17">
            <a:extLst>
              <a:ext uri="{FF2B5EF4-FFF2-40B4-BE49-F238E27FC236}">
                <a16:creationId xmlns:a16="http://schemas.microsoft.com/office/drawing/2014/main" id="{17F22FB7-8852-7E44-B7FF-B87C61AF7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5913" y="3573463"/>
            <a:ext cx="7632700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6" name="Text Box 18">
            <a:extLst>
              <a:ext uri="{FF2B5EF4-FFF2-40B4-BE49-F238E27FC236}">
                <a16:creationId xmlns:a16="http://schemas.microsoft.com/office/drawing/2014/main" id="{28FF8A8F-C088-7840-A918-A4F4166D2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76" y="3716339"/>
            <a:ext cx="287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>
                <a:solidFill>
                  <a:srgbClr val="006600"/>
                </a:solidFill>
              </a:rPr>
              <a:t>1 hectare = 10000</a:t>
            </a:r>
            <a:r>
              <a:rPr lang="en-AU" altLang="en-US" i="1">
                <a:solidFill>
                  <a:srgbClr val="006600"/>
                </a:solidFill>
              </a:rPr>
              <a:t>m</a:t>
            </a:r>
            <a:r>
              <a:rPr lang="en-AU" altLang="en-US" baseline="30000">
                <a:solidFill>
                  <a:srgbClr val="006600"/>
                </a:solidFill>
              </a:rPr>
              <a:t>2</a:t>
            </a:r>
            <a:endParaRPr lang="en-AU" altLang="en-US">
              <a:solidFill>
                <a:srgbClr val="006600"/>
              </a:solidFill>
            </a:endParaRPr>
          </a:p>
        </p:txBody>
      </p:sp>
      <p:sp>
        <p:nvSpPr>
          <p:cNvPr id="53267" name="Line 19">
            <a:extLst>
              <a:ext uri="{FF2B5EF4-FFF2-40B4-BE49-F238E27FC236}">
                <a16:creationId xmlns:a16="http://schemas.microsoft.com/office/drawing/2014/main" id="{761C18EC-9B67-1E4D-AAEA-5C0885AAD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2889" y="4149725"/>
            <a:ext cx="7705725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73" name="Text Box 25">
            <a:extLst>
              <a:ext uri="{FF2B5EF4-FFF2-40B4-BE49-F238E27FC236}">
                <a16:creationId xmlns:a16="http://schemas.microsoft.com/office/drawing/2014/main" id="{4438F2A6-6B04-0B47-AFE0-7EDDE0ABE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6" y="2671764"/>
            <a:ext cx="2016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>
                <a:solidFill>
                  <a:srgbClr val="993366"/>
                </a:solidFill>
              </a:rPr>
              <a:t>1000mm = 1m</a:t>
            </a:r>
          </a:p>
        </p:txBody>
      </p:sp>
      <p:sp>
        <p:nvSpPr>
          <p:cNvPr id="53274" name="Text Box 26">
            <a:extLst>
              <a:ext uri="{FF2B5EF4-FFF2-40B4-BE49-F238E27FC236}">
                <a16:creationId xmlns:a16="http://schemas.microsoft.com/office/drawing/2014/main" id="{5970BE1E-9F0B-8B40-8E28-1C4CCA275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6" y="3032126"/>
            <a:ext cx="2016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>
                <a:solidFill>
                  <a:srgbClr val="993366"/>
                </a:solidFill>
              </a:rPr>
              <a:t>10mm = 1cm</a:t>
            </a:r>
          </a:p>
        </p:txBody>
      </p:sp>
      <p:sp>
        <p:nvSpPr>
          <p:cNvPr id="53275" name="Text Box 27">
            <a:extLst>
              <a:ext uri="{FF2B5EF4-FFF2-40B4-BE49-F238E27FC236}">
                <a16:creationId xmlns:a16="http://schemas.microsoft.com/office/drawing/2014/main" id="{352183AF-115F-1245-AA6D-423FD961E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1" y="3644901"/>
            <a:ext cx="2016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>
                <a:solidFill>
                  <a:srgbClr val="993366"/>
                </a:solidFill>
              </a:rPr>
              <a:t>1000m = 1km</a:t>
            </a:r>
          </a:p>
        </p:txBody>
      </p:sp>
      <p:sp>
        <p:nvSpPr>
          <p:cNvPr id="25" name="Text Box 12">
            <a:extLst>
              <a:ext uri="{FF2B5EF4-FFF2-40B4-BE49-F238E27FC236}">
                <a16:creationId xmlns:a16="http://schemas.microsoft.com/office/drawing/2014/main" id="{847D8B89-987D-6140-B66F-0420D8D19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939" y="2671763"/>
            <a:ext cx="287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>
                <a:solidFill>
                  <a:srgbClr val="993366"/>
                </a:solidFill>
              </a:rPr>
              <a:t>1 000 000mm</a:t>
            </a:r>
            <a:r>
              <a:rPr lang="en-AU" altLang="en-US" baseline="30000">
                <a:solidFill>
                  <a:srgbClr val="993366"/>
                </a:solidFill>
              </a:rPr>
              <a:t>2</a:t>
            </a:r>
            <a:r>
              <a:rPr lang="en-AU" altLang="en-US">
                <a:solidFill>
                  <a:srgbClr val="993366"/>
                </a:solidFill>
              </a:rPr>
              <a:t> = 1m</a:t>
            </a:r>
            <a:r>
              <a:rPr lang="en-AU" altLang="en-US" baseline="30000">
                <a:solidFill>
                  <a:srgbClr val="993366"/>
                </a:solidFill>
              </a:rPr>
              <a:t>2</a:t>
            </a:r>
            <a:endParaRPr lang="en-AU" altLang="en-US">
              <a:solidFill>
                <a:srgbClr val="993366"/>
              </a:solidFill>
            </a:endParaRPr>
          </a:p>
        </p:txBody>
      </p:sp>
      <p:sp>
        <p:nvSpPr>
          <p:cNvPr id="26" name="Text Box 12">
            <a:extLst>
              <a:ext uri="{FF2B5EF4-FFF2-40B4-BE49-F238E27FC236}">
                <a16:creationId xmlns:a16="http://schemas.microsoft.com/office/drawing/2014/main" id="{BD8A691F-33C1-9E48-9430-8CF741354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3032126"/>
            <a:ext cx="2376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>
                <a:solidFill>
                  <a:srgbClr val="993366"/>
                </a:solidFill>
              </a:rPr>
              <a:t>100mm</a:t>
            </a:r>
            <a:r>
              <a:rPr lang="en-AU" altLang="en-US" baseline="30000">
                <a:solidFill>
                  <a:srgbClr val="993366"/>
                </a:solidFill>
              </a:rPr>
              <a:t>2</a:t>
            </a:r>
            <a:r>
              <a:rPr lang="en-AU" altLang="en-US">
                <a:solidFill>
                  <a:srgbClr val="993366"/>
                </a:solidFill>
              </a:rPr>
              <a:t> = 1cm</a:t>
            </a:r>
            <a:r>
              <a:rPr lang="en-AU" altLang="en-US" baseline="30000">
                <a:solidFill>
                  <a:srgbClr val="993366"/>
                </a:solidFill>
              </a:rPr>
              <a:t>2</a:t>
            </a:r>
            <a:endParaRPr lang="en-AU" altLang="en-US">
              <a:solidFill>
                <a:srgbClr val="993366"/>
              </a:solidFill>
            </a:endParaRPr>
          </a:p>
        </p:txBody>
      </p:sp>
      <p:sp>
        <p:nvSpPr>
          <p:cNvPr id="27" name="Text Box 12">
            <a:extLst>
              <a:ext uri="{FF2B5EF4-FFF2-40B4-BE49-F238E27FC236}">
                <a16:creationId xmlns:a16="http://schemas.microsoft.com/office/drawing/2014/main" id="{D9DE9038-6363-9D42-B879-034E72490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5" y="2671764"/>
            <a:ext cx="2376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>
                <a:solidFill>
                  <a:srgbClr val="993366"/>
                </a:solidFill>
              </a:rPr>
              <a:t>10</a:t>
            </a:r>
            <a:r>
              <a:rPr lang="en-AU" altLang="en-US" baseline="30000">
                <a:solidFill>
                  <a:srgbClr val="993366"/>
                </a:solidFill>
              </a:rPr>
              <a:t>9</a:t>
            </a:r>
            <a:r>
              <a:rPr lang="en-AU" altLang="en-US">
                <a:solidFill>
                  <a:srgbClr val="993366"/>
                </a:solidFill>
              </a:rPr>
              <a:t> mm</a:t>
            </a:r>
            <a:r>
              <a:rPr lang="en-AU" altLang="en-US" baseline="30000">
                <a:solidFill>
                  <a:srgbClr val="993366"/>
                </a:solidFill>
              </a:rPr>
              <a:t>3</a:t>
            </a:r>
            <a:r>
              <a:rPr lang="en-AU" altLang="en-US">
                <a:solidFill>
                  <a:srgbClr val="993366"/>
                </a:solidFill>
              </a:rPr>
              <a:t> = 1m</a:t>
            </a:r>
            <a:r>
              <a:rPr lang="en-AU" altLang="en-US" baseline="30000">
                <a:solidFill>
                  <a:srgbClr val="993366"/>
                </a:solidFill>
              </a:rPr>
              <a:t>3</a:t>
            </a:r>
            <a:endParaRPr lang="en-AU" altLang="en-US">
              <a:solidFill>
                <a:srgbClr val="993366"/>
              </a:solidFill>
            </a:endParaRPr>
          </a:p>
        </p:txBody>
      </p:sp>
      <p:sp>
        <p:nvSpPr>
          <p:cNvPr id="28" name="Text Box 12">
            <a:extLst>
              <a:ext uri="{FF2B5EF4-FFF2-40B4-BE49-F238E27FC236}">
                <a16:creationId xmlns:a16="http://schemas.microsoft.com/office/drawing/2014/main" id="{66077D7C-9C95-1C45-89BB-E0F4D69E3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5" y="3032126"/>
            <a:ext cx="2376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AU" altLang="en-US">
                <a:solidFill>
                  <a:srgbClr val="993366"/>
                </a:solidFill>
              </a:rPr>
              <a:t>1000mm</a:t>
            </a:r>
            <a:r>
              <a:rPr lang="en-AU" altLang="en-US" baseline="30000">
                <a:solidFill>
                  <a:srgbClr val="993366"/>
                </a:solidFill>
              </a:rPr>
              <a:t>3</a:t>
            </a:r>
            <a:r>
              <a:rPr lang="en-AU" altLang="en-US">
                <a:solidFill>
                  <a:srgbClr val="993366"/>
                </a:solidFill>
              </a:rPr>
              <a:t> = 1cm</a:t>
            </a:r>
            <a:r>
              <a:rPr lang="en-AU" altLang="en-US" baseline="30000">
                <a:solidFill>
                  <a:srgbClr val="993366"/>
                </a:solidFill>
              </a:rPr>
              <a:t>3</a:t>
            </a:r>
            <a:endParaRPr lang="en-AU" altLang="en-US">
              <a:solidFill>
                <a:srgbClr val="99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81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20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20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20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/>
      <p:bldP spid="53255" grpId="0"/>
      <p:bldP spid="53256" grpId="0"/>
      <p:bldP spid="53257" grpId="0"/>
      <p:bldP spid="53259" grpId="0"/>
      <p:bldP spid="53260" grpId="0"/>
      <p:bldP spid="53261" grpId="0"/>
      <p:bldP spid="53266" grpId="0"/>
      <p:bldP spid="53273" grpId="0"/>
      <p:bldP spid="53274" grpId="0"/>
      <p:bldP spid="53274" grpId="1"/>
      <p:bldP spid="53274" grpId="2"/>
      <p:bldP spid="53275" grpId="0"/>
      <p:bldP spid="25" grpId="0"/>
      <p:bldP spid="26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5EAA-027F-49EE-A8E7-90E7776A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56" y="332656"/>
            <a:ext cx="6707088" cy="202034"/>
          </a:xfrm>
        </p:spPr>
        <p:txBody>
          <a:bodyPr>
            <a:normAutofit fontScale="90000"/>
          </a:bodyPr>
          <a:lstStyle/>
          <a:p>
            <a:r>
              <a:rPr lang="en-GB" sz="2000" dirty="0"/>
              <a:t>Your Turn- Task 2 </a:t>
            </a: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215C8-2CBB-4864-97FA-387F75C5170D}"/>
              </a:ext>
            </a:extLst>
          </p:cNvPr>
          <p:cNvSpPr txBox="1"/>
          <p:nvPr/>
        </p:nvSpPr>
        <p:spPr>
          <a:xfrm>
            <a:off x="1560945" y="1708727"/>
            <a:ext cx="6474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through the exercises p 29-30 MAWA Essential Mathematics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0896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123</Words>
  <Application>Microsoft Macintosh PowerPoint</Application>
  <PresentationFormat>Widescreen</PresentationFormat>
  <Paragraphs>34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Your Turn- Task 2 </vt:lpstr>
    </vt:vector>
  </TitlesOfParts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Sarah James</dc:creator>
  <cp:lastModifiedBy>EVANS Clem [Baldivis Secondary College]</cp:lastModifiedBy>
  <cp:revision>11</cp:revision>
  <dcterms:created xsi:type="dcterms:W3CDTF">2018-02-24T10:40:28Z</dcterms:created>
  <dcterms:modified xsi:type="dcterms:W3CDTF">2018-03-09T01:00:22Z</dcterms:modified>
</cp:coreProperties>
</file>