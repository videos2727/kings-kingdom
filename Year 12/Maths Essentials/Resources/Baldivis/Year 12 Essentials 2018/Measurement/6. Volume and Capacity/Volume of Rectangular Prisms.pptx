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37" r:id="rId2"/>
    <p:sldId id="335" r:id="rId3"/>
    <p:sldId id="336" r:id="rId4"/>
    <p:sldId id="327" r:id="rId5"/>
    <p:sldId id="338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65" autoAdjust="0"/>
    <p:restoredTop sz="95673" autoAdjust="0"/>
  </p:normalViewPr>
  <p:slideViewPr>
    <p:cSldViewPr>
      <p:cViewPr varScale="1">
        <p:scale>
          <a:sx n="103" d="100"/>
          <a:sy n="103" d="100"/>
        </p:scale>
        <p:origin x="1336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9/3/18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9/3/18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9/3/18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9/3/18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9/3/18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9/3/18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9/3/18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9/3/18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9/3/18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9/3/18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9/3/18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9/3/18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9/3/18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919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20324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860" y="-37506"/>
            <a:ext cx="484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18348" y="1213259"/>
            <a:ext cx="16205" cy="582616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60" y="742446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volume and surface area of a prism?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651626" y="1496274"/>
            <a:ext cx="58474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To find the volume of a prism, find the area of the base and</a:t>
            </a:r>
          </a:p>
          <a:p>
            <a:r>
              <a:rPr lang="en-AU" b="1" dirty="0"/>
              <a:t>Multiply it by the height or length of the prism</a:t>
            </a:r>
          </a:p>
          <a:p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699765" y="283971"/>
            <a:ext cx="7189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 Volume and Surface Area of Rectangular Prisms</a:t>
            </a:r>
            <a:endParaRPr lang="en-AU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A5E5B0-36AE-6840-8D5F-96F91C3B245A}"/>
              </a:ext>
            </a:extLst>
          </p:cNvPr>
          <p:cNvSpPr txBox="1"/>
          <p:nvPr/>
        </p:nvSpPr>
        <p:spPr>
          <a:xfrm>
            <a:off x="107860" y="1496274"/>
            <a:ext cx="21598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calculate the volume of a rectangular prism?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BD9BA1-135D-3348-9C22-4CADFBC1C4FD}"/>
              </a:ext>
            </a:extLst>
          </p:cNvPr>
          <p:cNvSpPr txBox="1"/>
          <p:nvPr/>
        </p:nvSpPr>
        <p:spPr>
          <a:xfrm>
            <a:off x="2915816" y="2480934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Volume = height x width x depth</a:t>
            </a:r>
          </a:p>
        </p:txBody>
      </p:sp>
    </p:spTree>
    <p:extLst>
      <p:ext uri="{BB962C8B-B14F-4D97-AF65-F5344CB8AC3E}">
        <p14:creationId xmlns:p14="http://schemas.microsoft.com/office/powerpoint/2010/main" val="3399613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2990"/>
            <a:ext cx="8229600" cy="1143000"/>
          </a:xfrm>
        </p:spPr>
        <p:txBody>
          <a:bodyPr/>
          <a:lstStyle/>
          <a:p>
            <a:r>
              <a:rPr lang="en-GB" dirty="0"/>
              <a:t>I Do</a:t>
            </a:r>
          </a:p>
        </p:txBody>
      </p:sp>
      <p:sp>
        <p:nvSpPr>
          <p:cNvPr id="16" name="Cube 15">
            <a:extLst>
              <a:ext uri="{FF2B5EF4-FFF2-40B4-BE49-F238E27FC236}">
                <a16:creationId xmlns:a16="http://schemas.microsoft.com/office/drawing/2014/main" id="{A7BAC778-AEC3-144F-BCED-F55F1F743C26}"/>
              </a:ext>
            </a:extLst>
          </p:cNvPr>
          <p:cNvSpPr/>
          <p:nvPr/>
        </p:nvSpPr>
        <p:spPr>
          <a:xfrm>
            <a:off x="935596" y="2852936"/>
            <a:ext cx="2304256" cy="1080120"/>
          </a:xfrm>
          <a:prstGeom prst="cub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D71066-F8C6-6647-B90A-F7F34F2BE1D7}"/>
              </a:ext>
            </a:extLst>
          </p:cNvPr>
          <p:cNvSpPr txBox="1"/>
          <p:nvPr/>
        </p:nvSpPr>
        <p:spPr>
          <a:xfrm>
            <a:off x="395536" y="3208330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7cm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766836-F58E-864B-B7A2-284070A94DCD}"/>
              </a:ext>
            </a:extLst>
          </p:cNvPr>
          <p:cNvSpPr txBox="1"/>
          <p:nvPr/>
        </p:nvSpPr>
        <p:spPr>
          <a:xfrm>
            <a:off x="1583668" y="3933056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15cm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A0FBB5-C2C0-8D4A-9F20-F9F88C0729FC}"/>
              </a:ext>
            </a:extLst>
          </p:cNvPr>
          <p:cNvSpPr txBox="1"/>
          <p:nvPr/>
        </p:nvSpPr>
        <p:spPr>
          <a:xfrm>
            <a:off x="2986336" y="371612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4cm</a:t>
            </a:r>
          </a:p>
        </p:txBody>
      </p:sp>
    </p:spTree>
    <p:extLst>
      <p:ext uri="{BB962C8B-B14F-4D97-AF65-F5344CB8AC3E}">
        <p14:creationId xmlns:p14="http://schemas.microsoft.com/office/powerpoint/2010/main" val="1553907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18" grpId="0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 Do</a:t>
            </a:r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06026B5E-0077-A945-95CD-2917B4256C2B}"/>
              </a:ext>
            </a:extLst>
          </p:cNvPr>
          <p:cNvSpPr/>
          <p:nvPr/>
        </p:nvSpPr>
        <p:spPr>
          <a:xfrm>
            <a:off x="4391980" y="2420888"/>
            <a:ext cx="1152128" cy="1696834"/>
          </a:xfrm>
          <a:prstGeom prst="cube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708E73-0A72-3742-8E92-7AC0AE35A0B0}"/>
              </a:ext>
            </a:extLst>
          </p:cNvPr>
          <p:cNvSpPr txBox="1"/>
          <p:nvPr/>
        </p:nvSpPr>
        <p:spPr>
          <a:xfrm>
            <a:off x="4826585" y="2103693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7m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34BD04-F0CC-E349-AA82-F2D296363D44}"/>
              </a:ext>
            </a:extLst>
          </p:cNvPr>
          <p:cNvSpPr txBox="1"/>
          <p:nvPr/>
        </p:nvSpPr>
        <p:spPr>
          <a:xfrm>
            <a:off x="5544108" y="302366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12m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3080BE-B3D0-D942-8A61-EC549E9DD904}"/>
              </a:ext>
            </a:extLst>
          </p:cNvPr>
          <p:cNvSpPr txBox="1"/>
          <p:nvPr/>
        </p:nvSpPr>
        <p:spPr>
          <a:xfrm>
            <a:off x="5328084" y="3900790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7m</a:t>
            </a:r>
          </a:p>
        </p:txBody>
      </p:sp>
    </p:spTree>
    <p:extLst>
      <p:ext uri="{BB962C8B-B14F-4D97-AF65-F5344CB8AC3E}">
        <p14:creationId xmlns:p14="http://schemas.microsoft.com/office/powerpoint/2010/main" val="4194119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/>
              <a:t>You Do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39E83A-ED25-8343-BD79-5313FE2AD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893768"/>
            <a:ext cx="7063060" cy="5526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127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85EE9-1668-A943-B0AE-F37D226C1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000" dirty="0"/>
              <a:t>Now complete exercise 10 on Pages 34-36 of MAWA Essentials Units 3&amp;4.</a:t>
            </a:r>
          </a:p>
        </p:txBody>
      </p:sp>
    </p:spTree>
    <p:extLst>
      <p:ext uri="{BB962C8B-B14F-4D97-AF65-F5344CB8AC3E}">
        <p14:creationId xmlns:p14="http://schemas.microsoft.com/office/powerpoint/2010/main" val="2859864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1756</TotalTime>
  <Words>96</Words>
  <Application>Microsoft Macintosh PowerPoint</Application>
  <PresentationFormat>On-screen Show (4:3)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I Do</vt:lpstr>
      <vt:lpstr>We Do</vt:lpstr>
      <vt:lpstr>You Do</vt:lpstr>
      <vt:lpstr>Now complete exercise 10 on Pages 34-36 of MAWA Essentials Units 3&amp;4.</vt:lpstr>
    </vt:vector>
  </TitlesOfParts>
  <Company>The Department of Education</Company>
  <LinksUpToDate>false</LinksUpToDate>
  <SharedDoc>false</SharedDoc>
  <HyperlinksChanged>false</HyperlinksChanged>
  <AppVersion>16.0010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EVANS Clem [Baldivis Secondary College]</cp:lastModifiedBy>
  <cp:revision>104</cp:revision>
  <dcterms:created xsi:type="dcterms:W3CDTF">2014-05-14T02:58:57Z</dcterms:created>
  <dcterms:modified xsi:type="dcterms:W3CDTF">2018-03-09T03:47:17Z</dcterms:modified>
</cp:coreProperties>
</file>