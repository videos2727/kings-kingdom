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8/21/18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Compound Interest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What is compound interest and how to find out the end value?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660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Interesting Interest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Interest is money added on top of an existing amount. </a:t>
            </a:r>
          </a:p>
          <a:p>
            <a:r>
              <a:rPr lang="en-AU" dirty="0" smtClean="0"/>
              <a:t>Interest accrues over time – usually year long periods, but can be daily, weekly, fortnightly</a:t>
            </a:r>
          </a:p>
          <a:p>
            <a:r>
              <a:rPr lang="en-AU" dirty="0" smtClean="0"/>
              <a:t>Simple interest is a fixed amount of money earned off an amount. The formula for simple interest is - SI=P x R x T, </a:t>
            </a:r>
          </a:p>
          <a:p>
            <a:pPr lvl="1"/>
            <a:r>
              <a:rPr lang="en-AU" dirty="0" smtClean="0"/>
              <a:t>P is principle amount – the dollars you begin with</a:t>
            </a:r>
          </a:p>
          <a:p>
            <a:pPr lvl="1"/>
            <a:r>
              <a:rPr lang="en-AU" dirty="0" smtClean="0"/>
              <a:t>R is the rate – this is a decimal ( % / 100)</a:t>
            </a:r>
          </a:p>
          <a:p>
            <a:pPr lvl="1"/>
            <a:r>
              <a:rPr lang="en-AU" dirty="0" smtClean="0"/>
              <a:t>T is the time in years</a:t>
            </a:r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87609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 simple interest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Sam invests 15000 at 7.5% for 5 years. </a:t>
            </a:r>
          </a:p>
          <a:p>
            <a:r>
              <a:rPr lang="en-AU" dirty="0" smtClean="0"/>
              <a:t>SI = P (15000) x R(7.5%) x T(5)</a:t>
            </a:r>
          </a:p>
          <a:p>
            <a:r>
              <a:rPr lang="en-AU" dirty="0" smtClean="0"/>
              <a:t>SI = 15000x(7.5/100)x5</a:t>
            </a:r>
          </a:p>
          <a:p>
            <a:r>
              <a:rPr lang="en-AU" dirty="0" smtClean="0"/>
              <a:t>SI = 15000 x 0.075 x 5</a:t>
            </a:r>
          </a:p>
          <a:p>
            <a:r>
              <a:rPr lang="en-AU" dirty="0" smtClean="0"/>
              <a:t>SI = 5625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This means that at the end of 5 years, she would have earned $5625 on top of the $15,000 so the total gross amount would $20,625 at the end of 5 years. </a:t>
            </a:r>
          </a:p>
        </p:txBody>
      </p:sp>
    </p:spTree>
    <p:extLst>
      <p:ext uri="{BB962C8B-B14F-4D97-AF65-F5344CB8AC3E}">
        <p14:creationId xmlns:p14="http://schemas.microsoft.com/office/powerpoint/2010/main" val="123343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Compounding the problem.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417638"/>
            <a:ext cx="10554574" cy="3636511"/>
          </a:xfrm>
        </p:spPr>
        <p:txBody>
          <a:bodyPr/>
          <a:lstStyle/>
          <a:p>
            <a:r>
              <a:rPr lang="en-AU" dirty="0" smtClean="0"/>
              <a:t>Compound interest is when you earn interest each time, based upon on previous amount. </a:t>
            </a:r>
          </a:p>
          <a:p>
            <a:r>
              <a:rPr lang="en-AU" dirty="0" smtClean="0"/>
              <a:t>If we look at the same problem from before, but apply compound interest we see it grow a lot quicker-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21724"/>
              </p:ext>
            </p:extLst>
          </p:nvPr>
        </p:nvGraphicFramePr>
        <p:xfrm>
          <a:off x="2023288" y="3588127"/>
          <a:ext cx="76758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628"/>
                <a:gridCol w="2558628"/>
                <a:gridCol w="2558628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Initial Amount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Simple interest </a:t>
                      </a:r>
                      <a:r>
                        <a:rPr lang="en-AU" dirty="0" err="1" smtClean="0"/>
                        <a:t>PxRxT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New amount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15000x0.075x1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16125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16125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16125x0.075x1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17334.38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17334.38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17334.38x0.075x1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18634.45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18634.45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18634.45x0.075x1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20032.04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20032.04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20032.04x0.07x1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21534.44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6094" y="6225436"/>
            <a:ext cx="10717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From the SI, we earned only 5625, but compounded we earn $6534.44, a difference of </a:t>
            </a:r>
            <a:r>
              <a:rPr lang="en-AU" b="1" dirty="0" smtClean="0"/>
              <a:t>$909.44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09012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707371"/>
            <a:ext cx="10571998" cy="970450"/>
          </a:xfrm>
        </p:spPr>
        <p:txBody>
          <a:bodyPr/>
          <a:lstStyle/>
          <a:p>
            <a:r>
              <a:rPr lang="en-AU" dirty="0" smtClean="0"/>
              <a:t>How do we quickly do compound interest?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0913" y="1308495"/>
                <a:ext cx="10554574" cy="3636511"/>
              </a:xfrm>
            </p:spPr>
            <p:txBody>
              <a:bodyPr/>
              <a:lstStyle/>
              <a:p>
                <a:r>
                  <a:rPr lang="en-AU" dirty="0" smtClean="0"/>
                  <a:t>The formula for finding compound interest is CI=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𝑡</m:t>
                        </m:r>
                      </m:sup>
                    </m:sSup>
                    <m:r>
                      <a:rPr lang="en-AU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AU" dirty="0" smtClean="0"/>
                  <a:t>where P is principal, r is rate at a decimal and n is number of times it is compounded yearly. T is the number of years, and is a raised power. </a:t>
                </a:r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913" y="1308495"/>
                <a:ext cx="10554574" cy="3636511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00" y="3311414"/>
            <a:ext cx="4940300" cy="3267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0520" y="3707704"/>
            <a:ext cx="5330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From the graph to right, we can see the difference between the Principle over 20 years, simple interest of 10% and compound interest over 20 years. There is an almost a $4,500 difference. </a:t>
            </a:r>
          </a:p>
          <a:p>
            <a:endParaRPr lang="en-AU" dirty="0"/>
          </a:p>
          <a:p>
            <a:r>
              <a:rPr lang="en-AU" dirty="0" smtClean="0"/>
              <a:t>From this graph, we can see that more time makes a bigger difference in the two rates.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499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 the problem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24" y="1135564"/>
            <a:ext cx="10554574" cy="3636511"/>
          </a:xfrm>
        </p:spPr>
        <p:txBody>
          <a:bodyPr/>
          <a:lstStyle/>
          <a:p>
            <a:r>
              <a:rPr lang="en-AU" dirty="0" smtClean="0"/>
              <a:t>Dave puts $2,000 in his account at 8% for 10 years. </a:t>
            </a:r>
          </a:p>
          <a:p>
            <a:r>
              <a:rPr lang="en-AU" dirty="0" smtClean="0"/>
              <a:t>Compare compound to simple interest and see the difference between the two.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79029"/>
                  </p:ext>
                </p:extLst>
              </p:nvPr>
            </p:nvGraphicFramePr>
            <p:xfrm>
              <a:off x="1142652" y="3288713"/>
              <a:ext cx="6083718" cy="2117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1859"/>
                    <a:gridCol w="3041859"/>
                  </a:tblGrid>
                  <a:tr h="3438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Simple Interest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Compound Interest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583868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SI= P x R x</a:t>
                          </a:r>
                          <a:r>
                            <a:rPr lang="en-AU" baseline="0" dirty="0" smtClean="0"/>
                            <a:t> 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CI = P(1+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</a:tr>
                  <a:tr h="583868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SI=</a:t>
                          </a:r>
                          <a:r>
                            <a:rPr lang="en-AU" baseline="0" dirty="0" smtClean="0"/>
                            <a:t> </a:t>
                          </a:r>
                          <a:r>
                            <a:rPr lang="en-AU" dirty="0" smtClean="0"/>
                            <a:t>2000 x 0.08 x 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CI= 2000(1+0.08/1)</a:t>
                          </a:r>
                          <a:r>
                            <a:rPr lang="en-AU" baseline="30000" dirty="0" smtClean="0"/>
                            <a:t>10</a:t>
                          </a:r>
                          <a:endParaRPr lang="en-AU" baseline="30000" dirty="0"/>
                        </a:p>
                      </a:txBody>
                      <a:tcPr/>
                    </a:tc>
                  </a:tr>
                  <a:tr h="583868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SI = 1600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CI = 4317.85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79029"/>
                  </p:ext>
                </p:extLst>
              </p:nvPr>
            </p:nvGraphicFramePr>
            <p:xfrm>
              <a:off x="1142652" y="3288713"/>
              <a:ext cx="6083718" cy="2117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1859"/>
                    <a:gridCol w="3041859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Simple Interest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Compound Interest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583868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SI= P x R x</a:t>
                          </a:r>
                          <a:r>
                            <a:rPr lang="en-AU" baseline="0" dirty="0" smtClean="0"/>
                            <a:t> 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01" t="-67708" r="-802" b="-202083"/>
                          </a:stretch>
                        </a:blipFill>
                      </a:tcPr>
                    </a:tc>
                  </a:tr>
                  <a:tr h="583868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SI=</a:t>
                          </a:r>
                          <a:r>
                            <a:rPr lang="en-AU" baseline="0" dirty="0" smtClean="0"/>
                            <a:t> </a:t>
                          </a:r>
                          <a:r>
                            <a:rPr lang="en-AU" dirty="0" smtClean="0"/>
                            <a:t>2000 x 0.08 x 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CI= 2000(1+0.08/1)</a:t>
                          </a:r>
                          <a:r>
                            <a:rPr lang="en-AU" baseline="30000" dirty="0" smtClean="0"/>
                            <a:t>10</a:t>
                          </a:r>
                          <a:endParaRPr lang="en-AU" baseline="30000" dirty="0"/>
                        </a:p>
                      </a:txBody>
                      <a:tcPr/>
                    </a:tc>
                  </a:tr>
                  <a:tr h="583868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SI = 1600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CI = 4317.85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1142652" y="5686816"/>
            <a:ext cx="6083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Compound </a:t>
            </a:r>
            <a:r>
              <a:rPr lang="en-AU" smtClean="0"/>
              <a:t>interest earns him $2717.85 dollars more. </a:t>
            </a:r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643" y="84138"/>
            <a:ext cx="36195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5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Practical advice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82" y="1961243"/>
            <a:ext cx="4848646" cy="4684286"/>
          </a:xfrm>
        </p:spPr>
      </p:pic>
      <p:sp>
        <p:nvSpPr>
          <p:cNvPr id="5" name="TextBox 4"/>
          <p:cNvSpPr txBox="1"/>
          <p:nvPr/>
        </p:nvSpPr>
        <p:spPr>
          <a:xfrm>
            <a:off x="277586" y="2334985"/>
            <a:ext cx="60742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you get in the habit of putting $75 away each fortnight, you can have ~$220,000 in 30 years. This is because bank accounts use compound interest with their bank accounts.  </a:t>
            </a:r>
          </a:p>
          <a:p>
            <a:endParaRPr lang="en-AU" dirty="0"/>
          </a:p>
          <a:p>
            <a:r>
              <a:rPr lang="en-AU" dirty="0" smtClean="0"/>
              <a:t>The same is true for your super. If you contribute and extra $150 a fortnight, the benefits stack up across your working life.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75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Find the amount of simple and compound interest for both of the following amounts.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AU" dirty="0" smtClean="0"/>
              <a:t>$10,000 at 5% for 5 years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AU" dirty="0" smtClean="0"/>
              <a:t>$1,250 at 8% for 20 years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AU" dirty="0" smtClean="0"/>
              <a:t>$450,000 at 4.5% for 40 years</a:t>
            </a:r>
          </a:p>
          <a:p>
            <a:pPr marL="400050"/>
            <a:r>
              <a:rPr lang="en-AU" dirty="0"/>
              <a:t>Find the </a:t>
            </a:r>
            <a:r>
              <a:rPr lang="en-AU" dirty="0" smtClean="0"/>
              <a:t>gross amount for both simple and compound interest.</a:t>
            </a:r>
            <a:endParaRPr lang="en-AU" dirty="0"/>
          </a:p>
          <a:p>
            <a:pPr marL="800100" lvl="1" indent="-342900">
              <a:buFont typeface="+mj-lt"/>
              <a:buAutoNum type="alphaLcParenR"/>
            </a:pPr>
            <a:endParaRPr lang="en-AU" dirty="0" smtClean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455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836333"/>
              </p:ext>
            </p:extLst>
          </p:nvPr>
        </p:nvGraphicFramePr>
        <p:xfrm>
          <a:off x="809999" y="2965473"/>
          <a:ext cx="10553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79"/>
                <a:gridCol w="4878161"/>
                <a:gridCol w="4878161"/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SI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CI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12,762.82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B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5,826.20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810,000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2,617,364.04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2661"/>
              </p:ext>
            </p:extLst>
          </p:nvPr>
        </p:nvGraphicFramePr>
        <p:xfrm>
          <a:off x="810000" y="4918936"/>
          <a:ext cx="10553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79"/>
                <a:gridCol w="4878161"/>
                <a:gridCol w="4878161"/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SI Gross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CI Gross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22,762.82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B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7,326.20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1,260,000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3,067,364.04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43501" y="4507325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GROSS AMOUNTS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143501" y="2534748"/>
            <a:ext cx="228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INTEREST AMOUNTS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20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MAWA book Unit 4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Pages 162, 163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35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112</TotalTime>
  <Words>561</Words>
  <Application>Microsoft Macintosh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Cambria Math</vt:lpstr>
      <vt:lpstr>Century Gothic</vt:lpstr>
      <vt:lpstr>Wingdings 2</vt:lpstr>
      <vt:lpstr>Quotable</vt:lpstr>
      <vt:lpstr>Compound Interest</vt:lpstr>
      <vt:lpstr>Interesting Interest</vt:lpstr>
      <vt:lpstr>Practise simple interest</vt:lpstr>
      <vt:lpstr>Compounding the problem. </vt:lpstr>
      <vt:lpstr>How do we quickly do compound interest?</vt:lpstr>
      <vt:lpstr>Practise the problem</vt:lpstr>
      <vt:lpstr>Practical advice</vt:lpstr>
      <vt:lpstr>Practise</vt:lpstr>
      <vt:lpstr>Answers</vt:lpstr>
      <vt:lpstr>MAWA book Unit 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Interest</dc:title>
  <dc:creator>POWER Travis [Baldivis Secondary College]</dc:creator>
  <cp:lastModifiedBy>POWER Travis [Baldivis Secondary College]</cp:lastModifiedBy>
  <cp:revision>10</cp:revision>
  <dcterms:created xsi:type="dcterms:W3CDTF">2018-08-21T06:14:02Z</dcterms:created>
  <dcterms:modified xsi:type="dcterms:W3CDTF">2018-08-21T08:06:18Z</dcterms:modified>
</cp:coreProperties>
</file>