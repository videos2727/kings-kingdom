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C16"/>
    <a:srgbClr val="0C788E"/>
    <a:srgbClr val="025198"/>
    <a:srgbClr val="000099"/>
    <a:srgbClr val="1C1C1C"/>
    <a:srgbClr val="660066"/>
    <a:srgbClr val="000058"/>
    <a:srgbClr val="2E1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 autoAdjust="0"/>
    <p:restoredTop sz="94627" autoAdjust="0"/>
  </p:normalViewPr>
  <p:slideViewPr>
    <p:cSldViewPr>
      <p:cViewPr varScale="1">
        <p:scale>
          <a:sx n="84" d="100"/>
          <a:sy n="84" d="100"/>
        </p:scale>
        <p:origin x="38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4E6DF-29FA-E94F-A790-FCCD68C20AE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13546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6BD0E-C841-DA44-9C6C-4EF16B68D68A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218298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F77FA0-2CF1-5241-9C13-73B72058228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905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8864C1-F768-3241-B9F3-EF3F4C68ECCA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4244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38DAB5-3FF8-1148-AC2F-614DFF3C664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27206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1C9F2-6465-E04F-8CE5-3047BA5D915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5419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52171-6432-0046-9DCA-779B6449AF93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202837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1E5849-007B-E64F-B376-AAC8F657EC98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71574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AAC4E-D8C7-1A49-A80D-455C511D1F8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788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1EC03-A69F-1549-9ABC-96D749FCD2F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60686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DF5B9E-C3C0-5D4D-9EE7-DB723C2C3703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4542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725970D-F03A-DD4A-9CD5-2C0B95A5690F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3851275" y="2781300"/>
            <a:ext cx="4932363" cy="544513"/>
          </a:xfrm>
          <a:noFill/>
          <a:ln/>
        </p:spPr>
        <p:txBody>
          <a:bodyPr anchor="ctr"/>
          <a:lstStyle/>
          <a:p>
            <a:pPr algn="l"/>
            <a:r>
              <a:rPr lang="es-UY" altLang="x-none" sz="4000" b="1" dirty="0" smtClean="0">
                <a:solidFill>
                  <a:schemeClr val="bg1"/>
                </a:solidFill>
              </a:rPr>
              <a:t>Linear Relatioships</a:t>
            </a:r>
            <a:endParaRPr lang="es-ES" altLang="x-none" sz="4000" b="1" dirty="0">
              <a:solidFill>
                <a:schemeClr val="bg1"/>
              </a:solidFill>
            </a:endParaRPr>
          </a:p>
        </p:txBody>
      </p:sp>
      <p:sp>
        <p:nvSpPr>
          <p:cNvPr id="2170" name="Rectangle 122"/>
          <p:cNvSpPr>
            <a:spLocks noChangeArrowheads="1"/>
          </p:cNvSpPr>
          <p:nvPr/>
        </p:nvSpPr>
        <p:spPr bwMode="auto">
          <a:xfrm>
            <a:off x="3851275" y="3357563"/>
            <a:ext cx="31686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s-UY" altLang="x-none" sz="1800" b="1" dirty="0" smtClean="0">
                <a:solidFill>
                  <a:schemeClr val="bg1"/>
                </a:solidFill>
              </a:rPr>
              <a:t>Yr 12 Essentials </a:t>
            </a:r>
            <a:endParaRPr lang="es-ES" altLang="x-none" sz="1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 smtClean="0">
                <a:solidFill>
                  <a:schemeClr val="bg1"/>
                </a:solidFill>
              </a:rPr>
              <a:t>Linear Relationships</a:t>
            </a:r>
            <a:endParaRPr lang="x-none" altLang="x-none" dirty="0">
              <a:solidFill>
                <a:schemeClr val="bg1"/>
              </a:solidFill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 smtClean="0">
                <a:solidFill>
                  <a:schemeClr val="bg1"/>
                </a:solidFill>
              </a:rPr>
              <a:t>Opening Problem</a:t>
            </a:r>
          </a:p>
          <a:p>
            <a:endParaRPr lang="x-none" altLang="x-none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24" y="2300549"/>
            <a:ext cx="7740352" cy="40428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Now Lets consider</a:t>
            </a:r>
            <a:r>
              <a:rPr lang="mr-IN" dirty="0" smtClean="0">
                <a:solidFill>
                  <a:schemeClr val="bg1"/>
                </a:solidFill>
              </a:rPr>
              <a:t>…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16832"/>
            <a:ext cx="8229600" cy="580366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3136900"/>
            <a:ext cx="8204200" cy="58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47" y="4068702"/>
            <a:ext cx="8470900" cy="584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53"/>
          <a:stretch/>
        </p:blipFill>
        <p:spPr>
          <a:xfrm>
            <a:off x="457200" y="5026632"/>
            <a:ext cx="90043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7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Thinking back to last Term</a:t>
            </a:r>
            <a:r>
              <a:rPr lang="mr-IN" dirty="0" smtClean="0">
                <a:solidFill>
                  <a:schemeClr val="bg1"/>
                </a:solidFill>
              </a:rPr>
              <a:t>…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2270" y="1420275"/>
            <a:ext cx="7719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EQ:  How do you find the relationship between variables using the vertical intercept ( y- intercept) and the constant rate of change (gradient)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70" y="2258654"/>
            <a:ext cx="7656771" cy="965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70" y="3399903"/>
            <a:ext cx="7719460" cy="660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155" y="4200460"/>
            <a:ext cx="2413000" cy="444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76" y="4792042"/>
            <a:ext cx="7754754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2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 What does the intersection of the two lines mean?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284984"/>
            <a:ext cx="8229600" cy="129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1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</a:rPr>
              <a:t>You Do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Start-Mobile </a:t>
            </a:r>
            <a:r>
              <a:rPr lang="en-US" dirty="0">
                <a:solidFill>
                  <a:schemeClr val="bg1"/>
                </a:solidFill>
              </a:rPr>
              <a:t>phone </a:t>
            </a:r>
            <a:r>
              <a:rPr lang="en-US" dirty="0" smtClean="0">
                <a:solidFill>
                  <a:schemeClr val="bg1"/>
                </a:solidFill>
              </a:rPr>
              <a:t>Investigation- </a:t>
            </a:r>
            <a:r>
              <a:rPr lang="en-US" i="1" dirty="0" smtClean="0">
                <a:solidFill>
                  <a:schemeClr val="bg1"/>
                </a:solidFill>
              </a:rPr>
              <a:t>Continue next lesson</a:t>
            </a:r>
            <a:endParaRPr lang="en-US" i="1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</a:rPr>
              <a:t>Homework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Chapter 24 Exercises Qu 1-3 </a:t>
            </a:r>
            <a:r>
              <a:rPr lang="en-US" dirty="0" err="1" smtClean="0">
                <a:solidFill>
                  <a:schemeClr val="bg1"/>
                </a:solidFill>
              </a:rPr>
              <a:t>pg</a:t>
            </a:r>
            <a:r>
              <a:rPr lang="en-US" dirty="0" smtClean="0">
                <a:solidFill>
                  <a:schemeClr val="bg1"/>
                </a:solidFill>
              </a:rPr>
              <a:t> 87-88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21481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ot" id="{546E284B-4824-A541-A0E1-C93C3C10ECD6}" vid="{5843E807-89B7-2745-8B9D-FD2E2D61DD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3-Linear Relationships-2</Template>
  <TotalTime>3</TotalTime>
  <Words>75</Words>
  <Application>Microsoft Macintosh PowerPoint</Application>
  <PresentationFormat>On-screen Show (4:3)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Diseño predeterminado</vt:lpstr>
      <vt:lpstr>Linear Relatioships</vt:lpstr>
      <vt:lpstr>Linear Relationships</vt:lpstr>
      <vt:lpstr>Now Lets consider….</vt:lpstr>
      <vt:lpstr>Thinking back to last Term….</vt:lpstr>
      <vt:lpstr>So What does the intersection of the two lines mean?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Relatioships</dc:title>
  <dc:creator>Kath Farmer</dc:creator>
  <cp:lastModifiedBy>Kath Farmer</cp:lastModifiedBy>
  <cp:revision>2</cp:revision>
  <dcterms:created xsi:type="dcterms:W3CDTF">2018-05-14T10:10:57Z</dcterms:created>
  <dcterms:modified xsi:type="dcterms:W3CDTF">2018-05-14T11:00:33Z</dcterms:modified>
</cp:coreProperties>
</file>