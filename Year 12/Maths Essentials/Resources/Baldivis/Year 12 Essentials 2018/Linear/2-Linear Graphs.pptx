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64" r:id="rId4"/>
    <p:sldId id="263" r:id="rId5"/>
    <p:sldId id="262" r:id="rId6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2C16"/>
    <a:srgbClr val="0C788E"/>
    <a:srgbClr val="025198"/>
    <a:srgbClr val="000099"/>
    <a:srgbClr val="1C1C1C"/>
    <a:srgbClr val="660066"/>
    <a:srgbClr val="000058"/>
    <a:srgbClr val="2E1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54" autoAdjust="0"/>
    <p:restoredTop sz="94627" autoAdjust="0"/>
  </p:normalViewPr>
  <p:slideViewPr>
    <p:cSldViewPr>
      <p:cViewPr varScale="1">
        <p:scale>
          <a:sx n="84" d="100"/>
          <a:sy n="84" d="100"/>
        </p:scale>
        <p:origin x="384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44E6DF-29FA-E94F-A790-FCCD68C20AEC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135464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26BD0E-C841-DA44-9C6C-4EF16B68D68A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218298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F77FA0-2CF1-5241-9C13-73B720582282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839059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8864C1-F768-3241-B9F3-EF3F4C68ECCA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342448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38DAB5-3FF8-1148-AC2F-614DFF3C6649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272068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B1C9F2-6465-E04F-8CE5-3047BA5D9159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654191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352171-6432-0046-9DCA-779B6449AF93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2028373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1E5849-007B-E64F-B376-AAC8F657EC98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715749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FAAC4E-D8C7-1A49-A80D-455C511D1F87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97888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1EC03-A69F-1549-9ABC-96D749FCD2F9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606863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DF5B9E-C3C0-5D4D-9EE7-DB723C2C3703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945428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x-none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x-none"/>
              <a:t>Haga clic para modificar el estilo de texto del patrón</a:t>
            </a:r>
          </a:p>
          <a:p>
            <a:pPr lvl="1"/>
            <a:r>
              <a:rPr lang="es-ES" altLang="x-none"/>
              <a:t>Segundo nivel</a:t>
            </a:r>
          </a:p>
          <a:p>
            <a:pPr lvl="2"/>
            <a:r>
              <a:rPr lang="es-ES" altLang="x-none"/>
              <a:t>Tercer nivel</a:t>
            </a:r>
          </a:p>
          <a:p>
            <a:pPr lvl="3"/>
            <a:r>
              <a:rPr lang="es-ES" altLang="x-none"/>
              <a:t>Cuarto nivel</a:t>
            </a:r>
          </a:p>
          <a:p>
            <a:pPr lvl="4"/>
            <a:r>
              <a:rPr lang="es-ES" altLang="x-none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s-ES" altLang="x-non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s-ES" altLang="x-non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725970D-F03A-DD4A-9CD5-2C0B95A5690F}" type="slidenum">
              <a:rPr lang="es-ES" altLang="x-none"/>
              <a:pPr/>
              <a:t>‹#›</a:t>
            </a:fld>
            <a:endParaRPr lang="es-E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8" name="Rectangle 110"/>
          <p:cNvSpPr>
            <a:spLocks noGrp="1" noChangeArrowheads="1"/>
          </p:cNvSpPr>
          <p:nvPr>
            <p:ph type="ctrTitle"/>
          </p:nvPr>
        </p:nvSpPr>
        <p:spPr>
          <a:xfrm>
            <a:off x="3851275" y="2781300"/>
            <a:ext cx="4932363" cy="544513"/>
          </a:xfrm>
          <a:noFill/>
          <a:ln/>
        </p:spPr>
        <p:txBody>
          <a:bodyPr anchor="ctr"/>
          <a:lstStyle/>
          <a:p>
            <a:pPr algn="l"/>
            <a:r>
              <a:rPr lang="es-UY" altLang="x-none" sz="4000" b="1" dirty="0" smtClean="0">
                <a:solidFill>
                  <a:schemeClr val="bg1"/>
                </a:solidFill>
              </a:rPr>
              <a:t>Linear Graphs</a:t>
            </a:r>
            <a:endParaRPr lang="es-ES" altLang="x-none" sz="4000" b="1" dirty="0">
              <a:solidFill>
                <a:schemeClr val="bg1"/>
              </a:solidFill>
            </a:endParaRPr>
          </a:p>
        </p:txBody>
      </p:sp>
      <p:sp>
        <p:nvSpPr>
          <p:cNvPr id="2170" name="Rectangle 122"/>
          <p:cNvSpPr>
            <a:spLocks noChangeArrowheads="1"/>
          </p:cNvSpPr>
          <p:nvPr/>
        </p:nvSpPr>
        <p:spPr bwMode="auto">
          <a:xfrm>
            <a:off x="3851275" y="3357563"/>
            <a:ext cx="3168650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s-UY" altLang="x-none" sz="1800" b="1" dirty="0" smtClean="0">
                <a:solidFill>
                  <a:schemeClr val="bg1"/>
                </a:solidFill>
              </a:rPr>
              <a:t>Yr 12 Essentials </a:t>
            </a:r>
            <a:endParaRPr lang="es-ES" altLang="x-none" sz="1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Opener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Silent Card Shuffle- MAWA Teachers Guide </a:t>
            </a:r>
            <a:r>
              <a:rPr lang="en-US" dirty="0" err="1" smtClean="0">
                <a:solidFill>
                  <a:schemeClr val="bg1"/>
                </a:solidFill>
              </a:rPr>
              <a:t>pg</a:t>
            </a:r>
            <a:r>
              <a:rPr lang="en-US" dirty="0" smtClean="0">
                <a:solidFill>
                  <a:schemeClr val="bg1"/>
                </a:solidFill>
              </a:rPr>
              <a:t> 87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You will need to print and cut it prior to lesson.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Instructions can be found in MAWA Text </a:t>
            </a:r>
            <a:r>
              <a:rPr lang="en-US" dirty="0" err="1" smtClean="0">
                <a:solidFill>
                  <a:schemeClr val="bg1"/>
                </a:solidFill>
              </a:rPr>
              <a:t>pg</a:t>
            </a:r>
            <a:r>
              <a:rPr lang="en-US" dirty="0" smtClean="0">
                <a:solidFill>
                  <a:schemeClr val="bg1"/>
                </a:solidFill>
              </a:rPr>
              <a:t> 82.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1257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032" y="158490"/>
            <a:ext cx="6761936" cy="3425040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128" y="3748717"/>
            <a:ext cx="7735376" cy="76062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4674448"/>
            <a:ext cx="3216776" cy="80062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424" y="4667674"/>
            <a:ext cx="3987800" cy="6731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4568" y="5349727"/>
            <a:ext cx="1739900" cy="279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5695550"/>
            <a:ext cx="4320480" cy="88301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2198" y="5741009"/>
            <a:ext cx="2012289" cy="934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908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Lets try another one together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3" t="6256" r="3286" b="61512"/>
          <a:stretch/>
        </p:blipFill>
        <p:spPr>
          <a:xfrm>
            <a:off x="490222" y="1291253"/>
            <a:ext cx="7898202" cy="2050658"/>
          </a:xfrm>
        </p:spPr>
      </p:pic>
      <p:pic>
        <p:nvPicPr>
          <p:cNvPr id="5" name="Content Placeholder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84" t="55888" r="4665" b="34566"/>
          <a:stretch/>
        </p:blipFill>
        <p:spPr bwMode="auto">
          <a:xfrm>
            <a:off x="4877539" y="5097779"/>
            <a:ext cx="3953197" cy="641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</p:pic>
      <p:pic>
        <p:nvPicPr>
          <p:cNvPr id="6" name="Content Placeholder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10" t="38722" r="3426" b="43777"/>
          <a:stretch/>
        </p:blipFill>
        <p:spPr bwMode="auto">
          <a:xfrm>
            <a:off x="5076056" y="3645937"/>
            <a:ext cx="3754680" cy="1059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</p:pic>
      <p:pic>
        <p:nvPicPr>
          <p:cNvPr id="7" name="Content Placeholder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5" t="39648" r="50000" b="55579"/>
          <a:stretch/>
        </p:blipFill>
        <p:spPr bwMode="auto">
          <a:xfrm>
            <a:off x="457201" y="3513939"/>
            <a:ext cx="4420338" cy="359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</p:pic>
      <p:pic>
        <p:nvPicPr>
          <p:cNvPr id="8" name="Content Placeholder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6" t="54111" r="51870" b="3367"/>
          <a:stretch/>
        </p:blipFill>
        <p:spPr bwMode="auto">
          <a:xfrm>
            <a:off x="431304" y="4062108"/>
            <a:ext cx="3499954" cy="2598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</p:pic>
    </p:spTree>
    <p:extLst>
      <p:ext uri="{BB962C8B-B14F-4D97-AF65-F5344CB8AC3E}">
        <p14:creationId xmlns:p14="http://schemas.microsoft.com/office/powerpoint/2010/main" val="1669916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2849720"/>
            <a:ext cx="8229600" cy="154076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Chapter 23 MAWA </a:t>
            </a:r>
            <a:r>
              <a:rPr lang="en-US" dirty="0" smtClean="0">
                <a:solidFill>
                  <a:schemeClr val="bg1"/>
                </a:solidFill>
              </a:rPr>
              <a:t>Text </a:t>
            </a:r>
            <a:r>
              <a:rPr lang="en-US" dirty="0" smtClean="0">
                <a:solidFill>
                  <a:schemeClr val="bg1"/>
                </a:solidFill>
              </a:rPr>
              <a:t>Example  </a:t>
            </a:r>
          </a:p>
          <a:p>
            <a:pPr marL="0" indent="0">
              <a:buNone/>
            </a:pPr>
            <a:r>
              <a:rPr lang="en-US" dirty="0" err="1" smtClean="0">
                <a:solidFill>
                  <a:schemeClr val="bg1"/>
                </a:solidFill>
              </a:rPr>
              <a:t>Pg</a:t>
            </a:r>
            <a:r>
              <a:rPr lang="en-US" dirty="0" smtClean="0">
                <a:solidFill>
                  <a:schemeClr val="bg1"/>
                </a:solidFill>
              </a:rPr>
              <a:t> 83   Exercises </a:t>
            </a:r>
            <a:r>
              <a:rPr lang="en-US" dirty="0" smtClean="0">
                <a:solidFill>
                  <a:schemeClr val="bg1"/>
                </a:solidFill>
              </a:rPr>
              <a:t>1 </a:t>
            </a:r>
            <a:r>
              <a:rPr lang="mr-IN" dirty="0" smtClean="0">
                <a:solidFill>
                  <a:schemeClr val="bg1"/>
                </a:solidFill>
              </a:rPr>
              <a:t>–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4</a:t>
            </a:r>
            <a:endParaRPr lang="en-US" dirty="0" smtClean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7584" y="5373216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International Mobile phone Investigation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71600" y="725168"/>
            <a:ext cx="72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charset="0"/>
              <a:buChar char="•"/>
            </a:pPr>
            <a:r>
              <a:rPr lang="en-US" sz="4000" dirty="0" smtClean="0">
                <a:solidFill>
                  <a:schemeClr val="bg1"/>
                </a:solidFill>
              </a:rPr>
              <a:t>Linear Graphing Worksheet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43808" y="4635604"/>
            <a:ext cx="23903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chemeClr val="bg1"/>
                </a:solidFill>
              </a:rPr>
              <a:t>Homework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7044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Hot" id="{546E284B-4824-A541-A0E1-C93C3C10ECD6}" vid="{5843E807-89B7-2745-8B9D-FD2E2D61DDE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Linear Relationships-2</Template>
  <TotalTime>192</TotalTime>
  <Words>60</Words>
  <Application>Microsoft Macintosh PowerPoint</Application>
  <PresentationFormat>On-screen Show (4:3)</PresentationFormat>
  <Paragraphs>12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Diseño predeterminado</vt:lpstr>
      <vt:lpstr>Linear Graphs</vt:lpstr>
      <vt:lpstr>Opener</vt:lpstr>
      <vt:lpstr>PowerPoint Presentation</vt:lpstr>
      <vt:lpstr>Lets try another one together</vt:lpstr>
      <vt:lpstr>PowerPoint Presentation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Relatioships</dc:title>
  <dc:creator>Kath Farmer</dc:creator>
  <cp:lastModifiedBy>Kath Farmer</cp:lastModifiedBy>
  <cp:revision>9</cp:revision>
  <dcterms:created xsi:type="dcterms:W3CDTF">2018-05-14T07:42:53Z</dcterms:created>
  <dcterms:modified xsi:type="dcterms:W3CDTF">2018-05-14T10:57:12Z</dcterms:modified>
</cp:coreProperties>
</file>