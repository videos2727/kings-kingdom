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61" r:id="rId3"/>
    <p:sldId id="262" r:id="rId4"/>
    <p:sldId id="266" r:id="rId5"/>
    <p:sldId id="267" r:id="rId6"/>
    <p:sldId id="263" r:id="rId7"/>
    <p:sldId id="264" r:id="rId8"/>
    <p:sldId id="268" r:id="rId9"/>
    <p:sldId id="26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F0464-68C4-4C03-B963-60348B32741B}" v="1" dt="2020-05-27T07:02:30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147F0464-68C4-4C03-B963-60348B32741B}"/>
    <pc:docChg chg="custSel modSld">
      <pc:chgData name="Sarah James" userId="e5e3e68366f0feb3" providerId="LiveId" clId="{147F0464-68C4-4C03-B963-60348B32741B}" dt="2020-05-29T00:57:46.333" v="71" actId="13926"/>
      <pc:docMkLst>
        <pc:docMk/>
      </pc:docMkLst>
      <pc:sldChg chg="modSp mod">
        <pc:chgData name="Sarah James" userId="e5e3e68366f0feb3" providerId="LiveId" clId="{147F0464-68C4-4C03-B963-60348B32741B}" dt="2020-05-29T00:57:46.333" v="71" actId="13926"/>
        <pc:sldMkLst>
          <pc:docMk/>
          <pc:sldMk cId="637548024" sldId="260"/>
        </pc:sldMkLst>
        <pc:spChg chg="mod">
          <ac:chgData name="Sarah James" userId="e5e3e68366f0feb3" providerId="LiveId" clId="{147F0464-68C4-4C03-B963-60348B32741B}" dt="2020-05-29T00:57:46.333" v="71" actId="13926"/>
          <ac:spMkLst>
            <pc:docMk/>
            <pc:sldMk cId="637548024" sldId="260"/>
            <ac:spMk id="4" creationId="{09479C3C-AF8C-4A50-A6F0-55839E4E8631}"/>
          </ac:spMkLst>
        </pc:spChg>
      </pc:sldChg>
      <pc:sldChg chg="modSp">
        <pc:chgData name="Sarah James" userId="e5e3e68366f0feb3" providerId="LiveId" clId="{147F0464-68C4-4C03-B963-60348B32741B}" dt="2020-05-27T07:02:30.449" v="0"/>
        <pc:sldMkLst>
          <pc:docMk/>
          <pc:sldMk cId="3045063373" sldId="265"/>
        </pc:sldMkLst>
        <pc:spChg chg="mod">
          <ac:chgData name="Sarah James" userId="e5e3e68366f0feb3" providerId="LiveId" clId="{147F0464-68C4-4C03-B963-60348B32741B}" dt="2020-05-27T07:02:30.449" v="0"/>
          <ac:spMkLst>
            <pc:docMk/>
            <pc:sldMk cId="3045063373" sldId="265"/>
            <ac:spMk id="3" creationId="{697231EB-B798-4B73-928E-B58DA189FA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DF3B7-BE1D-4D19-A96D-5B3014FF7481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485B30-2572-4F43-8A11-AB69CFA53D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236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0385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538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51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973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008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4023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000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214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C381-4677-48BB-AE2D-5790A42AE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01808-6D62-4C01-B472-E394927C9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24DF-5762-4B99-89BE-9229F0839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FCF4-FEF1-4EAD-913A-296332B492FE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E310-9E38-4B33-B23F-A9276F9D6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CDF89-E351-40C9-8490-071763A25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AF85-D039-4E54-A00A-DC81A950AD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9792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9883-84BD-449E-8FAE-D59F4948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E198A-1E48-411A-8E13-4D2D1DD7E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CE001-7562-470F-9D4B-09C99297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FCF4-FEF1-4EAD-913A-296332B492FE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4FA33-CA30-4F25-8AEC-4AD34010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7A9B3-D031-4F8F-8842-19923461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AF85-D039-4E54-A00A-DC81A950AD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325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4C54A-468B-4FD9-B894-53880879E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8F877-DFEF-4677-842A-7F0A3B15F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AD2A4-AADA-4784-AFEA-BA74F3F3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FCF4-FEF1-4EAD-913A-296332B492FE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84E18-2DF0-4D3E-8141-C4782614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5B9DC-65B8-42EE-AC5F-683B938B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AF85-D039-4E54-A00A-DC81A950AD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4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A172-E5AB-45E2-98CA-FF254CBD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F949D-B3B1-4F13-AEAB-5D92623D2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A36EE-275E-4D01-802B-FA3CBAAF4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8ED84-9220-4801-A9A7-2C1A853C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FCF4-FEF1-4EAD-913A-296332B492FE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29887-5E6B-4D37-A0CC-A50C8BE3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19CFB-4048-4B7D-937E-C6B2B4B6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AF85-D039-4E54-A00A-DC81A950AD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2049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6D4E-43FD-4AC3-AF01-186370850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6E6F7-AF82-4437-9F82-3E44BE327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3CC56-9657-4016-8344-A168A5BC3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58BDF-3400-40DB-BB9D-BBD4CFD10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4498D-8E40-4F09-B246-2E1D8ED3E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FF4037-9889-40DC-8C93-B05DD47D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FCF4-FEF1-4EAD-913A-296332B492FE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91A44-C6C3-420A-BE8F-362763D45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E9FD2A-1247-4D4C-9E07-6AAEC298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AF85-D039-4E54-A00A-DC81A950AD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999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A038-B780-4040-A503-A27515E36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D8E0A-EC41-4F24-AB59-29426AA71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FCF4-FEF1-4EAD-913A-296332B492FE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ED559-6D58-455E-9979-2F5A80F8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FA7D22-F251-4360-A497-60A32B555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AF85-D039-4E54-A00A-DC81A950AD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64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E531C9-CAF9-4B92-AB01-31CC10C44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FCF4-FEF1-4EAD-913A-296332B492FE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551E96-5C77-423B-BF42-8E7635A57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90682-57FF-457F-B056-3BCD87D3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AF85-D039-4E54-A00A-DC81A950AD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838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E40D-3BD9-4BD5-AE92-B7BDFC9E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D31F1-5652-48E5-A685-6E8A1E3DE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82711-DDF6-49C9-A623-CEC9C3835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CCFCF-EBC4-40B0-8214-CCB8575F4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FCF4-FEF1-4EAD-913A-296332B492FE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6AB7E-A343-4F46-88F0-F6FF1996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B9A97-D4C1-489C-B0BD-372C764A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AF85-D039-4E54-A00A-DC81A950AD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51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392D2-3744-4D46-A9EB-A65D1F04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9E54DB-246A-413F-9F9C-8B36EC090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5C1A-548F-4A02-A398-D6A1A0470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933C7-90A0-49D1-88FD-9048B2BC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FCF4-FEF1-4EAD-913A-296332B492FE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0E398-0714-4A5A-9D44-95EE6AB8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280BC-8178-4900-BEB5-D232976D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AF85-D039-4E54-A00A-DC81A950AD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851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9CBD-8201-4863-AE86-21B4A59D6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883FD-31FC-465A-8D7B-52443FC23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01960-BFCB-46FA-B1BD-53DD734A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FCF4-FEF1-4EAD-913A-296332B492FE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5FC1F-5E1C-4893-81B5-8E2F303AB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CF8C5-6E64-4798-A448-D2B83F4D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AF85-D039-4E54-A00A-DC81A950AD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030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626E8-4DF9-4739-9EC2-5843417DA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E38FEB-FD7A-43FD-A82E-BE01F400B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2BD5A-E043-484B-8FD4-942E1F5A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FCF4-FEF1-4EAD-913A-296332B492FE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A559F-0A27-48D3-BF9B-275D8F9BB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DE9B-8851-4B2C-BAA5-728B03EB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AF85-D039-4E54-A00A-DC81A950AD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6123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33607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20129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63515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07175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4082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DB5BA-E63E-42FD-BA97-5476DA532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4098E-B60E-410E-93E9-B16F02ABB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51DB7-2398-47D2-A216-3BF0720C8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CFCF4-FEF1-4EAD-913A-296332B492FE}" type="datetimeFigureOut">
              <a:rPr lang="en-AU" smtClean="0"/>
              <a:t>29/05/2020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E04A6-C481-4C6A-9BC8-45254A342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34C77-DF98-4A80-98FB-59795D1FE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9AF85-D039-4E54-A00A-DC81A950AD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223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874989" y="2213422"/>
            <a:ext cx="9446339" cy="1384675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buAutoNum type="arabicPeriod"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Fragment Core" panose="02000504040000020003" pitchFamily="50" charset="0"/>
              </a:rPr>
              <a:t>This is our next unit</a:t>
            </a:r>
          </a:p>
          <a:p>
            <a:pPr marL="971550" lvl="1" indent="-514350">
              <a:buAutoNum type="arabicPeriod"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Fragment Core" panose="02000504040000020003" pitchFamily="50" charset="0"/>
              </a:rPr>
              <a:t>Collect test paper</a:t>
            </a:r>
          </a:p>
          <a:p>
            <a:pPr marL="971550" lvl="1" indent="-514350">
              <a:buAutoNum type="arabicPeriod"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Fragment Core" panose="02000504040000020003" pitchFamily="50" charset="0"/>
              </a:rPr>
              <a:t>Collect your assessment outline- glue in or keep somewhere safe. Add in your Test 3 results.</a:t>
            </a:r>
          </a:p>
          <a:p>
            <a:pPr marL="971550" lvl="1" indent="-514350">
              <a:buAutoNum type="arabicPeriod"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Fragment Core" panose="02000504040000020003" pitchFamily="50" charset="0"/>
              </a:rPr>
              <a:t>Next assessment is PYTHAG, TRIG and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Fragment Core" panose="02000504040000020003" pitchFamily="50" charset="0"/>
              </a:rPr>
              <a:t>BIVARIATE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Fragment Core" panose="02000504040000020003" pitchFamily="50" charset="0"/>
              </a:rPr>
              <a:t> Test 3 on WEDNESDAY then EST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790" y="993471"/>
            <a:ext cx="9446339" cy="1912289"/>
          </a:xfrm>
        </p:spPr>
        <p:txBody>
          <a:bodyPr>
            <a:normAutofit fontScale="90000"/>
          </a:bodyPr>
          <a:lstStyle/>
          <a:p>
            <a:r>
              <a:rPr lang="en-AU" b="1" dirty="0">
                <a:latin typeface="Fragment Core" panose="02000504040000020003" pitchFamily="50" charset="0"/>
              </a:rPr>
              <a:t>Topic: Scale Diagrams</a:t>
            </a:r>
            <a:br>
              <a:rPr lang="en-AU" b="1" dirty="0">
                <a:latin typeface="Fragment Core" panose="02000504040000020003" pitchFamily="50" charset="0"/>
              </a:rPr>
            </a:br>
            <a:r>
              <a:rPr lang="en-AU" sz="4000" b="1" dirty="0">
                <a:latin typeface="Fragment Core" panose="02000504040000020003" pitchFamily="50" charset="0"/>
              </a:rPr>
              <a:t>EQ: How do I use a scale diagram?</a:t>
            </a:r>
            <a:br>
              <a:rPr lang="en-AU" b="1" dirty="0">
                <a:latin typeface="Fragment Core" panose="02000504040000020003" pitchFamily="50" charset="0"/>
              </a:rPr>
            </a:br>
            <a:br>
              <a:rPr lang="en-AU" b="1" dirty="0">
                <a:latin typeface="Fragment Core" panose="02000504040000020003" pitchFamily="50" charset="0"/>
              </a:rPr>
            </a:br>
            <a:endParaRPr lang="en-AU" b="1" dirty="0"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961" y="461370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You may need this throughout this unit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3EE7FC-8F36-46E4-AD81-F79E1A0F2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233" y="1875995"/>
            <a:ext cx="8618840" cy="377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4422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scale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use a scale diagram?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5449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Is a reduced or enlarged version of a real object.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 most common scale diagrams are maps and house plans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DC1E08E-BA5A-4E8A-BA8A-D786D1EC3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022" y="3810984"/>
            <a:ext cx="10136716" cy="28303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093470-857E-4DFA-8F6E-A8C239ED6ABF}"/>
              </a:ext>
            </a:extLst>
          </p:cNvPr>
          <p:cNvSpPr txBox="1"/>
          <p:nvPr/>
        </p:nvSpPr>
        <p:spPr>
          <a:xfrm>
            <a:off x="0" y="4078331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to use a scale diagram?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2BFF1B-FD94-4272-A8CD-C21C528FF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88" y="1550541"/>
            <a:ext cx="10345502" cy="309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29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748DB0-D999-4772-BD73-D26BBAAF29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510"/>
          <a:stretch/>
        </p:blipFill>
        <p:spPr>
          <a:xfrm>
            <a:off x="76692" y="1884844"/>
            <a:ext cx="7944464" cy="49731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42C28C-724F-472F-87B7-A2A8FBF56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69961"/>
            <a:ext cx="6109765" cy="458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60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0C47E5-E7BB-4A20-A94E-55F8AC31C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4665"/>
            <a:ext cx="12192000" cy="32686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919B12-3972-4EF7-A07A-2D75B49B832F}"/>
              </a:ext>
            </a:extLst>
          </p:cNvPr>
          <p:cNvSpPr/>
          <p:nvPr/>
        </p:nvSpPr>
        <p:spPr>
          <a:xfrm>
            <a:off x="41295" y="3492418"/>
            <a:ext cx="11149781" cy="926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647110-7793-4DB7-A5AE-A80B277ABADC}"/>
              </a:ext>
            </a:extLst>
          </p:cNvPr>
          <p:cNvSpPr/>
          <p:nvPr/>
        </p:nvSpPr>
        <p:spPr>
          <a:xfrm>
            <a:off x="41295" y="4459495"/>
            <a:ext cx="11149781" cy="926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9F8F24-FCB9-4A2C-9368-8C28AF823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35" y="0"/>
            <a:ext cx="10955079" cy="68127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919B12-3972-4EF7-A07A-2D75B49B832F}"/>
              </a:ext>
            </a:extLst>
          </p:cNvPr>
          <p:cNvSpPr/>
          <p:nvPr/>
        </p:nvSpPr>
        <p:spPr>
          <a:xfrm>
            <a:off x="702023" y="5091143"/>
            <a:ext cx="11149781" cy="796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647110-7793-4DB7-A5AE-A80B277ABADC}"/>
              </a:ext>
            </a:extLst>
          </p:cNvPr>
          <p:cNvSpPr/>
          <p:nvPr/>
        </p:nvSpPr>
        <p:spPr>
          <a:xfrm>
            <a:off x="652935" y="5887556"/>
            <a:ext cx="11149781" cy="788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46B165-7A08-4314-A2B0-2D10185A3D53}"/>
              </a:ext>
            </a:extLst>
          </p:cNvPr>
          <p:cNvSpPr txBox="1"/>
          <p:nvPr/>
        </p:nvSpPr>
        <p:spPr>
          <a:xfrm>
            <a:off x="2085256" y="1590040"/>
            <a:ext cx="2801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Cut up your photocopied sheet and glue in your INB</a:t>
            </a:r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9574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ED93F-B81F-492A-8944-7FD8FD9B7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04" y="0"/>
            <a:ext cx="500848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74C249-7754-4E63-8064-807A4D4BE0E7}"/>
              </a:ext>
            </a:extLst>
          </p:cNvPr>
          <p:cNvSpPr txBox="1"/>
          <p:nvPr/>
        </p:nvSpPr>
        <p:spPr>
          <a:xfrm>
            <a:off x="5031656" y="594360"/>
            <a:ext cx="2801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Cut up your photocopied sheet and glue in your INB</a:t>
            </a:r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0620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231EB-B798-4B73-928E-B58DA189FA66}"/>
              </a:ext>
            </a:extLst>
          </p:cNvPr>
          <p:cNvSpPr txBox="1"/>
          <p:nvPr/>
        </p:nvSpPr>
        <p:spPr>
          <a:xfrm>
            <a:off x="1277341" y="2359586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prstClr val="black"/>
                </a:solidFill>
              </a:rPr>
              <a:t>T2W6_ Lesson 1_How to create Scale drawings worksheet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2572</TotalTime>
  <Words>150</Words>
  <Application>Microsoft Office PowerPoint</Application>
  <PresentationFormat>Widescreen</PresentationFormat>
  <Paragraphs>25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Fragment Core</vt:lpstr>
      <vt:lpstr>Office Theme</vt:lpstr>
      <vt:lpstr>Topic: Scale Diagrams EQ: How do I use a scale diagram?  </vt:lpstr>
      <vt:lpstr>You may need this throughout this unit</vt:lpstr>
      <vt:lpstr>PowerPoint Presentation</vt:lpstr>
      <vt:lpstr>PowerPoint Presentation</vt:lpstr>
      <vt:lpstr>PowerPoint Presentation</vt:lpstr>
      <vt:lpstr>PowerPoint Presentation</vt:lpstr>
      <vt:lpstr>Practice</vt:lpstr>
      <vt:lpstr>Practice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2</cp:revision>
  <dcterms:created xsi:type="dcterms:W3CDTF">2020-05-27T05:32:42Z</dcterms:created>
  <dcterms:modified xsi:type="dcterms:W3CDTF">2020-05-29T00:57:52Z</dcterms:modified>
</cp:coreProperties>
</file>