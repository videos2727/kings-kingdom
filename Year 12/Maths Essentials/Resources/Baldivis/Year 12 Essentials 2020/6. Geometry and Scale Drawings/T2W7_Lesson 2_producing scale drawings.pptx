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0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3501" autoAdjust="0"/>
  </p:normalViewPr>
  <p:slideViewPr>
    <p:cSldViewPr snapToGrid="0">
      <p:cViewPr varScale="1">
        <p:scale>
          <a:sx n="52" d="100"/>
          <a:sy n="52" d="100"/>
        </p:scale>
        <p:origin x="5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41EBFB-413C-4635-AE28-E5EB4A37E360}" type="datetimeFigureOut">
              <a:rPr lang="en-AU" smtClean="0"/>
              <a:t>8/06/2020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EDA26-6D5D-4DCC-8794-41AD9CD94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0532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1636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10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889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b) 144.2cm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9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b) 144.2cm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6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2437D-8E5E-4E65-AA2D-CDEE33DC8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D7E129-8A8C-49EC-B542-6B22E5A65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982BF-CBA4-46E3-ADE8-111914949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F734A-EFC6-42EB-802C-60367D020313}" type="datetimeFigureOut">
              <a:rPr lang="en-AU" smtClean="0"/>
              <a:t>8/06/2020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256BF-43BB-473B-BC3D-321860E70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F2513-3A3E-4634-867C-FC6177165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38F1-8DF9-4ED9-A7BA-BDCBD152D7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9927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2F0B1-B7CE-4D05-82CD-78554615D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228AE-671A-4B48-B002-0FCB69F37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FF953-A100-4E77-A0D4-81EB26F38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F734A-EFC6-42EB-802C-60367D020313}" type="datetimeFigureOut">
              <a:rPr lang="en-AU" smtClean="0"/>
              <a:t>8/06/2020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164AC-555D-4E28-ABE8-DDC3602AF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7EB65-A0DE-4DA3-8CCC-92B696A1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38F1-8DF9-4ED9-A7BA-BDCBD152D7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0508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620E-D73D-4FA6-B95A-FF2CAC2FE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1030-54DA-442C-9C0D-7966F7D9D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9076B-FB28-43E3-9F2A-AA621294A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F734A-EFC6-42EB-802C-60367D020313}" type="datetimeFigureOut">
              <a:rPr lang="en-AU" smtClean="0"/>
              <a:t>8/06/2020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60358-0D53-4516-9B37-2DA61BAA5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438D0-F4E1-458D-AFD4-730BAB773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38F1-8DF9-4ED9-A7BA-BDCBD152D7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0364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71822-83C2-4D0A-B9DF-FA23102A8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0DCA6-F57E-4777-8DED-2AA98EE1DC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1B832-8B91-4778-BB47-FA341230D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A7BE4-0728-4FB9-A487-D68B9BF99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F734A-EFC6-42EB-802C-60367D020313}" type="datetimeFigureOut">
              <a:rPr lang="en-AU" smtClean="0"/>
              <a:t>8/06/2020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CDCA8-5348-45C4-AC74-4843EAD47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CDBE9-C134-40F3-AFCC-A870C6FD3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38F1-8DF9-4ED9-A7BA-BDCBD152D7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0890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53DFA-9E19-4963-BB43-04EBCD678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F8677-FE9D-4409-8B36-45281B5DD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8C462-90CF-4B9E-B098-D980FB1DC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440340-1EC4-4E08-A7C9-D06C6EFC55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09F7ED-E0F4-4353-A9DC-237BCD1488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C4A199-B176-4184-9A3B-39B8860F8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F734A-EFC6-42EB-802C-60367D020313}" type="datetimeFigureOut">
              <a:rPr lang="en-AU" smtClean="0"/>
              <a:t>8/06/2020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BC75A8-72E6-42EC-B8CE-B99BB203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9EC422-AB76-420A-95A5-A71E7FB1C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38F1-8DF9-4ED9-A7BA-BDCBD152D7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6212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63503-50F8-4040-BAF5-E64EB8EFD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BCF63-2E8C-4ECA-A26C-91CEE3A84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F734A-EFC6-42EB-802C-60367D020313}" type="datetimeFigureOut">
              <a:rPr lang="en-AU" smtClean="0"/>
              <a:t>8/06/2020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0E742-11B5-4261-B267-45461D69F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BF015-9FDC-4A9A-AA21-DEA7417B7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38F1-8DF9-4ED9-A7BA-BDCBD152D7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1718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30663-0031-43D0-AF2A-E34AAA78C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F734A-EFC6-42EB-802C-60367D020313}" type="datetimeFigureOut">
              <a:rPr lang="en-AU" smtClean="0"/>
              <a:t>8/06/2020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1C4FC7-2497-4894-9E0F-F200C5B97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31364-BBC6-40C7-9DB1-C9DE8614C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38F1-8DF9-4ED9-A7BA-BDCBD152D7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061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FB87C-804E-48DB-93EA-E24E39C33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BA19F-2398-41BD-88EB-F36EF56CA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099BC-0063-4D18-A8D4-40CC4F3D6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563EC-AE5D-483D-9B8C-54AC55FDA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F734A-EFC6-42EB-802C-60367D020313}" type="datetimeFigureOut">
              <a:rPr lang="en-AU" smtClean="0"/>
              <a:t>8/06/2020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78763-9A6F-427E-9745-037F4CC58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4BAC6-C401-47A6-994E-444580F40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38F1-8DF9-4ED9-A7BA-BDCBD152D7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5882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5804F-96FB-4B55-9F8F-D487B9676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923515-8478-410E-97C0-60B7BCEE65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96462B-8EEE-4D85-BA2F-9E6A6EC62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E18169-35DB-46C5-8117-8ECF79CC6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F734A-EFC6-42EB-802C-60367D020313}" type="datetimeFigureOut">
              <a:rPr lang="en-AU" smtClean="0"/>
              <a:t>8/06/2020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91D3D-05C5-4C56-8CF1-B33C99B3A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66A80-65AB-4616-B62F-86368864D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38F1-8DF9-4ED9-A7BA-BDCBD152D7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9499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9EAD1-1EAE-493B-A63B-174BC734F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A7245A-24C6-464C-B8CA-4888D4E88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2DBC0-65F9-4E09-A59F-62F795F13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F734A-EFC6-42EB-802C-60367D020313}" type="datetimeFigureOut">
              <a:rPr lang="en-AU" smtClean="0"/>
              <a:t>8/06/2020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0C9BF-C8E3-4043-8676-50E9A1271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FE234-74CA-48CE-AEFC-0D4BE5CD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38F1-8DF9-4ED9-A7BA-BDCBD152D7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7532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17009D-EB31-458B-993B-C94DF86E1B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9287DF-5F45-43D3-839C-ECA5FEA53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D46E1-0060-43F5-80C7-97537E6A1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F734A-EFC6-42EB-802C-60367D020313}" type="datetimeFigureOut">
              <a:rPr lang="en-AU" smtClean="0"/>
              <a:t>8/06/2020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BE70A-8588-4BE5-B3E1-AEDAE6412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B3D0A-1124-44F4-A145-6CCAF9DB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D38F1-8DF9-4ED9-A7BA-BDCBD152D7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8962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63476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432EB8-1232-412A-B620-246EE4108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62C37-90C5-41A3-9E18-17E4D1633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1A922-E020-47F6-8FC2-E80D0CF12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F734A-EFC6-42EB-802C-60367D020313}" type="datetimeFigureOut">
              <a:rPr lang="en-AU" smtClean="0"/>
              <a:t>8/06/2020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EDB3F-D52E-453A-8097-A08414063A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5A079-066E-491A-8F10-9BF949EA3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BD38F1-8DF9-4ED9-A7BA-BDCBD152D7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3150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3200" b="1" dirty="0">
              <a:solidFill>
                <a:srgbClr val="7C7F91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Topic: Scale Drawings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54ADFA-ED92-4957-B144-422089205F6E}"/>
              </a:ext>
            </a:extLst>
          </p:cNvPr>
          <p:cNvSpPr txBox="1"/>
          <p:nvPr/>
        </p:nvSpPr>
        <p:spPr>
          <a:xfrm>
            <a:off x="2743200" y="4196080"/>
            <a:ext cx="8493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EQ: How to produce scale drawings to build and decorate?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3691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Scale Drawings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EQ: How to produce scale drawings to use to build and decorate?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973464" y="1538934"/>
            <a:ext cx="95449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Example: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0916637-F8C0-4DE1-A0DB-FBEFC05B0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825" y="2357437"/>
            <a:ext cx="7372350" cy="2143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B3018B-E660-42C3-A4BF-F6A20CDD5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6245" y="5319066"/>
            <a:ext cx="180975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3691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Scale Drawings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EQ: How to produce scale drawings to use to build and decorate?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68207" y="2237479"/>
            <a:ext cx="95449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Example: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D22F495-B256-4A29-BC91-8676587F4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207" y="1704397"/>
            <a:ext cx="6981825" cy="352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732AE7-5E21-4ED0-9B6B-0962A8285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3637" y="2743200"/>
            <a:ext cx="7324725" cy="1371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35C8B9-7A7D-49F4-B6B2-5A464DBB3E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1503" y="3824342"/>
            <a:ext cx="4809167" cy="299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509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3691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Scale Drawings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EQ: How to produce scale drawings to use to build and decorate?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37727" y="1584094"/>
            <a:ext cx="95449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Try these: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0A5AF7E6-BABE-4949-BCA1-84D68CAD2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727" y="2095231"/>
            <a:ext cx="7229475" cy="19145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54FC6E-894F-4C68-A57D-E33CFDD82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5814" y="3907686"/>
            <a:ext cx="6093581" cy="273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698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3691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Scale Drawings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EQ: How to produce scale drawings to use to build and decorate?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37727" y="1584094"/>
            <a:ext cx="9544926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Mathematical thinking task for Week 7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Please remember that this is preparation </a:t>
            </a:r>
            <a:r>
              <a:rPr lang="en-AU" sz="2399">
                <a:solidFill>
                  <a:prstClr val="black"/>
                </a:solidFill>
                <a:latin typeface="Calibri" panose="020F0502020204030204"/>
              </a:rPr>
              <a:t>for your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next Investigation that you will complete in Week 9 (after the EST)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164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141</Words>
  <Application>Microsoft Office PowerPoint</Application>
  <PresentationFormat>Widescreen</PresentationFormat>
  <Paragraphs>38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Fragment Core</vt:lpstr>
      <vt:lpstr>Kiwi School Handwriting</vt:lpstr>
      <vt:lpstr>Office Theme</vt:lpstr>
      <vt:lpstr>Topic: Scale Drawings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Scale Drawings</dc:title>
  <dc:creator>Sarah James</dc:creator>
  <cp:lastModifiedBy>Sarah James</cp:lastModifiedBy>
  <cp:revision>2</cp:revision>
  <dcterms:created xsi:type="dcterms:W3CDTF">2020-06-08T12:07:21Z</dcterms:created>
  <dcterms:modified xsi:type="dcterms:W3CDTF">2020-06-08T12:18:19Z</dcterms:modified>
</cp:coreProperties>
</file>