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74" r:id="rId4"/>
    <p:sldId id="275" r:id="rId5"/>
    <p:sldId id="276" r:id="rId6"/>
    <p:sldId id="288" r:id="rId7"/>
    <p:sldId id="280" r:id="rId8"/>
    <p:sldId id="285" r:id="rId9"/>
    <p:sldId id="281" r:id="rId10"/>
    <p:sldId id="268" r:id="rId11"/>
    <p:sldId id="269" r:id="rId12"/>
    <p:sldId id="270" r:id="rId13"/>
    <p:sldId id="283" r:id="rId14"/>
    <p:sldId id="284" r:id="rId15"/>
    <p:sldId id="286" r:id="rId1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E92794E2-9B94-4256-8486-9A1E3909D7DC}"/>
    <pc:docChg chg="modSld">
      <pc:chgData name="Sarah James" userId="e5e3e68366f0feb3" providerId="LiveId" clId="{E92794E2-9B94-4256-8486-9A1E3909D7DC}" dt="2020-05-27T03:12:50.210" v="57" actId="20577"/>
      <pc:docMkLst>
        <pc:docMk/>
      </pc:docMkLst>
      <pc:sldChg chg="modSp mod">
        <pc:chgData name="Sarah James" userId="e5e3e68366f0feb3" providerId="LiveId" clId="{E92794E2-9B94-4256-8486-9A1E3909D7DC}" dt="2020-05-27T03:12:50.210" v="57" actId="20577"/>
        <pc:sldMkLst>
          <pc:docMk/>
          <pc:sldMk cId="2167890376" sldId="256"/>
        </pc:sldMkLst>
        <pc:spChg chg="mod">
          <ac:chgData name="Sarah James" userId="e5e3e68366f0feb3" providerId="LiveId" clId="{E92794E2-9B94-4256-8486-9A1E3909D7DC}" dt="2020-05-27T03:12:50.210" v="57" actId="20577"/>
          <ac:spMkLst>
            <pc:docMk/>
            <pc:sldMk cId="2167890376" sldId="256"/>
            <ac:spMk id="3" creationId="{B261497A-C12D-4F66-BF3E-38A2E4E330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CAAF0-C793-4BB5-8B4D-298ED40139D5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45F5B-289B-4894-90A2-2FFB06806F0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4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222250" y="819150"/>
            <a:ext cx="7181850" cy="40401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3788" y="5118725"/>
            <a:ext cx="5390305" cy="484931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756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222250" y="819150"/>
            <a:ext cx="7181850" cy="40401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3788" y="5118725"/>
            <a:ext cx="5390305" cy="484931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8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C62D-8DBA-4F79-B6CD-F425E47F8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4932B-B1E7-49EA-8EEA-72D7918D4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9496-52AC-4A4B-8911-785F5ABB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22BE-1838-4360-9578-25DFC03A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DC57-3F62-468E-948E-FA5D3399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25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64DD-EDD9-42C9-A94C-F6680EE7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53FB-DBD2-4E32-81B5-1AF4489A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C06B4-C391-4249-B05A-A0331984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791F1-1791-4828-AE22-4AA8D8DE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D045-907E-43FA-9AA5-6AE29CFA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45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5B9E-9811-4092-80DB-DC12988F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F96E8-0286-4AF3-B785-01A329EB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A35EE-D869-4FA9-AA6C-4867B7F4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CDB4-4372-46B3-AEB7-63A2C041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61066-E2D9-4402-8612-9953F300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757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1F27-24FB-47C9-BB48-6EF63B70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151BD-229F-4513-8761-81AA064B4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2F703-11A4-4739-B479-D7516CFEE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79B3-4911-45A9-B6AE-99D248397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5B63-273E-4E89-9194-2844FB3C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C992-B602-484E-86A4-9685CB73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4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03C8-2F85-40A4-ACC1-BD8F3141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F4789-998F-41D2-8A80-9DA0D625B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A0B91-BE25-42ED-8E92-C12C9BC1C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D6C4A-4C3C-4612-8CC6-7A5220EC1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A5D2B-A346-4232-A76D-728E6875F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861ED4-1AAA-434A-A039-2E948DF6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B264B-051A-4F79-B77F-164E907C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C8834-AF41-41FD-BC2F-5A524C30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454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4F7E-85ED-4123-9DFC-22BA148A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FDACB-93C9-414E-94A9-B3B759C2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34632-DE53-450F-8BCF-4AB99BC5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991CF-1366-46E1-B559-9290D20E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96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8B44B-0786-421A-91DA-DFEBBA94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E7235-5570-4219-9972-3FBF150D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D617E-63CD-4AF2-A7C0-3F45A914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847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7930-E412-40E9-ACBD-4755F052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36C9-62EE-4A69-82CF-6FBBB025B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321FA-8DE8-4877-9BA4-2A47AE229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48D15-33F7-4126-BF9E-304CA882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9E011-5ACF-477A-9965-E41061A2C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CE550-D707-4B5F-9646-BEC8495C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191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393D-2157-4E42-A23E-C23A1C7F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DB554-96CE-4B5A-B37D-963DF6D41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44B4F-4F30-47F8-BFBA-1349F40F7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0C768-15A9-443F-A937-26ED7F33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4E883-F2D8-4DF0-AC30-6BE319A0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EAA69-764B-436E-AC3B-E07E886E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1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E45D-092C-409F-B76F-6E3EFA26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C184C-D8D4-4EA1-A4E4-9E5F972A3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21DB7-D1E0-498B-BD62-76BE26FD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D06AD-8E26-4B08-81FE-18C09F43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CE42-5E6C-4C38-B4B9-1A7B3028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49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1A956-5FB3-4707-8091-A4037D41B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4BDA1-373B-4FFF-AA19-269EF6BEF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42D2-D744-483B-9BF1-A86C21E3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620CC-8091-4FC0-923C-80081A56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2C29-96B2-450B-A644-ACB4E98E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715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35814-3789-4AA7-84C4-752B9445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8AD33-90EB-41F4-8F3A-21A8D8B3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A0C9-9573-44F9-AB82-4191B9C71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DD9C0-AC01-4EF0-8C2E-E7A2A31A4C4C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761EE-DF9C-44FA-BF70-B52B27320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CA8EE-5A0C-442B-AA2E-23F95A853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CDD38-05C0-41B8-9E6E-C2445F9B4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42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://www.google.co.uk/url?sa=i&amp;rct=j&amp;q=&amp;esrc=s&amp;frm=1&amp;source=images&amp;cd=&amp;cad=rja&amp;docid=2KVyenfgKvv2xM&amp;tbnid=h0jEO8FbOL27lM:&amp;ved=0CAUQjRw&amp;url=http://www.emathematics.net/shapes.php?a=&amp;figura=7&amp;ei=5S6LUv2JOufP0QXR0oGIDw&amp;bvm=bv.56643336,d.ZGU&amp;psig=AFQjCNED_1kAAxSfmVYGDuguv_4XH4Tiig&amp;ust=1384939597590468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ABD0-DCEC-488F-B02B-51473D062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1497A-C12D-4F66-BF3E-38A2E4E33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 – How can we describe different objects?</a:t>
            </a:r>
          </a:p>
          <a:p>
            <a:endParaRPr lang="en-AU" dirty="0"/>
          </a:p>
          <a:p>
            <a:r>
              <a:rPr lang="en-AU"/>
              <a:t>NOTE: TRIG AND PYTHAG TEST ON WEDNESDAY PERIOD 3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789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parallel lines?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They are two lines on a surface that never meet. They are always the same distance apart.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423592" y="285293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423592" y="3645024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56240" y="2132856"/>
            <a:ext cx="2171700" cy="2105026"/>
          </a:xfrm>
          <a:prstGeom prst="rect">
            <a:avLst/>
          </a:prstGeom>
          <a:noFill/>
        </p:spPr>
      </p:pic>
      <p:pic>
        <p:nvPicPr>
          <p:cNvPr id="7172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00256" y="4581128"/>
            <a:ext cx="1728192" cy="1728192"/>
          </a:xfrm>
          <a:prstGeom prst="rect">
            <a:avLst/>
          </a:prstGeom>
          <a:noFill/>
        </p:spPr>
      </p:pic>
      <p:cxnSp>
        <p:nvCxnSpPr>
          <p:cNvPr id="9" name="Straight Connector 8"/>
          <p:cNvCxnSpPr/>
          <p:nvPr/>
        </p:nvCxnSpPr>
        <p:spPr>
          <a:xfrm flipV="1">
            <a:off x="2351584" y="5517232"/>
            <a:ext cx="5616624" cy="216024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51584" y="501317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80A1737-62C0-44FC-80F4-59DFF2E18B37}"/>
              </a:ext>
            </a:extLst>
          </p:cNvPr>
          <p:cNvSpPr/>
          <p:nvPr/>
        </p:nvSpPr>
        <p:spPr>
          <a:xfrm>
            <a:off x="8256240" y="471135"/>
            <a:ext cx="3495040" cy="139117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77411-FBA1-43A5-872D-07826C64E5AA}"/>
              </a:ext>
            </a:extLst>
          </p:cNvPr>
          <p:cNvSpPr txBox="1"/>
          <p:nvPr/>
        </p:nvSpPr>
        <p:spPr>
          <a:xfrm>
            <a:off x="8696960" y="1097280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ENGAGE DON’T WRITE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6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Perpendicular Line?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when a line is at exactly 90 degrees to another line.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711624" y="4221088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943872" y="2420888"/>
            <a:ext cx="0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015880" y="350100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519936" y="3501008"/>
            <a:ext cx="0" cy="6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72264" y="2420888"/>
            <a:ext cx="1428812" cy="1384946"/>
          </a:xfrm>
          <a:prstGeom prst="rect">
            <a:avLst/>
          </a:prstGeom>
          <a:noFill/>
        </p:spPr>
      </p:pic>
      <p:cxnSp>
        <p:nvCxnSpPr>
          <p:cNvPr id="16" name="Straight Connector 15"/>
          <p:cNvCxnSpPr/>
          <p:nvPr/>
        </p:nvCxnSpPr>
        <p:spPr>
          <a:xfrm>
            <a:off x="2711624" y="6309320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4439816" y="4509120"/>
            <a:ext cx="504056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00256" y="4869160"/>
            <a:ext cx="1368152" cy="1368152"/>
          </a:xfrm>
          <a:prstGeom prst="rect">
            <a:avLst/>
          </a:prstGeom>
          <a:noFill/>
        </p:spPr>
      </p:pic>
      <p:cxnSp>
        <p:nvCxnSpPr>
          <p:cNvPr id="26" name="Straight Arrow Connector 25"/>
          <p:cNvCxnSpPr/>
          <p:nvPr/>
        </p:nvCxnSpPr>
        <p:spPr>
          <a:xfrm flipH="1">
            <a:off x="5663952" y="3068960"/>
            <a:ext cx="648072" cy="360040"/>
          </a:xfrm>
          <a:prstGeom prst="straightConnector1">
            <a:avLst/>
          </a:prstGeom>
          <a:ln w="730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12024" y="285293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degrees!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8FAF8-5E4A-4167-B248-2FEF612E3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365125"/>
            <a:ext cx="38290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6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Task: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467600" cy="1324744"/>
          </a:xfrm>
        </p:spPr>
        <p:txBody>
          <a:bodyPr/>
          <a:lstStyle/>
          <a:p>
            <a:r>
              <a:rPr lang="en-US" dirty="0"/>
              <a:t>Which of these shapes are parallel, perpendicular or neither? </a:t>
            </a:r>
          </a:p>
        </p:txBody>
      </p:sp>
      <p:pic>
        <p:nvPicPr>
          <p:cNvPr id="20505" name="Picture 2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964" t="38016" r="23353" b="20641"/>
          <a:stretch>
            <a:fillRect/>
          </a:stretch>
        </p:blipFill>
        <p:spPr bwMode="auto">
          <a:xfrm>
            <a:off x="1919536" y="3257600"/>
            <a:ext cx="83152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AA19AF-E4B6-4038-9161-380F2BED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355" y="586506"/>
            <a:ext cx="38290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994122"/>
          </a:xfrm>
        </p:spPr>
        <p:txBody>
          <a:bodyPr>
            <a:noAutofit/>
          </a:bodyPr>
          <a:lstStyle/>
          <a:p>
            <a:r>
              <a:rPr lang="en-US" sz="2800" dirty="0"/>
              <a:t>How many parallel or perpendicular lines are in each shape?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40D0-6171-4B40-8EA4-CF36DFD4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155" y="1268760"/>
            <a:ext cx="7598672" cy="541687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B0D34CC-A6CD-4F37-961C-7654E6AF1A7B}"/>
              </a:ext>
            </a:extLst>
          </p:cNvPr>
          <p:cNvSpPr/>
          <p:nvPr/>
        </p:nvSpPr>
        <p:spPr>
          <a:xfrm>
            <a:off x="9265920" y="274638"/>
            <a:ext cx="2235200" cy="83280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D791C-09F8-45ED-A161-DC4FB4E37FDC}"/>
              </a:ext>
            </a:extLst>
          </p:cNvPr>
          <p:cNvSpPr txBox="1"/>
          <p:nvPr/>
        </p:nvSpPr>
        <p:spPr>
          <a:xfrm>
            <a:off x="9824720" y="373251"/>
            <a:ext cx="144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your turn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59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994122"/>
          </a:xfrm>
        </p:spPr>
        <p:txBody>
          <a:bodyPr>
            <a:noAutofit/>
          </a:bodyPr>
          <a:lstStyle/>
          <a:p>
            <a:r>
              <a:rPr lang="en-US" sz="2800" dirty="0"/>
              <a:t>How many parallel or perpendicular lines are in each shape?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40D0-6171-4B40-8EA4-CF36DFD4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155" y="1268760"/>
            <a:ext cx="7598672" cy="541687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B0D34CC-A6CD-4F37-961C-7654E6AF1A7B}"/>
              </a:ext>
            </a:extLst>
          </p:cNvPr>
          <p:cNvSpPr/>
          <p:nvPr/>
        </p:nvSpPr>
        <p:spPr>
          <a:xfrm>
            <a:off x="9265920" y="274638"/>
            <a:ext cx="2235200" cy="83280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D791C-09F8-45ED-A161-DC4FB4E37FDC}"/>
              </a:ext>
            </a:extLst>
          </p:cNvPr>
          <p:cNvSpPr txBox="1"/>
          <p:nvPr/>
        </p:nvSpPr>
        <p:spPr>
          <a:xfrm>
            <a:off x="9824720" y="373251"/>
            <a:ext cx="144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your turn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132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3695272" y="3429000"/>
            <a:ext cx="651226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3605068" y="1586867"/>
            <a:ext cx="66926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endParaRPr lang="en-US" sz="2000" dirty="0"/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EC15FA4-39B6-4DC6-8422-1BE912179773}"/>
              </a:ext>
            </a:extLst>
          </p:cNvPr>
          <p:cNvSpPr/>
          <p:nvPr/>
        </p:nvSpPr>
        <p:spPr>
          <a:xfrm>
            <a:off x="9662160" y="303498"/>
            <a:ext cx="2121456" cy="107605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8CFC9-0AB2-4E08-9768-CEAEBF0AB177}"/>
              </a:ext>
            </a:extLst>
          </p:cNvPr>
          <p:cNvSpPr txBox="1"/>
          <p:nvPr/>
        </p:nvSpPr>
        <p:spPr>
          <a:xfrm>
            <a:off x="10207537" y="558800"/>
            <a:ext cx="1395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these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4913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E630-3B28-4504-BFD2-E3566382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70DBD0-8A54-400C-8181-663A8E89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68" y="261682"/>
            <a:ext cx="8466199" cy="5667170"/>
          </a:xfrm>
        </p:spPr>
      </p:pic>
    </p:spTree>
    <p:extLst>
      <p:ext uri="{BB962C8B-B14F-4D97-AF65-F5344CB8AC3E}">
        <p14:creationId xmlns:p14="http://schemas.microsoft.com/office/powerpoint/2010/main" val="225717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E1E06-5880-4EEE-8FC2-DAA596FD2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19" y="2432210"/>
            <a:ext cx="5237832" cy="41857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ECC13-53F4-459B-AC3E-2FC09BD8A823}"/>
              </a:ext>
            </a:extLst>
          </p:cNvPr>
          <p:cNvSpPr txBox="1"/>
          <p:nvPr/>
        </p:nvSpPr>
        <p:spPr>
          <a:xfrm>
            <a:off x="2069691" y="265471"/>
            <a:ext cx="8126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Polygons can be described as convex or concave. </a:t>
            </a:r>
          </a:p>
          <a:p>
            <a:endParaRPr lang="en-AU" dirty="0"/>
          </a:p>
          <a:p>
            <a:r>
              <a:rPr lang="en-AU" dirty="0"/>
              <a:t>Concave shapes only have interior angles less than 180</a:t>
            </a:r>
            <a:r>
              <a:rPr lang="en-AU" baseline="30000" dirty="0"/>
              <a:t>o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Convex shapes have at least 1 angle greater than 180</a:t>
            </a:r>
            <a:r>
              <a:rPr lang="en-AU" baseline="30000" dirty="0"/>
              <a:t>o</a:t>
            </a:r>
            <a:r>
              <a:rPr lang="en-AU" dirty="0"/>
              <a:t>.  This results in a “caved in” appearance on that side.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DD1A4-45A8-427C-BFF5-55FDAABD3248}"/>
              </a:ext>
            </a:extLst>
          </p:cNvPr>
          <p:cNvSpPr txBox="1"/>
          <p:nvPr/>
        </p:nvSpPr>
        <p:spPr>
          <a:xfrm>
            <a:off x="8765457" y="2432209"/>
            <a:ext cx="166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“Caved in”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8DBF35-CF63-49B1-ADF5-962F0C42C8A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423355" y="2616876"/>
            <a:ext cx="1342102" cy="347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2EF6F8-D5C4-4DAD-AC02-CF34405B0E2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556091" y="2616875"/>
            <a:ext cx="1209367" cy="1542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FDB539-D28D-4A27-810E-8840E259E6C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423355" y="2616875"/>
            <a:ext cx="1342102" cy="2840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198B5-BB30-4FDA-A7F2-FA628B964A3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818673" y="2616875"/>
            <a:ext cx="1946784" cy="314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D92992-CB5D-4A21-8CB0-7CB51C69412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556091" y="2616875"/>
            <a:ext cx="1209367" cy="2161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286B7A-13EC-4422-9AFE-4683A6966363}"/>
              </a:ext>
            </a:extLst>
          </p:cNvPr>
          <p:cNvSpPr txBox="1"/>
          <p:nvPr/>
        </p:nvSpPr>
        <p:spPr>
          <a:xfrm>
            <a:off x="3351722" y="2128552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589C9-85F8-4E4E-A97C-CC67EBF17AF0}"/>
              </a:ext>
            </a:extLst>
          </p:cNvPr>
          <p:cNvSpPr txBox="1"/>
          <p:nvPr/>
        </p:nvSpPr>
        <p:spPr>
          <a:xfrm>
            <a:off x="7023077" y="2100059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Concave</a:t>
            </a:r>
          </a:p>
        </p:txBody>
      </p:sp>
    </p:spTree>
    <p:extLst>
      <p:ext uri="{BB962C8B-B14F-4D97-AF65-F5344CB8AC3E}">
        <p14:creationId xmlns:p14="http://schemas.microsoft.com/office/powerpoint/2010/main" val="25836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polygons:</a:t>
            </a:r>
          </a:p>
        </p:txBody>
      </p:sp>
      <p:pic>
        <p:nvPicPr>
          <p:cNvPr id="1026" name="Picture 2" descr="http://www.emathematics.net/poligonosregulares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340766"/>
            <a:ext cx="7200800" cy="402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75520" y="536355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Regular polygons all have equal sides. </a:t>
            </a:r>
          </a:p>
          <a:p>
            <a:r>
              <a:rPr lang="en-GB" sz="2000" dirty="0"/>
              <a:t>They have the same sized angles.</a:t>
            </a:r>
          </a:p>
        </p:txBody>
      </p:sp>
    </p:spTree>
    <p:extLst>
      <p:ext uri="{BB962C8B-B14F-4D97-AF65-F5344CB8AC3E}">
        <p14:creationId xmlns:p14="http://schemas.microsoft.com/office/powerpoint/2010/main" val="3943414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Irregular polygons: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20" y="5363559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Irregular polygons have sides of different sizes. </a:t>
            </a:r>
          </a:p>
          <a:p>
            <a:r>
              <a:rPr lang="en-GB" sz="2000" dirty="0"/>
              <a:t>They have angles of different sizes.</a:t>
            </a:r>
          </a:p>
          <a:p>
            <a:endParaRPr lang="en-GB" sz="2000" dirty="0"/>
          </a:p>
        </p:txBody>
      </p:sp>
      <p:pic>
        <p:nvPicPr>
          <p:cNvPr id="2050" name="Picture 2" descr="http://image.mathcaptain.com/cms/images/41/regular-and-irregular-polyg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58" y="1360488"/>
            <a:ext cx="8259084" cy="358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7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://www.valleytech.k12.ma.us/shapes/BLANK_clip_image002_00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2564905"/>
            <a:ext cx="6596973" cy="295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55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8CC0D-8365-4C47-AB0A-06C12D7B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26408"/>
            <a:ext cx="8878926" cy="5194172"/>
          </a:xfrm>
        </p:spPr>
      </p:pic>
    </p:spTree>
    <p:extLst>
      <p:ext uri="{BB962C8B-B14F-4D97-AF65-F5344CB8AC3E}">
        <p14:creationId xmlns:p14="http://schemas.microsoft.com/office/powerpoint/2010/main" val="163701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26127D-E9C6-4926-8980-85408B917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74638"/>
            <a:ext cx="7981444" cy="638515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9B59510-DC03-4966-8018-C4314BF7DD49}"/>
              </a:ext>
            </a:extLst>
          </p:cNvPr>
          <p:cNvSpPr/>
          <p:nvPr/>
        </p:nvSpPr>
        <p:spPr>
          <a:xfrm>
            <a:off x="223520" y="274638"/>
            <a:ext cx="1757680" cy="9140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4603D-3CCA-4702-AEDE-254824707077}"/>
              </a:ext>
            </a:extLst>
          </p:cNvPr>
          <p:cNvSpPr txBox="1"/>
          <p:nvPr/>
        </p:nvSpPr>
        <p:spPr>
          <a:xfrm>
            <a:off x="640080" y="497840"/>
            <a:ext cx="99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Glue in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8564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3605068" y="2786035"/>
            <a:ext cx="651226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3605068" y="1586867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90C88-FB81-47BB-93CE-FBB3F442A2B5}"/>
              </a:ext>
            </a:extLst>
          </p:cNvPr>
          <p:cNvSpPr txBox="1"/>
          <p:nvPr/>
        </p:nvSpPr>
        <p:spPr>
          <a:xfrm>
            <a:off x="5609303" y="5973098"/>
            <a:ext cx="38198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Complete chapter 12 of MAWA Essentials book 3 and 4.  Page 41</a:t>
            </a:r>
          </a:p>
        </p:txBody>
      </p:sp>
    </p:spTree>
    <p:extLst>
      <p:ext uri="{BB962C8B-B14F-4D97-AF65-F5344CB8AC3E}">
        <p14:creationId xmlns:p14="http://schemas.microsoft.com/office/powerpoint/2010/main" val="475745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448</Words>
  <Application>Microsoft Office PowerPoint</Application>
  <PresentationFormat>Widescreen</PresentationFormat>
  <Paragraphs>54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Topic: Geometry</vt:lpstr>
      <vt:lpstr>What are parallel lines? </vt:lpstr>
      <vt:lpstr>What is a Perpendicular Line? </vt:lpstr>
      <vt:lpstr>Quick Task: </vt:lpstr>
      <vt:lpstr>How many parallel or perpendicular lines are in each shape?</vt:lpstr>
      <vt:lpstr>How many parallel or perpendicular lines are in each shape?</vt:lpstr>
      <vt:lpstr>PowerPoint Presentation</vt:lpstr>
      <vt:lpstr>PowerPoint Presentation</vt:lpstr>
      <vt:lpstr>PowerPoint Presentation</vt:lpstr>
      <vt:lpstr>Regular polygons:</vt:lpstr>
      <vt:lpstr>Irregular polygons: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Geometry</dc:title>
  <dc:creator>Sarah James</dc:creator>
  <cp:lastModifiedBy>Sarah James</cp:lastModifiedBy>
  <cp:revision>2</cp:revision>
  <cp:lastPrinted>2020-05-25T01:39:03Z</cp:lastPrinted>
  <dcterms:created xsi:type="dcterms:W3CDTF">2020-05-25T01:33:04Z</dcterms:created>
  <dcterms:modified xsi:type="dcterms:W3CDTF">2020-05-27T03:12:59Z</dcterms:modified>
</cp:coreProperties>
</file>