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1" r:id="rId3"/>
    <p:sldId id="262" r:id="rId4"/>
    <p:sldId id="263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D63F9-8CF9-4236-94AB-F04AC14E647A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59657-9E8B-4CBA-8B06-5827C3E402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989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3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32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0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53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686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170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13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5CC9-43D6-4F7A-B3B5-B748E1DBB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46E55-DF78-462D-859A-7BD59421C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77856-DE47-4F55-9E3B-F913E01C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281B-76BD-4CDD-A71D-13448B43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D8EC1-E5D8-4030-8148-B6C1AC5E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89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EAA3-AD6E-45BC-B655-C0A170E8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FBD1-5A1E-40C9-B698-1B1414F5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24100-F4D3-4C8A-B6FE-EA1C0FD8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71D2F-0162-4D97-83C7-AA5E045E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67E09-3E86-4947-962B-4A9D1380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209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1736-482C-4924-94D2-F3DAE9FA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1FD76-FC16-43DB-86AF-8BB0A94CF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5250A-FD8E-4BEE-AC68-47A28DEB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A1815-D1A2-495C-AD5D-65FB2E713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2CA20-893D-4633-B211-5942A668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43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B00F-1CDF-4426-A8F7-5562DB92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6C532-2F6B-4412-B11C-39A9F9F48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83971-0C6F-4F96-9451-3E4A4E3DE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D27F0-2501-43D6-9C3C-040573B9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08490-E018-4B67-BE5B-52AA1C30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BC84D-4789-4314-99BA-FC980F41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35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E965-2DAE-4CD0-BBCC-E5DDEFD0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A89D8-20E4-4BA5-8240-E0E408549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362EF-AA5B-4263-93E1-6366999B3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EE3DB-4015-494E-808E-970F427FD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8D278-E155-481D-8629-0316A5837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FB43B-EB84-4C32-ACF1-9A86A378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5D0D5-556D-4826-904E-CACCB559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73DF6-F17B-4C8F-B197-87DE2FC7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67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8219-66D5-47DB-9C7C-05F013C9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14C16-FFF9-4569-8012-336800E8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051E2-DB19-4B72-98D5-1D6CE3B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38480-821F-4B6C-8380-763942C3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9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A8933-08C6-4C1A-AD98-E018F6D4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B676C-9828-40EB-896D-73165BC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714E-D77D-4748-9384-CE159566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75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68B8F-4FF0-4F57-8134-B63F09FD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65DA-6A81-48E8-A5B6-89659840A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10428-0530-4606-9E3F-465EFA897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2BB5B-A799-42D4-B6DE-4EA3842C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2CD91-F84F-4ECB-9518-D6885B78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6359C-40B0-4134-B258-7CF41F63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987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B355-8CD4-4311-86CB-2BDBAEC2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8EDC0-0D2D-4315-99F2-C7DBC0171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3FAFB-9C36-4213-9387-19029489A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6FB86-F963-4EB8-B210-A0C2E47B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A87B7-6F54-477A-8D1A-DC08087E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EDD24-1274-4900-B727-3B35B5A9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7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4AF8-AE73-4B5F-B65D-1FEBEB91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5FB29-682F-4B2C-97A0-EF548EBDF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CF4BF-A507-4FA5-A0FE-7A7FC54A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90217-275C-4C3F-9916-E125DCB1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98458-3033-4258-8363-D3B3C0C3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008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B48D49-539B-4CE2-8D2A-C3E659042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81E8C-AD6A-4FEF-9740-63636FD78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5571F-AD0D-4E32-8DE4-9F62307EF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C92A2-DD84-415B-82DE-59DB6052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131B-9940-4B10-84F2-484E6BBF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71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3572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8047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04526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1970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732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0B46A-DF91-4145-8FF7-78FD46FA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1227E-B6D5-40F8-A87A-E655B4710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F0881-BF8E-4BA2-AC37-4BEB45A0B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480D3-94AF-4255-9DAD-DBA4180996B4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0DB1-F9AB-408D-B4A6-3D8278317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8BDD-5A5E-42F9-B88E-0488F7CCF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CADE7-41CC-4017-8283-0D1ED9208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72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Topic: Scale Drawings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4ADFA-ED92-4957-B144-422089205F6E}"/>
              </a:ext>
            </a:extLst>
          </p:cNvPr>
          <p:cNvSpPr txBox="1"/>
          <p:nvPr/>
        </p:nvSpPr>
        <p:spPr>
          <a:xfrm>
            <a:off x="2743200" y="4196080"/>
            <a:ext cx="7406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interpret House Plans?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DC2E6-6DB6-4D44-9C19-09819E09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1793"/>
            <a:ext cx="12192000" cy="994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158BA-6596-4417-A129-DA87E4E69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191" y="3926206"/>
            <a:ext cx="3835564" cy="287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843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House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49694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house plan?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interpret house plans?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38934"/>
            <a:ext cx="9544926" cy="415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Each building must have plans drawn up before it can be build. These scale diagrams are called house plans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plans use many symbols and abbreviations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Most house plan measurements are shown in millimetres to avoid using a decimal point, which can lead to errors in printing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plans are also used to work out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how much materials are needed to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decorate the room or house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6FA151-30EE-4084-97FF-D252E4C1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908" y="4265233"/>
            <a:ext cx="4473349" cy="25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C93D6F-090D-4859-B436-73387694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704" y="0"/>
            <a:ext cx="7016375" cy="53654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81C487-44A1-4EF2-BB91-6EAB23041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192" y="5271810"/>
            <a:ext cx="6575814" cy="1527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05A86B-4A91-4CF4-9389-07CBE5DED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671" y="2033229"/>
            <a:ext cx="4665591" cy="109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6A1E1-AD4B-445D-BE45-9EE1DB2A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40" y="1594644"/>
            <a:ext cx="10776155" cy="49163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6F155A-4873-422E-9024-148EDEC73462}"/>
              </a:ext>
            </a:extLst>
          </p:cNvPr>
          <p:cNvSpPr/>
          <p:nvPr/>
        </p:nvSpPr>
        <p:spPr>
          <a:xfrm>
            <a:off x="595835" y="4802075"/>
            <a:ext cx="7651463" cy="76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2D046-7410-473D-ADFD-3CC68E1E6D92}"/>
              </a:ext>
            </a:extLst>
          </p:cNvPr>
          <p:cNvSpPr/>
          <p:nvPr/>
        </p:nvSpPr>
        <p:spPr>
          <a:xfrm>
            <a:off x="595835" y="5610287"/>
            <a:ext cx="7651463" cy="76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39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457FC-EC64-4996-89A7-3F6F2463FC45}"/>
              </a:ext>
            </a:extLst>
          </p:cNvPr>
          <p:cNvSpPr txBox="1"/>
          <p:nvPr/>
        </p:nvSpPr>
        <p:spPr>
          <a:xfrm>
            <a:off x="1383528" y="30314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Interpreting </a:t>
            </a:r>
            <a:r>
              <a:rPr lang="en-AU" sz="2399">
                <a:solidFill>
                  <a:prstClr val="black"/>
                </a:solidFill>
                <a:latin typeface="Calibri" panose="020F0502020204030204"/>
              </a:rPr>
              <a:t>an office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AU" sz="2399">
                <a:solidFill>
                  <a:prstClr val="black"/>
                </a:solidFill>
                <a:latin typeface="Calibri" panose="020F0502020204030204"/>
              </a:rPr>
              <a:t>lan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</TotalTime>
  <Words>114</Words>
  <Application>Microsoft Office PowerPoint</Application>
  <PresentationFormat>Widescreen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Scale Drawings</vt:lpstr>
      <vt:lpstr>From Last Lesson</vt:lpstr>
      <vt:lpstr>PowerPoint Presentation</vt:lpstr>
      <vt:lpstr>PowerPoint Presentation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2</cp:revision>
  <dcterms:created xsi:type="dcterms:W3CDTF">2020-05-27T07:03:34Z</dcterms:created>
  <dcterms:modified xsi:type="dcterms:W3CDTF">2020-05-29T00:15:34Z</dcterms:modified>
</cp:coreProperties>
</file>