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96" r:id="rId3"/>
    <p:sldId id="271" r:id="rId4"/>
    <p:sldId id="293" r:id="rId5"/>
    <p:sldId id="308" r:id="rId6"/>
    <p:sldId id="307" r:id="rId7"/>
    <p:sldId id="299" r:id="rId8"/>
    <p:sldId id="305" r:id="rId9"/>
    <p:sldId id="300" r:id="rId10"/>
    <p:sldId id="301" r:id="rId11"/>
    <p:sldId id="302" r:id="rId12"/>
    <p:sldId id="304" r:id="rId13"/>
    <p:sldId id="303" r:id="rId14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1400B-5D14-4C42-A011-EC5343FE2626}" type="datetimeFigureOut">
              <a:rPr lang="en-AU" smtClean="0"/>
              <a:t>12/08/2020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E0990-8A69-418F-9AB8-A78D17A0B28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003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9141E-EE06-427B-B281-9134EF719792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GB"/>
              <a:t>T Malik</a:t>
            </a:r>
          </a:p>
        </p:txBody>
      </p:sp>
    </p:spTree>
    <p:extLst>
      <p:ext uri="{BB962C8B-B14F-4D97-AF65-F5344CB8AC3E}">
        <p14:creationId xmlns:p14="http://schemas.microsoft.com/office/powerpoint/2010/main" val="2152109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2B13B-B964-4B39-9923-6AF7E9011B5A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3291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2B13B-B964-4B39-9923-6AF7E9011B5A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209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02B13B-B964-4B39-9923-6AF7E9011B5A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3166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3F031-7528-482B-930F-D379703B6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C5298-BA23-427D-8685-4F7935AB1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3DCCD-D84D-4166-AAEA-E2A90C77B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5CB5-3B99-4A65-98B1-ADE8A2B4C30E}" type="datetimeFigureOut">
              <a:rPr lang="en-AU" smtClean="0"/>
              <a:t>12/08/2020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75CF4-A0B4-4E84-AB0C-00E4B9D06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F342D-562E-4C34-B317-A3FCCB545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9B06-6C37-4D36-8872-6BC878A17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4681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2C284-3F52-4C9D-A66E-2127C1ACC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67298-ADA0-42EE-AF29-6B3150E5A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525C5-306F-43C0-9F4D-6B18E7424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5CB5-3B99-4A65-98B1-ADE8A2B4C30E}" type="datetimeFigureOut">
              <a:rPr lang="en-AU" smtClean="0"/>
              <a:t>12/08/2020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30AB-96D3-421F-B9CF-4A38B5639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D9F73-88EF-4716-9245-CA930DF2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9B06-6C37-4D36-8872-6BC878A17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5361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D4C54-3264-4EB9-9373-0D726A463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1A762-CE59-41BD-B957-71E1B3E2D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FF3A9-A827-44F6-BFEA-900BE2E99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5CB5-3B99-4A65-98B1-ADE8A2B4C30E}" type="datetimeFigureOut">
              <a:rPr lang="en-AU" smtClean="0"/>
              <a:t>12/08/2020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5526E-E247-4AEC-8755-DC8554355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89A4E-F030-475D-A0CF-33E567354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9B06-6C37-4D36-8872-6BC878A17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0968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EC026-D385-4E8B-B2BE-0B03E852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92A30-F06A-4A22-9FDD-7C2FE9963A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B8802A-92DD-4232-B841-7A16FEAFD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EC8A9-1B9D-4F75-95B8-C7250EF1B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5CB5-3B99-4A65-98B1-ADE8A2B4C30E}" type="datetimeFigureOut">
              <a:rPr lang="en-AU" smtClean="0"/>
              <a:t>12/08/2020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C262D-36BA-49D8-8F4D-09973DDA2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30D5C-C1B1-4B70-98FC-6F6BBD87B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9B06-6C37-4D36-8872-6BC878A17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437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60AB-1FFD-4409-BF4C-70785B381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5FBF0-89FC-42B8-8180-4AEA11E7B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E6302B-9B9D-49CE-BE6B-9D2F7E038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9674F-A4C8-4BDF-A192-D08C141B9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D6C1FF-5889-4F9F-8D07-4661408E2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A3F3CA-8437-430F-B039-9721C8C46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5CB5-3B99-4A65-98B1-ADE8A2B4C30E}" type="datetimeFigureOut">
              <a:rPr lang="en-AU" smtClean="0"/>
              <a:t>12/08/2020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0DBA17-3D51-4418-A556-7EE61DE88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5A4237-BAA8-4168-9479-791B91539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9B06-6C37-4D36-8872-6BC878A17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6519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95D3A-AFE9-43DE-92F7-5B2C6F554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981E24-605A-48C9-97F3-5DF59BBBC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5CB5-3B99-4A65-98B1-ADE8A2B4C30E}" type="datetimeFigureOut">
              <a:rPr lang="en-AU" smtClean="0"/>
              <a:t>12/08/2020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7BD45B-8DB4-403A-A9EA-F47FDCD5A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72607-B517-4D64-8A32-B9E086092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9B06-6C37-4D36-8872-6BC878A17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7416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6D1AE4-D23C-48D4-B9A7-D093E375E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5CB5-3B99-4A65-98B1-ADE8A2B4C30E}" type="datetimeFigureOut">
              <a:rPr lang="en-AU" smtClean="0"/>
              <a:t>12/08/2020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E6D3EB-E48E-4172-A552-174C0F973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3B984-699A-4085-B42A-14A121BC1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9B06-6C37-4D36-8872-6BC878A17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817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124C7-D0A0-40CF-99BE-07D88F968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0A8FE-B369-4BC1-8BAC-44A77956D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9F05F-0D74-4FCF-89BC-FA89257F1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62438-9F36-4F3A-962F-4393553B1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5CB5-3B99-4A65-98B1-ADE8A2B4C30E}" type="datetimeFigureOut">
              <a:rPr lang="en-AU" smtClean="0"/>
              <a:t>12/08/2020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052D3-2CAF-4E2C-BD25-102B79AE7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BA689-A69D-43ED-960A-A046D998A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9B06-6C37-4D36-8872-6BC878A17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2580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B74DB-9034-43D8-BBE8-571309729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1D8644-CEAC-44EB-8880-6AB4CF07D7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69CCE-6077-49DA-BCA7-E34E3DC22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52093-DBA0-4070-8527-AF07A7E4E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5CB5-3B99-4A65-98B1-ADE8A2B4C30E}" type="datetimeFigureOut">
              <a:rPr lang="en-AU" smtClean="0"/>
              <a:t>12/08/2020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FAC4D-5EC5-44D9-9A50-FDA47E360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BB668-C404-4DBE-9BA9-3B21CD2BE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9B06-6C37-4D36-8872-6BC878A17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5693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A324F-D56C-4F86-B7D4-C73464326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DCC160-C77C-45E1-8D73-4DCEFF226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EFE6E-6187-4EB2-85F7-5ECE00DFA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5CB5-3B99-4A65-98B1-ADE8A2B4C30E}" type="datetimeFigureOut">
              <a:rPr lang="en-AU" smtClean="0"/>
              <a:t>12/08/2020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8287B-DF46-4A00-9F7C-8B81FEA24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52FDB-6FFF-45C6-B37C-EFC370224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9B06-6C37-4D36-8872-6BC878A17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428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67F815-25DE-4D0C-8CF1-7FF9F3822D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46EAE-8E72-4916-BA2F-5C2E869AE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62145-146D-45E9-AC14-F1BE3E97E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75CB5-3B99-4A65-98B1-ADE8A2B4C30E}" type="datetimeFigureOut">
              <a:rPr lang="en-AU" smtClean="0"/>
              <a:t>12/08/2020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CA09B-698D-4C9E-90BB-A59DAF073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68B49-8FE5-45D1-94FC-0C3031FA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79B06-6C37-4D36-8872-6BC878A17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1278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21A384-D6B4-425C-AA53-12F8E046A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7F14E-9992-4C9F-A5E9-AEA015CBB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C25CD-67FC-4132-BC06-5542A5E3D6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75CB5-3B99-4A65-98B1-ADE8A2B4C30E}" type="datetimeFigureOut">
              <a:rPr lang="en-AU" smtClean="0"/>
              <a:t>12/08/2020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D5EAA-A225-46BC-B1F2-E7D38E3C9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0E8D9-D7C1-4918-A411-95ECD73721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79B06-6C37-4D36-8872-6BC878A17F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865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8F587-943C-4D46-A866-8C23808086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dirty="0"/>
              <a:t>Topic: Time zones</a:t>
            </a:r>
            <a:br>
              <a:rPr lang="en-US" dirty="0"/>
            </a:b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1C622-778F-464C-916F-A183395914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do we solve problems involving time zones in Australia?</a:t>
            </a:r>
            <a:br>
              <a:rPr lang="en-AU" dirty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96318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D5B3E-4693-4497-BDC0-29925D108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F9990-B633-46D7-8A47-5B05A8E26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Solve problems involving time zones in Australia and around the world, making necessary allowances for daylight saving (ACMEM163)</a:t>
            </a:r>
          </a:p>
          <a:p>
            <a:r>
              <a:rPr lang="en-US" sz="1800" dirty="0"/>
              <a:t>Solve problems relating to travelling east and west, incorporating time zone changes (ACMEM166)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1013063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263151-8B3C-459E-8FFF-B55EB3C2F7B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38165" y="205193"/>
            <a:ext cx="5258097" cy="3050952"/>
          </a:xfrm>
          <a:prstGeom prst="rect">
            <a:avLst/>
          </a:prstGeom>
        </p:spPr>
      </p:pic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A93BA4F4-4684-46B8-96CE-0365AF70F21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378048"/>
            <a:ext cx="5258097" cy="3050952"/>
          </a:xfrm>
          <a:prstGeom prst="rect">
            <a:avLst/>
          </a:prstGeom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278287BD-E63A-4BA9-A1CF-8B20E32B56B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16245" y="3429000"/>
            <a:ext cx="5258097" cy="3050952"/>
          </a:xfrm>
          <a:prstGeom prst="rect">
            <a:avLst/>
          </a:prstGeom>
        </p:spPr>
      </p:pic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583C1F55-A890-49B9-82D6-A0BFA45D7CE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95999" y="3256145"/>
            <a:ext cx="5258097" cy="30509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140394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86560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31862" y="809705"/>
            <a:ext cx="484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004399" y="1865605"/>
            <a:ext cx="533" cy="51738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8288" y="86719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1860" y="1435800"/>
            <a:ext cx="8640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EQ: How do we solve problems involving time zones in Australia?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115907" y="909833"/>
            <a:ext cx="2425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Time zones</a:t>
            </a:r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05378B-964D-4D47-BFB3-2A4714CF0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330" y="2081091"/>
            <a:ext cx="3623408" cy="3388122"/>
          </a:xfrm>
          <a:prstGeom prst="rect">
            <a:avLst/>
          </a:prstGeom>
        </p:spPr>
      </p:pic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4EA8B666-DF5F-4515-A3A7-D9F0D86A6BC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645925" y="3429000"/>
            <a:ext cx="5258097" cy="305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62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140394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86560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31862" y="809705"/>
            <a:ext cx="484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004399" y="1865605"/>
            <a:ext cx="533" cy="51738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8288" y="86719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1860" y="1435800"/>
            <a:ext cx="8640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EQ: How do we solve problems involving time zones in Australia?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115907" y="909833"/>
            <a:ext cx="2425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Time zones</a:t>
            </a:r>
            <a:endParaRPr lang="en-AU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CA937B-DF1E-4A91-A521-4EB2B0F62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223" y="2694585"/>
            <a:ext cx="5195853" cy="403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185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140394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86560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31862" y="809705"/>
            <a:ext cx="484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004399" y="1865605"/>
            <a:ext cx="533" cy="51738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8288" y="867197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1860" y="1435800"/>
            <a:ext cx="86406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EQ: How do we solve problems involving time zones in Australia?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115907" y="909833"/>
            <a:ext cx="2425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Time zones</a:t>
            </a:r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05378B-964D-4D47-BFB3-2A4714CF0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330" y="2081091"/>
            <a:ext cx="3623408" cy="33881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3777BA-BF79-4C0C-9F31-DB7638BAD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201" y="2438091"/>
            <a:ext cx="5638800" cy="38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0FB944-0E3B-4E92-8E9A-731D1389D2A2}"/>
              </a:ext>
            </a:extLst>
          </p:cNvPr>
          <p:cNvSpPr txBox="1"/>
          <p:nvPr/>
        </p:nvSpPr>
        <p:spPr>
          <a:xfrm>
            <a:off x="6235908" y="1998176"/>
            <a:ext cx="184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1:</a:t>
            </a:r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B806B3-0AC0-4BE7-9C28-A606C0BAA3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030" y="5087903"/>
            <a:ext cx="5849142" cy="130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92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937A94-39C2-4D7E-8394-138B247A6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43" y="147360"/>
            <a:ext cx="3351431" cy="31338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2711CD-6D85-4AA0-A855-516DF5FEE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878" y="2592751"/>
            <a:ext cx="759142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51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937A94-39C2-4D7E-8394-138B247A6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43" y="147360"/>
            <a:ext cx="3351431" cy="31338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2711CD-6D85-4AA0-A855-516DF5FEE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878" y="2592751"/>
            <a:ext cx="759142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401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835D3A-3D70-4759-ADD0-08A98DDEA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489" y="1622841"/>
            <a:ext cx="5311750" cy="212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559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A958AE-7D47-4FB5-83A9-1E6EA20824B3}"/>
              </a:ext>
            </a:extLst>
          </p:cNvPr>
          <p:cNvSpPr txBox="1"/>
          <p:nvPr/>
        </p:nvSpPr>
        <p:spPr>
          <a:xfrm>
            <a:off x="5084164" y="214645"/>
            <a:ext cx="2023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 zone Practice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44A1D5-B879-4038-B1ED-49ACD519E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70" y="1011289"/>
            <a:ext cx="7458075" cy="6381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678E45-1282-49BA-925F-AF604529BD7A}"/>
              </a:ext>
            </a:extLst>
          </p:cNvPr>
          <p:cNvSpPr txBox="1"/>
          <p:nvPr/>
        </p:nvSpPr>
        <p:spPr>
          <a:xfrm>
            <a:off x="464695" y="593544"/>
            <a:ext cx="2263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1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88F714-4396-420E-9666-82E8E5361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5" y="2076776"/>
            <a:ext cx="7448550" cy="1476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9AF648-8E38-452F-A0A2-02490866A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94" y="4144077"/>
            <a:ext cx="6286500" cy="428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239C6E-5C20-496D-9623-8B2053E99D1B}"/>
              </a:ext>
            </a:extLst>
          </p:cNvPr>
          <p:cNvSpPr txBox="1"/>
          <p:nvPr/>
        </p:nvSpPr>
        <p:spPr>
          <a:xfrm>
            <a:off x="464694" y="3581853"/>
            <a:ext cx="2263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2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320B96-51EE-4872-B0E1-236655CE8A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470" y="4765594"/>
            <a:ext cx="723900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1A321C-DEA3-4A31-A4D0-E5486E3DA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64" y="599684"/>
            <a:ext cx="7724775" cy="2390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CC24DC-268B-4E52-8608-917D3F352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64" y="2990459"/>
            <a:ext cx="75628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392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1A321C-DEA3-4A31-A4D0-E5486E3DA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64" y="599684"/>
            <a:ext cx="7724775" cy="2390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CC24DC-268B-4E52-8608-917D3F352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64" y="2990459"/>
            <a:ext cx="75628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978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5860C3-30BA-4842-B615-F4C919665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947" y="2370163"/>
            <a:ext cx="374332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487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137</Words>
  <Application>Microsoft Office PowerPoint</Application>
  <PresentationFormat>Widescreen</PresentationFormat>
  <Paragraphs>33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Topic: Time zones </vt:lpstr>
      <vt:lpstr>Learning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Sarah James</cp:lastModifiedBy>
  <cp:revision>7</cp:revision>
  <cp:lastPrinted>2020-08-12T01:56:07Z</cp:lastPrinted>
  <dcterms:created xsi:type="dcterms:W3CDTF">2020-08-04T12:46:43Z</dcterms:created>
  <dcterms:modified xsi:type="dcterms:W3CDTF">2020-08-12T06:28:38Z</dcterms:modified>
</cp:coreProperties>
</file>