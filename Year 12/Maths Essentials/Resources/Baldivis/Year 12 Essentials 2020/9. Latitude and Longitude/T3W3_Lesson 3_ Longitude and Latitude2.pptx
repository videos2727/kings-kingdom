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26" r:id="rId2"/>
    <p:sldId id="309" r:id="rId3"/>
    <p:sldId id="324" r:id="rId4"/>
    <p:sldId id="325" r:id="rId5"/>
    <p:sldId id="317" r:id="rId6"/>
    <p:sldId id="291" r:id="rId7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8107CE-3413-4DC5-8478-874EEF71D339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B173E-0D3D-4BDE-825D-EC4293DED0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3653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2432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BBAA-19BC-4E1B-88C4-5003AE0EF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73101-F724-4373-BC28-9B8CCC258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2E4D7-201B-4813-A998-5EEDC0C58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3C0E-12A4-4228-A56C-01E5D82C73AF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BA014-498F-4190-93D4-6C2ECC32B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C204-EE66-4661-931E-1FE8D832A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8C45-25F5-45EA-A30B-B05756368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53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1621A-9E43-4F34-9BD0-2CA4EC1A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E32D5-1DF1-4DB1-951C-00B1985DE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06F92-7C3D-424F-A61B-6B7575167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3C0E-12A4-4228-A56C-01E5D82C73AF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374E6-9200-4A05-A0FF-41E05B49E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2E2B1-38F8-46FD-ACC0-40C46F958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8C45-25F5-45EA-A30B-B05756368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9757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CACC1-A2D2-4888-B014-380142CC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54EAB-6F6A-403D-9E27-8FBBDBDC0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10BAE-310C-4CCF-B079-F733E122C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3C0E-12A4-4228-A56C-01E5D82C73AF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81950-98E5-4AC0-A3E1-D6191C3DB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2C8F3-CE5A-4CFA-B361-E99AC2F6C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8C45-25F5-45EA-A30B-B05756368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986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AAB3-1548-4BB6-9C03-B5809A55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6E06E-8BA9-4412-BA7F-FBC164672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22D8F-8527-4F6C-B418-65BC3E21E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979A0-A4CC-4C0D-B293-B273F78A2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3C0E-12A4-4228-A56C-01E5D82C73AF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09F30-5F7D-4365-A821-ADA17F54B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E5351-9AA6-4468-BD42-CE67922B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8C45-25F5-45EA-A30B-B05756368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578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2368-D257-4C51-828F-E7EE5111F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12A09-153A-40EA-AF18-DDCBFEE4F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7324C-6176-40B5-BE7D-F8E16BA9D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C3A35-F44F-4F6E-8ED3-FFD2EB4A3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EB0641-5ECB-4D15-8D63-46F1AE329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27B61C-FA22-4335-B7A3-9CA11286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3C0E-12A4-4228-A56C-01E5D82C73AF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09AFB-5017-4169-832F-9D5ADC5F6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CC940D-DBB5-41C0-BD9B-3766DF7D4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8C45-25F5-45EA-A30B-B05756368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5223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F1BEE-EB8D-4977-B24B-DFE74D23E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BFE705-5D93-44D2-8368-84BDC9327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3C0E-12A4-4228-A56C-01E5D82C73AF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95EE67-65C7-40DB-B1CE-3FE1B907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DF868-973C-4B03-8D66-51D5FD07A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8C45-25F5-45EA-A30B-B05756368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19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7BB3CC-F339-4469-A012-18D0095F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3C0E-12A4-4228-A56C-01E5D82C73AF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74BAAE-8D06-487A-BC23-1AA489EAC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4CB10-CE7D-4B6A-9598-8DC87EFB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8C45-25F5-45EA-A30B-B05756368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8146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3338-B26A-424B-AAE6-A18B70245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8D4D1-E59D-4FEE-9BBF-A66160555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C1D06-DE45-4BF4-B183-210A72A4F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178C8-C106-4081-949C-74C5D93E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3C0E-12A4-4228-A56C-01E5D82C73AF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75479-9290-47EB-8756-FC8CD5E68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B33E5-5E10-4898-B5D3-E89829D06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8C45-25F5-45EA-A30B-B05756368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789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8097-B95D-4431-920C-23CE747E9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6064F4-5412-4F75-9EA2-66EE50E0E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02A48-E339-48C7-B6B0-4955045B9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7E573-35D4-41E4-B3D4-48C0F6C06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3C0E-12A4-4228-A56C-01E5D82C73AF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967AE-3C5A-4F9F-9F9A-91C4DF7F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4CDE6-52F9-4582-80C6-86145DD2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8C45-25F5-45EA-A30B-B05756368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566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2FCB-129A-429B-BB4F-CEAE842F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4D7B8-DBAD-49A0-BC12-7B26A0696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08B3A-06D5-4B20-A289-B45EA8962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3C0E-12A4-4228-A56C-01E5D82C73AF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5B5B0-8CA6-4402-8BEB-4697047D1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2F61C-8527-4B02-96F4-9C7213FD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8C45-25F5-45EA-A30B-B05756368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6656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2BF415-19BD-4341-9FC5-986FAE9E5E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E775D-A8EA-40FE-9562-A90E67554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306E9-1010-4639-BE47-402B573EE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3C0E-12A4-4228-A56C-01E5D82C73AF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EE1D8-7716-4093-8CA4-172B48A9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E38A6-15AE-42A9-A0F0-44A591939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8C45-25F5-45EA-A30B-B05756368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1885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4065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94FD20-2B72-4F56-A079-1B8CFA19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E414D-7B8A-4D58-873B-1E725F122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66227-A213-4C3E-B200-968DA9B7B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A3C0E-12A4-4228-A56C-01E5D82C73AF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CDAD6-75CC-4D54-8809-D8B54CA43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B22BF-E189-4DA6-BB4A-989C5564E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B8C45-25F5-45EA-A30B-B05756368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5547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James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015034"/>
          </a:xfrm>
        </p:spPr>
        <p:txBody>
          <a:bodyPr>
            <a:normAutofit fontScale="90000"/>
          </a:bodyPr>
          <a:lstStyle/>
          <a:p>
            <a:r>
              <a:rPr lang="en-AU" b="1" dirty="0">
                <a:latin typeface="Fragment Core" panose="02000504040000020003" pitchFamily="50" charset="0"/>
              </a:rPr>
              <a:t>Longitude and Latitude</a:t>
            </a:r>
            <a:br>
              <a:rPr lang="en-AU" b="1" dirty="0">
                <a:latin typeface="Fragment Core" panose="02000504040000020003" pitchFamily="50" charset="0"/>
              </a:rPr>
            </a:br>
            <a:r>
              <a:rPr lang="en-AU" sz="3600" b="1" dirty="0">
                <a:latin typeface="Fragment Core" panose="02000504040000020003" pitchFamily="50" charset="0"/>
              </a:rPr>
              <a:t>How do I find the length of an arc?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FAC595-02E7-4F1A-8A1F-771DE2EE6B4C}"/>
              </a:ext>
            </a:extLst>
          </p:cNvPr>
          <p:cNvSpPr txBox="1"/>
          <p:nvPr/>
        </p:nvSpPr>
        <p:spPr>
          <a:xfrm>
            <a:off x="2695575" y="2457450"/>
            <a:ext cx="7267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lesson involves practicing a skill for map reading</a:t>
            </a:r>
          </a:p>
          <a:p>
            <a:r>
              <a:rPr lang="en-US" dirty="0"/>
              <a:t>Don’t forget next assessment is Test 4 in Week 6 (10%)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Lots of topics: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Probability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Longitude and Latitude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Distance between 2 cities/locations on a map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 zones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579" y="298231"/>
            <a:ext cx="3632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Longitude and Latitude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9315" y="10912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length of an arc?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7471" y="2132856"/>
            <a:ext cx="262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an arc?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849" y="2132856"/>
            <a:ext cx="5819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arc is a portion of the circumference of a circle.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848" y="2594521"/>
            <a:ext cx="1747184" cy="1919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17471" y="4797153"/>
            <a:ext cx="2625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I find the length of an arc?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848" y="4704819"/>
            <a:ext cx="55446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Remember the formula to find circumference of a circle?</a:t>
            </a:r>
          </a:p>
          <a:p>
            <a:endParaRPr lang="en-US" dirty="0"/>
          </a:p>
          <a:p>
            <a:r>
              <a:rPr lang="en-GB" dirty="0"/>
              <a:t>C = 2 x </a:t>
            </a:r>
            <a:r>
              <a:rPr lang="en-GB" dirty="0">
                <a:sym typeface="Symbol" charset="2"/>
              </a:rPr>
              <a:t></a:t>
            </a:r>
            <a:r>
              <a:rPr lang="en-GB" dirty="0"/>
              <a:t> x r</a:t>
            </a:r>
          </a:p>
          <a:p>
            <a:r>
              <a:rPr lang="en-GB" dirty="0"/>
              <a:t> </a:t>
            </a:r>
          </a:p>
          <a:p>
            <a:r>
              <a:rPr lang="en-GB" dirty="0"/>
              <a:t>Where C= Circumference and r= radius of the circle</a:t>
            </a:r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579" y="298231"/>
            <a:ext cx="3632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Longitude and Latitude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9315" y="10912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length of an arc?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9251" y="1965294"/>
            <a:ext cx="2625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I find the length of an arc?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85069" y="2132856"/>
                <a:ext cx="5689139" cy="1883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To find the length of an arc (part of the circumference) we use the formula</a:t>
                </a:r>
              </a:p>
              <a:p>
                <a:endParaRPr lang="en-US" dirty="0"/>
              </a:p>
              <a:p>
                <a:r>
                  <a:rPr lang="en-US" dirty="0"/>
                  <a:t>Arc length =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2×</m:t>
                    </m:r>
                    <m:r>
                      <a:rPr lang="en-GB" i="1">
                        <a:latin typeface="Cambria Math" charset="0"/>
                      </a:rPr>
                      <m:t>𝜋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r>
                      <a:rPr lang="en-GB" i="1">
                        <a:latin typeface="Cambria Math" charset="0"/>
                      </a:rPr>
                      <m:t>𝑟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charset="0"/>
                          </a:rPr>
                          <m:t>∅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360</m:t>
                        </m:r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∅</m:t>
                    </m:r>
                  </m:oMath>
                </a14:m>
                <a:r>
                  <a:rPr lang="en-GB" dirty="0"/>
                  <a:t> = the central angle of the arc in degrees.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069" y="2132856"/>
                <a:ext cx="5689139" cy="1883208"/>
              </a:xfrm>
              <a:prstGeom prst="rect">
                <a:avLst/>
              </a:prstGeom>
              <a:blipFill>
                <a:blip r:embed="rId2"/>
                <a:stretch>
                  <a:fillRect l="-857" t="-19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CD72229E-70DB-40DC-B73F-2775724C1818}"/>
              </a:ext>
            </a:extLst>
          </p:cNvPr>
          <p:cNvSpPr/>
          <p:nvPr/>
        </p:nvSpPr>
        <p:spPr>
          <a:xfrm>
            <a:off x="4439816" y="4232087"/>
            <a:ext cx="61075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DISTANCE BETWEEN TWO PLACES ON EARTH ON THE SAME LONGITUDE CAN BE DETERMINED BY USING THE ARC LENGTH FORMULA</a:t>
            </a:r>
          </a:p>
        </p:txBody>
      </p:sp>
    </p:spTree>
    <p:extLst>
      <p:ext uri="{BB962C8B-B14F-4D97-AF65-F5344CB8AC3E}">
        <p14:creationId xmlns:p14="http://schemas.microsoft.com/office/powerpoint/2010/main" val="100487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579" y="298231"/>
            <a:ext cx="3632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Longitude and Latitude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9315" y="10912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length of an arc?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9251" y="1965294"/>
            <a:ext cx="2625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I find the length of an arc?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59001" y="2049831"/>
                <a:ext cx="5689139" cy="4621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Example:</a:t>
                </a:r>
              </a:p>
              <a:p>
                <a:r>
                  <a:rPr lang="en-US" dirty="0"/>
                  <a:t>Find the length of the arc as pictured.</a:t>
                </a:r>
              </a:p>
              <a:p>
                <a:endParaRPr lang="en-US" dirty="0"/>
              </a:p>
              <a:p>
                <a:r>
                  <a:rPr lang="en-US" dirty="0"/>
                  <a:t>Arc length =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2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r>
                      <a:rPr lang="en-GB" i="1">
                        <a:latin typeface="Cambria Math" charset="0"/>
                      </a:rPr>
                      <m:t>𝜋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r>
                      <a:rPr lang="en-GB" i="1">
                        <a:latin typeface="Cambria Math" charset="0"/>
                      </a:rPr>
                      <m:t>𝑟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charset="0"/>
                          </a:rPr>
                          <m:t>∅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360</m:t>
                        </m:r>
                      </m:den>
                    </m:f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∅</m:t>
                    </m:r>
                  </m:oMath>
                </a14:m>
                <a:r>
                  <a:rPr lang="en-GB" dirty="0"/>
                  <a:t> = the central angle of the arc in degrees.</a:t>
                </a:r>
              </a:p>
              <a:p>
                <a:endParaRPr lang="en-US" dirty="0"/>
              </a:p>
              <a:p>
                <a:r>
                  <a:rPr lang="en-US" b="1" u="sng" dirty="0"/>
                  <a:t>Working:</a:t>
                </a:r>
              </a:p>
              <a:p>
                <a:endParaRPr lang="en-US" dirty="0"/>
              </a:p>
              <a:p>
                <a:r>
                  <a:rPr lang="en-US" dirty="0"/>
                  <a:t>Arc length =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2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r>
                      <a:rPr lang="en-GB" i="1">
                        <a:latin typeface="Cambria Math" charset="0"/>
                      </a:rPr>
                      <m:t>𝜋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r>
                      <a:rPr lang="en-GB" i="1">
                        <a:latin typeface="Cambria Math" charset="0"/>
                      </a:rPr>
                      <m:t>𝑟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charset="0"/>
                          </a:rPr>
                          <m:t>∅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360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2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r>
                      <a:rPr lang="en-GB" i="1">
                        <a:latin typeface="Cambria Math" charset="0"/>
                      </a:rPr>
                      <m:t>𝜋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r>
                      <a:rPr lang="en-GB" i="1">
                        <a:latin typeface="Cambria Math" charset="0"/>
                      </a:rPr>
                      <m:t>7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100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360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= 12.21730476</a:t>
                </a:r>
              </a:p>
              <a:p>
                <a:endParaRPr lang="en-US" dirty="0"/>
              </a:p>
              <a:p>
                <a:r>
                  <a:rPr lang="en-US" dirty="0"/>
                  <a:t>The arc length is 12.22m (2 </a:t>
                </a:r>
                <a:r>
                  <a:rPr lang="en-US" dirty="0" err="1"/>
                  <a:t>d.p.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001" y="2049831"/>
                <a:ext cx="5689139" cy="4621906"/>
              </a:xfrm>
              <a:prstGeom prst="rect">
                <a:avLst/>
              </a:prstGeom>
              <a:blipFill>
                <a:blip r:embed="rId2"/>
                <a:stretch>
                  <a:fillRect l="-965" t="-660" b="-11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2" y="2049831"/>
            <a:ext cx="1352798" cy="119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64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07568" y="1556792"/>
            <a:ext cx="74888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Complete the exercise on P147 of black MAWA textbook.</a:t>
            </a:r>
          </a:p>
          <a:p>
            <a:endParaRPr lang="en-US" dirty="0"/>
          </a:p>
          <a:p>
            <a:r>
              <a:rPr lang="en-US" dirty="0"/>
              <a:t>Make sure you show </a:t>
            </a:r>
            <a:r>
              <a:rPr lang="en-US" u="sng" dirty="0"/>
              <a:t>all</a:t>
            </a:r>
            <a:r>
              <a:rPr lang="en-US" dirty="0"/>
              <a:t> working out.</a:t>
            </a:r>
          </a:p>
          <a:p>
            <a:endParaRPr lang="en-US" dirty="0"/>
          </a:p>
          <a:p>
            <a:r>
              <a:rPr lang="en-US"/>
              <a:t>Hint:  THE </a:t>
            </a:r>
            <a:r>
              <a:rPr lang="en-US" dirty="0"/>
              <a:t>DISTANCE BETWEEN TWO PLACES ON EARTH ON THE SAME LONGITUDE CAN BE DETERMINED BY USING THE ARC LENGTH FORMULA</a:t>
            </a:r>
          </a:p>
          <a:p>
            <a:endParaRPr lang="en-US" u="sng" dirty="0"/>
          </a:p>
          <a:p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22840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376</Words>
  <Application>Microsoft Office PowerPoint</Application>
  <PresentationFormat>Widescreen</PresentationFormat>
  <Paragraphs>70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Fragment Core</vt:lpstr>
      <vt:lpstr>Office Theme</vt:lpstr>
      <vt:lpstr>Longitude and Latitude How do I find the length of an arc?</vt:lpstr>
      <vt:lpstr>PowerPoint Presentation</vt:lpstr>
      <vt:lpstr>PowerPoint Presentation</vt:lpstr>
      <vt:lpstr>PowerPoint Presentation</vt:lpstr>
      <vt:lpstr>Task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Longitude and Latitude How do I find the length of an arc?</dc:title>
  <dc:creator>Sarah James</dc:creator>
  <cp:lastModifiedBy>Sarah James</cp:lastModifiedBy>
  <cp:revision>4</cp:revision>
  <cp:lastPrinted>2020-08-04T00:08:38Z</cp:lastPrinted>
  <dcterms:created xsi:type="dcterms:W3CDTF">2020-07-28T01:05:49Z</dcterms:created>
  <dcterms:modified xsi:type="dcterms:W3CDTF">2020-08-04T12:56:47Z</dcterms:modified>
</cp:coreProperties>
</file>