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4" r:id="rId4"/>
    <p:sldId id="259" r:id="rId5"/>
    <p:sldId id="261" r:id="rId6"/>
    <p:sldId id="265" r:id="rId7"/>
    <p:sldId id="260" r:id="rId8"/>
    <p:sldId id="262" r:id="rId9"/>
  </p:sldIdLst>
  <p:sldSz cx="12192000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003458-9C74-4AEA-8CA1-0F2D822051BF}" v="1" dt="2020-05-08T04:48:47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D1003458-9C74-4AEA-8CA1-0F2D822051BF}"/>
    <pc:docChg chg="modSld modNotesMaster">
      <pc:chgData name="Sarah James" userId="e5e3e68366f0feb3" providerId="LiveId" clId="{D1003458-9C74-4AEA-8CA1-0F2D822051BF}" dt="2020-05-08T04:56:28.143" v="67" actId="20577"/>
      <pc:docMkLst>
        <pc:docMk/>
      </pc:docMkLst>
      <pc:sldChg chg="modSp mod modNotes">
        <pc:chgData name="Sarah James" userId="e5e3e68366f0feb3" providerId="LiveId" clId="{D1003458-9C74-4AEA-8CA1-0F2D822051BF}" dt="2020-05-08T04:56:28.143" v="67" actId="20577"/>
        <pc:sldMkLst>
          <pc:docMk/>
          <pc:sldMk cId="637548024" sldId="257"/>
        </pc:sldMkLst>
        <pc:spChg chg="mod">
          <ac:chgData name="Sarah James" userId="e5e3e68366f0feb3" providerId="LiveId" clId="{D1003458-9C74-4AEA-8CA1-0F2D822051BF}" dt="2020-05-08T04:56:28.143" v="67" actId="20577"/>
          <ac:spMkLst>
            <pc:docMk/>
            <pc:sldMk cId="637548024" sldId="257"/>
            <ac:spMk id="4" creationId="{09479C3C-AF8C-4A50-A6F0-55839E4E8631}"/>
          </ac:spMkLst>
        </pc:spChg>
      </pc:sldChg>
      <pc:sldChg chg="modNotes">
        <pc:chgData name="Sarah James" userId="e5e3e68366f0feb3" providerId="LiveId" clId="{D1003458-9C74-4AEA-8CA1-0F2D822051BF}" dt="2020-05-08T04:48:47.553" v="0"/>
        <pc:sldMkLst>
          <pc:docMk/>
          <pc:sldMk cId="965025783" sldId="258"/>
        </pc:sldMkLst>
      </pc:sldChg>
      <pc:sldChg chg="modNotes">
        <pc:chgData name="Sarah James" userId="e5e3e68366f0feb3" providerId="LiveId" clId="{D1003458-9C74-4AEA-8CA1-0F2D822051BF}" dt="2020-05-08T04:48:47.553" v="0"/>
        <pc:sldMkLst>
          <pc:docMk/>
          <pc:sldMk cId="1289934863" sldId="260"/>
        </pc:sldMkLst>
      </pc:sldChg>
      <pc:sldChg chg="modNotes">
        <pc:chgData name="Sarah James" userId="e5e3e68366f0feb3" providerId="LiveId" clId="{D1003458-9C74-4AEA-8CA1-0F2D822051BF}" dt="2020-05-08T04:48:47.553" v="0"/>
        <pc:sldMkLst>
          <pc:docMk/>
          <pc:sldMk cId="600215662" sldId="261"/>
        </pc:sldMkLst>
      </pc:sldChg>
      <pc:sldChg chg="modNotes">
        <pc:chgData name="Sarah James" userId="e5e3e68366f0feb3" providerId="LiveId" clId="{D1003458-9C74-4AEA-8CA1-0F2D822051BF}" dt="2020-05-08T04:48:47.553" v="0"/>
        <pc:sldMkLst>
          <pc:docMk/>
          <pc:sldMk cId="3045063373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2740DEC4-55CF-4BA3-AB75-FAA546DDB760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211449E2-AC3E-4BF5-9DF4-2A5062F861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1270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-211138" y="815975"/>
            <a:ext cx="7250113" cy="407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2758" y="5167024"/>
            <a:ext cx="5462058" cy="4895073"/>
          </a:xfrm>
          <a:prstGeom prst="rect">
            <a:avLst/>
          </a:prstGeom>
        </p:spPr>
        <p:txBody>
          <a:bodyPr spcFirstLastPara="1" wrap="square" lIns="99545" tIns="99545" rIns="99545" bIns="9954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311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96600" rIns="96600" bIns="966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08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96600" rIns="96600" bIns="966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461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96600" rIns="96600" bIns="966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7735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spcFirstLastPara="1" wrap="square" lIns="96600" tIns="96600" rIns="96600" bIns="966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0837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2BF1-841A-4125-92B7-283570206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E04C7-3B3F-40C3-A71E-FBCD0A081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2934B-D47C-4778-A3A8-CE8B1D2DF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F7BB9-A7E1-413F-8051-F64C69B7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644F7-EB06-4DEC-8AA0-3413C10B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2044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5587F-5E55-4C74-BF2D-37F934A0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9E66-EC3E-4BC9-98BF-6045A588E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F3D34-DB78-4A2E-A3D0-5DD5EF45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EC78-C46B-4F9A-9AB8-40A01526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AA4AF-8FBF-4E0D-8D27-E4023D30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68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7119-4BD0-43A2-B450-CAED05DF3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60BA5-FD41-4AD6-AB14-65E037237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A5A3B-0A4C-4D96-84E8-368E5CFC9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6B778-919E-46B8-B775-8C7BF853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C80AA-6BE3-4B8A-8FFA-1E427450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5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C9C1-47EF-4FFE-898F-A6BDA92C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9740C-9C8C-4F17-9797-67580AF2C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469E5-5CE1-4382-A462-015AFEB4E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B70EE-1B22-462F-91FF-61866E612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C7BA5-D4AE-4C15-8010-A1F2E0C5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5FAE6-0894-49AD-9804-1B936655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92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BDC3-0A76-4C72-965F-243FFABD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D1B51-AF42-4B37-BFD2-A32F7D9B1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98586A-4BFA-4A6D-9447-6BA3C9C58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9BAD58-F19B-44D5-ACF9-12B8A99A3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4E7DC1-0101-4B7D-9446-865D2C698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B78C2-C7A5-44CD-A23E-1CE227AF3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D21C4-6E2D-40FF-AFB8-849EFE8E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1E5BF-860C-4944-BFF9-DEA667AD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31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3446-5D4C-4AAC-8A86-EA88E40DA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F4241-8EB5-4345-ACEB-F640602A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80475-1137-4406-8B71-DECD40E2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6EFE8-EDA5-4D2A-9807-E9F71F6D9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521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6D2CA2-6A41-4E7D-812C-79C90681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EC270C-E706-4A96-BF8F-9825D20BA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D5372-AF35-41E4-A513-333FEC2A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009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DD92E-848D-47FD-8DFC-9B5F73FE1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B263F-C92C-4AE0-B757-EAB5FECD8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D0A27-CC21-4B61-87B3-DD3663879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48644-08D0-404E-8534-CB55C904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38324-9710-45B8-AC45-51BD329E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FC467-314E-4798-8E37-5C2C43B6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200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0E5B-DC86-4735-B8B5-A9C99849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D15D77-39D1-4A86-93C6-D3CE56197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B5BE5-4DFE-4356-90B1-9FB5A8D9F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AF02F-A4E6-4167-A30A-08598036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179BC-A3B7-47E3-9D77-1FEDDF3F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3DA9C-C3C4-41F9-A041-7E139BF6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67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5FCA-A88C-431C-B7F0-72D0E1D4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ED5CF-888F-4E5C-A13E-141364D4A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71E7A-DE8A-4967-831B-D8D4B43DD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57D72-3D27-4F69-BBE1-AE022F4E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B8D8-9E4B-47E4-8DF2-738C7FC2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392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BCB446-47C4-4E57-9F95-2046FE138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DE458-0633-405F-8AD7-0A5F2A2B7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1A02C-0410-4543-924A-D430B3BB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8F5A7-01F1-4A65-AF52-7E23DA21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0665B-99B2-4A0F-BFD2-6B52C184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9654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559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1298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54401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47436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633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D23BC5-5677-404B-9BAD-B9E77616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84C7F-A344-4FC9-BA51-E367D2644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DA7EA-4FEA-40EA-9765-B521E4531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9687E-3840-4D2A-9358-5E68FC697F9E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81E49-AF0D-4A2D-83F1-B6E2450D4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EDDE4-0C50-4679-B9BF-19ACDE9B2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21C01-DC90-458E-8D98-79CFDE2BE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248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iwi School Handwriting" panose="00000500000000000000" pitchFamily="2" charset="0"/>
              </a:rPr>
              <a:t>EQ – How do we use Pythagoras to find the length of the </a:t>
            </a:r>
            <a:r>
              <a:rPr lang="en-AU" sz="3200" b="1">
                <a:solidFill>
                  <a:schemeClr val="tx1">
                    <a:lumMod val="50000"/>
                    <a:lumOff val="50000"/>
                  </a:schemeClr>
                </a:solidFill>
                <a:latin typeface="Kiwi School Handwriting" panose="00000500000000000000" pitchFamily="2" charset="0"/>
              </a:rPr>
              <a:t>shorter side? </a:t>
            </a:r>
            <a:endParaRPr lang="en-AU" sz="3200" b="1" dirty="0">
              <a:solidFill>
                <a:schemeClr val="tx1">
                  <a:lumMod val="50000"/>
                  <a:lumOff val="50000"/>
                </a:schemeClr>
              </a:solidFill>
              <a:latin typeface="Kiwi School Handwriting" panose="00000500000000000000" pitchFamily="2" charset="0"/>
            </a:endParaRPr>
          </a:p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Topic: Right-angled Triangles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Recall the important definitions used in algebra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3368675" y="423884"/>
            <a:ext cx="8229600" cy="47847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GB" altLang="en-US" dirty="0"/>
              <a:t>A plane flies 120km due north, and then heads due east for 80km. How far is the plane from it’s starting point?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pic>
        <p:nvPicPr>
          <p:cNvPr id="102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>
            <a:off x="2909391" y="5733257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251201" y="6021389"/>
            <a:ext cx="219075" cy="219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341688" y="3429001"/>
            <a:ext cx="0" cy="2727325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279651" y="4508501"/>
            <a:ext cx="113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GB" altLang="en-US"/>
              <a:t>120km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368675" y="3429000"/>
            <a:ext cx="2205038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675" y="3429001"/>
            <a:ext cx="2205038" cy="27400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89389" y="2997201"/>
            <a:ext cx="1296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80km</a:t>
            </a:r>
          </a:p>
        </p:txBody>
      </p:sp>
      <p:pic>
        <p:nvPicPr>
          <p:cNvPr id="1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 rot="5400000">
            <a:off x="2904812" y="2992620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68565" y="1658522"/>
            <a:ext cx="3456384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3200" dirty="0"/>
              <a:t>How do we calculate the final distance?</a:t>
            </a:r>
          </a:p>
        </p:txBody>
      </p:sp>
      <p:pic>
        <p:nvPicPr>
          <p:cNvPr id="8" name="Picture 2" descr="Image result for thinking cap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64" y="296247"/>
            <a:ext cx="2128651" cy="311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4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3.7037E-6 L 0.00035 -0.397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208 L 0.23733 0.0020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90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use Pythagoras to find the length of the shorter sides?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A253DB-6A58-4D4F-891B-F4A41918FED5}"/>
              </a:ext>
            </a:extLst>
          </p:cNvPr>
          <p:cNvSpPr txBox="1"/>
          <p:nvPr/>
        </p:nvSpPr>
        <p:spPr>
          <a:xfrm>
            <a:off x="1" y="1827341"/>
            <a:ext cx="21125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Kiwi School Handwriting" panose="00000500000000000000" pitchFamily="2" charset="0"/>
              </a:rPr>
              <a:t>How do you find the length of the shorter side?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653C22-7DB7-4083-A85E-EFA3B458F685}"/>
              </a:ext>
            </a:extLst>
          </p:cNvPr>
          <p:cNvSpPr/>
          <p:nvPr/>
        </p:nvSpPr>
        <p:spPr>
          <a:xfrm>
            <a:off x="2759028" y="1546145"/>
            <a:ext cx="803994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2800" dirty="0"/>
              <a:t>We can also use Pythagoras’ theorem to find the length of a shorter</a:t>
            </a:r>
          </a:p>
          <a:p>
            <a:pPr algn="ctr" eaLnBrk="1" hangingPunct="1"/>
            <a:endParaRPr lang="en-GB" altLang="en-US" sz="2800" dirty="0"/>
          </a:p>
          <a:p>
            <a:pPr algn="ctr" eaLnBrk="1" hangingPunct="1"/>
            <a:r>
              <a:rPr lang="en-GB" altLang="en-US" sz="2800" b="1" dirty="0"/>
              <a:t>a</a:t>
            </a:r>
            <a:r>
              <a:rPr lang="en-GB" altLang="en-US" sz="2800" b="1" baseline="30000" dirty="0"/>
              <a:t>2</a:t>
            </a:r>
            <a:r>
              <a:rPr lang="en-GB" altLang="en-US" sz="2800" b="1" dirty="0"/>
              <a:t> = c</a:t>
            </a:r>
            <a:r>
              <a:rPr lang="en-GB" altLang="en-US" sz="2800" b="1" baseline="30000" dirty="0"/>
              <a:t>2</a:t>
            </a:r>
            <a:r>
              <a:rPr lang="en-GB" altLang="en-US" sz="2800" b="1" dirty="0"/>
              <a:t> – b</a:t>
            </a:r>
            <a:r>
              <a:rPr lang="en-GB" altLang="en-US" sz="2800" b="1" baseline="30000" dirty="0"/>
              <a:t>2</a:t>
            </a:r>
          </a:p>
          <a:p>
            <a:pPr algn="ctr" eaLnBrk="1" hangingPunct="1"/>
            <a:endParaRPr lang="en-GB" altLang="en-US" sz="2800" dirty="0"/>
          </a:p>
          <a:p>
            <a:pPr algn="ctr" eaLnBrk="1" hangingPunct="1"/>
            <a:endParaRPr lang="en-GB" altLang="en-US" sz="28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Square the longer side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Subtract the square of the other known side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800" dirty="0"/>
              <a:t>Square root your answer to get the unknown shorter side</a:t>
            </a:r>
          </a:p>
          <a:p>
            <a:pPr marL="0" indent="0" eaLnBrk="1" hangingPunct="1">
              <a:buNone/>
            </a:pPr>
            <a:r>
              <a:rPr lang="en-GB" altLang="en-US" sz="2800" dirty="0"/>
              <a:t>	</a:t>
            </a:r>
            <a:endParaRPr lang="en-GB" altLang="en-US" sz="2800" baseline="30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F04A3D-7087-482B-B962-E45581A133EB}"/>
              </a:ext>
            </a:extLst>
          </p:cNvPr>
          <p:cNvSpPr/>
          <p:nvPr/>
        </p:nvSpPr>
        <p:spPr>
          <a:xfrm>
            <a:off x="5707649" y="2638293"/>
            <a:ext cx="2142699" cy="79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24D919CC-9239-41B3-AFFE-413FFF5995FF}"/>
              </a:ext>
            </a:extLst>
          </p:cNvPr>
          <p:cNvSpPr/>
          <p:nvPr/>
        </p:nvSpPr>
        <p:spPr>
          <a:xfrm>
            <a:off x="1807949" y="1579632"/>
            <a:ext cx="4824413" cy="3168650"/>
          </a:xfrm>
          <a:prstGeom prst="rtTriangl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093BEC5-3A90-4FD5-8873-74837CF8C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86" y="2871857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12cm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5A09D6C5-40B7-4EB0-A64B-3406AC330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890" y="4751239"/>
            <a:ext cx="12239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a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11E983E-BAA9-44F2-BCCF-8E16A3D15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3948" y="2507527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13cm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2A51F-71F6-415F-A830-D945C2644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186" y="1182538"/>
            <a:ext cx="266541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c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b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13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- 12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169 - 144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25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a = √25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b="1" dirty="0">
                <a:solidFill>
                  <a:srgbClr val="00B050"/>
                </a:solidFill>
              </a:rPr>
              <a:t>a = 5 cm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DDEED7-BB85-48CA-84DC-618727AAAAB7}"/>
              </a:ext>
            </a:extLst>
          </p:cNvPr>
          <p:cNvSpPr/>
          <p:nvPr/>
        </p:nvSpPr>
        <p:spPr>
          <a:xfrm>
            <a:off x="1807948" y="4334253"/>
            <a:ext cx="402703" cy="41402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17272F-753B-43EF-AF94-2E397F000D5F}"/>
              </a:ext>
            </a:extLst>
          </p:cNvPr>
          <p:cNvSpPr txBox="1"/>
          <p:nvPr/>
        </p:nvSpPr>
        <p:spPr>
          <a:xfrm>
            <a:off x="1284270" y="616449"/>
            <a:ext cx="3914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</a:p>
          <a:p>
            <a:r>
              <a:rPr lang="en-US" dirty="0"/>
              <a:t>Find the length of side “a”.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CAAB3851-3238-4FBD-9C57-70D530361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226" y="1567692"/>
            <a:ext cx="1008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6cm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D8D4CF2-23E0-407F-8738-E3800A642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1288" y="3311311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14cm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EB87173-06D0-4477-B3F4-497844059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55" y="3311311"/>
            <a:ext cx="10080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dirty="0"/>
              <a:t>b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B55457D-4FF9-46ED-AC12-0AF78EBF0EA4}"/>
              </a:ext>
            </a:extLst>
          </p:cNvPr>
          <p:cNvGrpSpPr/>
          <p:nvPr/>
        </p:nvGrpSpPr>
        <p:grpSpPr>
          <a:xfrm rot="5400000">
            <a:off x="348991" y="3307888"/>
            <a:ext cx="3996532" cy="1960668"/>
            <a:chOff x="2927350" y="1844675"/>
            <a:chExt cx="4824414" cy="3168650"/>
          </a:xfrm>
        </p:grpSpPr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7241315D-5322-471C-BFA9-AA9D2DE69A01}"/>
                </a:ext>
              </a:extLst>
            </p:cNvPr>
            <p:cNvSpPr/>
            <p:nvPr/>
          </p:nvSpPr>
          <p:spPr>
            <a:xfrm>
              <a:off x="2927351" y="1844675"/>
              <a:ext cx="4824413" cy="3168650"/>
            </a:xfrm>
            <a:prstGeom prst="rtTriangl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8968EF-9F91-43DA-9127-9293F60BE018}"/>
                </a:ext>
              </a:extLst>
            </p:cNvPr>
            <p:cNvSpPr/>
            <p:nvPr/>
          </p:nvSpPr>
          <p:spPr>
            <a:xfrm>
              <a:off x="2927350" y="4599296"/>
              <a:ext cx="402703" cy="41402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8700DB-EF10-4D37-A914-CF9F1DB97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8919" y="1187365"/>
            <a:ext cx="266541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a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c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14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- 6</a:t>
            </a:r>
            <a:r>
              <a:rPr lang="en-GB" altLang="en-US" sz="2800" baseline="30000" dirty="0"/>
              <a:t>2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196 - 36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</a:t>
            </a:r>
            <a:r>
              <a:rPr lang="en-GB" altLang="en-US" sz="2800" baseline="30000" dirty="0"/>
              <a:t>2</a:t>
            </a:r>
            <a:r>
              <a:rPr lang="en-GB" altLang="en-US" sz="2800" dirty="0"/>
              <a:t> = 160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dirty="0"/>
              <a:t>b = √160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r>
              <a:rPr lang="en-GB" altLang="en-US" sz="2800" b="1" dirty="0">
                <a:solidFill>
                  <a:srgbClr val="7030A0"/>
                </a:solidFill>
              </a:rPr>
              <a:t>b = 12.65 cm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21B058E-54FE-46AA-821F-C2E5AC8B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47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219133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3BD365-C47C-43DD-AEFE-92822C99F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65" y="1275940"/>
            <a:ext cx="11847670" cy="545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217</Words>
  <Application>Microsoft Office PowerPoint</Application>
  <PresentationFormat>Widescreen</PresentationFormat>
  <Paragraphs>59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Kiwi School Handwriting</vt:lpstr>
      <vt:lpstr>Office Theme</vt:lpstr>
      <vt:lpstr>Topic: Right-angled Triangles</vt:lpstr>
      <vt:lpstr>Learning Intentions</vt:lpstr>
      <vt:lpstr>PowerPoint Presentation</vt:lpstr>
      <vt:lpstr>PowerPoint Presentation</vt:lpstr>
      <vt:lpstr>Practice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Right-angled Triangles</dc:title>
  <dc:creator>Sarah James</dc:creator>
  <cp:lastModifiedBy>Sarah James</cp:lastModifiedBy>
  <cp:revision>1</cp:revision>
  <cp:lastPrinted>2020-05-08T04:48:55Z</cp:lastPrinted>
  <dcterms:created xsi:type="dcterms:W3CDTF">2020-05-08T04:37:57Z</dcterms:created>
  <dcterms:modified xsi:type="dcterms:W3CDTF">2020-05-08T04:56:33Z</dcterms:modified>
</cp:coreProperties>
</file>