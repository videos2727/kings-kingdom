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64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James" initials="SJ" lastIdx="1" clrIdx="0">
    <p:extLst>
      <p:ext uri="{19B8F6BF-5375-455C-9EA6-DF929625EA0E}">
        <p15:presenceInfo xmlns:p15="http://schemas.microsoft.com/office/powerpoint/2012/main" userId="e5e3e68366f0feb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7E68B-6074-409A-9DAC-2EE942DFE162}" v="7" dt="2020-03-27T00:56:00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92" autoAdjust="0"/>
  </p:normalViewPr>
  <p:slideViewPr>
    <p:cSldViewPr snapToGrid="0">
      <p:cViewPr>
        <p:scale>
          <a:sx n="94" d="100"/>
          <a:sy n="94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23F7E68B-6074-409A-9DAC-2EE942DFE162}"/>
    <pc:docChg chg="custSel addSld delSld modSld sldOrd">
      <pc:chgData name="Sarah James" userId="e5e3e68366f0feb3" providerId="LiveId" clId="{23F7E68B-6074-409A-9DAC-2EE942DFE162}" dt="2020-03-27T00:56:05.262" v="407" actId="1076"/>
      <pc:docMkLst>
        <pc:docMk/>
      </pc:docMkLst>
      <pc:sldChg chg="delSp modSp del mod">
        <pc:chgData name="Sarah James" userId="e5e3e68366f0feb3" providerId="LiveId" clId="{23F7E68B-6074-409A-9DAC-2EE942DFE162}" dt="2020-03-27T00:05:30.963" v="26" actId="47"/>
        <pc:sldMkLst>
          <pc:docMk/>
          <pc:sldMk cId="3923916396" sldId="263"/>
        </pc:sldMkLst>
        <pc:spChg chg="mod">
          <ac:chgData name="Sarah James" userId="e5e3e68366f0feb3" providerId="LiveId" clId="{23F7E68B-6074-409A-9DAC-2EE942DFE162}" dt="2020-03-27T00:03:03.630" v="22" actId="20577"/>
          <ac:spMkLst>
            <pc:docMk/>
            <pc:sldMk cId="3923916396" sldId="263"/>
            <ac:spMk id="2" creationId="{D18C1ED8-116A-44F2-B3B0-FAAE74CBA649}"/>
          </ac:spMkLst>
        </pc:spChg>
        <pc:spChg chg="del">
          <ac:chgData name="Sarah James" userId="e5e3e68366f0feb3" providerId="LiveId" clId="{23F7E68B-6074-409A-9DAC-2EE942DFE162}" dt="2020-03-27T00:02:44.545" v="1" actId="478"/>
          <ac:spMkLst>
            <pc:docMk/>
            <pc:sldMk cId="3923916396" sldId="263"/>
            <ac:spMk id="3" creationId="{55869971-E723-4640-8D91-4C13A9B7BDBD}"/>
          </ac:spMkLst>
        </pc:spChg>
        <pc:spChg chg="del">
          <ac:chgData name="Sarah James" userId="e5e3e68366f0feb3" providerId="LiveId" clId="{23F7E68B-6074-409A-9DAC-2EE942DFE162}" dt="2020-03-27T00:02:45.966" v="2" actId="478"/>
          <ac:spMkLst>
            <pc:docMk/>
            <pc:sldMk cId="3923916396" sldId="263"/>
            <ac:spMk id="4" creationId="{0038A9C2-8C10-4964-A1C0-D3A37A2C31CA}"/>
          </ac:spMkLst>
        </pc:spChg>
      </pc:sldChg>
      <pc:sldChg chg="add">
        <pc:chgData name="Sarah James" userId="e5e3e68366f0feb3" providerId="LiveId" clId="{23F7E68B-6074-409A-9DAC-2EE942DFE162}" dt="2020-03-27T00:02:35.461" v="0"/>
        <pc:sldMkLst>
          <pc:docMk/>
          <pc:sldMk cId="4044391422" sldId="264"/>
        </pc:sldMkLst>
      </pc:sldChg>
      <pc:sldChg chg="addSp delSp modSp add mod ord delAnim modAnim addCm delCm modCm">
        <pc:chgData name="Sarah James" userId="e5e3e68366f0feb3" providerId="LiveId" clId="{23F7E68B-6074-409A-9DAC-2EE942DFE162}" dt="2020-03-27T00:56:05.262" v="407" actId="1076"/>
        <pc:sldMkLst>
          <pc:docMk/>
          <pc:sldMk cId="456561043" sldId="265"/>
        </pc:sldMkLst>
        <pc:spChg chg="mod">
          <ac:chgData name="Sarah James" userId="e5e3e68366f0feb3" providerId="LiveId" clId="{23F7E68B-6074-409A-9DAC-2EE942DFE162}" dt="2020-03-27T00:05:38.797" v="40" actId="20577"/>
          <ac:spMkLst>
            <pc:docMk/>
            <pc:sldMk cId="456561043" sldId="265"/>
            <ac:spMk id="2" creationId="{00000000-0000-0000-0000-000000000000}"/>
          </ac:spMkLst>
        </pc:spChg>
        <pc:spChg chg="mod">
          <ac:chgData name="Sarah James" userId="e5e3e68366f0feb3" providerId="LiveId" clId="{23F7E68B-6074-409A-9DAC-2EE942DFE162}" dt="2020-03-27T00:15:44.086" v="41"/>
          <ac:spMkLst>
            <pc:docMk/>
            <pc:sldMk cId="456561043" sldId="265"/>
            <ac:spMk id="3" creationId="{00000000-0000-0000-0000-000000000000}"/>
          </ac:spMkLst>
        </pc:spChg>
        <pc:spChg chg="mod">
          <ac:chgData name="Sarah James" userId="e5e3e68366f0feb3" providerId="LiveId" clId="{23F7E68B-6074-409A-9DAC-2EE942DFE162}" dt="2020-03-27T00:55:46.947" v="405" actId="20577"/>
          <ac:spMkLst>
            <pc:docMk/>
            <pc:sldMk cId="456561043" sldId="265"/>
            <ac:spMk id="4" creationId="{2F9A15DB-2199-4616-B832-E1D6AFEC576D}"/>
          </ac:spMkLst>
        </pc:spChg>
        <pc:picChg chg="mod">
          <ac:chgData name="Sarah James" userId="e5e3e68366f0feb3" providerId="LiveId" clId="{23F7E68B-6074-409A-9DAC-2EE942DFE162}" dt="2020-03-27T00:51:45.183" v="404" actId="1076"/>
          <ac:picMkLst>
            <pc:docMk/>
            <pc:sldMk cId="456561043" sldId="265"/>
            <ac:picMk id="5" creationId="{5C09A5C7-BABB-4EFA-9694-44E58F51D1F9}"/>
          </ac:picMkLst>
        </pc:picChg>
        <pc:picChg chg="add mod">
          <ac:chgData name="Sarah James" userId="e5e3e68366f0feb3" providerId="LiveId" clId="{23F7E68B-6074-409A-9DAC-2EE942DFE162}" dt="2020-03-27T00:56:05.262" v="407" actId="1076"/>
          <ac:picMkLst>
            <pc:docMk/>
            <pc:sldMk cId="456561043" sldId="265"/>
            <ac:picMk id="7" creationId="{0860A3BE-5909-450C-9238-F8FE2F8AFFF9}"/>
          </ac:picMkLst>
        </pc:picChg>
        <pc:picChg chg="del">
          <ac:chgData name="Sarah James" userId="e5e3e68366f0feb3" providerId="LiveId" clId="{23F7E68B-6074-409A-9DAC-2EE942DFE162}" dt="2020-03-27T00:49:37.129" v="402" actId="478"/>
          <ac:picMkLst>
            <pc:docMk/>
            <pc:sldMk cId="456561043" sldId="265"/>
            <ac:picMk id="8" creationId="{F1D3BB6D-4E4C-4BDA-B817-6D93235FB6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79C9-DD8D-48CA-A620-D8325349E3FA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A8F13-102F-41F0-B49E-6838C813D7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39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0B89-99DB-4A32-8E90-CB59F1871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18D3C-89D6-4EBC-B343-77916259D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3E92F-D72C-4A3C-A905-5566F3AF3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51DDB-4C23-4329-ADA8-B63D4AA2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A9611-324E-434A-8B40-A4E42586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562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6FA9-FDB6-427D-AAD0-4E3E207C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70287-089E-43C8-919D-8EDAF275E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2C85B-86AB-49A0-94C2-9C3D3AB5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1A9E-8493-42C7-8D43-F462F2A7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3ADAC-6D0A-40DC-AF31-E37DEC3D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45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5F70-639E-4E46-A62B-B1CC17B3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7CE7D-D5CF-4FB2-B5B4-654FDA7F5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F1DF3-4A39-4875-B000-06D56F19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453C2-29D8-468E-BF64-6AD7177C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F7590-8B55-4EAD-9F8E-4A1CAF51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134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627A-9660-4B0C-A643-7B0F4983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7949A-F4BA-41FB-B042-16FF4150B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41D44-1A23-4482-B2A6-390C0CB90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DA528-4FB7-4F2F-AE7A-F2CD56A1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6A1D8-1761-4A0D-AC63-6670E571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79A1E-6DC7-4A8D-A47E-A2005518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817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4DD4-EAC0-4DBB-A9F1-39071FD5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898A7-29B6-4C55-B055-A38C146AD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E6F5D-070F-44E5-8202-A323A466A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D6A62-4731-42AF-BE8C-33703C111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BFD9B-5B0B-4CFF-B992-BBC4781B2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76B6D-A9B3-43FE-A01E-EF53323C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A527A-F788-45AE-9B4C-B25654A8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840B56-B296-43C3-8C11-24E5791D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89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66BC-AB5F-44EF-938C-A25ED8E4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00717-842B-4FF4-9AA2-437FB116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EC53C-F1C7-4CF7-868B-182E38F07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ED9E6-551A-4C09-961C-2DE4C61B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747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8E723-7BF9-4A81-B93C-4FAEE2BC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AF1EC-2EB3-4CBA-AB35-57D9C7F2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FE5B2-D422-4848-939B-FDA6546A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703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322A-FF56-4316-8384-3117991FD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B3093-3CF4-47AF-8A94-3767383E6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74468-616B-48F3-AF56-69BB15A96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9152D-C273-45CA-9685-AC92A34F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708B5-7175-4FFE-AFBC-12888AC1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7941F-9A15-403E-B8F3-4A86AFAD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7219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1C5C-D92D-4446-9040-52F6E314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71708-EB8C-47ED-903B-A08F724AE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2AB4-4EB5-4B5A-B7E3-20C292E27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5DFEB-2380-4F46-8D56-FED8B04B8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4B907-23D4-47BD-9B11-93A62FA9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D85B5-6336-4EFC-90D5-2A4B8FA70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283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51613-15F8-4D39-A8F5-6B94E6C2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E5952-9956-44DA-8141-5E69AED0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F312-EF79-4E23-9E15-211D848CB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A038E-BA4A-4D1A-AC71-11187B3E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AD8D1-3667-43F0-8F5B-8BE81389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20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9F43D-6C33-4ECB-9E26-DFBB11D9A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6DF29-97D8-4797-A373-A53E46ED9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A2EE5-F4FE-4D25-B02B-FA86D844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8C262-9617-4014-A4ED-04CCA18C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7814-FE92-47D4-8F29-9CBCBDAF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366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8F273-E9C4-4428-A290-59EF17D5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86661-F5DB-4893-B231-1921194C2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215D1-8924-4BA3-AEFC-00DB56D87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7792E-57B6-488F-85D3-517E313BFE4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7BA7-400A-42E4-B1D6-583D78821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469F4-6DCC-4816-AF75-68DA49C40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A3127-143C-4390-8666-E7E3C22CA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523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4a"/><Relationship Id="rId7" Type="http://schemas.openxmlformats.org/officeDocument/2006/relationships/image" Target="../media/image1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m4a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832" y="0"/>
            <a:ext cx="10955886" cy="1052461"/>
          </a:xfrm>
        </p:spPr>
        <p:txBody>
          <a:bodyPr/>
          <a:lstStyle/>
          <a:p>
            <a:r>
              <a:rPr lang="en-US" dirty="0"/>
              <a:t>Topic: Bivariate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159" y="909587"/>
            <a:ext cx="11089232" cy="623938"/>
          </a:xfrm>
        </p:spPr>
        <p:txBody>
          <a:bodyPr>
            <a:normAutofit/>
          </a:bodyPr>
          <a:lstStyle/>
          <a:p>
            <a:r>
              <a:rPr lang="en-US" dirty="0"/>
              <a:t>EQ:  What are Scatter Plots (Scatter graphs)?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A15DB-2199-4616-B832-E1D6AFEC576D}"/>
              </a:ext>
            </a:extLst>
          </p:cNvPr>
          <p:cNvSpPr txBox="1"/>
          <p:nvPr/>
        </p:nvSpPr>
        <p:spPr>
          <a:xfrm>
            <a:off x="609600" y="1638300"/>
            <a:ext cx="109918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Instructions: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Read the instructions on slide 1  (don’t forget to listen to the audio icon)</a:t>
            </a:r>
          </a:p>
          <a:p>
            <a:pPr marL="342900" indent="-342900">
              <a:buAutoNum type="arabicPeriod"/>
            </a:pPr>
            <a:r>
              <a:rPr lang="en-US" dirty="0"/>
              <a:t>Open up or get your hard copy of the EST content tick list from Term 1 Week 5</a:t>
            </a:r>
          </a:p>
          <a:p>
            <a:pPr marL="342900" indent="-342900">
              <a:buAutoNum type="arabicPeriod"/>
            </a:pPr>
            <a:r>
              <a:rPr lang="en-US" dirty="0"/>
              <a:t>Read and copy the notes on slide 3-5</a:t>
            </a:r>
          </a:p>
          <a:p>
            <a:pPr marL="342900" indent="-342900">
              <a:buAutoNum type="arabicPeriod"/>
            </a:pPr>
            <a:r>
              <a:rPr lang="en-US" dirty="0"/>
              <a:t>On your LHS, practice plotting the 2 bivariate data sets on slide 6. You can do this by hand or you can use Excel to do this</a:t>
            </a:r>
          </a:p>
          <a:p>
            <a:pPr marL="342900" indent="-342900">
              <a:buAutoNum type="arabicPeriod"/>
            </a:pPr>
            <a:r>
              <a:rPr lang="en-US" dirty="0"/>
              <a:t>Check your answers off against slide 7-8</a:t>
            </a:r>
          </a:p>
          <a:p>
            <a:pPr marL="342900" indent="-342900">
              <a:buAutoNum type="arabicPeriod"/>
            </a:pPr>
            <a:r>
              <a:rPr lang="en-US" dirty="0"/>
              <a:t>Once you have completed the 2 scatterplots  I would like for you to take a photo or have your Excel document and add it to the submission folder on Connect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AU" dirty="0"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C09A5C7-BABB-4EFA-9694-44E58F51D1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20053" y="1638300"/>
            <a:ext cx="406400" cy="406400"/>
          </a:xfrm>
          <a:prstGeom prst="rect">
            <a:avLst/>
          </a:prstGeom>
        </p:spPr>
      </p:pic>
      <p:pic>
        <p:nvPicPr>
          <p:cNvPr id="7" name="Submission folder">
            <a:hlinkClick r:id="" action="ppaction://media"/>
            <a:extLst>
              <a:ext uri="{FF2B5EF4-FFF2-40B4-BE49-F238E27FC236}">
                <a16:creationId xmlns:a16="http://schemas.microsoft.com/office/drawing/2014/main" id="{0860A3BE-5909-450C-9238-F8FE2F8AFFF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16575" y="4105282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7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167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8C1ED8-116A-44F2-B3B0-FAAE74CBA649}"/>
              </a:ext>
            </a:extLst>
          </p:cNvPr>
          <p:cNvSpPr txBox="1"/>
          <p:nvPr/>
        </p:nvSpPr>
        <p:spPr>
          <a:xfrm>
            <a:off x="511036" y="2933189"/>
            <a:ext cx="7466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Topic: Bivariate Data</a:t>
            </a:r>
          </a:p>
          <a:p>
            <a:r>
              <a:rPr lang="en-US" sz="2800" dirty="0"/>
              <a:t>EQ:  What are Scatter Plots (Scatter graphs)?</a:t>
            </a:r>
            <a:endParaRPr lang="en-A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69971-E723-4640-8D91-4C13A9B7BDBD}"/>
              </a:ext>
            </a:extLst>
          </p:cNvPr>
          <p:cNvSpPr txBox="1"/>
          <p:nvPr/>
        </p:nvSpPr>
        <p:spPr>
          <a:xfrm>
            <a:off x="6168887" y="1532805"/>
            <a:ext cx="4903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new topic so please add to contents page</a:t>
            </a:r>
          </a:p>
          <a:p>
            <a:r>
              <a:rPr lang="en-US" dirty="0"/>
              <a:t>This topic is also part of the EST Content.</a:t>
            </a:r>
          </a:p>
          <a:p>
            <a:r>
              <a:rPr lang="en-US" dirty="0"/>
              <a:t>Please have the EST </a:t>
            </a:r>
            <a:endParaRPr lang="en-AU" dirty="0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0038A9C2-8C10-4964-A1C0-D3A37A2C31CA}"/>
              </a:ext>
            </a:extLst>
          </p:cNvPr>
          <p:cNvSpPr/>
          <p:nvPr/>
        </p:nvSpPr>
        <p:spPr>
          <a:xfrm>
            <a:off x="5618922" y="365555"/>
            <a:ext cx="5870713" cy="3044687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39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3532" y="158273"/>
            <a:ext cx="6746708" cy="7571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160" b="1" dirty="0">
                <a:solidFill>
                  <a:srgbClr val="000000"/>
                </a:solidFill>
                <a:latin typeface="Trebuchet MS - 48"/>
              </a:rPr>
              <a:t>Topic: Bivariate Data</a:t>
            </a:r>
          </a:p>
          <a:p>
            <a:r>
              <a:rPr lang="en-GB" sz="2160" b="1" dirty="0">
                <a:solidFill>
                  <a:srgbClr val="000000"/>
                </a:solidFill>
                <a:latin typeface="Trebuchet MS - 48"/>
              </a:rPr>
              <a:t>EQ: What are scatter graphs?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3147" y="1286262"/>
            <a:ext cx="7582442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Scatter graphs are used to investigate relationships between two sets of data (bi-variate data). </a:t>
            </a:r>
          </a:p>
          <a:p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Points are plotted very like co-ordinates.</a:t>
            </a:r>
          </a:p>
          <a:p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Below are the marks of eight students in their Maths and Science tests.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23110" y="3223260"/>
          <a:ext cx="8613419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19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1350" y="205740"/>
            <a:ext cx="5964656" cy="3416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Draw a scatter graph of this information: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14600" y="742951"/>
          <a:ext cx="7525020" cy="147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0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0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10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4" name="Group 73"/>
          <p:cNvGrpSpPr/>
          <p:nvPr/>
        </p:nvGrpSpPr>
        <p:grpSpPr>
          <a:xfrm>
            <a:off x="3730730" y="2365213"/>
            <a:ext cx="4262650" cy="4122669"/>
            <a:chOff x="2451923" y="2628014"/>
            <a:chExt cx="4736277" cy="4580744"/>
          </a:xfrm>
        </p:grpSpPr>
        <p:grpSp>
          <p:nvGrpSpPr>
            <p:cNvPr id="71" name="Group 70"/>
            <p:cNvGrpSpPr/>
            <p:nvPr/>
          </p:nvGrpSpPr>
          <p:grpSpPr>
            <a:xfrm>
              <a:off x="2552700" y="2628014"/>
              <a:ext cx="4635500" cy="4326744"/>
              <a:chOff x="2552700" y="2628014"/>
              <a:chExt cx="4635500" cy="4326744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72514" y="2628014"/>
                <a:ext cx="4061424" cy="4057426"/>
                <a:chOff x="3072514" y="2628014"/>
                <a:chExt cx="4061424" cy="405742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73497" y="2886731"/>
                  <a:ext cx="3801964" cy="3798709"/>
                  <a:chOff x="3073497" y="2886731"/>
                  <a:chExt cx="3801964" cy="3798709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73497" y="2895229"/>
                    <a:ext cx="18959" cy="37769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59" h="3776974">
                        <a:moveTo>
                          <a:pt x="0" y="0"/>
                        </a:moveTo>
                        <a:lnTo>
                          <a:pt x="18958" y="0"/>
                        </a:lnTo>
                        <a:lnTo>
                          <a:pt x="18958" y="3776973"/>
                        </a:lnTo>
                        <a:lnTo>
                          <a:pt x="0" y="377697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73497" y="2886731"/>
                    <a:ext cx="3800579" cy="18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579" h="18877">
                        <a:moveTo>
                          <a:pt x="0" y="0"/>
                        </a:moveTo>
                        <a:lnTo>
                          <a:pt x="3800578" y="0"/>
                        </a:lnTo>
                        <a:lnTo>
                          <a:pt x="3800578" y="18876"/>
                        </a:lnTo>
                        <a:lnTo>
                          <a:pt x="0" y="188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86817" y="3076560"/>
                    <a:ext cx="3780886" cy="196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886" h="19696">
                        <a:moveTo>
                          <a:pt x="0" y="0"/>
                        </a:moveTo>
                        <a:lnTo>
                          <a:pt x="3780885" y="0"/>
                        </a:lnTo>
                        <a:lnTo>
                          <a:pt x="3780885" y="19695"/>
                        </a:lnTo>
                        <a:lnTo>
                          <a:pt x="0" y="196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64225" y="2896210"/>
                    <a:ext cx="19858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58" h="3776966">
                        <a:moveTo>
                          <a:pt x="0" y="0"/>
                        </a:moveTo>
                        <a:lnTo>
                          <a:pt x="19857" y="0"/>
                        </a:lnTo>
                        <a:lnTo>
                          <a:pt x="19857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52171" y="2895229"/>
                    <a:ext cx="19694" cy="37769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94" h="3776974">
                        <a:moveTo>
                          <a:pt x="0" y="0"/>
                        </a:moveTo>
                        <a:lnTo>
                          <a:pt x="19693" y="0"/>
                        </a:lnTo>
                        <a:lnTo>
                          <a:pt x="19693" y="3776973"/>
                        </a:lnTo>
                        <a:lnTo>
                          <a:pt x="0" y="377697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42736" y="2896210"/>
                    <a:ext cx="21736" cy="37780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6" h="3778031">
                        <a:moveTo>
                          <a:pt x="0" y="0"/>
                        </a:moveTo>
                        <a:lnTo>
                          <a:pt x="21735" y="0"/>
                        </a:lnTo>
                        <a:lnTo>
                          <a:pt x="21735" y="3778030"/>
                        </a:lnTo>
                        <a:lnTo>
                          <a:pt x="0" y="377803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27825" y="2895229"/>
                    <a:ext cx="22639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39" h="3779013">
                        <a:moveTo>
                          <a:pt x="0" y="0"/>
                        </a:moveTo>
                        <a:lnTo>
                          <a:pt x="22638" y="0"/>
                        </a:lnTo>
                        <a:lnTo>
                          <a:pt x="22638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4018473" y="2896210"/>
                    <a:ext cx="19692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92" h="3776966">
                        <a:moveTo>
                          <a:pt x="0" y="0"/>
                        </a:moveTo>
                        <a:lnTo>
                          <a:pt x="19691" y="0"/>
                        </a:lnTo>
                        <a:lnTo>
                          <a:pt x="19691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209281" y="2897192"/>
                    <a:ext cx="21736" cy="37780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6" h="3778036">
                        <a:moveTo>
                          <a:pt x="0" y="0"/>
                        </a:moveTo>
                        <a:lnTo>
                          <a:pt x="21735" y="0"/>
                        </a:lnTo>
                        <a:lnTo>
                          <a:pt x="21735" y="3778035"/>
                        </a:lnTo>
                        <a:lnTo>
                          <a:pt x="0" y="377803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398047" y="2896210"/>
                    <a:ext cx="20676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676" h="3776966">
                        <a:moveTo>
                          <a:pt x="0" y="0"/>
                        </a:moveTo>
                        <a:lnTo>
                          <a:pt x="20675" y="0"/>
                        </a:lnTo>
                        <a:lnTo>
                          <a:pt x="20675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587714" y="2897927"/>
                    <a:ext cx="22799" cy="37759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99" h="3775988">
                        <a:moveTo>
                          <a:pt x="0" y="0"/>
                        </a:moveTo>
                        <a:lnTo>
                          <a:pt x="22798" y="0"/>
                        </a:lnTo>
                        <a:lnTo>
                          <a:pt x="22798" y="3775987"/>
                        </a:lnTo>
                        <a:lnTo>
                          <a:pt x="0" y="3775987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71739" y="2896210"/>
                    <a:ext cx="24436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436" h="3776966">
                        <a:moveTo>
                          <a:pt x="0" y="0"/>
                        </a:moveTo>
                        <a:lnTo>
                          <a:pt x="24435" y="0"/>
                        </a:lnTo>
                        <a:lnTo>
                          <a:pt x="24435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63691" y="2897192"/>
                    <a:ext cx="19616" cy="37741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16" h="3774195">
                        <a:moveTo>
                          <a:pt x="0" y="0"/>
                        </a:moveTo>
                        <a:lnTo>
                          <a:pt x="19615" y="0"/>
                        </a:lnTo>
                        <a:lnTo>
                          <a:pt x="19615" y="3774194"/>
                        </a:lnTo>
                        <a:lnTo>
                          <a:pt x="0" y="377419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54255" y="2897192"/>
                    <a:ext cx="21575" cy="37752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75" h="3775251">
                        <a:moveTo>
                          <a:pt x="0" y="0"/>
                        </a:moveTo>
                        <a:lnTo>
                          <a:pt x="21574" y="0"/>
                        </a:lnTo>
                        <a:lnTo>
                          <a:pt x="21574" y="3775250"/>
                        </a:lnTo>
                        <a:lnTo>
                          <a:pt x="0" y="377525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43024" y="2897192"/>
                    <a:ext cx="20756" cy="37759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56" h="3775993">
                        <a:moveTo>
                          <a:pt x="0" y="0"/>
                        </a:moveTo>
                        <a:lnTo>
                          <a:pt x="20755" y="0"/>
                        </a:lnTo>
                        <a:lnTo>
                          <a:pt x="20755" y="3775992"/>
                        </a:lnTo>
                        <a:lnTo>
                          <a:pt x="0" y="37759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32854" y="2897927"/>
                    <a:ext cx="22798" cy="37780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98" h="3778035">
                        <a:moveTo>
                          <a:pt x="0" y="0"/>
                        </a:moveTo>
                        <a:lnTo>
                          <a:pt x="22797" y="0"/>
                        </a:lnTo>
                        <a:lnTo>
                          <a:pt x="22797" y="3778034"/>
                        </a:lnTo>
                        <a:lnTo>
                          <a:pt x="0" y="377803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716958" y="2896210"/>
                    <a:ext cx="24438" cy="37790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438" h="3779011">
                        <a:moveTo>
                          <a:pt x="0" y="0"/>
                        </a:moveTo>
                        <a:lnTo>
                          <a:pt x="24437" y="0"/>
                        </a:lnTo>
                        <a:lnTo>
                          <a:pt x="24437" y="3779010"/>
                        </a:lnTo>
                        <a:lnTo>
                          <a:pt x="0" y="377901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908503" y="2897192"/>
                    <a:ext cx="21735" cy="3777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5" h="3777054">
                        <a:moveTo>
                          <a:pt x="0" y="0"/>
                        </a:moveTo>
                        <a:lnTo>
                          <a:pt x="21734" y="0"/>
                        </a:lnTo>
                        <a:lnTo>
                          <a:pt x="21734" y="3777053"/>
                        </a:lnTo>
                        <a:lnTo>
                          <a:pt x="0" y="377705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099070" y="2897927"/>
                    <a:ext cx="23533" cy="37780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533" h="3778035">
                        <a:moveTo>
                          <a:pt x="0" y="0"/>
                        </a:moveTo>
                        <a:lnTo>
                          <a:pt x="23532" y="0"/>
                        </a:lnTo>
                        <a:lnTo>
                          <a:pt x="23532" y="3778034"/>
                        </a:lnTo>
                        <a:lnTo>
                          <a:pt x="0" y="377803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287915" y="2897192"/>
                    <a:ext cx="22716" cy="3777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16" h="3777054">
                        <a:moveTo>
                          <a:pt x="0" y="0"/>
                        </a:moveTo>
                        <a:lnTo>
                          <a:pt x="22715" y="0"/>
                        </a:lnTo>
                        <a:lnTo>
                          <a:pt x="22715" y="3777053"/>
                        </a:lnTo>
                        <a:lnTo>
                          <a:pt x="0" y="377705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76681" y="2897192"/>
                    <a:ext cx="24601" cy="377901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01" h="3779015">
                        <a:moveTo>
                          <a:pt x="0" y="0"/>
                        </a:moveTo>
                        <a:lnTo>
                          <a:pt x="24600" y="0"/>
                        </a:lnTo>
                        <a:lnTo>
                          <a:pt x="24600" y="3779014"/>
                        </a:lnTo>
                        <a:lnTo>
                          <a:pt x="0" y="377901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61934" y="2897192"/>
                    <a:ext cx="26390" cy="377901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390" h="3779015">
                        <a:moveTo>
                          <a:pt x="0" y="0"/>
                        </a:moveTo>
                        <a:lnTo>
                          <a:pt x="26389" y="0"/>
                        </a:lnTo>
                        <a:lnTo>
                          <a:pt x="26389" y="3779014"/>
                        </a:lnTo>
                        <a:lnTo>
                          <a:pt x="0" y="377901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47925" y="2894248"/>
                    <a:ext cx="27536" cy="37796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536" h="3779670">
                        <a:moveTo>
                          <a:pt x="0" y="0"/>
                        </a:moveTo>
                        <a:lnTo>
                          <a:pt x="27535" y="0"/>
                        </a:lnTo>
                        <a:lnTo>
                          <a:pt x="27535" y="3779669"/>
                        </a:lnTo>
                        <a:lnTo>
                          <a:pt x="0" y="377966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84773" y="3266225"/>
                    <a:ext cx="3777205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205" h="19693">
                        <a:moveTo>
                          <a:pt x="0" y="0"/>
                        </a:moveTo>
                        <a:lnTo>
                          <a:pt x="3777204" y="0"/>
                        </a:lnTo>
                        <a:lnTo>
                          <a:pt x="3777204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85673" y="3454340"/>
                    <a:ext cx="3783010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10" h="19693">
                        <a:moveTo>
                          <a:pt x="0" y="0"/>
                        </a:moveTo>
                        <a:lnTo>
                          <a:pt x="3783009" y="0"/>
                        </a:lnTo>
                        <a:lnTo>
                          <a:pt x="3783009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83958" y="3639184"/>
                    <a:ext cx="3783746" cy="207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755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754"/>
                        </a:lnTo>
                        <a:lnTo>
                          <a:pt x="0" y="2075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087717" y="4587351"/>
                    <a:ext cx="3783739" cy="2067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39" h="20676">
                        <a:moveTo>
                          <a:pt x="0" y="0"/>
                        </a:moveTo>
                        <a:lnTo>
                          <a:pt x="3783738" y="0"/>
                        </a:lnTo>
                        <a:lnTo>
                          <a:pt x="3783738" y="20675"/>
                        </a:lnTo>
                        <a:lnTo>
                          <a:pt x="0" y="2067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85673" y="4399481"/>
                    <a:ext cx="3783744" cy="206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4" h="20677">
                        <a:moveTo>
                          <a:pt x="0" y="0"/>
                        </a:moveTo>
                        <a:lnTo>
                          <a:pt x="3783743" y="0"/>
                        </a:lnTo>
                        <a:lnTo>
                          <a:pt x="3783743" y="20676"/>
                        </a:lnTo>
                        <a:lnTo>
                          <a:pt x="0" y="206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85673" y="4209652"/>
                    <a:ext cx="3777202" cy="206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202" h="20677">
                        <a:moveTo>
                          <a:pt x="0" y="0"/>
                        </a:moveTo>
                        <a:lnTo>
                          <a:pt x="3777201" y="0"/>
                        </a:lnTo>
                        <a:lnTo>
                          <a:pt x="3777201" y="20676"/>
                        </a:lnTo>
                        <a:lnTo>
                          <a:pt x="0" y="206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087717" y="4019985"/>
                    <a:ext cx="3782927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27" h="19693">
                        <a:moveTo>
                          <a:pt x="0" y="0"/>
                        </a:moveTo>
                        <a:lnTo>
                          <a:pt x="3782926" y="0"/>
                        </a:lnTo>
                        <a:lnTo>
                          <a:pt x="3782926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86817" y="3831871"/>
                    <a:ext cx="3772385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385" h="19693">
                        <a:moveTo>
                          <a:pt x="0" y="0"/>
                        </a:moveTo>
                        <a:lnTo>
                          <a:pt x="3772384" y="0"/>
                        </a:lnTo>
                        <a:lnTo>
                          <a:pt x="3772384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84773" y="4774235"/>
                    <a:ext cx="3776139" cy="1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139" h="19775">
                        <a:moveTo>
                          <a:pt x="0" y="0"/>
                        </a:moveTo>
                        <a:lnTo>
                          <a:pt x="3776138" y="0"/>
                        </a:lnTo>
                        <a:lnTo>
                          <a:pt x="3776138" y="19774"/>
                        </a:lnTo>
                        <a:lnTo>
                          <a:pt x="0" y="1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83958" y="4964147"/>
                    <a:ext cx="3783004" cy="1969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04" h="19690">
                        <a:moveTo>
                          <a:pt x="0" y="0"/>
                        </a:moveTo>
                        <a:lnTo>
                          <a:pt x="3783003" y="0"/>
                        </a:lnTo>
                        <a:lnTo>
                          <a:pt x="3783003" y="19689"/>
                        </a:lnTo>
                        <a:lnTo>
                          <a:pt x="0" y="1968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82975" y="5153975"/>
                    <a:ext cx="3780881" cy="20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881" h="20681">
                        <a:moveTo>
                          <a:pt x="0" y="0"/>
                        </a:moveTo>
                        <a:lnTo>
                          <a:pt x="3780880" y="0"/>
                        </a:lnTo>
                        <a:lnTo>
                          <a:pt x="3780880" y="20680"/>
                        </a:lnTo>
                        <a:lnTo>
                          <a:pt x="0" y="206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83958" y="5341926"/>
                    <a:ext cx="3783746" cy="206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680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679"/>
                        </a:lnTo>
                        <a:lnTo>
                          <a:pt x="0" y="206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82975" y="5526936"/>
                    <a:ext cx="3783584" cy="208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4" h="20842">
                        <a:moveTo>
                          <a:pt x="0" y="0"/>
                        </a:moveTo>
                        <a:lnTo>
                          <a:pt x="3783583" y="0"/>
                        </a:lnTo>
                        <a:lnTo>
                          <a:pt x="3783583" y="20841"/>
                        </a:lnTo>
                        <a:lnTo>
                          <a:pt x="0" y="2084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85673" y="6471091"/>
                    <a:ext cx="3783744" cy="228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4" h="22803">
                        <a:moveTo>
                          <a:pt x="0" y="0"/>
                        </a:moveTo>
                        <a:lnTo>
                          <a:pt x="3783743" y="0"/>
                        </a:lnTo>
                        <a:lnTo>
                          <a:pt x="3783743" y="22802"/>
                        </a:lnTo>
                        <a:lnTo>
                          <a:pt x="0" y="2280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85673" y="6286006"/>
                    <a:ext cx="3784723" cy="226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3" h="22639">
                        <a:moveTo>
                          <a:pt x="0" y="0"/>
                        </a:moveTo>
                        <a:lnTo>
                          <a:pt x="3784722" y="0"/>
                        </a:lnTo>
                        <a:lnTo>
                          <a:pt x="3784722" y="22638"/>
                        </a:lnTo>
                        <a:lnTo>
                          <a:pt x="0" y="2263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82975" y="6097075"/>
                    <a:ext cx="3783010" cy="208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10" h="20842">
                        <a:moveTo>
                          <a:pt x="0" y="0"/>
                        </a:moveTo>
                        <a:lnTo>
                          <a:pt x="3783009" y="0"/>
                        </a:lnTo>
                        <a:lnTo>
                          <a:pt x="3783009" y="20841"/>
                        </a:lnTo>
                        <a:lnTo>
                          <a:pt x="0" y="2084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83958" y="5907408"/>
                    <a:ext cx="3783746" cy="20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843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842"/>
                        </a:lnTo>
                        <a:lnTo>
                          <a:pt x="0" y="2084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83958" y="5719620"/>
                    <a:ext cx="3778919" cy="20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919" h="20753">
                        <a:moveTo>
                          <a:pt x="0" y="0"/>
                        </a:moveTo>
                        <a:lnTo>
                          <a:pt x="3778918" y="0"/>
                        </a:lnTo>
                        <a:lnTo>
                          <a:pt x="3778918" y="20752"/>
                        </a:lnTo>
                        <a:lnTo>
                          <a:pt x="0" y="2075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73497" y="6662718"/>
                    <a:ext cx="3801718" cy="227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18" h="22722">
                        <a:moveTo>
                          <a:pt x="0" y="0"/>
                        </a:moveTo>
                        <a:lnTo>
                          <a:pt x="3801717" y="0"/>
                        </a:lnTo>
                        <a:lnTo>
                          <a:pt x="3801717" y="22721"/>
                        </a:lnTo>
                        <a:lnTo>
                          <a:pt x="0" y="2272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72514" y="2628014"/>
                  <a:ext cx="0" cy="4038785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74149" y="6671296"/>
                  <a:ext cx="405978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552700" y="2743200"/>
                <a:ext cx="58755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628900" y="5397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628900" y="5778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28900" y="6159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705100" y="66040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616200" y="4267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2616200" y="4648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2616200" y="5029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616200" y="3124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616200" y="3505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616200" y="3886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6604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3937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556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3175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080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699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4318000" y="66548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6223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842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461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4381500" y="6921500"/>
              <a:ext cx="1484067" cy="28725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080">
                  <a:solidFill>
                    <a:srgbClr val="000000"/>
                  </a:solidFill>
                  <a:latin typeface="Trebuchet MS - 16"/>
                </a:rPr>
                <a:t>Maths mark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 rot="16200000">
              <a:off x="1854200" y="4452571"/>
              <a:ext cx="1482704" cy="28725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080">
                  <a:solidFill>
                    <a:srgbClr val="000000"/>
                  </a:solidFill>
                  <a:latin typeface="Trebuchet MS - 16"/>
                </a:rPr>
                <a:t>Science mark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700181" y="2958324"/>
            <a:ext cx="238209" cy="145808"/>
            <a:chOff x="7973534" y="3287026"/>
            <a:chExt cx="264677" cy="162009"/>
          </a:xfrm>
        </p:grpSpPr>
        <p:sp>
          <p:nvSpPr>
            <p:cNvPr id="75" name="Freeform 74"/>
            <p:cNvSpPr/>
            <p:nvPr/>
          </p:nvSpPr>
          <p:spPr>
            <a:xfrm>
              <a:off x="7973534" y="3287026"/>
              <a:ext cx="264677" cy="162009"/>
            </a:xfrm>
            <a:custGeom>
              <a:avLst/>
              <a:gdLst/>
              <a:ahLst/>
              <a:cxnLst/>
              <a:rect l="0" t="0" r="0" b="0"/>
              <a:pathLst>
                <a:path w="264677" h="162009">
                  <a:moveTo>
                    <a:pt x="132537" y="68051"/>
                  </a:moveTo>
                  <a:lnTo>
                    <a:pt x="244119" y="0"/>
                  </a:lnTo>
                  <a:lnTo>
                    <a:pt x="264676" y="12412"/>
                  </a:lnTo>
                  <a:lnTo>
                    <a:pt x="153403" y="81148"/>
                  </a:lnTo>
                  <a:lnTo>
                    <a:pt x="264676" y="149199"/>
                  </a:lnTo>
                  <a:lnTo>
                    <a:pt x="244119" y="162008"/>
                  </a:lnTo>
                  <a:lnTo>
                    <a:pt x="132537" y="93849"/>
                  </a:lnTo>
                  <a:lnTo>
                    <a:pt x="21087" y="162008"/>
                  </a:lnTo>
                  <a:lnTo>
                    <a:pt x="0" y="149199"/>
                  </a:lnTo>
                  <a:lnTo>
                    <a:pt x="111450" y="80896"/>
                  </a:lnTo>
                  <a:lnTo>
                    <a:pt x="0" y="12845"/>
                  </a:lnTo>
                  <a:lnTo>
                    <a:pt x="21087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7973534" y="3287026"/>
              <a:ext cx="264677" cy="162009"/>
            </a:xfrm>
            <a:custGeom>
              <a:avLst/>
              <a:gdLst/>
              <a:ahLst/>
              <a:cxnLst/>
              <a:rect l="0" t="0" r="0" b="0"/>
              <a:pathLst>
                <a:path w="264677" h="162009">
                  <a:moveTo>
                    <a:pt x="132537" y="68051"/>
                  </a:moveTo>
                  <a:lnTo>
                    <a:pt x="244119" y="0"/>
                  </a:lnTo>
                  <a:lnTo>
                    <a:pt x="264676" y="12412"/>
                  </a:lnTo>
                  <a:lnTo>
                    <a:pt x="153403" y="81148"/>
                  </a:lnTo>
                  <a:lnTo>
                    <a:pt x="264676" y="149199"/>
                  </a:lnTo>
                  <a:lnTo>
                    <a:pt x="244119" y="162008"/>
                  </a:lnTo>
                  <a:lnTo>
                    <a:pt x="132537" y="93849"/>
                  </a:lnTo>
                  <a:lnTo>
                    <a:pt x="21087" y="162008"/>
                  </a:lnTo>
                  <a:lnTo>
                    <a:pt x="0" y="149199"/>
                  </a:lnTo>
                  <a:lnTo>
                    <a:pt x="111450" y="80896"/>
                  </a:lnTo>
                  <a:lnTo>
                    <a:pt x="0" y="12845"/>
                  </a:lnTo>
                  <a:lnTo>
                    <a:pt x="21087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9043112" y="3301213"/>
            <a:ext cx="238202" cy="145848"/>
            <a:chOff x="8354568" y="3668014"/>
            <a:chExt cx="264669" cy="162053"/>
          </a:xfrm>
        </p:grpSpPr>
        <p:sp>
          <p:nvSpPr>
            <p:cNvPr id="78" name="Freeform 77"/>
            <p:cNvSpPr/>
            <p:nvPr/>
          </p:nvSpPr>
          <p:spPr>
            <a:xfrm>
              <a:off x="8354568" y="3668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8354568" y="3668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9386012" y="3644113"/>
            <a:ext cx="238202" cy="145848"/>
            <a:chOff x="8735568" y="4049014"/>
            <a:chExt cx="264669" cy="162053"/>
          </a:xfrm>
        </p:grpSpPr>
        <p:sp>
          <p:nvSpPr>
            <p:cNvPr id="81" name="Freeform 80"/>
            <p:cNvSpPr/>
            <p:nvPr/>
          </p:nvSpPr>
          <p:spPr>
            <a:xfrm>
              <a:off x="8735568" y="4049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8735568" y="4049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9728912" y="3987013"/>
            <a:ext cx="238202" cy="145848"/>
            <a:chOff x="9116568" y="4430014"/>
            <a:chExt cx="264669" cy="162053"/>
          </a:xfrm>
        </p:grpSpPr>
        <p:sp>
          <p:nvSpPr>
            <p:cNvPr id="84" name="Freeform 83"/>
            <p:cNvSpPr/>
            <p:nvPr/>
          </p:nvSpPr>
          <p:spPr>
            <a:xfrm>
              <a:off x="9116568" y="4430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9116568" y="4430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8437322" y="3529813"/>
            <a:ext cx="238202" cy="145848"/>
            <a:chOff x="7681468" y="3922014"/>
            <a:chExt cx="264669" cy="162053"/>
          </a:xfrm>
        </p:grpSpPr>
        <p:sp>
          <p:nvSpPr>
            <p:cNvPr id="87" name="Freeform 86"/>
            <p:cNvSpPr/>
            <p:nvPr/>
          </p:nvSpPr>
          <p:spPr>
            <a:xfrm>
              <a:off x="7681468" y="3922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7681468" y="3922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8780222" y="3872713"/>
            <a:ext cx="238202" cy="145848"/>
            <a:chOff x="8062468" y="4303014"/>
            <a:chExt cx="264669" cy="162053"/>
          </a:xfrm>
        </p:grpSpPr>
        <p:sp>
          <p:nvSpPr>
            <p:cNvPr id="90" name="Freeform 89"/>
            <p:cNvSpPr/>
            <p:nvPr/>
          </p:nvSpPr>
          <p:spPr>
            <a:xfrm>
              <a:off x="8062468" y="4303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8062468" y="4303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9123122" y="4215613"/>
            <a:ext cx="238202" cy="145848"/>
            <a:chOff x="8443468" y="4684014"/>
            <a:chExt cx="264669" cy="162053"/>
          </a:xfrm>
        </p:grpSpPr>
        <p:sp>
          <p:nvSpPr>
            <p:cNvPr id="93" name="Freeform 92"/>
            <p:cNvSpPr/>
            <p:nvPr/>
          </p:nvSpPr>
          <p:spPr>
            <a:xfrm>
              <a:off x="8443468" y="4684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8443468" y="4684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9466022" y="4558513"/>
            <a:ext cx="238202" cy="145848"/>
            <a:chOff x="8824468" y="5065014"/>
            <a:chExt cx="264669" cy="162053"/>
          </a:xfrm>
        </p:grpSpPr>
        <p:sp>
          <p:nvSpPr>
            <p:cNvPr id="96" name="Freeform 95"/>
            <p:cNvSpPr/>
            <p:nvPr/>
          </p:nvSpPr>
          <p:spPr>
            <a:xfrm>
              <a:off x="8824468" y="5065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8824468" y="5065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</p:spTree>
    <p:extLst>
      <p:ext uri="{BB962C8B-B14F-4D97-AF65-F5344CB8AC3E}">
        <p14:creationId xmlns:p14="http://schemas.microsoft.com/office/powerpoint/2010/main" val="283882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1350" y="205740"/>
            <a:ext cx="5966460" cy="3416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Draw a scatter graph of this information: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14601" y="742950"/>
          <a:ext cx="7524944" cy="1470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9" name="Group 98"/>
          <p:cNvGrpSpPr/>
          <p:nvPr/>
        </p:nvGrpSpPr>
        <p:grpSpPr>
          <a:xfrm>
            <a:off x="4343675" y="2525230"/>
            <a:ext cx="4266926" cy="4122672"/>
            <a:chOff x="3132971" y="2805811"/>
            <a:chExt cx="4741029" cy="4580747"/>
          </a:xfrm>
        </p:grpSpPr>
        <p:grpSp>
          <p:nvGrpSpPr>
            <p:cNvPr id="74" name="Group 73"/>
            <p:cNvGrpSpPr/>
            <p:nvPr/>
          </p:nvGrpSpPr>
          <p:grpSpPr>
            <a:xfrm>
              <a:off x="3132971" y="2805811"/>
              <a:ext cx="4741029" cy="4580747"/>
              <a:chOff x="3132971" y="2805811"/>
              <a:chExt cx="4741029" cy="4580747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3238500" y="2805811"/>
                <a:ext cx="4635500" cy="4326747"/>
                <a:chOff x="3238500" y="2805811"/>
                <a:chExt cx="4635500" cy="4326747"/>
              </a:xfrm>
            </p:grpSpPr>
            <p:grpSp>
              <p:nvGrpSpPr>
                <p:cNvPr id="49" name="Group 48"/>
                <p:cNvGrpSpPr/>
                <p:nvPr/>
              </p:nvGrpSpPr>
              <p:grpSpPr>
                <a:xfrm>
                  <a:off x="3758311" y="2805811"/>
                  <a:ext cx="4061460" cy="4057397"/>
                  <a:chOff x="3758311" y="2805811"/>
                  <a:chExt cx="4061460" cy="4057397"/>
                </a:xfrm>
              </p:grpSpPr>
              <p:grpSp>
                <p:nvGrpSpPr>
                  <p:cNvPr id="46" name="Group 45"/>
                  <p:cNvGrpSpPr/>
                  <p:nvPr/>
                </p:nvGrpSpPr>
                <p:grpSpPr>
                  <a:xfrm>
                    <a:off x="3759327" y="3064510"/>
                    <a:ext cx="3801873" cy="3798698"/>
                    <a:chOff x="3759327" y="3064510"/>
                    <a:chExt cx="3801873" cy="3798698"/>
                  </a:xfrm>
                </p:grpSpPr>
                <p:sp>
                  <p:nvSpPr>
                    <p:cNvPr id="4" name="Freeform 3"/>
                    <p:cNvSpPr/>
                    <p:nvPr/>
                  </p:nvSpPr>
                  <p:spPr>
                    <a:xfrm>
                      <a:off x="3759327" y="3073019"/>
                      <a:ext cx="1892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924" h="3776981">
                          <a:moveTo>
                            <a:pt x="0" y="0"/>
                          </a:moveTo>
                          <a:lnTo>
                            <a:pt x="18923" y="0"/>
                          </a:lnTo>
                          <a:lnTo>
                            <a:pt x="1892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5" name="Freeform 4"/>
                    <p:cNvSpPr/>
                    <p:nvPr/>
                  </p:nvSpPr>
                  <p:spPr>
                    <a:xfrm>
                      <a:off x="3759327" y="3064510"/>
                      <a:ext cx="3800603" cy="189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0603" h="18924">
                          <a:moveTo>
                            <a:pt x="0" y="0"/>
                          </a:moveTo>
                          <a:lnTo>
                            <a:pt x="3800602" y="0"/>
                          </a:lnTo>
                          <a:lnTo>
                            <a:pt x="3800602" y="18923"/>
                          </a:lnTo>
                          <a:lnTo>
                            <a:pt x="0" y="189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6" name="Freeform 5"/>
                    <p:cNvSpPr/>
                    <p:nvPr/>
                  </p:nvSpPr>
                  <p:spPr>
                    <a:xfrm>
                      <a:off x="3772662" y="3254375"/>
                      <a:ext cx="3780791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791" h="19686">
                          <a:moveTo>
                            <a:pt x="0" y="0"/>
                          </a:moveTo>
                          <a:lnTo>
                            <a:pt x="3780790" y="0"/>
                          </a:lnTo>
                          <a:lnTo>
                            <a:pt x="3780790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7" name="Freeform 6"/>
                    <p:cNvSpPr/>
                    <p:nvPr/>
                  </p:nvSpPr>
                  <p:spPr>
                    <a:xfrm>
                      <a:off x="3950081" y="3074035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8" name="Freeform 7"/>
                    <p:cNvSpPr/>
                    <p:nvPr/>
                  </p:nvSpPr>
                  <p:spPr>
                    <a:xfrm>
                      <a:off x="4137914" y="3073019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9" name="Freeform 8"/>
                    <p:cNvSpPr/>
                    <p:nvPr/>
                  </p:nvSpPr>
                  <p:spPr>
                    <a:xfrm>
                      <a:off x="4328541" y="3074035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0" name="Freeform 9"/>
                    <p:cNvSpPr/>
                    <p:nvPr/>
                  </p:nvSpPr>
                  <p:spPr>
                    <a:xfrm>
                      <a:off x="4513580" y="3073019"/>
                      <a:ext cx="22734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9013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1" name="Freeform 10"/>
                    <p:cNvSpPr/>
                    <p:nvPr/>
                  </p:nvSpPr>
                  <p:spPr>
                    <a:xfrm>
                      <a:off x="4704334" y="3074035"/>
                      <a:ext cx="19686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6981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2" name="Freeform 11"/>
                    <p:cNvSpPr/>
                    <p:nvPr/>
                  </p:nvSpPr>
                  <p:spPr>
                    <a:xfrm>
                      <a:off x="4895088" y="3075051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3" name="Freeform 12"/>
                    <p:cNvSpPr/>
                    <p:nvPr/>
                  </p:nvSpPr>
                  <p:spPr>
                    <a:xfrm>
                      <a:off x="5083810" y="3074035"/>
                      <a:ext cx="20702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6981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4" name="Freeform 13"/>
                    <p:cNvSpPr/>
                    <p:nvPr/>
                  </p:nvSpPr>
                  <p:spPr>
                    <a:xfrm>
                      <a:off x="5273548" y="3075686"/>
                      <a:ext cx="22734" cy="377609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092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091"/>
                          </a:lnTo>
                          <a:lnTo>
                            <a:pt x="0" y="377609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5" name="Freeform 14"/>
                    <p:cNvSpPr/>
                    <p:nvPr/>
                  </p:nvSpPr>
                  <p:spPr>
                    <a:xfrm>
                      <a:off x="5457571" y="3074035"/>
                      <a:ext cx="24385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385" h="3776981">
                          <a:moveTo>
                            <a:pt x="0" y="0"/>
                          </a:moveTo>
                          <a:lnTo>
                            <a:pt x="24384" y="0"/>
                          </a:lnTo>
                          <a:lnTo>
                            <a:pt x="24384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6" name="Freeform 15"/>
                    <p:cNvSpPr/>
                    <p:nvPr/>
                  </p:nvSpPr>
                  <p:spPr>
                    <a:xfrm>
                      <a:off x="5649468" y="3075051"/>
                      <a:ext cx="19686" cy="377418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4187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4186"/>
                          </a:lnTo>
                          <a:lnTo>
                            <a:pt x="0" y="377418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7" name="Freeform 16"/>
                    <p:cNvSpPr/>
                    <p:nvPr/>
                  </p:nvSpPr>
                  <p:spPr>
                    <a:xfrm>
                      <a:off x="5840095" y="3075051"/>
                      <a:ext cx="21590" cy="37752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590" h="3775203">
                          <a:moveTo>
                            <a:pt x="0" y="0"/>
                          </a:moveTo>
                          <a:lnTo>
                            <a:pt x="21589" y="0"/>
                          </a:lnTo>
                          <a:lnTo>
                            <a:pt x="21589" y="3775202"/>
                          </a:lnTo>
                          <a:lnTo>
                            <a:pt x="0" y="377520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8" name="Freeform 17"/>
                    <p:cNvSpPr/>
                    <p:nvPr/>
                  </p:nvSpPr>
                  <p:spPr>
                    <a:xfrm>
                      <a:off x="6028817" y="3075051"/>
                      <a:ext cx="20702" cy="37759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5965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5964"/>
                          </a:lnTo>
                          <a:lnTo>
                            <a:pt x="0" y="377596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9" name="Freeform 18"/>
                    <p:cNvSpPr/>
                    <p:nvPr/>
                  </p:nvSpPr>
                  <p:spPr>
                    <a:xfrm>
                      <a:off x="6218682" y="3075686"/>
                      <a:ext cx="22735" cy="37781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5" h="3778124">
                          <a:moveTo>
                            <a:pt x="0" y="0"/>
                          </a:moveTo>
                          <a:lnTo>
                            <a:pt x="22734" y="0"/>
                          </a:lnTo>
                          <a:lnTo>
                            <a:pt x="22734" y="3778123"/>
                          </a:lnTo>
                          <a:lnTo>
                            <a:pt x="0" y="37781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0" name="Freeform 19"/>
                    <p:cNvSpPr/>
                    <p:nvPr/>
                  </p:nvSpPr>
                  <p:spPr>
                    <a:xfrm>
                      <a:off x="6402705" y="3074035"/>
                      <a:ext cx="24512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512" h="3779013">
                          <a:moveTo>
                            <a:pt x="0" y="0"/>
                          </a:moveTo>
                          <a:lnTo>
                            <a:pt x="24511" y="0"/>
                          </a:lnTo>
                          <a:lnTo>
                            <a:pt x="24511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1" name="Freeform 20"/>
                    <p:cNvSpPr/>
                    <p:nvPr/>
                  </p:nvSpPr>
                  <p:spPr>
                    <a:xfrm>
                      <a:off x="6594348" y="3075051"/>
                      <a:ext cx="21718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6981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2" name="Freeform 21"/>
                    <p:cNvSpPr/>
                    <p:nvPr/>
                  </p:nvSpPr>
                  <p:spPr>
                    <a:xfrm>
                      <a:off x="6784848" y="3075686"/>
                      <a:ext cx="23496" cy="37781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496" h="3778124">
                          <a:moveTo>
                            <a:pt x="0" y="0"/>
                          </a:moveTo>
                          <a:lnTo>
                            <a:pt x="23495" y="0"/>
                          </a:lnTo>
                          <a:lnTo>
                            <a:pt x="23495" y="3778123"/>
                          </a:lnTo>
                          <a:lnTo>
                            <a:pt x="0" y="37781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3" name="Freeform 22"/>
                    <p:cNvSpPr/>
                    <p:nvPr/>
                  </p:nvSpPr>
                  <p:spPr>
                    <a:xfrm>
                      <a:off x="6973697" y="3075051"/>
                      <a:ext cx="2273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981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4" name="Freeform 23"/>
                    <p:cNvSpPr/>
                    <p:nvPr/>
                  </p:nvSpPr>
                  <p:spPr>
                    <a:xfrm>
                      <a:off x="7162419" y="3075051"/>
                      <a:ext cx="24639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639" h="3779013">
                          <a:moveTo>
                            <a:pt x="0" y="0"/>
                          </a:moveTo>
                          <a:lnTo>
                            <a:pt x="24638" y="0"/>
                          </a:lnTo>
                          <a:lnTo>
                            <a:pt x="24638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5" name="Freeform 24"/>
                    <p:cNvSpPr/>
                    <p:nvPr/>
                  </p:nvSpPr>
                  <p:spPr>
                    <a:xfrm>
                      <a:off x="7347712" y="3075051"/>
                      <a:ext cx="26417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417" h="3779013">
                          <a:moveTo>
                            <a:pt x="0" y="0"/>
                          </a:moveTo>
                          <a:lnTo>
                            <a:pt x="26416" y="0"/>
                          </a:lnTo>
                          <a:lnTo>
                            <a:pt x="26416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6" name="Freeform 25"/>
                    <p:cNvSpPr/>
                    <p:nvPr/>
                  </p:nvSpPr>
                  <p:spPr>
                    <a:xfrm>
                      <a:off x="7533767" y="3072003"/>
                      <a:ext cx="27433" cy="37797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33" h="3779775">
                          <a:moveTo>
                            <a:pt x="0" y="0"/>
                          </a:moveTo>
                          <a:lnTo>
                            <a:pt x="27432" y="0"/>
                          </a:lnTo>
                          <a:lnTo>
                            <a:pt x="27432" y="3779774"/>
                          </a:lnTo>
                          <a:lnTo>
                            <a:pt x="0" y="37797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7" name="Freeform 26"/>
                    <p:cNvSpPr/>
                    <p:nvPr/>
                  </p:nvSpPr>
                  <p:spPr>
                    <a:xfrm>
                      <a:off x="3770630" y="3443986"/>
                      <a:ext cx="3777108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19686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8" name="Freeform 27"/>
                    <p:cNvSpPr/>
                    <p:nvPr/>
                  </p:nvSpPr>
                  <p:spPr>
                    <a:xfrm>
                      <a:off x="3771519" y="3632200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9" name="Freeform 28"/>
                    <p:cNvSpPr/>
                    <p:nvPr/>
                  </p:nvSpPr>
                  <p:spPr>
                    <a:xfrm>
                      <a:off x="3769741" y="3816985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0" name="Freeform 29"/>
                    <p:cNvSpPr/>
                    <p:nvPr/>
                  </p:nvSpPr>
                  <p:spPr>
                    <a:xfrm>
                      <a:off x="3773551" y="4765167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1" name="Freeform 30"/>
                    <p:cNvSpPr/>
                    <p:nvPr/>
                  </p:nvSpPr>
                  <p:spPr>
                    <a:xfrm>
                      <a:off x="3771519" y="4577334"/>
                      <a:ext cx="3783712" cy="205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575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574"/>
                          </a:lnTo>
                          <a:lnTo>
                            <a:pt x="0" y="205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2" name="Freeform 31"/>
                    <p:cNvSpPr/>
                    <p:nvPr/>
                  </p:nvSpPr>
                  <p:spPr>
                    <a:xfrm>
                      <a:off x="3771519" y="4387469"/>
                      <a:ext cx="377710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20702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3" name="Freeform 32"/>
                    <p:cNvSpPr/>
                    <p:nvPr/>
                  </p:nvSpPr>
                  <p:spPr>
                    <a:xfrm>
                      <a:off x="3773551" y="4197731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4" name="Freeform 33"/>
                    <p:cNvSpPr/>
                    <p:nvPr/>
                  </p:nvSpPr>
                  <p:spPr>
                    <a:xfrm>
                      <a:off x="3772662" y="4009644"/>
                      <a:ext cx="3772282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2282" h="19686">
                          <a:moveTo>
                            <a:pt x="0" y="0"/>
                          </a:moveTo>
                          <a:lnTo>
                            <a:pt x="3772281" y="0"/>
                          </a:lnTo>
                          <a:lnTo>
                            <a:pt x="3772281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5" name="Freeform 34"/>
                    <p:cNvSpPr/>
                    <p:nvPr/>
                  </p:nvSpPr>
                  <p:spPr>
                    <a:xfrm>
                      <a:off x="3770630" y="4951984"/>
                      <a:ext cx="3776092" cy="198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6092" h="19813">
                          <a:moveTo>
                            <a:pt x="0" y="0"/>
                          </a:moveTo>
                          <a:lnTo>
                            <a:pt x="3776091" y="0"/>
                          </a:lnTo>
                          <a:lnTo>
                            <a:pt x="3776091" y="19812"/>
                          </a:lnTo>
                          <a:lnTo>
                            <a:pt x="0" y="198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6" name="Freeform 35"/>
                    <p:cNvSpPr/>
                    <p:nvPr/>
                  </p:nvSpPr>
                  <p:spPr>
                    <a:xfrm>
                      <a:off x="3769741" y="5141976"/>
                      <a:ext cx="3783077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19686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7" name="Freeform 36"/>
                    <p:cNvSpPr/>
                    <p:nvPr/>
                  </p:nvSpPr>
                  <p:spPr>
                    <a:xfrm>
                      <a:off x="3768725" y="5331714"/>
                      <a:ext cx="378091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918" h="20702">
                          <a:moveTo>
                            <a:pt x="0" y="0"/>
                          </a:moveTo>
                          <a:lnTo>
                            <a:pt x="3780917" y="0"/>
                          </a:lnTo>
                          <a:lnTo>
                            <a:pt x="378091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8" name="Freeform 37"/>
                    <p:cNvSpPr/>
                    <p:nvPr/>
                  </p:nvSpPr>
                  <p:spPr>
                    <a:xfrm>
                      <a:off x="3769741" y="5519674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9" name="Freeform 38"/>
                    <p:cNvSpPr/>
                    <p:nvPr/>
                  </p:nvSpPr>
                  <p:spPr>
                    <a:xfrm>
                      <a:off x="3768725" y="5704713"/>
                      <a:ext cx="3783585" cy="208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585" h="20828">
                          <a:moveTo>
                            <a:pt x="0" y="0"/>
                          </a:moveTo>
                          <a:lnTo>
                            <a:pt x="3783584" y="0"/>
                          </a:lnTo>
                          <a:lnTo>
                            <a:pt x="3783584" y="20827"/>
                          </a:lnTo>
                          <a:lnTo>
                            <a:pt x="0" y="20827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0" name="Freeform 39"/>
                    <p:cNvSpPr/>
                    <p:nvPr/>
                  </p:nvSpPr>
                  <p:spPr>
                    <a:xfrm>
                      <a:off x="3771519" y="6648831"/>
                      <a:ext cx="3783712" cy="2286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2861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2860"/>
                          </a:lnTo>
                          <a:lnTo>
                            <a:pt x="0" y="2286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1" name="Freeform 40"/>
                    <p:cNvSpPr/>
                    <p:nvPr/>
                  </p:nvSpPr>
                  <p:spPr>
                    <a:xfrm>
                      <a:off x="3771519" y="6463792"/>
                      <a:ext cx="3784728" cy="226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4728" h="22607">
                          <a:moveTo>
                            <a:pt x="0" y="0"/>
                          </a:moveTo>
                          <a:lnTo>
                            <a:pt x="3784727" y="0"/>
                          </a:lnTo>
                          <a:lnTo>
                            <a:pt x="3784727" y="22606"/>
                          </a:lnTo>
                          <a:lnTo>
                            <a:pt x="0" y="2260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2" name="Freeform 41"/>
                    <p:cNvSpPr/>
                    <p:nvPr/>
                  </p:nvSpPr>
                  <p:spPr>
                    <a:xfrm>
                      <a:off x="3768725" y="6274815"/>
                      <a:ext cx="3783077" cy="209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20957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20956"/>
                          </a:lnTo>
                          <a:lnTo>
                            <a:pt x="0" y="2095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3" name="Freeform 42"/>
                    <p:cNvSpPr/>
                    <p:nvPr/>
                  </p:nvSpPr>
                  <p:spPr>
                    <a:xfrm>
                      <a:off x="3769741" y="6085205"/>
                      <a:ext cx="3783712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829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4" name="Freeform 43"/>
                    <p:cNvSpPr/>
                    <p:nvPr/>
                  </p:nvSpPr>
                  <p:spPr>
                    <a:xfrm>
                      <a:off x="3769741" y="5897372"/>
                      <a:ext cx="3778886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8886" h="20829">
                          <a:moveTo>
                            <a:pt x="0" y="0"/>
                          </a:moveTo>
                          <a:lnTo>
                            <a:pt x="3778885" y="0"/>
                          </a:lnTo>
                          <a:lnTo>
                            <a:pt x="3778885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5" name="Freeform 44"/>
                    <p:cNvSpPr/>
                    <p:nvPr/>
                  </p:nvSpPr>
                  <p:spPr>
                    <a:xfrm>
                      <a:off x="3759327" y="6840474"/>
                      <a:ext cx="3801746" cy="2273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1746" h="22734">
                          <a:moveTo>
                            <a:pt x="0" y="0"/>
                          </a:moveTo>
                          <a:lnTo>
                            <a:pt x="3801745" y="0"/>
                          </a:lnTo>
                          <a:lnTo>
                            <a:pt x="3801745" y="22733"/>
                          </a:lnTo>
                          <a:lnTo>
                            <a:pt x="0" y="2273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</p:grpSp>
              <p:cxnSp>
                <p:nvCxnSpPr>
                  <p:cNvPr id="47" name="Straight Connector 46"/>
                  <p:cNvCxnSpPr/>
                  <p:nvPr/>
                </p:nvCxnSpPr>
                <p:spPr>
                  <a:xfrm flipV="1">
                    <a:off x="3758311" y="2805811"/>
                    <a:ext cx="0" cy="4038727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/>
                  <p:cNvCxnSpPr/>
                  <p:nvPr/>
                </p:nvCxnSpPr>
                <p:spPr>
                  <a:xfrm>
                    <a:off x="3759962" y="6849110"/>
                    <a:ext cx="4059809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" name="TextBox 49"/>
                <p:cNvSpPr txBox="1"/>
                <p:nvPr/>
              </p:nvSpPr>
              <p:spPr>
                <a:xfrm>
                  <a:off x="3238500" y="2921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3314700" y="557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3314700" y="5956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3314700" y="6337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3390900" y="67818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3302000" y="4445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3302000" y="4826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3302000" y="5207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302000" y="3302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3302000" y="3683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3302000" y="4064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7289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4622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4241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3860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5765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66" name="TextBox 65"/>
                <p:cNvSpPr txBox="1"/>
                <p:nvPr/>
              </p:nvSpPr>
              <p:spPr>
                <a:xfrm>
                  <a:off x="5384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5003800" y="68326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6908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69" name="TextBox 68"/>
                <p:cNvSpPr txBox="1"/>
                <p:nvPr/>
              </p:nvSpPr>
              <p:spPr>
                <a:xfrm>
                  <a:off x="6527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6146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</p:grpSp>
          <p:sp>
            <p:nvSpPr>
              <p:cNvPr id="72" name="TextBox 71"/>
              <p:cNvSpPr txBox="1"/>
              <p:nvPr/>
            </p:nvSpPr>
            <p:spPr>
              <a:xfrm>
                <a:off x="5067300" y="7099300"/>
                <a:ext cx="1473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Maths mark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 rot="16200000">
                <a:off x="2540000" y="4630371"/>
                <a:ext cx="1473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Science mark</a:t>
                </a:r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6424168" y="4188714"/>
              <a:ext cx="264669" cy="162053"/>
              <a:chOff x="6424168" y="4188714"/>
              <a:chExt cx="264669" cy="16205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64241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64241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5585968" y="5065014"/>
              <a:ext cx="264669" cy="162053"/>
              <a:chOff x="5585968" y="5065014"/>
              <a:chExt cx="264669" cy="162053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5585968" y="50650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5585968" y="50650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4544568" y="5433314"/>
              <a:ext cx="264669" cy="162052"/>
              <a:chOff x="4544568" y="5433314"/>
              <a:chExt cx="264669" cy="162052"/>
            </a:xfrm>
          </p:grpSpPr>
          <p:sp>
            <p:nvSpPr>
              <p:cNvPr id="81" name="Freeform 80"/>
              <p:cNvSpPr/>
              <p:nvPr/>
            </p:nvSpPr>
            <p:spPr>
              <a:xfrm>
                <a:off x="4544568" y="54333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544568" y="54333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4963668" y="5547614"/>
              <a:ext cx="264669" cy="162052"/>
              <a:chOff x="4963668" y="5547614"/>
              <a:chExt cx="264669" cy="162052"/>
            </a:xfrm>
          </p:grpSpPr>
          <p:sp>
            <p:nvSpPr>
              <p:cNvPr id="84" name="Freeform 83"/>
              <p:cNvSpPr/>
              <p:nvPr/>
            </p:nvSpPr>
            <p:spPr>
              <a:xfrm>
                <a:off x="4963668" y="55476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5" name="Freeform 84"/>
              <p:cNvSpPr/>
              <p:nvPr/>
            </p:nvSpPr>
            <p:spPr>
              <a:xfrm>
                <a:off x="4963668" y="55476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5763768" y="4404614"/>
              <a:ext cx="264669" cy="162053"/>
              <a:chOff x="5763768" y="4404614"/>
              <a:chExt cx="264669" cy="162053"/>
            </a:xfrm>
          </p:grpSpPr>
          <p:sp>
            <p:nvSpPr>
              <p:cNvPr id="87" name="Freeform 86"/>
              <p:cNvSpPr/>
              <p:nvPr/>
            </p:nvSpPr>
            <p:spPr>
              <a:xfrm>
                <a:off x="5763768" y="44046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5763768" y="44046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6017768" y="4188714"/>
              <a:ext cx="264669" cy="162053"/>
              <a:chOff x="6017768" y="4188714"/>
              <a:chExt cx="264669" cy="162053"/>
            </a:xfrm>
          </p:grpSpPr>
          <p:sp>
            <p:nvSpPr>
              <p:cNvPr id="90" name="Freeform 89"/>
              <p:cNvSpPr/>
              <p:nvPr/>
            </p:nvSpPr>
            <p:spPr>
              <a:xfrm>
                <a:off x="60177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60177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6170168" y="3998214"/>
              <a:ext cx="264669" cy="162053"/>
              <a:chOff x="6170168" y="3998214"/>
              <a:chExt cx="264669" cy="162053"/>
            </a:xfrm>
          </p:grpSpPr>
          <p:sp>
            <p:nvSpPr>
              <p:cNvPr id="93" name="Freeform 92"/>
              <p:cNvSpPr/>
              <p:nvPr/>
            </p:nvSpPr>
            <p:spPr>
              <a:xfrm>
                <a:off x="6170168" y="39982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6170168" y="39982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7211568" y="3452114"/>
              <a:ext cx="264669" cy="162053"/>
              <a:chOff x="7211568" y="3452114"/>
              <a:chExt cx="264669" cy="162053"/>
            </a:xfrm>
          </p:grpSpPr>
          <p:sp>
            <p:nvSpPr>
              <p:cNvPr id="96" name="Freeform 95"/>
              <p:cNvSpPr/>
              <p:nvPr/>
            </p:nvSpPr>
            <p:spPr>
              <a:xfrm>
                <a:off x="7211568" y="34521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7" name="Freeform 96"/>
              <p:cNvSpPr/>
              <p:nvPr/>
            </p:nvSpPr>
            <p:spPr>
              <a:xfrm>
                <a:off x="7211568" y="34521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  <p:sp>
        <p:nvSpPr>
          <p:cNvPr id="100" name="TextBox 99"/>
          <p:cNvSpPr txBox="1"/>
          <p:nvPr/>
        </p:nvSpPr>
        <p:spPr>
          <a:xfrm>
            <a:off x="1752600" y="2514600"/>
            <a:ext cx="2620877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620">
                <a:solidFill>
                  <a:srgbClr val="0000FF"/>
                </a:solidFill>
                <a:latin typeface="Trebuchet MS - 24"/>
              </a:rPr>
              <a:t>What yours should look like:</a:t>
            </a:r>
          </a:p>
        </p:txBody>
      </p:sp>
    </p:spTree>
    <p:extLst>
      <p:ext uri="{BB962C8B-B14F-4D97-AF65-F5344CB8AC3E}">
        <p14:creationId xmlns:p14="http://schemas.microsoft.com/office/powerpoint/2010/main" val="27651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33009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Plot these sets of data on scatter graphs: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40736" y="1714500"/>
          <a:ext cx="7960747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0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Day of the week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W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Sales of scarves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Temperature (oC)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0260" y="4389120"/>
          <a:ext cx="8613419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Journey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Distance (km)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140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237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180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104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Petrol used (l)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25.3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8.9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4.1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44040" y="857250"/>
            <a:ext cx="8392764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The data below shows the number of scarves sold by a shop in a week and the temperature that day: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9760" y="3589020"/>
            <a:ext cx="8392764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The data below shows the amount of petrol used by a car and the distance driven on eight different journeys:</a:t>
            </a:r>
          </a:p>
        </p:txBody>
      </p:sp>
    </p:spTree>
    <p:extLst>
      <p:ext uri="{BB962C8B-B14F-4D97-AF65-F5344CB8AC3E}">
        <p14:creationId xmlns:p14="http://schemas.microsoft.com/office/powerpoint/2010/main" val="336673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78173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How your scatter graph should look: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669401" y="788671"/>
          <a:ext cx="7019618" cy="2001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5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7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554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Day of the week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W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54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Sales of scarves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Temperature (oC)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9" name="Group 88"/>
          <p:cNvGrpSpPr/>
          <p:nvPr/>
        </p:nvGrpSpPr>
        <p:grpSpPr>
          <a:xfrm>
            <a:off x="3750786" y="2473795"/>
            <a:ext cx="4219734" cy="4128387"/>
            <a:chOff x="2474207" y="2748661"/>
            <a:chExt cx="4688593" cy="4587097"/>
          </a:xfrm>
        </p:grpSpPr>
        <p:grpSp>
          <p:nvGrpSpPr>
            <p:cNvPr id="67" name="Group 66"/>
            <p:cNvGrpSpPr/>
            <p:nvPr/>
          </p:nvGrpSpPr>
          <p:grpSpPr>
            <a:xfrm>
              <a:off x="2474207" y="2748661"/>
              <a:ext cx="4688593" cy="4587097"/>
              <a:chOff x="2474207" y="2748661"/>
              <a:chExt cx="4688593" cy="4587097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47111" y="2748661"/>
                <a:ext cx="4061460" cy="4057396"/>
                <a:chOff x="3047111" y="2748661"/>
                <a:chExt cx="4061460" cy="405739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48127" y="3007360"/>
                  <a:ext cx="3801873" cy="3798697"/>
                  <a:chOff x="3048127" y="3007360"/>
                  <a:chExt cx="3801873" cy="3798697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48127" y="3015869"/>
                    <a:ext cx="18924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24" h="3776980">
                        <a:moveTo>
                          <a:pt x="0" y="0"/>
                        </a:moveTo>
                        <a:lnTo>
                          <a:pt x="18923" y="0"/>
                        </a:lnTo>
                        <a:lnTo>
                          <a:pt x="18923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48127" y="3007360"/>
                    <a:ext cx="3800603" cy="189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603" h="18924">
                        <a:moveTo>
                          <a:pt x="0" y="0"/>
                        </a:moveTo>
                        <a:lnTo>
                          <a:pt x="3800602" y="0"/>
                        </a:lnTo>
                        <a:lnTo>
                          <a:pt x="3800602" y="18923"/>
                        </a:lnTo>
                        <a:lnTo>
                          <a:pt x="0" y="1892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61462" y="3197225"/>
                    <a:ext cx="3780791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791" h="19686">
                        <a:moveTo>
                          <a:pt x="0" y="0"/>
                        </a:moveTo>
                        <a:lnTo>
                          <a:pt x="3780790" y="0"/>
                        </a:lnTo>
                        <a:lnTo>
                          <a:pt x="3780790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38881" y="3016885"/>
                    <a:ext cx="19813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1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26714" y="3015869"/>
                    <a:ext cx="19813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0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17341" y="3016885"/>
                    <a:ext cx="21718" cy="37779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7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6"/>
                        </a:lnTo>
                        <a:lnTo>
                          <a:pt x="0" y="377799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02380" y="3015869"/>
                    <a:ext cx="22734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901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3993134" y="3016885"/>
                    <a:ext cx="19686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6981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183888" y="3017901"/>
                    <a:ext cx="21718" cy="37779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6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5"/>
                        </a:lnTo>
                        <a:lnTo>
                          <a:pt x="0" y="37779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372610" y="3016885"/>
                    <a:ext cx="20702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6981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562348" y="3018536"/>
                    <a:ext cx="22734" cy="37760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09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090"/>
                        </a:lnTo>
                        <a:lnTo>
                          <a:pt x="0" y="377609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46371" y="3016885"/>
                    <a:ext cx="24385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85" h="3776981">
                        <a:moveTo>
                          <a:pt x="0" y="0"/>
                        </a:moveTo>
                        <a:lnTo>
                          <a:pt x="24384" y="0"/>
                        </a:lnTo>
                        <a:lnTo>
                          <a:pt x="24384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38268" y="3017901"/>
                    <a:ext cx="19686" cy="37741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4186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4185"/>
                        </a:lnTo>
                        <a:lnTo>
                          <a:pt x="0" y="37741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28895" y="3017901"/>
                    <a:ext cx="21591" cy="37752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91" h="3775202">
                        <a:moveTo>
                          <a:pt x="0" y="0"/>
                        </a:moveTo>
                        <a:lnTo>
                          <a:pt x="21590" y="0"/>
                        </a:lnTo>
                        <a:lnTo>
                          <a:pt x="21590" y="3775201"/>
                        </a:lnTo>
                        <a:lnTo>
                          <a:pt x="0" y="37752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17617" y="3017901"/>
                    <a:ext cx="20702" cy="37759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5964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5963"/>
                        </a:lnTo>
                        <a:lnTo>
                          <a:pt x="0" y="377596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07482" y="3018536"/>
                    <a:ext cx="22734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812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691505" y="3016885"/>
                    <a:ext cx="24512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512" h="3779013">
                        <a:moveTo>
                          <a:pt x="0" y="0"/>
                        </a:moveTo>
                        <a:lnTo>
                          <a:pt x="24511" y="0"/>
                        </a:lnTo>
                        <a:lnTo>
                          <a:pt x="24511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883148" y="3017901"/>
                    <a:ext cx="21718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6981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073648" y="3018536"/>
                    <a:ext cx="23496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496" h="3778123">
                        <a:moveTo>
                          <a:pt x="0" y="0"/>
                        </a:moveTo>
                        <a:lnTo>
                          <a:pt x="23495" y="0"/>
                        </a:lnTo>
                        <a:lnTo>
                          <a:pt x="23495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262497" y="3017901"/>
                    <a:ext cx="22734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98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51219" y="3017901"/>
                    <a:ext cx="24639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39" h="3779012">
                        <a:moveTo>
                          <a:pt x="0" y="0"/>
                        </a:moveTo>
                        <a:lnTo>
                          <a:pt x="24638" y="0"/>
                        </a:lnTo>
                        <a:lnTo>
                          <a:pt x="24638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36512" y="3017901"/>
                    <a:ext cx="26417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417" h="3779012">
                        <a:moveTo>
                          <a:pt x="0" y="0"/>
                        </a:moveTo>
                        <a:lnTo>
                          <a:pt x="26416" y="0"/>
                        </a:lnTo>
                        <a:lnTo>
                          <a:pt x="26416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22567" y="3014853"/>
                    <a:ext cx="27433" cy="377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3" h="3779775">
                        <a:moveTo>
                          <a:pt x="0" y="0"/>
                        </a:moveTo>
                        <a:lnTo>
                          <a:pt x="27432" y="0"/>
                        </a:lnTo>
                        <a:lnTo>
                          <a:pt x="27432" y="3779774"/>
                        </a:lnTo>
                        <a:lnTo>
                          <a:pt x="0" y="377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59430" y="3386836"/>
                    <a:ext cx="3777108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19686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60319" y="3575050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58541" y="3759835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062351" y="4708017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60319" y="4520184"/>
                    <a:ext cx="3783712" cy="205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575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574"/>
                        </a:lnTo>
                        <a:lnTo>
                          <a:pt x="0" y="205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60319" y="4330319"/>
                    <a:ext cx="377710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20702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062351" y="4140581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61462" y="3952494"/>
                    <a:ext cx="3772282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282" h="19686">
                        <a:moveTo>
                          <a:pt x="0" y="0"/>
                        </a:moveTo>
                        <a:lnTo>
                          <a:pt x="3772281" y="0"/>
                        </a:lnTo>
                        <a:lnTo>
                          <a:pt x="3772281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59430" y="4894834"/>
                    <a:ext cx="3776092" cy="19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092" h="19813">
                        <a:moveTo>
                          <a:pt x="0" y="0"/>
                        </a:moveTo>
                        <a:lnTo>
                          <a:pt x="3776091" y="0"/>
                        </a:lnTo>
                        <a:lnTo>
                          <a:pt x="3776091" y="19812"/>
                        </a:lnTo>
                        <a:lnTo>
                          <a:pt x="0" y="198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58541" y="5084826"/>
                    <a:ext cx="3783077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1968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57525" y="5274564"/>
                    <a:ext cx="378091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918" h="20702">
                        <a:moveTo>
                          <a:pt x="0" y="0"/>
                        </a:moveTo>
                        <a:lnTo>
                          <a:pt x="3780917" y="0"/>
                        </a:lnTo>
                        <a:lnTo>
                          <a:pt x="378091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58541" y="5462524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57525" y="5647563"/>
                    <a:ext cx="3783585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5" h="20829">
                        <a:moveTo>
                          <a:pt x="0" y="0"/>
                        </a:moveTo>
                        <a:lnTo>
                          <a:pt x="3783584" y="0"/>
                        </a:lnTo>
                        <a:lnTo>
                          <a:pt x="3783584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60319" y="6591680"/>
                    <a:ext cx="3783712" cy="228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2861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2860"/>
                        </a:lnTo>
                        <a:lnTo>
                          <a:pt x="0" y="2286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60319" y="6406642"/>
                    <a:ext cx="3784728" cy="226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8" h="22606">
                        <a:moveTo>
                          <a:pt x="0" y="0"/>
                        </a:moveTo>
                        <a:lnTo>
                          <a:pt x="3784727" y="0"/>
                        </a:lnTo>
                        <a:lnTo>
                          <a:pt x="3784727" y="22605"/>
                        </a:lnTo>
                        <a:lnTo>
                          <a:pt x="0" y="2260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57525" y="6217666"/>
                    <a:ext cx="3783077" cy="209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2095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20955"/>
                        </a:lnTo>
                        <a:lnTo>
                          <a:pt x="0" y="2095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58541" y="6028055"/>
                    <a:ext cx="3783712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829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58541" y="5840222"/>
                    <a:ext cx="3778886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886" h="20829">
                        <a:moveTo>
                          <a:pt x="0" y="0"/>
                        </a:moveTo>
                        <a:lnTo>
                          <a:pt x="3778885" y="0"/>
                        </a:lnTo>
                        <a:lnTo>
                          <a:pt x="3778885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48127" y="6783323"/>
                    <a:ext cx="3801746" cy="227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46" h="22734">
                        <a:moveTo>
                          <a:pt x="0" y="0"/>
                        </a:moveTo>
                        <a:lnTo>
                          <a:pt x="3801745" y="0"/>
                        </a:lnTo>
                        <a:lnTo>
                          <a:pt x="3801745" y="22733"/>
                        </a:lnTo>
                        <a:lnTo>
                          <a:pt x="0" y="2273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47111" y="2748661"/>
                  <a:ext cx="0" cy="403872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48762" y="6791960"/>
                  <a:ext cx="405980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590800" y="28702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590800" y="47625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641600" y="56769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79700" y="67246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590800" y="37973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15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6578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911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530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149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5054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4673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292600" y="67754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6197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816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435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000500" y="7048500"/>
                <a:ext cx="201829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Sales of scarves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 rot="16200000">
                <a:off x="1655470" y="4579571"/>
                <a:ext cx="1924732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Temperature (</a:t>
                </a:r>
                <a:r>
                  <a:rPr lang="en-GB" sz="720" baseline="70000">
                    <a:solidFill>
                      <a:srgbClr val="000000"/>
                    </a:solidFill>
                    <a:latin typeface="Trebuchet MS - 16"/>
                  </a:rPr>
                  <a:t>o</a:t>
                </a:r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C)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4392168" y="3115564"/>
              <a:ext cx="264669" cy="162053"/>
              <a:chOff x="4392168" y="3115564"/>
              <a:chExt cx="264669" cy="162053"/>
            </a:xfrm>
          </p:grpSpPr>
          <p:sp>
            <p:nvSpPr>
              <p:cNvPr id="68" name="Freeform 67"/>
              <p:cNvSpPr/>
              <p:nvPr/>
            </p:nvSpPr>
            <p:spPr>
              <a:xfrm>
                <a:off x="4392168" y="3115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4392168" y="3115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249168" y="2925064"/>
              <a:ext cx="264669" cy="162053"/>
              <a:chOff x="3249168" y="2925064"/>
              <a:chExt cx="264669" cy="162053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3249168" y="2925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3249168" y="2925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6043168" y="5744464"/>
              <a:ext cx="264669" cy="162053"/>
              <a:chOff x="6043168" y="5744464"/>
              <a:chExt cx="264669" cy="162053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6043168" y="574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6043168" y="574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4392168" y="4449064"/>
              <a:ext cx="264669" cy="162053"/>
              <a:chOff x="4392168" y="4449064"/>
              <a:chExt cx="264669" cy="162053"/>
            </a:xfrm>
          </p:grpSpPr>
          <p:sp>
            <p:nvSpPr>
              <p:cNvPr id="77" name="Freeform 76"/>
              <p:cNvSpPr/>
              <p:nvPr/>
            </p:nvSpPr>
            <p:spPr>
              <a:xfrm>
                <a:off x="4392168" y="4449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4392168" y="4449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5700268" y="5007864"/>
              <a:ext cx="264669" cy="162053"/>
              <a:chOff x="5700268" y="5007864"/>
              <a:chExt cx="264669" cy="162053"/>
            </a:xfrm>
          </p:grpSpPr>
          <p:sp>
            <p:nvSpPr>
              <p:cNvPr id="80" name="Freeform 79"/>
              <p:cNvSpPr/>
              <p:nvPr/>
            </p:nvSpPr>
            <p:spPr>
              <a:xfrm>
                <a:off x="5700268" y="5007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5700268" y="5007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5077968" y="4245864"/>
              <a:ext cx="264669" cy="162053"/>
              <a:chOff x="5077968" y="4245864"/>
              <a:chExt cx="264669" cy="162053"/>
            </a:xfrm>
          </p:grpSpPr>
          <p:sp>
            <p:nvSpPr>
              <p:cNvPr id="83" name="Freeform 82"/>
              <p:cNvSpPr/>
              <p:nvPr/>
            </p:nvSpPr>
            <p:spPr>
              <a:xfrm>
                <a:off x="5077968" y="424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4" name="Freeform 83"/>
              <p:cNvSpPr/>
              <p:nvPr/>
            </p:nvSpPr>
            <p:spPr>
              <a:xfrm>
                <a:off x="5077968" y="424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4963668" y="3864864"/>
              <a:ext cx="264669" cy="162053"/>
              <a:chOff x="4963668" y="3864864"/>
              <a:chExt cx="264669" cy="162053"/>
            </a:xfrm>
          </p:grpSpPr>
          <p:sp>
            <p:nvSpPr>
              <p:cNvPr id="86" name="Freeform 85"/>
              <p:cNvSpPr/>
              <p:nvPr/>
            </p:nvSpPr>
            <p:spPr>
              <a:xfrm>
                <a:off x="4963668" y="3864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7" name="Freeform 86"/>
              <p:cNvSpPr/>
              <p:nvPr/>
            </p:nvSpPr>
            <p:spPr>
              <a:xfrm>
                <a:off x="4963668" y="3864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310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78173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How your scatter graph should look: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40330" y="788671"/>
          <a:ext cx="7525020" cy="178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09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Journey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Distance (km)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140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197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180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104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Petrol used (l)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21.3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16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8.9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4.1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3" name="Group 92"/>
          <p:cNvGrpSpPr/>
          <p:nvPr/>
        </p:nvGrpSpPr>
        <p:grpSpPr>
          <a:xfrm>
            <a:off x="3680735" y="2428075"/>
            <a:ext cx="4326935" cy="4128387"/>
            <a:chOff x="2396372" y="2697861"/>
            <a:chExt cx="4807705" cy="4587097"/>
          </a:xfrm>
        </p:grpSpPr>
        <p:grpSp>
          <p:nvGrpSpPr>
            <p:cNvPr id="68" name="Group 67"/>
            <p:cNvGrpSpPr/>
            <p:nvPr/>
          </p:nvGrpSpPr>
          <p:grpSpPr>
            <a:xfrm>
              <a:off x="2396372" y="2697861"/>
              <a:ext cx="4807705" cy="4587097"/>
              <a:chOff x="2396372" y="2697861"/>
              <a:chExt cx="4807705" cy="4587097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85211" y="2697861"/>
                <a:ext cx="4061460" cy="4057396"/>
                <a:chOff x="3085211" y="2697861"/>
                <a:chExt cx="4061460" cy="405739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86227" y="2956560"/>
                  <a:ext cx="3801873" cy="3798697"/>
                  <a:chOff x="3086227" y="2956560"/>
                  <a:chExt cx="3801873" cy="3798697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86227" y="2965069"/>
                    <a:ext cx="18924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24" h="3776980">
                        <a:moveTo>
                          <a:pt x="0" y="0"/>
                        </a:moveTo>
                        <a:lnTo>
                          <a:pt x="18923" y="0"/>
                        </a:lnTo>
                        <a:lnTo>
                          <a:pt x="18923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86227" y="2956560"/>
                    <a:ext cx="3800603" cy="189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603" h="18924">
                        <a:moveTo>
                          <a:pt x="0" y="0"/>
                        </a:moveTo>
                        <a:lnTo>
                          <a:pt x="3800602" y="0"/>
                        </a:lnTo>
                        <a:lnTo>
                          <a:pt x="3800602" y="18923"/>
                        </a:lnTo>
                        <a:lnTo>
                          <a:pt x="0" y="1892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99562" y="3146425"/>
                    <a:ext cx="3780791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791" h="19686">
                        <a:moveTo>
                          <a:pt x="0" y="0"/>
                        </a:moveTo>
                        <a:lnTo>
                          <a:pt x="3780790" y="0"/>
                        </a:lnTo>
                        <a:lnTo>
                          <a:pt x="3780790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76981" y="2966085"/>
                    <a:ext cx="19813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1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64814" y="2965069"/>
                    <a:ext cx="19813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0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55441" y="2966085"/>
                    <a:ext cx="21718" cy="37779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7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6"/>
                        </a:lnTo>
                        <a:lnTo>
                          <a:pt x="0" y="377799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40480" y="2965069"/>
                    <a:ext cx="22734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901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4031234" y="2966085"/>
                    <a:ext cx="19686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6981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221988" y="2967101"/>
                    <a:ext cx="21718" cy="37779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6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5"/>
                        </a:lnTo>
                        <a:lnTo>
                          <a:pt x="0" y="37779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410710" y="2966085"/>
                    <a:ext cx="20702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6981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600448" y="2967736"/>
                    <a:ext cx="22734" cy="37760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09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090"/>
                        </a:lnTo>
                        <a:lnTo>
                          <a:pt x="0" y="377609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84471" y="2966085"/>
                    <a:ext cx="24385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85" h="3776981">
                        <a:moveTo>
                          <a:pt x="0" y="0"/>
                        </a:moveTo>
                        <a:lnTo>
                          <a:pt x="24384" y="0"/>
                        </a:lnTo>
                        <a:lnTo>
                          <a:pt x="24384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76368" y="2967101"/>
                    <a:ext cx="19686" cy="37741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4186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4185"/>
                        </a:lnTo>
                        <a:lnTo>
                          <a:pt x="0" y="37741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66995" y="2967101"/>
                    <a:ext cx="21591" cy="37752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91" h="3775202">
                        <a:moveTo>
                          <a:pt x="0" y="0"/>
                        </a:moveTo>
                        <a:lnTo>
                          <a:pt x="21590" y="0"/>
                        </a:lnTo>
                        <a:lnTo>
                          <a:pt x="21590" y="3775201"/>
                        </a:lnTo>
                        <a:lnTo>
                          <a:pt x="0" y="37752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55717" y="2967101"/>
                    <a:ext cx="20702" cy="37759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5964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5963"/>
                        </a:lnTo>
                        <a:lnTo>
                          <a:pt x="0" y="377596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45582" y="2967736"/>
                    <a:ext cx="22734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812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729605" y="2966085"/>
                    <a:ext cx="24512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512" h="3779013">
                        <a:moveTo>
                          <a:pt x="0" y="0"/>
                        </a:moveTo>
                        <a:lnTo>
                          <a:pt x="24511" y="0"/>
                        </a:lnTo>
                        <a:lnTo>
                          <a:pt x="24511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921248" y="2967101"/>
                    <a:ext cx="21718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6981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111748" y="2967736"/>
                    <a:ext cx="23496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496" h="3778123">
                        <a:moveTo>
                          <a:pt x="0" y="0"/>
                        </a:moveTo>
                        <a:lnTo>
                          <a:pt x="23495" y="0"/>
                        </a:lnTo>
                        <a:lnTo>
                          <a:pt x="23495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300597" y="2967101"/>
                    <a:ext cx="22734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98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89319" y="2967101"/>
                    <a:ext cx="24639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39" h="3779012">
                        <a:moveTo>
                          <a:pt x="0" y="0"/>
                        </a:moveTo>
                        <a:lnTo>
                          <a:pt x="24638" y="0"/>
                        </a:lnTo>
                        <a:lnTo>
                          <a:pt x="24638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74612" y="2967101"/>
                    <a:ext cx="26417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417" h="3779012">
                        <a:moveTo>
                          <a:pt x="0" y="0"/>
                        </a:moveTo>
                        <a:lnTo>
                          <a:pt x="26416" y="0"/>
                        </a:lnTo>
                        <a:lnTo>
                          <a:pt x="26416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60667" y="2964053"/>
                    <a:ext cx="27433" cy="377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3" h="3779775">
                        <a:moveTo>
                          <a:pt x="0" y="0"/>
                        </a:moveTo>
                        <a:lnTo>
                          <a:pt x="27432" y="0"/>
                        </a:lnTo>
                        <a:lnTo>
                          <a:pt x="27432" y="3779774"/>
                        </a:lnTo>
                        <a:lnTo>
                          <a:pt x="0" y="377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97530" y="3336036"/>
                    <a:ext cx="3777108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19686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98419" y="3524250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96641" y="3709035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100451" y="4657217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98419" y="4469384"/>
                    <a:ext cx="3783712" cy="205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575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574"/>
                        </a:lnTo>
                        <a:lnTo>
                          <a:pt x="0" y="205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98419" y="4279519"/>
                    <a:ext cx="377710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20702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100451" y="4089781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99562" y="3901694"/>
                    <a:ext cx="3772282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282" h="19686">
                        <a:moveTo>
                          <a:pt x="0" y="0"/>
                        </a:moveTo>
                        <a:lnTo>
                          <a:pt x="3772281" y="0"/>
                        </a:lnTo>
                        <a:lnTo>
                          <a:pt x="3772281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97530" y="4844034"/>
                    <a:ext cx="3776092" cy="19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092" h="19813">
                        <a:moveTo>
                          <a:pt x="0" y="0"/>
                        </a:moveTo>
                        <a:lnTo>
                          <a:pt x="3776091" y="0"/>
                        </a:lnTo>
                        <a:lnTo>
                          <a:pt x="3776091" y="19812"/>
                        </a:lnTo>
                        <a:lnTo>
                          <a:pt x="0" y="198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96641" y="5034026"/>
                    <a:ext cx="3783077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1968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95625" y="5223764"/>
                    <a:ext cx="378091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918" h="20702">
                        <a:moveTo>
                          <a:pt x="0" y="0"/>
                        </a:moveTo>
                        <a:lnTo>
                          <a:pt x="3780917" y="0"/>
                        </a:lnTo>
                        <a:lnTo>
                          <a:pt x="378091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96641" y="5411724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95625" y="5596763"/>
                    <a:ext cx="3783585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5" h="20829">
                        <a:moveTo>
                          <a:pt x="0" y="0"/>
                        </a:moveTo>
                        <a:lnTo>
                          <a:pt x="3783584" y="0"/>
                        </a:lnTo>
                        <a:lnTo>
                          <a:pt x="3783584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98419" y="6540880"/>
                    <a:ext cx="3783712" cy="228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2861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2860"/>
                        </a:lnTo>
                        <a:lnTo>
                          <a:pt x="0" y="2286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98419" y="6355842"/>
                    <a:ext cx="3784728" cy="226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8" h="22606">
                        <a:moveTo>
                          <a:pt x="0" y="0"/>
                        </a:moveTo>
                        <a:lnTo>
                          <a:pt x="3784727" y="0"/>
                        </a:lnTo>
                        <a:lnTo>
                          <a:pt x="3784727" y="22605"/>
                        </a:lnTo>
                        <a:lnTo>
                          <a:pt x="0" y="2260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95625" y="6166865"/>
                    <a:ext cx="3783077" cy="209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20957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20956"/>
                        </a:lnTo>
                        <a:lnTo>
                          <a:pt x="0" y="2095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96641" y="5977255"/>
                    <a:ext cx="3783712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829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96641" y="5789422"/>
                    <a:ext cx="3778886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886" h="20829">
                        <a:moveTo>
                          <a:pt x="0" y="0"/>
                        </a:moveTo>
                        <a:lnTo>
                          <a:pt x="3778885" y="0"/>
                        </a:lnTo>
                        <a:lnTo>
                          <a:pt x="3778885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86227" y="6732523"/>
                    <a:ext cx="3801746" cy="227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46" h="22734">
                        <a:moveTo>
                          <a:pt x="0" y="0"/>
                        </a:moveTo>
                        <a:lnTo>
                          <a:pt x="3801745" y="0"/>
                        </a:lnTo>
                        <a:lnTo>
                          <a:pt x="3801745" y="22733"/>
                        </a:lnTo>
                        <a:lnTo>
                          <a:pt x="0" y="2273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85211" y="2697861"/>
                  <a:ext cx="0" cy="403872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86862" y="6741160"/>
                  <a:ext cx="405980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654301" y="28194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25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692401" y="58293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717801" y="66738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54301" y="43434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15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654301" y="50800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654301" y="35814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6616701" y="67437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949700" y="67437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568701" y="67437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187701" y="67437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067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120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686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4330700" y="67310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6210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180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829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160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448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140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394200" y="6997700"/>
                <a:ext cx="1474335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Distance (km)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 rot="16200000">
                <a:off x="1798930" y="4528771"/>
                <a:ext cx="148214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Petrol used (l)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5598668" y="4766564"/>
              <a:ext cx="264669" cy="162053"/>
              <a:chOff x="5598668" y="4766564"/>
              <a:chExt cx="264669" cy="162053"/>
            </a:xfrm>
          </p:grpSpPr>
          <p:sp>
            <p:nvSpPr>
              <p:cNvPr id="69" name="Freeform 68"/>
              <p:cNvSpPr/>
              <p:nvPr/>
            </p:nvSpPr>
            <p:spPr>
              <a:xfrm>
                <a:off x="5598668" y="4766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5598668" y="4766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6665468" y="3521964"/>
              <a:ext cx="264669" cy="162053"/>
              <a:chOff x="6665468" y="3521964"/>
              <a:chExt cx="264669" cy="162053"/>
            </a:xfrm>
          </p:grpSpPr>
          <p:sp>
            <p:nvSpPr>
              <p:cNvPr id="72" name="Freeform 71"/>
              <p:cNvSpPr/>
              <p:nvPr/>
            </p:nvSpPr>
            <p:spPr>
              <a:xfrm>
                <a:off x="6665468" y="3521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6665468" y="3521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4709668" y="5249164"/>
              <a:ext cx="264669" cy="162053"/>
              <a:chOff x="4709668" y="5249164"/>
              <a:chExt cx="264669" cy="16205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4709668" y="5249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4709668" y="5249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3769868" y="6023864"/>
              <a:ext cx="264669" cy="162053"/>
              <a:chOff x="3769868" y="6023864"/>
              <a:chExt cx="264669" cy="162053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3769868" y="6023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3769868" y="6023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4366768" y="5515864"/>
              <a:ext cx="264669" cy="162053"/>
              <a:chOff x="4366768" y="5515864"/>
              <a:chExt cx="264669" cy="162053"/>
            </a:xfrm>
          </p:grpSpPr>
          <p:sp>
            <p:nvSpPr>
              <p:cNvPr id="81" name="Freeform 80"/>
              <p:cNvSpPr/>
              <p:nvPr/>
            </p:nvSpPr>
            <p:spPr>
              <a:xfrm>
                <a:off x="4366768" y="551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366768" y="551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6373368" y="4271264"/>
              <a:ext cx="264669" cy="162053"/>
              <a:chOff x="6373368" y="4271264"/>
              <a:chExt cx="264669" cy="162053"/>
            </a:xfrm>
          </p:grpSpPr>
          <p:sp>
            <p:nvSpPr>
              <p:cNvPr id="84" name="Freeform 83"/>
              <p:cNvSpPr/>
              <p:nvPr/>
            </p:nvSpPr>
            <p:spPr>
              <a:xfrm>
                <a:off x="6373368" y="427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5" name="Freeform 84"/>
              <p:cNvSpPr/>
              <p:nvPr/>
            </p:nvSpPr>
            <p:spPr>
              <a:xfrm>
                <a:off x="6373368" y="427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3338068" y="6150864"/>
              <a:ext cx="264669" cy="162053"/>
              <a:chOff x="3338068" y="6150864"/>
              <a:chExt cx="264669" cy="162053"/>
            </a:xfrm>
          </p:grpSpPr>
          <p:sp>
            <p:nvSpPr>
              <p:cNvPr id="87" name="Freeform 86"/>
              <p:cNvSpPr/>
              <p:nvPr/>
            </p:nvSpPr>
            <p:spPr>
              <a:xfrm>
                <a:off x="3338068" y="6150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3338068" y="6150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4925568" y="5223764"/>
              <a:ext cx="264669" cy="162053"/>
              <a:chOff x="4925568" y="5223764"/>
              <a:chExt cx="264669" cy="162053"/>
            </a:xfrm>
          </p:grpSpPr>
          <p:sp>
            <p:nvSpPr>
              <p:cNvPr id="90" name="Freeform 89"/>
              <p:cNvSpPr/>
              <p:nvPr/>
            </p:nvSpPr>
            <p:spPr>
              <a:xfrm>
                <a:off x="4925568" y="52237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4925568" y="52237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844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3412</TotalTime>
  <Words>615</Words>
  <Application>Microsoft Office PowerPoint</Application>
  <PresentationFormat>Widescreen</PresentationFormat>
  <Paragraphs>295</Paragraphs>
  <Slides>8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Trebuchet MS - 16</vt:lpstr>
      <vt:lpstr>Trebuchet MS - 22</vt:lpstr>
      <vt:lpstr>Trebuchet MS - 24</vt:lpstr>
      <vt:lpstr>Trebuchet MS - 36</vt:lpstr>
      <vt:lpstr>Trebuchet MS - 48</vt:lpstr>
      <vt:lpstr>Office Theme</vt:lpstr>
      <vt:lpstr>Topic: Bivariate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5</cp:revision>
  <dcterms:created xsi:type="dcterms:W3CDTF">2020-03-24T03:49:18Z</dcterms:created>
  <dcterms:modified xsi:type="dcterms:W3CDTF">2020-03-27T00:56:10Z</dcterms:modified>
</cp:coreProperties>
</file>