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61" r:id="rId3"/>
    <p:sldId id="262" r:id="rId4"/>
    <p:sldId id="266" r:id="rId5"/>
    <p:sldId id="264" r:id="rId6"/>
    <p:sldId id="263" r:id="rId7"/>
    <p:sldId id="267" r:id="rId8"/>
    <p:sldId id="269" r:id="rId9"/>
    <p:sldId id="268" r:id="rId10"/>
    <p:sldId id="265" r:id="rId11"/>
    <p:sldId id="270" r:id="rId1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2617EB-10DF-4754-B5E5-FE4ECA0F78B4}" v="1" dt="2020-03-03T23:42:04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48" y="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442617EB-10DF-4754-B5E5-FE4ECA0F78B4}"/>
    <pc:docChg chg="modSld modNotesMaster">
      <pc:chgData name="Sarah James" userId="e5e3e68366f0feb3" providerId="LiveId" clId="{442617EB-10DF-4754-B5E5-FE4ECA0F78B4}" dt="2020-03-03T23:42:04.812" v="0"/>
      <pc:docMkLst>
        <pc:docMk/>
      </pc:docMkLst>
      <pc:sldChg chg="modNotes">
        <pc:chgData name="Sarah James" userId="e5e3e68366f0feb3" providerId="LiveId" clId="{442617EB-10DF-4754-B5E5-FE4ECA0F78B4}" dt="2020-03-03T23:42:04.812" v="0"/>
        <pc:sldMkLst>
          <pc:docMk/>
          <pc:sldMk cId="637548024" sldId="260"/>
        </pc:sldMkLst>
      </pc:sldChg>
      <pc:sldChg chg="modNotes">
        <pc:chgData name="Sarah James" userId="e5e3e68366f0feb3" providerId="LiveId" clId="{442617EB-10DF-4754-B5E5-FE4ECA0F78B4}" dt="2020-03-03T23:42:04.812" v="0"/>
        <pc:sldMkLst>
          <pc:docMk/>
          <pc:sldMk cId="965025783" sldId="261"/>
        </pc:sldMkLst>
      </pc:sldChg>
      <pc:sldChg chg="modNotes">
        <pc:chgData name="Sarah James" userId="e5e3e68366f0feb3" providerId="LiveId" clId="{442617EB-10DF-4754-B5E5-FE4ECA0F78B4}" dt="2020-03-03T23:42:04.812" v="0"/>
        <pc:sldMkLst>
          <pc:docMk/>
          <pc:sldMk cId="1289934863" sldId="263"/>
        </pc:sldMkLst>
      </pc:sldChg>
      <pc:sldChg chg="modNotes">
        <pc:chgData name="Sarah James" userId="e5e3e68366f0feb3" providerId="LiveId" clId="{442617EB-10DF-4754-B5E5-FE4ECA0F78B4}" dt="2020-03-03T23:42:04.812" v="0"/>
        <pc:sldMkLst>
          <pc:docMk/>
          <pc:sldMk cId="600215662" sldId="264"/>
        </pc:sldMkLst>
      </pc:sldChg>
      <pc:sldChg chg="modNotes">
        <pc:chgData name="Sarah James" userId="e5e3e68366f0feb3" providerId="LiveId" clId="{442617EB-10DF-4754-B5E5-FE4ECA0F78B4}" dt="2020-03-03T23:42:04.812" v="0"/>
        <pc:sldMkLst>
          <pc:docMk/>
          <pc:sldMk cId="3045063373" sldId="265"/>
        </pc:sldMkLst>
      </pc:sldChg>
      <pc:sldChg chg="modNotes">
        <pc:chgData name="Sarah James" userId="e5e3e68366f0feb3" providerId="LiveId" clId="{442617EB-10DF-4754-B5E5-FE4ECA0F78B4}" dt="2020-03-03T23:42:04.812" v="0"/>
        <pc:sldMkLst>
          <pc:docMk/>
          <pc:sldMk cId="1995168201" sldId="268"/>
        </pc:sldMkLst>
      </pc:sldChg>
      <pc:sldChg chg="modNotes">
        <pc:chgData name="Sarah James" userId="e5e3e68366f0feb3" providerId="LiveId" clId="{442617EB-10DF-4754-B5E5-FE4ECA0F78B4}" dt="2020-03-03T23:42:04.812" v="0"/>
        <pc:sldMkLst>
          <pc:docMk/>
          <pc:sldMk cId="235441920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66580-A70A-41D7-B4AD-A7B057FE9480}" type="datetimeFigureOut">
              <a:rPr lang="en-AU" smtClean="0"/>
              <a:t>3/03/2020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B96152-3DB5-49E0-8337-9CACD59B90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9100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1270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043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73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15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9230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2960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79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75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0983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2411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7716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8BE92-FC93-48CC-ABE0-C3711303E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155E9-68FC-467B-AB38-25F18E77D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6EF98-9669-4176-A91F-0174E11D2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CC6A-72F5-4987-AD69-51B7C96B572E}" type="datetimeFigureOut">
              <a:rPr lang="en-AU" smtClean="0"/>
              <a:t>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8345C-978A-4902-AE4B-034C58BCB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1975F-9F29-408E-9C26-2252FFCF9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35853-5751-439C-98C0-BFB5BB1669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832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5C50F-6709-4047-97B7-FD929439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B195D-AF0B-4ED3-8D14-F62EAD1BE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99920-8873-4075-93BC-C3FB94919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CC6A-72F5-4987-AD69-51B7C96B572E}" type="datetimeFigureOut">
              <a:rPr lang="en-AU" smtClean="0"/>
              <a:t>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9C62E-A425-46DA-A8C0-ED28ABBD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D788C-589B-4C49-8257-B008B25D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35853-5751-439C-98C0-BFB5BB1669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7586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19B33-FA26-436C-BD08-A5B7F1613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67105-9512-4ECB-AA72-E4A495DE6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AA503-6F4A-4297-9582-3A426551C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CC6A-72F5-4987-AD69-51B7C96B572E}" type="datetimeFigureOut">
              <a:rPr lang="en-AU" smtClean="0"/>
              <a:t>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EAE02-57D2-4E87-B86F-D335F10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870C4-5DF4-4FF8-8D90-E76FAAEA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35853-5751-439C-98C0-BFB5BB1669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809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FF7B5-6E1F-4254-BF7D-2AE7232EE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78735-4F69-491E-AD90-EC1E75A26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D2EB9-684C-4032-A733-D5065B04E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961D3-25E7-4283-950F-9932FF39B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CC6A-72F5-4987-AD69-51B7C96B572E}" type="datetimeFigureOut">
              <a:rPr lang="en-AU" smtClean="0"/>
              <a:t>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24D5F-2F61-4E79-A2DE-E15383EBC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8CDE1-78EC-4EDF-9A91-61547D67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35853-5751-439C-98C0-BFB5BB1669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654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ED4DD-CAF8-4250-9F6D-4D0572DC7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92643-BDE5-4EE8-B073-EBF5072BD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FCBC4-47AE-4E35-A274-DD1244EAC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7192B6-B606-4B5F-B617-34E5949E74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9475A-B85D-449B-B944-059A42831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609E8-AE90-49D4-B136-8883886D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CC6A-72F5-4987-AD69-51B7C96B572E}" type="datetimeFigureOut">
              <a:rPr lang="en-AU" smtClean="0"/>
              <a:t>3/03/2020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82A53D-04AC-4B4F-8384-E2FBCD791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3EAC5-DD4A-4293-B975-D63CA7EC4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35853-5751-439C-98C0-BFB5BB1669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9052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DC9C-67EE-4660-9988-34F406FA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086E71-7FE9-4B77-BC28-B25F0E92C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CC6A-72F5-4987-AD69-51B7C96B572E}" type="datetimeFigureOut">
              <a:rPr lang="en-AU" smtClean="0"/>
              <a:t>3/03/2020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BC910-08A2-44FB-AFB9-9DE33337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98A9A-70F9-4D2D-8BB4-2663869F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35853-5751-439C-98C0-BFB5BB1669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6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113C2-3448-4979-B570-118059BD0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CC6A-72F5-4987-AD69-51B7C96B572E}" type="datetimeFigureOut">
              <a:rPr lang="en-AU" smtClean="0"/>
              <a:t>3/03/2020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C763A2-373A-4E94-92F7-DDDB0797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5BD3A-580B-466E-A3B4-816A583CD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35853-5751-439C-98C0-BFB5BB1669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4867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A159-F9CD-4836-A42B-A697B0BD5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BDEEA-DAEB-4100-936A-01331A202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91AD9-CDB9-4AF4-9BBE-BD73BC189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01BA7-1CE9-41BD-BA57-6A1F96ED3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CC6A-72F5-4987-AD69-51B7C96B572E}" type="datetimeFigureOut">
              <a:rPr lang="en-AU" smtClean="0"/>
              <a:t>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A9309-40BA-49CB-86FF-69623F9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C1996-703B-40EC-8CAD-636F9540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35853-5751-439C-98C0-BFB5BB1669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692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C0487-B896-43B4-963F-D84F35A99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23B6C2-9193-4B93-B9B1-EA9EE4EC6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151950-DFFB-4A4B-874D-825D0E835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BE4B2-8003-457E-A943-D49383EB5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CC6A-72F5-4987-AD69-51B7C96B572E}" type="datetimeFigureOut">
              <a:rPr lang="en-AU" smtClean="0"/>
              <a:t>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2A131-5C9E-4DCD-A6B7-3DB2DC0C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2125E-1DD8-4C64-9F2C-86CBD1771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35853-5751-439C-98C0-BFB5BB1669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711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7470-5C87-4757-8819-6073251B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C4F5B-F079-469D-8B03-86525439E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B472D-EC56-48C4-8260-BCBB4167E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CC6A-72F5-4987-AD69-51B7C96B572E}" type="datetimeFigureOut">
              <a:rPr lang="en-AU" smtClean="0"/>
              <a:t>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53BA-95DF-45BE-A2D6-9B6F084CE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29412-3498-49BF-8391-7DA9E51E6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35853-5751-439C-98C0-BFB5BB1669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699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E2B4FD-1F1D-4EC8-82C0-D3F76B4F36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7A788-DFB2-4708-91A5-562C1B3EB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E6A01-289E-4221-BE6D-6D0A071E7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CC6A-72F5-4987-AD69-51B7C96B572E}" type="datetimeFigureOut">
              <a:rPr lang="en-AU" smtClean="0"/>
              <a:t>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C6804-D565-4844-8797-F89A7F3D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1CEF8-C903-4770-B325-C6D837E52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35853-5751-439C-98C0-BFB5BB1669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6059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8543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38119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94621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22829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63560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03C3FC-DFFA-4876-BEE6-702867EF8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89CE9-B957-4EA8-B377-96197DA25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58805-4453-48F4-9EE3-1BBAE1D0B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3CC6A-72F5-4987-AD69-51B7C96B572E}" type="datetimeFigureOut">
              <a:rPr lang="en-AU" smtClean="0"/>
              <a:t>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0FE20-3E79-4356-BCBA-0EFEC6CF1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B053C-FA3E-49DA-ACF4-D44B4F624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35853-5751-439C-98C0-BFB5BB1669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042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ensusdata.abs.gov.au/census_services/getproduct/census/2016/quickstat/5?opendocume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956269" y="138251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29" y="282272"/>
            <a:ext cx="9446339" cy="692338"/>
          </a:xfrm>
        </p:spPr>
        <p:txBody>
          <a:bodyPr>
            <a:normAutofit fontScale="90000"/>
          </a:bodyPr>
          <a:lstStyle/>
          <a:p>
            <a:pPr algn="l"/>
            <a:br>
              <a:rPr lang="en-AU" b="1" dirty="0">
                <a:latin typeface="Fragment Core" panose="02000504040000020003" pitchFamily="50" charset="0"/>
              </a:rPr>
            </a:br>
            <a:br>
              <a:rPr lang="en-AU" b="1" dirty="0">
                <a:latin typeface="Fragment Core" panose="02000504040000020003" pitchFamily="50" charset="0"/>
              </a:rPr>
            </a:br>
            <a:r>
              <a:rPr lang="en-AU" sz="2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ragment Core" panose="02000504040000020003" pitchFamily="50" charset="0"/>
              </a:rPr>
              <a:t>Topic: Census and Surveys</a:t>
            </a:r>
            <a:br>
              <a:rPr lang="en-AU" sz="2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ragment Core" panose="02000504040000020003" pitchFamily="50" charset="0"/>
              </a:rPr>
            </a:br>
            <a:r>
              <a:rPr lang="en-AU" sz="2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ragment Core" panose="02000504040000020003" pitchFamily="50" charset="0"/>
              </a:rPr>
              <a:t>EQ: What are the different types of Sampling Methods?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CE448A-9916-452F-BE86-5B860BB87F6B}"/>
              </a:ext>
            </a:extLst>
          </p:cNvPr>
          <p:cNvSpPr txBox="1"/>
          <p:nvPr/>
        </p:nvSpPr>
        <p:spPr>
          <a:xfrm>
            <a:off x="1914525" y="1714500"/>
            <a:ext cx="7458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Put new topic in contents page</a:t>
            </a:r>
          </a:p>
          <a:p>
            <a:pPr marL="285750" indent="-285750">
              <a:buFontTx/>
              <a:buChar char="-"/>
            </a:pPr>
            <a:r>
              <a:rPr lang="en-US" dirty="0"/>
              <a:t>- Collect EST content list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596" y="7432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591410" y="1367348"/>
            <a:ext cx="10820400" cy="502755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 lnSpcReduction="2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Start of EST CONTENT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2400" b="1" dirty="0"/>
              <a:t>Census</a:t>
            </a:r>
          </a:p>
          <a:p>
            <a:r>
              <a:rPr lang="en-GB" sz="2400" dirty="0"/>
              <a:t>3.4.1 investigate the procedure for conducting a census</a:t>
            </a:r>
          </a:p>
          <a:p>
            <a:r>
              <a:rPr lang="en-GB" sz="2400" dirty="0"/>
              <a:t>3.4.2 investigate the advantages and disadvantages of conducting a census</a:t>
            </a:r>
          </a:p>
          <a:p>
            <a:pPr marL="135464" indent="0">
              <a:buNone/>
            </a:pPr>
            <a:endParaRPr lang="en-GB" sz="2400" dirty="0"/>
          </a:p>
          <a:p>
            <a:r>
              <a:rPr lang="en-AU" sz="2400" b="1" dirty="0"/>
              <a:t>Surveys</a:t>
            </a:r>
          </a:p>
          <a:p>
            <a:r>
              <a:rPr lang="en-GB" sz="2400" dirty="0"/>
              <a:t>3.4.3 understand the purpose of sampling to provide an estimate of population values when a census is </a:t>
            </a:r>
            <a:r>
              <a:rPr lang="en-AU" sz="2400" dirty="0"/>
              <a:t>not used</a:t>
            </a:r>
          </a:p>
          <a:p>
            <a:r>
              <a:rPr lang="en-GB" sz="2400" dirty="0"/>
              <a:t>3.4.4 investigate the different kinds of samples, for example, systematic samples, self‐selected samples, </a:t>
            </a:r>
            <a:r>
              <a:rPr lang="en-AU" sz="2400" dirty="0"/>
              <a:t>simple random samples</a:t>
            </a:r>
          </a:p>
          <a:p>
            <a:r>
              <a:rPr lang="en-GB" sz="2400" dirty="0"/>
              <a:t>3.4.5 recognise the advantages and disadvantages of these kinds of samples; for example, comparing simple random samples with self‐selected samples</a:t>
            </a:r>
            <a:endParaRPr lang="en-AU" sz="2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352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and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Collecting Information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493244"/>
            <a:ext cx="9544926" cy="452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To collect information, a group of people are surveyed. This process is called taking a </a:t>
            </a:r>
            <a:r>
              <a:rPr lang="en-AU" sz="2399" i="1" dirty="0">
                <a:solidFill>
                  <a:prstClr val="black"/>
                </a:solidFill>
                <a:latin typeface="Calibri" panose="020F0502020204030204"/>
              </a:rPr>
              <a:t>sample.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To collect information about a whole population, all people are surveyed. This is called a census.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Every 5 years the Australian Bureau of Statistics conducts a census. It occurs in each year ending with a 1 or a 6.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  <a:hlinkClick r:id="rId3"/>
              </a:rPr>
              <a:t>http://www.censusdata.abs.gov.au/census_services/getproduct/census/2016/quickstat/5?opendocument</a:t>
            </a:r>
            <a:r>
              <a:rPr lang="en-US" sz="2399" dirty="0">
                <a:solidFill>
                  <a:prstClr val="black"/>
                </a:solidFill>
              </a:rPr>
              <a:t> 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352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and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0544" y="1602135"/>
            <a:ext cx="52209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Sample Vs Census</a:t>
            </a:r>
          </a:p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Pros and cons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DA48BDA-9758-4E24-BD14-42F880120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722910"/>
            <a:ext cx="12192000" cy="303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127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B490E3-8D72-4362-9E73-445B09EE9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53" y="1142357"/>
            <a:ext cx="11331816" cy="5330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06702F-6812-450A-95B8-E707F7FD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753" y="1675417"/>
            <a:ext cx="9372957" cy="28719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6A95F4-142F-40DE-9C62-4C51134A23C1}"/>
              </a:ext>
            </a:extLst>
          </p:cNvPr>
          <p:cNvSpPr txBox="1"/>
          <p:nvPr/>
        </p:nvSpPr>
        <p:spPr>
          <a:xfrm>
            <a:off x="9927496" y="4176744"/>
            <a:ext cx="2075775" cy="230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a. Sample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b. Census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c. Sample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d. Sample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e. Sample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f. Census</a:t>
            </a:r>
            <a:endParaRPr lang="en-US" sz="2399" dirty="0">
              <a:solidFill>
                <a:srgbClr val="FF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2320" y="62217"/>
            <a:ext cx="4352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and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3" y="1906101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Random Sample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E8F22A2-13F1-4D9C-AFD9-2B2ACABDE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114" y="1793532"/>
            <a:ext cx="10268810" cy="10558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A05283-C908-4031-BFB5-E76FB8477161}"/>
              </a:ext>
            </a:extLst>
          </p:cNvPr>
          <p:cNvSpPr txBox="1"/>
          <p:nvPr/>
        </p:nvSpPr>
        <p:spPr>
          <a:xfrm>
            <a:off x="-16133" y="4175020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Stratified Sample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7006D9-D93D-4BB3-BAEA-44A64B7A0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996" y="4128068"/>
            <a:ext cx="10144767" cy="187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4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2320" y="62217"/>
            <a:ext cx="4352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and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3" y="1906101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Systematic Sample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A05283-C908-4031-BFB5-E76FB8477161}"/>
              </a:ext>
            </a:extLst>
          </p:cNvPr>
          <p:cNvSpPr txBox="1"/>
          <p:nvPr/>
        </p:nvSpPr>
        <p:spPr>
          <a:xfrm>
            <a:off x="-16133" y="4175020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Self Selected Sample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D58DC-E009-4137-8F59-D3E9596DF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063" y="2006391"/>
            <a:ext cx="10209817" cy="730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2FEEA9-367F-4011-841E-DEA973012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063" y="4263671"/>
            <a:ext cx="10277937" cy="74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3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E9D489-0BFB-4B0D-A6F9-E5EE45CB8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0320"/>
            <a:ext cx="12192000" cy="457691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228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1FA1CD-017A-4C1D-B7DA-71DAFAAEADC1}"/>
              </a:ext>
            </a:extLst>
          </p:cNvPr>
          <p:cNvSpPr txBox="1"/>
          <p:nvPr/>
        </p:nvSpPr>
        <p:spPr>
          <a:xfrm>
            <a:off x="568305" y="5477551"/>
            <a:ext cx="1105538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a. Systematic  b. random  c. self-selected  d. stratified  e. random  f. systematic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g. self-selected  h. systematic </a:t>
            </a:r>
          </a:p>
        </p:txBody>
      </p:sp>
    </p:spTree>
    <p:extLst>
      <p:ext uri="{BB962C8B-B14F-4D97-AF65-F5344CB8AC3E}">
        <p14:creationId xmlns:p14="http://schemas.microsoft.com/office/powerpoint/2010/main" val="199516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02266B-517A-42E3-A349-A3A539F72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7692"/>
            <a:ext cx="12192000" cy="430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998" y="176064"/>
            <a:ext cx="8608358" cy="424011"/>
          </a:xfrm>
        </p:spPr>
        <p:txBody>
          <a:bodyPr>
            <a:normAutofit fontScale="90000"/>
          </a:bodyPr>
          <a:lstStyle/>
          <a:p>
            <a:pPr algn="ctr"/>
            <a:r>
              <a:rPr lang="en-AU" sz="2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EXIT PASS- in pairs with butcher’s paper</a:t>
            </a:r>
            <a:endParaRPr lang="en-US" sz="2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454F14-30E8-45A3-89F8-8D10EBF89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327" y="771673"/>
            <a:ext cx="7505700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19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361</Words>
  <Application>Microsoft Office PowerPoint</Application>
  <PresentationFormat>Widescreen</PresentationFormat>
  <Paragraphs>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Fragment Core</vt:lpstr>
      <vt:lpstr>Kiwi School Handwriting</vt:lpstr>
      <vt:lpstr>Office Theme</vt:lpstr>
      <vt:lpstr>  Topic: Census and Surveys EQ: What are the different types of Sampling Methods? </vt:lpstr>
      <vt:lpstr>Learning Intentions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Practice</vt:lpstr>
      <vt:lpstr>Task</vt:lpstr>
      <vt:lpstr>EXIT PASS- in pairs with butcher’s paper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Census and Surveys EQ: What are the different types of Sampling Methods?</dc:title>
  <dc:creator>Sarah James</dc:creator>
  <cp:lastModifiedBy>Sarah James</cp:lastModifiedBy>
  <cp:revision>4</cp:revision>
  <cp:lastPrinted>2020-03-03T23:42:09Z</cp:lastPrinted>
  <dcterms:created xsi:type="dcterms:W3CDTF">2020-03-03T01:10:23Z</dcterms:created>
  <dcterms:modified xsi:type="dcterms:W3CDTF">2020-03-03T23:43:02Z</dcterms:modified>
</cp:coreProperties>
</file>