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7" r:id="rId2"/>
    <p:sldId id="270" r:id="rId3"/>
    <p:sldId id="271" r:id="rId4"/>
    <p:sldId id="261" r:id="rId5"/>
    <p:sldId id="262" r:id="rId6"/>
    <p:sldId id="266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A9176-2E07-4912-865B-16DB169798B4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4E181-76FD-4A99-8F61-7F7C6B2C10B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7589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1270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7716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2565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5851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89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52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557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D8820-98BE-4C45-92BC-78EE97F15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C88A2-954C-451E-A2F7-908F71E02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1B16A-4035-4C43-9EB4-A35A670CC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1A66-DC8F-413E-B2F5-4549D65C4D42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A4755-0393-4A96-9D7B-020C68E9A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321B9-6FCA-4781-99FE-CF885D82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3144-D855-4983-9E4A-CE00050778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39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7519C-B956-4739-8E30-7C5F64C4C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0C608-EF45-4FC7-BC74-D3763E40F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9F659-78B7-4AA7-A55A-4FF4F3964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1A66-DC8F-413E-B2F5-4549D65C4D42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7A74E-322C-41D4-B1F6-1BC6DA6C7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EFA2A-AFE7-4F4F-A55B-5B4610D0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3144-D855-4983-9E4A-CE00050778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268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3C978-7C8F-44CF-B1B6-B48CB4C3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D740F-A3FC-4F19-BB54-C6DE608AB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7A189-2863-4D90-9739-CF29F4EF8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1A66-DC8F-413E-B2F5-4549D65C4D42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A04EE-6AB8-46D4-8EA3-3572ADE1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B4757-CD0B-4454-BA2A-F31282D3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3144-D855-4983-9E4A-CE00050778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4767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08048-4671-410D-A3B0-6F71CA043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11F60-12BD-434A-88B0-6BC468726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2EF15-C74A-42AE-AEB6-6BC24DB75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F27A8-2AD9-4876-8EFC-7EEBFA3EA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1A66-DC8F-413E-B2F5-4549D65C4D42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DB54F-732F-44BE-9D49-F0A40E3FC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2363C-2000-4DAC-B5D3-75730B88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3144-D855-4983-9E4A-CE00050778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757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3F8B-F534-4B24-A8F2-E7F5F4D81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36F24-9D6D-4440-A575-5C33AA68D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DC04E-647F-4D1E-BD74-8D6E97F3C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3FFEED-B966-4646-BDF3-23CC67211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E68791-9765-42CE-B5C0-0B07BBE88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4BCC4D-5E12-473D-AD52-76FF877AB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1A66-DC8F-413E-B2F5-4549D65C4D42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2D4B17-C4A1-4F78-8196-0A0BE7F02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CC7E96-965B-4233-845B-BFCFE95DC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3144-D855-4983-9E4A-CE00050778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3105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3B01-9A28-4DEF-843B-8EEF97C0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CE640-622B-48A2-B9D7-9E5D74F71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1A66-DC8F-413E-B2F5-4549D65C4D42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F6525-8A45-49A5-8CEF-2D996848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07A00-07D6-4355-92F4-DBFF8A19B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3144-D855-4983-9E4A-CE00050778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2921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AD38AD-11F0-4E05-B820-EC514EBD6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1A66-DC8F-413E-B2F5-4549D65C4D42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351536-5B12-4335-B564-1D6E249F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26C71-08CB-4609-B154-4F06CA89E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3144-D855-4983-9E4A-CE00050778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758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2E29E-28BF-45CC-B86D-7A90CBF47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63A91-19F3-455E-B765-12F4F5BD9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F9130-8C2A-4BB2-85E1-CF041A80C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A92DE-518D-4CB9-8A25-8D4F2B404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1A66-DC8F-413E-B2F5-4549D65C4D42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307CE-2694-40B0-B89B-D020699B7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C9F75-D243-49AC-B7F0-32C64F42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3144-D855-4983-9E4A-CE00050778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5597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7D12-2A0C-4750-B839-327130700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D56E0E-32A0-4415-94E0-841DE76B0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185F3-2BDB-4F9E-BAE3-403EDA289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92FED-83E8-471B-8737-6CDCE2739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1A66-DC8F-413E-B2F5-4549D65C4D42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95A39-E31F-4172-AAB3-CB12C3841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2F5F3-7C3B-4314-9AB7-D5076EDF4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3144-D855-4983-9E4A-CE00050778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2577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7E65E-4F2C-4050-81C6-45BF4C09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F5525-6EA4-4B4C-AB69-918F56FB3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2A0A8-C472-4480-906A-404A27D26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1A66-DC8F-413E-B2F5-4549D65C4D42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F12A0-D38D-4BF1-9CF6-1E37BC8DE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E7158-9FF4-426B-A957-40BC51F98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3144-D855-4983-9E4A-CE00050778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5616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C15CBB-71A3-406D-9254-6C028A7A96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5FD69-0206-4C1E-8D4D-A15832F26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41E54-84B3-4B98-864B-87D1F09E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51A66-DC8F-413E-B2F5-4549D65C4D42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21A2A-3279-42AB-AD06-C882C1500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1E22-3987-48B7-909B-E9E1968A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E3144-D855-4983-9E4A-CE00050778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7723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76793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64140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48805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62288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AC67F-004A-4CAB-8164-1818B2B87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7130C-BC1F-4921-AD85-848D6361D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F4C37-ED54-424D-9D3D-ABBC31B94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51A66-DC8F-413E-B2F5-4549D65C4D42}" type="datetimeFigureOut">
              <a:rPr lang="en-AU" smtClean="0"/>
              <a:t>9/03/2020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B0401-169C-4C33-99C7-FEC47F550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87E8E-AEA3-4D71-9DB4-09DED6803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E3144-D855-4983-9E4A-CE000507785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3076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956269" y="138251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Fragment Core" panose="02000504040000020003" pitchFamily="50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29" y="282272"/>
            <a:ext cx="9446339" cy="692338"/>
          </a:xfrm>
        </p:spPr>
        <p:txBody>
          <a:bodyPr>
            <a:normAutofit fontScale="90000"/>
          </a:bodyPr>
          <a:lstStyle/>
          <a:p>
            <a:pPr algn="l"/>
            <a:br>
              <a:rPr lang="en-AU" b="1" dirty="0">
                <a:latin typeface="Fragment Core" panose="02000504040000020003" pitchFamily="50" charset="0"/>
              </a:rPr>
            </a:br>
            <a:br>
              <a:rPr lang="en-AU" b="1" dirty="0">
                <a:latin typeface="Fragment Core" panose="02000504040000020003" pitchFamily="50" charset="0"/>
              </a:rPr>
            </a:br>
            <a:r>
              <a:rPr lang="en-AU" sz="2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ragment Core" panose="02000504040000020003" pitchFamily="50" charset="0"/>
              </a:rPr>
              <a:t>Topic: Census and Surveys</a:t>
            </a:r>
            <a:br>
              <a:rPr lang="en-AU" sz="2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ragment Core" panose="02000504040000020003" pitchFamily="50" charset="0"/>
              </a:rPr>
            </a:br>
            <a:r>
              <a:rPr lang="en-AU" sz="2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ragment Core" panose="02000504040000020003" pitchFamily="50" charset="0"/>
              </a:rPr>
              <a:t>EQ: How do we design a survey?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CE448A-9916-452F-BE86-5B860BB87F6B}"/>
              </a:ext>
            </a:extLst>
          </p:cNvPr>
          <p:cNvSpPr txBox="1"/>
          <p:nvPr/>
        </p:nvSpPr>
        <p:spPr>
          <a:xfrm>
            <a:off x="746125" y="974610"/>
            <a:ext cx="848808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Make sure you are reading through and adding in notes to your EST content list</a:t>
            </a:r>
          </a:p>
          <a:p>
            <a:pPr marL="285750" indent="-285750">
              <a:buFontTx/>
              <a:buChar char="-"/>
            </a:pPr>
            <a:r>
              <a:rPr lang="en-US" dirty="0"/>
              <a:t>Hand out task reports</a:t>
            </a:r>
          </a:p>
          <a:p>
            <a:pPr marL="285750" indent="-285750">
              <a:buFontTx/>
              <a:buChar char="-"/>
            </a:pPr>
            <a:r>
              <a:rPr lang="en-AU" b="1" dirty="0">
                <a:solidFill>
                  <a:srgbClr val="FF5050"/>
                </a:solidFill>
                <a:latin typeface="Fragment Core" panose="02000504040000020003" pitchFamily="50" charset="0"/>
              </a:rPr>
              <a:t>EXIT PASS- in pairs with butcher’s paper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C7C2A1-1E3F-49CF-9C6A-C5D7C257A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797" y="1591381"/>
            <a:ext cx="6489469" cy="499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93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998" y="176064"/>
            <a:ext cx="8608358" cy="424011"/>
          </a:xfrm>
        </p:spPr>
        <p:txBody>
          <a:bodyPr>
            <a:normAutofit fontScale="90000"/>
          </a:bodyPr>
          <a:lstStyle/>
          <a:p>
            <a:pPr algn="ctr"/>
            <a:r>
              <a:rPr lang="en-AU" sz="2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EXIT PASS- in pairs with butcher’s paper</a:t>
            </a:r>
            <a:endParaRPr lang="en-US" sz="2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454F14-30E8-45A3-89F8-8D10EBF89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961" y="693590"/>
            <a:ext cx="7607066" cy="585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1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998" y="176064"/>
            <a:ext cx="8608358" cy="424011"/>
          </a:xfrm>
        </p:spPr>
        <p:txBody>
          <a:bodyPr>
            <a:normAutofit fontScale="90000"/>
          </a:bodyPr>
          <a:lstStyle/>
          <a:p>
            <a:pPr algn="ctr"/>
            <a:r>
              <a:rPr lang="en-AU" sz="2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Interested in your reasoning NOT YOUR ANSWER</a:t>
            </a:r>
            <a:endParaRPr lang="en-US" sz="2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FEA73C-6181-403F-A34A-F74602D1F758}"/>
              </a:ext>
            </a:extLst>
          </p:cNvPr>
          <p:cNvSpPr txBox="1"/>
          <p:nvPr/>
        </p:nvSpPr>
        <p:spPr>
          <a:xfrm>
            <a:off x="3343275" y="1352550"/>
            <a:ext cx="643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Complete 3 question Sample or census sheet. You need to give your reasons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3699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2400" b="1" dirty="0"/>
              <a:t>Surveys</a:t>
            </a:r>
          </a:p>
          <a:p>
            <a:r>
              <a:rPr lang="en-GB" sz="2400" dirty="0"/>
              <a:t>3.4.3 understand the purpose of sampling to provide an estimate of population values when a census is </a:t>
            </a:r>
            <a:r>
              <a:rPr lang="en-AU" sz="2400" dirty="0"/>
              <a:t>not used</a:t>
            </a:r>
          </a:p>
          <a:p>
            <a:r>
              <a:rPr lang="en-GB" sz="2400" dirty="0"/>
              <a:t>3.4.4 investigate the different kinds of samples, for example, systematic samples, self‐selected samples, </a:t>
            </a:r>
            <a:r>
              <a:rPr lang="en-AU" sz="2400" dirty="0"/>
              <a:t>simple random samples</a:t>
            </a:r>
          </a:p>
          <a:p>
            <a:r>
              <a:rPr lang="en-GB" sz="2400" dirty="0"/>
              <a:t>3.4.5 recognise the advantages and disadvantages of these kinds of samples; for example, comparing simple random samples with self‐selected samples</a:t>
            </a:r>
            <a:endParaRPr lang="en-AU" sz="2400" dirty="0">
              <a:latin typeface="Kiwi School Handwriting" panose="00000500000000000000" pitchFamily="2" charset="0"/>
            </a:endParaRPr>
          </a:p>
          <a:p>
            <a:endParaRPr lang="en-AU" sz="44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08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&amp;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Statistical Investigation Process?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design a Survey?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C707A2A-D99E-4857-90E7-66D379D0B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693" y="1537440"/>
            <a:ext cx="10298307" cy="10957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A07C6A-10A0-4A32-BF64-E3F7EBD70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3693" y="3290473"/>
            <a:ext cx="9812052" cy="10864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1ADF50-4B1E-4702-8FFD-0E62DC6AE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3692" y="5342782"/>
            <a:ext cx="10201627" cy="993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D5928C-E8DE-45DE-B548-8BC92E1B0D16}"/>
              </a:ext>
            </a:extLst>
          </p:cNvPr>
          <p:cNvSpPr txBox="1"/>
          <p:nvPr/>
        </p:nvSpPr>
        <p:spPr>
          <a:xfrm>
            <a:off x="0" y="3730636"/>
            <a:ext cx="2390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in your manilla folder </a:t>
            </a:r>
            <a:r>
              <a:rPr lang="en-US"/>
              <a:t>on the poster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081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&amp;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Statistical Investigation Process?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design a Survey?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5A7EBA8-4E51-428A-94B3-1BF5EF871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082" y="1691901"/>
            <a:ext cx="10127226" cy="6339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A5E5E3-B3D4-4C69-851B-7C9F1C2A5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6496" y="3404923"/>
            <a:ext cx="10203918" cy="6734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DD1ED6-D879-4F6D-8C7A-3603C39AA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910" y="4855072"/>
            <a:ext cx="10205504" cy="35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8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201</Words>
  <Application>Microsoft Office PowerPoint</Application>
  <PresentationFormat>Widescreen</PresentationFormat>
  <Paragraphs>30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Fragment Core</vt:lpstr>
      <vt:lpstr>Kiwi School Handwriting</vt:lpstr>
      <vt:lpstr>Office Theme</vt:lpstr>
      <vt:lpstr>  Topic: Census and Surveys EQ: How do we design a survey? </vt:lpstr>
      <vt:lpstr>EXIT PASS- in pairs with butcher’s paper</vt:lpstr>
      <vt:lpstr>Interested in your reasoning NOT YOUR ANSWER</vt:lpstr>
      <vt:lpstr>Learning Intentions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Census and Surveys EQ: How do we design a survey?</dc:title>
  <dc:creator>Sarah James</dc:creator>
  <cp:lastModifiedBy>Sarah James</cp:lastModifiedBy>
  <cp:revision>2</cp:revision>
  <dcterms:created xsi:type="dcterms:W3CDTF">2020-03-08T21:57:05Z</dcterms:created>
  <dcterms:modified xsi:type="dcterms:W3CDTF">2020-03-08T22:09:29Z</dcterms:modified>
</cp:coreProperties>
</file>