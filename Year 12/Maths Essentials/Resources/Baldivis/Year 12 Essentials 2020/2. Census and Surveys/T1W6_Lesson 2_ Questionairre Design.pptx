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61" r:id="rId3"/>
    <p:sldId id="262" r:id="rId4"/>
    <p:sldId id="264" r:id="rId5"/>
    <p:sldId id="269" r:id="rId6"/>
    <p:sldId id="266" r:id="rId7"/>
    <p:sldId id="270" r:id="rId8"/>
    <p:sldId id="267" r:id="rId9"/>
    <p:sldId id="271" r:id="rId10"/>
    <p:sldId id="268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3568B-3561-48DC-B9CC-13E80CE7340E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2B94C-4D28-4BE8-AEA6-7E922FEC77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448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2262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219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5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7885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64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065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67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480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23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026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09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468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4D29-E591-49B7-96AE-00AA9A7BB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269D5-8F17-496B-B5E3-254091DC3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383B1-E0C2-48FC-9239-01161D88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7BD57-5D47-4473-862D-10EB993B0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ED0CB-42BA-49BD-BCAD-6BFA58AF2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08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33C3D-0ED9-4746-8D97-5B96EEA1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C3A8F-5D06-4061-BBFB-3593935B4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19AA6-7AF1-47D5-859F-A2F5D509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069D4-7325-48F8-BCE5-DC504705F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6F327-EEED-4578-84F1-8CD453CEA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5177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60A6-86EB-4C68-8A76-004510C1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C9FB4-AEB2-48EF-BC3C-7FF1428BB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2DD21-0E47-41D6-B125-C7714D450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99EC-F0C3-4F6C-A17D-3F4A7622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F6B36-857D-4AA1-8E7F-01C47F557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488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6FAA-C0ED-40A7-9606-FBB7A8B28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61ED-CBB5-4670-857C-C823676A7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77D5E-9128-4955-A178-EF76B0941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922F2-1C1D-4F8C-AA0A-60572B81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56CF1-1F8F-4EEA-B6BB-E332A363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4E4B8-BF14-4EE9-9556-828DDC7F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233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FB77-BE28-4FFB-AA08-E9C1E3F4D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13C6F-C4FA-4BE7-BD69-2B8901F25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73ACE-9A4B-4FA6-B9DA-96597FB71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6F1E6-2E10-4746-837C-C2E0FBB83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2A6CE-B07D-4343-B17B-EBDBF3FAD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5097B-98F9-4DB1-9E89-41B07616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44B164-DC0C-4DB3-A532-41AE27C62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BC19F3-6109-48BF-8EE5-335E6EF4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0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EE05-E48D-4134-AD37-F57F266E3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FC2F1A-6847-4760-A974-563B125A1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349AB-83EF-4168-A584-0CAF7905D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97933-DC8B-4E5B-8E3A-03E97B42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80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FF033-E284-4917-9B58-6DE6464D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60D766-413E-466A-BBD8-CDA2D9B9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8D94E-E3CB-4C44-AED9-FDBD6B21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043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8ADE0-AC52-4DF8-9228-76B1A15E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4A4DD-5414-4A2D-BBAA-9DC341A74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007D9-C183-43CD-9B65-B91AC0475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F8939-4C9C-4F87-9F3E-2D1B4E34F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AC963-E455-4CDC-9109-6DD179E9D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37177-F002-4A62-99D3-DB6AE600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506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1F41-5F55-411F-BC67-5D5E7DD7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5DE63-0AAE-4835-ACFA-F7528FDD0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CA7C9-CF33-43E2-9924-6AFDAEBEB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03962-3046-41C1-A84B-7ABC0B9D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8DC8A-FC87-4C5D-AC97-44EE16B9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168E1-11E0-4E78-9925-77C5067D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986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D7E3-08A9-4F2E-A703-39FC4059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34537-DA75-442B-A5D7-AD37781DB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0313B-756B-45FE-B5D6-C4621215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13197-FB7E-4DB3-B0A7-C198A36D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E675E-1A1B-4EA9-86D3-C4C806C9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099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27AB9C-E732-4CB4-9D78-4F346C8CC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8FB64-D260-4908-8893-55368AE3B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B60D-B968-4F3F-BDDC-0103A7A6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1A7DD-264A-450B-9A86-7007DD419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6695E-147B-47E5-9206-BD8168FBB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3536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78364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9458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31841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D77A4-BDA7-451B-9320-D104134BF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FA325-4975-4A03-993F-1B5FA120D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3DA28-F407-408A-A678-6D6CE27CC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0903E-48FC-48E7-8F4A-8E40DC74ED2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7CBCC-0840-418E-918C-ABD0D891C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64CA1-6DF2-40D3-AB73-D81EEBC07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93FF5-93EF-4DF8-A414-C53B6D750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18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James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29" y="2806866"/>
            <a:ext cx="9446339" cy="2884942"/>
          </a:xfrm>
        </p:spPr>
        <p:txBody>
          <a:bodyPr>
            <a:normAutofit fontScale="90000"/>
          </a:bodyPr>
          <a:lstStyle/>
          <a:p>
            <a:pPr defTabSz="914126"/>
            <a: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Topic: Census &amp; Surveys</a:t>
            </a:r>
            <a:b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</a:br>
            <a: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  <a:b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</a:br>
            <a:br>
              <a:rPr lang="en-AU" sz="6600" b="1" dirty="0">
                <a:solidFill>
                  <a:srgbClr val="FF5050"/>
                </a:solidFill>
                <a:latin typeface="Fragment Core" panose="02000504040000020003" pitchFamily="50" charset="0"/>
              </a:rPr>
            </a:br>
            <a:endParaRPr lang="en-AU" sz="66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b="1" dirty="0"/>
              <a:t>Simple survey procedure</a:t>
            </a:r>
          </a:p>
          <a:p>
            <a:r>
              <a:rPr lang="en-GB" dirty="0"/>
              <a:t>3.4.6 identify the target population to be surveyed</a:t>
            </a:r>
          </a:p>
          <a:p>
            <a:r>
              <a:rPr lang="fr-FR" dirty="0"/>
              <a:t>3.4.7 </a:t>
            </a:r>
            <a:r>
              <a:rPr lang="fr-FR" dirty="0" err="1"/>
              <a:t>investigate</a:t>
            </a:r>
            <a:r>
              <a:rPr lang="fr-FR" dirty="0"/>
              <a:t> questionnaire design </a:t>
            </a:r>
            <a:r>
              <a:rPr lang="fr-FR" dirty="0" err="1"/>
              <a:t>principles</a:t>
            </a:r>
            <a:r>
              <a:rPr lang="fr-FR" dirty="0"/>
              <a:t>; for </a:t>
            </a:r>
            <a:r>
              <a:rPr lang="fr-FR" dirty="0" err="1"/>
              <a:t>example</a:t>
            </a:r>
            <a:r>
              <a:rPr lang="fr-FR" dirty="0"/>
              <a:t>, simple </a:t>
            </a:r>
            <a:r>
              <a:rPr lang="fr-FR" dirty="0" err="1"/>
              <a:t>language</a:t>
            </a:r>
            <a:r>
              <a:rPr lang="fr-FR" dirty="0"/>
              <a:t>, </a:t>
            </a:r>
            <a:r>
              <a:rPr lang="fr-FR" dirty="0" err="1"/>
              <a:t>unambiguous</a:t>
            </a:r>
            <a:r>
              <a:rPr lang="fr-FR" dirty="0"/>
              <a:t> questions,</a:t>
            </a:r>
          </a:p>
          <a:p>
            <a:r>
              <a:rPr lang="en-GB" dirty="0"/>
              <a:t>consideration of number of choices, issues of privacy and ethics, freedom from bias</a:t>
            </a:r>
            <a:endParaRPr lang="en-AU" sz="4400" dirty="0">
              <a:latin typeface="Kiwi School Handwriting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0DDD09-3A50-4593-AEB3-2FF2B87941DE}"/>
              </a:ext>
            </a:extLst>
          </p:cNvPr>
          <p:cNvSpPr txBox="1"/>
          <p:nvPr/>
        </p:nvSpPr>
        <p:spPr>
          <a:xfrm>
            <a:off x="812800" y="1371600"/>
            <a:ext cx="528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your EST content tick list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Wording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11E49DB-1958-4944-BE9C-51DF12FE1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805" y="1805519"/>
            <a:ext cx="10280609" cy="1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E6D4FE-AE88-413A-8F28-BCA157F0D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7692"/>
            <a:ext cx="12192000" cy="29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0523912-C8E6-4D99-97D7-577B5C4FD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271" y="1596572"/>
            <a:ext cx="10186219" cy="1538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4F79F5-DE78-4E4A-9075-D9C020187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271" y="3566749"/>
            <a:ext cx="10267729" cy="162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0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CCE9D9-AB45-4936-A49E-08D2476D6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62" y="0"/>
            <a:ext cx="10864373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22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0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Type of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4F7DBBE-2F8B-4D31-8A89-2A591589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881" y="1596572"/>
            <a:ext cx="10192119" cy="151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0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769698-9769-4907-ABF4-D77830925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24" y="0"/>
            <a:ext cx="112473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96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Privacy and Ethics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D5DD13A-6958-42B5-A94B-DFC65E772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586" y="1493244"/>
            <a:ext cx="10074132" cy="269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4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0C789C-CE43-4EC5-BB3B-644141852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8988"/>
            <a:ext cx="12192000" cy="492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02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Order of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design a Questionnaire?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3576B34-AD77-46FA-AC6E-B73708B3E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673" y="1727051"/>
            <a:ext cx="10233414" cy="140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4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60B697-43FE-4BD5-9133-9B18EA61E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6655"/>
            <a:ext cx="12192000" cy="568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51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177</Words>
  <Application>Microsoft Office PowerPoint</Application>
  <PresentationFormat>Widescreen</PresentationFormat>
  <Paragraphs>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Fragment Core</vt:lpstr>
      <vt:lpstr>Kiwi School Handwriting</vt:lpstr>
      <vt:lpstr>Office Theme</vt:lpstr>
      <vt:lpstr>Topic: Census &amp; Surveys EQ – How do you design a Questionnaire?    </vt:lpstr>
      <vt:lpstr>Learning Intentions</vt:lpstr>
      <vt:lpstr>PowerPoint Presentation</vt:lpstr>
      <vt:lpstr>Practice</vt:lpstr>
      <vt:lpstr>PowerPoint Presentation</vt:lpstr>
      <vt:lpstr>Practice</vt:lpstr>
      <vt:lpstr>PowerPoint Presentation</vt:lpstr>
      <vt:lpstr>Practice</vt:lpstr>
      <vt:lpstr>PowerPoint Presentation</vt:lpstr>
      <vt:lpstr>Practice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Census &amp; Surveys EQ – How do you design a Questionnaire?    </dc:title>
  <dc:creator>Sarah James</dc:creator>
  <cp:lastModifiedBy>Sarah James</cp:lastModifiedBy>
  <cp:revision>1</cp:revision>
  <dcterms:created xsi:type="dcterms:W3CDTF">2020-03-08T22:13:05Z</dcterms:created>
  <dcterms:modified xsi:type="dcterms:W3CDTF">2020-03-08T22:21:02Z</dcterms:modified>
</cp:coreProperties>
</file>