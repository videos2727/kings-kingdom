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4" r:id="rId3"/>
    <p:sldId id="265" r:id="rId4"/>
    <p:sldId id="269" r:id="rId5"/>
    <p:sldId id="270" r:id="rId6"/>
    <p:sldId id="262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06C5-757E-4544-BAAC-D792326A1AE6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5E781-9FD3-418A-A74F-9BA10B2B7E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16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60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3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8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12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4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2555-BADD-4705-9727-77226E1A0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77474-05AC-4673-9F17-4118864AF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AEB96-FE9D-4161-984E-450815EF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B025-44CE-4855-95BD-047B6E5D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ED70F-A3EA-4E65-8B50-0D328D4F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24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E3ED-4620-490A-83DD-2AC2C34E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DEC09-75F6-4E69-983B-C639E140B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5E394-FF62-4A1A-9E44-714238172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C1342-C12E-4905-B7D2-5E61B9C7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5A0B0-A0A3-4D06-9988-F6CF3D5E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88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3805-3BC9-4230-B396-B4F9DD55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B30FB-BC2F-40EF-B2E8-BDE4E8232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E296-AC7C-462A-A1E6-B0B2440D4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2D4F7-4AC8-4460-A7E6-48CCB06F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5CBC6-56A1-466F-B211-A768DC6A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7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7324-11DD-4FF8-BDAF-B3A878CE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CA52C-BCA3-4935-A846-06C684E8F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F27DF-0DA1-40FF-9E34-D4DE132D9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B5157-9AEF-4971-8DB8-0F822540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FA82A-65B1-4988-A245-07FD2ECE0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70B92-85B2-4822-993D-510653C5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11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29B9-8D0E-4AA4-83DD-F90259141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058E-EED5-406A-9D21-5A40F7251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9AF3-2902-4F37-890E-E86693EA7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D7F63-9D04-472C-A8BF-F226FDDC8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7EB5D-7433-4746-B836-61FDB49C9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3B2120-E471-43E8-A18F-47B7D62D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D6467-67E9-42AF-A620-CFA165DB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C97DB-C363-4A9F-BD3E-412B61FF1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54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9895-DE6E-48AE-AFF1-EA7B36F5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365A6-005F-40D3-A05A-55ECE862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26B47-0A2F-49A4-A059-2AF0B786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1F2FD-B482-4FCE-A795-4B36BE75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88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EED5A-7FBC-4694-A7DC-B5A8F89A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1AA76-6250-45D6-9C27-303E4B71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9983F-C553-46F8-8DB3-F9F36B2D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30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D8D7-A531-45B8-8425-F9F7D76F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71E1-A720-41CF-9A4A-C85C5B07C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92110-D46B-4597-A975-42A349D3B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CE6F5-356A-4D7B-8F6A-CC1BAE2E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AE8F5-59B9-4BF0-8003-0578516C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3DE5F-83C7-488F-80B4-4B98C3CE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180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6C59-E0E0-4FB5-B260-08E49291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583D4-B5AD-4912-8F58-28BB4AFD1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7C3FAE-7E16-4A90-A509-EBE58CF1F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9A7A2-D14F-40D4-94E4-25CBB3E8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D7A98-ED39-4EE8-A543-F48C8256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C7379-CFC4-4DA5-B279-B4F48D1A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20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1C76-C3BD-442F-9E9C-C49BD918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A13D2-A171-44E5-92FF-6B090EBDF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71422-56A6-4601-8E59-4B538C2A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F9330-F16D-476B-B482-426B1CEA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1871-52B4-47EB-99BF-A50EBE8B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53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063F4-B5A7-4255-88DD-9796FE919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3328E-AE84-4D6E-AC5E-359181960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AEA23-5FD2-4842-A81B-F0EBAACF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489D8-5BDE-489B-9654-76C434CD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5CB8D-AB9F-45CA-B529-33AE8C9F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50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A9EED-DDD2-4A7E-851F-CFFA361E4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69EE8-C267-4491-A7E6-CDB8BFFBE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F4040-C261-4332-810F-A21ACEF85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C94D0-C26D-4CEA-9AAB-6BAEA35E8870}" type="datetimeFigureOut">
              <a:rPr lang="en-AU" smtClean="0"/>
              <a:t>17/06/2020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096F8-6BD0-4BBC-9525-BF362E74E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CC819-FF77-4B79-BC11-FD8FA4135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C4D66-EE9A-489A-8EBB-2F003BDFB3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words can you use to describe situations involving chance?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This is the first topic of your last unit</a:t>
            </a:r>
            <a:endParaRPr lang="en-AU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E11769-3DBE-4EF0-914A-C8A255A040D5}"/>
              </a:ext>
            </a:extLst>
          </p:cNvPr>
          <p:cNvSpPr txBox="1"/>
          <p:nvPr/>
        </p:nvSpPr>
        <p:spPr>
          <a:xfrm>
            <a:off x="2175334" y="1602135"/>
            <a:ext cx="9238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is the chance that something will happen. </a:t>
            </a:r>
          </a:p>
          <a:p>
            <a:endParaRPr lang="en-US" dirty="0"/>
          </a:p>
          <a:p>
            <a:r>
              <a:rPr lang="en-US" dirty="0"/>
              <a:t>In everyday conversations we use words that indicate the chance or probability that something will happen.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51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90EFA9E-1D60-411B-89F1-880212807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468" y="1684322"/>
            <a:ext cx="5983932" cy="48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0E4579-E5AA-43B7-9B55-55B053A4453C}"/>
              </a:ext>
            </a:extLst>
          </p:cNvPr>
          <p:cNvSpPr txBox="1"/>
          <p:nvPr/>
        </p:nvSpPr>
        <p:spPr>
          <a:xfrm>
            <a:off x="224465" y="1746275"/>
            <a:ext cx="1400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probability scale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07EC26-408A-4303-BF13-5DC5948F3921}"/>
              </a:ext>
            </a:extLst>
          </p:cNvPr>
          <p:cNvSpPr txBox="1"/>
          <p:nvPr/>
        </p:nvSpPr>
        <p:spPr>
          <a:xfrm>
            <a:off x="2409835" y="2348880"/>
            <a:ext cx="8886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is the chance of an event happening.</a:t>
            </a:r>
          </a:p>
          <a:p>
            <a:endParaRPr lang="en-AU" dirty="0"/>
          </a:p>
          <a:p>
            <a:r>
              <a:rPr lang="en-AU" u="sng" dirty="0"/>
              <a:t>Probability Scale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Probability can be described 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Decimals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Percentages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Words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B217E-E485-40BE-9AEE-6E7C1B380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3214687"/>
            <a:ext cx="79057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0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0E4579-E5AA-43B7-9B55-55B053A4453C}"/>
              </a:ext>
            </a:extLst>
          </p:cNvPr>
          <p:cNvSpPr txBox="1"/>
          <p:nvPr/>
        </p:nvSpPr>
        <p:spPr>
          <a:xfrm>
            <a:off x="224465" y="1746275"/>
            <a:ext cx="1400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sample space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E059F8-4FF4-4AAC-B8FA-9B3236ADB635}"/>
              </a:ext>
            </a:extLst>
          </p:cNvPr>
          <p:cNvSpPr txBox="1"/>
          <p:nvPr/>
        </p:nvSpPr>
        <p:spPr>
          <a:xfrm>
            <a:off x="2217439" y="1602134"/>
            <a:ext cx="88375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Sample Space</a:t>
            </a:r>
          </a:p>
          <a:p>
            <a:endParaRPr lang="en-AU" dirty="0"/>
          </a:p>
          <a:p>
            <a:r>
              <a:rPr lang="en-AU" dirty="0"/>
              <a:t>The sample space is a list of all possible outcomes</a:t>
            </a:r>
          </a:p>
          <a:p>
            <a:endParaRPr lang="en-AU" dirty="0"/>
          </a:p>
          <a:p>
            <a:r>
              <a:rPr lang="en-AU" dirty="0"/>
              <a:t>Example – What is the sample space for the roll of one six sided die.</a:t>
            </a:r>
          </a:p>
          <a:p>
            <a:endParaRPr lang="en-AU" dirty="0"/>
          </a:p>
          <a:p>
            <a:r>
              <a:rPr lang="en-AU" dirty="0"/>
              <a:t>A normal six sided die has the numbers 1 to 6 on it, the sample space is</a:t>
            </a:r>
          </a:p>
          <a:p>
            <a:endParaRPr lang="en-AU" dirty="0"/>
          </a:p>
          <a:p>
            <a:r>
              <a:rPr lang="en-AU" dirty="0"/>
              <a:t>Sample space {1, 2, 3, 4, 5, 6}</a:t>
            </a:r>
          </a:p>
          <a:p>
            <a:endParaRPr lang="en-AU" dirty="0"/>
          </a:p>
          <a:p>
            <a:r>
              <a:rPr lang="en-AU" i="1" dirty="0"/>
              <a:t>What is the sample space for the toss of 2 coins?</a:t>
            </a:r>
          </a:p>
          <a:p>
            <a:endParaRPr lang="en-AU" i="1" dirty="0"/>
          </a:p>
          <a:p>
            <a:r>
              <a:rPr lang="en-AU" i="1" dirty="0"/>
              <a:t>Samples space {HH, HT, TH, TT}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050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words can you use to  describe situations involving chance?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7CA4BDB-5A66-425D-BAB8-4D5B09F03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11" y="2543174"/>
            <a:ext cx="7028633" cy="22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D2B904-0FB8-43FD-A161-2766D30E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09" y="1746274"/>
            <a:ext cx="8230863" cy="155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128D91-7EB7-4062-B4DE-FED35A0D1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810" y="4694237"/>
            <a:ext cx="52959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6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8D3096-EF87-4522-8827-A52FC23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96645"/>
            <a:ext cx="6276975" cy="3181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8D89F-A00F-4A0B-8E42-D9110B4D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4" y="4277995"/>
            <a:ext cx="6153150" cy="201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2806E-BEA8-462E-BF34-F4337F734C64}"/>
              </a:ext>
            </a:extLst>
          </p:cNvPr>
          <p:cNvSpPr txBox="1"/>
          <p:nvPr/>
        </p:nvSpPr>
        <p:spPr>
          <a:xfrm>
            <a:off x="215392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55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8D3096-EF87-4522-8827-A52FC23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96645"/>
            <a:ext cx="6276975" cy="3181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8D89F-A00F-4A0B-8E42-D9110B4D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4" y="4277995"/>
            <a:ext cx="6153150" cy="201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2806E-BEA8-462E-BF34-F4337F734C64}"/>
              </a:ext>
            </a:extLst>
          </p:cNvPr>
          <p:cNvSpPr txBox="1"/>
          <p:nvPr/>
        </p:nvSpPr>
        <p:spPr>
          <a:xfrm>
            <a:off x="215392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977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285</Words>
  <Application>Microsoft Office PowerPoint</Application>
  <PresentationFormat>Widescreen</PresentationFormat>
  <Paragraphs>75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Office Theme</vt:lpstr>
      <vt:lpstr>Probability EQ: What words can you use to describe situations involving chance?  This is the first topic of your last unit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words can you use to describe situations involving chance?  This is the first topic of your last unit</dc:title>
  <dc:creator>Sarah James</dc:creator>
  <cp:lastModifiedBy>Sarah James</cp:lastModifiedBy>
  <cp:revision>1</cp:revision>
  <dcterms:created xsi:type="dcterms:W3CDTF">2020-06-17T03:51:48Z</dcterms:created>
  <dcterms:modified xsi:type="dcterms:W3CDTF">2020-06-17T03:59:01Z</dcterms:modified>
</cp:coreProperties>
</file>