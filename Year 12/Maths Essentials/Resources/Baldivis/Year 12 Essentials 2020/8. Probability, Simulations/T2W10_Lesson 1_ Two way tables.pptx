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89" r:id="rId2"/>
    <p:sldId id="257" r:id="rId3"/>
    <p:sldId id="290" r:id="rId4"/>
    <p:sldId id="267" r:id="rId5"/>
    <p:sldId id="30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65857" autoAdjust="0"/>
  </p:normalViewPr>
  <p:slideViewPr>
    <p:cSldViewPr snapToGrid="0">
      <p:cViewPr varScale="1">
        <p:scale>
          <a:sx n="44" d="100"/>
          <a:sy n="44" d="100"/>
        </p:scale>
        <p:origin x="152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8489FA-6BBA-4CA6-9907-ADEEBBD887D0}" type="datetimeFigureOut">
              <a:rPr lang="en-AU" smtClean="0"/>
              <a:t>23/06/2020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3B67EE-9251-4A72-8D8E-09A4239ED9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718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9227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Guided 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pPr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0482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A1418-55AC-4438-A125-C8068A4211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0BA79B-AD56-4176-B8AD-B378D5B11D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BADB2C-DB13-4C67-874F-35613D9AC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1ED46-9603-413A-A091-2B471A6ACBB7}" type="datetimeFigureOut">
              <a:rPr lang="en-AU" smtClean="0"/>
              <a:t>23/06/2020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16523B-B7D7-42C0-8302-72A57F3F6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D3443-AD2A-4988-8D0D-566BC1AEF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67C2A-2F49-4FEA-A476-E6F1736534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8230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934BC-CD3D-4CC4-BCD5-3B0AC93C4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7DAB9-11DF-431D-965B-6428DE376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75645B-AECB-41D3-AEA3-86F3FB9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1ED46-9603-413A-A091-2B471A6ACBB7}" type="datetimeFigureOut">
              <a:rPr lang="en-AU" smtClean="0"/>
              <a:t>23/06/2020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54157-798E-4C08-9EF9-DBE65BB14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FB973-42CE-49EF-8ADD-E6DBFFE76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67C2A-2F49-4FEA-A476-E6F1736534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7430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78F1D-2079-4216-B08D-E1450ED72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042A-F935-4102-A898-30C51E1546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DAF7B0-7A7C-42F9-9E90-CC4E41884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1ED46-9603-413A-A091-2B471A6ACBB7}" type="datetimeFigureOut">
              <a:rPr lang="en-AU" smtClean="0"/>
              <a:t>23/06/2020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968923-E92E-4E3E-8ACD-B784F2F4C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58DD0E-5263-450B-87A9-5E62724A4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67C2A-2F49-4FEA-A476-E6F1736534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4395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933B0-9560-46EA-A809-1DE4B4309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8BCEB-9269-4160-A17B-80422E4A4B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D421EA-6740-4045-9F94-27292FDF26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8C0ED5-0F95-419D-A841-408EB417C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1ED46-9603-413A-A091-2B471A6ACBB7}" type="datetimeFigureOut">
              <a:rPr lang="en-AU" smtClean="0"/>
              <a:t>23/06/2020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615F91-5C98-4258-B63E-BC79C5B71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518FA1-B517-4A7D-9223-ABB962911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67C2A-2F49-4FEA-A476-E6F1736534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0183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BFA94-85D9-4EBE-BACD-825FCEA8B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C90F42-A9E9-40C8-8250-6E8954344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09B91-D53E-4A0C-BB11-3C11F3B36E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E8EC95-9940-46BB-B570-6C1A03A495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18A889-04B0-4B4C-BFA2-EDF88CBA8E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8DACEB-B9BB-4995-B1A0-BF20C71FB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1ED46-9603-413A-A091-2B471A6ACBB7}" type="datetimeFigureOut">
              <a:rPr lang="en-AU" smtClean="0"/>
              <a:t>23/06/2020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D19434-0D6E-4C74-90C6-C9925EF1B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745265-7D64-4343-9B25-F664ADF47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67C2A-2F49-4FEA-A476-E6F1736534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0155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7B684-5CA8-4A50-9783-A10114DAC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9A26CC-D69B-4C4E-BD7E-6A1942AD7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1ED46-9603-413A-A091-2B471A6ACBB7}" type="datetimeFigureOut">
              <a:rPr lang="en-AU" smtClean="0"/>
              <a:t>23/06/2020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94F785-A240-40C6-8130-C1F373EE6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188E78-A3DC-453D-A531-6920F4808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67C2A-2F49-4FEA-A476-E6F1736534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2349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96EC0B-BF5B-4EF0-A3FA-C3CAEE936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1ED46-9603-413A-A091-2B471A6ACBB7}" type="datetimeFigureOut">
              <a:rPr lang="en-AU" smtClean="0"/>
              <a:t>23/06/2020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76BF56-E091-4ABB-9E0B-5EDE8780A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33A86-90DB-46BA-98C9-1D79980D8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67C2A-2F49-4FEA-A476-E6F1736534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8294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77DF8-EF47-4008-943F-8C196AD46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8220D-381D-4A5F-B269-BA1275510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E5E4DD-8D19-43C8-AFE3-CF1DCF9B33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DA3A21-6CAA-414F-A875-D24DBD3D5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1ED46-9603-413A-A091-2B471A6ACBB7}" type="datetimeFigureOut">
              <a:rPr lang="en-AU" smtClean="0"/>
              <a:t>23/06/2020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3B7E01-CDCB-4CE4-8965-28EEC4B9F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59679A-1772-4C19-8061-CBED8F8E9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67C2A-2F49-4FEA-A476-E6F1736534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8885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F89A4-AE5A-471D-8F42-D3111654E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D9BC2C-CE76-44B6-8E61-A286395E22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CAA5E6-840B-41F0-86A6-6FE725A9F4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514971-A52D-4A63-8C99-91BBC7C99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1ED46-9603-413A-A091-2B471A6ACBB7}" type="datetimeFigureOut">
              <a:rPr lang="en-AU" smtClean="0"/>
              <a:t>23/06/2020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17CA26-8753-47B7-835D-86A0EF8A7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F5267D-55DF-4482-BD5A-D0FF2511C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67C2A-2F49-4FEA-A476-E6F1736534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3006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63EC6-0A5A-4F10-8A72-737A65360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F4BF78-A3F6-498D-8F24-9BD726B75E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712D1-B7A5-4F5E-8DCE-29FA0B39F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1ED46-9603-413A-A091-2B471A6ACBB7}" type="datetimeFigureOut">
              <a:rPr lang="en-AU" smtClean="0"/>
              <a:t>23/06/2020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25ADB-91D3-4635-BA2C-CB0693261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BAEDB-F448-4A52-A552-18BCCE296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67C2A-2F49-4FEA-A476-E6F1736534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2490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22BF23-5AB4-4401-AEED-4D5006167A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A67D84-2402-433E-8224-AD2DD3BE03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3B7F85-3F32-46C8-9075-6BED2A811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1ED46-9603-413A-A091-2B471A6ACBB7}" type="datetimeFigureOut">
              <a:rPr lang="en-AU" smtClean="0"/>
              <a:t>23/06/2020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6A8459-7E8E-4A53-8215-BD1742EF8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B0BDE-FFDA-4FD6-8DE4-015B84E59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67C2A-2F49-4FEA-A476-E6F1736534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5779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98579A-87D0-44B7-9B14-02A67C03C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159F1B-7EEE-4421-8F7C-C18A2E9818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ED360-4005-4FE5-96AD-858FF7BAC8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71ED46-9603-413A-A091-2B471A6ACBB7}" type="datetimeFigureOut">
              <a:rPr lang="en-AU" smtClean="0"/>
              <a:t>23/06/2020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D7F039-93F7-47FC-882F-C9C4799EA1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1A0A4-A7F8-4FED-9DEA-01D4DEC73F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B67C2A-2F49-4FEA-A476-E6F1736534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5796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0951" y="1664239"/>
            <a:ext cx="7766936" cy="123689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Probability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543392-3F6D-430F-85B7-9B79A4D93A42}"/>
              </a:ext>
            </a:extLst>
          </p:cNvPr>
          <p:cNvSpPr/>
          <p:nvPr/>
        </p:nvSpPr>
        <p:spPr>
          <a:xfrm>
            <a:off x="1377786" y="3151759"/>
            <a:ext cx="86507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AU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calculate probabilities of combined events using two-way tables?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48E80-7716-4163-A602-8BDF18FA1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560" y="419072"/>
            <a:ext cx="8764840" cy="921026"/>
          </a:xfrm>
        </p:spPr>
        <p:txBody>
          <a:bodyPr>
            <a:normAutofit/>
          </a:bodyPr>
          <a:lstStyle/>
          <a:p>
            <a:r>
              <a:rPr lang="en-US" sz="2400" dirty="0"/>
              <a:t>Give students post it notes and get them to label them 1, 2 and 3.</a:t>
            </a:r>
            <a:br>
              <a:rPr lang="en-US" sz="2400" dirty="0"/>
            </a:br>
            <a:r>
              <a:rPr lang="en-US" sz="2400" dirty="0"/>
              <a:t>Get students to do these 2 versions</a:t>
            </a:r>
            <a:endParaRPr lang="en-AU" sz="24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ABC60C-22A6-43CC-89B1-022B1791D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have 3 sets of cards labelled: 1, 2 and 3. Two selections are made each time. </a:t>
            </a:r>
          </a:p>
          <a:p>
            <a:r>
              <a:rPr lang="en-US" dirty="0"/>
              <a:t>Here are the two-way tables showing the outcomes when the card is replaced each time versus when there is no replacement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CB3342-F663-4931-90BB-24F2B32E9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7783" y="4001294"/>
            <a:ext cx="4572000" cy="140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465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FA08-AFC8-4EA6-B552-4DC0D4B73C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6000" y="162559"/>
            <a:ext cx="9611360" cy="610553"/>
          </a:xfrm>
        </p:spPr>
        <p:txBody>
          <a:bodyPr>
            <a:normAutofit/>
          </a:bodyPr>
          <a:lstStyle/>
          <a:p>
            <a:pPr algn="l"/>
            <a:r>
              <a:rPr lang="en-US" sz="2400" dirty="0"/>
              <a:t>Your turn: Complete this in your Interactive notebook</a:t>
            </a:r>
            <a:endParaRPr lang="en-AU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6CB1C7-B3B1-430C-B66D-8C4DF02FA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508" y="1584846"/>
            <a:ext cx="5715000" cy="49053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D2EE384-750A-4B0A-8A0C-860E324291D9}"/>
              </a:ext>
            </a:extLst>
          </p:cNvPr>
          <p:cNvSpPr txBox="1"/>
          <p:nvPr/>
        </p:nvSpPr>
        <p:spPr>
          <a:xfrm>
            <a:off x="1178169" y="1134208"/>
            <a:ext cx="10568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Using two-way tables to calculate probabilities in situations that involves replacement and no replacement</a:t>
            </a:r>
          </a:p>
        </p:txBody>
      </p:sp>
    </p:spTree>
    <p:extLst>
      <p:ext uri="{BB962C8B-B14F-4D97-AF65-F5344CB8AC3E}">
        <p14:creationId xmlns:p14="http://schemas.microsoft.com/office/powerpoint/2010/main" val="3209984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83632" y="4215548"/>
            <a:ext cx="5516715" cy="2419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2485783" y="1142444"/>
            <a:ext cx="340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3.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A7AC971-399B-4C17-9855-BACECBF3D67E}"/>
              </a:ext>
            </a:extLst>
          </p:cNvPr>
          <p:cNvSpPr txBox="1">
            <a:spLocks/>
          </p:cNvSpPr>
          <p:nvPr/>
        </p:nvSpPr>
        <p:spPr>
          <a:xfrm>
            <a:off x="1016000" y="162559"/>
            <a:ext cx="9611360" cy="61055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Your turn: Complete this in your Interactive notebook</a:t>
            </a:r>
            <a:endParaRPr lang="en-AU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37D916-B1EF-4747-9308-7CBE038CEDA3}"/>
              </a:ext>
            </a:extLst>
          </p:cNvPr>
          <p:cNvSpPr txBox="1"/>
          <p:nvPr/>
        </p:nvSpPr>
        <p:spPr>
          <a:xfrm>
            <a:off x="1160584" y="659156"/>
            <a:ext cx="10568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Using two-way tables to calculate probabilities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016BB19-ECC8-47BA-BE7A-7B1C2C3716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5862" y="1394232"/>
            <a:ext cx="5805577" cy="26709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37772B5-DFA4-423C-889B-7313EC9B4BA7}"/>
              </a:ext>
            </a:extLst>
          </p:cNvPr>
          <p:cNvSpPr txBox="1"/>
          <p:nvPr/>
        </p:nvSpPr>
        <p:spPr>
          <a:xfrm>
            <a:off x="2639201" y="3914734"/>
            <a:ext cx="340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4.</a:t>
            </a:r>
          </a:p>
        </p:txBody>
      </p:sp>
    </p:spTree>
    <p:extLst>
      <p:ext uri="{BB962C8B-B14F-4D97-AF65-F5344CB8AC3E}">
        <p14:creationId xmlns:p14="http://schemas.microsoft.com/office/powerpoint/2010/main" val="1126673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C11281B-17B0-475B-81C4-A197C80EF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260648"/>
            <a:ext cx="7327253" cy="4470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958D8B-0E2B-4AB7-BEFE-33EF3B4ACC89}"/>
              </a:ext>
            </a:extLst>
          </p:cNvPr>
          <p:cNvSpPr txBox="1"/>
          <p:nvPr/>
        </p:nvSpPr>
        <p:spPr>
          <a:xfrm>
            <a:off x="775458" y="91371"/>
            <a:ext cx="340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5.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5F155A-B4EA-4B46-B576-F7C7003396E3}"/>
              </a:ext>
            </a:extLst>
          </p:cNvPr>
          <p:cNvSpPr txBox="1"/>
          <p:nvPr/>
        </p:nvSpPr>
        <p:spPr>
          <a:xfrm>
            <a:off x="775458" y="2157467"/>
            <a:ext cx="340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6.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13411B25-5542-4BE1-BE7C-32494F55CB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5616" y="4900672"/>
            <a:ext cx="7033340" cy="1512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218417-5E9E-47E7-ACA9-81754F076FEB}"/>
              </a:ext>
            </a:extLst>
          </p:cNvPr>
          <p:cNvSpPr txBox="1"/>
          <p:nvPr/>
        </p:nvSpPr>
        <p:spPr>
          <a:xfrm>
            <a:off x="844731" y="4769763"/>
            <a:ext cx="340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7.</a:t>
            </a:r>
          </a:p>
        </p:txBody>
      </p:sp>
    </p:spTree>
    <p:extLst>
      <p:ext uri="{BB962C8B-B14F-4D97-AF65-F5344CB8AC3E}">
        <p14:creationId xmlns:p14="http://schemas.microsoft.com/office/powerpoint/2010/main" val="1281433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134</Words>
  <Application>Microsoft Office PowerPoint</Application>
  <PresentationFormat>Widescreen</PresentationFormat>
  <Paragraphs>17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DJB Fancy Nancy</vt:lpstr>
      <vt:lpstr>Kiwi School Handwriting</vt:lpstr>
      <vt:lpstr>Office Theme</vt:lpstr>
      <vt:lpstr>Probability</vt:lpstr>
      <vt:lpstr>Give students post it notes and get them to label them 1, 2 and 3. Get students to do these 2 versions</vt:lpstr>
      <vt:lpstr>Your turn: Complete this in your Interactive notebook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</dc:title>
  <dc:creator>Sarah James</dc:creator>
  <cp:lastModifiedBy>Sarah James</cp:lastModifiedBy>
  <cp:revision>2</cp:revision>
  <dcterms:created xsi:type="dcterms:W3CDTF">2020-06-23T12:02:49Z</dcterms:created>
  <dcterms:modified xsi:type="dcterms:W3CDTF">2020-06-23T12:12:57Z</dcterms:modified>
</cp:coreProperties>
</file>