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9" r:id="rId2"/>
    <p:sldId id="308" r:id="rId3"/>
    <p:sldId id="290" r:id="rId4"/>
    <p:sldId id="257" r:id="rId5"/>
    <p:sldId id="310" r:id="rId6"/>
    <p:sldId id="311" r:id="rId7"/>
    <p:sldId id="312" r:id="rId8"/>
    <p:sldId id="319" r:id="rId9"/>
    <p:sldId id="320" r:id="rId10"/>
    <p:sldId id="3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8AE58-68C4-42FF-BB07-5639CB10142C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1F9D9-5DB9-423C-A1B2-949A3CCB98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11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2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71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6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8B28-36B3-4516-B367-D4B4BC6C9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5C4FD-4177-4DBC-96F2-A22D6ED43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36D7-AFCF-4B44-8B77-A54072DE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F0ED-93E4-47A6-A936-925E1A28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7931A-0EE2-48A1-B05F-81287653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0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F2DF-625F-4A6F-9C71-A96C9D90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AB1E3-626C-4847-B1E6-078492B14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22EF3-B8C2-40EC-892F-E10CA123F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9C511-3BB1-4DB6-8205-5B49A0D0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09D58-45B2-4764-925F-A84DD8C8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681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9F46-E1F9-430F-87FA-B24ABAB2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526B1-2EBE-420C-83D5-5D4230E19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A9CC6-CFDD-40AE-BC56-D4E09851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AA9EE-EAD2-4827-AE62-C2071A03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14D64-DB94-4BC1-9EAA-BC8F9725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54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8F8E-A2D3-44D8-8040-964CA95A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88068-8373-4C49-B3A2-CF5F7BFF2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08B69-C434-445B-A108-90E8B148F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F6E85-D620-4982-8CC0-12C08395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13F58-D9AC-4380-8D4C-43EC8EBE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0B556-5F85-40EA-9681-9BC4957C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143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C6B39-C410-4394-B8DA-FF302EE7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428A0-A079-496A-872C-9BB6FE09E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E6264-AC6E-4C25-88F1-BAF333C2C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C2D177-0386-49DB-9EEF-491603B80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E5683-20E0-485A-B7BA-ED4384785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B5F50-529A-45F3-AF97-8F2ABA2B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F3720-0FAE-48DF-BBF7-7E0C776C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CACF8-47DE-41E1-AE2A-1F192E8F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57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7E8C-7DD6-4277-91AB-0CE3D24F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6BCBE-BADE-4B73-A654-89B6A9CC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9431C-15E9-4A55-89E2-5DABFCE5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C8443-8DD9-49C1-8E53-61A6DE8F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380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E44D2-6B1B-4A0B-8EDB-61C91A9D3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808A9-615A-40A2-B982-E3A9E2BE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36921-B59B-4035-A628-73142DAB4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2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4F42-8AFB-42E2-955D-BDC425DA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96871-C551-4926-9E98-26AF5C887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F46B-35EC-4359-BDE3-282109B47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A9A19-C9A8-4DFD-A134-3F76716A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C74F8-9DD1-4777-A6C6-CFEBB61E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38A8B-7E60-4BD2-9975-FBC37A1C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782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54F2-DC3D-4794-BA36-B551A7FA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5AFA6-C96A-41FF-96C6-18671E9F8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10B9F-C7A8-47A7-9936-8B701DB5B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3EAD2-5F6B-46B7-B4CA-BC026DA40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A83EA-4E64-4C86-8340-FA2841862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04C82-22B5-4492-B352-5808F787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5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329E-6423-4879-B214-F80BCA39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80000-ED39-45C1-94B4-87925A7FF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769A-F03A-446D-84E8-DB248146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F674E-1CBF-4BF8-AFCC-77F2B241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3A8E-0627-4825-9648-3D0E991B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97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30849-CB2A-457C-B0AC-82F6549B1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3A924-6116-4A6A-98CA-77A897FD5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270EF-FF62-4D67-AD4A-970B7884D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2702-E35C-4B76-B854-BCD8FC15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DD59-81E3-4319-B38B-371FABE8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071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D221E-DC31-4182-82A0-E7236D53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A9731-2A5F-449E-BD16-5FF45AA8B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D67B-172D-410A-9D5C-9E1941102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8CAD8-3365-40FB-870A-21ECA660002E}" type="datetimeFigureOut">
              <a:rPr lang="en-AU" smtClean="0"/>
              <a:t>23/06/2020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86280-589B-4993-B55B-6E920BAFD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3A9C6-84B0-4EF4-9B75-ED3DDA13A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5962D-9702-4321-ADF2-38CC0E5A08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374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866" y="17141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55866" y="2951007"/>
            <a:ext cx="1032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143821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Probability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/>
            <a:r>
              <a:rPr lang="en-AU" sz="1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16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C06FA-41CC-406E-A392-7AA35EB5D8B3}"/>
              </a:ext>
            </a:extLst>
          </p:cNvPr>
          <p:cNvSpPr/>
          <p:nvPr/>
        </p:nvSpPr>
        <p:spPr>
          <a:xfrm>
            <a:off x="4211782" y="2309091"/>
            <a:ext cx="7462983" cy="7009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Complement</a:t>
            </a:r>
            <a:r>
              <a:rPr lang="en-AU" dirty="0"/>
              <a:t> of an Event= all outcomes that are </a:t>
            </a:r>
            <a:r>
              <a:rPr lang="en-AU" b="1" dirty="0"/>
              <a:t>NOT</a:t>
            </a:r>
            <a:r>
              <a:rPr lang="en-AU" dirty="0"/>
              <a:t> the event.</a:t>
            </a:r>
          </a:p>
          <a:p>
            <a:endParaRPr lang="en-AU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i="1" dirty="0"/>
              <a:t>P(A)</a:t>
            </a:r>
            <a:r>
              <a:rPr lang="en-AU" dirty="0"/>
              <a:t> means "Probability of Event A“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i="1" dirty="0"/>
              <a:t>P(A')</a:t>
            </a:r>
            <a:r>
              <a:rPr lang="en-AU" dirty="0"/>
              <a:t> means "Probability of the complement of Event A"</a:t>
            </a:r>
          </a:p>
          <a:p>
            <a:endParaRPr lang="en-AU" dirty="0"/>
          </a:p>
          <a:p>
            <a:r>
              <a:rPr lang="en-AU" dirty="0"/>
              <a:t>The complement is shown by a little mark after the letter such as A’ </a:t>
            </a:r>
          </a:p>
          <a:p>
            <a:endParaRPr lang="en-AU" dirty="0"/>
          </a:p>
          <a:p>
            <a:r>
              <a:rPr lang="en-AU" dirty="0"/>
              <a:t>The two probabilities always add to 1</a:t>
            </a:r>
          </a:p>
          <a:p>
            <a:r>
              <a:rPr lang="en-AU" dirty="0"/>
              <a:t>	P(A) + P(A') = 1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You can use the probability of an event to predict the number of times an event might happen.</a:t>
            </a:r>
          </a:p>
          <a:p>
            <a:endParaRPr lang="en-US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This is called </a:t>
            </a:r>
            <a:r>
              <a:rPr lang="en-US" b="1" dirty="0">
                <a:cs typeface="Calibri" panose="020F0502020204030204" pitchFamily="34" charset="0"/>
              </a:rPr>
              <a:t>expected frequency</a:t>
            </a:r>
          </a:p>
          <a:p>
            <a:endParaRPr lang="en-US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Expected frequency = Probability x number of trials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/>
              <a:t>Example 2: We will do this together. Complete this in your Interactive notebook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524591-6A45-4A2D-8F75-365E129B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05" y="1067377"/>
            <a:ext cx="5022995" cy="3898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640B52-C4D0-454E-A7C0-4EDAC1E1F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52" y="2691677"/>
            <a:ext cx="44005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together. Complete this in your Interactive notebook</a:t>
            </a: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07A18-3029-4347-9F07-55317296D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1" y="1491528"/>
            <a:ext cx="6234546" cy="4721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559CB-A4D3-4E6B-9647-36770C9D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228" y="2274887"/>
            <a:ext cx="44958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60CB5-DEB0-48DF-89F7-A6931CD175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64" t="14190" r="27582" b="62630"/>
          <a:stretch/>
        </p:blipFill>
        <p:spPr>
          <a:xfrm>
            <a:off x="339307" y="2454796"/>
            <a:ext cx="11170221" cy="40023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47FA0A-59FE-483D-8C79-0088247A8DF7}"/>
              </a:ext>
            </a:extLst>
          </p:cNvPr>
          <p:cNvSpPr txBox="1"/>
          <p:nvPr/>
        </p:nvSpPr>
        <p:spPr>
          <a:xfrm>
            <a:off x="1219200" y="1123950"/>
            <a:ext cx="674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MAWA textbook p140-141 Q1-8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8088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59665-5728-467C-8368-0630BB13B0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47" t="36277" r="22742" b="35950"/>
          <a:stretch/>
        </p:blipFill>
        <p:spPr>
          <a:xfrm>
            <a:off x="224852" y="1249501"/>
            <a:ext cx="13598485" cy="4358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AC9C4A-98CB-4BEF-B420-136813D41D35}"/>
              </a:ext>
            </a:extLst>
          </p:cNvPr>
          <p:cNvSpPr/>
          <p:nvPr/>
        </p:nvSpPr>
        <p:spPr>
          <a:xfrm>
            <a:off x="519200" y="283169"/>
            <a:ext cx="1065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Your turn: Complete this in your Interactive notebook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910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911" y="432382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6EC08-C757-4AFE-852A-CC50F52722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71" t="38466" r="27090" b="32887"/>
          <a:stretch/>
        </p:blipFill>
        <p:spPr>
          <a:xfrm>
            <a:off x="329783" y="1465289"/>
            <a:ext cx="11707319" cy="42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BEC7-8B51-4554-85A1-D6FBCA1F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5" y="764373"/>
            <a:ext cx="11086475" cy="1293028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9830D-D6E2-4273-8E63-95FB536A9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034" t="20844" r="29197" b="31551"/>
          <a:stretch/>
        </p:blipFill>
        <p:spPr>
          <a:xfrm>
            <a:off x="0" y="0"/>
            <a:ext cx="12104746" cy="650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C461-37D1-4DF1-BC17-7381B8A1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0246C-0C7A-44D6-96FF-F903D1EC0F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49" t="17252" r="28812" b="65691"/>
          <a:stretch/>
        </p:blipFill>
        <p:spPr>
          <a:xfrm>
            <a:off x="0" y="42597"/>
            <a:ext cx="11877752" cy="31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8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164F-4A95-49B7-AF51-19F31982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B255-F7FC-4E92-81A0-91CB64F6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E042A-86DC-4C16-B6D4-1C67BB9CA5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3" t="33741" r="28319" b="13643"/>
          <a:stretch/>
        </p:blipFill>
        <p:spPr>
          <a:xfrm>
            <a:off x="600231" y="0"/>
            <a:ext cx="10991538" cy="697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7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204</Words>
  <Application>Microsoft Office PowerPoint</Application>
  <PresentationFormat>Widescreen</PresentationFormat>
  <Paragraphs>46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DJB Fancy Nancy</vt:lpstr>
      <vt:lpstr>Kiwi School Handwriting</vt:lpstr>
      <vt:lpstr>Office Theme</vt:lpstr>
      <vt:lpstr>Probability</vt:lpstr>
      <vt:lpstr>PowerPoint Presentation</vt:lpstr>
      <vt:lpstr>Example 2: We will do this together. Complete this in your Interactive notebook</vt:lpstr>
      <vt:lpstr>Example 1: We will do this together. Complete this in your Interactive notebook</vt:lpstr>
      <vt:lpstr>Your turn: Complete this in your Interactive notebook</vt:lpstr>
      <vt:lpstr>PowerPoint Presentation</vt:lpstr>
      <vt:lpstr>Your turn: Complete this in your Interactive notebook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Sarah James</dc:creator>
  <cp:lastModifiedBy>Sarah James</cp:lastModifiedBy>
  <cp:revision>2</cp:revision>
  <dcterms:created xsi:type="dcterms:W3CDTF">2020-06-23T12:34:30Z</dcterms:created>
  <dcterms:modified xsi:type="dcterms:W3CDTF">2020-06-23T12:44:07Z</dcterms:modified>
</cp:coreProperties>
</file>