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61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3698" autoAdjust="0"/>
  </p:normalViewPr>
  <p:slideViewPr>
    <p:cSldViewPr snapToGrid="0">
      <p:cViewPr>
        <p:scale>
          <a:sx n="71" d="100"/>
          <a:sy n="71" d="100"/>
        </p:scale>
        <p:origin x="52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A77C1-0C32-48B1-9688-5F62E06C7E18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14DE0-6172-446A-A1C6-4F611F0E7BB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41183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845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students how to use calculator- alpha- . – 0- shift- ) 3 need to press = 9 times (because 90 sec) record in data table. Then do this again 5 times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663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D9547-4AE7-4482-A0F5-46950D3C7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2E0A1-87A7-435A-847E-BCE88C8755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B5758-46B8-4483-A2B3-88C162392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3C7CA-ABD2-48BC-9038-4D7AE25B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C21C8-9420-441E-8604-65BCAC3A5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7053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2D09B-98FA-42EE-A17E-E0A2C287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EA50E-9660-4497-B079-39E2071CB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519EA-1BD1-48EE-832D-ABE4A4834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41D87-8725-4D65-A6CE-0A12C3075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0914C-E8A6-4FD4-BE27-4A940799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226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51DC1-B498-4A36-99EE-AB277417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FD395-EC78-48F8-B746-686E7E8DAE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4A5A8-B611-4F1E-A290-5849F3AD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95C0B-F545-49A3-BAD4-3EE3F9EFC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3CD65-37C5-41DE-9959-B9D130183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37961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B735-452F-4B87-8E3B-786E2EF1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26F89-AF21-497A-8005-856B6255F0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243C0-B064-44A4-BCBB-D6F3CC3A5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4B23D3-ED0F-40BB-AC68-9BCDE7B02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B5A9A-B7E5-464A-BDEF-543CE6779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EC218B-E8DE-46B5-B72A-19E06BE8A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3299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E996-7E55-44AF-9037-FDA427936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3B858B-3718-4C20-A2CC-BE29DC3A1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962806-0687-46B4-B53F-8EB11F4A0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CB125A-945D-433C-BB71-3E5F088E1C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E622ED-6E8A-4352-8335-7472B4F0C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FD1A37-5A1A-48B5-BCE2-E71D28C0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12CBD4-F858-4155-8091-EEB02C63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35F425-54BB-4B96-9ACF-0CB85BF38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4161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5FD8E-4F5A-44C8-8456-BE065DB0A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F631E7-13AE-4F2A-82AE-B5741DF1A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5B335F-3C33-4574-8616-1F68DE26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34A0BA-C71A-409E-84A0-52C58759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009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AD02F0-4C93-4D15-8BB5-CD3061ECC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30A7D-A134-4C1D-B4FD-290256213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487FB-8B89-4632-8337-E5F43F7EE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9344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0E1A1-1867-4E83-A4B7-A3338B42B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B6261-9FAD-454C-A0E8-926E3F2EC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B38D1-0086-4A10-A46B-E0B8433EEE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2FD52-2014-4101-BB95-5F4D8423B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ACBA6-057B-4D52-9002-3D22E74BF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3540B-530D-4B6D-A651-BC099B26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9188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41F44-4490-4AA3-B9C7-66F43D918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96FD0F-2988-4073-B063-826F88FCE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CDC0B-BE43-46E6-8798-DA77265EC9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3A612E-0DCA-4EA5-BAC3-D631FE3F0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7F8D77-DD9C-4F5A-B9D1-3D31C53B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01B22-0486-4459-81BF-5D8F7C9B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1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EE7DC-E36F-4663-B286-223237C56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E521E-0492-4B76-A2D1-DE970A643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EFFAB-1F30-4A86-A137-7B465BB00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EE93C-0972-438F-8516-585A558CE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CD979-01E5-4BA3-9E09-90AEE95D2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675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446715-BC85-4A27-ADCD-6B6910B5E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0C05AF-C449-4D72-8675-609E148672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67897-8E64-4DD3-8D60-56BCF38F1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FBBC4-5BFA-4DC7-B848-BB909A041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AB906-1C3F-4233-B3FE-C1FCD7441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1979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8058A0-4F5F-4C44-AC4F-55610E1CD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C5CF7E-8915-4DEE-A8AD-8C3BCD10B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33204-1F5E-4180-9EA6-BDDE050A9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8520F-5499-4CB9-ADA1-9A6EA42CC5E4}" type="datetimeFigureOut">
              <a:rPr lang="en-AU" smtClean="0"/>
              <a:t>28/07/2020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B6BC21-60E0-4B6A-AEFD-2AB73AF616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760A8-336D-495D-B77F-8D89AB413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CCF8F-7430-4D2B-9A40-B8229DBB4CE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1128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12532" y="228216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Simulations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827241" y="1465107"/>
            <a:ext cx="1032099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run a simulation and communicate my findings using the statistical thinking process?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CDAC19-271D-4C17-B4E2-F95F364573AB}"/>
              </a:ext>
            </a:extLst>
          </p:cNvPr>
          <p:cNvSpPr txBox="1"/>
          <p:nvPr/>
        </p:nvSpPr>
        <p:spPr>
          <a:xfrm>
            <a:off x="1333500" y="2478167"/>
            <a:ext cx="95250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skerville Old Face" panose="02020602080505020303" pitchFamily="18" charset="0"/>
              </a:rPr>
              <a:t>There are a few of you that need to remember: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PEOPLE MATTER</a:t>
            </a:r>
          </a:p>
          <a:p>
            <a:pPr marL="285750" indent="-285750">
              <a:buFontTx/>
              <a:buChar char="-"/>
            </a:pPr>
            <a:r>
              <a:rPr lang="en-US" sz="2800" dirty="0">
                <a:solidFill>
                  <a:srgbClr val="FF0000"/>
                </a:solidFill>
                <a:latin typeface="Baskerville Old Face" panose="02020602080505020303" pitchFamily="18" charset="0"/>
              </a:rPr>
              <a:t>100% RULE</a:t>
            </a:r>
            <a:endParaRPr lang="en-AU" sz="2800" dirty="0">
              <a:solidFill>
                <a:srgbClr val="FF0000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AC220C-A4DF-4F10-BD45-157A072B1099}"/>
              </a:ext>
            </a:extLst>
          </p:cNvPr>
          <p:cNvSpPr txBox="1"/>
          <p:nvPr/>
        </p:nvSpPr>
        <p:spPr>
          <a:xfrm>
            <a:off x="1623233" y="3891336"/>
            <a:ext cx="952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Baskerville Old Face" panose="02020602080505020303" pitchFamily="18" charset="0"/>
              </a:rPr>
              <a:t>STATISTICAL Investigation 2- Simulations will be held tomorrow (last lesson ) and Monday. Two lessons in class only. INB can be used.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3113" y="69868"/>
            <a:ext cx="2730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run a simulation and communicate my findings?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38E98D6-5465-4F7B-AF40-9127A818638F}"/>
                  </a:ext>
                </a:extLst>
              </p:cNvPr>
              <p:cNvSpPr/>
              <p:nvPr/>
            </p:nvSpPr>
            <p:spPr>
              <a:xfrm>
                <a:off x="1847528" y="1352514"/>
                <a:ext cx="10344472" cy="12686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GB" dirty="0"/>
                  <a:t>A doctor’s surgery studied the ages of patients visiting the surgery one week. It found that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box>
                  </m:oMath>
                </a14:m>
                <a:r>
                  <a:rPr lang="en-GB" dirty="0"/>
                  <a:t> of its patients were under the age of 40, and  </a:t>
                </a:r>
                <a14:m>
                  <m:oMath xmlns:m="http://schemas.openxmlformats.org/officeDocument/2006/math">
                    <m:box>
                      <m:boxPr>
                        <m:ctrlPr>
                          <a:rPr lang="en-AU" i="1">
                            <a:latin typeface="Cambria Math" panose="02040503050406030204" pitchFamily="18" charset="0"/>
                          </a:rPr>
                        </m:ctrlPr>
                      </m:boxPr>
                      <m:e>
                        <m:argPr>
                          <m:argSz m:val="-1"/>
                        </m:argPr>
                        <m:f>
                          <m:fPr>
                            <m:ctrlPr>
                              <a:rPr lang="en-AU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box>
                  </m:oMath>
                </a14:m>
                <a:r>
                  <a:rPr lang="en-GB" dirty="0"/>
                  <a:t> were between the ages of 40 and 65. The rest were all over 65. Describe how you could use a dice to simulate the ages of the next 10 people visiting the surgery.</a:t>
                </a: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A38E98D6-5465-4F7B-AF40-9127A81863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7528" y="1352514"/>
                <a:ext cx="10344472" cy="1268681"/>
              </a:xfrm>
              <a:prstGeom prst="rect">
                <a:avLst/>
              </a:prstGeom>
              <a:blipFill>
                <a:blip r:embed="rId3"/>
                <a:stretch>
                  <a:fillRect l="-471" t="-192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9799CFA1-64BF-4836-8747-8976B5335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3669" y="2306616"/>
            <a:ext cx="6702733" cy="439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30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3113" y="69868"/>
            <a:ext cx="27305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Simulations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</a:t>
            </a:r>
            <a:r>
              <a:rPr lang="en-AU" sz="2800" b="1">
                <a:solidFill>
                  <a:srgbClr val="FF5050"/>
                </a:solidFill>
                <a:latin typeface="Fragment Core" panose="02000504040000020003" pitchFamily="50" charset="0"/>
              </a:rPr>
              <a:t>– How do I run a simulation and communicate my findings? </a:t>
            </a:r>
            <a:endParaRPr lang="en-AU" sz="28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A38E98D6-5465-4F7B-AF40-9127A818638F}"/>
              </a:ext>
            </a:extLst>
          </p:cNvPr>
          <p:cNvSpPr/>
          <p:nvPr/>
        </p:nvSpPr>
        <p:spPr>
          <a:xfrm>
            <a:off x="2390779" y="1720840"/>
            <a:ext cx="925829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/>
              <a:t>A local authority is collecting data about traffic leaving town on a main road. It is going to carry out some long-term road works and plans to put up traffic lights for safety. It found that in any period of 10 seconds it is possible that 0, 1, 2 or 3 cars may pass the place where workers are going to dig. The results of a survey from data collection is shown in the table.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br>
              <a:rPr lang="en-AU" dirty="0"/>
            </a:br>
            <a:r>
              <a:rPr lang="en-AU" dirty="0"/>
              <a:t>a) </a:t>
            </a:r>
            <a:r>
              <a:rPr lang="en-GB" dirty="0"/>
              <a:t>The local authority sets the traffic lights to red for 90 seconds. Set up and run a simulation to find how many cars are likely to be in the queue at the end of the 90 seconds.</a:t>
            </a:r>
          </a:p>
          <a:p>
            <a:br>
              <a:rPr lang="en-AU" dirty="0"/>
            </a:br>
            <a:r>
              <a:rPr lang="en-AU" dirty="0"/>
              <a:t>b) </a:t>
            </a:r>
            <a:r>
              <a:rPr lang="en-GB" dirty="0"/>
              <a:t>Run your simulation 5 times. From your data, what is the mean number of cars that are likely to be in the queue at the end of the 90 seconds.</a:t>
            </a:r>
            <a:endParaRPr lang="en-AU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D4CA73-B52C-4353-8732-27A66349C1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6543317"/>
              </p:ext>
            </p:extLst>
          </p:nvPr>
        </p:nvGraphicFramePr>
        <p:xfrm>
          <a:off x="3133730" y="3054731"/>
          <a:ext cx="5544498" cy="452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1620">
                  <a:extLst>
                    <a:ext uri="{9D8B030D-6E8A-4147-A177-3AD203B41FA5}">
                      <a16:colId xmlns:a16="http://schemas.microsoft.com/office/drawing/2014/main" val="2387718293"/>
                    </a:ext>
                  </a:extLst>
                </a:gridCol>
                <a:gridCol w="706856">
                  <a:extLst>
                    <a:ext uri="{9D8B030D-6E8A-4147-A177-3AD203B41FA5}">
                      <a16:colId xmlns:a16="http://schemas.microsoft.com/office/drawing/2014/main" val="2042755733"/>
                    </a:ext>
                  </a:extLst>
                </a:gridCol>
                <a:gridCol w="1088674">
                  <a:extLst>
                    <a:ext uri="{9D8B030D-6E8A-4147-A177-3AD203B41FA5}">
                      <a16:colId xmlns:a16="http://schemas.microsoft.com/office/drawing/2014/main" val="125472194"/>
                    </a:ext>
                  </a:extLst>
                </a:gridCol>
                <a:gridCol w="1088674">
                  <a:extLst>
                    <a:ext uri="{9D8B030D-6E8A-4147-A177-3AD203B41FA5}">
                      <a16:colId xmlns:a16="http://schemas.microsoft.com/office/drawing/2014/main" val="3070742148"/>
                    </a:ext>
                  </a:extLst>
                </a:gridCol>
                <a:gridCol w="1088674">
                  <a:extLst>
                    <a:ext uri="{9D8B030D-6E8A-4147-A177-3AD203B41FA5}">
                      <a16:colId xmlns:a16="http://schemas.microsoft.com/office/drawing/2014/main" val="1799806594"/>
                    </a:ext>
                  </a:extLst>
                </a:gridCol>
              </a:tblGrid>
              <a:tr h="222250"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Number of cars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0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6971602"/>
                  </a:ext>
                </a:extLst>
              </a:tr>
              <a:tr h="230505"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Frequency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4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solidFill>
                            <a:sysClr val="windowText" lastClr="000000"/>
                          </a:solidFill>
                          <a:effectLst/>
                        </a:rPr>
                        <a:t>3</a:t>
                      </a:r>
                      <a:endParaRPr lang="en-AU" sz="110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457200" algn="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dirty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AU" sz="1100" dirty="0">
                        <a:solidFill>
                          <a:sysClr val="windowText" lastClr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118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</TotalTime>
  <Words>372</Words>
  <Application>Microsoft Office PowerPoint</Application>
  <PresentationFormat>Widescreen</PresentationFormat>
  <Paragraphs>41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</vt:lpstr>
      <vt:lpstr>Baskerville Old Face</vt:lpstr>
      <vt:lpstr>Calibri</vt:lpstr>
      <vt:lpstr>Calibri Light</vt:lpstr>
      <vt:lpstr>Cambria Math</vt:lpstr>
      <vt:lpstr>DJB Fancy Nancy</vt:lpstr>
      <vt:lpstr>Fragment Core</vt:lpstr>
      <vt:lpstr>Kiwi School Handwriting</vt:lpstr>
      <vt:lpstr>Office Theme</vt:lpstr>
      <vt:lpstr>Simulations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Sarah James</dc:creator>
  <cp:lastModifiedBy>Sarah James</cp:lastModifiedBy>
  <cp:revision>4</cp:revision>
  <dcterms:created xsi:type="dcterms:W3CDTF">2020-07-24T06:28:28Z</dcterms:created>
  <dcterms:modified xsi:type="dcterms:W3CDTF">2020-07-28T05:31:25Z</dcterms:modified>
</cp:coreProperties>
</file>