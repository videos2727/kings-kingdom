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2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117EF-B1E2-443C-B763-B5182134E0FC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ED069-9A81-4346-BA58-7CC9DE81FF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723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9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47EA-2022-4D49-A503-547BB8BD0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2F5E9-C3B9-4A87-8850-7B56F650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062A-EA95-482C-BD81-40ACE70B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FBB17-AFC6-40CD-A67C-07AAFA47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54047-7D87-472C-A516-0C2018F5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41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41F8-AA09-4BA3-8ACE-59BA758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070F-D854-4689-B0F6-8A4E2B181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7072-9101-406E-AF64-D09E085B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D815-9FBD-474C-929C-970318FC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5509-9EB1-4630-B82A-253ED9C8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242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0E41-D362-47EC-B3BF-9C15B4B0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8453A-2F89-474A-8E4C-C674F380D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66C65-CA41-4E44-8213-C11F3970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E8F5-20F5-4108-B1C7-E6B35DFE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8262D-0900-457C-A025-AF88561F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91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B46B-D85A-4EBA-9688-9C700B0C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CAE9-3D8E-4746-BABB-0C4893E32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AD4CB-929C-4362-AB31-9B5008719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FA158-350C-42A8-8718-42197C1B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F82C7-F21F-46F5-9F4A-A22FAA5B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7CCB9-7883-40A5-9DC1-8B48DFF4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17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A9C4-14A9-4DCB-9F15-39C53D262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65843-8C2F-444C-B096-41C0409E2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E6DD-0FD5-4C88-BCD2-FABA44B0E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4EA00-46C9-4547-8D28-8D562E33E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896AA-6B3D-4114-8F53-B6F46E323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45D65-8CA0-4E96-ADBB-C349879B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DACB9-E0A4-4E43-B414-01F0B9F7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03C17-4D5B-47F1-A005-D99B74EC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1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5E03-B5CB-427E-A633-73AE0209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A298A-68CC-4552-B567-150B2D41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626ED-DECF-41B8-BBCE-1C8DE208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276C9-8C26-4555-80E6-70C9FE65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821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D8766-420E-41F0-8E32-9E218821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56299-49BE-4F68-A1C1-B3A32EB6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1CB7-AE4D-43ED-8146-9E408AF8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56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FAE5-CA48-457A-B794-C8C2C67A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00C6D-4B24-429F-B8DD-C89C5D577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8193B-36AB-410C-B243-8859C0FF5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6804C-DD00-40AA-A56D-4B6D4EAB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80788-F8F9-4134-959F-3B9F0F04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CD897-F82C-4051-AAB2-B95261F7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699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2D2A-C507-49CE-AD93-8D6017BB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C8023-ACC3-489F-B62D-620EF75AB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2FE1E-5037-4D4A-8512-7CA953D65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01D63-85E5-41B8-B092-4461C764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28997-38E3-424A-B4EE-C67C179E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8BA92-C5AE-44D4-A8EF-9667E3EF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22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D72D-2C94-4B2F-B75A-819E8A55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35485-8303-415B-B6E3-F064837D4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19246-8D40-4E7E-BDFC-5ACD92A3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CF474-38E3-4F5C-9367-4C544EC0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F7723-6B31-43B2-9581-74FA8109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73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966560-CB8D-470F-B48D-511364F9A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CE360-337D-4067-8781-EE7514A6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0BDF0-A7B6-4CE8-AB13-56F7CE2F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4934D-FEB4-489B-B8D2-AE58B4DE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5365-6A20-499F-969D-AA201F32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90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F74D3-1D3F-4F10-8456-A15BE9D8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09794-1A60-440B-900B-085B8B7A6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1271D-2DB2-4625-9753-FADDBE6FF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E8937-22B5-47FF-9CBA-72C47AB4FD6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01462-90F5-49E6-A6C8-8EDDAAD52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8992-0FBE-46BA-AF9D-0DDE0B7EB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07C1-41E2-4CE6-B5DF-B054CBA57B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39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is the difference between theoretical and experimental probability?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/>
              <a:t>EQ: What is the difference between theoretical and experimental probability?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/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1400" u="sng" dirty="0"/>
                  <a:t>Theoretical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Theoretical probability is what we expect to occur.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what is the probability of rolling an even number on a six sided die.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Sample Space {1, 2, 3, 4, 5, 6}</a:t>
                </a:r>
              </a:p>
              <a:p>
                <a:r>
                  <a:rPr lang="en-AU" sz="1400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50/50 or even chance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  <a:blipFill>
                <a:blip r:embed="rId3"/>
                <a:stretch>
                  <a:fillRect l="-260" t="-183" b="-7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/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AU" sz="1400" u="sng" dirty="0"/>
                  <a:t>Experimental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tossing a coin 20 times</a:t>
                </a:r>
              </a:p>
              <a:p>
                <a:endParaRPr lang="en-AU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AU" sz="1400" dirty="0"/>
              </a:p>
              <a:p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h𝑒𝑎𝑑𝑠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  <a:blipFill>
                <a:blip r:embed="rId4"/>
                <a:stretch>
                  <a:fillRect l="-248" t="-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314BA-9FEF-4621-AD96-991E186F4F42}"/>
              </a:ext>
            </a:extLst>
          </p:cNvPr>
          <p:cNvGraphicFramePr>
            <a:graphicFrameLocks noGrp="1"/>
          </p:cNvGraphicFramePr>
          <p:nvPr/>
        </p:nvGraphicFramePr>
        <p:xfrm>
          <a:off x="7952032" y="3943633"/>
          <a:ext cx="1636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83">
                  <a:extLst>
                    <a:ext uri="{9D8B030D-6E8A-4147-A177-3AD203B41FA5}">
                      <a16:colId xmlns:a16="http://schemas.microsoft.com/office/drawing/2014/main" val="2373036923"/>
                    </a:ext>
                  </a:extLst>
                </a:gridCol>
                <a:gridCol w="818483">
                  <a:extLst>
                    <a:ext uri="{9D8B030D-6E8A-4147-A177-3AD203B41FA5}">
                      <a16:colId xmlns:a16="http://schemas.microsoft.com/office/drawing/2014/main" val="407764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9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911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5E60648-71A7-4BA9-AAA0-5BF9E181B2DC}"/>
              </a:ext>
            </a:extLst>
          </p:cNvPr>
          <p:cNvSpPr/>
          <p:nvPr/>
        </p:nvSpPr>
        <p:spPr>
          <a:xfrm>
            <a:off x="3430398" y="5917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83BF9-E7D3-4611-8149-4EBC30697BA6}"/>
              </a:ext>
            </a:extLst>
          </p:cNvPr>
          <p:cNvSpPr txBox="1"/>
          <p:nvPr/>
        </p:nvSpPr>
        <p:spPr>
          <a:xfrm>
            <a:off x="289545" y="1960775"/>
            <a:ext cx="133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theoretical probability?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FBACC-5D77-47D3-97A6-59DAB6F5C82F}"/>
              </a:ext>
            </a:extLst>
          </p:cNvPr>
          <p:cNvSpPr/>
          <p:nvPr/>
        </p:nvSpPr>
        <p:spPr>
          <a:xfrm>
            <a:off x="168483" y="3255273"/>
            <a:ext cx="145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experimental probability?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/>
              <a:t>EQ: What is the difference between theoretical and experimental probability?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/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1400" u="sng" dirty="0"/>
                  <a:t>Theoretical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Theoretical probability is what we expect to occur.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what is the probability of rolling an even number on a six sided die.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Sample Space {1, 2, 3, 4, 5, 6}</a:t>
                </a:r>
              </a:p>
              <a:p>
                <a:r>
                  <a:rPr lang="en-AU" sz="1400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50/50 or even chance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  <a:blipFill>
                <a:blip r:embed="rId3"/>
                <a:stretch>
                  <a:fillRect l="-260" t="-183" b="-7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/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AU" sz="1400" u="sng" dirty="0"/>
                  <a:t>Experimental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tossing a coin 20 times</a:t>
                </a:r>
              </a:p>
              <a:p>
                <a:endParaRPr lang="en-AU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AU" sz="1400" dirty="0"/>
              </a:p>
              <a:p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h𝑒𝑎𝑑𝑠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  <a:blipFill>
                <a:blip r:embed="rId4"/>
                <a:stretch>
                  <a:fillRect l="-248" t="-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314BA-9FEF-4621-AD96-991E186F4F42}"/>
              </a:ext>
            </a:extLst>
          </p:cNvPr>
          <p:cNvGraphicFramePr>
            <a:graphicFrameLocks noGrp="1"/>
          </p:cNvGraphicFramePr>
          <p:nvPr/>
        </p:nvGraphicFramePr>
        <p:xfrm>
          <a:off x="7952032" y="3943633"/>
          <a:ext cx="1636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83">
                  <a:extLst>
                    <a:ext uri="{9D8B030D-6E8A-4147-A177-3AD203B41FA5}">
                      <a16:colId xmlns:a16="http://schemas.microsoft.com/office/drawing/2014/main" val="2373036923"/>
                    </a:ext>
                  </a:extLst>
                </a:gridCol>
                <a:gridCol w="818483">
                  <a:extLst>
                    <a:ext uri="{9D8B030D-6E8A-4147-A177-3AD203B41FA5}">
                      <a16:colId xmlns:a16="http://schemas.microsoft.com/office/drawing/2014/main" val="407764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9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911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5E60648-71A7-4BA9-AAA0-5BF9E181B2DC}"/>
              </a:ext>
            </a:extLst>
          </p:cNvPr>
          <p:cNvSpPr/>
          <p:nvPr/>
        </p:nvSpPr>
        <p:spPr>
          <a:xfrm>
            <a:off x="3430398" y="5917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83BF9-E7D3-4611-8149-4EBC30697BA6}"/>
              </a:ext>
            </a:extLst>
          </p:cNvPr>
          <p:cNvSpPr txBox="1"/>
          <p:nvPr/>
        </p:nvSpPr>
        <p:spPr>
          <a:xfrm>
            <a:off x="289545" y="1960775"/>
            <a:ext cx="133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theoretical probability?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FBACC-5D77-47D3-97A6-59DAB6F5C82F}"/>
              </a:ext>
            </a:extLst>
          </p:cNvPr>
          <p:cNvSpPr/>
          <p:nvPr/>
        </p:nvSpPr>
        <p:spPr>
          <a:xfrm>
            <a:off x="168483" y="3255273"/>
            <a:ext cx="145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experimental probability?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127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75A54-3909-4F80-86B0-C9D04133779B}"/>
              </a:ext>
            </a:extLst>
          </p:cNvPr>
          <p:cNvSpPr/>
          <p:nvPr/>
        </p:nvSpPr>
        <p:spPr>
          <a:xfrm>
            <a:off x="1911420" y="1764326"/>
            <a:ext cx="5108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3_Theoretical vs Experimental Probability worksheet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E6948-884B-46BE-A484-E472F89495C1}"/>
              </a:ext>
            </a:extLst>
          </p:cNvPr>
          <p:cNvSpPr txBox="1"/>
          <p:nvPr/>
        </p:nvSpPr>
        <p:spPr>
          <a:xfrm>
            <a:off x="1911420" y="820132"/>
            <a:ext cx="672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Practice: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59C7F-C488-4BE7-ACB4-86743DE2F9CF}"/>
              </a:ext>
            </a:extLst>
          </p:cNvPr>
          <p:cNvSpPr/>
          <p:nvPr/>
        </p:nvSpPr>
        <p:spPr>
          <a:xfrm>
            <a:off x="1911420" y="2477563"/>
            <a:ext cx="5734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3_One in every six experimental and theoretical probability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1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Office PowerPoint</Application>
  <PresentationFormat>Widescreen</PresentationFormat>
  <Paragraphs>84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Fragment Core</vt:lpstr>
      <vt:lpstr>Office Theme</vt:lpstr>
      <vt:lpstr>Probability EQ: What is the difference between theoretical and experimental probability?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is the difference between theoretical and experimental probability?</dc:title>
  <dc:creator>Sarah James</dc:creator>
  <cp:lastModifiedBy>Sarah James</cp:lastModifiedBy>
  <cp:revision>1</cp:revision>
  <dcterms:created xsi:type="dcterms:W3CDTF">2020-06-17T04:04:58Z</dcterms:created>
  <dcterms:modified xsi:type="dcterms:W3CDTF">2020-06-17T04:06:23Z</dcterms:modified>
</cp:coreProperties>
</file>