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4" r:id="rId3"/>
    <p:sldId id="258" r:id="rId4"/>
    <p:sldId id="259" r:id="rId5"/>
    <p:sldId id="260" r:id="rId6"/>
    <p:sldId id="261" r:id="rId7"/>
    <p:sldId id="265" r:id="rId8"/>
    <p:sldId id="262" r:id="rId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273" autoAdjust="0"/>
  </p:normalViewPr>
  <p:slideViewPr>
    <p:cSldViewPr snapToGrid="0">
      <p:cViewPr>
        <p:scale>
          <a:sx n="64" d="100"/>
          <a:sy n="64" d="100"/>
        </p:scale>
        <p:origin x="7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539DA-FFD6-4D4D-BA1C-175DD868656F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F88A9-8911-42DB-9BC3-8CED1E07D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0565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63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4577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316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866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 scientific calculator: alpha- decimal- add in numbers use shift ) to put comma in between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308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086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6929-7570-4D3E-BCE4-1B44E8855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1F57F-1636-4EA6-A048-BB8F62844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CE20C-31B0-4014-A807-263FB3A4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D8EF8-9693-40FC-A574-F395D93D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D628-735D-4C1F-B74A-4869F97C4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194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2FFE-1DD8-4C3A-9AD2-70E98858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99B08-7547-4F9C-96AF-7F835A42B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7469C-B669-4130-8FD3-FCD5C129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EF583-06D4-4478-8A2F-6190D45AA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4B47C-2368-4887-9DB1-66A5282C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48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8A41-9782-4242-BC68-37226771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7E287-1104-4563-86C0-EB366904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6E421-847C-4651-8E07-0A0AF76F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812A9-5ACC-4309-B32F-3E218D79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F3454-4140-43B1-B5E2-6653E242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42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6C7C-2EB2-428C-8CB7-706D3526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7E903-E2A5-400D-8423-51500609E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A85DA-E232-409F-9095-7E3B48F7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E663-3D69-4C0F-9B71-A1B0511A4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6EEBF-0B85-447E-8046-C1A5D5EC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B5F4D-6CD3-41E3-BC8D-87AB9B99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091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E273-1761-4ED4-91B4-4C28B0316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2A93A-C0D1-4EE1-8D90-B23A639A6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3D7F4-5221-4FCA-A358-077C877BB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7AE5F-4780-4C54-BA43-09903D0892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13F4C3-0626-44EC-9A4B-871D17494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9BC4E8-540A-4D72-8F9A-9839A7280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48C376-9141-4EC5-8967-46F7F3AB6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170FB-E31A-4345-8CB8-72E7B22F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4761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6ADC-2A12-4008-93DE-78865CB6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AB34A-0460-4BEA-A681-CC81FEF1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D0770-7466-4184-9632-3EC4BD01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B0338-ED00-4777-95A5-931D814D2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893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E9A96D-5B1E-4FB2-B828-87EF8A3C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D2275-970C-4259-884E-66DAA941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40852-4532-433A-95C3-D9504967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254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880B-C66D-4E12-988D-FB92B517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61670-11B9-475B-810A-D1EDC6F8C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BC296-B3EF-47C2-9693-8403CDC4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0581C-3DE3-4DB8-970C-97AF952F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204AA-8770-4A2C-AE8B-D1C3FFEEB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94AB2-CEAD-4D1F-8F94-8DA54CE2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91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A3F70-0DD2-469F-A12D-7DAC9CE1C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03023E-D2C7-41C3-AF46-FDC301C3A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5A9DA-5D67-40A8-80A4-0D1B6B63C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25139-59C1-4745-84B5-36C40B32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CE4D2-E956-4A9C-83D9-89E406DB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7F1B9-1E91-4EE9-8EC1-08145D72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840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DBD8D-B157-4644-BB0C-88C34ED4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87BBE-A280-4860-B1E8-ABA349F3A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62BD-AE14-468E-8A9A-E941D8A1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6D39F-3E76-430C-89C1-63738141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A8B0A-0DFC-4F8A-8321-F7DD4E3D7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9926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053132-6619-4ADF-8C66-8A6F48A64C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41EED-3008-4DE9-9442-746EA9F81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25006-799F-4F6C-B330-DC7EC7199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454AE-92BA-4C9E-B25D-5976BAB2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AD4EE-2AE8-4EBB-BB9A-DA7FF107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6084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1510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05906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890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AF5264-E902-4AEF-9AFB-84D2D315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BF338-28D4-4F60-9628-DB42B95A1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E3266-FD43-4C76-A852-CE3043E1D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8F7A1-5CAD-4C07-819E-217B2E029DC0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76C60-6A52-4FAD-A692-C3C522940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4AE37-FC58-4599-AF89-0FF38B39C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A28BB-BDC3-46C1-962D-BB6A52A0D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0240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5866" y="1714116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Simulations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55866" y="2951007"/>
            <a:ext cx="10320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an expected event? 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BC048-333D-4ED3-8719-D98F80BBB541}"/>
              </a:ext>
            </a:extLst>
          </p:cNvPr>
          <p:cNvSpPr txBox="1"/>
          <p:nvPr/>
        </p:nvSpPr>
        <p:spPr>
          <a:xfrm>
            <a:off x="7353300" y="1057275"/>
            <a:ext cx="3590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topic. This topic will be used as content for your next assessment.</a:t>
            </a:r>
          </a:p>
          <a:p>
            <a:endParaRPr lang="en-US" dirty="0"/>
          </a:p>
          <a:p>
            <a:r>
              <a:rPr lang="en-US" dirty="0"/>
              <a:t>You should be working through the probability questions on </a:t>
            </a:r>
            <a:r>
              <a:rPr lang="en-US" dirty="0" err="1"/>
              <a:t>mathspace</a:t>
            </a:r>
            <a:r>
              <a:rPr lang="en-US" dirty="0"/>
              <a:t> T3W1_Homework to do revision on probability ready for the test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491A50-FBFA-494C-B07B-399AA55D9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530" y="369211"/>
            <a:ext cx="4353340" cy="634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71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3113" y="69868"/>
            <a:ext cx="2730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Simulation?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run simulations?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0459728-AF11-4D53-B993-73FFEDC89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197" y="1423916"/>
            <a:ext cx="10231828" cy="148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529" y="56602"/>
            <a:ext cx="8608358" cy="1064275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 Activity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696A23-171F-4655-866F-F704809E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75" y="1120878"/>
            <a:ext cx="11370729" cy="409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033" y="300643"/>
            <a:ext cx="4839933" cy="625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DE4B8F-5C56-4C80-BC7C-3DBFAE0F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42" y="1697692"/>
            <a:ext cx="11266516" cy="40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34C3A-9B87-4C1B-8A81-370608FFC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48" y="556100"/>
            <a:ext cx="9560887" cy="52929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BB55AE-1AF8-4E73-B708-5EB2B3EDC8E6}"/>
              </a:ext>
            </a:extLst>
          </p:cNvPr>
          <p:cNvSpPr/>
          <p:nvPr/>
        </p:nvSpPr>
        <p:spPr>
          <a:xfrm>
            <a:off x="1248696" y="5849034"/>
            <a:ext cx="8738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https://www.google.com.au/search?q=random+number+generator&amp;ie=&amp;oe=</a:t>
            </a:r>
          </a:p>
        </p:txBody>
      </p:sp>
    </p:spTree>
    <p:extLst>
      <p:ext uri="{BB962C8B-B14F-4D97-AF65-F5344CB8AC3E}">
        <p14:creationId xmlns:p14="http://schemas.microsoft.com/office/powerpoint/2010/main" val="198448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BB55AE-1AF8-4E73-B708-5EB2B3EDC8E6}"/>
              </a:ext>
            </a:extLst>
          </p:cNvPr>
          <p:cNvSpPr/>
          <p:nvPr/>
        </p:nvSpPr>
        <p:spPr>
          <a:xfrm>
            <a:off x="1248696" y="5849034"/>
            <a:ext cx="8738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https://www.google.com.au/search?q=random+number+generator&amp;ie=&amp;oe=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4704F5-DC51-473D-808F-B83B769297EE}"/>
              </a:ext>
            </a:extLst>
          </p:cNvPr>
          <p:cNvSpPr txBox="1"/>
          <p:nvPr/>
        </p:nvSpPr>
        <p:spPr>
          <a:xfrm>
            <a:off x="2037522" y="1858617"/>
            <a:ext cx="544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Tasty Burger task class task </a:t>
            </a:r>
          </a:p>
          <a:p>
            <a:r>
              <a:rPr lang="en-US" dirty="0"/>
              <a:t>- 1 lesson practice for Inv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255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152</Words>
  <Application>Microsoft Office PowerPoint</Application>
  <PresentationFormat>Widescreen</PresentationFormat>
  <Paragraphs>23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DJB Fancy Nancy</vt:lpstr>
      <vt:lpstr>Fragment Core</vt:lpstr>
      <vt:lpstr>Kiwi School Handwriting</vt:lpstr>
      <vt:lpstr>Office Theme</vt:lpstr>
      <vt:lpstr>Simulations</vt:lpstr>
      <vt:lpstr>PowerPoint Presentation</vt:lpstr>
      <vt:lpstr>PowerPoint Presentation</vt:lpstr>
      <vt:lpstr>Simulation Activity</vt:lpstr>
      <vt:lpstr>PowerPoint Presentation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Simulations</dc:title>
  <dc:creator>Sarah James</dc:creator>
  <cp:lastModifiedBy>Sarah James</cp:lastModifiedBy>
  <cp:revision>6</cp:revision>
  <cp:lastPrinted>2020-07-21T05:26:21Z</cp:lastPrinted>
  <dcterms:created xsi:type="dcterms:W3CDTF">2020-07-21T03:57:57Z</dcterms:created>
  <dcterms:modified xsi:type="dcterms:W3CDTF">2020-07-21T12:50:19Z</dcterms:modified>
</cp:coreProperties>
</file>