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79" r:id="rId3"/>
    <p:sldId id="281" r:id="rId4"/>
    <p:sldId id="284" r:id="rId5"/>
    <p:sldId id="285" r:id="rId6"/>
    <p:sldId id="277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77E2B-73A5-4D05-BBC0-132AAE893882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CB7E0-156F-41F6-9085-B1355D3DFE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342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270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0BF0-C2D2-4085-BBF8-FCB03C98C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95688-8BCD-4EE6-AA43-B7F87B559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858D4-2594-4C65-AD5B-396A4555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2D2E8-E86F-43E7-88CC-4ADB83C5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7F1A9-3DD8-4EB5-BC22-380B135E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504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84DA-3FEC-48F1-A5E6-2CCF36E2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0D47D-3850-415C-B905-29410A4B9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759EF-7A0D-4D03-A89F-783395D9F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29AED-9DEB-48C5-92E8-751AE086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AE7C-C40C-4037-934F-F2437702E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374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5C51-F420-4A2B-84DE-D4263499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E36CB-9025-48A8-A3F2-F7067582F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3AD41-73EA-4F15-A528-10D3C4971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C52D5-A8D5-4AB7-A14B-199868AC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C600-BE9D-4949-A066-DA432C10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355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1F47-21E4-4B82-861A-F3E97103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EFF24-C040-469D-B337-3037921FF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DCCAA-D5F6-4DA0-8C04-8F35E49B5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68CDF-98A7-4929-82D5-4D8CD6AB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2B2F7-94B9-43FA-B55D-BE32EE4A5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C6B58-C5FC-4F85-A232-0A90AC52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984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F473-C723-47A4-A7D4-A82DAF5A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F5F20-D424-45E3-8A20-8633D098B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59BD2-4BB9-422E-8516-C528231A2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A6539-CDC0-4A70-B92C-FAAB26365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12970-B5F7-4F0B-85EF-2D83556BB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6A1DD4-EA36-4F30-AF36-D17FC62B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EABC9-6472-4C0D-9ED8-EC3FFAC3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319659-5E9C-4AFB-AA31-FB05BADD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873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F8C5-1243-4AEE-83CD-354E8B72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B0243B-530F-4658-B259-432B421B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B327A-E714-42B2-AEE0-16D70485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62136-D6B5-49F4-B3A0-06FEA780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911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F8C1-B44F-4249-8778-DE7A2888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9DDC8-6E9D-40A0-9A92-E43245B6A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0A2D4-39C7-4AC5-B5F6-1E77873E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433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FA01-DB4D-4019-8A68-B1C498C6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81DF-8D7E-4F02-9B17-7816E66B0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7A3ED-2462-4E50-BF2E-A1B325020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94AB5-8AA0-45B7-9492-33D6BBB2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FDDC8-3392-47E2-BBF9-9F7B2318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F2C16-BB8F-4FA6-B82B-13A70964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708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9198-D338-48AE-AC4C-51598344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6DB23-5DBB-4054-B45C-B205EBD55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1132C-70F7-413A-B33F-319DDF0B9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94E9F-BC4D-4650-B436-F8A0E449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82964-2AED-4D01-8D09-E8353F6B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22DD0-E826-4033-92C8-3299BFFA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027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DB10-D638-4FD3-A750-ADDD94A7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EA051-A94A-4824-B181-31E454F0D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F918-E8E5-46B9-8E78-A2801247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E4344-B6E1-4288-960A-AB69BBC2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1C431-B843-4732-BDD3-4316BEF0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4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8A7CA-E3A9-4642-94CA-8857A4889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8BFF4-113E-48E2-A34D-CCEDF869C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B319A-3199-43A1-BB78-832F2942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56411-E9BE-4A35-9468-CAFDC393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FF29-4C56-46B1-A756-7030E320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1790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900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556D6-B0AA-4E1D-8546-0F54FB08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A62F1-FC86-4165-9B48-D869517B4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1C6AC-9A27-4DCF-A98C-6643B232B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939DD-989C-451E-90CD-766698CEC31A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A6EF7-EF29-4D1E-A1D7-C8D2B59B3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29C41-921C-4178-AA5E-8161813A4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A1E76-7A73-487F-B7CA-668158F3D4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78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956269" y="138251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690173"/>
            <a:ext cx="9446339" cy="692338"/>
          </a:xfrm>
        </p:spPr>
        <p:txBody>
          <a:bodyPr>
            <a:normAutofit fontScale="90000"/>
          </a:bodyPr>
          <a:lstStyle/>
          <a:p>
            <a:pPr algn="l"/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  <a:t>Topic: Linear Relationships</a:t>
            </a:r>
            <a:b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</a:br>
            <a:r>
              <a:rPr lang="en-AU" sz="2800" dirty="0"/>
              <a:t>EQ – How do I plot points on a Cartesian Plane? </a:t>
            </a:r>
            <a:br>
              <a:rPr lang="en-AU" sz="2800" dirty="0"/>
            </a:br>
            <a:endParaRPr lang="en-AU" sz="2700" b="1" dirty="0">
              <a:solidFill>
                <a:schemeClr val="tx1">
                  <a:lumMod val="50000"/>
                  <a:lumOff val="50000"/>
                </a:schemeClr>
              </a:solidFill>
              <a:latin typeface="Fragment Core" panose="02000504040000020003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E448A-9916-452F-BE86-5B860BB87F6B}"/>
              </a:ext>
            </a:extLst>
          </p:cNvPr>
          <p:cNvSpPr txBox="1"/>
          <p:nvPr/>
        </p:nvSpPr>
        <p:spPr>
          <a:xfrm>
            <a:off x="1914525" y="1714500"/>
            <a:ext cx="7458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Put new topic in contents page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THIS IS NOT EST CONTENT BUT WILL BE CONTENT IN TEST 2</a:t>
            </a:r>
          </a:p>
          <a:p>
            <a:pPr marL="285750" indent="-285750">
              <a:buFontTx/>
              <a:buChar char="-"/>
            </a:pPr>
            <a:r>
              <a:rPr lang="en-US" dirty="0"/>
              <a:t>Approximate date for test 2: Beginning of Week 9</a:t>
            </a:r>
          </a:p>
          <a:p>
            <a:pPr marL="285750" indent="-285750">
              <a:buFontTx/>
              <a:buChar char="-"/>
            </a:pPr>
            <a:r>
              <a:rPr lang="en-US" dirty="0"/>
              <a:t>This will be a short lesson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514512" y="111774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58192" y="54622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03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84529" y="77492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41" y="641318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18601" y="1229951"/>
            <a:ext cx="3738354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The Cartesian Plane has 4 quadrants, split up by the</a:t>
            </a:r>
          </a:p>
          <a:p>
            <a:r>
              <a:rPr lang="en-AU" sz="1600" dirty="0"/>
              <a:t> ___-axis (horizontal)</a:t>
            </a:r>
          </a:p>
          <a:p>
            <a:r>
              <a:rPr lang="en-AU" sz="1600" dirty="0"/>
              <a:t> ___-axis (vertical).</a:t>
            </a:r>
          </a:p>
          <a:p>
            <a:endParaRPr lang="en-US" sz="1600" dirty="0"/>
          </a:p>
          <a:p>
            <a:r>
              <a:rPr lang="en-US" sz="1600" dirty="0"/>
              <a:t>The center, where the axis meet, is called the origin.</a:t>
            </a:r>
          </a:p>
          <a:p>
            <a:r>
              <a:rPr lang="en-US" sz="1600" dirty="0"/>
              <a:t> </a:t>
            </a:r>
          </a:p>
          <a:p>
            <a:endParaRPr lang="en-AU" sz="1350" dirty="0"/>
          </a:p>
          <a:p>
            <a:endParaRPr lang="en-AU" sz="1350" dirty="0"/>
          </a:p>
        </p:txBody>
      </p:sp>
      <p:sp>
        <p:nvSpPr>
          <p:cNvPr id="13" name="TextBox 12"/>
          <p:cNvSpPr txBox="1"/>
          <p:nvPr/>
        </p:nvSpPr>
        <p:spPr>
          <a:xfrm>
            <a:off x="2155418" y="135537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58193" y="1229949"/>
            <a:ext cx="164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is the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7264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8" name="Picture 2">
            <a:extLst>
              <a:ext uri="{FF2B5EF4-FFF2-40B4-BE49-F238E27FC236}">
                <a16:creationId xmlns:a16="http://schemas.microsoft.com/office/drawing/2014/main" id="{9A8DA023-62A9-4A3A-8268-E993ED46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892" y="3303950"/>
            <a:ext cx="2667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/>
              <p:nvPr/>
            </p:nvSpPr>
            <p:spPr>
              <a:xfrm>
                <a:off x="3938824" y="5972382"/>
                <a:ext cx="2731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>
                          <a:latin typeface="Cambria Math"/>
                        </a:rPr>
                        <m:t>𝑪𝒐𝒐𝒓𝒅𝒊𝒏𝒂𝒕𝒆𝒔</m:t>
                      </m:r>
                      <m:r>
                        <a:rPr lang="en-AU" b="1" i="1">
                          <a:latin typeface="Cambria Math"/>
                        </a:rPr>
                        <m:t> </m:t>
                      </m:r>
                      <m:r>
                        <a:rPr lang="en-AU" b="1" i="1">
                          <a:latin typeface="Cambria Math"/>
                        </a:rPr>
                        <m:t>𝒂𝒓𝒆</m:t>
                      </m:r>
                      <m:r>
                        <a:rPr lang="en-AU" b="1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>
                              <a:latin typeface="Cambria Math"/>
                            </a:rPr>
                            <m:t>𝒙</m:t>
                          </m:r>
                          <m:r>
                            <a:rPr lang="en-AU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>
                              <a:latin typeface="Cambria Math"/>
                            </a:rPr>
                            <m:t>,</m:t>
                          </m:r>
                          <m:r>
                            <a:rPr lang="en-AU" b="1" i="1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824" y="5972382"/>
                <a:ext cx="2731069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514512" y="111774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58192" y="54622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03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84529" y="77492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42" y="641318"/>
            <a:ext cx="784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5418" y="135537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58193" y="1229949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7264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3">
            <a:extLst>
              <a:ext uri="{FF2B5EF4-FFF2-40B4-BE49-F238E27FC236}">
                <a16:creationId xmlns:a16="http://schemas.microsoft.com/office/drawing/2014/main" id="{35E016F5-4B64-4920-8DA5-9FEEC67D8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010" y="1264779"/>
            <a:ext cx="4912460" cy="3519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C468E9-F86F-42B4-97B5-283EE53E0F3C}"/>
              </a:ext>
            </a:extLst>
          </p:cNvPr>
          <p:cNvSpPr/>
          <p:nvPr/>
        </p:nvSpPr>
        <p:spPr>
          <a:xfrm>
            <a:off x="6265394" y="2550746"/>
            <a:ext cx="2073609" cy="47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887DE6-FCCA-4CD3-8380-1B4B120381AC}"/>
              </a:ext>
            </a:extLst>
          </p:cNvPr>
          <p:cNvSpPr/>
          <p:nvPr/>
        </p:nvSpPr>
        <p:spPr>
          <a:xfrm>
            <a:off x="6437862" y="3522009"/>
            <a:ext cx="2073609" cy="47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313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071D5-89F5-45A5-9CBF-E802BC2D0A4C}"/>
              </a:ext>
            </a:extLst>
          </p:cNvPr>
          <p:cNvSpPr txBox="1"/>
          <p:nvPr/>
        </p:nvSpPr>
        <p:spPr>
          <a:xfrm>
            <a:off x="3447068" y="367646"/>
            <a:ext cx="5533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301B1-DE75-4015-814F-99A04421A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09" t="40463" r="63206" b="31443"/>
          <a:stretch/>
        </p:blipFill>
        <p:spPr>
          <a:xfrm>
            <a:off x="2070755" y="1875934"/>
            <a:ext cx="4078002" cy="3909316"/>
          </a:xfrm>
          <a:prstGeom prst="rect">
            <a:avLst/>
          </a:prstGeom>
        </p:spPr>
      </p:pic>
      <p:pic>
        <p:nvPicPr>
          <p:cNvPr id="1026" name="Picture 2" descr="steve austin thumbs up GIF">
            <a:extLst>
              <a:ext uri="{FF2B5EF4-FFF2-40B4-BE49-F238E27FC236}">
                <a16:creationId xmlns:a16="http://schemas.microsoft.com/office/drawing/2014/main" id="{AF54F955-CE48-44A9-B36B-562C5516B6D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747" y="444670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48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514512" y="111774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58192" y="54622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03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84529" y="77492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42" y="641318"/>
            <a:ext cx="758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5418" y="135537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58193" y="1229949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7264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2">
            <a:extLst>
              <a:ext uri="{FF2B5EF4-FFF2-40B4-BE49-F238E27FC236}">
                <a16:creationId xmlns:a16="http://schemas.microsoft.com/office/drawing/2014/main" id="{8C6DE4F3-92AD-4E6D-84DB-D4E9CCD53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403" y="1404766"/>
            <a:ext cx="6024563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656A52B-13C7-4199-820C-A936E73D78BE}"/>
              </a:ext>
            </a:extLst>
          </p:cNvPr>
          <p:cNvSpPr/>
          <p:nvPr/>
        </p:nvSpPr>
        <p:spPr>
          <a:xfrm>
            <a:off x="3793363" y="3052604"/>
            <a:ext cx="76215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93FC46-648B-4148-9905-D8AEBF91DA94}"/>
              </a:ext>
            </a:extLst>
          </p:cNvPr>
          <p:cNvSpPr/>
          <p:nvPr/>
        </p:nvSpPr>
        <p:spPr>
          <a:xfrm>
            <a:off x="8484070" y="2548548"/>
            <a:ext cx="1069935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8FAB30-5130-45EA-98E5-884BB2E4B8BB}"/>
              </a:ext>
            </a:extLst>
          </p:cNvPr>
          <p:cNvSpPr/>
          <p:nvPr/>
        </p:nvSpPr>
        <p:spPr>
          <a:xfrm>
            <a:off x="3793365" y="5068828"/>
            <a:ext cx="94628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178975-4EFC-4E8C-9E28-93C5F3FB2A4F}"/>
              </a:ext>
            </a:extLst>
          </p:cNvPr>
          <p:cNvSpPr/>
          <p:nvPr/>
        </p:nvSpPr>
        <p:spPr>
          <a:xfrm>
            <a:off x="8628086" y="4636780"/>
            <a:ext cx="9259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7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987156"/>
          </a:xfrm>
        </p:spPr>
        <p:txBody>
          <a:bodyPr/>
          <a:lstStyle/>
          <a:p>
            <a:pPr algn="ctr"/>
            <a:r>
              <a:rPr lang="en-US" dirty="0"/>
              <a:t>Let’s try one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560" y="1813949"/>
            <a:ext cx="4765183" cy="4748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52650" y="1352284"/>
            <a:ext cx="5772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down the coordinates for A-F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814" y="1799097"/>
            <a:ext cx="1519091" cy="5557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814" y="2354861"/>
            <a:ext cx="1484309" cy="4947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22" y="2834947"/>
            <a:ext cx="1453933" cy="4473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561" y="3265348"/>
            <a:ext cx="1432813" cy="3936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3722" y="3622107"/>
            <a:ext cx="1526489" cy="4721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8921" y="4015737"/>
            <a:ext cx="1424452" cy="5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644915"/>
            <a:ext cx="80581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WORKSHEETS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401" y="3129307"/>
            <a:ext cx="272296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2837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2588641" y="2989588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198</Words>
  <Application>Microsoft Office PowerPoint</Application>
  <PresentationFormat>Widescreen</PresentationFormat>
  <Paragraphs>39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Fragment Core</vt:lpstr>
      <vt:lpstr>Impact</vt:lpstr>
      <vt:lpstr>Office Theme</vt:lpstr>
      <vt:lpstr>  Topic: Linear Relationships EQ – How do I plot points on a Cartesian Plane?  </vt:lpstr>
      <vt:lpstr>PowerPoint Presentation</vt:lpstr>
      <vt:lpstr>PowerPoint Presentation</vt:lpstr>
      <vt:lpstr>PowerPoint Presentation</vt:lpstr>
      <vt:lpstr>PowerPoint Presentation</vt:lpstr>
      <vt:lpstr>Let’s try one together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Topic: Linear Relationships EQ – How do I plot points on a Cartesian Plane?  </dc:title>
  <dc:creator>Sarah James</dc:creator>
  <cp:lastModifiedBy>Sarah James</cp:lastModifiedBy>
  <cp:revision>1</cp:revision>
  <dcterms:created xsi:type="dcterms:W3CDTF">2020-03-16T01:29:30Z</dcterms:created>
  <dcterms:modified xsi:type="dcterms:W3CDTF">2020-03-16T01:38:10Z</dcterms:modified>
</cp:coreProperties>
</file>