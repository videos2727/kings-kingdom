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5E5F2-443C-4700-B030-E0A07AEFFFA5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285A9-FD43-4379-82CD-9ABB643EFE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2540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BDE57-104D-475E-AB38-8A942521E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5A3D0-51A1-454F-8825-9BBFEFEE4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AE206-F971-4D95-90F0-29CEFE14D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D309-4A1A-4BD5-A96A-A7D6F75DDC9D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F482C-1417-4AE8-8727-F2F1FAFD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86666-3E7B-41EF-8FE9-D14DB2669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27F95-1400-4BAA-BA1A-41F6E58708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4325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FD004-F00D-4EE6-9A67-487C3C28D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AC6DF-2EFB-49FA-9314-146E3C0CC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D8DB0-D3BD-4DE1-9366-3D365182B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D309-4A1A-4BD5-A96A-A7D6F75DDC9D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00822-B461-43FE-9B2B-9587C0FFA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FF742-CEB9-4ED9-ACC7-A3F751370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27F95-1400-4BAA-BA1A-41F6E58708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8306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E0804-441A-45CB-9EF8-3DD747D7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4DDA9-84A9-47B0-A215-EA91A1B0F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F21D2-30DC-47AA-A58B-03CC0EEF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D309-4A1A-4BD5-A96A-A7D6F75DDC9D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044D0-EE84-4A47-9612-8BA24FDA1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5AD4A-1F94-418C-A34E-E77AE7AD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27F95-1400-4BAA-BA1A-41F6E58708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9202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0175B-B2D7-45B5-83C7-809F74CBC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7876F-CA54-4ECC-908B-573F530E1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BBBED-BD31-4909-8EC4-290FB438D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938FF-BA20-445C-8FA8-FE92BC6B1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D309-4A1A-4BD5-A96A-A7D6F75DDC9D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3A00F-1F25-4BBA-91A1-75A6A5A0A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904F4-2EA7-4D58-8424-2D038827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27F95-1400-4BAA-BA1A-41F6E58708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4803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3DE2B-56A0-4205-9CD6-89B9B564D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3987D-BB5A-4865-BF75-195F7C4DD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23744-A4E1-473B-9C99-54C9776DD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E3F9C-7EB1-4DD0-8202-A2CCECEF8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36E81-38A3-496E-AF24-32A52AB04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DB91D5-E0DC-40FF-954B-F4393989E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D309-4A1A-4BD5-A96A-A7D6F75DDC9D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30E6BD-9F9C-4578-A71D-E13DE94D4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8B359C-E94A-40FF-93EF-E1715036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27F95-1400-4BAA-BA1A-41F6E58708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8848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95EBF-57E6-4224-8982-403B42F7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F59651-9CB6-48B8-BD06-96E54EC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D309-4A1A-4BD5-A96A-A7D6F75DDC9D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DB0EC-00DD-48D0-A31E-CCB6218F8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4587F-470B-4071-BDDE-10D249CC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27F95-1400-4BAA-BA1A-41F6E58708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6550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AB1435-1FE3-48AA-8C7D-A1F2B60B9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D309-4A1A-4BD5-A96A-A7D6F75DDC9D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2EDC4F-F108-45C4-82B0-C7F0BC2ED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57221-F01A-4770-9EB4-5B35FD45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27F95-1400-4BAA-BA1A-41F6E58708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5314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5D953-006C-420C-AFEC-B821D776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2D4A6-EC85-4AB4-BFD3-8B21E2A38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BFC34-D3F2-465C-9F76-C228A038C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7EFC4-4795-4F36-8BA0-341BE4C15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D309-4A1A-4BD5-A96A-A7D6F75DDC9D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B7331-15EF-4A5F-9956-CE6752C4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CF2CF-DC4E-4505-BFB4-B72E614F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27F95-1400-4BAA-BA1A-41F6E58708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6449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C294B-FD50-4D26-B75D-7B42877A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21AAB-6386-4D89-89CB-0F1AEFBE6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C6A4A-903C-459C-8B09-428594B6D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75B0D-F140-49CD-B86B-8CA61B53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D309-4A1A-4BD5-A96A-A7D6F75DDC9D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97C0A-C31D-4A53-B696-7599662A9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3F041-24AC-4CB4-8F2F-EC50E5E26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27F95-1400-4BAA-BA1A-41F6E58708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616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65BD-D31D-4C1F-83F4-E05CA0029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75304-9FD6-431C-BB4D-CC08033FF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FEC8C-F02C-46E7-86DC-7C499D2F8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D309-4A1A-4BD5-A96A-A7D6F75DDC9D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78802-9D88-4B2B-B818-77DA9788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D595B-5B97-49EC-A63A-40A9437A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27F95-1400-4BAA-BA1A-41F6E58708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1314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9812C-D195-4D7D-BCEF-5ECB89F28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5F6A4-F8B5-44FB-B43F-BA1220D8A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2A9C8-73B9-4B87-A1CA-BBC373C43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D309-4A1A-4BD5-A96A-A7D6F75DDC9D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5AD1F-1F9A-47DD-B5C1-0CAAF01FD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32A48-6A0A-4CDA-8728-CF69258B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27F95-1400-4BAA-BA1A-41F6E58708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722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0902A6-5EE2-4F19-8039-E0ECEC6E2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A21D8-2C43-46EB-B6E2-D4DA9C86F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F1BBE-0D76-4E53-A64E-7A0F4A2724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3D309-4A1A-4BD5-A96A-A7D6F75DDC9D}" type="datetimeFigureOut">
              <a:rPr lang="en-AU" smtClean="0"/>
              <a:t>24/03/2020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45EE5-FAE8-4122-9641-59EAFC572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7E9A1-31B0-4C0C-95B5-6D3BDF2D8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27F95-1400-4BAA-BA1A-41F6E58708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6863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9457" y="1285976"/>
            <a:ext cx="10955886" cy="1052461"/>
          </a:xfrm>
        </p:spPr>
        <p:txBody>
          <a:bodyPr/>
          <a:lstStyle/>
          <a:p>
            <a:r>
              <a:rPr lang="en-US" dirty="0"/>
              <a:t>Topic: Linear Relationships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1384" y="2547887"/>
            <a:ext cx="11089232" cy="6239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use linear relationships in real life</a:t>
            </a:r>
            <a:r>
              <a:rPr lang="en-US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FF51D-D558-46DE-9E58-C7C1F87EC4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sz="2200" dirty="0"/>
              <a:t>Complete </a:t>
            </a:r>
            <a:r>
              <a:rPr lang="en-US" sz="2200" dirty="0" err="1"/>
              <a:t>mathspace</a:t>
            </a:r>
            <a:r>
              <a:rPr lang="en-US" sz="2200" dirty="0"/>
              <a:t> task: T1W8_Lesson 2_ Classwork Linear relationships</a:t>
            </a:r>
            <a:br>
              <a:rPr lang="en-US" sz="2200" dirty="0"/>
            </a:br>
            <a:br>
              <a:rPr lang="en-US" b="1" dirty="0"/>
            </a:br>
            <a:br>
              <a:rPr lang="en-US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96817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</Words>
  <Application>Microsoft Office PowerPoint</Application>
  <PresentationFormat>Widescreen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Topic: Linear Relationships</vt:lpstr>
      <vt:lpstr>Complete mathspace task: T1W8_Lesson 2_ Classwork Linear relationships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Linear Relationships</dc:title>
  <dc:creator>Sarah James</dc:creator>
  <cp:lastModifiedBy>Sarah James</cp:lastModifiedBy>
  <cp:revision>1</cp:revision>
  <dcterms:created xsi:type="dcterms:W3CDTF">2020-03-24T03:28:45Z</dcterms:created>
  <dcterms:modified xsi:type="dcterms:W3CDTF">2020-03-24T03:31:42Z</dcterms:modified>
</cp:coreProperties>
</file>