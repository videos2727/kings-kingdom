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03" r:id="rId4"/>
    <p:sldId id="304" r:id="rId5"/>
    <p:sldId id="305" r:id="rId6"/>
    <p:sldId id="306" r:id="rId7"/>
    <p:sldId id="308" r:id="rId8"/>
    <p:sldId id="307" r:id="rId9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h James" initials="SJ" lastIdx="1" clrIdx="0">
    <p:extLst>
      <p:ext uri="{19B8F6BF-5375-455C-9EA6-DF929625EA0E}">
        <p15:presenceInfo xmlns:p15="http://schemas.microsoft.com/office/powerpoint/2012/main" userId="e5e3e68366f0feb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4ADB3CD4-E787-4E44-AD26-40FF7FE08FC2}"/>
    <pc:docChg chg="modSld">
      <pc:chgData name="Sarah James" userId="e5e3e68366f0feb3" providerId="LiveId" clId="{4ADB3CD4-E787-4E44-AD26-40FF7FE08FC2}" dt="2020-03-23T03:00:02.445" v="27" actId="1076"/>
      <pc:docMkLst>
        <pc:docMk/>
      </pc:docMkLst>
      <pc:sldChg chg="modSp mod">
        <pc:chgData name="Sarah James" userId="e5e3e68366f0feb3" providerId="LiveId" clId="{4ADB3CD4-E787-4E44-AD26-40FF7FE08FC2}" dt="2020-03-23T03:00:02.445" v="27" actId="1076"/>
        <pc:sldMkLst>
          <pc:docMk/>
          <pc:sldMk cId="2324522627" sldId="257"/>
        </pc:sldMkLst>
        <pc:spChg chg="mod">
          <ac:chgData name="Sarah James" userId="e5e3e68366f0feb3" providerId="LiveId" clId="{4ADB3CD4-E787-4E44-AD26-40FF7FE08FC2}" dt="2020-03-23T02:59:59.757" v="26" actId="1076"/>
          <ac:spMkLst>
            <pc:docMk/>
            <pc:sldMk cId="2324522627" sldId="257"/>
            <ac:spMk id="4" creationId="{AF288F43-77B5-4149-8386-E7F5734F6EBC}"/>
          </ac:spMkLst>
        </pc:spChg>
        <pc:spChg chg="mod">
          <ac:chgData name="Sarah James" userId="e5e3e68366f0feb3" providerId="LiveId" clId="{4ADB3CD4-E787-4E44-AD26-40FF7FE08FC2}" dt="2020-03-23T03:00:02.445" v="27" actId="1076"/>
          <ac:spMkLst>
            <pc:docMk/>
            <pc:sldMk cId="2324522627" sldId="257"/>
            <ac:spMk id="9" creationId="{E6E3B1E5-E3BD-4AE8-8228-F9D81594AB30}"/>
          </ac:spMkLst>
        </pc:spChg>
        <pc:spChg chg="mod">
          <ac:chgData name="Sarah James" userId="e5e3e68366f0feb3" providerId="LiveId" clId="{4ADB3CD4-E787-4E44-AD26-40FF7FE08FC2}" dt="2020-03-23T02:59:56.167" v="25" actId="1076"/>
          <ac:spMkLst>
            <pc:docMk/>
            <pc:sldMk cId="2324522627" sldId="257"/>
            <ac:spMk id="11" creationId="{79433870-FE5D-4572-9BB5-58F0C262AD1E}"/>
          </ac:spMkLst>
        </pc:spChg>
        <pc:picChg chg="mod">
          <ac:chgData name="Sarah James" userId="e5e3e68366f0feb3" providerId="LiveId" clId="{4ADB3CD4-E787-4E44-AD26-40FF7FE08FC2}" dt="2020-03-23T02:59:52.415" v="24" actId="1076"/>
          <ac:picMkLst>
            <pc:docMk/>
            <pc:sldMk cId="2324522627" sldId="257"/>
            <ac:picMk id="5" creationId="{8AC793A8-EF10-49F7-A4A1-00C83D5F9400}"/>
          </ac:picMkLst>
        </pc:pic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3-20T09:12:02.833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4B76-1266-4DBB-9441-F5E315C90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B7D8C-9477-40FF-B8A1-79D51ED64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6E7A0-B76A-4888-A890-06E8A7B9A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3168-4B7A-41F4-849B-7604A5B71C3E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A2B19-CE6F-4EC6-9F44-39B6EC1FB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F67FC-7717-4BF1-9E86-A6A3F94CE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D786-92B6-46CF-BE6F-3BCFBE8569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8079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1EC4E-B24D-4FEA-A489-E1A74200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08E71-A3AB-4EAB-AE44-EE5A9770D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CFF95-A110-41B4-91BD-89B375190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3168-4B7A-41F4-849B-7604A5B71C3E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DABAC-967D-428B-B981-B3269A092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8D8C5-E50C-417D-900A-AA6202DD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D786-92B6-46CF-BE6F-3BCFBE8569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1801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9E76C-9B97-42E0-9F0B-CF7C3271A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E796E-8B99-4C0F-B4CB-9FDDCCEF7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64011-B32A-424A-851D-6534F7FBF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3168-4B7A-41F4-849B-7604A5B71C3E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A4935-E6E8-41AD-96BE-2599FE6C8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5594F-E655-429F-AC34-3CE53DDA0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D786-92B6-46CF-BE6F-3BCFBE8569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846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E329-8436-4E32-835B-3321508D9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1E076-E735-4F34-891C-7031398BB4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3E378-3B33-401A-9224-DC479D3EC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9690A-029A-487E-9109-E4E5C52EA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3168-4B7A-41F4-849B-7604A5B71C3E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027C0-7645-4005-A622-86385CBE9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FA368-F7EA-406A-9988-00BE37303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D786-92B6-46CF-BE6F-3BCFBE8569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5508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193B6-E4BA-4353-80D8-5097D1758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E912A-F4AB-48F2-AA7E-602905A75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F1FB2-92AD-4B10-A1CB-FF33E7EE1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15029B-C2C6-4F90-AA9A-3F1CA2956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79382B-C6D6-4EF8-88CF-F21F4DE06A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3ADEAC-D791-4E8A-BBA1-B8A256CF6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3168-4B7A-41F4-849B-7604A5B71C3E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754E30-5D55-4CBD-B835-17206A6A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009548-D7B7-4390-B498-C37E84B8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D786-92B6-46CF-BE6F-3BCFBE8569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4939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1ECC9-860D-4E7D-9426-C3DCCB26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FD3D0A-8802-4B22-9D62-D1D71BDFF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3168-4B7A-41F4-849B-7604A5B71C3E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FC81E2-EB06-4DE4-93C7-D3B719269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3ECF39-4A51-4207-8738-ABE06201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D786-92B6-46CF-BE6F-3BCFBE8569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423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FE6A1F-6AE0-41F1-BCEC-86C62FF25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3168-4B7A-41F4-849B-7604A5B71C3E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9CE94-1DE9-4618-832B-27A11F49B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349FE-3462-4F58-A5A4-776BB8C24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D786-92B6-46CF-BE6F-3BCFBE8569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0429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32A8B-3ED7-41DC-9B4B-00E418799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C3CB4-AC5A-419D-A84C-E3D83264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7986B-4379-41EF-AEFB-48657F24A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5846E-E0E3-492B-B229-5976100BB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3168-4B7A-41F4-849B-7604A5B71C3E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A29F3-4EA6-45F7-9025-7D5E8E293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9236D-5407-4254-B7E4-66CD60F6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D786-92B6-46CF-BE6F-3BCFBE8569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726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88014-8848-4988-8945-D7DDCBABC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122D04-463F-48CC-BEEE-F1E23FE318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B130D8-C759-4EF4-9345-51A3404BE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2D3A0-D3C1-4D86-9AC5-2D3220FDC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3168-4B7A-41F4-849B-7604A5B71C3E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733C7-4195-4DF9-8E8D-33BCC53D7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152A6-601F-4821-9DB3-D3B85BEF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D786-92B6-46CF-BE6F-3BCFBE8569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7558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33DB-4E9F-449B-945F-C40A1035D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EA97DD-2920-4B9A-8184-C7BCC68CC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D6D55-0E2D-4D42-92AB-736A081CF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3168-4B7A-41F4-849B-7604A5B71C3E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2F169-1201-4310-ABB0-D54A87BC9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29B62-1152-4087-9EE4-31652100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D786-92B6-46CF-BE6F-3BCFBE8569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1474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289A4B-D942-4D61-A743-EA7969FF56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A246D-B40F-4442-985C-FB110EA21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48ABE-6004-4B1B-9BE4-FDE5ED3F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3168-4B7A-41F4-849B-7604A5B71C3E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F47F-B9C8-4A52-81A9-899EF9C7E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8ED4C-E8C1-4300-9657-B51A57B6F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BD786-92B6-46CF-BE6F-3BCFBE8569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7425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886FDE-8664-4C99-8C89-B685E1BF7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0CBDB-DABE-4BD7-9449-81875FEA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AB6D6-E6D0-4C25-993E-A535D8ACB1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63168-4B7A-41F4-849B-7604A5B71C3E}" type="datetimeFigureOut">
              <a:rPr lang="en-AU" smtClean="0"/>
              <a:t>23/03/2020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C9A05-AC7B-4824-9441-02A3FF8E1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3A681-99BE-4BB9-A049-B8FACE5A6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BD786-92B6-46CF-BE6F-3BCFBE8569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8881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Linear Relationships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/>
          <a:lstStyle/>
          <a:p>
            <a:r>
              <a:rPr lang="en-US" dirty="0"/>
              <a:t>EQ: What is the “break-</a:t>
            </a:r>
            <a:r>
              <a:rPr lang="en-US" dirty="0" err="1"/>
              <a:t>even”point</a:t>
            </a:r>
            <a:r>
              <a:rPr lang="en-US" dirty="0"/>
              <a:t> between two linear relationships?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06041" y="1488131"/>
            <a:ext cx="1164656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>
                <a:highlight>
                  <a:srgbClr val="FFFF00"/>
                </a:highlight>
              </a:rPr>
              <a:t>NO PHONES OR EAR BUDS   </a:t>
            </a:r>
            <a:r>
              <a:rPr lang="en-US" dirty="0">
                <a:highlight>
                  <a:srgbClr val="FF00FF"/>
                </a:highlight>
              </a:rPr>
              <a:t>Some of you need reminders</a:t>
            </a:r>
          </a:p>
          <a:p>
            <a:pPr marL="285750" indent="-285750">
              <a:buFontTx/>
              <a:buChar char="-"/>
            </a:pPr>
            <a:endParaRPr lang="en-US" dirty="0">
              <a:highlight>
                <a:srgbClr val="FF00FF"/>
              </a:highlight>
            </a:endParaRPr>
          </a:p>
          <a:p>
            <a:pPr marL="285750" indent="-285750">
              <a:buFontTx/>
              <a:buChar char="-"/>
            </a:pPr>
            <a:r>
              <a:rPr lang="en-US" sz="2800" dirty="0">
                <a:highlight>
                  <a:srgbClr val="FF0000"/>
                </a:highlight>
              </a:rPr>
              <a:t>ACT LIKE YOU HAVE IT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Have a go:</a:t>
            </a:r>
          </a:p>
          <a:p>
            <a:pPr lvl="1"/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793A8-EF10-49F7-A4A1-00C83D5F9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746" y="3968759"/>
            <a:ext cx="4772025" cy="1809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E3B1E5-E3BD-4AE8-8228-F9D81594AB30}"/>
              </a:ext>
            </a:extLst>
          </p:cNvPr>
          <p:cNvSpPr txBox="1"/>
          <p:nvPr/>
        </p:nvSpPr>
        <p:spPr>
          <a:xfrm>
            <a:off x="7137734" y="4910667"/>
            <a:ext cx="2377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You will need graph paper and this question is timely in light of COVID-19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79433870-FE5D-4572-9BB5-58F0C262AD1E}"/>
              </a:ext>
            </a:extLst>
          </p:cNvPr>
          <p:cNvSpPr/>
          <p:nvPr/>
        </p:nvSpPr>
        <p:spPr>
          <a:xfrm>
            <a:off x="6029325" y="5485973"/>
            <a:ext cx="952500" cy="28914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Linear Relationships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/>
          <a:lstStyle/>
          <a:p>
            <a:r>
              <a:rPr lang="en-US" dirty="0"/>
              <a:t>EQ: What is the “break-</a:t>
            </a:r>
            <a:r>
              <a:rPr lang="en-US" dirty="0" err="1"/>
              <a:t>even”point</a:t>
            </a:r>
            <a:r>
              <a:rPr lang="en-US" dirty="0"/>
              <a:t> between two linear relationships?</a:t>
            </a:r>
            <a:endParaRPr lang="en-AU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D774A4-5B38-4695-B862-65840EAC9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5" y="1824037"/>
            <a:ext cx="352425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225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63441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3034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3" y="1075005"/>
            <a:ext cx="9815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What is the “break-</a:t>
            </a:r>
            <a:r>
              <a:rPr lang="en-US" sz="2400" dirty="0" err="1"/>
              <a:t>even”point</a:t>
            </a:r>
            <a:r>
              <a:rPr lang="en-US" sz="2400" dirty="0"/>
              <a:t> between two linear relationships?</a:t>
            </a:r>
            <a:endParaRPr lang="en-AU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0EDAAB-3815-4492-B13F-19703127573E}"/>
              </a:ext>
            </a:extLst>
          </p:cNvPr>
          <p:cNvSpPr/>
          <p:nvPr/>
        </p:nvSpPr>
        <p:spPr>
          <a:xfrm>
            <a:off x="3047999" y="2852936"/>
            <a:ext cx="80962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 is often useful to draw two linear graphs on the same set of axes</a:t>
            </a:r>
          </a:p>
          <a:p>
            <a:r>
              <a:rPr lang="en-US" dirty="0"/>
              <a:t>The point of intersection or “break-even point” is where the two line intersect.</a:t>
            </a:r>
          </a:p>
          <a:p>
            <a:r>
              <a:rPr lang="en-US" dirty="0"/>
              <a:t>At this point a few things can be noted but it is best to look at examples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63441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3034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3" y="1075005"/>
            <a:ext cx="9815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What is the “break-</a:t>
            </a:r>
            <a:r>
              <a:rPr lang="en-US" sz="2400" dirty="0" err="1"/>
              <a:t>even”point</a:t>
            </a:r>
            <a:r>
              <a:rPr lang="en-US" sz="2400" dirty="0"/>
              <a:t> between two linear relationships?</a:t>
            </a:r>
            <a:endParaRPr lang="en-AU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0EDAAB-3815-4492-B13F-19703127573E}"/>
              </a:ext>
            </a:extLst>
          </p:cNvPr>
          <p:cNvSpPr/>
          <p:nvPr/>
        </p:nvSpPr>
        <p:spPr>
          <a:xfrm>
            <a:off x="3038474" y="2149607"/>
            <a:ext cx="80962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EXAMPLE: Please glue this copy in and work through the answers with me</a:t>
            </a:r>
          </a:p>
          <a:p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B19780-4CFF-482F-B6B5-35CA24C37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833" y="2582602"/>
            <a:ext cx="7343775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0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B400B1-715D-49D4-B8E6-F68B06D85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8" y="862012"/>
            <a:ext cx="3443288" cy="8489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C8BFA1-8402-4877-AD57-AC0D4A07A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50905"/>
            <a:ext cx="5075231" cy="644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062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E1BD6D-5276-48EE-98E8-C44B0E313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4" y="147638"/>
            <a:ext cx="6072188" cy="20918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9E8E03-179A-419C-AE03-A8BBECC39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136" y="2599598"/>
            <a:ext cx="5567363" cy="3055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AC8019-F4A2-4284-9677-0144B9C71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3035" y="2905124"/>
            <a:ext cx="6041852" cy="386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55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E1BD6D-5276-48EE-98E8-C44B0E313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4" y="147638"/>
            <a:ext cx="6072188" cy="20918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9E8E03-179A-419C-AE03-A8BBECC39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136" y="2599598"/>
            <a:ext cx="5567363" cy="3055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AC8019-F4A2-4284-9677-0144B9C71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136" y="2925129"/>
            <a:ext cx="6041852" cy="386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62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A46FC5-388C-46D1-9D99-FB1030FF5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495300"/>
            <a:ext cx="3495675" cy="3371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F5BFEF-F7CC-4631-9EB5-941748C49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1" y="3762375"/>
            <a:ext cx="3305175" cy="704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54E1C4-A880-4CF2-AE84-95C043F59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157" y="790575"/>
            <a:ext cx="4086225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936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184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Topic: Linear Relationships</vt:lpstr>
      <vt:lpstr>Topic: Linear Relationships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Linear Relationships</dc:title>
  <dc:creator>Sarah James</dc:creator>
  <cp:lastModifiedBy>Sarah James</cp:lastModifiedBy>
  <cp:revision>4</cp:revision>
  <cp:lastPrinted>2020-03-20T01:34:06Z</cp:lastPrinted>
  <dcterms:created xsi:type="dcterms:W3CDTF">2020-03-20T01:08:49Z</dcterms:created>
  <dcterms:modified xsi:type="dcterms:W3CDTF">2020-03-23T03:00:10Z</dcterms:modified>
</cp:coreProperties>
</file>