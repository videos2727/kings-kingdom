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89" r:id="rId2"/>
    <p:sldId id="398" r:id="rId3"/>
    <p:sldId id="400" r:id="rId4"/>
    <p:sldId id="261" r:id="rId5"/>
    <p:sldId id="390" r:id="rId6"/>
    <p:sldId id="402" r:id="rId7"/>
    <p:sldId id="264" r:id="rId8"/>
    <p:sldId id="404" r:id="rId9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09DCD9-A1E8-4E44-86DB-AE9107B74549}" v="11" dt="2020-03-16T06:30:4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2200" autoAdjust="0"/>
  </p:normalViewPr>
  <p:slideViewPr>
    <p:cSldViewPr snapToGrid="0">
      <p:cViewPr varScale="1">
        <p:scale>
          <a:sx n="48" d="100"/>
          <a:sy n="48" d="100"/>
        </p:scale>
        <p:origin x="1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DD09DCD9-A1E8-4E44-86DB-AE9107B74549}"/>
    <pc:docChg chg="custSel addSld delSld modSld modNotesMaster">
      <pc:chgData name="Sarah James" userId="e5e3e68366f0feb3" providerId="LiveId" clId="{DD09DCD9-A1E8-4E44-86DB-AE9107B74549}" dt="2020-03-17T02:56:17.047" v="13" actId="47"/>
      <pc:docMkLst>
        <pc:docMk/>
      </pc:docMkLst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216532587" sldId="258"/>
        </pc:sldMkLst>
      </pc:sldChg>
      <pc:sldChg chg="delSp mod">
        <pc:chgData name="Sarah James" userId="e5e3e68366f0feb3" providerId="LiveId" clId="{DD09DCD9-A1E8-4E44-86DB-AE9107B74549}" dt="2020-03-16T05:53:59.055" v="1" actId="478"/>
        <pc:sldMkLst>
          <pc:docMk/>
          <pc:sldMk cId="827908571" sldId="264"/>
        </pc:sldMkLst>
        <pc:spChg chg="del">
          <ac:chgData name="Sarah James" userId="e5e3e68366f0feb3" providerId="LiveId" clId="{DD09DCD9-A1E8-4E44-86DB-AE9107B74549}" dt="2020-03-16T05:53:59.055" v="1" actId="478"/>
          <ac:spMkLst>
            <pc:docMk/>
            <pc:sldMk cId="827908571" sldId="264"/>
            <ac:spMk id="2" creationId="{00000000-0000-0000-0000-000000000000}"/>
          </ac:spMkLst>
        </pc:spChg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455738053" sldId="392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622545486" sldId="393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257090735" sldId="394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633147842" sldId="397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434795254" sldId="399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019158562" sldId="401"/>
        </pc:sldMkLst>
      </pc:sldChg>
      <pc:sldChg chg="del">
        <pc:chgData name="Sarah James" userId="e5e3e68366f0feb3" providerId="LiveId" clId="{DD09DCD9-A1E8-4E44-86DB-AE9107B74549}" dt="2020-03-17T02:56:11.408" v="12" actId="47"/>
        <pc:sldMkLst>
          <pc:docMk/>
          <pc:sldMk cId="207676319" sldId="403"/>
        </pc:sldMkLst>
      </pc:sldChg>
      <pc:sldChg chg="add del">
        <pc:chgData name="Sarah James" userId="e5e3e68366f0feb3" providerId="LiveId" clId="{DD09DCD9-A1E8-4E44-86DB-AE9107B74549}" dt="2020-03-17T02:56:17.047" v="13" actId="47"/>
        <pc:sldMkLst>
          <pc:docMk/>
          <pc:sldMk cId="3170592389" sldId="405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4051225218" sldId="406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60289990" sldId="407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12158932" sldId="408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819815103" sldId="409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869663664" sldId="410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50358313" sldId="411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731041700" sldId="412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187913602" sldId="413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588492482" sldId="414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792669457" sldId="415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230761226" sldId="416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827931801" sldId="417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861798582" sldId="418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955940385" sldId="419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001368706" sldId="420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444009698" sldId="421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717078923" sldId="422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4137247536" sldId="423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602815444" sldId="424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672801645" sldId="425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450940467" sldId="426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792441946" sldId="427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350020238" sldId="428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689451023" sldId="429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381777461" sldId="430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682558775" sldId="431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981957467" sldId="432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00943520" sldId="433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144355745" sldId="434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014698138" sldId="435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992164729" sldId="436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753277299" sldId="437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256414384" sldId="438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973325679" sldId="439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779974358" sldId="440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42692867" sldId="441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4086296836" sldId="442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032645296" sldId="443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508350112" sldId="444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101529097" sldId="445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292771694" sldId="446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235351827" sldId="447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79033818" sldId="448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632030101" sldId="449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65660164" sldId="450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839272868" sldId="451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577437728" sldId="452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431158134" sldId="453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335406306" sldId="454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023814654" sldId="455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624013895" sldId="456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57310816" sldId="457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905086455" sldId="458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880677674" sldId="459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2694529" sldId="460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961488963" sldId="461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271148813" sldId="462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563708841" sldId="463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612061947" sldId="464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628888710" sldId="465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283888147" sldId="466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089606393" sldId="467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664324659" sldId="468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863998122" sldId="469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44588447" sldId="470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959584929" sldId="471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656799812" sldId="472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470059160" sldId="473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334569259" sldId="474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749506939" sldId="475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482112950" sldId="476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758593882" sldId="477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891143948" sldId="478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937566847" sldId="479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450354220" sldId="480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496850264" sldId="481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80594641" sldId="482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986477982" sldId="483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4058465293" sldId="484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096349430" sldId="485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884227220" sldId="486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703562576" sldId="487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665593289" sldId="488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8049230" sldId="489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692043271" sldId="490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833655386" sldId="491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808705478" sldId="492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63968983" sldId="493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944050809" sldId="494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813128300" sldId="495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920628554" sldId="496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940638531" sldId="497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4269195570" sldId="498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468312286" sldId="499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3830017552" sldId="500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277481478" sldId="501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629602060" sldId="502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505020345" sldId="503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1976971765" sldId="504"/>
        </pc:sldMkLst>
      </pc:sldChg>
      <pc:sldChg chg="add del">
        <pc:chgData name="Sarah James" userId="e5e3e68366f0feb3" providerId="LiveId" clId="{DD09DCD9-A1E8-4E44-86DB-AE9107B74549}" dt="2020-03-17T02:56:11.394" v="11" actId="47"/>
        <pc:sldMkLst>
          <pc:docMk/>
          <pc:sldMk cId="2402893190" sldId="5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CE16B-6B58-4395-853E-5A0F9B6EFE7B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04E23-F229-4B1D-AC50-3E72A9042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2455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04E23-F229-4B1D-AC50-3E72A904267A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5918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CA66-C738-4CA3-9AB2-A68ACEF27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02D57-A357-45BF-B863-4DFAD02DF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0F512-B2CF-4E86-876A-17BCBA006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98F4-F795-44BE-AE9B-BD50999449B1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28C6B-DF2F-4A3B-858A-01CB18D1C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BEB04-3E57-43B1-A049-CD2741CE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DC8-F7A0-4BA2-B30F-B8F432577A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579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77326-0CBC-4590-AF9B-379D5070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7D2CE-3BAE-48F3-832A-E68E89A7E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7AA57-3364-402E-81DD-9D33626B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98F4-F795-44BE-AE9B-BD50999449B1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2454A-9BC4-4D2E-A7BC-0AC5F0F8C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337E-7BB8-4D42-AF19-55FCC608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DC8-F7A0-4BA2-B30F-B8F432577A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455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A9185-7DBF-42F8-8150-13CB534B1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6E927-73AE-48EB-A75C-651F1461B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12A6A-D675-4A76-B543-2519EFAC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98F4-F795-44BE-AE9B-BD50999449B1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987C9-C3CA-4DD8-94E2-D4B4B6BA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98210-9863-4430-91E0-87CBA78F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DC8-F7A0-4BA2-B30F-B8F432577A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015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AC6FA-9DE5-4432-8D59-D946FA50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4B333-C6E2-4E1A-B571-A75535236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5E922-AC86-4977-AD58-DA364DBC4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20396-CD60-46AC-84B0-C2D27B72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98F4-F795-44BE-AE9B-BD50999449B1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796A2-8762-43F1-B8C6-E8CE93BCC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4AA8E-D487-4FB6-BD53-CDCD939C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DC8-F7A0-4BA2-B30F-B8F432577A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663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933C8-1537-41CE-8BF9-C8BA2BCF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52196-2C94-4AA4-AAF8-AEF17C75C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F5EB5-217E-4144-9E60-879BB6E30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BA0576-E89D-4C7E-8524-AA2D486013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F1BDDA-9AC5-4E5C-B4E1-8898C9D04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ABF4D2-850D-4CE3-9D50-76FE3A8ED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98F4-F795-44BE-AE9B-BD50999449B1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37C93B-1F0B-4F84-818B-2581C2426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193F9C-7621-4B04-B3C2-A5B51482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DC8-F7A0-4BA2-B30F-B8F432577A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8829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8AEB7-D17E-4F5E-B5D5-DE1D4FC2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979B0C-F041-488C-A715-A9DC9B53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98F4-F795-44BE-AE9B-BD50999449B1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3B3FD-1D26-4D7E-86EC-23A0D923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D9E7D-4C5D-4CB5-BEEB-FEB67A82B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DC8-F7A0-4BA2-B30F-B8F432577A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606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64CD4-BFB2-410D-B7CE-C88D9ADE6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98F4-F795-44BE-AE9B-BD50999449B1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3DE3F3-898C-4CF3-ABBE-585CE2407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D0BCD-9827-42E8-8427-0D9A8DCA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DC8-F7A0-4BA2-B30F-B8F432577A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635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2FE3-AF1F-4D65-8D2C-C9DEC193D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847D-07B0-432D-81D0-F7912A519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62A2D-F902-4D57-A96A-7E86428A4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555D5-34F1-4841-8EAC-69F0392D9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98F4-F795-44BE-AE9B-BD50999449B1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DCF7D-D5C2-4FEE-876E-DB74C2157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6668E-4B13-4613-9C80-CB2B872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DC8-F7A0-4BA2-B30F-B8F432577A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5291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3278E-1A59-4107-A817-08902087D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00BB80-F4E5-4E89-BA0D-15610EC6C6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92DFA-9126-40F3-877B-A328C46DF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B09E7-F860-4ADC-8FFE-88AD591C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98F4-F795-44BE-AE9B-BD50999449B1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AF8A8-39E7-41F7-98E1-30DDE385E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09060-AA6E-4B1F-9C0E-F113EB71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DC8-F7A0-4BA2-B30F-B8F432577A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29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F47B-707B-4DD7-960E-C03BAF22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F5220-C447-413D-B2D6-F0662943F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70966-2E9E-4F3C-9199-6F16DA8E1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98F4-F795-44BE-AE9B-BD50999449B1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A6B08-057D-4E98-A924-255AFE5E2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D0666-94FA-40A5-931B-16EB13113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DC8-F7A0-4BA2-B30F-B8F432577A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9346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424DAC-A936-4E4C-AF20-FE827278B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98B17-845A-4B1F-B25E-B514FD42B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C3729-2BBC-4419-B92B-AB0724797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98F4-F795-44BE-AE9B-BD50999449B1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57125-54F8-4122-9E68-1E77B93DF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51F51-937F-42F9-8F5B-9C9DBE97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DC8-F7A0-4BA2-B30F-B8F432577A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354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0D732-8A19-439A-8F08-A2BCB070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DF895-3513-47AE-AFCA-1892506D2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39B3D-27EE-4D4E-9B84-BE2C801FD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198F4-F795-44BE-AE9B-BD50999449B1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46109-262B-419E-BB6D-1C98435DA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1D88F-DC52-4CCE-BDE9-6E0EC18EA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16DC8-F7A0-4BA2-B30F-B8F432577A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162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39F4-62A1-496D-8D5C-97AA3DBD9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1122363"/>
            <a:ext cx="11353800" cy="2387600"/>
          </a:xfrm>
        </p:spPr>
        <p:txBody>
          <a:bodyPr>
            <a:normAutofit/>
          </a:bodyPr>
          <a:lstStyle/>
          <a:p>
            <a:pPr algn="l"/>
            <a:r>
              <a:rPr lang="en-AU" sz="4400" dirty="0"/>
              <a:t>Topic: Linear Relationships </a:t>
            </a:r>
            <a:br>
              <a:rPr lang="en-AU" sz="4400" dirty="0"/>
            </a:br>
            <a:r>
              <a:rPr lang="en-AU" sz="4400" dirty="0"/>
              <a:t>EQ: How do you find a rule from a table?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273656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050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064757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634476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A315589-0617-4B32-8E7E-E28DB059A868}"/>
              </a:ext>
            </a:extLst>
          </p:cNvPr>
          <p:cNvSpPr txBox="1"/>
          <p:nvPr/>
        </p:nvSpPr>
        <p:spPr>
          <a:xfrm>
            <a:off x="5152685" y="3244334"/>
            <a:ext cx="456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2-column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2778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05">
            <a:extLst>
              <a:ext uri="{FF2B5EF4-FFF2-40B4-BE49-F238E27FC236}">
                <a16:creationId xmlns:a16="http://schemas.microsoft.com/office/drawing/2014/main" id="{859CAA98-287C-4AED-8D6D-14A7E8A33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CECEC"/>
              </a:clrFrom>
              <a:clrTo>
                <a:srgbClr val="ECECEC">
                  <a:alpha val="0"/>
                </a:srgbClr>
              </a:clrTo>
            </a:clrChange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5" y="1103314"/>
            <a:ext cx="5467350" cy="544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50" name="Oval 106">
            <a:extLst>
              <a:ext uri="{FF2B5EF4-FFF2-40B4-BE49-F238E27FC236}">
                <a16:creationId xmlns:a16="http://schemas.microsoft.com/office/drawing/2014/main" id="{86C9A3C6-56D5-4509-BED4-C63F8949C1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0" y="3755231"/>
            <a:ext cx="146050" cy="1460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852" name="Oval 108">
            <a:extLst>
              <a:ext uri="{FF2B5EF4-FFF2-40B4-BE49-F238E27FC236}">
                <a16:creationId xmlns:a16="http://schemas.microsoft.com/office/drawing/2014/main" id="{19F3E282-14E9-499C-B2AA-1A0BFB0955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5029200"/>
            <a:ext cx="146050" cy="1460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854" name="Oval 110">
            <a:extLst>
              <a:ext uri="{FF2B5EF4-FFF2-40B4-BE49-F238E27FC236}">
                <a16:creationId xmlns:a16="http://schemas.microsoft.com/office/drawing/2014/main" id="{14C872BE-0EFE-48D7-8074-2B80750B22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9400" y="4425950"/>
            <a:ext cx="146050" cy="1460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1856" name="Oval 112">
            <a:extLst>
              <a:ext uri="{FF2B5EF4-FFF2-40B4-BE49-F238E27FC236}">
                <a16:creationId xmlns:a16="http://schemas.microsoft.com/office/drawing/2014/main" id="{E5399686-DE5F-4A7E-BC77-A1C73C5BFB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438400"/>
            <a:ext cx="146050" cy="1460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860" name="Text Box 116">
            <a:extLst>
              <a:ext uri="{FF2B5EF4-FFF2-40B4-BE49-F238E27FC236}">
                <a16:creationId xmlns:a16="http://schemas.microsoft.com/office/drawing/2014/main" id="{0C4F4BE2-354F-4F94-8E54-93CFD6EAE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07874"/>
            <a:ext cx="7772400" cy="1200329"/>
          </a:xfrm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dirty="0"/>
              <a:t>Give the coordinates of each point:</a:t>
            </a:r>
            <a:endParaRPr lang="en-US" altLang="en-US" sz="48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2BAFED-EE1B-4924-B702-AF3F1956ED39}"/>
              </a:ext>
            </a:extLst>
          </p:cNvPr>
          <p:cNvSpPr/>
          <p:nvPr/>
        </p:nvSpPr>
        <p:spPr>
          <a:xfrm>
            <a:off x="4765675" y="2111315"/>
            <a:ext cx="37061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6D7350-A501-482C-85BA-6F1DFFEB8687}"/>
              </a:ext>
            </a:extLst>
          </p:cNvPr>
          <p:cNvSpPr/>
          <p:nvPr/>
        </p:nvSpPr>
        <p:spPr>
          <a:xfrm>
            <a:off x="7712260" y="3428146"/>
            <a:ext cx="33214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B163E-2949-45C7-B218-E242385BE6B9}"/>
              </a:ext>
            </a:extLst>
          </p:cNvPr>
          <p:cNvSpPr/>
          <p:nvPr/>
        </p:nvSpPr>
        <p:spPr>
          <a:xfrm>
            <a:off x="6683991" y="4098865"/>
            <a:ext cx="39305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D0D14E-54BF-465E-B2DF-C2D0BD33E1B6}"/>
              </a:ext>
            </a:extLst>
          </p:cNvPr>
          <p:cNvSpPr/>
          <p:nvPr/>
        </p:nvSpPr>
        <p:spPr>
          <a:xfrm>
            <a:off x="3950471" y="4702115"/>
            <a:ext cx="37542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55168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3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6" presetClass="entr" presetSubtype="4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3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7" presetID="16" presetClass="entr" presetSubtype="4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3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1" presetID="16" presetClass="entr" presetSubtype="4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3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50" grpId="0" animBg="1"/>
      <p:bldP spid="31852" grpId="0" animBg="1"/>
      <p:bldP spid="31854" grpId="0" animBg="1"/>
      <p:bldP spid="31856" grpId="0" animBg="1"/>
      <p:bldP spid="3186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064757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9D88E7F-B529-436A-AB32-8C6C74376AF3}"/>
              </a:ext>
            </a:extLst>
          </p:cNvPr>
          <p:cNvSpPr txBox="1"/>
          <p:nvPr/>
        </p:nvSpPr>
        <p:spPr>
          <a:xfrm>
            <a:off x="375279" y="2006445"/>
            <a:ext cx="19763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a linear relationship?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201D21-8C08-4734-B26E-0EFA97B93BFB}"/>
                  </a:ext>
                </a:extLst>
              </p:cNvPr>
              <p:cNvSpPr txBox="1"/>
              <p:nvPr/>
            </p:nvSpPr>
            <p:spPr>
              <a:xfrm>
                <a:off x="2475247" y="1915579"/>
                <a:ext cx="542094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AU" sz="2000" dirty="0"/>
                  <a:t>A linear equation produces a straight line. Linear equations are written in the form: </a:t>
                </a:r>
                <a:br>
                  <a:rPr lang="en-AU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201D21-8C08-4734-B26E-0EFA97B93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247" y="1915579"/>
                <a:ext cx="5420944" cy="1015663"/>
              </a:xfrm>
              <a:prstGeom prst="rect">
                <a:avLst/>
              </a:prstGeom>
              <a:blipFill>
                <a:blip r:embed="rId2"/>
                <a:stretch>
                  <a:fillRect l="-1125" t="-2994" r="-675" b="-3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C51B2E0-5107-4C73-A4D1-94E0C530B343}"/>
              </a:ext>
            </a:extLst>
          </p:cNvPr>
          <p:cNvSpPr txBox="1"/>
          <p:nvPr/>
        </p:nvSpPr>
        <p:spPr>
          <a:xfrm>
            <a:off x="8184232" y="2060848"/>
            <a:ext cx="3888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m?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r>
              <a:rPr lang="en-AU" dirty="0"/>
              <a:t>What is c?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064757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D201D21-8C08-4734-B26E-0EFA97B93BFB}"/>
              </a:ext>
            </a:extLst>
          </p:cNvPr>
          <p:cNvSpPr txBox="1"/>
          <p:nvPr/>
        </p:nvSpPr>
        <p:spPr>
          <a:xfrm>
            <a:off x="2475247" y="1915579"/>
            <a:ext cx="5420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Example: Find the linear equation from this table of values.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8707F3-FA78-4E70-A0CD-9A31C5687B50}"/>
              </a:ext>
            </a:extLst>
          </p:cNvPr>
          <p:cNvSpPr txBox="1"/>
          <p:nvPr/>
        </p:nvSpPr>
        <p:spPr>
          <a:xfrm>
            <a:off x="167194" y="2009745"/>
            <a:ext cx="2112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create a linear equation (or rule) from a table?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D056D2-0B2F-4CD7-A573-68C1418C183E}"/>
              </a:ext>
            </a:extLst>
          </p:cNvPr>
          <p:cNvSpPr/>
          <p:nvPr/>
        </p:nvSpPr>
        <p:spPr>
          <a:xfrm>
            <a:off x="2522219" y="3803646"/>
            <a:ext cx="54209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rgbClr val="00B050"/>
                </a:solidFill>
              </a:rPr>
              <a:t>Find the difference pattern in the y-values. This is the value of m.</a:t>
            </a:r>
          </a:p>
          <a:p>
            <a:pPr marL="342900" indent="-342900">
              <a:buAutoNum type="arabicPeriod"/>
            </a:pP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9A544E-888B-4DC3-ACCC-28EB17BEF1B7}"/>
              </a:ext>
            </a:extLst>
          </p:cNvPr>
          <p:cNvSpPr/>
          <p:nvPr/>
        </p:nvSpPr>
        <p:spPr>
          <a:xfrm>
            <a:off x="2476305" y="4931387"/>
            <a:ext cx="54209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2)  Work out what y would be when x = 0.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8E3847-F5C8-4989-B207-02BBFE50AD78}"/>
              </a:ext>
            </a:extLst>
          </p:cNvPr>
          <p:cNvSpPr txBox="1"/>
          <p:nvPr/>
        </p:nvSpPr>
        <p:spPr>
          <a:xfrm>
            <a:off x="9480248" y="3516315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57349EC-94CE-4230-BDBC-7F977B0C6C8B}"/>
              </a:ext>
            </a:extLst>
          </p:cNvPr>
          <p:cNvGraphicFramePr>
            <a:graphicFrameLocks noGrp="1"/>
          </p:cNvGraphicFramePr>
          <p:nvPr/>
        </p:nvGraphicFramePr>
        <p:xfrm>
          <a:off x="2493898" y="2618250"/>
          <a:ext cx="55012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25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5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F92D6EA-E5BA-4766-AC1E-682B4242C4FA}"/>
              </a:ext>
            </a:extLst>
          </p:cNvPr>
          <p:cNvSpPr txBox="1"/>
          <p:nvPr/>
        </p:nvSpPr>
        <p:spPr>
          <a:xfrm>
            <a:off x="3594990" y="3268620"/>
            <a:ext cx="2730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+3       +3      +3	</a:t>
            </a:r>
            <a:endParaRPr lang="en-AU" b="1" dirty="0">
              <a:solidFill>
                <a:srgbClr val="00B05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75A89-EEB1-4CE2-ACD0-59D138887A54}"/>
              </a:ext>
            </a:extLst>
          </p:cNvPr>
          <p:cNvSpPr txBox="1"/>
          <p:nvPr/>
        </p:nvSpPr>
        <p:spPr>
          <a:xfrm>
            <a:off x="2279576" y="3474207"/>
            <a:ext cx="150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x= 0, y = 2</a:t>
            </a:r>
            <a:endParaRPr lang="en-AU" b="1" dirty="0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22472EA-E6CA-4AC4-810C-EE1378792994}"/>
              </a:ext>
            </a:extLst>
          </p:cNvPr>
          <p:cNvCxnSpPr/>
          <p:nvPr/>
        </p:nvCxnSpPr>
        <p:spPr>
          <a:xfrm flipH="1">
            <a:off x="2993685" y="3307338"/>
            <a:ext cx="139361" cy="29189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96975D1-FBA8-49CD-8998-D249FC4662DE}"/>
              </a:ext>
            </a:extLst>
          </p:cNvPr>
          <p:cNvSpPr txBox="1"/>
          <p:nvPr/>
        </p:nvSpPr>
        <p:spPr>
          <a:xfrm>
            <a:off x="2968177" y="2980438"/>
            <a:ext cx="31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  <a:endParaRPr lang="en-AU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F0B594-5320-49EF-9680-225EF63E82B4}"/>
                  </a:ext>
                </a:extLst>
              </p:cNvPr>
              <p:cNvSpPr txBox="1"/>
              <p:nvPr/>
            </p:nvSpPr>
            <p:spPr>
              <a:xfrm>
                <a:off x="2606330" y="5632408"/>
                <a:ext cx="54606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linear equation form is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b="1" dirty="0">
                    <a:solidFill>
                      <a:srgbClr val="00B050"/>
                    </a:solidFill>
                  </a:rPr>
                  <a:t> </a:t>
                </a:r>
              </a:p>
              <a:p>
                <a:r>
                  <a:rPr lang="en-AU" dirty="0"/>
                  <a:t>so the linear equation is</a:t>
                </a:r>
              </a:p>
              <a:p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AU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F0B594-5320-49EF-9680-225EF63E8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330" y="5632408"/>
                <a:ext cx="5460609" cy="923330"/>
              </a:xfrm>
              <a:prstGeom prst="rect">
                <a:avLst/>
              </a:prstGeom>
              <a:blipFill>
                <a:blip r:embed="rId2"/>
                <a:stretch>
                  <a:fillRect l="-1006" t="-3974" b="-33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627B09A-1AC9-4B7C-9874-B4563A45080D}"/>
              </a:ext>
            </a:extLst>
          </p:cNvPr>
          <p:cNvSpPr txBox="1"/>
          <p:nvPr/>
        </p:nvSpPr>
        <p:spPr>
          <a:xfrm>
            <a:off x="2904142" y="2614361"/>
            <a:ext cx="31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0</a:t>
            </a:r>
            <a:endParaRPr lang="en-A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85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12" y="1340768"/>
            <a:ext cx="9073008" cy="459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032" y="158490"/>
            <a:ext cx="6761936" cy="342504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128" y="3748718"/>
            <a:ext cx="7735376" cy="7606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4674448"/>
            <a:ext cx="3216776" cy="8006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424" y="4667674"/>
            <a:ext cx="3987800" cy="673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568" y="5349727"/>
            <a:ext cx="17399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5695550"/>
            <a:ext cx="4320480" cy="88301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199" y="5741010"/>
            <a:ext cx="2012289" cy="9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0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9527" y="2502421"/>
            <a:ext cx="6763097" cy="1293028"/>
          </a:xfrm>
        </p:spPr>
        <p:txBody>
          <a:bodyPr>
            <a:normAutofit/>
          </a:bodyPr>
          <a:lstStyle/>
          <a:p>
            <a:r>
              <a:rPr lang="en-US" sz="5400" dirty="0"/>
              <a:t>Page 84 &amp; 85 MAWA</a:t>
            </a:r>
            <a:endParaRPr lang="en-AU" sz="5400" dirty="0"/>
          </a:p>
        </p:txBody>
      </p:sp>
    </p:spTree>
    <p:extLst>
      <p:ext uri="{BB962C8B-B14F-4D97-AF65-F5344CB8AC3E}">
        <p14:creationId xmlns:p14="http://schemas.microsoft.com/office/powerpoint/2010/main" val="703666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254</Words>
  <Application>Microsoft Office PowerPoint</Application>
  <PresentationFormat>Widescreen</PresentationFormat>
  <Paragraphs>61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Theme</vt:lpstr>
      <vt:lpstr>Topic: Linear Relationships  EQ: How do you find a rule from a table?</vt:lpstr>
      <vt:lpstr>PowerPoint Presentation</vt:lpstr>
      <vt:lpstr>Give the coordinates of each point:</vt:lpstr>
      <vt:lpstr>PowerPoint Presentation</vt:lpstr>
      <vt:lpstr>PowerPoint Presentation</vt:lpstr>
      <vt:lpstr>PowerPoint Presentation</vt:lpstr>
      <vt:lpstr>PowerPoint Presentation</vt:lpstr>
      <vt:lpstr>Page 84 &amp; 85 MAWA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Linear Relationships  EQ: How do you find a rule from a table?</dc:title>
  <dc:creator>Sarah James</dc:creator>
  <cp:lastModifiedBy>Sarah James</cp:lastModifiedBy>
  <cp:revision>1</cp:revision>
  <cp:lastPrinted>2020-03-16T06:06:42Z</cp:lastPrinted>
  <dcterms:created xsi:type="dcterms:W3CDTF">2020-03-16T01:39:41Z</dcterms:created>
  <dcterms:modified xsi:type="dcterms:W3CDTF">2020-03-17T02:56:20Z</dcterms:modified>
</cp:coreProperties>
</file>