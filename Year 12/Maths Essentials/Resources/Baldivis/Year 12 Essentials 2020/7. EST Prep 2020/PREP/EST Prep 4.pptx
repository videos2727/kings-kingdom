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642D5-DD91-4DC7-A273-053951961A38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E0B98-14D3-4AED-9935-FED214662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924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3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E48B-DD1E-4878-AB86-7AFFB3DEF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D1514-71CD-4E39-B34D-F160F9FD4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BADF9-3971-4743-8B01-032DB453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E1BFA-63FD-4986-8CDB-FDE4492F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A3A97-C174-41E7-8DA4-B098EAFA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31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2D2B-A681-47A8-8D2D-935B8F7F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31EC0-2450-4D6B-A24E-B937FA573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72403-8685-42DE-9912-30E19773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1CD9C-DAE2-4142-96AC-6CE3CC3D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14F7-FBDD-4B8E-A497-8DB417FA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8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EF6F-2A11-4627-8483-CA328638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5E6B-EC0E-4398-8E4E-819555165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92045-D40F-47E0-9E33-5250B456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1971-1C4E-4C9D-A3DC-3CF87E86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B4105-D1AA-4BA9-B6C0-8E89E1EE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92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3590-438D-4D19-8167-EFA4BBBD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06805-1E11-433B-B74B-E5D8B3A72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455EB-8ABE-4D66-8FAD-35469DB58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2728A-D6D1-4610-B76D-AB310959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6000A-7D07-4BA0-8161-7EEB1668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3785D-12D6-42C5-B48A-E6D27396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74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AEBF-18AA-4371-8153-6A19AAC3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0E45A-2D0A-4A25-968C-AFF5C6F52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2831F-CFAC-41D4-A847-C2BE61B68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62BCA-C711-4370-A0DE-F888E0705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F5163-15AE-422F-A12E-054020AB6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41070-6C24-4297-865D-4CE39891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05582-D90F-4257-9EE5-38564A5D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98E8F-6B2E-4144-9E12-825455BE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40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DC2F-52DD-4E9B-B612-FBE17392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21A4F-BE15-40A3-9177-F2772001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45306-4576-4CD6-A78D-BE15F731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C8DDF-CBE5-418C-93EF-40DE488C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92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A410F-B38B-4B07-9DE2-0F0C5AD4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E6E85-424B-4215-A6AD-60549B89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3A22C-1980-4FE7-A045-713A68B0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67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95EA-47DB-4B97-83B4-82BB59B0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80BE-7446-452F-B104-AB05EC62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7B7AA-EB2F-4AF0-9C57-C1FD2A9B5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6E68B-66AC-45F1-BC01-7CE9D9743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1E2C8-0B7C-40B5-AC85-121207DC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2AF5E-696C-4AF9-AD6B-A3BC81FE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36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0B63-B1DD-4763-BC24-59DA5D47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804C8-1E3E-47EE-95E3-3D0C241BE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C61F6-3D04-4443-9E12-AE5DEA4E4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0FC7F-1CEB-4509-8155-4CDF8797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76616-386D-454E-95DE-155057C9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456D2-F043-4577-B046-A75A52BE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78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2559-615A-4BBB-826C-6B214A37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E13AA-93C4-4501-8B5C-8163F0528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07D9D-2E2B-4DD8-A2DC-3C371968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C0F58-0BB1-4939-9704-3E670029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42AF6-FC3A-49B1-9DA2-49B52D78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25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3328A-7007-4626-951E-633D0FC7B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51F8D-D41B-4607-8E78-ABB8B1890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1CD94-A7FB-4D99-9016-A19EAF40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ED14-E54D-4B99-A8DE-0F029581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B8D50-9938-4DE7-A74B-7F5CB056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75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78B8E-5894-4B26-9739-A151F7B7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41207-E051-4FC8-9E16-A8F79669E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6F70-2B26-48AD-97A2-6B0A928D0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4313-DCF7-4F3D-89EA-8311301C863A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8D35-3892-46A9-BB66-798FD23D5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F80AD-DAE4-4D12-8B38-181ECF25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28F99-C5F0-498C-B9F5-33D375D86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77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520" y="126683"/>
            <a:ext cx="9144000" cy="838517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EST Preparation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6960" y="965200"/>
            <a:ext cx="9144000" cy="665162"/>
          </a:xfrm>
        </p:spPr>
        <p:txBody>
          <a:bodyPr>
            <a:normAutofit/>
          </a:bodyPr>
          <a:lstStyle/>
          <a:p>
            <a:r>
              <a:rPr lang="en-US" dirty="0"/>
              <a:t>EQ: Review Bivariate Data?</a:t>
            </a:r>
            <a:endParaRPr lang="en-AU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A6488-DC17-4575-8F70-CF7DE301029D}"/>
              </a:ext>
            </a:extLst>
          </p:cNvPr>
          <p:cNvSpPr txBox="1"/>
          <p:nvPr/>
        </p:nvSpPr>
        <p:spPr>
          <a:xfrm>
            <a:off x="9331960" y="200579"/>
            <a:ext cx="1778000" cy="258532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Get your EST tick list. Always have this with you . You will be responsible for filling in notes that you may need for your notes page</a:t>
            </a: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9E544D-385F-41B0-B3D2-013C4B3DC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73111"/>
              </p:ext>
            </p:extLst>
          </p:nvPr>
        </p:nvGraphicFramePr>
        <p:xfrm>
          <a:off x="650240" y="2921222"/>
          <a:ext cx="10515600" cy="35825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700820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</a:rPr>
                        <a:t>Bivariate scatterplots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describe the patterns and features of bivariate data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describe the association between two numerical variables in terms of direction (positive/negative), form (linear/non-linear) and strength(strong/moderate/weak)</a:t>
                      </a:r>
                      <a:endParaRPr lang="en-AU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AU" sz="1100" dirty="0">
                          <a:effectLst/>
                        </a:rPr>
                        <a:t>Trend lines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identify the dependent and independent variable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fit a trend line by eye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interpret relationships in terms of the variables, for example, describe trend as increasing or decreasing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use the trend line to make predictions, both by interpolation and extrapolation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recognise the dangers of extrapolation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distinguish between causality and association through examples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935" marR="114935" marT="0" marB="0"/>
                </a:tc>
                <a:extLst>
                  <a:ext uri="{0D108BD9-81ED-4DB2-BD59-A6C34878D82A}">
                    <a16:rowId xmlns:a16="http://schemas.microsoft.com/office/drawing/2014/main" val="1376574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Review Bivariate Data?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9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Worksheet. </a:t>
            </a:r>
          </a:p>
          <a:p>
            <a:r>
              <a:rPr lang="en-AU" sz="2800" b="1" dirty="0"/>
              <a:t>-</a:t>
            </a:r>
            <a:r>
              <a:rPr lang="en-AU" b="1" dirty="0"/>
              <a:t>Work individually </a:t>
            </a:r>
          </a:p>
          <a:p>
            <a:r>
              <a:rPr lang="en-AU" b="1" dirty="0"/>
              <a:t>- Be prepared to share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6CC9B-3683-42AA-89E9-708EA145D949}"/>
              </a:ext>
            </a:extLst>
          </p:cNvPr>
          <p:cNvSpPr txBox="1"/>
          <p:nvPr/>
        </p:nvSpPr>
        <p:spPr>
          <a:xfrm>
            <a:off x="2526894" y="1924664"/>
            <a:ext cx="9663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Work through the “Bivariate Data Revision” worksheet (30min)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2. Be prepared to share responses and ask questions when you are unsure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3. Use your EST tick list to add notes/hints/examples  (15 mins)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6191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204</Words>
  <Application>Microsoft Office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Chalkboard</vt:lpstr>
      <vt:lpstr>Office Theme</vt:lpstr>
      <vt:lpstr>Topic: EST Preparation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EST Preparation</dc:title>
  <dc:creator>Sarah James</dc:creator>
  <cp:lastModifiedBy>Sarah James</cp:lastModifiedBy>
  <cp:revision>1</cp:revision>
  <dcterms:created xsi:type="dcterms:W3CDTF">2020-06-02T14:44:59Z</dcterms:created>
  <dcterms:modified xsi:type="dcterms:W3CDTF">2020-06-02T14:52:32Z</dcterms:modified>
</cp:coreProperties>
</file>