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3" r:id="rId4"/>
    <p:sldId id="264" r:id="rId5"/>
    <p:sldId id="265" r:id="rId6"/>
    <p:sldId id="266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1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4:05:36.301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20302 8608 806 0,'0'0'17'0,"6"-5"4"0,-1 5 1 0,7 0 2 0,-1 0-24 0,-5 0 0 15,-6 0 0-15,17 0 0 0,-6-5 0 0,6 5 0 16,-5 0 0-16,5 5 0 0,-6-5 56 0,6 0 6 16,1 5 2-16,-1 0 0 0,0 0-52 0,0 0-12 15,0 0 0-15,0 5 0 0,0-5 0 0,0 0 0 16,0 0 0-16,0 1 0 0,0-1 0 0,1-5 0 16,4 0 0-16,-5 5 0 0,1-5 0 0,-1-5 0 15,5 5 0-15,1 0 0 0,6 0 54 0,-6-5 8 16,5 5 2-16,0-6 0 0,-5 6-52 0,6-5-12 15,5 0 0-15,-6 0 0 0,12 5 0 0,0 0 0 16,0 0 0-16,0 0 0 0,-6 0 0 0,6 5 0 16,0 0 0-16,0-5 0 0,-6 0 54 0,6-5 8 0,-6 5 2 0,0 0 0 15,6 0-52-15,0 5-12 0,-6-5 0 0,6 0 0 16,0 0 0-16,6 0 0 0,-7 0 0 0,7 0 0 16,-6 0 0-16,5-5 0 0,-5 0 0 0,6 5 0 15,0 0 0-15,-1 0 0 0,1 5 0 0,-6-5 0 16,-1 0 0-16,1 5 0 0,-5 0 0 0,4 1 0 15,-4-12 0-15,5 6 0 0,-6 6 0 0,6-1 0 16,-1-5 0-16,1 0 0 0,6 5 0 0,0-5 0 16,-1 5 0-16,1-5 0 0,-6 5 0 0,5-5 0 15,6-5 0-15,1 5 0 0,-12 0 0 0,5 0 0 16,1 0 0-16,-1 0 0 0,-5 0 0 0,0 0 0 16,6 0 26-16,-12 0 2 0,6-5 1 0,0 5 0 15,0 0-46-15,5 0-10 0,1 0-1 16,-6 0-1-16,-1 5 29 0,1 0 0 0,6-5 0 0,11 0 0 0,-6 5 0 15,0 0 0-15,-5-5 0 0,5 5 0 16,-5 0 0-16,5 0 0 0,-11-5 0 0,6 0 0 0,-6 0 0 0,5 0 0 16,-5 0 0-16,6 5 0 0,-7-5 0 0,1 0 0 15,6 0 0-15,-6 0 0 0,-12 5 0 0,6 0 0 16,6 0 0-16,6 0 0 0,-6 0 25 0,5 1 11 16,-5-1 3-16,12 0 0 0,-7 0-11 0,-5-5-3 15,6 0 0-15,-6 5 0 0,-6-5-25 0,-6 0-9 16,1 0 0-16,5 0 0 0,-6 0 9 0,12 5 0 15,-6-5 0-15,6 0 0 0,-6 0 0 0,23 0 0 16,-11-5 8-16,5 5-8 0,1 0 8 0,-7 0-8 0,6 0 8 16,-5 0-8-16,0-5 0 0,-6 5 0 0,5-5 0 15,-5 0 8-15,0 10-8 0,0-5 0 0,0 0 0 0,-12 0 0 16,6 0 0-16,6 0 0 0,0 0 0 0,6 0 0 16,-1 0 0-16,-5 0 0 0,11 0 0 0,6 0 0 15,-11 0 12-15,0 5 2 0,-1-5 0 0,6-5 0 16,-11 5-22-16,0 0-5 0,0-5-1 0,0 5 0 15,-6 0 14-15,6 5 0 0,-6 0 0 0,0-5 0 16,6-5 0-16,-6 0 0 0,-5 5 0 0,5 0 0 16,-5-5 0-16,5 10 0 0,0-10 0 0,-11 5 0 15,0 0 15-15,-6 0 5 0,5 0 2 0,1 5 0 16,-11-5-8-16,5 0-2 0,0-5 0 0,-6 5 0 16,1 5-4-16,-7-5 0 0,-5 0-8 0,0 0 12 0,0 0-3 15,0 0-1-15,0 0 0 0,0 0 0 0,0 0 0 0,0 0-8 16,0 0 12-16,0 0-4 0,0 0-8 0,0 0 0 15,0 0 0-15,0 0 0 0,0 0 0 0,0 0 0 16,0 0 0-16,-11 5 0 0,-6 0 0 0,5 0 0 16,12-5 0-16,-17 5 0 0,0-5 0 0,-6 0 0 15,6 0 0-15,-5 5 0 0,4-5 0 0,-4 5 0 16,-7 0 0-16,6-5 8 0,-5 0-8 0,5 0 0 16,-5 0 0-16,5 0 0 0,-6 0 0 0,1 0 0 15,-1-10 0-15,1 10 0 0,-1 5 0 0,1-5 0 16,-6 0 0-16,0 0 0 0,-1 0 0 0,-5 5 0 15,1-15 0-15,4 10 0 0,1 5 0 0,0 0 0 16,-6-5 0-16,0 0 0 0,0 0 0 0,1 5 0 0,-1-5 0 16,0 0 0-16,0 0 0 0,6 0 0 0,-6 0 0 15,6 5 8-15,-1-5-8 0,7 5 0 0,-6 0 0 0,0-5 8 16,5-5-8-16,-5 5 8 0,-6 0-8 0,0 0 8 16,-5-5-8-16,5 5 0 0,0-5 9 0,0 5-9 15,-6-5 0-15,6 5 0 0,-5-5 0 0,5 0-12 16,0 0 12-16,12 5 0 15,-1-5 0-15,1 5 0 0,-7 0 0 0,1 0 0 0,6 0 0 0,-6 0 0 16,-6-5 0-16,-6 5 0 0,0-5 0 0,7 5 0 16,-7 0 0-16,-5 0 0 0,5-5 0 0,-5 5 0 15,0 5 16-15,-1-5 4 0,-5-5 2 0,6 5 0 16,0 5-35-16,0 0-7 0,5-5-2 0,12 0 0 16,0 0 22-16,-1 0 0 0,1-5 0 0,-6 5 0 15,0-5 0-15,1 5 0 0,-7-5 0 0,-11-1 0 16,-6 1 0-16,6 5 0 0,12 0 0 0,-7 0 0 0,1-5 0 15,0 5 0-15,0 0 0 0,5 5 0 0,-5-5 0 16,5 5 0-16,6-5 0 0,0 6 0 0,-5-6 0 0,5 5 0 16,-6-5 0-16,6 0 0 0,-5 0 0 0,-1 0 0 15,-11-5 0-15,0-1 0 0,6 6 0 0,0 0 0 16,0-5 0-16,5 5 0 0,-5 0 0 0,-1 5 0 16,1-5 0-16,0 0 0 0,5 0 0 0,1 0 0 15,-1-5 0-15,0 5 0 0,1 0 0 0,-1 0 0 16,1 5 0-16,5-10 0 0,-11 0 0 0,5 0 0 15,0 0 0-15,1 5 0 0,5 0 0 0,0-5 0 16,-6 0 0-16,7 5 0 0,-1 0 0 0,0-5 0 16,-6 5 0-16,12 0 0 0,0-5 0 0,-6 0 0 0,6 0 0 15,0 0 0-15,-6 5 0 0,6 0 0 0,-6 0 0 0,0 0 0 16,6 0 0-16,-6 0 0 0,0 0 0 0,-6 5 0 16,12-5 0-16,-6 5 0 0,0-5 0 0,6 0 0 15,6 0 0-15,5 0 0 0,-11 5 0 0,5 0 0 16,1-10 0-16,-1 5 0 0,1 0 0 0,5 5 0 15,-6-5 47-15,1 5 13 0,5 0 4 0,-5-5 0 16,5 0-52-16,0 5-12 0,0-5 0 0,0 0 0 16,6 0 0-16,0-5 0 0,0 5 0 0,0 0 0 15,0 5-48-15,6-5-13 0,-1 0-3 16,7 0 0-16,-7 0 52 0,6 0 12 0,-5-5 0 0,5 5 0 16,6 0 0-16,0 0 0 0,-5 0 0 0,5 0 0 15,0 0 48-15,0 0 13 0,0 0 3 0,0 0 0 16,-12 0-52-16,12 0-12 0,0 0 0 0,0 0 0 15,0 0 0-15,0 0 0 0,0 0 0 0,0 0 0 0,0 0 0 16,0 0 0-16,0 0 0 0,0 0 0 0,0 0 0 0,17 0 0 16,0-5 0-16,1 10 0 0,-1-5 0 0,0 0 0 15,5-5 0-15,7 5 0 0,-6 0 0 0,11-5 0 16,-6 0 0-16,7 0 0 0,5 5 0 0,-6 0 0 16,6-5 0-16,-1 5 0 0,7 0 0 0,5 0 0 15,1 0 0-15,5 0 0 0,5-5 0 0,1 5 0 16,-6 0 0-16,6 0 0 0,-1 0 0 0,7 0 0 15,-1 0 0-15,0-5 0 0,1 0 0 0,5 0 0 16,6 0 0-16,-6 5 0 0,0 0 0 0,0 0 0 16,-6-6 0-16,1 6 0 0,5 0 0 0,-6-5 0 15,6 0 0-15,-6 5 0 0,7-5 0 0,-1 5 0 0,0 0 0 16,5 0 0-16,1 0 0 0,-6 0 0 0,0 5 0 0,-11-5 0 16,0 5 0-16,5-5-10 0,6 0 10 0,0 0-12 15,0 0 12-15,12 5 9 0,-1-5-1 0,1 6-8 16,-7-1 0-16,-4 5 0 0,-7 0-12 0,0-5 3 15,1-5 9-15,-1 0 0 0,6 0 10 0,-11 5-10 16,-1-5 0-16,7 5 0 0,5-5 0 0,0 0 0 16,6 5 0-16,-6-5 0 0,-12 0 0 0,1 0 0 15,-17 0 0-15,5 0 0 0,-5-5 11 0,5 5-11 16,0 0 0-16,6-5 0 0,0 0 0 0,6 0-9 16,-1 5 9-16,1 0 0 0,0 0 0 0,-6 0 0 15,0 0 0-15,0 0 0 0,-6-5 9 0,6 5-9 16,-6 0 0-16,1 5 0 0,5 0 0 0,-1-5 0 15,-4-5 0-15,-1 0 0 0,0 5 0 0,-5 0-9 16,-1 0 9-16,1 0 0 0,-6 0 10 0,0 5-10 0,-6-5 0 16,6 0 0-16,-6 0 0 0,0 0 0 0,0 5 0 0,1-5 0 15,-13 0 0-15,7 0-10 0,-1 5 10 0,-5 0 0 16,0-5 10-16,0 0-10 0,5 5 0 0,-11-5 0 16,0 0 0-16,1 5 0 0,-1 0 0 0,-6-5 0 15,0 0 0-15,1 0 0 0,-12 0 0 0,0 0 0 16,6 5 0-16,-6-5-10 0,0 0 10 0,0 0 0 15,0 0 0-15,0 0 0 0,-12 5 0 0,1 0 0 16,-6 0 9-16,5-5-9 0,1 0 0 0,-6-5 0 16,5 5 0-16,-10 0-12 0,4-5 12 0,-4 0 0 15,-1 0 0-15,0 5 0 0,-11 0 0 0,5 0 0 16,-5-5 0-16,-6 5 0 0,-5-5 0 0,-1 0 0 0,6 0 9 0,-11 0-9 16,-6 5 0-16,-6-5 0 0,1 0 0 0,5 5 0 15,-6 0 0-15,0-5-8 0,-5 0 8 0,-6 0 0 16,0-6 0-16,-12 1 0 0,7 0 0 0,-1 5 0 15,6-5 0-15,0 5 0 0,5 0 0 0,7 5 0 16,-1-10 0-16,6 5 0 0,-6 5 11 0,-5-5-11 16,-12 0 0-16,6 0 0 0,0-1 0 0,0 6 0 15,-6 6 0-15,6-12 0 0,6 6 0 0,-1 6 0 16,1-6 0-16,0 0 0 0,-1 0 0 0,-5 0 0 16,-6 0 0-16,6 0 0 0,0 0 0 0,-5 0 0 15,4 0 0-15,1 5 0 0,6 0 0 0,0 0-9 16,11 0 9-16,0 0 0 0,-6 0 10 0,6 0-10 15,-11 0 0-15,5 0 0 0,-5 0 0 0,-1 0 0 0,7-5 0 16,-1 5 0-16,-5 0 0 0,-1 0 0 0,6 0 0 16,1-5 0-16,-7 11 0 0,12-11 0 0,-5 0 0 0,-1 5 0 15,0-5 0-15,1 0 0 0,-7 0 0 0,7 0 0 16,-1-5 0-16,6 0 0 0,-6 10 0 0,1 0 0 16,5-5 0-16,0 0 0 0,0 0 0 0,0-5 0 15,6 5 0-15,-6 0 0 0,0-5 0 0,5 5 0 16,-5 0 0-16,0-6 0 0,0 6 0 0,0 0 0 15,6 6 0-15,6-6 0 0,-7-6 0 0,7 6 0 16,-1 0 0-16,0 0 0 0,1 0 0 0,5 0 0 16,0 0 0-16,0 6 0 0,0-6 0 0,0 5 0 15,1-5 0-15,4 0 0 0,-4 5 0 0,10-5 0 16,1-5 0-16,-7 5 0 0,7 10 0 0,-1-5 0 0,7-10 0 16,-1 10 0-16,6 0 0 0,0 0 0 0,0-5 0 0,-1 0 0 15,13 0 0-15,-7 5 0 0,12-5 0 0,-11 0 0 16,5 0 0-16,6 0 0 0,0 0 0 0,0 0 0 15,0 0 0-15,0 0 0 0,0 0 0 0,0 0 0 16,0 0 0-16,0 0 0 0,0 0 0 0,6 10 0 16,-6-10 0-16,17 5 0 0,-6 0 0 0,7 0 0 15,4 0 0-15,-5-5 0 0,0 0 0 0,6 0 0 16,0 5 0-16,0 6 0 0,0-11 0 0,5 0 0 16,1 0 0-16,-1 0 0 0,1-6 0 0,5 6 0 15,0 0 0-15,6 0 0 0,-6 0 0 0,12-5 0 16,-1 5 0-16,1 0 0 0,-1 0 0 0,12-5 0 15,6 0 0-15,5 0 0 0,6 5 0 0,1 0 0 0,-7 0 0 16,6 0 0-16,0 0 0 0,6 0 0 0,0-5 0 16,-1 0 0-16,7 5 0 0,-1 0 0 0,6 0 0 15,-5 0 0-15,-6 0 0 0,5-5 0 0,-11 5 0 16,12 0 0-16,-1-5 0 0,6 0 0 0,-11 5 0 0,11-10 0 16,12 0 0-16,-6 5 0 0,-6 5 0 0,-11 0 0 15,5-5 0-15,-5-1 0 0,5 6 0 0,-5-5 0 16,11 0 0-16,-5 5 0 0,11-5 0 0,-6 5 0 15,-11 0 0-15,-1 0 0 0,1 0 0 0,-6 0 0 16,0 0 0-16,6-5 0 0,-6 0 0 0,6 5 0 16,17-5 0-16,-12 5 0 0,1-5 12 0,-7 5-4 15,1-5-8-15,-23 5 12 16,6 0-12-16,-1-5-8 0,1 5 8 0,6-5-13 0,5 5 13 0,-6 0 0 0,6-5 0 16,23 0 0-16,-17 10 0 0,-6-5 0 0,0 0 0 0,-12 0 0 15,1 0 0-15,0 0 0 0,0 0 0 0,-1 0 0 16,1 0 0-16,0 5 0 0,-1-5 0 0,1 5 0 15,-6 0 0-15,-17-5 0 0,0 10 0 0,5-10 0 16,-5 5 0-16,-6-5 0 0,0 5 0 0,1 0 0 16,-7 0 0-16,12 0 0 0,-6 0 0 0,-5-5 0 15,-1 0 0-15,-11 0 0 0,0 0 0 0,0 6 0 16,1-6 0-16,-7 0 0 0,0-6 0 0,-11 6 0 16,0 0 0-16,0 0 0 0,0 0 0 0,0 0 0 15,0 0-54-15,0 0-8 16,0 0-2-16,0 0-546 0,0 0-110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4:05:52.969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20593 16113 806 0,'0'0'17'0,"0"0"4"0,0 0 1 0,0 0 2 0,0 0-24 0,0 0 0 16,0 0 0-16,0 0 0 0,0 0 56 0,0 0 6 15,0 0 2-15,0 0 0 0,0 0 0 0,0 0 0 16,0 0 0-16,0 0 0 0,0 0 0 0,0 0 0 15,0 0 0-15,0 0 0 0,0 0-52 0,0 0-12 16,11 0 0-16,6 5 0 0,0-5 0 0,0 0 0 16,0 0 0-16,6 0 0 0,0 0 0 0,5 0 0 0,1-5 0 0,5 5 0 15,6-5 54-15,-6 5 8 0,0 0 2 16,1-5 0-16,10 5-52 0,6 0-12 16,1 0 0-16,-7 5 0 0,12-5 54 0,-5 0 8 0,-1 0 2 0,6 0 0 15,-6 0-52-15,6 5-12 0,0-10 0 0,6 5 0 16,-1 0 0-16,1-5 0 0,0 5 0 0,-1-5 0 15,1 5 0-15,5 0 0 0,-5 0 0 0,0 0 0 16,-6 0 0-16,0 0 0 0,0 0 0 0,0-6 0 16,5 6 0-16,-5 0 0 0,6-5 0 0,0 5 0 15,-1 0 0-15,-5 0 0 0,6 0 0 0,11 0 0 16,-6 0 0-16,-5-5 0 0,0 5 0 0,-6 0 0 16,-6 0 0-16,12 0 0 0,-12-5 0 0,12 5 0 15,-6-5 0-15,-6 5 0 0,0 0 0 0,-5 5 0 0,5-5 54 16,-5 0 8-16,-1 0 2 0,1 0 0 0,-6 5-52 15,-6-5-12-15,6 0 0 0,0 5 0 0,-6-5 0 0,0 5 0 16,0-5 0-16,6 0 0 0,-6 0 0 0,1 0 0 16,-1-5 0-16,6 5 0 0,-1 0 0 0,1 0 0 15,0 0 0-15,0 0 0 0,0-5 0 16,-6 5 0-16,6 0 0 0,-11 0 0 0,-7 0 0 0,1 0 0 16,0 0 0-16,0 0 0 0,0 0 0 0,-6 0 0 15,5 0 0-15,-4-5 0 0,-7 5 0 0,6 0 0 16,-6-5 0-16,6 5 0 0,-5 0 0 0,5 0 0 15,-6 0 0-15,1 0 0 0,-1 0 0 0,1 0 0 16,5-5 0-16,0 5 0 0,-6 0 0 0,-11 0 0 16,12 5 0-16,-12-5 0 0,11 0 0 0,0 0 0 15,-11 0 0-15,0 0 0 0,0 0 0 0,0 0 0 0,0 0 0 0,0 0 0 16,0 0 0-16,0 0 0 0,0 0 0 0,0 0 0 16,0 0 54-16,0 0 8 0,0 0 2 0,0 0 0 15,-17 0-52-15,6 0-12 0,-6 0 0 0,5 0 0 16,-5 0 0-16,6 0 0 0,-12 0 0 0,6 0 0 15,-6 0 0-15,0 0 0 0,1 0 0 0,5 0 0 16,-6 0 0-16,0 0 0 0,-6 0 0 0,1 0 0 16,-1 0 0-16,-5 0 0 0,-6 0 0 0,6 0 0 15,0 0 0-15,0 5 0 0,-6-5 0 0,6 5 0 16,-6-5 0-16,6 0 0 0,-6 0 0 0,0 0 0 16,6-5 0-16,-6 5 0 0,-11 0 0 0,-1-5 0 15,1 5 0-15,0 0 0 0,-1 0 0 0,7-5 0 16,-6 0 0-16,-1 5 0 0,1 0 0 0,-6 0 0 15,11 0 0-15,-5 0 0 0,0-5 0 0,5 5 0 16,-5 0 0-16,5-5 0 0,-5 0 0 0,-6 0 0 0,0 0 0 16,0 0 0-16,0 0 0 0,0 0 0 0,6 5 0 0,0 0 0 15,-6-5 0-15,5 5 0 0,1-6 0 0,0 6 0 16,0-5 0-16,5 5 0 0,-5-5 0 0,5 0 0 16,-5 5 0-16,0 0 0 0,-1-5 0 0,-5 5 0 15,0 0 0-15,6 0 0 0,-6 0 0 0,6 0 0 16,0 0 0-16,-6 0 0 0,5 0 0 0,7 5 0 15,-1-5 0-15,1 5 0 0,5-5 0 0,0-5 0 16,-6 5 0-16,1 0 0 0,5-5 0 0,0 5 0 16,-6 0 0-16,-5 0 0 0,11 0 0 0,-5 5 0 15,-7-5 0-15,7 5 0 0,5 0 0 0,0 0 0 16,-6 6 0-16,12-6 0 0,0 0 0 0,0 5 0 16,5-5 0-16,1 0 0 0,-1 0 0 0,1 0 0 15,5 0 0-15,0 0 0 0,6-5 0 0,-6 5 0 0,6-5 0 0,0 0 0 16,6 0 0-16,-1 0 0 0,-5 0 0 0,6-5-1072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4:05:54.868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24644 13029 1036 0,'0'0'23'0,"0"0"5"0,-12-5 0 0,1 5 1 0,11 0-29 0,-11-5 0 0,-7 0 0 0,7 0 0 0,11 5 0 0,-11 0 0 15,-1-6 0-15,1 1 0 0,11 5 0 0,0 0 0 16,-12-5 0-16,12 5 0 0,-11 0 57 0,11 0 6 16,-6 0 1-16,-5 0 0 0,0 0 0 0,11 0 0 15,0 0 0-15,0 0 0 0,0 0-52 0,0 0-12 16,0 0 0-16,0 0 0 0,11 0 54 0,0 5 8 15,6-10 2-15,1 5 0 0,4-5-52 0,7 5-12 16,-1-5 0-16,1 5 0 0,-1-5 0 0,12 0 0 16,-6 0 0-16,6 0 0 0,0 0 54 0,0 0 8 15,0 5 2-15,0-5 0 0,5 0-52 0,7 0-12 16,-1 0 0-16,0-1 0 0,6 12 0 0,-6-6 0 16,-5-6 0-16,11 6 0 0,-6 0 0 0,1 0 0 0,5 0 0 15,-6 0 0-15,0 0 0 0,0 6 0 0,1-6 0 0,-1 5 0 16,0-5 0-16,6 0 0 0,6 0 0 0,-6-5 0 15,6 5 0-15,-6-6 0 0,-6 6 0 0,0-5 0 16,6 5 0-16,-11 0 0 0,-1 0 0 0,1 0 0 16,-6 0 37-16,0 0 5 0,-6 0 1 0,-6 0 0 15,6 0-23-15,-5 5-4 0,-6 1 0 0,-6-1-1 16,6-5-2-16,-6-5 0 0,-6 5 0 0,-11 0 0 16,11 0 1-16,-11 0 0 0,0 0 0 0,0 0 0 15,0 0-3-15,12 0-1 0,-1 5 0 0,-11-5 0 16,0 0-10-16,0 0 10 0,12 0-10 0,-12 0 10 15,0 0-10-15,0 0 0 0,0 0 0 0,0 0 8 16,0 0-8-16,0 0 0 0,0 0 9 0,0 0-9 16,0 0 14-16,0 0-2 0,0 0 0 0,0 0 0 15,-12 0-3-15,1 0-1 0,-6 5 0 0,5-5 0 16,-5 0-8-16,0 5 0 0,0-5 9 0,0 0-9 0,-6 0 0 0,0-5 0 16,1 0 0-16,-7 0 0 0,6 5 0 0,-11 0 0 15,6-6 0-15,-7 1 0 0,1 5 0 0,-6 0 0 16,6-5 0-16,0 5 0 0,-12-5 0 0,7 0 0 15,-1 5 0-15,-6-5 0 0,6 5 0 0,0 0 0 16,0 5 0-16,1-5 0 0,-1 0 0 0,6 0 0 16,-6 0 0-16,5 5 0 0,1-5 0 0,-6 5 0 15,6 0 0-15,-6-5 0 0,0 0 0 0,1 0 0 16,-1 0 0-16,0 5 0 0,0-5 0 0,0 6 0 16,-6-6 0-16,7 5 0 0,-1-5 0 0,5 5 0 15,-4-5 0-15,4 5 0 0,1-5 0 0,6 0 0 0,-6 0 0 16,5 0 0-16,1 0 0 0,-7 0 0 0,13 0 0 0,-7 5 0 15,1 0 0-15,-1-5 0 16,-5-5 0-16,5 5 0 0,1 5 0 0,-6-5 0 16,5 0 0-16,1 0 0 0,-1 0 0 0,6 5 0 0,1-5 0 0,-1 0 0 15,6 0 0-15,0 0 0 0,-6-5 0 0,12 5 0 16,5 0 0-16,-6 0 0 0,12 0 0 0,0 0 0 16,0 0 0-16,0 0 0 0,0 0 0 0,0 0 0 15,0 0 0-15,0 0 0 0,0 0 0 0,18 0 0 16,-7-5 0-16,12 5 0 0,0 0 0 0,5 0 0 15,-5 0 0-15,11 0 0 0,0-5 0 0,6 5 0 16,0 0 0-16,0 0 0 0,5 5 0 0,1-5 0 16,5-5 0-16,6 5 0 0,17 0 0 0,0 0 0 15,6 0 0-15,0 0 0 0,0-5 0 0,-6 5 0 0,0 5 0 16,0-5 0-16,0 0 0 0,0 0 0 0,0 0 0 16,0 0 0-16,6-5 0 0,-12 5 0 0,-5-5 19 0,0 5-1 15,5-5 0-15,-11 5 0 0,-6 0-29 0,1 0-5 16,-7 0-2-16,-5 0 0 0,-6 5 18 0,0 0 0 15,-5 0 0-15,-1 0 0 0,1 0 0 0,-12-5 0 16,6 5 0-16,-6 0 0 0,-6-5 0 0,1 5 0 16,-12-5 0-16,11 0 0 0,0 0 15 0,-11 0 6 15,0 0 2-15,6 10 0 0,-6-10-37 0,0 0-7 16,0 0-2-16,0 0 0 0,0 0 39 0,0 0 8 16,0 0 2-16,-11 5 0 0,-1 0 10 0,1 0 1 15,-6-5 1-15,0 0 0 0,5 0-30 0,-5 0-8 0,-6 0 0 16,6 0 0-16,-11 0 0 0,5 0 0 0,-5 0 0 0,-7-5 0 15,-4 5 0-15,-1-10 0 0,-12 5 0 0,7 0 0 16,-6 0 0-16,-1 0 0 0,-10 0 0 0,5 0 0 16,-12 0 0-16,1 5 0 0,11-5 0 0,-6 5 0 15,1 0 0-15,5 0 0 0,-12 0 0 0,1 0 0 16,-6 0 0-16,5 0 0 0,-5 0 0 0,6 0 0 16,11 0 0-16,-6 0 0 0,12 0 0 0,0 0 0 15,5 5 0-15,6-5 0 0,6-5 0 0,0 5 0 16,5 0 0-16,1 0 0 0,11-5 0 0,-6 5 0 15,6 0-50-15,0-5-11 16,5 5-3-16,1 0 0 0,0 0 0 0,11 0 0 16,0 0 0-16,0 0-614 0,0 0-123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4:06:46.565"/>
    </inkml:context>
    <inkml:brush xml:id="br0">
      <inkml:brushProperty name="width" value="0.08819" units="cm"/>
      <inkml:brushProperty name="height" value="0.35278" units="cm"/>
      <inkml:brushProperty name="color" value="#7030A0"/>
      <inkml:brushProperty name="tip" value="rectangle"/>
      <inkml:brushProperty name="rasterOp" value="maskPen"/>
    </inkml:brush>
  </inkml:definitions>
  <inkml:trace contextRef="#ctx0" brushRef="#br0">26792 8750 781 0,'0'0'34'0,"0"0"8"0,0 0-34 0,0 0-8 0,0 0 0 0,0 0 0 15,0 0 48-15,0 0 8 0,0 0 2 0,0 0 0 16,0 0-11-16,0 0-3 0,0 0 0 0,0 0 0 16,0 0-17-16,0 0-4 0,0 0-1 0,0 0 0 15,0 0 3-15,11 10 1 0,-5 0 0 0,-6-10 0 16,0 0 16-16,0 15 3 0,0-5 1 0,6 5 0 16,-6 1-2-16,0-1 0 0,0 10 0 0,0-5 0 15,-6 1-16-15,6 9-3 0,0-5-1 0,0 6 0 16,0 4-8-16,0 6-3 0,0-1 0 0,0 1 0 15,6-1-2-15,-6 1-1 0,5-6 0 0,1 6 0 0,-6 4 6 0,6 1 0 16,-1-6 1-16,1 1 0 0,-6 4-1 16,0 1-1-16,6-5 0 0,-6 4 0 0,0 6-6 0,5 4-1 15,1-4 0-15,0 5 0 0,-6 0-8 0,0-1 0 16,6 1 0-16,-6-5 0 0,0-6 0 0,5 6 0 16,-5-1 0-16,6-4 0 0,0 5 27 0,-1-6 3 15,-5 1 1-15,6-1 0 0,0 1-23 0,-1 5-8 16,1 4 0-16,-6 1 0 0,6 0 14 0,-1-1-3 15,1-4-1-15,-6 0 0 0,6-6 6 0,-6 1 2 16,6-1 0-16,-6 1 0 0,0-5-6 0,0 4-2 16,0-4 0-16,5-1 0 0,-10 1-10 0,5-1-9 0,5 6 9 15,-5-1-13-15,0 1 13 0,0-1 0 16,0 6 0-16,0 0 0 0,0-6 0 0,0 6 0 0,0-11 0 0,0 1 0 16,0-1 0-16,0-4 0 0,-5-1 0 0,5 1 0 15,0 4 30-15,0-9 9 0,0-1 1 16,0 6 1-16,0-6-28 0,0 0-5 0,0 6-8 15,0-6 11-15,0 6-11 0,5 9 0 0,1-4 0 0,-6-1 0 16,6 1 0-16,-6-11 0 0,0 0 0 0,0-9 0 16,0 4 0-16,0 0 0 0,0 6 0 0,0-6 0 15,0 0 0-15,0-4 8 0,-6 4-8 0,0 0 0 16,1 1 16-16,5-6-1 0,-6 0-1 0,0 0 0 16,0-4-14-16,1 4 0 0,5-5 0 0,-6 5 0 15,6-10 0-15,0 6-18 0,-6-1 4 0,6 0 1 16,6 0 13-16,-6 0 0 0,-6 1 0 0,6-6 0 15,0 5 8-15,0 0 4 0,-5-5 0 0,5 0 1 0,0 0-22 16,0 1-5-16,0-11-1 0,0 10 0 0,0-10 6 16,0 0 1-16,0 10 0 0,0-10 0 0,0 0-7 0,0 0-1 15,5 15 0-15,-5-15 0 16,0 0-30-16,0 0-6 0,0 0-2 0,0 0-589 16,0 0-117-16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4:06:49.890"/>
    </inkml:context>
    <inkml:brush xml:id="br0">
      <inkml:brushProperty name="width" value="0.08819" units="cm"/>
      <inkml:brushProperty name="height" value="0.35278" units="cm"/>
      <inkml:brushProperty name="color" value="#7030A0"/>
      <inkml:brushProperty name="tip" value="rectangle"/>
      <inkml:brushProperty name="rasterOp" value="maskPen"/>
    </inkml:brush>
  </inkml:definitions>
  <inkml:trace contextRef="#ctx0" brushRef="#br0">26792 8552 892 0,'0'0'40'0,"0"0"8"0,0 0-39 0,11 10-9 15,-5 0 0-15,5 6 0 0,-5-1 22 0,5-5 2 16,-5 5 1-16,5 5 0 0,-5-4-7 0,0 9-2 16,0-10 0-16,5 10 0 0,-5-4 16 0,5-1 4 15,0 0 0-15,-5 6 0 0,0-1 22 0,-1 5 5 16,1 1 1-16,0-6 0 0,-6 5-8 0,6 1-2 0,5-1 0 16,-5 0 0-16,-1 6-19 0,1 4-4 15,0-4-1-15,-1-1 0 0,7 1-10 0,-6 4-1 16,-1 1-1-16,7-6 0 0,-7 6 10 0,7-6 1 0,-7 1 1 15,1-1 0-15,0 1-6 0,0 4 0 0,-1 6-1 0,7-6 0 16,-12 1-4-16,5-1-1 0,1 6 0 0,0-1 0 16,-1 1-7-16,1-6-2 0,0 11 0 0,0-5 0 15,-1-6-9-15,-5 6 8 0,12-6-8 0,-7 6 8 16,-5-6-8-16,6 1 0 0,-6-6 0 0,6 6 8 16,-6-1-8-16,5-4 0 0,-10-1 0 0,5 1 0 15,0 4 0-15,-6-4 10 0,6 4-10 0,0-4 10 16,-6-6-2-16,1 5-8 0,5 1 12 0,-6-1-4 15,0 1-8-15,6 4 12 0,0-4-12 0,0-1 12 16,-5-4-12-16,-1 4 0 0,0-5 0 0,0 1 0 16,1-6 0-16,-1 0 8 0,0 1-8 0,1-1 0 0,-7 0 0 15,1 1 0-15,5-1 0 0,0 0 0 0,-5 1 0 0,5-1 8 16,1 0-8-16,-1 1 0 0,-5 9 0 0,5-5 0 16,0 1 0-16,0-6 0 0,1 6 0 0,-7 4 8 15,7 0-8-15,-1 1 0 0,0-1 0 0,1-4 0 16,-1 4-14-16,0-4 5 0,0-1 9 0,1 0 11 15,-1 1-3-15,-5-6 0 0,5 5-8 0,0-4 0 16,1-1 0-16,-1 0 0 0,0 1 0 0,1-1 0 16,-1-5 0-16,0 0 0 0,-5 1 0 0,5-1 0 15,-5 5 0-15,5 1 0 0,0-11 0 0,-5 0 0 16,5 5 0-16,0-5 0 0,1 11 0 0,-1-6 8 16,6 0-8-16,0 1 0 0,-6-1 0 0,1 0 8 15,5 0-8-15,0 6 0 0,-6-6 21 0,6-5-1 16,-6-5 0-16,6 0 0 0,-11 6-30 0,11-1-6 0,0-5-2 15,0-10 0-15,0 0 18 0,-6 5 0 16,0 5 0-16,6-10 0 0,0 0 9 0,0 0 3 0,0 0 0 0,0 0 0 16,0 0 7-16,0 0 1 0,0 0 1 0,0 0 0 15,0 0-9-15,0 0-1 0,0 0-1 0,0 0 0 16,0 0-10-16,0 0 0 0,6-15 0 0,-6 5 0 16,0 10 10-16,6-10-10 0,0-6 12 0,-6 6-12 15,0 0 0-15,5 0 0 0,1-5 0 0,-6 0 0 16,0-6 0-16,6 6 0 0,-6 0 0 0,5-5 0 15,1-6 0-15,0 1 0 0,-6 0 0 0,5-1 0 16,1 1 0-16,-6-10 0 0,6 4 8 0,0-4-8 16,-1-6 0-16,-5 1 0 0,6-6 0 0,0 1 0 0,-1-6 10 15,1 0-2-15,-6 1 0 0,0-1 0 0,0-10 11 0,6 6 1 16,-6-6 1-16,5 0 0 0,-5 0-21 0,-5-4 0 16,5-1 0-16,-6 0 0 0,0 0-15 0,1-5-1 15,-1 0 0-15,6 0 0 0,-6 0 27 0,1 1 5 16,-1-6 0-16,0 5 1 0,0 10-17 0,1 0-17 15,5-5 3-15,-6 11 1 0,6-6 21 0,0 5 5 16,0-5 1-16,0 1 0 0,0 4-14 0,0 0-15 16,0 0 3-16,0-4 1 0,0 4 11 0,0 0 8 15,0-4-8-15,0 9 11 0,-6 0 2 0,6 6 1 16,-5-6 0-16,-1 5 0 0,0-4-3 0,1 4-1 16,-7 6 0-16,6 4 0 0,1-9-10 0,-1 4 0 15,6 1 9-15,-6 4-9 0,-5 6 0 0,11 5 0 0,-6 4 0 16,6 1 8-16,-5 5-8 0,10 0 0 15,-5 5 8-15,6-1-8 0,-6 11 13 0,0 0-1 16,0 0-1-16,0 0 0 0,0 0-11 0,0 0 12 0,0 0-12 16,0 0 12-16,11 11-12 0,1-1 0 0,-7 0 0 0,7 5 0 15,-12 5-12-15,11 6 12 0,-5-1-10 0,-6 10 10 16,6 1-8-16,-1-1 8 0,1 6 0 0,0 4-9 16,-1 6 9-16,1 5 0 0,0-1 0 0,5 6 0 15,-5 15 0-15,0-5-8 0,-1 0 8 0,1 0 0 16,5 5 0-16,1 0 0 0,-6 5 0 0,5-5 0 15,0-5 0-15,1 5 0 0,5-6 0 0,-6 11 0 16,1 0 0-16,-1-5 0 0,-5 5 0 0,5 0 0 16,-5-5 0-16,5-5 0 0,-5 5 0 0,0-5 0 15,-1 0 0-15,1 0 0 0,0 0 0 0,-1 0 0 0,-5 5 0 16,0-5 0-16,0 0 0 0,0-6 0 0,0 1 0 16,0-5 0-16,0 0 0 0,0-6 0 0,0 1 0 0,0 0 0 15,6 0 0-15,-6-6 0 0,0 1 0 0,6 5 0 16,-6-6 0-16,5 1 0 0,-5-6 0 0,6 1 0 15,0-6 0-15,-6 6 0 0,0-5 0 0,0-6 0 16,0 6 0-16,0-6 0 0,-6-5 0 0,6 1 0 16,-6-1 0-16,6-5 0 0,-5 1 0 0,5-1 0 15,-12-5 0-15,12 1 0 0,-5-6 0 0,-1 5 0 16,6-5 0-16,-6-5 0 0,1 0 0 0,5-10 9 16,0 0-9-16,0 0 0 0,-6 11 8 0,6-11-8 15,0 0 0-15,0 0 0 0,0 0 8 0,0 0-8 16,0 0 0-16,0 0 0 0,0 0 0 0,0 0 8 0,0 0-8 15,-6-11 0-15,6-4 9 0,6 0-9 0,-6-5 0 0,0 0 9 16,6-6-9-16,-1 1 10 0,1 0-10 0,-6-11 10 16,0-4-10-16,6-6 0 0,-1 1 0 0,-5-1 0 15,0-5 0-15,6-4 0 0,-6-1 0 0,6-5 0 16,-6 0 0-16,0 1 8 0,0 4-8 0,0-5 0 16,5-5 0-16,-5 6 0 0,6-1 0 0,0-10 0 15,0-5 0-15,-1 5 0 0,-5-5 8 0,6 0-8 16,0 0 0-16,-6 5 0 0,5 0 0 0,-5 0 8 15,6-5 2-15,-6 1 0 0,0-7 0 0,0 1 0 16,-6-5-10-16,6 10 0 0,-11-5 0 0,5 5 0 16,-5 0 0-16,5 6-12 0,0-1 2 0,1 0 1 15,-7-5 9-15,7 5 0 0,-7 0 0 0,1 0 0 0,-1-5 0 16,1 10 0-16,0 6 0 0,5-1 0 16,-5 0 0-16,5 10 0 0,0 1 0 0,0-1 0 0,6 11 0 0,-5 4 0 15,5-4 0-15,-6 4 0 0,6 1 0 0,-6 4 0 16,6 6 0-16,0 5 0 0,0 0 0 0,-5-1 0 15,5 6 0-15,0 5 8 0,0 10-8 0,-6-5 8 16,6-5-8-16,0 10 8 0,0 0-8 0,0 0 0 16,0 0 0-16,0 15 8 0,0 5-8 0,0 6 0 15,0-1 0-15,0 10 0 0,-6 6 0 0,6 4 0 16,6 6 0-16,0 15-8 0,-6 5 8 0,5 10 0 16,1 10 0-16,0 0 0 0,-1 0 0 0,7 0 0 15,-6 6 0-15,-1-1 8 0,-5 0-8 0,0 0 0 16,0 6 0-16,0-1 0 0,-5-5 0 0,5 0 8 0,0-5-8 15,-6-5 0-15,0 1 0 0,6-6 0 0,-6-5 0 16,6 0 0-16,0 10 0 0,0-10 0 0,0-6 0 0,0 1 0 16,0-10 0-16,0 0-12 0,6 0 2 0,0-6 0 31,-6-14-30-31,0 4-5 0,6-4-2 0,-6-6-722 0,5 1-145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4:06:52.934"/>
    </inkml:context>
    <inkml:brush xml:id="br0">
      <inkml:brushProperty name="width" value="0.08819" units="cm"/>
      <inkml:brushProperty name="height" value="0.35278" units="cm"/>
      <inkml:brushProperty name="color" value="#7030A0"/>
      <inkml:brushProperty name="tip" value="rectangle"/>
      <inkml:brushProperty name="rasterOp" value="maskPen"/>
    </inkml:brush>
  </inkml:definitions>
  <inkml:trace contextRef="#ctx0" brushRef="#br0">24701 13100 864 0,'0'0'76'0,"17"0"-60"15,-17 0-16-15,0 0 0 0,0 0 96 0,11 0 17 16,6 5 3-16,-17-5 1 0,12 5-84 0,-12-5-17 16,11 15-3-16,-5-5-1 0,5 5 10 0,-5 6 2 15,-6-6 0-15,6 10 0 0,-6-5 22 0,0 1 5 16,0 4 1-16,-6 5 0 0,6 6 7 0,-6-1 1 15,6 11 1-15,-6-1 0 0,6 6-38 0,-5 0-8 0,10 4-2 0,1 6 0 16,-6 0 4-16,6 10 1 16,-6 0 0-16,0 0 0 0,6-1 6 0,-6 6 2 0,-12-5 0 0,6 5 0 15,1 0-17-15,-7-5-9 0,1 0 10 0,0 5-10 16,-1-5 8-16,-5 0-8 0,6 0 0 16,-1 0 0-16,-5-11 0 0,6 6 0 0,-1-5 0 0,1 5 0 15,11-5 9-15,-6-1-9 0,6-4 8 0,0 0-8 16,0-6 0-16,6 6 0 0,-6-5 0 0,6-1 0 15,-1 1 0-15,1 0 0 0,0-6 8 0,-1 1-8 16,1-6 0-16,0-4 0 0,-6 4 0 0,0-4 0 16,0-11 8-16,0 5 0 0,0-9 0 0,-6 4 0 15,6-15 6-15,-6 5 1 0,1-5 0 0,5-10 0 16,0 0 17-16,0 0 4 0,-12 0 1 0,7-5 0 0,-7 0-15 16,7 0-3-16,-1-10-1 0,0 0 0 0,1 0-9 0,5-1-1 15,0-4-8-15,0 5 12 0,-6-10-12 0,12 9 0 16,-1-4 8-16,1-5-8 0,0 0 0 0,-1-6 0 15,7 1 0-15,-1-1 0 0,-5-4 12 0,-1 5-3 16,1-1-1-16,0-9 0 0,-6 4 10 0,6 1 2 16,-6-6 0-16,0-4 0 0,0 4-20 0,5-9-9 15,-10-1 1-15,10 0 0 0,1-4 8 0,-6-1 11 16,6 0-3-16,-1 0 0 0,-5-4-8 0,6 4 0 16,5 0 0-16,1 1 0 0,5-1-10 0,-6-5 10 15,6 5-13-15,-5-4 5 0,-1-1 8 0,1 5 11 16,-7-5-3-16,1 1 0 0,-6-1-8 0,0 0 0 15,0 0 0-15,-11 1 0 0,5-6 0 0,-11 5 0 0,0 0 0 0,0 0 0 16,5 1 0-16,-11 9 0 0,6 0 0 0,0-4 0 16,0 9 0-16,6 1 0 15,-1-1 0-15,7 5 0 0,-7 1 0 0,1 4 0 0,5 1 0 0,1 10 0 16,-7-11 0-16,6 16 0 0,1 0 0 0,5 5 0 16,-6 4 0-16,6 1 0 0,-6 0 0 0,6 10 0 31,0 0-20-31,0 0-10 0,0 0-2 0,0 0 0 0,0 0 32 0,0 15 13 0,0 6-1 0,-5 4 0 15,-1 5 7-15,6 1 1 0,0 4 0 0,-6 11 0 16,6 4-20-16,0 6 0 0,12 5 0 0,-7 5 0 16,-5 0 0-16,6 4 0 0,5 1 0 0,1 5 0 15,-6 10 0-15,5 0 0 0,0 6 0 0,1-1 0 16,-1 5 0-16,0-5 0 0,1 0 0 0,-1 5 0 16,6 1 0-16,-11-6 0 0,-6-5 0 0,0 0 0 0,0 0 0 15,0-5 0-15,0-5 0 0,-6 0 0 0,1-5 0 0,-1-5 0 16,0-5 0-16,6-6 0 0,-5 6 0 0,-1-10 0 15,0-1 0-15,6-9 0 0,-6-1 0 0,1-4 0 16,-1-1 0-16,6-4 0 0,0-6 0 0,0 0 0 16,0 1 0-16,6-1 0 0,-6-5 0 0,5 0 0 15,-5-4 0-15,6-1 0 0,0 0 10 0,-6-15-2 16,0 0 0-16,0 0 0 0,0 0-8 0,0 0 0 16,0 0 0-16,0 0 0 0,0 0 0 0,0 0 0 15,0 0 0-15,0 0 8 0,0 0 0 0,0-15 0 16,0 0 0-16,6-1 0 0,-1-4-8 0,-5 0 0 15,0 0 9-15,0-6-9 0,0 1 9 0,6-10-9 16,-6-1 12-16,6-4-12 0,-1-6 14 0,1 0-4 0,0 1-1 16,-1-11 0-16,7 6-1 0,-6-6 0 0,-1-5 0 15,1 0 0-15,-6-5-8 0,0 1 0 0,6 4 0 0,-6-5-11 16,0-5 11-16,-6 5 0 0,6-5 0 0,0 6 0 16,0-1 0-16,0 0 0 0,-6 0 0 0,6 0 0 15,-5 0-12-15,-1 1 4 0,0-6 0 0,0 10 0 16,1 5 8-16,5 0 0 0,0 6 0 0,0-6 0 15,0 6 0-15,0 4 11 0,0-5-3 0,0 6 0 16,0-1-8-16,0 1 0 0,-6-1 0 0,0 11 0 16,6-6-8-16,0 1 8 0,-11-6-10 0,5 5 10 15,1 6 0-15,-7 0 0 0,6-1 0 0,1 1 0 16,-7 4 0-16,1 6 0 0,0 5 0 0,5-6 0 16,6 1 0-16,-6 10-9 0,6-5 9 0,-5 4 0 15,-1 6 0-15,0 0 0 0,6 10 0 0,0 0-8 16,0 0 8-16,0 0-13 0,0 0 5 0,0 0 8 0,0 15-12 0,0 1 12 15,6 4-12-15,0 5 12 0,-1 5 0 0,1 16 0 16,-6 5 0-16,0 9 0 0,0 6 0 0,0 0 0 16,0 10 0-16,0 5 0 0,6 5 0 0,-6 5 0 15,5 1-8-15,-5 4 8 0,-5 5 0 0,5-5 0 16,0 0 0-16,0 1 0 0,0 4 0 0,-6-10 0 16,0 0 0-16,6 0 0 0,-5 6 0 0,10-11 0 15,-5 0 0-15,6-5 0 0,0 0 0 0,-6-5 0 16,-6-5 0-16,6 0 0 0,0-1 0 0,0-4 0 15,0-10 0-15,0 5 0 0,0-6 0 0,0-4 0 16,0 0 0-16,0-6 0 0,0-4 9 0,0-6-9 0,0-4 10 16,0-1-10-16,6 0 0 0,-12-9 8 0,0-1-8 15,6 0 0-15,0-5 0 0,0 1 0 0,0-16 0 0,0 0 0 16,0 0 0-16,0 0 12 0,0 0-3 0,0 0-1 16,0 0-8-16,0 0 0 0,0 0 0 0,0 0 0 15,0 0 0-15,6-16 0 0,0 6 0 0,-1 0 0 16,1-5 26-16,5-10 3 0,-11 4 1 0,6-9 0 15,0 5-30-15,-1-11-18 0,1-4 2 0,-6-1 1 16,12 1 15-16,-1-6 0 0,-11-5 0 0,0 1 0 16,6-6 0-16,-1 6 0 0,-5-11 0 0,6 5 0 15,-6-5 0-15,6 0 0 0,-6 1 0 0,5-6 0 16,-10-5 10-16,5 5 5 0,0 0 1 0,0 0 0 16,5-4-26-16,-5 4-5 0,-5-5-1 0,5 0 0 15,-6 5 16-15,6-5 0 0,0 5 0 0,0 1 0 16,6-6 12-16,-12 5 4 0,6-5 2 0,0 5 0 15,0-5-27-15,6 5-6 0,-1 6-1 0,1-1 0 0,0-5 16 0,-6 10 0 16,6 6 0-16,-1-6 0 0,-10 5 0 0,5 1 0 16,0-1 0-16,0-5-9 0,-6 6 9 0,6 4 0 15,-6 6 0-15,-5-1 0 0,11-4 0 0,-6 4 0 16,0 6 0-16,-5 4 0 0,5 6 11 0,1 0 4 16,-1 4 1-16,-6-4 0 0,7 5-28 0,-7 5-6 15,7-1-1-15,-1 6 0 0,0 0 19 0,6 10 0 16,0 0 0-16,0 0 0 0,0 0 0 0,0 0 0 15,-11 15 0-15,11 0 0 0,-6 1 0 0,6 9 0 16,0 0 0-16,0 11 0 0,6 4 0 0,-6 11 0 16,0 0 0-16,0 9 0 0,0 11 12 0,0 5 7 0,6 0 1 0,-6 0 0 15,0 5-20-15,0 0 0 0,-6 5 0 16,6 0 0-16,-6 0-11 0,1 6-2 0,-1-1-1 0,6 0 0 16,0-5 24-16,0 5 5 0,0-5 1 0,0 5 0 15,6-5-16-15,-6-5 0 0,0 0 0 0,0 6 0 16,5-6 0-16,1-5 0 0,-6 0 0 0,0-11 0 15,0 1 0-15,0-5 0 0,0-5 0 0,-6-1 0 16,6 1 0-16,0-5 0 0,0-6 0 0,-5-4 0 16,5-1 0-16,-6-9 0 0,6 4 0 0,0-4 0 15,-6-6 12-15,6 0-1 0,6-5 0 0,-6 6 0 16,0-6-3-16,6-5-8 0,-1 0 12 0,1-5-4 16,5 1-8-16,-11-11 0 0,0 0 0 0,0 0 8 15,-5 5 0-15,5-5-8 0,0 0 12 0,0 0-4 16,0 0-8-16,0 0 0 0,0 0 0 0,0-5 0 15,-6-11 0-15,12 1 0 0,-1 0 0 0,-5-10 0 0,0-1 0 16,-5 1 0-16,5 0 0 0,0-6 0 0,5-9 0 0,-5-1 0 16,-11-4 0-16,5-6-11 0,6 1 11 0,6-1 0 15,-6-5 0-15,0 0 8 0,6-9-8 0,-1 4 0 16,1-5 0-16,-6-5 0 0,6 0 0 0,-1-5 0 16,-5-5-8-16,6 5 8 0,-6-10 0 0,0 10 0 15,0-5 0-15,0 0 0 0,-6 0 0 0,6-5 0 16,0 5 0-16,0 5 0 0,-5 5 0 0,-1 0 0 15,0 5 0-15,6 6 8 0,0-1-8 0,-5 5 0 16,-1 6 0-16,6 4 0 0,-11-5 0 0,11 11 0 16,5-6 0-16,1 6 0 0,-6-6 0 0,0 6 0 0,-6 9 0 15,6 1 0-15,0 5 0 0,-5 4 0 0,5 1 0 16,-6 5 8-16,0 0-8 0,6 0 0 0,0 9-8 0,0 6 8 16,0 0 0-16,0 0 0 0,0 0 0 0,0 0 0 15,0 21 0-15,0 4-12 0,0 10 4 0,0 6 0 16,-6 10 8-16,6 9-13 0,-11 1 5 0,5 15 8 15,-5 0-11-15,5 10 11 0,6 5-8 0,-5 11 8 16,5 9 0-16,-6-5 0 0,12 6 0 0,-1 4 0 16,-5 1 0-16,6-11 0 0,0-5 0 0,-1-4 0 15,1-1 0-15,-6-10 0 0,0-5 0 0,6-10 0 16,-6 0 0-16,0-6 0 0,0-9 0 0,0 0 0 16,5-5-8-16,-5-6 0 0,0-4 0 0,-5-1 0 15,5-9-11-15,-6-6-1 0,0-10-1 0,6 0 0 16,-11 0-9-16,11-15-2 0,0 0 0 0,-6 0 0 15,-5 0-19-15,-1-5-4 0,1-5-1 0,5 0-1011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4:06:59.863"/>
    </inkml:context>
    <inkml:brush xml:id="br0">
      <inkml:brushProperty name="width" value="0.08819" units="cm"/>
      <inkml:brushProperty name="height" value="0.35278" units="cm"/>
      <inkml:brushProperty name="color" value="#7030A0"/>
      <inkml:brushProperty name="tip" value="rectangle"/>
      <inkml:brushProperty name="rasterOp" value="maskPen"/>
    </inkml:brush>
  </inkml:definitions>
  <inkml:trace contextRef="#ctx0" brushRef="#br0">20228 8881 1105 0,'0'0'48'0,"0"0"12"0,0 0-48 0,0 0-12 15,0 0 0-15,0 0 0 0,0 0 24 0,0 0 4 16,0 0 0-16,0 0 0 0,0 0 20 0,0 0 5 16,0 0 1-16,0 0 0 0,0 0 2 0,6-5 0 15,-6 5 0-15,0 0 0 0,0 0-12 0,0 0-1 16,0 0-1-16,5 15 0 0,1-4-10 0,0-1-3 16,-1 5 0-16,1 0 0 0,0 5-1 0,-6 6 0 15,0-6 0-15,0 0 0 0,0 6-28 0,0-1 0 16,-6 5 0-16,6 1 0 0,0-1 36 0,-6 0 2 15,6 1 0-15,0 4 0 0,6 1-20 0,0-6-4 16,-6 11-1-16,0-6 0 0,0 0-1 0,6 1 0 16,5 4 0-16,-5-4 0 0,-6 4-12 0,5-4 0 0,-10 4 0 0,5 1 0 15,0-1 39-15,-6 1 1 0,6-1 1 0,0 1 0 16,-11-1-19-16,11 1-4 0,0-6-1 0,0 11 0 16,0-6-17-16,0 6 8 0,0-5-8 0,0-1 0 15,0 1 0-15,5-6 0 0,-5 0 0 0,6 6 0 16,-6-1 9-16,0 1-9 0,0 0 0 0,0-1 9 15,0 6-1-15,0-6 0 0,0 1 0 0,6 4 0 16,-6 6 4-16,5-6 1 0,-5 1 0 0,12 5 0 16,-12-1-4-16,5-4-1 0,1 10 0 0,5-11 0 0,-5 1 3 15,0-1 0-15,0-4 0 0,-1 9 0 0,1-4 3 16,5 5 1-16,-11 4 0 0,6-9 0 0,0 0-5 0,5-1-1 16,-11 6 0-16,6-6 0 0,0 1-9 0,-1-1 0 15,1 1 9-15,0 0-9 0,-1-1 0 0,1-4 0 16,0 4 0-16,-1 1 0 0,-5-6 0 15,6 1 0-15,0-6 0 0,-6 6 0 0,6-1 0 0,-6 6 9 16,5-6-9-16,-5 6 0 0,6 0 0 0,0-1 0 16,-6 1 0-16,0-1-12 0,0 1 12 0,0 5 12 15,0-6-3-15,5-4 0 0,-5-1-9 0,0 1 0 16,6-6 0-16,-6 6 0 0,0-1 0 0,6-4 0 16,-6-1 0-16,5 6 0 0,-5-6 0 0,0 0-11 15,0 6 1-15,6-6 0 0,-6 1 18 0,6 4 3 16,-6 1 1-16,0-1 0 0,0-4-12 0,6 4 0 15,-6-9 0-15,-6 4 0 0,6-4 0 0,-6 4 0 16,6-5 0-16,-6 6 0 0,6-6 0 0,-5 1 0 0,-1-1 0 16,6 0 0-16,0-4 0 0,-6 4 0 0,6 5 0 0,0-9 0 15,0 9 0-15,0-4 0 0,-5-1 0 0,5 11 0 16,-6-6 0-16,6 0 0 0,-6 1 0 0,6-1 0 16,0-4 0-16,0 9 0 0,-5-9 0 0,5-1 0 15,0 0 0-15,-6 6 0 0,6-1 0 0,-6 1 0 16,6-1-10-16,0-4 10 0,0-6 0 0,0 5-9 15,0 1 9-15,0-1 0 16,0-5-9-16,0 6 9 0,0-6 0 0,0 0-9 0,0 1 9 0,0-1 0 16,0 0-9-16,0 1 9 0,0-1 0 0,0 5-9 15,0-4 9-15,0-1 0 0,0 5-9 0,0-4 9 16,0 4 0-16,0 0 0 0,0-4-9 0,0 4 9 16,0 1 0-16,0 4 0 0,0-5 0 0,0 1 0 15,0-1 0-15,0 1 0 0,0-1 0 0,0-5 0 0,0 6-8 16,0-6 8-16,0 5 0 0,0-4 0 15,-6-1-12-15,6 0 4 0,0-4 8 0,-5-1-13 16,5 0 1-16,0 0 1 0,-6 6 0 0,6-6 0 0,-6 0 0 0,6 0 0 16,-5 6 0-16,-1-6 0 0,0 5 11 0,6-4 0 15,0-1 0-15,0 0 0 0,-5 5 0 0,-1-4-8 16,0 4 8-16,6-5 0 0,0 6 0 0,0-1 0 16,-6 0 0-16,6 1 0 0,0-1-9 0,0-5 9 15,0-5-10-15,0 0 10 0,0-4-13 0,0 4 3 16,-5-5 1-16,5 0 0 0,0 5 9 0,0-5 0 0,0 0-9 15,-6 1 9-15,6-1 0 0,0 0 0 16,0 0 0-16,0 0 0 0,0-10 0 0,0 10 0 0,-6 0 0 16,6 1 0-16,0-11 0 0,0 10 0 0,0-10 0 0,0 0 0 15,0 0-8-15,0 0 8 0,0 0-10 0,0 0 10 16,0 0-12-16,0 0 12 0,0 0-13 0,0-16 5 16,-5-4 8-16,5 5 0 0,0-10-9 0,-6 4 9 15,6 1 0-15,0 0 0 0,0 0-9 0,0-1 9 16,6-4 0-16,-6 5 0 0,5-5 0 0,-5-1 0 15,6 1 0-15,-6 0 0 0,0-1 0 0,0 1 0 16,0 0 0-16,6-1 0 0,-6 1 8 0,0 0-8 16,0-6 0-16,0 1 0 0,0-1 0 0,0 1 0 15,-6 0 10-15,6-6-10 0,0 6 10 0,-6-1-10 16,6 1 8-16,-5-5-8 0,-1 4 0 0,0 1 9 0,6-6-9 16,-5-4 8-16,-1-1-8 0,6-4 8 0,-12-1 0 15,7-4 0-15,-1-1 0 0,0 0 0 0,6 6-8 0,-5-1 12 16,5 1-12-16,-6 4 12 0,6 6-12 0,-6-6 0 15,6 6 9-15,-5 4-9 0,5-4 0 0,0-1 9 16,0 1-9-16,0-6 0 0,-6 1 8 0,6-1-8 16,0 1 0-16,0-11 0 0,0-15 9 0,0 16-9 15,0-6 0-15,0 0 9 0,0 6-9 0,6 4 0 16,-12 1 9-16,12-1-9 0,-6 6 0 0,5-1 9 16,-5 6-9-16,6-11 0 0,0 11 0 0,-6-11 0 15,5 0 0-15,-5 1 0 0,0 4 9 0,0-4-9 16,0 4 0-16,0-4 9 0,0-1 14 0,-5-5 2 15,5 1 1-15,0-6 0 0,0 0-26 0,-6 1-9 16,6-1 0-16,-6-5 0 0,6 0 9 0,0 1 12 16,-5-1-2-16,5 0-1 0,0 5-9 0,0-4 0 15,0-1 9-15,5-5-9 0,-5 10 0 0,6 1 0 0,-6 4 0 16,6 0 0-16,-1 1 0 0,-5-1 0 0,0 6 0 0,0-1 0 16,0 0 0-16,0-4 0 0,6-6 9 0,-6 5-9 15,6 1 0-15,-6-6 0 0,5 0 0 0,1 1 0 16,0-6 0-16,-6 5 0 0,-6-5 0 0,6 6 0 15,0 4 8-15,0 0-8 0,0-9 0 0,0 9 0 16,-6 0 0-16,6-4 0 0,-5-6 0 0,5 5 0 16,-6 6 0-16,6-1 0 0,-6-10 0 0,12 5 0 15,-6-4 0-15,6 4 0 0,-1-5 8 0,1 5-8 16,0 1 0-16,0-1 0 0,-1 5 0 0,1-4 0 16,0-1 0-16,-1 0 0 0,1 1 0 0,0 4 0 0,-1 0 0 0,1 11 0 15,0-6 0-15,0 6 0 0,-1-1 8 0,-5-4-8 16,6 4 0-16,0 6 0 0,-6 4 0 0,5-4 0 15,-5 4 0-15,6-4 0 0,0 5 0 0,-1-1 0 16,-5-4 0-16,6 4 0 0,0 1 8 0,0 5-8 16,-6-1 0-16,5 1 0 0,1 5 0 0,-6 0 0 15,6-6 0-15,-6 6 0 0,5 0 0 0,1 5 0 16,-6-1 0-16,6-4 0 0,-6 0 0 0,0 0 0 16,5-1 0-16,-5 6 0 0,0 5 0 0,0-5 0 15,0 0 0-15,6 4 0 0,-6-4 0 0,0 5 0 16,6 0 0-16,0-5 0 0,-1 0 0 0,-5-1 0 15,6-4 0-15,0 5 0 0,-6 5 0 0,5 0 0 16,-5 10 0-16,0 0 0 0,0-15 0 0,6 9 0 16,-6 6 0-16,0 0 0 0,0 0 0 0,0 0 0 0,0 0 0 15,0 0 0-15,0 0 0 0,0 0 0 16,0 0 0-16,0 0 0 0,0 0 0 0,-6 11 0 0,1 4 0 0,-1-5 0 16,6-10 0-16,0 15 0 0,-6 0 0 0,6 1 0 15,0-6 0-15,-5 5 0 0,5 5 0 0,-6 0 0 16,0 1 0-16,0-1 0 0,6 0 0 0,-5 0 0 15,-1 1 0-15,6-1-17 0,-6-10 3 0,6 10 1 16,-5 1 22-16,5-1 5 0,-6-5 1 0,6 5 0 16,-6-5-15-16,6 1 0 0,-5 4 0 0,5-5 0 15,-6 10 0-15,0-4 0 0,6-1 0 0,-6 5 0 16,6 1 0-16,0 4 0 0,-5 0 0 0,5 6 0 16,-6 4 0-16,0 6 0 0,6-6 0 0,0 6 0 15,-5 0 0-15,5 4 0 0,-6 6 0 0,0-6 0 16,6 1 0-16,0 0 0 0,0-1 0 0,0 1 0 15,0-5 0-15,0 4 0 0,-5 1 0 0,5 0 0 0,0 9-9 0,0-4-5 16,0 5-1-16,0 5 0 0,0-1 24 0,0 1 5 16,-6 5 1-16,6-5 0 0,0 0-24 0,0-5-5 15,0-1-1-15,0 6 0 0,-6-5 15 0,6 0 0 16,-6 0 0-16,1 4 0 0,5 1 11 0,0 0 5 16,0 0 0-16,0 0 1 0,-6 0-27 0,6-1-6 15,0-4 0-15,0 0-1 0,0 0 32 0,6-1 6 16,-12 1 2-16,6 0 0 0,0 5-23 0,0 5 0 15,0-5 0-15,0-6 0 0,0 1-14 0,0 5-7 16,0-5-2-16,0-6 0 0,0 1 37 0,0-5 7 16,0 4 2-16,0 1 0 0,0-5-37 0,0-1-7 15,0 1-2-15,0 5 0 0,0-1 34 0,0-4 6 0,0 5 2 16,-6-1 0-16,12-4-31 0,-6 5-5 0,-6-6-2 16,6 1 0-16,0 5 34 0,-5-11 6 0,5 1 2 0,0 0 0 15,0-1-23-15,0-4 0 0,0-1 0 0,5 6 0 16,-5-6 0-16,6 11 0 0,0-11 0 0,-6 6-8 15,5-6 8-15,1 1 0 0,-6 5 0 0,6-1 0 16,0 1 0-16,-1-1 0 0,1 1 0 0,-6-6 0 16,0 6 0-16,0-6 0 0,-6 1 0 0,6 5 0 15,0-6 0-15,0 1 0 0,6-6 0 0,-6 6 0 16,0-6 0-16,0 0 0 0,0 1 0 0,0 4 0 16,0-9 0-16,0 4 0 0,0-4 0 0,6 9 0 15,-6-4 0-15,5-1 0 16,-5 6 0-16,0-6 0 0,0 0 0 0,6 6 0 0,-6-6 0 15,0 1 0-15,6-6 0 0,-6 6 0 0,-6-6 0 0,0 0 0 16,6 1 0-16,-5-6 0 0,5 0 0 0,-6 1 0 0,0-1-17 0,6 0-2 16,0 1 0-16,0-1 0 0,-5 0 19 0,5 1 11 15,0 4-2-15,0-5 0 0,0 1-9 0,0-1 0 16,0 5 0-16,0-4 0 0,5 4 0 0,-5-5 0 16,0 1 0-16,0 4 0 0,0-5 0 0,0 1 0 15,-5-1 0-15,5-5 0 0,0 1-9 0,0-1 9 16,-6-5-12-16,6 0 12 0,-6 0-17 0,0-9 3 15,6-6 1-15,0 0 0 0,0 0 3 0,0 0 1 16,0 0 0-16,0 0 0 0,0 0 9 0,0 0-10 0,0 0 10 16,0 0-10-16,0 0 10 0,0 0 0 0,0-16 0 0,0 1 0 15,6-5 0-15,-6 0 0 0,0-6 0 0,6-4 8 16,0 0-8-16,-1-11 0 0,-5 1 0 0,6-1 8 16,0 0-8-16,-1-4 0 0,-5 4 0 0,6-4 0 15,-6-1 0-15,6 1 0 0,-6-1 0 0,0 1 0 16,5-1 11-16,-5 5-3 0,0-9 0 0,-5-1 0 15,5-10 1-15,-6-4 0 0,0-6 0 0,6-5 0 16,-5 0-9-16,5 0 0 0,-6-5 9 0,0 5-9 16,6 0 14-16,0 0-2 0,0-5 0 0,0-5 0 15,0-5 1-15,0 5 0 0,0-1 0 0,0 1 0 16,0 5-13-16,0 10 11 0,0-5-11 0,0 0 10 16,-5 1-10-16,5-6 0 0,0-6 0 0,0 27 8 15,0-6-8-15,0 0 8 0,0 0-8 0,0 5 8 16,0-4 5-16,0-1 1 0,0 5 0 0,0-15 0 0,0 0-2 15,0 5-1-15,0 0 0 0,0 0 0 0,-6 6-11 16,0 4 0-16,6-10 0 0,-6 0 8 0,1 5-8 0,-1-5 0 16,-5-5 0-16,5 5 0 0,0 0 0 0,1 1 0 15,-1-11 0-15,0 10 0 0,0 0 0 0,1 0 0 16,5 0 0-16,-6 5 8 0,6 5-8 0,-6 1 0 16,6 4 0-16,0 0 0 0,0 0 8 0,0 1-8 15,0-1 0-15,-5 0 8 0,5-4-8 0,0-1 0 16,0-5 0-16,0 5 0 0,0-5 0 0,0 1 0 15,0-1 0-15,0 5 0 0,5-5 0 0,-5 5 0 16,6 1 0-16,-6-1 0 0,6 5 0 0,-6 5 0 16,0 1 0-16,0-1 0 0,5 1 0 0,-5 4 0 15,6-5 0-15,0 6 0 0,-6-1 0 0,6 1 0 16,-6 4 0-16,5-10 0 0,1 6 0 0,0 4 0 16,-6-9 0-16,5 9 0 0,-5-4 0 0,12-1 0 0,-12 6 0 15,5-11 0-15,-5 10 0 0,6-4 0 0,-6-1 0 0,0 6 0 16,0 4 0-16,0 1 0 0,0-1 8 0,0 1-8 15,6 0 0-15,-6 4 0 0,0-4 0 0,0 9 0 16,0 1 0-16,0 0 0 0,0-6 0 0,0 6 8 16,6 10-8-16,-6 0 0 0,0-6 0 0,0 6 0 15,5 0 0-15,-5 0 0 0,6 0 0 0,0-1 0 16,-6 1 0-16,5 5 0 0,-5-5 0 0,6 5 0 16,0 0 0-16,-6 5 0 0,0 5 0 0,0-11 0 15,0 11 0-15,0 0 0 0,0-10 0 0,0 10 0 16,0 0 0-16,0 0 0 0,0 0 0 0,0 0 0 15,0 0 0-15,0 0 0 0,0 0 0 0,0 0 0 0,-6 16 0 0,0-1 0 16,6 0 0-16,-5 0 0 0,-1 5 0 0,0 1 0 16,1 4 0-16,5 0 0 0,-6 6 0 0,0 4 0 15,0 6 0-15,6-1 0 0,-5-4 0 0,5 9 0 16,-6 6 0-16,6-1 0 0,-6 6 0 0,1 0 0 16,-1 5 0-16,0-1 0 0,1 11 0 0,-1-5 0 15,6 0 0-15,-6 5 0 0,0 10 0 0,1 0 0 16,-1 0 0-16,0 5 0 0,6-5 0 0,0-5 0 15,-5 10 0-15,5 0 0 0,0 0 0 0,0 0 0 16,-6 5 0-16,6 1 0 0,-6-1 0 0,6 0 0 16,-5 0 0-16,5-5 0 0,0 0 0 0,-6 0 0 15,0 0 0-15,1 1 0 0,-1-1 0 0,0 5 0 16,0-5 0-16,6 10 0 0,-5-5 0 0,5 0 0 16,0 6 0-16,0-6 0 0,0 0 0 0,-6 0 0 0,6-5 0 15,-6 0 0-15,6-5 0 0,-5 5 0 0,5-15 0 16,0 5 0-16,-6-5 0 0,6 0 0 0,-6-5 8 0,6 5-8 15,0-5 0-15,0-1 0 0,0-4 0 0,6 5 0 16,-6 0 0-16,6 0-16 0,-1-6 4 0,1 1 1 16,0 0 11-16,-1 0 0 0,1-6 0 0,0 6 0 15,-6-10 0-15,6 5 0 0,-6-1 0 0,0 1 0 16,5-5 0-16,-5-1 0 0,0 1 0 0,6-1 0 16,-6 1 0-16,0-5 0 0,0-1 0 0,6 1 0 15,-6-1 0-15,0-4 0 16,0-1 0-16,0 1 0 0,0-6 0 0,0 6 0 15,0-6 0-15,0 1 0 0,0 4 0 0,0-4 0 0,-6-1 0 0,6 6 0 0,0-6 0 0,-6 6 0 16,6-6 0-16,0 6 0 16,-5-1 9-16,5-4 4 0,0 4 1 0,0 1 0 15,-6-6-22-15,6-5-5 0,-6 6-1 0,0-1 0 16,6-4 14-16,0 4 0 0,0-4 0 0,0-1 0 0,6 0 0 0,0 1 0 16,0-1 0-16,-6-5 0 0,0 6 0 0,5-6 0 15,-5 6 0-15,6-1 0 0,0 0 0 0,-6 1 0 16,5-1 0-16,-5-5 0 15,6 6 0-15,-6-6 0 0,0-5 0 0,0 1 0 16,6-1 0-16,-6-5 0 0,0 0 0 0,0 0 0 0,0 1-11 0,0-6 1 16,0 0 0-16,0 0 0 0,0-10 0 0,0 0 0 15,0 0 0-15,0 0 0 0,0 0 10 0,0 0-8 0,0 0 8 0,0 0-8 16,0 0 8-16,0-15 0 0,0 5 0 0,0-5 0 16,0 4 0-16,0-4-8 0,0 0 8 0,0 5 0 15,0-10 0-15,5 4 0 0,-5-4 0 0,6 0-8 16,0 0 8-16,-6-6 0 0,0 6 0 0,5-5 0 15,-5-6 0-15,0 6 0 0,6-5 0 0,-6-6 0 16,0 1 0-16,0-1 0 0,0-4 0 0,0-6 0 16,-6-4 0-16,6-11 14 0,-5-10-3 0,5-10-1 15,0-5-1-15,-6 5 0 0,6-5 0 0,0 0 0 16,0 0-9-16,0-1 0 0,0-4 0 0,0-5 8 16,0-5-8-16,0 5 0 0,-6-6 0 0,6 26 0 15,0-5 0-15,0-5 0 0,-5 0 0 0,5-10 8 16,-6-5 0-16,0-1-8 0,6 1 12 0,-5-36-4 15,-1 6 1-15,6 9 0 0,0 1 0 0,0 4 0 16,0 16-9-16,0 0 12 0,6-1-12 0,-6 6 12 0,5 0-12 16,-5 10 0-16,0-5 0 0,6 5 8 0,0-6-8 0,-6 6 0 15,0 0 9-15,0 0-9 0,5-5 8 0,-5 0-8 16,0 10 8-16,0-5-8 0,0 10 0 0,6-5 0 16,-6 5 0-16,6-5 8 0,-1 5-8 0,-5 0 0 15,0 0 0-15,6 5 0 0,-6 5 0 0,0 5 0 16,0-4 0-16,0 4 8 0,-6-10-8 0,6 10 0 15,0-5 0-15,0-5 0 0,0 6 0 0,-5-6 0 16,5 5 0-16,0-5 8 0,0 0-8 0,5 5 0 16,-5 0 0-16,0 6 0 0,6 4 0 0,0 0 0 15,-6 6 0-15,6-1 0 0,-6 0 0 0,0 11 0 16,5-6 0-16,-5 11 0 0,6-6 0 0,0 1 0 16,-6 4 0-16,5 1 0 0,1 4 0 0,0 1 0 15,-1 0 0-15,-5-1 0 0,6 6 0 0,0-5 0 0,0 4 0 16,-6 1 0-16,5 10 0 0,1-6 0 0,0 6 0 15,-6 5 0-15,5 0-14 0,-5 10 2 0,0 0 1 0,0 0 0 32,0 0-13-32,0 0-4 0,0 0 0 0,0 0 0 15,0 15-80-15,0 5-17 0,-5 1-3 0,5-1-1008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4:06:35.19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22467 17450 1425 0,'0'0'63'0,"0"0"13"0,0 0-60 0,0 0-16 0,0 0 0 0,0 0 0 15,12-10 53-15,-12 10 8 0,5-11 2 0,-5 11 0 16,0 0-8-16,12-10-2 0,-7 0 0 0,-5 10 0 0,0 0-17 0,12-5-3 15,-12 5-1-15,0 0 0 0,0 0 16 0,0 0 2 16,0 0 1-16,0 0 0 0,5 10-2 0,1 0 0 16,-6 6 0-16,0-1 0 0,0 5-2 0,0 0-1 15,0 6 0-15,-6-6 0 0,-5 10-18 0,5 1-4 16,1-1-1-16,-1 5 0 0,-5 1-12 0,5-1-3 16,0 1 0-16,0-1 0 0,1-4-8 0,-1-1 12 15,0-5-12-15,6 6 12 0,0-11-3 0,-5 0 0 16,5 5 0-16,0-9 0 0,0 4 0 0,5-5 0 15,-5-5 0-15,6 5 0 0,0-9-1 0,5 4-8 16,1-5 12-16,-1 0-4 0,6-5-19 0,0 0-4 16,6 0-1-16,-6-5 0 0,0 5 28 0,6 0 6 15,5-5 1-15,-5 5 0 0,0-5-19 0,-6 0 0 16,-6-1 0-16,12 6 0 0,0-10-9 0,0 5-9 0,-23 5-2 0,17-5 0 31,6 0-66-31,-23 5-14 0,11-10-2 0,-11 10-1 16,17-5-142-16,-17 5-29 0,0 0-6 0,34-15 0 0</inkml:trace>
  <inkml:trace contextRef="#ctx0" brushRef="#br0" timeOffset="344.929">22809 17698 2026 0,'0'0'44'0,"0"0"10"0,0 0 2 0,0 0 1 0,0 0-45 0,0 0-12 16,0 0 0-16,6-10 0 0,-6 10 38 0,0 0 6 16,0 0 0-16,0 0 1 0,0 0 15 0,0 0 4 15,0 0 0-15,0 0 0 0,11 10-52 0,-5 5-12 16,0 0 0-16,-6 5 0 0,11 6 54 0,-11-1 8 15,0 0 2-15,6 6 0 0,-6-1-52 0,0 1-12 16,0-6 0-16,0 5 0 0,0 1 0 0,0-6 0 16,0 0 0-16,0 1 0 0,0-1 0 0,0-5 0 0,0 0 0 15,5-9 0-15,-5 4 0 0,6 0 0 16,-6-15 0-16,6 10 0 16,-6-10-96-16,0 0-23 0,0 0-4 0,11 0-930 0</inkml:trace>
  <inkml:trace contextRef="#ctx0" brushRef="#br0" timeOffset="814.159">23806 17835 1728 0,'0'0'76'0,"0"0"16"0,0-11-73 0,0 11-19 16,0-10 0-16,0 10 0 0,-6-10 55 0,6 10 7 15,6-15 2-15,-6 5 0 0,0 10 4 0,0 0 2 16,0 0 0-16,-6-10 0 0,6 10-43 0,-5-10-9 16,-1-1-2-16,0 6 0 0,1-5-30 0,-7 5-6 15,1 0-2-15,-1 0 0 0,-5-5 69 0,0 10 13 16,6 0 4-16,-12 0 0 0,0 0-52 0,6 0-12 15,0 0 0-15,0 5 0 0,6 0 28 0,-6 5 2 16,5 0 1-16,-5 0 0 0,0-5 1 0,6 11 1 16,-7-6 0-16,7 5 0 0,-6 0-45 0,6 0-8 15,-1 6-3-15,1-6 0 0,-1 0 23 0,1 5 0 16,5 1 0-16,1-1 0 0,-7 5 9 0,6 0-9 0,1 1 10 16,5-1-10-16,0 0 8 0,0 1-8 15,5-6 0-15,1 0 9 0,6 6 3 0,-1-11 0 0,6 5 0 16,6-5 0-16,-6 0-12 0,6-10-16 0,0 1 4 0,-1-1 1 15,1-5-1-15,0-5 0 0,0 5 0 0,5-6 0 32,-5-4-23-32,5 0-5 0,-5 0 0 0,-6 0-1 15,6-5-121-15,-6 5-24 0,0-6-5 0,-5 6-1 0</inkml:trace>
  <inkml:trace contextRef="#ctx0" brushRef="#br0" timeOffset="1527.481">23875 17764 1267 0,'0'0'56'0,"0"0"12"15,0 0-55-15,0 0-13 0,0 0 0 0,0 0 0 0,0 0 105 0,0 0 19 16,0-11 3-16,0 11 1 0,0 0-103 0,0 0-25 16,0 0 0-16,0 0 0 0,0 0 56 0,0 0 7 15,0 0 1-15,0 0 0 0,0 0 0 0,0 0 0 16,0 0 0-16,5 11 0 0,7-1-9 0,-7 0-2 15,1 10 0-15,0-5 0 0,-1 6-33 0,-5-1-8 16,0 0 0-16,6 0-1 0,-6 6-11 0,0-1 0 16,6-5 0-16,-1 0 0 0,-5 6 0 0,0-1 0 15,0-10 0-15,6 6 0 0,-6-6 53 0,0-5 9 16,0 5 2-16,0-5 0 16,0-10-103-16,0 0-20 0,0 0-4 0,0 0-1 0,0 0 52 0,0 0 12 0,0 0 0 15,0 0 0-15,0 0 0 0,6-10 0 0,5 0 0 0,-5-5 0 16,0 0 0-16,-1-6 16 15,-5 6-3-15,6-5-1 0,0 0-12 0,5-1-16 0,-5-4 3 0,5 5 1 16,-11 0 21-16,6-6 5 0,5 6 1 0,1-5 0 16,-1 9-15-16,-5-4 0 0,5 5 0 0,-5 0 0 15,5 0 0-15,-5 4 0 0,0 1 0 0,5 0 0 16,1 0 8-16,-7 5-8 0,-5 5 11 0,0 0-11 16,12 0 11-16,-12 0-11 0,11 0 10 0,0 5-10 15,1 5 11-15,-7 0-11 0,7 11 12 0,-12-6-12 16,6 5 32-16,-6 5 0 0,5-4 0 0,1 4 0 0,-6 5-44 15,0-4-10-15,6 4-2 0,-6-5 0 16,5-4 39-16,-5-1 7 0,0 0 2 0,0 0 0 16,6-9-36-16,-6 4-8 0,0-15 0 0,0 0-1 0,0 10 21 15,0-10 0-15,0 0 0 0,0 0 0 0,0 0-8 16,0 0 8-16,11-10-10 0,7 0 10 0,-7-6-20 0,0 1 1 16,6-5 1-16,6-5 0 0,0-1 4 15,0 1 1-15,-6 0 0 0,6-1 0 0,-1 6 13 0,-4 0 0 16,-13 0-10-16,12 4 10 0,0 1 0 0,6 0 0 15,-6 5 0-15,6 5 0 0,0 0 0 0,0 5 0 16,0 0-12-16,-1 5 12 0,1 5 44 0,0 5 16 16,-6-5 3-16,6 5 1 0,0 6-52 0,-1-1-12 15,1 5 0-15,0-4 0 0,-6 9 0 0,0-5 0 16,-5 6 0-16,5-1 0 0,-6-5 0 0,6 6 14 16,-6-6-2-16,1-5-1 0,-6 1-11 0,-1-1 8 0,1 0-8 15,0 0 8-15,-1-4-8 0,1-1 8 0,-6-15-8 16,0 0 8-16,0 0-8 0,0 0-14 0,0 0 3 0,0 0 1 31,0 0-121-31,0 0-24 0,0 0-5 0</inkml:trace>
  <inkml:trace contextRef="#ctx0" brushRef="#br1" timeOffset="38871.814">17789 10993 806 0,'0'0'36'0,"0"0"7"16,0 0-35-16,0 0-8 0,0 0 0 0,0 0 0 0,0 0 206 15,0 0 39-15,0 0 8 0,0 0 2 0,0 0-138 16,0 0-27-16,0 0-6 0,0 0 0 0,17 5-25 0,-5 0-5 16,5-5-1-16,0 0 0 0,0 0 1 0,0 0 0 15,0-5 0-15,6 5 0 0,0 0-18 0,5 0-3 16,-5-5-1-16,6 0 0 0,-7 5-4 0,7 0-2 16,-6 0 0-16,5 0 0 0,1-5-14 0,-7 0-2 15,13 0-1-15,-13 0 0 0,7 10-9 0,-6-5 0 16,-1 0 0-16,1 0 0 0,-17-5 0 0,5 0 0 15,6 5 0-15,-5 0 0 0,-1 0 0 0,1 0 0 16,-1 0 0-16,0 0 0 0,7 0 0 0,-18 0 0 16,0 0 0-16,11 0 0 0,-11 0 0 0,0 0 0 15,0 0 0-15,11 0 0 0,-11 0 0 0,0 0 0 16,0 0 0-16,0 0 0 0,17 0 0 0,-17 0 0 0,0 0 0 16,0 0 0-16,0 0 38 0,0 15 6 0,0-5 0 15,0 5 1-15,-11 0-21 0,5 6-4 16,6-6 0-16,-11 5-1 0,0 5-19 0,-1 1 0 0,1-1 0 15,-6 0 0-15,5 1 0 0,-5 4 0 0,6 5 0 0,-1 1 0 16,1 10 0-16,0-1 0 0,-7 1 0 0,-4 4 0 16,5 6 0-16,0 0 0 0,-1-1 0 0,1-4 0 15,6-5 0-15,-6-1 0 0,5-4 0 0,7-1 0 16,-7-4 0-16,1-6 0 0,5-5 0 0,1-4 0 16,5-6-11-16,0-5-2 0,0-10-1 0,0 0 0 15,0 0-102-15,0 0-21 0,5-5-4 16,1-5-973-16</inkml:trace>
  <inkml:trace contextRef="#ctx0" brushRef="#br1" timeOffset="39384.88">18678 11773 979 0,'0'0'87'0,"0"0"-70"0,0 0-17 0,0 0 0 15,6-10 139-15,-6 5 24 0,11 0 5 0,-5-5 0 16,0 4-90-16,-1-4-18 0,1 0-4 0,0 5-1 15,-1-10-3-15,1 0 0 0,6 5 0 0,-7-1 0 16,-5 1 3-16,6-5 0 0,-6 5 0 0,0 10 0 16,0 0-12-16,0 0-3 0,0-10 0 0,0 0 0 15,0 10-9-15,-6-10-3 0,-5 0 0 0,11-1 0 16,0 11-4-16,-12-5-2 0,1-5 0 0,-6 10 0 16,6-5-4-16,-1 10-1 0,-5-10 0 0,0 10 0 15,6 0-5-15,-7 5 0 0,1 1-1 0,0-1 0 16,-6 0-11-16,6 0 8 0,-5 0-8 0,5 0 8 15,-1 10 3-15,-4 1 0 0,5 4 0 0,-1-5 0 16,-4 6-11-16,10 4 0 0,7 0 0 0,-7 1 0 0,1-6 14 16,5 5 1-16,6 1 0 0,0-1 0 0,0 1-24 0,6-6-5 15,-6 5-1-15,5-9 0 0,7 4 15 0,-1-10 0 16,6 5 0-16,6-10 0 0,6 1 0 0,-7-6 0 16,13-5 0-16,-7-5 0 0,6 5-10 0,-5-5 1 15,5-6 0-15,-11 1 0 16,5 0-118-16,1 0-23 0,-6-10-5 0,-6 10-526 15,0-1-106-15</inkml:trace>
  <inkml:trace contextRef="#ctx0" brushRef="#br1" timeOffset="40130.99">18940 11687 460 0,'0'0'20'0,"0"0"5"0,0 0-25 0,0 0 0 0,0-5 0 0,0 0 0 16,0 5 283-16,0 0 51 0,6-10 10 0,0 4 3 16,-6 6-227-16,5-5-46 0,-5-5-9 0,0 10-1 15,0 0-15-15,0 0-2 0,12-5-1 0,-12 5 0 16,0 0-1-16,0 0 0 0,0 0 0 0,0 0 0 16,0 0 5-16,0 0 1 0,5 15 0 0,1 6 0 15,-6-1-10-15,0 0-1 0,0 0-1 0,0 6 0 16,0 4-18-16,0 1-3 0,0-6-1 0,-6 0 0 15,1 6 0-15,-1-6 0 0,0-5 0 0,6 5 0 0,0-9-17 16,-5 4 8-16,5-5-8 0,0-5 0 0,0-10 8 16,0 0-8-16,0 0 0 0,0 0 0 0,0 0 8 15,0 0-8-15,0 0 0 0,0 0 0 0,0 0-15 0,0 0-6 16,5-15-2-16,7 0 0 0,-12 0 35 16,5-1 6-16,7-9 2 0,-6 5 0 0,-1-5-20 15,7-6 0-15,-7 1 0 0,12-1 0 0,-5 1 0 16,-1 0 0-16,6-1 0 0,0 6 0 0,-5 0-15 0,5 4-3 15,-6 11-1-15,6-5 0 0,0 0 19 0,-5 5 0 16,-1 5 0-16,1-5 0 0,-7 10 15 0,7-6 6 16,-1 6 2-16,-11 0 0 0,0 0-37 0,12 11-7 15,-1 4-2-15,0 0 0 0,-11 0 23 0,6 5 0 16,0 1 0-16,-1 4 0 0,1 5 47 0,-6 1 13 16,0-6 4-16,0 5 0 0,0-4-52 0,6-1-12 0,-12 0 0 15,6-4 0-15,0 4 0 0,0-5 0 0,-6-5 0 16,6-4 0-16,0-11 0 0,-5 15 0 0,5-15 0 0,0 0 0 15,0 0 0-15,0 0 0 0,0 0 0 0,0 0 0 16,0 0 0-16,0-15 0 0,5 4 0 0,1-4 0 16,0-10 0-16,5 5 0 0,1-6 0 0,-1 1 0 15,6 0 0-15,0-1 0 0,0-4 0 0,-5 0 0 16,5 4 0-16,0 1 0 0,0 5 0 0,-6-1 0 16,1 6 0-16,5 5 0 0,-11-5 0 0,11 5 0 15,-17 10 0-15,11-10 0 0,6 5 0 0,-17 5 0 16,0 0 0-16,12 5 0 0,-1-5 0 0,6 5 0 15,-17-5 0-15,11 10 0 0,1 0 0 0,-7 5 0 16,7 0 0-16,-1 6 0 0,-5 4 0 0,0 0 0 16,-1 1 0-16,-5-1 0 0,6 0 0 0,0 6 0 0,-1-6 0 15,-5 5 0-15,12-9 0 0,-12-1 0 0,0 0 0 16,0 5 0-16,6-4 0 0,-6-6 0 0,0 0 0 0,0 0 0 16,0-15 0-16,0 10 0 0,0 6 0 0,0-16 0 15,0 10 0-15,0-10 0 16,0 0-151-16,0 0-33 0,0 0-6 0,0 0-898 15</inkml:trace>
  <inkml:trace contextRef="#ctx0" brushRef="#br1" timeOffset="47534.863">10975 15647 1821 0,'0'0'80'0,"0"0"18"0,0 0-78 0,0 0-20 16,0 0 0-16,0 0 0 0,0 0 66 0,0 0 10 0,11-5 1 0,-11 0 1 15,12 0-15-15,-7 0-3 0,12 0-1 0,-5-1 0 16,11 1-14-16,-6 5-2 0,5-5-1 0,1 5 0 16,6 0 4-16,5 0 1 0,-11 0 0 0,5 5 0 15,1-5-35-15,-1 5-12 0,-5 1 9 0,0-6-9 16,5 0 34-16,-5 5 2 0,6-5 0 0,-12 0 0 15,5 0-20-15,1 5-4 0,0-5-1 0,-6 0 0 16,6 0-11-16,-6 0 8 0,0 0-8 0,0 0 8 16,0 0 4-16,0 0 1 0,0 0 0 0,-5 0 0 15,-12 0-13-15,11-5 0 0,6 0 0 0,-17 5 0 16,0 0 0-16,23 0-8 0,-23 0 8 0,6 0-13 0,-6 0 13 16,0 0 10-16,17 0-2 0,-17 0 0 0,0 0-8 0,0 0 0 15,11 5 0-15,-11-5 0 0,0 0 0 0,0 0 0 16,12 10 0-16,-1 0 0 0,-11 0 50 0,6 5 11 15,-1 0 3-15,-5 1 0 0,-5-1-52 16,-1 5-12-16,6 0 0 0,-11 6 0 0,5-6 0 0,0 5-10 16,-5 6 2-16,-1 4 0 0,1 0 8 0,-6 6 0 15,0-6 10-15,0 6-10 0,0-1 8 0,0-4-8 16,5-1 0-16,-11 1 9 0,6-1-9 0,6 1 0 16,-6-6 0-16,0 6 0 0,5-11 8 0,-5 5 0 15,0-4 0-15,0-1 0 0,6 0-8 0,-1-5 0 0,1 1 0 16,5-6 0-16,6 0 0 0,-5 0 0 15,5-15 0-15,0 0 0 16,0 0-40-16,0 0 0 0,0 0 0 0,0 0-863 0,11-15-173 0</inkml:trace>
  <inkml:trace contextRef="#ctx0" brushRef="#br1" timeOffset="47956.846">12314 15682 1382 0,'0'0'123'0,"0"0"-99"16,0 0-24-16,0 0 0 0,0 0 133 0,0 0 22 15,0 0 4-15,0 0 1 0,0 0-77 0,0 0-15 16,11 10-4-16,-11-10 0 0,17 11-51 0,-5 4-13 16,-7 0 0-16,7 5 0 0,-1 0 54 0,-11 1 8 15,6 4 2-15,-6 0 0 0,6 1-52 0,-6 9-12 16,-6-4 0-16,0 9 0 0,6-5 54 0,-11 1 8 15,11 4 2-15,-6 1 0 0,6-6-52 0,-6 6-12 16,1-6 0-16,-1-4 0 0,0 4-9 0,1-4-5 16,5-1-1-16,-6 0 0 0,0-4 24 0,0-6 5 0,1 0 1 0,-1-5 0 31,12-5-135-31,-6-10-26 0,0 0-6 0,0 0-872 0</inkml:trace>
  <inkml:trace contextRef="#ctx0" brushRef="#br1" timeOffset="48255.291">12126 16108 1778 0,'0'0'79'15,"0"0"16"-15,0 0-76 0,0 0-19 0,-6-5 0 0,6 5 0 0,0-11 94 0,0 11 15 16,0 0 3-16,0 0 1 0,11-10-49 0,1 0-9 15,-1 10-3-15,1-5 0 0,-1 0-7 0,0 0-1 16,6 5-1-16,1 5 0 0,-7-5-7 0,6 5-2 16,6-5 0-16,5 5 0 0,1-5 24 0,-6 0 5 15,5 0 1-15,6 0 0 0,-11 0-52 0,6 0-12 16,-7-5 0-16,1 0 0 0,0 0 0 0,5 0 0 16,-10 0 0-16,-1 5 0 15,0-10-48-15,0 5-13 0,-6 0-3 0,1 0 0 16,5 0-153-16,-6-1-31 0,12-4-7 0,-23 10-1 0</inkml:trace>
  <inkml:trace contextRef="#ctx0" brushRef="#br1" timeOffset="48872.878">13807 15622 1728 0,'0'0'38'0,"0"0"8"0,0 0 2 0,0 0 0 0,0 0-39 0,0 0-9 0,0 0 0 0,0-11 0 15,0-4 53-15,0 5 9 0,0 10 2 0,0-10 0 0,0-5 0 16,-6 5 0-16,6 0 0 0,-6-6 0 0,6 11 0 0,-6-5 0 15,1 5 0-15,5 5 0 16,-6-10 0-16,0 5 0 0,1 0 0 0,-1 5 0 0,0-5-52 0,1 0-12 16,-13 0 0-16,7 5 0 0,-6 5 0 0,0 0 0 15,-6 0 0-15,0 5 0 0,1 5 54 0,-1-5 8 16,-6 11 2-16,6-1 0 0,-5 0-52 16,-1 10-12-16,1 6 0 0,0-1 0 0,-1 6 0 0,6-6 0 15,-5 1 0-15,5 4 0 0,0 6-15 0,0-6-5 16,1 11-2-16,4-5 0 0,7 4 35 0,5 11 7 15,-5-5 2-15,0-6 0 0,5 1-38 0,6-5-7 16,0-6-1-16,11 1-1 0,6-6 25 0,6-5 0 16,-6-4 0-16,12-1 0 0,-1-10 11 0,1 0-3 0,11-4 0 15,-6-1 0-15,6-5 3 0,-6-10 0 0,0-5 0 16,-5-6 0-16,-1 6-11 0,1-10 12 0,-1 5-12 0,-5-6 12 16,-6 1-12-16,0 0 8 0,0 5-8 0,0-5 8 15,-5 4-8-15,-1-4 8 0,-5 0-8 0,-1 5 8 16,1-6-8-16,0 6 12 0,-6 5-12 0,0-5 12 15,0 0-12-15,-6-1 10 0,0 1-10 0,1 5 10 16,-7 0-10-16,7 0 12 0,-1 0-12 0,0 5 12 16,-5-5-2-16,-1 5 0 0,-5-1 0 0,-5-4 0 15,-1 10-10-15,-6 0 0 0,1 0 0 0,5 5 0 16,-6 0 0-16,1 1 0 0,5 4 0 0,0-5 0 16,1 5-21-16,-1 0 0 0,6-5 0 0,0 0 0 15,5 0-102 1,7 0-20-16,-1 0-4 0</inkml:trace>
  <inkml:trace contextRef="#ctx0" brushRef="#br1" timeOffset="49607.643">14428 15748 460 0,'0'0'41'0,"0"0"-33"16,0 0-8-16,0 0 0 0,0 0 275 0,0 0 53 0,0 0 10 0,0 0 2 15,0 0-206-15,0 0-42 0,0 0-8 16,0 0-1-16,5 10-35 0,1 5-6 0,0 1-2 0,-1-1 0 15,1 0-11-15,0 5-2 0,0 1-1 0,-1-1 0 16,-5 5 8-16,6 11 2 0,0-1 0 0,-6 0 0 16,0 6-11-16,0-1-1 0,0-4-1 0,0 4 0 15,0-9-14-15,0 4-9 0,0-4 12 0,0-1-12 16,0 0 0-16,0 1 0 0,-6-6 0 16,6 0-12-16,0-4-101 15,0-6-20-15,-6-5-4 0,6 0-807 0</inkml:trace>
  <inkml:trace contextRef="#ctx0" brushRef="#br1" timeOffset="49834.594">14234 16184 1209 0,'0'0'108'0,"0"0"-87"15,0 0-21-15,0 0 0 0,0 0 172 0,0 0 31 16,0 0 5-16,0 0 2 0,0 0-130 0,6 0-27 15,5-5-5-15,0 5 0 0,6 0-8 0,1 0-2 16,-1 0 0-16,5 0 0 0,1 0 12 0,0 0 2 16,6 0 1-16,-7 0 0 0,1 5-24 0,6-5-5 0,5 0 0 15,-6 5-1-15,-11 0-23 0,12-5-18 0,-1 5 3 16,1-5-1102-16</inkml:trace>
  <inkml:trace contextRef="#ctx0" brushRef="#br1" timeOffset="50283.026">15362 15470 1796 0,'34'-5'40'0,"-34"5"8"0,0 0 1 0,0 0 1 0,0 0-40 0,0 0-10 16,0 0 0-16,0 0 0 0,0 0 88 0,0 0 16 15,0 0 4-15,0 0 0 0,0 0-47 0,0 0-9 16,12 10-1-16,-1 0-1 0,0 0 3 0,-11-10 1 16,-5 15 0-16,5 5 0 0,0 1-8 0,-6-1-2 15,0 5 0-15,1 1 0 0,10 9-19 0,-10 0-4 16,-7 6-1-16,1-1 0 0,5 1 4 0,-5-1 1 15,-1 1 0-15,-5-6 0 0,0 6-25 0,6-1 0 16,11 1 0-16,-12-11 0 0,1 1 0 0,5-1 0 16,12-5 0-16,-6-4 0 0,-6-1 0 0,6-5 0 15,6 0 0-15,5 1 0 0,1-6 0 0,-1 0 0 16,-5-5 0-16,11 0 0 0,11 5 0 0,-5-10 0 0,-6 0 0 16,6 0 0-16,6 0 0 0,-1 0 0 0,-5 0 0 0,-6 0 0 31,-17 0-46-31,17-5-14 0,12 5-4 0,-7 0 0 15,-22 0-58-15,12-5-12 0,11 5-2 0,-6-5-1 16,-17 5-88-16,0 0-18 0,17-5-3 0,6 0-1 0</inkml:trace>
  <inkml:trace contextRef="#ctx0" brushRef="#br1" timeOffset="50537.536">15795 16042 345 0,'-11'-10'31'0,"11"5"-31"0,0 0 0 0,0 5 0 16,0 0 211-16,0-16 36 0,-6 6 7 0,6 10 2 15,17-10-154-15,-17 10-30 0,-6-15-7 0,6 10-1 16,0 5 0-16,0 0 0 0,-5 0 0 0,-1-5 0 0,-5 0 0 16,11 5 0-16,0 0 0 0,0 0 0 0,-17 5 28 0,11 5 6 15,17 0 1-15,-5 5 0 0,-12 6-5 0,1-6-1 16,5 10 0-16,5 0 0 0,7 6-74 0,-7-1-19 16,-10 6 0-16,5-6 0 0,17 5 55 0,-6 1 7 15,-17-6 2-15,6 6 0 0,6-11-52 0,-6 5-12 16,-6 1 0-16,-5-6 0 15,5 0-23-15,6-4-7 0,12-6-2 0,-7 0 0 16,-5-15-80-16,0 0-16 0,17 10-3 0,1-5-965 0</inkml:trace>
  <inkml:trace contextRef="#ctx0" brushRef="#br1" timeOffset="50832.138">16382 15839 1728 0,'0'0'76'0,"-6"-10"16"0,-5 0-73 0,11 10-19 0,0 0 0 0,0 0 0 16,0-15 55-16,0 15 7 0,0 0 2 0,0 0 0 16,6-15-3-16,-6 15 0 0,0 0 0 0,0 0 0 15,11-5 5-15,-11 5 1 0,0 0 0 0,0 0 0 16,11 20-54-16,-11-5-13 0,-5 0 0 0,-1 11 0 15,0-1 40-15,6 0 6 0,-5 11 1 0,-7-1 0 16,6 6-33-16,6-6-6 0,0 0-8 0,-5 1 11 16,-1-6-11-16,6 1 0 0,-6-1 0 0,12 0 8 15,0-9-27-15,-6 4-5 0,0-5-2 16,0 1 0-16,5-1-204 0,-5-10-41 0</inkml:trace>
  <inkml:trace contextRef="#ctx0" brushRef="#br1" timeOffset="51036.254">16217 16072 1209 0,'0'0'108'0,"0"0"-87"16,0 0-21-16,0 0 0 0,-6-5 240 0,6 5 44 0,0 0 9 0,11-5 2 15,-11 5-199-15,18-5-40 0,-7-5-8 0,12 10-2 16,-1-5-29-16,1 5-5 0,-11-5-2 0,5 0 0 15,11 5-10-15,-5 0-9 0,-12 0 9 0,7-5-735 16,-1 5-139-16</inkml:trace>
  <inkml:trace contextRef="#ctx0" brushRef="#br1" timeOffset="51515.358">16832 15627 2084 0,'0'0'46'0,"0"0"10"0,0 0 1 0,0 0 1 16,11-5-46-16,1-1-12 0,5-4 0 0,0 5 0 0,-6 0 31 0,7 0 4 15,4-5 1-15,1 5 0 0,0 0-36 0,-6 0 0 16,6 5-10-16,0 0 10 0,-6 0 44 0,5 0 16 15,-4 5 3-15,-1-5 1 0,-6 5 0 0,6 0 0 16,-5 0 0-16,-1 0 0 0,-11-5-52 0,6 10-12 16,-1 5 0-16,1-4 0 0,5-1 0 0,-11 0 0 15,6 0 0-15,-6 0 0 16,6 0 0-16,0 5 0 0,-6 1 0 0,0-1 0 0,0 5 54 0,-6 0 8 16,0 1 2-16,0 9 0 0,-5-5-64 0,0 1 0 15,-6 4-14-15,-1-5 2 0,-4 6 12 0,-1-1 11 16,0-5-3-16,0 6 0 0,0-6-8 0,1 0 0 0,-1 1 9 15,0-6-9-15,0 5 0 0,12-9 0 0,-6-1 0 0,0 0 0 16,-6 0 0-16,6-5 0 0,5 5 0 0,7-4 0 16,-1-6 0-16,6 5 0 0,0-10 0 0,11 10 0 15,12-5 0-15,-6 0 0 0,6-5 0 0,0-5 0 16,5 5 0-16,7-5 0 0,-7 0 0 0,1 0 0 16,-1-5 0-16,1 5 0 0,-1-6 0 0,1 1 0 15,-7 0-13-15,1 0-7 0,0 0-2 0,-6 5 0 16,0 0-46-16,0-5-10 0,0 5-2 15,0 0-701-15,-5 5-141 0</inkml:trace>
  <inkml:trace contextRef="#ctx0" brushRef="#br1" timeOffset="51812.345">17772 15768 1152 0,'0'-20'102'0,"6"15"-82"16,-12-5-20-16,18 5 0 0,-7-5 132 0,-5 10 23 15,0-10 4-15,0 10 1 0,0 0-68 0,0 0-14 16,0 0-2-16,0 0-1 0,0 0-20 0,0 0-4 16,0 0-1-16,0 0 0 0,0 0-8 0,6 15-2 0,0 0 0 15,-6 5 0-15,0 1-10 0,-6 4-2 0,0 0-1 0,6 6 0 16,-5 4 2-16,5 0 1 15,-12 1 0-15,12-1 0 0,0 1-18 0,-5-1-4 0,-1-4-8 0,0-1 12 16,6-5-12-16,-6 1 0 0,6-1-9 0,0-5 9 31,0-5-118-31,0 1-18 0,0-16-3 0,0 0-847 0</inkml:trace>
  <inkml:trace contextRef="#ctx0" brushRef="#br1" timeOffset="52010.118">17607 15829 2041 0,'0'0'44'0,"0"0"10"0,0 0 2 0,0 0 2 0,0 0-46 0,0 0-12 16,0 0 0-16,0 0 0 0,28 0 42 0,1 0 6 16,-6 0 2-16,5 0 0 0,-5 0-50 0,0 5 0 15,11-5-12-15,-6 5 3 0,1-5 9 0,-1 0 0 16,1 5 0-16,-1-5-651 15,1 0-128-15</inkml:trace>
  <inkml:trace contextRef="#ctx0" brushRef="#br1" timeOffset="52597.324">18194 15475 979 0,'0'0'43'0,"0"0"9"0,0-10-41 0,0 10-11 0,6-11 0 0,5 1 0 15,-5 5 227-15,11 0 43 0,0 0 9 0,0-5 1 16,6 5-196-16,-1 0-40 0,-4 0-8 0,10 0-2 16,1 0-10-16,5 5-3 0,-6 0 0 0,6 0 0 15,1 0 35-15,-7 0 6 0,6 0 2 0,-11 5 0 16,0 0-37-16,-6 0-7 0,6-5-2 0,-6 10 0 15,-17-10-2-15,11 5 0 0,1 5 0 0,-12-10 0 16,11 10 7-16,-5 5 1 0,-1 1 0 0,1-1 0 16,-6 0-5-16,0 0-1 0,-11 6 0 0,5-6 0 15,-5 0 0-15,-1 5 0 0,-5-5 0 0,-6 6 0 16,1-1-10-16,-7-5-8 0,6 5 9 0,0-4-9 16,-5-1 29-16,0 0 0 0,5-5 0 0,0 5 0 15,0-5-29-15,0 0 0 0,12-4 0 0,0-1 0 0,-1 5 0 16,1-5 0-16,11-5 0 0,0 0 0 0,0 0 0 0,0 0 0 15,0 0 0-15,0 0 0 0,11 10 0 0,6 0 0 16,-5 0 0-16,10-5 0 16,1 0-45-16,0 0-15 0,6 5-4 0,5-4 0 0,-6-1 52 0,6 0 12 15,-5 0 0-15,-1 5 0 0,1 0 0 0,-6 0 0 16,-1 5 0-16,1 6 0 0,-11-6 0 0,5 5 0 16,-6 0 0-16,-5 6 0 0,5-6 48 0,-5 0 13 15,0 5 3-15,5-4 0 0,-11-1-52 0,0 0-12 16,0 0 0-16,0 1 0 0,0-6 0 0,-6 0 0 0,1 0 0 15,-7 0 0-15,1 1 0 0,-6-1 0 0,5 0 0 0,-5-5 0 16,-6 5 0-16,-5-10 0 0,5 1 0 0,-11 4 0 16,5-5 0-16,-5 5 0 0,0-10 0 0,11 5 0 15,1-5 0-15,-7 0 0 0,12-5 0 16,-6 5 0 0,0-10-48-16,6 5-13 0,-6-5-3 0,6-1-751 0,-5-4-150 0</inkml:trace>
  <inkml:trace contextRef="#ctx0" brushRef="#br1" timeOffset="53648.444">11641 17227 691 0,'0'0'30'0,"0"0"7"0,0 0-29 0,0 0-8 16,6-15 0-16,-6 10 0 0,0 5 220 0,6-11 42 15,5 6 9-15,-11-5 1 0,0 10-212 0,0 0-44 16,0 0-8-16,0 0-8 0,12 0 24 0,-12 0-1 16,0 0-1-16,0 0 0 0,0 0 29 0,5 15 5 15,-5 6 2-15,0-1 0 0,0 0 5 0,-5 6 1 16,5 4 0-16,-12 0 0 0,12 11-32 0,-11-6-7 16,-1 6-1-16,1 4 0 0,5 6-24 0,-5 0 8 15,5-6-8-15,-11 1 0 0,11-6 0 0,1 1 0 16,-1-1 0-16,0-9-11 15,6-6-31-15,0 0-6 0,0-4-2 0,0-11-598 16,0-10-120-16</inkml:trace>
  <inkml:trace contextRef="#ctx0" brushRef="#br1" timeOffset="53874.005">11322 17667 864 0,'0'0'38'0,"12"0"8"0,-1-5-37 0,-11 5-9 0,0 0 0 0,0-5 0 16,17 0 245-16,-5 0 47 0,-1 0 10 0,6 5 2 15,6-10-219-15,5 5-43 0,1 0-9 0,-1 0-1 16,7 0-23-16,4 0-9 0,-4 5 8 0,10 0-8 16,-16-5 8-16,-1 0-8 0,12-1 0 0,-17 6 8 15,5-10-88-15,7 10-19 0,-7-5-3 0,1 0-1 0</inkml:trace>
  <inkml:trace contextRef="#ctx0" brushRef="#br1" timeOffset="54254.6">12411 17171 1958 0,'0'0'43'0,"0"0"9"0,0-5 1 0,0 5 3 0,-6 0-45 0,6 0-11 0,0 0 0 0,0 0 0 16,0 0 44-16,0 0 8 0,0 0 0 15,6 15 1-15,-6-5-33 0,0 6-8 0,0 4 0 0,-6-5-1 16,6 5-11-16,-6 6 0 0,1-1 0 0,-7 0 0 16,12 1 55-16,-17-1 9 0,6 5 1 0,-6-4 1 15,-1 9-3-15,1-10-1 0,0 1 0 0,6-1 0 16,5 5-39-16,0 1-8 0,1-6-2 0,-1 11 0 15,0-6-13-15,6-5-18 0,-5 1 4 0,5-6 1 16,0 5 32-16,0 0 6 0,0-9 2 0,5-1 0 16,1 0-27-16,0-5 8 0,5 0-8 0,-5-5 0 15,5 0 0-15,6 0 0 0,6-5-14 0,-6 0 5 16,12-5-10-16,-6 5-1 0,5-10-1 0,0 10 0 16,1-10-14-16,-12 5-2 0,12 0-1 15,-7 0 0-15,7 5-29 0,-6-5-5 0,-1 0-2 0,-4 0 0 16,4 5-130-16,-5 0-27 0,1 0-5 0</inkml:trace>
  <inkml:trace contextRef="#ctx0" brushRef="#br1" timeOffset="54541.263">12696 17510 1710 0,'0'0'37'0,"0"0"8"0,0 0 2 0,0 0 1 0,0 0-38 0,0 0-10 15,0 0 0-15,0 0 0 0,0 0 76 0,5 11 14 0,-5 4 2 0,0-5 1 16,0 10-33-16,0-5-8 0,6 11 0 0,-6-1-1 16,0 0-19-16,0 11-4 0,0-1-1 0,0 6 0 15,0-1-8-15,6 1-2 0,-6-6 0 0,0 6 0 16,0-6-17-16,5 1 8 0,-5-1-8 0,0-5 0 15,6 1 0-15,-6-6 0 0,0 0-10 0,6-4 10 32,-1-6-156-32,1 0-24 0</inkml:trace>
  <inkml:trace contextRef="#ctx0" brushRef="#br1" timeOffset="54883.64">13943 17678 864 0,'0'0'38'0,"0"0"8"0,0 0-37 0,0 0-9 16,0 0 0-16,0 0 0 0,0 0 221 0,12 0 43 0,-1-6 8 15,6 1 1-15,0 5-205 0,-5-5-40 0,5 5-9 0,0 0-2 16,11 5-8-16,1-5-1 0,-1 0-8 0,-5 0 12 16,0 0-12-16,0 5 0 0,0-5 0 0,-1 6 0 31,-5-1-28-31,0 0-1 0,1 0-1 0,-1-5-524 0,-17 0-105 0</inkml:trace>
  <inkml:trace contextRef="#ctx0" brushRef="#br1" timeOffset="55228.78">13835 17976 748 0,'0'0'67'0,"0"0"-54"0,0 0-13 0,0 0 0 0,0 0 244 0,0 0 47 16,0 0 9-16,0 0 1 0,0 0-183 0,11 0-37 15,1 0-7-15,5-5-2 0,-6 5-23 0,6 0-5 16,6 0 0-16,0 0-1 0,-6 0 1 0,6 5 0 15,0 0 0-15,-1-5 0 0,1 5-12 0,0 0-1 16,11-5-1-16,6 0 0 0,-11 6-21 0,5-1-9 16,0 0 8-16,-6-5-8 0,1 5 0 0,-1-5 0 0,-5 5-14 15,6-5 5 1,-6 5-15-16,5-5-4 0,-11 5 0 0,12 0 0 16,-18-5-109-16,17 5-23 0,-5 0-4 0</inkml:trace>
  <inkml:trace contextRef="#ctx0" brushRef="#br1" timeOffset="88868.451">15573 17541 230 0,'-17'-5'20'0,"5"0"-20"16,12 5 0-16,0 0 0 0,17-10 303 15,-11 4 56-15,-12-4 11 0,6 0 2 0,12 0-232 0,-1 0-48 16,-11 0-8-16,12-5-3 0,10-1-13 0,-4 1-4 16,-1 0 0-16,0 0 0 0,6 0-12 0,-1-1-4 15,1 1 0-15,0 0 0 0,-17 5-4 0,11-5-2 16,17 5 0-16,-6-6 0 0,7 6 18 0,-13 0 3 15,1 5 1-15,6 0 0 16,-1 0-72-16,-11 5-15 0,-17 0-2 0,17 10-1 0,6-5 26 0,-6 10 0 16,-11-4 9-16,11 4-9 0,0 0 13 0,-6 5-4 15,-5-5-1-15,-6 6 0 0,12 4 4 0,-7-5 1 16,-5 6 0-16,-5-1 0 0,5 0 7 0,-6-5 0 16,6 1 1-16,-6 4 0 0,-11 0 5 0,6 1 1 15,5 4 0-15,-11 0 0 0,0 1-10 0,-6 4-1 16,6 1-1-16,0-1 0 0,0 1-15 0,-6-6 0 15,-11 5 0-15,11 1 0 0,17-6 0 0,-11 6 0 0,-11-1 0 0,5 1 0 16,11-1 0-16,-5-5 0 0,0 6 0 16,-5-6 0-16,-1 6 20 0,0-6 2 0,6 0 0 0,-6 1 0 15,-5-6-22-15,5 0 8 0,23-4-8 0,-12-6 0 16,1-5 11-16,0 5-3 0,11-15 0 0,0 0 0 16,0 0-8-16,0 0 10 0,0 0-10 0,0 0 10 15,17 5-10-15,-6 0 8 0,-11-5-8 0,17 0 8 16,12 0-8-16,-1-5 0 0,-5 5 0 0,0-5 0 15,0 0 0-15,11 5 0 0,6-5 0 0,-6 0 0 16,-6 5 0-16,6-5 0 0,12 0 0 0,-12 0 8 0,0 0-8 16,-5 5 0-16,-1-5 0 0,1 5 0 0,5 0 0 0,-11 0 0 15,-12 0 0-15,12 0 0 0,6 0-11 0,-12 5 3 16,-17-5 0-16,17 5 0 16,5-5-21-16,-4 0-4 0,-18 0-1 0,0 0 0 15,0 0-102-15,0 0-20 0,11 10-4 0,-11-10-595 16,0 0-119-16</inkml:trace>
  <inkml:trace contextRef="#ctx0" brushRef="#br1" timeOffset="89566.298">17368 17358 230 0,'0'-10'20'0,"-6"0"-20"0,6 0 0 0,-6-5 0 16,1 0 370-16,5 0 70 0,0-1 13 0,-6 6 3 15,6-5-332-15,0 5-66 0,-6 5-14 0,6 5-2 16,-6-10 5-16,1 10 1 0,-1-5 0 0,-5 0 0 0,-1 0 2 0,1 5 1 15,5 0 0-15,-5 0 0 16,-1 0-32-16,-5 0-7 0,0 5 0 0,0-5-1 16,0 0 30-16,-6 5 7 0,6 0 0 0,-6-5 1 15,6 5-27-15,0 5-6 0,-6-5 0 0,1 5-1 0,-1 5-15 0,0 0 0 16,0 1 0-16,-5 4 0 0,-6 5 0 0,11 6 0 16,6-1 0-16,-12 5 0 0,-5 6 0 0,11 5 0 15,0-6 0-15,1 6 0 0,10 4 0 0,-5 1 0 16,0 5 0-16,11-1 0 0,12 1 0 0,-12 0 0 15,-5-1 0-15,5 1 0 0,23 0 0 0,-5 0 0 16,-1-6 0-16,-5 11 0 0,17-10 0 0,-1-6 0 16,1 1 0-16,6-6 0 0,-7 1 0 0,13-6 0 15,-1-4 0-15,6-6 0 0,0-10 54 0,-1 0 8 16,-4-5 2-16,5-5 0 0,5-5-52 0,-5-10-12 0,0 0 0 16,0-10 0-16,-6 0-11 0,0-1-5 0,0-4 0 0,-5 5-1 15,-6-5 27-15,5-1 6 0,-11 1 0 0,0 0 1 16,-5-1-17-16,-7-4 0 0,1 5 0 15,0-1 0-15,5 6 0 0,-5-5 0 0,-6 4 0 0,-6-4 0 16,6 5 0-16,0-5 0 0,-5 4 0 0,-1 1 0 16,0 0 0-16,-5 5 0 0,-1-6 0 0,-5 6 0 15,0 5 0-15,0-5 12 0,-6 5-4 0,-5 0-8 16,-1-1 10-16,1 1-10 0,5 0 8 0,-6 5-8 16,1 0 0-16,-6 5-11 0,0 0 1 0,-1-5 0 15,1 5 10-15,0 0 0 0,6 0 0 0,-7 5 0 16,7 0 0-16,-6 0 0 0,11 0 0 0,-6 5 0 15,12-5 0-15,-5 6 0 0,-1-1 0 0,6 0 0 16,17 5 0-16,-6 0 0 0,-11 0 0 0,11 6 0 16,12-6-53-16,0 0-9 0,-6 5-2 0,11 1 0 15,6-6-204-15,6 0-42 0</inkml:trace>
  <inkml:trace contextRef="#ctx0" brushRef="#br1" timeOffset="90338.238">18319 18017 288 0,'0'0'12'0,"0"0"4"0,0 0-16 0,0 0 0 16,0 0 0-16,0 0 0 0,0 0 323 0,6-10 61 16,0 0 13-16,-6 10 3 0,11-6-269 0,-11 6-54 0,6-10-10 0,-1 0-3 15,7 5-51-15,-12 5-13 0,0-10 0 0,0 10 0 16,0-15 50-16,0 15 7 0,0-5 2 15,-6-5 0-15,0 0-11 0,1-1-1 16,-7 6-1-16,7-5 0 0,-13 5-18 0,1 0-4 0,0-5-1 0,6 10 0 16,-6-5 17-16,0 5 3 0,0 0 1 0,0 5 0 15,-6-5-20-15,6 10-3 0,0-5-1 0,-1 5 0 16,-4-5-2-16,5 5-1 0,-1 6 0 0,-4-1 0 16,10 0-7-16,-5 5-2 0,6 1 0 0,-6-1 0 15,5 5-8-15,-5 0 0 0,6 1 9 0,-1-1-9 16,1 5 0-16,5 1 0 0,1-1 0 0,5 6 8 15,0-6-8-15,5 6 11 0,1-1-11 0,5-5 12 16,1 1-4-16,-1-6-8 0,6 0 12 0,6 1-4 16,0-11-8-16,5 0 0 0,7 0 0 0,-1-10 0 15,0 0-29-15,6-5-11 0,0-5-3 16,-6 0 0-16,-6-5-119 0,1 0-24 16,-1-5-5-16,-5 0-794 0</inkml:trace>
  <inkml:trace contextRef="#ctx0" brushRef="#br1" timeOffset="91087.351">18672 17926 864 0,'0'0'76'0,"0"0"-60"15,0 0-16-15,0 0 0 0,0 0 246 0,0 0 46 0,0 0 10 0,0 0 2 16,0 0-192-16,0 0-39 0,0 0-7 0,0 0-2 15,0 0 0-15,0 0 0 0,0 0 0 0,0 0 0 16,12 5-51-16,-12-5-13 0,11 15 0 0,1 0 0 16,-1 5 54-16,-5 1 8 0,-6 4 2 0,5 0 0 15,-5 1-52-15,0 4-12 0,0 5 0 0,-5 1 0 16,-1-6 0-16,0 11 0 0,6-6 0 0,-5-4 0 16,-1-1 54-16,0 5 8 0,1-9 2 0,-1 4 0 15,6-10-52-15,-6-4-12 0,6-1 0 0,0-15 0 16,0 0 0-16,0 0 0 0,0 0 0 0,0 0 0 15,0 0 0-15,0 0 0 0,0-15 0 0,6-1 0 16,0-4 0-16,-1 0 0 0,1-11 0 0,5 1 0 16,-5 0 0-16,0-6 0 0,5 6 0 0,-5-6 0 15,5 6 0-15,1-5 0 0,-1 4 0 0,6 1 0 16,-6-1 0-16,1 6 0 0,5 0 0 0,-6-1 0 0,6 1 0 16,1 5 0-16,-1 5 0 0,0-6 0 0,-6 6 0 0,6 0 0 15,0 5 0-15,0 5 0 0,1 0 0 0,-1 5 0 16,5 5 0-16,-4 0 0 0,-1-5 0 0,5 10 0 15,-5 5 0-15,1 0 0 0,-1 6 0 0,-6-1 0 16,6 0 0-16,0 6 0 0,-5 4 0 0,-1-5-12 16,0 6 3-16,-5-1 0 0,6 0 9 0,-7 1 12 15,1-1-2-15,0 1-1 0,-1-6-9 0,-5 0 0 16,0 1 0-16,0-6 0 0,0-5 0 0,-5-5 0 16,5 0 0-16,0-10 0 0,0 0 0 0,0 0 0 15,0 0 0-15,0 0 0 0,0 0 14 0,0 0 1 16,5-15 0-16,1-5 0 0,0 0-24 0,-1-11-5 15,1 6-1-15,6-11 0 0,-1 1 23 0,6-1 4 16,0 1 0-16,6 0 1 0,0-6-13 0,5 1 0 0,-5 4 0 0,11 6 0 16,-5-6-9-16,-1 6 9 0,1 5 0 0,5 4-9 15,-6 6 9-15,1 0 0 0,-1 5 0 0,1 5-8 16,-6 5 8-16,5 5-10 0,1 0 10 0,-1 10-10 16,0 0 10-16,-5 6 9 0,6-1-1 0,-6 0-8 15,5 5 20-15,-11 6-2 0,6-1-1 0,0 6 0 16,0 4-2-16,-6 1-1 0,0-1 0 0,-6 1 0 15,0 4 5-15,1-4 1 0,-6-6 0 0,5 1 0 16,-5-6-8-16,-1 0-2 0,1 1 0 0,-6-6 0 16,0-5-10-16,-6 1 8 0,6-1-8 0,-5-10 8 15,5 5-8-15,0-15-14 0,0 0 3 0,0 0 1 16,0 0-107-16,0 0-22 0,0 0-4 0,0 0-1092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4T04:08:36.906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3152 2678 1425 0,'0'0'63'0,"0"0"13"16,0 0-60-16,0 0-16 0,0 0 0 0,0 0 0 0,0 0 71 0,0 0 11 15,0 0 2-15,0 0 1 0,-12-5 16 0,12 5 3 16,0 0 1-16,0 0 0 0,0 0-41 0,0 0-9 0,0 0-2 16,0 0 0-16,0 0-9 0,0 0-3 15,0 0 0-15,12 15 0 0,-12-5 3 0,0 5 0 0,0 11 0 0,0-1 0 16,0 10-4-16,-12 1 0 0,12 9 0 0,0 6 0 15,-5 5-13-15,5 5-3 0,0-6-1 0,0 1 0 16,0-5-8-16,-12-6-2 0,12 1 0 0,0-11 0 16,12 1-13-16,-12 4 0 0,0-14 0 0,0-1 0 15,5 0 0-15,7-15 0 0,-12 5 0 0,0-4 0 16,5-1-50 0,-5-10-13-16,0 0-2 0,0 0-1149 0</inkml:trace>
  <inkml:trace contextRef="#ctx0" brushRef="#br0" timeOffset="1055.744">21009 3281 921 0,'0'0'82'0,"0"0"-66"0,0 0-16 0,-6-6 0 16,-6 6 120-16,12-10 20 0,0 10 4 0,12-5 0 15,-6-5-31-15,11 0-6 0,-6 5-2 0,12-5 0 16,-6-5-10-16,11 5-3 0,-5-1 0 0,6 1 0 16,-1 5-27-16,6-10-5 0,1 0-2 0,-7 10 0 15,6-10-21-15,-11 4-4 0,5 1-1 0,1 5 0 16,-6 5-11-16,-6-5-2 0,0 5-1 0,-6 5 0 15,1 10-5-15,-7-9-1 0,1 14 0 0,0-15 0 16,-6 15 3-16,0 0 0 0,-6 1 0 0,6 4 0 16,-11 0 11-16,5 6 2 0,-5-6 1 0,-1 0 0 0,-5 1 0 15,-6 4 0-15,6-5 0 0,-6 1 0 16,6 4-1-16,-11-5 0 0,5 1 0 0,-5-1 0 16,-1 0-16-16,-5 1-3 0,5-1-1 0,-5 0 0 0,0 1-8 0,0-6 8 15,0 0-8-15,11 5 8 0,0-4 0 0,6 4 0 16,0-20 0-16,0 15 0 0,5-10 0 0,1 6 0 15,0-6 0-15,11-10 0 0,0 0 0 0,0 0-8 16,0 0 12-16,11 15-4 0,0-15 0 0,-5 5-8 16,6-5 12-16,5 0-4 0,11 0 12 0,6 0 1 15,1-5 1-15,10 5 0 0,1 0-22 0,-1-10 0 16,-5 5 0-16,0 5 0 0,-6 0-15 0,0 0 3 16,1 0 0-16,-7 0 0 0,-5 0 12 0,0 5 0 15,-1 5 0-15,-4-10 0 0,-1 10-10 0,0-5 1 16,-6 0 0-16,1 0 0 15,-1 0-41-15,-11-5-8 0,6 5-2 0,-6-5-820 0,0 0-164 0</inkml:trace>
  <inkml:trace contextRef="#ctx0" brushRef="#br0" timeOffset="2107.069">30786 2389 806 0,'0'0'72'0,"0"0"-58"0,0 0-14 0,0 0 0 0,0 0 223 0,0 0 41 16,0 0 9-16,11-10 2 0,-5 5-163 0,0-5-32 15,5 0-6-15,6 5-2 0,0 5 4 0,0-10 0 16,6 10 0-16,0-16 0 0,5 16-28 0,7-5-4 15,-1 0-2-15,0 5 0 0,-6-10-26 0,7 5-4 16,-1 5-2-16,6-5 0 0,-6 0-10 0,0 5 8 16,-5 0-8-16,-1 0 8 0,-5 0-8 0,5 5 0 15,-5 5 0-15,0 0 0 0,-12-5 0 0,-5 0 0 16,-12 11-9-16,6-1 9 0,6 5 0 0,0-5 0 16,-12 11 0-16,6-6 0 0,6 5 0 0,-6-5 0 15,0 6 0-15,-6-1 9 0,0 0 3 0,-11-4 0 16,0 4 0-16,0 0 0 0,-6 1 22 0,0-1 5 15,1 0 1-15,-1 1 0 0,0-1-16 0,0-5-4 16,1 5 0-16,4 1 0 0,-4-11 20 0,5 5 3 0,-6-5 1 16,6 1 0-16,0-6-29 0,5 0-6 15,1 5-1-15,-6-5 0 0,5-10-8 0,7 15 8 16,5-15-8-16,0 0 8 0,0 0-8 0,0 0 12 0,0 0-12 0,0 0 12 16,0 0-12-16,22-10 0 0,-5 10 0 0,6 0 8 15,6 0-8-15,-6 0 0 0,5 10 0 0,1-10 0 16,5 5 0-16,0 6 0 0,0-6 0 0,0 10 0 15,-5-5 0-15,-1 10 0 0,-11 0 0 0,0 6 0 16,12-11 0-16,-6 5-9 0,-6 6 9 0,6 4 0 16,-6-5-34-16,0 6 0 15,-6-1 0-15,1 5 0 0,-7-4 78 0,1-1 16 0,0 1 4 0,-1-1 0 16,1 0-103-16,-12 6-20 0,-5-11-4 16,-6-5-1-16,5 6 103 0,-5-1 20 0,-5-5 4 0,4 1 1 0,7-6-52 0,-6 0-12 15,-6 5 0-15,0-10 0 0,-11-10 12 0,6 5 0 16,-6-5 0-16,5 0 0 0,-5-5 4 0,0 0 1 15,5 0 0-15,-5-10 0 0,6 5-7 0,-1-5-2 16,1 5 0-16,-1-6 0 16,6-4-36-16,0 5-7 0,-5 0-1 0,0-6-1 15,5 6-103-15,0-5-20 0,0 5-4 0,12 0 0 0</inkml:trace>
  <inkml:trace contextRef="#ctx0" brushRef="#br0" timeOffset="4308.346">3363 2303 1090 0,'-18'-10'24'0,"18"10"4"0,0 0 2 0,-17-5 2 0,6 5-32 0,5 0 0 0,-11-15 0 0,12 15 0 16,-13-5 56-16,13 0 4 0,-12 5 2 0,0 0 0 16,5 0 13-16,1-10 2 0,-1 4 1 0,7 6 0 15,-12-10-18-15,11 10-3 0,-11 0-1 0,0-10 0 16,0 10-25-16,-6-10-6 0,6 5-1 0,0 5 0 0,-6 5 13 0,0-5 3 15,-5 0 0-15,-1 10 0 0,1-10-16 0,-1 10-2 16,-5-10-1-16,11 10 0 0,-11 6 2 0,11-11 0 16,-11 15 0-16,5-10 0 15,12 10 1-15,-5 1 1 0,-7 4 0 0,6 0 0 0,0 11-15 0,6-11-10 16,-5 11 12-16,4 4-12 0,-4 1 0 0,10 4 0 16,-5 6 0-16,12-1 0 0,-1 1 0 0,-11 10 0 15,17 5 0-15,0 5 0 16,0 4-22-16,5-9-5 0,7 10-1 0,-6 0 0 0,11-5 28 0,0-5 0 15,0 5 0-15,-6-10 0 0,18 15 21 0,-7-16 10 16,1 6 1-16,11-5 1 0,6-5-1 0,0-1-1 16,6-4 0-16,5 0 0 0,-5-1-31 0,11-19-8 15,-6 4-1-15,6-5 0 0,0-9 24 0,6-11 5 16,-6 0 0-16,0-10 1 0,5-15 25 0,12 5 5 0,-17-16 1 16,17-9 0-16,-5-1-60 0,-1 1-12 0,-5-5-3 0,-6-1 0 15,-17-10 23-15,-1 1 18 0,1-1-3 0,-5-5-1 16,-13 1 3-16,1-1 1 0,-11-10 0 0,-1 5 0 15,0-4-1-15,-11-6 0 0,0 5 0 0,-11-10 0 16,5 0-3-16,-11 15-1 0,0-10 0 0,6 5 0 16,-24 16-1-16,1-11-1 0,-6 5 0 0,-5 11 0 15,-6-6 4-15,5 0 1 0,-22 1 0 0,5-1 0 16,0 6 0-16,-5 4 1 0,5 6 0 0,6-1 0 16,-5 6-17-16,5-1 0 0,5 6 0 0,-5 5 0 15,6 0 0-15,-6 4 0 0,17 6-8 0,-11 10 8 16,11 0-28-16,0 0 1 0,6 0 0 0,11 10 0 15,0 6-116-15,12 4-23 0,5 10-5 0</inkml:trace>
  <inkml:trace contextRef="#ctx0" brushRef="#br0" timeOffset="5656.966">21658 2739 1177 0,'-11'-15'52'0,"-1"9"11"0,1 1-51 0,-1 5-12 16,1-15 0-16,0 10 0 0,-1 0 22 0,1 5 2 15,0-15 0-15,-1 5 0 0,1 0 31 0,-6 5 6 16,5-6 2-16,-5 1 0 0,6 5-7 0,-6-5 0 16,0 10-1-16,-1-10 0 0,-4 5-13 0,-1 0-2 15,0 5-1-15,-5 0 0 0,-1 0-9 0,-5 5-2 16,0-5 0-16,-6 15 0 0,-11-15 0 0,11 10 0 16,0 5 0-16,0 1 0 0,-6-1-5 0,6 5-2 15,-5 5 0-15,5-9 0 0,0 9-8 0,0-5-1 0,0 11-1 16,0-1 0-16,6 0-11 0,0 11 12 0,0-6-12 15,5 11 12-15,-5-16-12 0,0 16 0 0,6-11 0 0,-1 11 0 16,1-1 14-16,5 6-2 0,-6-5-1 0,12-1 0 16,-6 11-1-16,6-16 0 0,6 11 0 0,-6 0 0 15,5-1-2-15,7 6-8 0,5 5 12 0,5 5-4 16,1-11-8-16,11 11 10 0,0 0-10 0,12 0 10 16,-1-5-2-16,6-1 0 0,1 1 0 0,5-5 0 15,11 0 1-15,0-11 0 0,6 1 0 0,0-11 0 16,11 1-9-16,1-6 12 0,5 5-12 0,6-24 12 15,-1 9-4-15,1-10-8 0,-6 0 12 0,0-5-4 16,0-10-8-16,-11 5 10 0,5-10-10 0,-5 0 10 16,0 5 8-16,-6-10 2 0,0 4 0 0,-12-14 0 0,12 0-10 15,-5-6-2-15,-7 1 0 0,1-5 0 0,-1-6 0 0,-10 1-8 16,-1-6 12-16,0 0-4 0,0-4 4 0,-5-1 0 16,-7 0 0-16,7 1 0 0,-12-6 0 0,6 5 0 15,-6 6 0-15,0-6 0 0,-6 1 2 0,1-6 1 16,-7 10 0-16,1-4 0 0,-6-1 5 0,-6 0 2 15,1-4 0-15,-7-1 0 0,-5-10-8 0,0 10-2 16,0 6 0-16,-11-1 0 0,-1-4-3 0,-11 4-1 16,6 5 0-16,-12 11 0 0,-5-1 20 0,0 11 3 15,-6 0 1-15,0 4 0 0,-11 6-20 0,5 0-4 16,0 15-8-16,0-10 12 0,1 5-12 0,-1 5-8 16,-5 0 8-16,5 5-13 15,0 5-31-15,-5-5-7 0,0 15-1 0,11-9 0 16,11 4-156-16,6 10-32 0</inkml:trace>
  <inkml:trace contextRef="#ctx0" brushRef="#br0" timeOffset="6864.833">31572 2111 918 0,'0'0'20'0,"0"0"4"0,-6-10 0 0,1 0 3 0,5-1-27 0,-6-4 0 15,-5 0 0-15,5 5 0 0,0 0 66 0,-5 5 8 16,5-5 2-16,-11-6 0 0,6 6-12 0,5 0-3 15,0 0 0-15,-5 5 0 0,-6-10-6 0,5 5-2 16,1 10 0-16,0-16 0 0,-1 6-13 0,-5 10-4 16,-6-15 0-16,6 5 0 0,0 0-4 0,-6 0 0 15,6 5-1-15,-6 5 0 0,-5-10 1 0,5-1 0 16,0 6 0-16,1 5 0 0,-1-10 3 0,-6 10 1 16,7 0 0-16,-7 0 0 0,1 0-8 0,-1 10 0 15,-5-10-1-15,5 16 0 0,1-16-8 0,-6 10-2 16,0 0 0-16,-6 5 0 0,11 0-1 0,-5 5-1 0,-6 1 0 15,6 4 0-15,5 0-15 0,1 6 0 16,-1 4-12-16,1 6 12 0,-1-6 0 0,-5 6 0 0,6-1 0 16,-1 11 0-16,1-6 0 0,-1 11 0 0,1 0 0 0,5-1 0 15,0 6 0-15,6 0 0 0,0 0 0 0,6 0 0 16,-6 4 0-16,11 1 0 0,-5 5 0 0,11 0 0 16,-6 5 0-16,6 0 0 0,0 5 0 0,6-10 0 15,5-5 0-15,6-6 8 0,-6 1-8 0,12 0 0 16,6 0 14-16,5-6-3 0,0 1-1 0,6 0 0 15,6-11 2-15,-1 1 0 0,6 0 0 0,6-6 0 16,-5 6-2-16,5-21 0 0,5 10 0 0,-5-9 0 16,0-1-2-16,6-10 0 0,-6 5 0 0,6-4 0 15,5-11-8-15,-5 0 12 0,-6 10-12 0,5-15 12 0,1 0 0 16,5 0 1-16,-5 0 0 0,-6-10 0 0,0 5-13 16,-6-5 11-16,1-6-11 0,-1 6 10 0,-6-15 2 0,7 0 0 15,-1-6 0-15,0 1 0 0,0 5 21 16,1-21 5-16,-1 0 1 0,6 1 0 0,-11-6-39 0,5 6-21 15,-6-11 2-15,1 5 1 0,-6 1 35 0,-6-1 7 16,-5 0 2-16,-1-4 0 0,-5-1 10 0,0-5 1 16,-12 6 1-16,0-1 0 0,-5-5-29 0,-6 0-9 15,-6 1 0-15,1 4 0 0,-7-5 17 0,1 10-3 16,-12-14-1-16,0 9 0 0,-5 0-1 0,-6 0-1 16,-6 1 0-16,-6 4 0 0,1-5-1 0,-1 6 0 15,-5 9 0-15,0-9 0 0,-1 9-10 0,7 6 12 0,-12-1-12 0,5-4 12 16,1 4-12-16,-6 11 0 0,0 0 0 0,0-1 0 15,-5 1 0-15,5 0 0 0,0 15-8 0,0-11 8 16,-6 16-12-16,12-5 1 0,-6 0 1 0,5 5 0 31,7 5-20-31,-1 0-4 0,6 0-1 0,6 5 0 16,0 0-109-16,5 10-23 0,-5-15-4 0</inkml:trace>
  <inkml:trace contextRef="#ctx0" brushRef="#br0" timeOffset="38100.226">23350 1574 172 0,'0'0'16'0,"0"0"-16"15,0 0 0-15,0 0 0 0,0 0 131 0,0 0 23 16,0 0 5-16,0 0 1 0,12-5-93 0,-12 5-19 16,0 0-3-16,0 0-1 0,11-5 25 0,-11 5 5 15,11 0 1-15,-11 0 0 0,12-10 1 0,-12 10 1 16,0 0 0-16,0 0 0 0,0 0-1 0,0 0 0 16,11 0 0-16,-11 0 0 0,0 0-9 0,0 0-3 15,0 0 0-15,12 10 0 0,-7-5-4 0,7 5 0 16,-7 0-1-16,1 0 0 0,-6-10-15 0,6 15-4 15,-6-15 0-15,0 11 0 0,11 4-8 0,-11 10-3 16,6-15 0-16,-6 16 0 0,0-16-29 0,0 5 0 16,0-5 0-16,0 5 0 0,6 0 48 0,-6 1 3 15,0 4 1-15,0-10 0 0,-6 5-29 0,6 0-6 0,6-4-1 0,-6 4 0 16,0-15-16-16,0 10 0 0,0-10 0 16,0 10-9-16,5 5 9 0,-5-15 0 0,0 0 0 0,0 0 0 15,0 0 0-15,0 0 0 0,0 10 0 0,0-10 0 16,0 0 33-16,0 0 9 0,0 0 2 0,0 0 0 15,0-10-24-15,-5-5-4 0,5 5 0 0,0-5-1 16,0 5-15-16,-6-16 9 0,6 11-9 0,6 5 8 16,-1-15 0-16,-5 9-8 0,0-9 12 0,6 15-4 15,0-15-8-15,-6 4 0 0,5 6-12 0,7 0 12 16,-6-5 0-16,5 4 16 0,-5-4 0 0,5 5-1 16,-5 0-24-16,5 0-5 0,1 5-1 0,-1-6 0 15,-5 6 27-15,5 0 6 0,-5-5 1 0,-1 5 0 16,7-5-19-16,-6 4 0 0,5 1 0 0,6 5-9 0,0-5 9 15,0 10-8-15,0 0 8 0,0-10-8 16,0 5-16-16,-5 5-4 0,-1 0 0 0,6 0 0 16,-17 0-36-16,12 0-8 0,-12 0-2 0,17 5 0 15,-17-5-175-15,11 0-35 0</inkml:trace>
  <inkml:trace contextRef="#ctx0" brushRef="#br0" timeOffset="38946.039">23328 1620 288 0,'0'0'25'0,"0"0"-25"16,0 0 0-16,0 0 0 0,0 0 167 0,0 0 28 0,0 0 5 0,0 0 2 16,11-6-121-16,-11 6-24 15,0 0-5-15,0 0 0 0,0 0-28 0,11-10-4 0,-11 10-2 16,0 0 0-16,0 0-18 0,0 0 0 15,0 0 0-15,0 0 0 0,0 0 56 0,0 0 5 0,17 10 1 0,-11-4 0 16,-6-6-12-16,0 0-2 0,11 5-1 0,-5 10 0 16,-6-15-10-16,6 10-1 0,-6 5-1 0,0 0 0 15,6-5-3-15,-1 6-1 0,-5 4 0 0,0-5 0 16,6 0-11-16,-6 6-3 0,6-6 0 0,-6 5 0 16,-6-5 15-16,6 11 2 0,0-11 1 0,6 5 0 15,-6-10-15-15,0 5-2 0,0 11-1 0,5-16 0 16,1 5-5-16,-6-10 0 0,0 15-1 0,0-15 0 15,6 5-11-15,-6 1 0 0,0 4 0 0,0-15 0 16,0 0 16-16,0 0-3 0,0 0 0 0,0 0 0 16,0 0-13-16,-6 10-18 0,6 0 4 0,0-10 1 0,0 0 13 15,0 0 0-15,0 0 0 0,0 0 0 0,0 0 18 16,0 0 6-16,0 0 2 0,0 0 0 16,0 0-42-16,0 0-8 0,0 0-1 0,0 0-1 0,0 10 26 15,0-10 0-15,0 0 0 0,0 0 0 0,0 0 0 0,0 0 0 16,0 0 9-16,0 0-9 0,0 0 0 0,0 0-20 15,0 0 2-15,0 0 1 16,0 0-26-16,0 0-5 0,0 0 0 0,-6-10-859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5T03:22:03.591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1061 13469 1497 0,'0'0'66'0,"0"-10"14"0,5 5-64 0,-5 5-16 0,0 0 0 0,0-5 0 16,-5-5 55-16,5 5 7 0,0-5 2 0,5 5 0 15,-5 5 0-15,0 0 0 0,0 0 0 0,0 0 0 16,12-10 0-16,-12 10 0 0,0 0 0 0,0 0 0 16,0 0-52-16,0 0-12 0,0 0 0 0,0 15 0 15,0 5 54-15,0 0 8 0,0 6 2 0,-12-1 0 16,7 0-21-16,5 1-4 0,-17-1-1 0,11 5 0 15,-6-4-10-15,7-1-1 0,-7 0-1 0,7 1 0 16,-12-1-26-16,11 0 0 0,-5-5 0 0,5 6 0 16,6-6 0-16,0 0 0 0,-6-5 0 0,12 6 0 15,-6-6 0-15,6-5 0 0,-6-10 0 0,11 15 0 16,6-5 0-16,-6 0 0 0,6-4 0 0,1-1 0 16,-1 0 0-16,5 0 0 0,1-5 0 0,6 5 0 15,-12-5 0-15,6 0 0 0,-1 0 0 0,-4 0 0 16,-1 5-46-16,0 0-14 0,-6 0-4 0,0 0 0 15,12-10-86-15,-6-5-18 0,-11 5-3 0,11-5-1 16</inkml:trace>
  <inkml:trace contextRef="#ctx0" brushRef="#br0" timeOffset="267.409">1397 13753 1512 0,'0'0'33'0,"0"0"7"0,0 0 2 0,0 0 0 0,0 0-34 0,0 0-8 16,0 0 0-16,0 0 0 16,0 0 50-16,0 0 8 0,0 0 2 0,0 0 0 0,0 0-4 0,0 0 0 0,0 0 0 0,0 0 0 15,0 0-9-15,0 0-3 0,0 0 0 0,11 10 0 16,-11 0-12-16,0 0-4 0,0 5 0 0,0 1 0 16,0 4 20-16,0-5 4 0,0 10 1 0,0 1 0 15,0 4-33-15,0 1-8 0,0 14 0 16,0-9-1-16,0-11-11 0,0-10 10 0,0 10-10 0,0-4 10 15,0-1-10-15,0-5 0 0,0 5-12 0,6-10 12 16,-6-10-116 0,0 0-16-16,0 0-4 0</inkml:trace>
  <inkml:trace contextRef="#ctx0" brushRef="#br0" timeOffset="798.083">1368 13003 1497 0,'0'0'66'0,"-11"6"14"0,5-12-64 0,1 1-16 15,-13 5 0-15,7-5 0 0,-6-5 55 0,6 10 7 16,-7-5 2-16,1 0 0 0,-5 5 0 0,5 0 0 16,-6 0 0-16,-6 0 0 0,6 5 0 0,1 0 0 15,5 5 0-15,-6 0 0 0,6 1-52 0,-6 4-12 16,-6 5 0-16,7 0 0 0,-1-5 0 0,0 11 0 15,-5-1 0-15,5 5 0 0,0 6 28 0,0 4 2 16,-11-4 1-16,11 4 0 0,0 6-15 0,6 0-2 16,-5-6-1-16,4 11 0 0,7-6-5 0,5 1 0 15,-11-1-8-15,17 6 12 0,-5 0 0 0,-7 4 0 16,24 1 0-16,-7 5 0 0,-5 0-12 0,17-1 0 0,6-4 0 16,11 5 0-16,-11-5 0 0,17-6 0 0,0-4 0 15,11-6 0-15,-11 6 12 0,0-11-4 16,5-4-8-16,7-6 12 0,-7 0-12 0,7-9-8 0,-12-1 8 15,-1-10-13-15,1 0 13 0,12-10 0 0,-13-5 0 0,1-11 0 16,0-14 0-16,0 5 0 0,0 4 0 0,0-9 0 16,-6-21 28-16,6 11 8 0,0 4 1 0,-17-5 1 15,-6-9-10-15,6-6-1 0,-6-5-1 0,0-10 0 16,-17 5-26-16,0 0 0 0,0 1 0 0,0 4 0 16,0-5 0-16,-17 10 0 0,-6-5 0 0,6 5 0 15,-6 6 0-15,6 4 0 0,-17 0 0 0,5 6 0 16,-5 4 56-16,-6 6 7 0,6-1 1 0,-6 1 0 0,0 10-52 15,0-1-12-15,-11 6 0 0,11 5 0 0,-6-5 0 16,-5 4 0-16,11 6 0 0,-5 0 0 0,11 0 0 0,-6 10 0 16,17 0 0-16,-11 5 0 0,-6 5 0 0,17-5 0 15,6 11 0-15,-6-6-851 16,6 10-173-16</inkml:trace>
  <inkml:trace contextRef="#ctx0" brushRef="#br0" timeOffset="1638.948">981 16174 1728 0,'0'0'38'0,"0"0"8"0,0 0 2 0,0 0 0 0,0 0-39 0,0 0-9 16,0 0 0-16,0 0 0 0,0 0 53 0,0 0 9 0,0 0 2 0,0 0 0 16,0 0-8-16,0 0-2 0,0 0 0 0,0 0 0 15,0 0-24-15,0 0-5 0,0 0-1 0,0 0 0 16,0 0 21-16,6 10 4 0,5 0 1 0,-11 5 0 15,0-5-40-15,0 10-10 0,0-4 0 0,-11-1 0 16,11 0 29-16,-6 5 4 0,6 0 1 0,0-4 0 16,0-1-3-16,0 0-1 0,0 0 0 0,0 0 0 15,0-4-40-15,0-1-8 0,0-10-2 0,17 10 0 16,-17-10 20-16,11 10 0 0,-11-10 0 0,29 5 0 16,-6 0 8-16,-6-5-8 0,6 0 0 0,-1 0 0 15,7 5 10-15,-18-5-10 0,18 0 10 0,-6 5-10 16,-6-5 14-16,0 5-3 0,-6 0-1 0,6 5 0 15,0 1-10-15,0 4 0 0,-11-5 0 0,5 5 0 0,7 0 0 16,-13 6 0-16,1-6 0 0,5 5 0 0,-5-5 0 16,5 5 0-16,-11 1 0 0,6-1 0 0,-6-5 0 15,0 5 0-15,0-4 0 0,0-1 0 0,0 0 0 0,0 5 0 16,-6-5 0-16,6 6 0 0,-11-6 0 16,5 5 0-16,-5-5 0 0,0 6 0 0,-7-1 0 15,1-5 0-15,0 0 0 0,-6 0 0 0,6 1 0 16,-5-6 0-16,-13 0 0 0,13-5 0 0,5 5 0 0,-18-10 0 15,13 5 0-15,-1-5 0 0,0-5 0 0,-6 5 0 16,24-10 0-16,-12 0 0 16,-6-5-203-16,12 4-42 0</inkml:trace>
  <inkml:trace contextRef="#ctx0" brushRef="#br0" timeOffset="1928.379">1078 16331 1094 0,'0'-11'97'0,"0"-4"-77"0,-12 10-20 0,12-5 0 15,0-5 73-15,-5 10 11 0,5 5 3 0,0-10 0 16,0-1-14-16,-6 1-2 0,6 10-1 0,0 0 0 16,0 0 4-16,0 0 1 0,0 0 0 0,0 0 0 15,0 0 8-15,0 0 1 0,0 0 1 0,0 0 0 16,0 0-27-16,0 0-6 0,0 0 0 0,0 0-1 15,6-5-4-15,-6 5-1 0,0 0 0 0,17-5 0 16,6-5-27-16,-6 5-6 0,0 5-1 0,6 0 0 0,-6 0-4 0,5 0-8 16,-4 0 11-16,4-5-11 0,-5 5 0 0,6-5-12 15,-6 0 0-15,6 0 0 16,6 0-150-16,-18 0-30 0</inkml:trace>
  <inkml:trace contextRef="#ctx0" brushRef="#br0" timeOffset="2583.417">1442 15768 691 0,'0'0'61'0,"0"0"-49"0,-17-5-12 0,0 0 0 15,6-5 160-15,-1 5 30 16,-5-5 6-16,0 0 0 0,12 5-80 0,-13-5-16 0,1 0-3 0,-5-6-1 16,4 1-20-16,-4 5-5 0,-7 5-1 0,6 0 0 15,1 0-10-15,-13 0-3 0,13 0 0 0,-13 0 0 16,7 0 2-16,-6-1 0 0,0 6 0 0,-6 0 0 16,6 6-19-16,-6-6-3 0,11 10-1 0,-11-5 0 15,6 5-9-15,-6 0-3 0,6 10 0 0,6 6 0 16,-12-6-15-16,5 5-9 0,1 6 10 0,11 4-10 15,1-5 8-15,-7 16-8 0,1 0 0 0,11-1 9 16,-6 6-9-16,6-6 0 0,0 11 0 0,0 0 0 0,-1-1 0 16,13 6 0-16,5 5 0 0,0 10 0 0,0 0-10 15,0 5 10-15,5-5 0 0,7 5-9 0,5-5 9 0,6-5 0 16,-6 5 0-16,11-15-8 0,1 4 8 16,-6-19 0-16,11-6-9 15,-6-4 9-15,6-1 0 0,12 1 0 0,5-6 0 0,-5-5 0 0,5 1 0 0,23-1 0 16,-5-5 0-16,5-9 0 0,-12-6 9 0,7-10-9 15,-12-6 10-15,0-4-10 0,-12-5 11 0,7 0-11 16,-13-6 12-16,1 1-12 0,-11-5 0 0,5-1 0 0,0-4 0 16,-11-1-12-16,-6-4 27 0,6-6 5 15,0 1 2-15,-6-11 0 0,0 0-35 0,0-10-7 16,0 1-2-16,-11-1 0 0,11 0 22 0,-11 5 0 16,5 6 0-16,-5 9 0 0,5 0 18 0,-11 6 8 0,6 4 2 15,-6 1 0 1,-6-6-45-16,-5-4-9 0,5 4-2 0,-11-4 0 0,0-11 52 0,0 0 9 0,-6 1 3 0,0-6 0 15,-11 0-19-15,11 10-3 0,-11 1-1 0,11 4 0 16,-17 6 3-16,17 4 1 0,-11 11 0 0,-6 0 0 16,0-1-17-16,6 11 0 0,-6 0 0 0,6 10 0 15,6 10 0-15,-12 0 0 0,6 0 0 0,-6 0 0 16,0 0 0-16,0 5 15 0,6 0-3 0,-17 1-1 31,11-1-120-31,0 0-24 0,0 0-5 0,17 5-1 0</inkml:trace>
  <inkml:trace contextRef="#ctx0" brushRef="#br0" timeOffset="139117.031">24587 774 867 0,'0'0'38'0,"0"0"9"0,0 0-38 0,0 0-9 16,0 0 0-16,0 0 0 0,0 0 91 0,0 0 16 16,0 0 3-16,0-10 1 0,0 10-38 0,0-10-7 0,0-6-2 0,0 16 0 15,0 0 0-15,0 0 0 0,0 0 0 0,0 0 0 16,0 0-30-16,0 0-6 0,0 0-2 0,0 0 0 15,0 0 10-15,0 0 1 0,0 0 1 0,0 0 0 16,0 0 17-16,5 16 3 0,-5-6 1 0,0 5 0 16,-5 5-43-16,5-5-16 0,0 11 11 0,-6-1-11 15,6 0 47-15,-6 11 3 0,6-11 1 0,0 5 0 16,-5 6-33-16,-1-1-6 0,0 1-2 0,6-11 0 16,0 6-2-16,-5-1-8 0,-1-10 12 0,0 6-4 15,6 4-8-15,-6-5 8 0,6 1-8 0,0-11 8 16,-5 0-8-16,5-5 8 0,0 5-8 0,0-15 8 15,0 0-8-15,0 0 8 0,0 0-8 0,0 0 8 16,0 0 7-16,0-5 1 0,5-20 0 0,1 0 0 16,6-11-16-16,-7 1 11 0,7-6-11 0,-1 1 10 0,6-6-10 15,0 6 0-15,0-11 0 0,0 5 0 0,0 6 0 0,6-11 0 16,0 6 0-16,-6 4 0 0,0 6 0 0,-5-1 0 16,5 6 0-16,0-1 0 0,-6 1 9 0,1 5-9 15,5 15 10-15,0-16-10 0,-11 11 11 0,5 5-11 16,0 10 12-16,-5 0-12 0,-6 0 9 0,11 0-9 15,-5 0 0-15,5 10 9 0,1-5-1 0,-6 15-8 16,5-15 12-16,-5 16-4 0,-1 4 8 0,1 0 2 16,0 1 0-16,-1 9 0 0,7-5-6 0,-12 1-2 15,6 9 0-15,-6-9 0 0,5 4-10 0,-5 1 10 16,-5-1-10-16,5 1 10 0,5-6-10 0,-5 5 0 16,0-9 0-16,0-1 0 0,6 0 0 0,-6 1 0 15,0-6-9-15,0 5 9 16,6-10-30-16,-6 11 1 0,-6-16 0 0,6 5 0 15,0-15-126-15,0 0-25 0,0 0-4 0,0 0-483 0,0 0-96 0</inkml:trace>
  <inkml:trace contextRef="#ctx0" brushRef="#br0" timeOffset="139333.378">24758 1007 748 0,'0'0'67'15,"0"0"-54"-15,0 0-13 0,0 0 0 0,0 0 200 0,0 0 38 16,0 0 7-16,0 0 2 0,0-5-129 0,5-5-26 16,7 5-4-16,-1-1-2 0,-5 1-19 0,5 5-4 15,6 0-1-15,-5 0 0 0,5 0-17 0,0 0-3 16,-6 0-1-16,1 0 0 0,10 0-29 0,-4 0-12 16,-7 0 11-16,6 5-11 15,6-5-132-15,0 0-32 0</inkml:trace>
  <inkml:trace contextRef="#ctx0" brushRef="#br0" timeOffset="139711.547">25327 602 1209 0,'0'0'108'16,"0"0"-87"-16,0-10-21 0,0-1 0 0,0 11 171 0,0-5 29 0,0-5 7 0,0 10 1 15,0 0-116-15,0 0-22 0,6 0-5 0,-6 0-1 16,0 0 0-16,0 0 0 0,6-15 0 0,-6 15 0 16,0 0 0-16,0 0 0 0,0 0 0 0,0 0 0 15,6 15-18-15,-6 11-4 0,0-11-1 0,0 15 0 16,0 1-12-16,0 4-2 0,0 5-1 0,-6 6 0 15,0-10-18-15,0 4-8 0,6 1 8 0,-5-6-8 16,-1 5 0-16,0-4 0 0,6-1 0 0,-5 1 0 16,-1-11 0-16,6-10 0 0,6 6-12 0,5 4 12 0,-5-10 0 15,-1 0 0-15,1 6 0 0,0-6 0 16,-6-15-110-16,0 0-14 0,0 0-4 0,11 5 0 16,1-5-51-16,-12 0-10 0,0 0-3 0,11-5-409 15,0-10-83-15</inkml:trace>
  <inkml:trace contextRef="#ctx0" brushRef="#br0" timeOffset="140003.722">25618 465 1929 0,'0'0'42'0,"0"0"9"0,0 0 1 0,0 0 4 0,0 0-45 0,0 0-11 0,0 0 0 0,0 0 0 16,11-10 60-16,-11 10 9 0,0 0 3 0,0 0 0 15,0 0-7-15,0 0-1 16,0 0 0-16,0 0 0 0,0 0 0 0,6 10 0 0,0 5 0 0,-6 5 0 16,6 6-51-16,-6 4-13 0,0 6 0 0,0 4 0 15,0 6 54-15,0 4 8 0,0-9 2 0,0 4 0 16,5-4-52-16,-5 4-12 0,0-14 0 0,0 4 0 16,6 1 0-16,-6-6 0 0,0 1 0 0,0-6 0 15,6 0 0-15,-6 0 0 0,0 1 0 0,5-11 0 16,-5 0-48-16,6-5-13 15,-6 0-3-15,0-10 0 0,0 0-84 0,0 0-18 16,0 0-3-16,0 0-839 0</inkml:trace>
  <inkml:trace contextRef="#ctx0" brushRef="#br0" timeOffset="140407.828">26570 799 1497 0,'0'0'32'0,"0"0"8"0,0 0 0 0,0 0 4 0,0 0-36 0,0 0-8 0,0 0 0 0,0 0 0 16,0 0 53-16,0 0 9 0,0 0 2 0,0 0 0 16,0 0 0-16,0 0 0 0,0 0 0 0,0 0 0 15,0 0 0-15,0 0 0 0,0 0 0 0,0 0 0 16,0 0-12-16,0 15-1 0,0-4-1 0,0 4 0 16,0 10-29-16,0-15-5 15,0 15-2-15,0 1 0 0,0-1 40 0,0-10 8 0,0 11 2 0,0-6 0 16,0 5-64-16,0-5-15 0,0 1-1 0,-6-6-1 15,6 5 27-15,-6-5 6 0,6-5 0 0,0-10 1 16,0 0-65-16,0 0-12 0,0 11-4 16,0-11 0-16,0 0-153 0,0 0-31 0,0 0-7 15,0 0-1-15</inkml:trace>
  <inkml:trace contextRef="#ctx0" brushRef="#br0" timeOffset="140587.344">26644 424 1497 0,'5'-20'66'0,"-5"20"14"0,0 0-64 0,0 0-16 15,0 0 0-15,0 0 0 0,6 0 79 0,-6 0 12 16,0 0 2-16,0 0 1 0,0 0-50 0,0 0-9 16,0 0-3-16,0 0 0 0,0 0-32 0,0 0-14 15,0 0 1-15,0 0-842 0</inkml:trace>
  <inkml:trace contextRef="#ctx0" brushRef="#br0" timeOffset="141087.267">26809 830 1461 0,'0'0'32'0,"0"0"6"0,0 0 2 16,0 0 2-16,0 0-34 0,0 0-8 0,0 0 0 0,0 0 0 16,0 0 67-16,0 0 11 0,0 0 2 0,0 0 1 15,0 0-26-15,0 0-6 0,6-11-1 0,-6 11 0 0,0 0 12 0,0 0 3 16,0 0 0-16,0 0 0 0,0 0 8 0,5 21 1 16,-5-16 1-16,0 15 0 15,6-5-27-15,-6 5-6 0,-6 6 0 0,6-1-1 0,0 0-24 0,-5-9-5 16,10 4-1-16,-10 0 0 0,5 0-1 0,0 6 0 15,0-16 0-15,0 5 0 0,-6 0-8 0,12-5 0 16,-6 0 0-16,0-10 0 0,5 11 8 0,-5-11 0 16,0 0 0-16,0 0 0 0,0 0-8 0,0 0 0 15,0 0 0-15,12-11 0 0,5 1 0 0,0-5 0 16,-6-10 0-16,6 5 0 0,0-6 0 0,0 1 0 16,1 0 0-16,-1-1 0 0,0 1 56 0,0 10 7 15,0-11 1-15,0 16 0 16,-11-10-103-16,-1 5-20 0,7 5-4 0,-12 10-1 0,0 0 52 0,0 0 12 15,0 0 0-15,23 5 0 0,-23-5 27 0,17 15 8 16,0-10 1-16,0 15 1 0,0-10-8 0,-6 6-1 16,1-1-1-16,-1 5 0 0,1 5-27 0,5-14 0 0,-12 9 0 15,1 0 0-15,5 5 0 0,-5-14 0 0,0 14 0 0,0-10 0 16,-6-5 0-16,5 5 0 0,-5-5 0 0,0-10 0 16,0 0 0-16,0 0 0 0,0 0 0 0,0 0-848 15,0 0-176-15</inkml:trace>
  <inkml:trace contextRef="#ctx0" brushRef="#br0" timeOffset="141858.745">28421 870 864 0,'0'0'76'0,"0"0"-60"15,0 0-16-15,0 0 0 0,0 0 144 0,0 0 25 16,12-5 6-16,-7-10 1 0,-5 5-90 0,12 0-18 15,-12-1-3-15,6 6-1 0,-6-5-8 0,5 0-3 16,-5 10 0-16,0-5 0 0,0-5-3 0,0 10-1 16,0 0 0-16,0-10 0 0,0 5 11 0,-5-5 1 15,-1-6 1-15,6 16 0 0,-12-10-6 0,7 10 0 16,-7-10-1-16,7 5 0 0,-7 5-17 0,1 0-3 16,-1-10-1-16,1 10 0 0,0-10-25 0,-1 10-9 15,1-5 0-15,-6 10 9 0,5 5 44 0,-5-10 9 16,0 10 2-16,6 5 0 0,-6-5-52 0,0 6-12 15,-6-6 0-15,6 5 0 0,0 5 0 0,5 0 0 16,-5 1 0-16,0 4 0 0,6 0 0 0,-1 1 0 16,1 9 0-16,-1-10 0 0,7 1 0 0,-1-1 0 15,6 0 0-15,0 1 0 0,6-1 0 0,5-10 0 0,1 5 0 16,5-4 0-16,-6 4 0 0,12-5 0 0,5-10 0 16,1 5 0-1,5 0-48-15,-6-10-13 0,1 0-3 0,-1-10 0 16,7 5-61-16,-7-5-13 0,1 10-2 0,-7-15-897 0</inkml:trace>
  <inkml:trace contextRef="#ctx0" brushRef="#br0" timeOffset="142540.137">28780 718 1094 0,'0'0'97'0,"0"0"-77"15,0 0-20-15,0 0 0 0,0 0 144 0,0 0 26 16,-5-5 5-16,5 5 1 0,0 0-43 0,0 0-8 16,0 0-1-16,0 0-1 0,0 0-51 0,0 0-9 15,0 0-3-15,0 0 0 0,0 0 11 0,0 0 1 16,0 5 1-16,0 15 0 0,0-4-58 0,0-6-15 16,0 15 0-16,-6 0 0 0,6 1 32 0,0-1 4 15,0 10 1-15,0-9 0 0,0 4-37 0,0 1 0 16,0-6 0-16,0 5 0 0,0-9 0 0,0 4 9 15,0 0-9-15,-6-10 0 0,6-5 10 0,0 6-10 16,0-16 8-16,0 10-8 0,0-10 0 0,0 0 8 16,0 0-8-16,0 0 0 0,0 0 12 0,0 0-4 15,0 0 0-15,6-15 0 0,0-6-8 0,-1-4 0 0,1 0 0 16,5-1 0-16,-5 1 0 0,5-10 0 0,1 9 0 16,-1 1 8-16,1-16-8 0,-1 6 0 0,-5 0 0 15,5 4 0-15,1 6 0 0,-1 5 0 0,0 4 0 0,1-9 0 16,-1 5 9-16,-5 5 0 0,-6 15 0 0,17-10 0 15,-11 4-9-15,-6 6 0 0,0 0 0 0,17 0 0 16,0 16 0-16,-6-11 0 0,1 5 0 0,-1 10 0 16,0 5 0-16,1-9 0 0,-7 9 0 0,1 0 0 15,-6 11 0-15,6-11 0 0,-6 10 0 0,0-9 0 16,0-1 0-16,0 0 0 0,0 1 0 0,-6-11 0 16,0 0 0-16,6 5 0 0,0-9 0 0,0 4 0 15,0-15 0-15,0 0 0 0,0 0 0 0,0 0 0 16,0 0 0-16,0 0 0 0,6-15 0 0,0 4 0 0,5-9 33 0,1 5 5 15,-7 0 1-15,7-11 0 16,-7 6-63-16,13 5-12 0,-13-10-2 0,12-1-1 0,-5 1 39 0,-1 0 0 16,1-1 0-16,-7 1 0 0,7 5 44 0,-1 5 16 15,0-1 3-15,-5 6 1 16,5 0-103-16,1 5-20 0,-12 5-4 0,0 0-1 16,0 0 52-16,11 0 12 0,-5 0 0 0,5 15 0 0,-5-5 0 0,5 6 0 15,-5-6 0-15,0 15 0 0,5 0 33 0,-5 1 10 16,-6-1 1-16,6 10 1 0,-1-9-29 0,-5-1-7 15,0 0-1-15,0 1 0 0,0-1-8 0,0 0 0 16,0-14 0-16,0 14 0 16,-5-10-40-16,5-5-11 0,0-10-1 0,0 15-1 15,0-15-111-15,0 0-23 0,0 0-4 0,0 0-1 0</inkml:trace>
  <inkml:trace contextRef="#ctx0" brushRef="#br0" timeOffset="144192.748">24421 1706 518 0,'0'0'46'0,"0"0"-37"0,0 0-9 0,0 0 0 16,0-5 168-16,0 5 32 0,0 0 7 0,0 0 1 15,6-16-116-15,-6 16-22 0,6-10-5 0,-6 10-1 16,0 0 9-16,0 0 2 0,0 0 0 0,11 0 0 16,-11 0-42-16,17 0-8 0,-17 0-1 0,17 5-1 15,1 0 1-15,-7 11 0 0,0-11 0 0,6 5 0 16,1 0-12-16,-7 0-1 0,0 5-1 0,1-15 0 16,5 10-10-16,0-10 0 0,-6 5 0 0,6 6 0 15,-5-11 0-15,11-11 8 0,-1 6-8 0,1 0 0 16,-11 0 8-16,5-5-8 0,0-5 8 0,0 5-8 0,0-5 0 15,0 4 8-15,0-4-8 0,0 5 0 0,-5-5 0 0,5 5 8 16,0-5-8-16,-6 4 0 0,1 1 0 0,-1 5-19 16,0 0 3-16,6 0 1 0,-5-5 15 0,-1 5 0 15,6 5 0-15,-5-5 0 0,11 5 0 0,-6 0 0 16,-6 0 0-16,12 5 0 0,-6 0 0 0,0 5 0 16,0-5 0-16,0 15 0 0,0-14 0 0,0 14 0 15,0-10 0-15,6-5 0 0,-6 15 38 0,6-10 10 16,-6 6 3-16,6-6 0 0,-6 5-39 0,0-15-12 15,0 10 8-15,0-10-8 0,1 5 0 0,-1-5 10 16,0 0-10-16,0-5 8 0,6 5-8 0,-6-5 0 16,-6 0 0-16,6 5 0 0,0-15 8 0,0 5-8 15,-5-1 8-15,5 1-8 0,0-5 0 0,-6 5 0 16,6 5 8-16,-5-15-8 0,-1 10 0 0,1-6 8 16,5 6-8-16,-6 5 8 0,0-10-8 0,1 5 0 0,-1 0 0 15,1 5 0-15,5 0 0 0,-6 0 0 16,1 5 0-16,5-11-11 0,0 6 11 0,-6 5 0 0,-11 0 0 15,17 5 0-15,0-5 0 0,0 11 0 0,-5-11 0 0,5 5 0 16,0 0 0-16,0 10 0 0,6-15 0 0,-6 10 0 16,6 5 0-16,0-15 0 0,-1 5 0 0,1 0 0 15,0 10 0-15,-6-15 0 0,12 0 0 0,-12 6 0 16,-6-1 0-16,6 0 0 0,0 5 0 0,6-10 0 16,-6 0 14-16,-6-10 2 0,12 10 0 0,-6-5 0 15,0 5-25-15,6-5-5 0,-6-1-1 0,0 6 0 16,1-15 15-16,-1 5 0 0,5 10 0 0,-5-15 0 0,1 5 0 15,4-5 0-15,-5 5 0 0,1 10 0 0,-1-11 0 16,0 6 0-16,-6 0 0 0,6 0 0 0,0 5 0 0,0 0 0 16,-5 0 0-16,-1 5 0 0,1 0 0 0,-1 0 0 15,0 6 0-15,1-6 0 0,5 5 0 0,-6 0 8 16,6-5 0-16,-5 0-8 0,-1 0 8 0,6 5-8 16,-5-10 0-16,-1 5 0 0,6 0 9 0,-5 0-9 15,-1 5 0-15,6-10 9 0,-6 0-9 0,7 0 0 16,-1 0 0-16,0 0 0 0,5 0 0 0,1 0 0 15,-6 6 0-15,0-6 0 0,6 5 0 0,-6 0 0 16,-5-5 0-16,5 10 0 0,-6-10 0 0,6 10 8 16,6-10-8-16,-6 0 8 0,0 0-8 0,6 0 0 15,-6 0 0-15,0 0-11 0,0 0 19 0,6 0 4 16,-6 0 1-16,0 0 0 0,0 0-13 0,6-10 0 16,-6 10 0-16,0 0 0 0,1 0 0 0,-1 0 0 0,0-10 0 0,0 10 0 15,0-5 0-15,-6 5 0 0,6 0 0 16,-17 0 0-16,17-5 0 0,1 5-8 0,-18 0 8 15,17 0-13-15,0 0 13 0,0 0 0 0,-6-6 0 0,6 6 0 16,-17 0 0-16,17 0 0 0,-5 0 0 0,5 0 0 16,0-10 0-16,0 5 0 0,-5 5 0 0,5-5 0 15,5 0 8-15,-5 5-8 0,1-10 0 0,4 10 0 16,-5-5 0-16,1 10 0 0,-1-5 0 0,0 10 0 16,-6-10 16-16,6 0-4 0,6 10-1 0,-12-5 0 15,1 5 1-15,5-4 0 0,-6 4 0 0,6 0 0 16,0 0-12-16,1-10 0 0,-1 15 9 0,5-15-9 15,1 0 0-15,-6 10 0 0,6-10 0 0,0 0 0 0,-6 0 8 16,6 0-8-16,-6-10 8 0,0 10-8 0,6 0 0 0,-6 0 0 16,0 10 0-16,0-10 8 0,-6 0-8 15,7 0 0-15,-7 0 0 0,-11 0 0 0,11 0 0 0,6 5 0 16,1 0 0-16,-7 0 0 0,-11-5 0 0,17 11-12 16,0-11 4-16,0 5 0 0,-5-5 8 0,5 0 11 15,0 0-3-15,0-5 0 0,0 5-8 0,0 0 0 16,0-16 0-16,0 11 0 0,6 0 0 0,-6 5 0 15,6-10-10-15,0 0 10 0,-6 5 0 0,0 5 0 16,6 0 0-16,-6-10 0 0,0 10 0 0,0 10 0 16,0-10 0-16,0 0 0 0,-5 5 0 0,5 5 0 15,-12 0 0-15,7-10 0 0,-1 10 0 0,6-5 0 16,-5 6-10-16,5-11 10 0,-6 10 0 0,6-5 0 16,0 5 0-16,0-10 0 0,1 0 0 0,-7 5 0 15,6-5 0-15,6-5 0 0,-6 5 0 0,0 0 0 16,-6 0 0-16,6 0 0 0,1-10 0 0,-1 10 0 15,-17 0 0-15,17 0 0 0,0 0 0 0,-17 0 0 0,11 0 0 16,6 10 0-16,-17-10 0 0,0 0 0 0,12 0 0 0,-12 0 0 16,11 0 0-16,1 0 0 0,-12 0 0 0,11 0 0 15,-11 0 0-15,11 0 0 0,1 0 0 0,-1-10 0 16,-11 10-110-16,11-5-24 0,7-21-5 0,-18 26-1 0</inkml:trace>
  <inkml:trace contextRef="#ctx0" brushRef="#br0" timeOffset="204741.238">11972 6998 1105 0,'0'0'24'0,"0"0"4"0,0 0 2 0,0 0 2 0,6-6-32 0,-6 6 0 0,0 0 0 0,0 0 0 16,0 0 16-16,0 0-3 0,0 0-1 0,0 0 0 0,0 0 0 0,0 0 0 15,0 0 0-15,0 0 0 0,0 0-3 0,0 0-1 16,17-5 0-16,-17 5 0 16,0 0-8-16,5 0 0 0,7 0 0 0,5 0 0 15,-6 5 0-15,-11-5 10 0,0 0-10 0,17 0 10 16,6 0 14-16,0 0 2 0,-6 0 1 0,6 6 0 0,0-12 1 15,-1 6 1-15,1 0 0 0,0 0 0 16,11 0 11-16,-5 0 3 0,5-5 0 0,0 0 0 16,0 5-15-16,6-5-4 0,0 5 0 0,6-5 0 0,-7 5 7 0,1 0 1 15,-5 0 0-15,4-10 0 0,1 10-24 0,0 0-8 16,-11 0 0-16,11-5 9 0,-1 5-9 0,1 0 12 16,6 0-12-16,-1 0 12 0,1-5-12 0,0 5 8 15,-6-5-8-15,5 5 8 0,1 5-8 0,-1-5 8 16,1 5-8-16,-6-5 8 0,5 0-8 0,-5 0 0 15,11 5 0-15,-16-5 0 0,-1 0 0 0,0 0 0 16,0 0 8-16,0 0-8 0,6 10 15 0,-6-10-3 16,6 5 0-16,0-5 0 0,0 0 1 0,6 0 0 15,-12 5 0-15,6-5 0 0,0 5-13 0,-6 0 0 0,0-5 0 16,0 0 0-16,0 0 0 0,-5 0 0 0,5 0 0 0,-5 0 0 16,-7 0 0-16,7 0 0 0,-6 0 0 0,-1 0 0 0,1 0 0 0,-6 0 0 15,-5 0 0 1,5 0 0-16,0-5 0 0,-6 5 0 0,-11 0 0 0,0 0 0 15,17 0 54-15,-17 0 8 0,0 0 2 0,0 0 0 16,0 0-52-16,0 0-12 0,0 0 0 0,0 0 0 16,0 0 0-16,0 0 0 0,0 0 0 0,0 0 0 15,-11 5 0-15,0-5 0 0,-1 6 0 0,1-6 0 16,11 0 0-16,-12 5 0 0,-10-5 0 0,-1 5 0 16,6-5 0-16,-12 0 0 0,1 0 0 0,-6 0 0 15,-1 0 54-15,1 0 8 0,0 0 2 0,-6 0 0 16,-5 0-52-16,-1 5-12 0,0 0 0 0,7-5 0 15,-1 5 0-15,0-5 0 0,-6 5 0 0,6-5 0 0,-5 0 0 0,-1 0 0 16,1 0 0-16,-12-5 0 0,-6 0 0 0,6 5 0 16,-11-5 0-16,5 0 0 0,-6 0 0 0,7 5 0 15,-1-5 0-15,6 5 0 0,0-6 0 0,6 1 0 16,5 5 0-16,1-5 0 0,5 5 0 0,6-5 0 16,-1 5 0-16,1 0 0 0,0-5 0 0,-6 5 0 15,-5 0 0-15,-1 0 0 0,6 0 0 0,-17 0 0 16,0 0 0-16,12 0 0 0,-7 0 0 0,7 0 0 15,5 0 0-15,0 0 0 0,6 0 0 0,0-10 0 16,-1 10 0-16,7 0 0 0,5 0 54 0,-5 0 8 0,5 0 2 16,0 0 0-16,6 0-52 0,0 0-12 15,0 10 0-15,5-10 0 0,-5 0 0 0,12 0 0 16,-7 0 0-16,12 0 0 0,0 0 0 0,0 0 0 16,0 0 0-16,0 0 0 0,0 0 0 0,0 0 0 0,0 0 0 15,0 0 0-15,17 0 0 0,12 5 0 16,-12-5 0-16,11 0 0 0,7 0 0 0,4 0 0 0,7-5 0 0,5 5 0 15,12 0 0-15,0-10 0 0,11 5 0 0,-6 5 0 16,6 0 0-16,0-5 0 0,-11 5 0 0,5 0 0 16,1-5 0-16,5 5 0 0,6-10 0 0,-1 5 0 15,7 0 0-15,-1 5 0 0,1-5 0 0,-1 0 0 16,-11 5 0-16,0 0 0 0,-11-6 0 0,5 1 0 16,-5 5 0-16,5 0 0 0,-5 0 0 0,5 0 0 15,-11 0 0-15,0 0 0 0,-5 0 0 0,-7 0 0 16,-5 5 0-16,0 1 0 0,-6-6 0 0,0 0 0 15,-5 0 0-15,-6 0 0 0,-1 5 0 0,1-5 0 0,-6 0 0 16,0 0 0-16,-17 0 0 0,12 0 0 0,5 0 0 0,-17 0 0 16,0 0 0-16,0 0 0 0,11-5 0 0,-11 5 0 15,0 0 0-15,0 0 0 0,0 0 0 0,0 0 0 16,0 0 0-16,-11-6 0 0,0 1 0 0,-7-5 0 16,13 5 0-16,-12-5 0 0,-6 5 0 0,6 0 0 15,-12 0 0-15,1 5 0 0,-6-5 0 0,-1 0 0 16,-10 0 0-16,-1 5 0 0,-11-5 0 0,-11 5 0 15,11 0 0-15,-6 0 0 0,12 0 0 0,-6 0 0 16,6 0 0-16,-6 0 0 0,-6-5 54 0,-5 5 8 16,-6 0 2-16,0 0 0 0,-1 5-52 0,-4 0-12 15,5 0 0-15,22-5 0 0,-5 5 0 0,6-5 0 16,0 0 0-16,0 0 0 0,-6 0 0 0,5 0 0 16,7 0 0-16,-29 0 0 0,11 0 0 0,6 0 0 0,0 0 0 15,6 0 0 1,5 0-48-16,6 0-13 0,-5-5-3 0,5 5 0 15,0 0-102-15,6 0-21 0,-23-5-4 0,23 0-1 0</inkml:trace>
  <inkml:trace contextRef="#ctx0" brushRef="#br0" timeOffset="206099.606">17362 6891 1353 0,'0'0'60'0,"0"0"12"0,0 0-57 0,0 0-15 15,0 0 0-15,0 0 0 0,0 0 20 0,0 0 2 16,0 0 0-16,11 5 0 0,1-5-13 0,-1 0-9 16,-11 0 12-16,12 5-12 0,-1 0 32 0,6-5-1 15,0 5 0-15,0 1 0 0,0-6-11 0,6 5-1 16,0 0-1-16,0 0 0 0,5 0 6 0,6 5 2 15,6-10 0-15,-6 0 0 0,6 10 1 0,-5-5 0 16,4 5 0-16,1-10 0 0,0 5 0 0,-6 0 0 0,6-5 0 0,0 0 0 16,0 0-9-16,11 10-2 15,12-10 0-15,0 6 0 0,-1-6 4 0,12 0 1 0,-5 0 0 16,-1 0 0 0,0 0-37-16,-5 5-8 0,-6-10-2 0,6 5 0 0,5 0 26 0,1 0 0 15,-1-6 0-15,-5 6 0 0,11-5 46 0,-12 0 14 16,-5 0 4-16,6 5 0 0,0 0-56 0,-6 0-8 0,0 0 0 15,-6 0-10-15,-5 0 10 0,-7-5 0 0,7 5 8 0,-6 0-8 16,-6 0 16-16,0 0-2 16,0 0 0-16,-5 0 0 0,-1 0-14 0,7 0-18 0,-7 0 4 0,-5 0 1 15,5 0 41-15,-5 0 8 0,6 0 1 0,-7 0 1 16,1 0-10-16,-6 0-1 0,0 0-1 0,0 0 0 16,-5 0-36-16,5 0-7 0,-11 0-2 0,-6 0 0 15,11 0 31-15,-11 0 5 0,0 0 2 0,0 0 0 16,0 0-19-16,0 0 0 0,0 0 0 0,0 0 0 15,0 0 0-15,-17 0 0 0,0 0 0 0,0 5 0 16,0-5 0-16,-6 0 0 0,0 5 0 0,0 0 0 16,-5-5 0-16,5 0 0 0,-5-5 0 0,-7 5 0 0,1-5 18 0,0 5 0 15,0 0 0-15,0 0 0 0,-6-5-29 0,-6 5-5 16,1 0-2-16,-7-10 0 0,-5 5 38 0,0-5 7 16,0 10 1-16,-5 0 1 0,-7 0 5 0,-10 0 1 15,4-10 0-15,1 10 0 0,6 0-35 0,-6 0 0 16,0-5 0-16,0 0 0 0,-12 5 0 0,1-5 0 15,5 5 0-15,23 0 0 16,-6 0 0-16,1 0 0 0,-7 0 0 0,12 0 0 0,-5 5 0 0,-1-5 0 16,6 0 0-16,-28 0 0 0,-1 0 0 0,6 5 0 15,6-5 0-15,-5 5 0 0,10 5 0 0,7-10 0 16,10 0 0-16,1 5 0 0,11 0 0 0,6-5 0 16,5 15 0-16,7-15 0 0,5 0 0 0,17 0 0 15,0 0 0-15,0 0 0 0,0 0 0 0,0 0 0 0,0 0 0 16,0 0 0-16,5 5 0 0,12-5 0 0,0 0 0 15,6 5 0-15,6-5 0 0,5-5 0 0,11 5 0 0,7-5 0 16,22 5 0-16,0 0 0 0,6-10 0 0,-6 5 0 16,-6 5 0-16,6-5 0 0,6 0 0 0,5 5 0 15,7-10 0-15,4 5 0 0,1 0 0 0,0 0 0 16,-6 5 0-16,6-5 0 0,0 5 0 0,6-6 0 16,5 1 0-16,-6 0 0 0,-5 0 0 0,-11 0 0 15,-12 5 0-15,0 0-20 0,-6 0 2 0,-11 0 1 16,-11 0 27-16,-1 0 6 0,-10 0 0 0,-1 0 1 15,-11 0-28-15,-6 0-5 0,0 0-2 0,-17 0 0 16,0 0 29-16,0 0 5 0,0 0 2 0,-17 10 0 16,0-5-18-16,-18-5 0 0,1 5 0 0,-17-5 0 15,-17 6 0-15,-1-6 0 0,-5 0 0 0,-11 5 0 16,-7 0 0-16,-4-5 0 0,4 0 0 0,-4 0 0 0,-7 0 0 0,0 5 0 16,7-5 0-16,-1 15 0 15,6-15-201-15,-1 5-44 0,-67 5-9 0,56-10-2 0</inkml:trace>
  <inkml:trace contextRef="#ctx0" brushRef="#br0" timeOffset="207788.402">14849 10168 288 0,'-45'-5'12'0,"28"-1"4"0,17 6-16 0,-12 0 0 16,-5-5 0-16,0 5 0 0,0 0 183 0,6-5 33 16,-1 0 8-16,1 0 0 0,-1 5-172 0,1 0-36 15,5-10-6-15,-5 10-2 0,-1-5 8 0,1 5 2 16,0-5 0-16,-1 0 0 0,7 0 18 0,-7 0 3 16,1 5 1-16,-1 0 0 0,1-5-23 0,5 5-4 15,-5-5-1-15,5 5 0 0,0 0 31 0,-5 10 5 16,11-10 2-16,0 0 0 0,0 0-16 0,0 0-3 15,0 0-1-15,0 0 0 0,0 0 11 0,0 0 3 0,0 0 0 0,17 0 0 16,6 0-15-16,5 0-2 0,1 0-1 16,17 0 0-16,5 0 10 0,6-5 1 0,0 0 1 0,5 0 0 15,13 5-1-15,-1 0 0 0,-12 0 0 0,12 5 0 16,-5-5-29-16,5 0-8 0,6-5 0 0,-1 5 0 16,7 0 52-16,-1 0 10 0,6 0 2 0,1 0 0 15,-13 5-52-15,-5 5-12 0,0-10 0 0,-5 5 0 16,-6-5 0-16,-6-5 0 0,11 5 0 0,0-5 0 15,-5 5 0-15,0-5 0 0,-12 5 0 0,6 0 0 16,0 0 0-16,-6 0 0 0,-5 5 0 0,-6 0 0 16,-6-5 0-16,0 0 0 0,-6 0 0 0,-5 0 0 15,6 5 54-15,-12-5 8 0,0 0 2 0,-6 0 0 16,1 0-52-16,5 0-12 0,-17 0 0 0,0 0 0 0,5-5 0 16,-5 5 0-16,0 0 0 0,0 0 0 0,0 0 0 0,0 0 0 15,12 0 0-15,-12 0 0 0,0 0 0 0,0 0 0 16,0 0 0-16,0 0 0 0,0 0 0 0,0 0 0 15,-12-5 0-15,1 0 0 0,-6 0 0 0,0 5 0 16,0-5 0-16,-12 5 0 0,7-6 0 0,-7 1 0 16,1 0 0-16,-7 5 0 0,-5 0 0 0,1 0 0 15,-7 0 0-15,6 0 0 0,6 0 0 0,-12 0 0 16,-11 0 0-16,0 5 0 0,6 0 0 0,0-5 0 16,0 0 0-16,-12-5 0 0,-11 0 0 0,0-5 0 15,-6 5 0-15,0-5 0 0,0 5 0 0,6 5 0 16,-5 0 0-16,5 0 0 0,-1 5 0 0,7-5 0 15,-6 0 0-15,11-5 0 0,-11 0 0 0,0 0 0 16,0 5 0-16,0 0 0 0,6 0 0 0,-1 0 0 16,1 5 0-16,-6 0 0 0,6 0 0 0,5-5 0 0,12 5 0 15,5 0 0-15,6 0 0 0,6-5 0 0,0-5 0 16,11 10 0-16,0 0 0 0,6 0 0 0,0-5 0 0,6 5 0 16,11-5 0-16,0 0 0 0,0 0 0 0,0 0 0 15,0 0 0-15,17 5 0 0,0 1 0 0,6-1 0 16,5-5 0-16,12 5 0 0,11-5 0 0,18-5 0 15,22 0 0-15,-6-1 0 0,-16 6 0 0,10 0 0 0,7 0 0 0,-1 6 0 16,1-6 0-16,-1 0 0 0,1 0 0 0,11-6 0 16,16 6 0-16,1-5 0 0,0 5 0 0,-11 5 0 15,-6-5 0-15,0 0 0 16,-6 0 0-16,0 0 0 0,0 0 0 0,0-5 0 0,12 5 0 16,-12 0 9-16,-11 0-9 0,-6 5 8 0,-11-5-8 15,-1 6 0-15,-5-1 0 0,-6-5 8 0,-11 0-8 16,0 0 0-16,-6 5-12 0,1-5 12 0,-1-5 0 15,-6 5 0-15,-5 0 0 0,-6 0 0 0,6 0 0 0,-6 0 0 16,-6 5 0-16,-5-5 0 0,6 0 0 0,-12 0 0 16,0 0 0-16,0 0 0 0,0 0 0 0,0 0 0 15,0 0 0-15,0 0 0 0,-23 0 0 0,11 5 0 16,12-5 0-16,-17 0 0 0,0 0 0 0,-6-5 0 16,6 0 0-16,-5 5 0 0,4 0 0 0,-4-5 0 15,-13-1 0-15,1 6 0 0,-6-5 0 0,0 0 0 16,1 0 0-16,-1-5 0 0,-12 5 0 0,-5 0 0 15,0-5 0-15,-5 5 0 0,-1 0 0 0,-17 0 0 0,6 5 0 16,0 0 0-16,12-10 44 0,-1-1 16 0,6 6 3 0,-11 0 1 16,-7-5-52-16,-4 0-12 0,-7 5 0 15,1 0 0 1,-1 5-48-16,7 0-13 0,10 0-3 0,24 0 0 0,-12 0 52 0,11 0 12 0,-5-5 0 0,-6 5 0 16,5 0 0-16,1 0 0 0,-11-5 0 0,-1 0 0 15,17 5 0-15,-5 0 0 0,-12 0 0 0,12 5 0 16,0-5 0-16,11 0 0 0,-11 5 0 0,11-5 0 15,11 0 0-15,-5 5 0 0,6 0 0 0,5-5 0 16,0 0 0-16,12 0 0 0,-7 5 0 0,7-5 0 16,11 0 0-16,0 0 0 0,0 0 0 0,0 0 0 15,0 0 0-15,0 0 0 0,29-5 0 0,10 5 0 16,13-5 0-16,-1 0 0 0,6 0 0 0,6 0 0 16,-1 5 0-16,12 5 0 0,0-5 0 0,6 5 0 0,0-5 0 15,17 0 0-15,11-5 0 0,6 5 0 0,-6 5 0 16,12 0 0-16,-6 0 0 0,11 0 0 0,-28-5 0 0,11 0 0 15,1 5 0-15,5 0 0 0,-6-5 12 0,6 5 6 16,-12 5 1-16,-10-5 0 0,-18 0-19 0,-6 6 0 16,6-6 0-16,-11 0 0 0,-6-5 0 0,-12 0 0 15,-5 0 0-15,-6 5 0 0,-5-5 0 0,-6 0 0 16,-12 0 0-16,-5 0 0 0,-6 0-9 0,0 0-9 16,-17 5-2-16,-6 0 0 0,-6-5 20 0,1 0 0 15,-12 0 0-15,-6-5 0 0,-11-5 20 0,-5 5 7 16,-7-11 1-16,1 6 1 0,0-5-29 0,-6 5 0 15,-12 0 0-15,1 0 0 16,11 0-20-16,0 0-6 0,-1-1-2 0,-4 1 0 0,-1 5 28 0,0-5 0 16,-5 5 0-16,5 0 0 15,-11-5-159-15,11 5-26 0,6 0-6 0,11 0-794 0</inkml:trace>
  <inkml:trace contextRef="#ctx0" brushRef="#br0" timeOffset="-208856.399">13670 8339 806 0,'0'0'36'0,"0"0"7"0,0 0-35 0,0 0-8 0,0 0 0 0,0 0 0 16,0 0 104-16,0 0 20 0,0 0 3 0,0 0 1 15,6-5-103-15,-6 5-25 0,0 0 0 0,0 0 0 16,0 0 56-16,0 0 7 0,0 0 1 0,0 0 0 16,0 0-12-16,0 0-3 0,-6-5 0 0,6 5 0 15,0 0-16-15,-12-5-3 0,1-5-1 0,11 10 0 16,0 0 5-16,0 0 1 0,-11 5 0 0,11-5 0 0,-12 0-2 0,7 0 0 15,-1 0 0-15,-6 5 0 0,7 0 1 0,-7 0 0 16,12-5 0-16,0 11 0 0,-11-1-3 0,5-5-1 16,1 5 0-16,-7 0 0 0,12-10-10 0,-6 10-3 15,1 0 0-15,-1 0 0 0,-5 1-7 0,11-1-2 16,-6 0 0-16,0 5 0 0,1-5 2 0,-1 5 0 16,6 0 0-16,-6 1 0 0,0-1-10 0,6 5 0 15,-11 0 0-15,5 1 0 0,1-6 0 0,5 5 0 16,0 0 0-16,0 1 0 0,0 4 0 0,0 0 0 15,0 1 0-15,0-6 0 0,5 0 0 0,1-5 0 16,5 0 0-16,-11 6 0 0,6-6 0 0,0 0 0 16,0 5 0-16,5-4 0 15,-5-11 0-15,-6-5 0 0,0 0 9 0,11-5-9 0,0 5 0 0,1 0 9 16,-1-6-9-16,6 1 0 0,-17 5 10 0,17-5-10 0,6 0 8 16,-6 0-8-16,-17 5 0 0,12-10 0 15,5 0 8-15,0 0-8 0,0-5 0 0,0 5 0 0,-6-1 0 16,1 1 0-16,-1 0 25 0,1 0 3 0,-1 0 1 0,-11 10 0 15,6-10-17-15,-6 10-3 0,5-15-1 0,-5 4 0 16,6 1 0-16,-6 10-8 0,0 0 12 0,0-10-4 16,-11 0 3-16,5 0 0 0,0 5 0 0,1 0 0 15,-7 0 4-15,1 0 1 0,-1 0 0 0,1 5 0 16,0-5-6-16,5 5-1 0,-5 0 0 0,5 0 0 16,-5 0-9-16,5 0 0 0,-11 0 9 0,5 5-9 15,7-5 0-15,-7 5 0 0,7 0 0 0,-1 0 0 0,-6 10-11 16,7-5-6-16,-1 0-2 0,0 0 0 0,6-5 19 15,-11 6 0-15,5-1 0 0,1 0 0 0,5-10-20 16,0 0-1-16,0 0 0 0,0 10-1136 16</inkml:trace>
  <inkml:trace contextRef="#ctx0" brushRef="#br0" timeOffset="-207696.293">20923 5134 900 0,'0'0'40'0,"0"0"8"0,0 0-39 0,0 0-9 0,0 0 0 0,0 0 0 15,0 0 92-15,0 0 16 0,0 0 3 0,-11 0 1 16,-1-5-33-16,12 5-7 0,0 0 0 0,-5-5-1 0,-7 5-33 16,12 0-6-16,0 0-2 0,0 0 0 0,-6 0 3 0,6 0 1 15,-11 0 0-15,11 0 0 16,0 0 0-16,-11 0 0 0,-6 5 0 0,5 0 0 0,7 0 5 0,-7 5 1 16,1-10 0-16,5 10 0 0,-5-5-8 0,-1 5 0 15,7-4-1-15,-1 4 0 0,-6 0-7 0,7 0 0 16,-7 0-1-16,12 5 0 15,-5-10-12-15,-7 5-3 0,7 6 0 0,-1 4 0 0,0-10-8 0,0 5 0 16,-5 0 0-16,5 6 0 0,6-6 0 0,-5 5 8 16,-1 0-8-16,0 6 0 0,6-6 0 0,-5 5 0 15,5 6 0-15,0-1 0 0,0-5 0 0,5 6 0 16,-5-6 0-16,6-5 0 16,0 6-17-16,-1-11-9 0,1 0-2 0,0 0 0 0,5 0 49 0,1 1 10 0,-1-1 1 15,6 0 1-15,0-5-1 0,0 0-1 0,0-5 0 0,0 0 0 16,6-10-31-16,0 5 0 0,-6-5 0 0,-6-5 0 15,7 0 0-15,-1 0 0 0,-6-5 0 0,0 5 0 16,1-6 0-16,-6 1 0 0,5 0 0 0,-5 0 0 16,-1 5 0-16,-5-6 0 0,6 6 0 0,-6-10 0 15,0 15 31-15,0-15 0 0,-6 10 0 0,6-6 0 16,0 6-17-16,0-5-3 0,-5 5-1 0,-1-5 0 16,6 0 0-16,-6-1 0 0,1 6 0 0,-1 0 0 15,0 0 17-15,0 10 3 0,-5 20 1 0,0-15 0 16,-6 5-31-16,5 1 8 0,1-6-8 0,-6 0 0 15,0 5 0-15,0-5 0 0,5 5 0 0,-5 0 0 16,6-5 0-16,-1 5 0 0,1 6 0 0,-1-6 0 16,7 5-10-16,-1-5-5 0,-5-5-1 0,5 5 0 15,0 0-143-15,6 0-29 0,0-10-5 0</inkml:trace>
  <inkml:trace contextRef="#ctx0" brushRef="#br0" timeOffset="-206544.598">10764 5124 403 0,'0'0'17'0,"0"0"5"0,0 0-22 0,0 0 0 0,0 0 0 0,0 0 0 16,0 0 145-16,0 0 25 0,0 0 5 0,0 0 1 16,0 0-141-16,0 0-35 0,6-10 0 0,-6 10 0 0,0 0 58 0,0 0 5 15,0 0 1-15,0 0 0 0,0 0 0 16,0 0 0-16,0 0 0 0,-6-5 0 0,-5 5 0 16,-1 0 0-16,-5 0 0 0,6 0 0 15,-1 0-52-15,-5 0-12 0,0 5 0 0,6 5 0 0,-6-10 54 0,5 0 8 16,-5 5 2-16,6 0 0 0,-6 10-48 0,5-15-16 15,7 5 9-15,-1 5-9 0,-6 0 0 0,1 1 0 16,0-1 0-16,-1 0 0 0,7 0 0 0,-1 10 0 16,-11-15 0-16,11 16 0 0,0-6 30 0,-5 0 14 15,11 5 2-15,0 0 1 0,-11 6-29 0,11 4-6 16,0 6 0-16,0-1-1 0,11 6-11 0,-11-1 10 16,11 1-10-16,1 4 10 0,5-4-10 0,-11-1 0 15,-1-9 0-15,12-1 0 0,0 0 10 0,6-4-10 0,6-1 12 16,-12-15-12-16,11 5 0 0,1-5 0 0,-1 1 0 15,-5-6-12-15,6-5 12 0,-12 5 0 0,5-5 0 0,1-5 0 16,-23 5 28-16,23-5 8 0,-6-6 1 0,0 6 1 16,0 0-18-16,-11-15-4 0,5 5-1 0,-5 0 0 15,0-6-3-15,0 1-1 0,-1-5 0 0,1 0 0 16,-6-1-11-16,0 6 0 0,0-5 0 0,0-1 0 16,-6 1 0-16,6 5 0 0,-5-1 0 0,5 6 0 15,-6 0 53-15,-6 5 9 0,7 0 2 0,-1 5 0 16,0 0-52-16,-5 0-12 0,0 5 0 0,-7 0 0 15,7 0 0-15,-6 5 0 0,-6 5 0 0,6-5 0 16,-11 0 0-16,10 5 0 0,1 0 0 0,0 0 0 16,-6 0 0-16,1 1 0 0,10 4 0 0,-5 0 0 15,6 0 0-15,-6 0 0 0,0 6 0 0,5-6 0 0,7 0 0 16,-1 5 0-16,6 1 0 0,-12-11 0 16,12 5-48-16,12-5-13 0,-12 5-3 0,0-5-1049 0</inkml:trace>
  <inkml:trace contextRef="#ctx0" brushRef="#br0" timeOffset="-156258.074">15658 2997 748 0,'0'0'33'0,"0"0"7"0,0 0-32 0,0 0-8 16,0 0 0-16,0 0 0 0,6-10 66 0,-6 10 11 0,0 0 3 0,0 0 0 16,11-10 8-16,-11 10 3 0,0 0 0 0,0 0 0 15,-5-10-43-15,5 10-9 0,0 0-2 16,0 0 0-16,-12-11 32 0,12 11 7 0,0 0 0 0,0 0 1 16,0 0-25-16,0 0-6 0,0 0-1 0,0 0 0 15,-5 16-3-15,5-1-1 0,0-5 0 0,5 10 0 16,12 0-9-16,-5-4-3 0,-18 4 0 0,0 5 0 15,12 1-29-15,-6 4 0 0,-6 0 0 0,6-4 0 16,6 14 39-16,-6-15 1 0,0 6 1 0,-6-6 0 16,1 6-25-16,5-6-6 0,5 0-1 0,-5 1 0 15,-11-1-9-15,5-10 10 0,6 5-10 0,6 1 10 16,0-6-2-16,-1 0-8 0,-10 0 12 0,5 0-4 16,23-5-8-16,-18 1 0 0,-5-11 0 0,0 0-11 0,12 5 11 0,-1 0 0 15,-11-5 0-15,0 0 0 16,0 0-48-16,0 0-8 0,0 0-2 0,0 0 0 15,-11-5-78-15,11 5-15 0,0-5-3 0</inkml:trace>
  <inkml:trace contextRef="#ctx0" brushRef="#br0" timeOffset="-155525.847">15989 2987 288 0,'-29'0'12'0,"29"0"4"0,0 0-16 0,0 0 0 0,-5-10 0 0,5 10 0 16,0 0 220-16,0 0 42 0,0 0 8 0,0 0 2 15,0 0-134-15,0 0-26 0,0 0-6 0,0 0-1 16,0 0-51-16,0 0-10 0,0 0-3 0,0 0 0 16,0 0 1-16,0 0 0 0,0 0 0 0,0 0 0 15,17 10-2-15,-17-10-1 0,0 0 0 0,11 10 0 16,-11-10-1-16,6 15 0 0,0-10 0 0,-6 15 0 16,-6-9-3-16,6 4-1 0,0 0 0 0,0 0 0 15,-6-5-4-15,0 11-1 0,12-6 0 0,-12 5 0 0,1 0-11 16,-1 1-2-16,12-6-1 0,-1 0 0 0,-5 5-31 15,0-10-5-15,0-10-2 0,0 0 0 0,12 15 44 0,-12-15 9 16,0 0 2-16,11 6 0 0,-11-6-12 0,17 5-3 16,0 0 0-16,-17-5 0 0,12-5-3 0,5-6-1 15,0 11 0-15,0-10 0 0,-6 0-13 0,7 5 11 16,-1 5-11-16,0-15 10 0,-6 5-10 0,1 0 0 16,-1 5 0-16,0 0 0 0,-11 5 0 0,12-5 0 15,5 5 0-15,-6 0 0 0,-11 0 0 0,0 0 0 16,12 0 0-16,5 10 0 0,-6 5 0 0,0-10 0 15,-11-5 0-15,12 10 0 0,5 0 0 0,0 0 0 16,-6 5 0-16,-5-9 0 0,11 4 0 0,-5 0 0 16,5 0 0-16,-12 5 0 0,1-10 0 0,-6-5 0 15,6 15 0-15,-6 1 0 0,0-16 0 0,0 10 0 0,11 5 0 16,-11-5 0-16,0 5 0 0,0-5 0 0,0 6 0 0,0-6 0 16,12 5 0-16,-12-5 0 0,-6 5 9 0,6-5-1 15,6 0-8-15,-6 1-10 0,-12 4 10 0,1 0-13 16,11-15 13-16,-6 10 0 0,0 5 0 0,-11-15 0 15,6 10 0-15,-6-5 0 0,5 6 8 0,1-11-8 16,-12 0 8-16,12 5-8 0,-6 0 9 0,5-5-9 16,1 5 0-16,-6-5 8 0,0 0-8 0,5 10 0 15,1-10 0-15,-6 0 0 0,0 0 0 0,-6 0 0 16,6 0 0-16,-6 0 0 0,6 0-12 0,0 0 12 16,-6 0-37-16,6 0-1 0,6 0 0 15,-12 0 0-15,6-15-34 0,0 15-6 0,11-10-2 0,-5 10-620 16,-6-16-125-16</inkml:trace>
  <inkml:trace contextRef="#ctx0" brushRef="#br0" timeOffset="-155093.345">15943 2941 1497 0,'0'0'32'0,"0"0"8"0,0 0 0 0,0 0 4 0,0 0-36 0,0 0-8 0,0 0 0 0,0 0 0 16,0 0 53-16,0 0 9 0,0 0 2 0,0 0 0 15,0 0 0-15,0 0 0 0,12 0 0 0,-1 0 0 16,0-5 0-16,-11 5 0 0,0 0 0 0,6 0 0 16,11-5 0-16,0 0 0 0,-17 5 0 0,0 0 0 15,12 0 0-15,5 0 0 0,-6 0 0 0,6 0 0 16,-11 0-52-16,11 0-12 0,0-10 0 0,0 5 0 16,0 5 0-16,0 0 0 0,-5 0 0 0,5 0 0 15,0 0 0-15,-6-5 0 0,1 0 0 0,5 5 0 16,0 0 0-16,-6 0 0 0,-11 0 0 0,12 0 0 0,5 0 0 15,-11 0-15-15,-6 0 3 0,0 0 1 16,0 0-44-16,0 0-9 0,17-10-1 0,-12 5-1 16,-5 5-140-16,12-6-28 0</inkml:trace>
  <inkml:trace contextRef="#ctx0" brushRef="#br0" timeOffset="-152253.682">2987 7119 1134 0,'0'0'24'0,"0"0"6"0,0 0 1 0,0 0 1 0,0 0-32 0,0 0 0 0,0 0 0 0,0 0 0 16,0 0 0-16,0 0 0 16,0 0-12-16,0 15 3 0,11-10-8 0,-5 5-2 15,5 1 0-15,-11-6 0 0,23-5 19 0,-17 5 0 0,11-5 0 0,0 0 0 16,0 0 48-16,0 5 12 0,6 0 4 0,-1-5 0 15,1-5-52-15,6 5-12 0,-1 5 0 0,12-5 0 16,0 0 0-16,11 0 0 0,-5 0 0 0,11 5 0 16,11-5 54-16,-11-5 8 0,12 5 2 0,-1 0 0 15,0-5-52-15,1 0-12 0,10 0 0 0,-4-5 0 16,4 4 0-16,1-4 0 0,17 5 0 0,-17-10 0 16,11 5 0-16,-6 0 0 0,6 0 0 0,-16 5 0 15,-13 0 0-15,1-1 0 0,5 1 0 0,-5 0 0 16,0 0 0-16,-6 5 0 0,0-5 0 0,-6 5 0 15,0-5 54-15,-5 5 8 0,-1-5 2 0,-5 5 0 16,0 0-52-16,-6 0-12 0,-5 0 0 0,-1 0 0 16,-11 0 0-16,6 0 0 0,-6 0 0 0,-5 0 0 15,-12 0 0-15,11 5 0 0,-11-5 0 0,0 0 0 16,0 0 54-16,0 0 8 0,0 0 2 0,0 0 0 0,-11 0-52 0,-1 5-12 16,-5 0 0-16,-6 0 0 0,6-5 0 0,-6 5 0 15,-5 0 0-15,-1 1 0 0,12-6 0 0,-17 0 0 16,-6 5 0-16,6 0 0 0,-6 0 0 0,0-5 0 15,-5 0 0-15,5 0 0 0,-11 5 54 0,11 0 8 16,-6 0 2-16,-11 0 0 0,0-5-52 0,0 5-12 16,-11-5 0-16,5 5 0 0,0-5 0 0,-11 10 0 15,0-10 0-15,6 5 0 0,-18 0 0 0,18 6 0 16,-12-6 0-16,12 5 0 0,-12 0 0 0,6 0 0 16,-6-5 0-16,6 5 0 0,-5 5 0 0,4-5 0 0,7 6 0 15,0-1 0-15,16-5 0 0,-5 5 0 0,0-5 0 0,6 0 0 16,6 6 0-16,5-16 0 0,0 5 0 0,-6 0 0 15,18-5 0-15,-6 0 0 0,-1 0 0 16,13 0 0-16,-1 0 0 0,0 5 0 0,6-10 0 0,6 5 0 16,5 0 0-16,0 0 0 0,6 0 0 0,0 0 0 15,0 0 0-15,0 0 0 0,23 0 0 0,0 0 0 16,11-5 0-16,-6 5 0 0,7 0 0 0,4 0 0 16,1 0 0-16,12 0 0 0,5-5 0 0,5 5 0 15,12 0 54-15,6 0 8 0,-6 0 2 0,12 0 0 16,-7 0-52-16,7 0-12 0,-6 0 0 0,5 5 0 15,-5 0 0-15,11 0 0 0,-11-5 0 0,11 0 0 16,6 0 0-16,0 0 0 0,-12 0 0 0,6 5 0 16,-17-10 0-16,6 5 0 0,-17 5 0 0,11-5 0 15,-11-5 0-15,5 5 0 0,-5-5 0 0,-6 5 0 0,-12 0 0 16,7 0 0-16,-7-5 0 0,-11 5 0 0,0 5 0 0,6 0 0 16,-28-5 0-16,5 0 0 0,-17 0 54 0,0 0 8 15,0 0 2-15,0 0 0 0,-17 5-52 0,-12 0-12 16,-11-5 0-16,0-5 0 0,1 5 0 0,-18 0 0 15,-12 0 0-15,7 0 0 0,-1 0 0 0,-11 0 0 16,-6-5 0-16,-11 0 0 0,-6 0 0 0,0 5 0 16,-5-5 0-16,10 5 0 0,7 0 0 0,-12-16 0 15,17 16 0-15,-11-10 0 0,-6 5 0 0,6-5 0 16,6 5 0-16,-6-5 0 0,11 5 0 0,6 0 0 16,5-5 0-16,-5 5 0 15,17 0-48-15,-5-1-13 0,5-4-3 0,0 5 0 16,17-5 0-16,0 10 0 0,0-10 0 0,6 5 0 15,0 5-102-15,11-10-21 0,-17-5-4 0,29-1-589 0</inkml:trace>
  <inkml:trace contextRef="#ctx0" brushRef="#br0" timeOffset="-151095.533">6001 4521 1267 0,'0'0'28'0,"0"0"5"0,0 0 2 0,0 0 1 16,0 0-36-16,0 0 0 0,0 0 0 0,0 0 0 0,11 0 0 0,6 0 0 15,-5 0 0-15,10 0 0 0,-5 0 0 0,1 0 0 16,4 0 0-16,-5 5 0 0,6-10 58 0,11 5 5 16,-11 5 1-16,17 5 0 0,-6-10 0 15,18 0 0-15,-7 0 0 0,18 5 0 0,-18-5-52 0,12 6-12 16,0-1 0-16,0-5 0 0,17 0 54 15,0 0 8-15,6 0 2 0,0 0 0 0,0 10-52 0,11-10-12 16,-11 0 0-16,-12 5 0 0,6-5 0 0,-6 5 0 16,1 10 0-16,-1-15 0 0,-5 0 0 0,0 0 0 15,-6 0 0-15,0 0 0 0,-6 0 0 0,-11 0 0 16,0 0 0-16,-12 0 0 0,1 0 0 0,-1 0 0 16,1 0 0-16,-18 0 0 0,-11 0 54 0,11-10 8 15,-11 10 2-15,0 0 0 0,0 0-52 0,0 0-12 16,-17-5 0-16,12 0 0 0,-13 0 0 0,-4 5 0 0,5 0 0 15,-12 0 0-15,1 0 0 0,-12-10 0 0,0 5 0 0,0-1 0 16,-11 1 0-16,5 5 0 0,-11 0 0 0,6 0 0 16,5-10 0-16,-5 5 0 0,-6 0 0 0,-6 0 0 15,1 5 54-15,-12 0 8 0,-1 0 2 0,-4 0 0 16,5 0-52-16,0 0-12 0,5-10 0 0,1 10 0 16,5 0 0-16,0 0 0 0,-16 0 0 0,10 0 0 15,-5 0 0-15,6 0 0 0,0 0 0 0,5 10 0 16,0-10 0-16,6 0 0 0,6 5 0 0,5 0 0 15,-5-5 0-15,23 0 0 0,-7 0 0 0,13 0 0 16,-1 0-48 0,6 0-13-16,0 0-3 0,17 0 0 0,0 0 103 0,0 0 20 0,0 0 4 0,0 0 1 15,0 0-103-15,0 0-20 0,22 0-4 0,1-5-1 16,11 0 52-16,6 5 12 0,0 0 0 0,11 0 0 0,6 0 0 0,6 0 0 16,11 0 0-16,-11 0 0 0,11 0 0 0,-11 0 0 15,11 5 0-15,0-5 0 0,-12 0 0 0,12 0 0 16,6 0 0-16,6 0 0 0,-1 0 0 0,1 0 0 15,5 0 0-15,-23 0 0 0,6 0 0 0,0 0 0 16,0-5 0-16,-5 5 0 0,-1-10 0 0,-11 5 0 16,6 0 0-16,-12 0 0 0,-5 5 0 0,-12-10 0 15,-6 5 0-15,-11 5 0 0,0-5 48 0,1-1 13 16,-18 6 3-16,0 0 0 0,-23-5-52 0,-11 0-12 16,-6 0 0-16,0 5 0 0,-17 0 54 0,6-5 8 15,-12 0 2-15,0 5 0 0,-17 0-52 0,6 0-12 16,-5 5 0-16,-18 0 0 0,0 0 0 0,0 0 0 15,12 0 0-15,-1 6 0 16,6 4-48-16,1-15-13 0,-7 10-3 0,1 5 0 16,5-10 0-16,-6 5 0 0,24 0 0 0,-1 1-614 15,12 4-123-15</inkml:trace>
  <inkml:trace contextRef="#ctx0" brushRef="#br0" timeOffset="-148992.885">2690 10968 1036 0,'0'0'46'0,"0"0"10"0,0 0-45 0,6-5-11 0,-6 5 0 0,28 0 0 16,-5 0 0-16,-6 0 0 0,6 0 0 0,0 5 0 16,11 0 0-16,-11 0 0 0,11-5 0 0,-11 5 0 0,11 0 53 0,6 0 9 15,-12-5 2-15,7 5 0 0,-1-5-52 0,6 5-12 16,0 0 0-16,-1-5 0 0,1 0 54 0,12-5 8 15,10 5 2-15,-5 0 0 0,0-5 0 0,17 5 0 16,-5 5 0-16,5-5 0 0,6 0 0 0,-6 0 0 16,0 0 0-16,5-5 0 0,18 5-52 0,-11-10-12 15,11 5 0-15,-1 0 0 0,13 0 0 0,-7 0 0 16,-5-5 0-16,-6 5 0 0,6-11 0 0,0 6 0 16,17-5 0-16,-17 5 0 0,11 0 0 0,0 0 0 15,-11 5 0-15,0-11 0 0,-11 6 0 0,5-5 0 16,0 5 0-16,0-5 0 0,0 10 54 0,0-5 8 15,6-1 2-15,-11 1 0 0,5 5-52 0,-17 0-12 16,6 0 0-16,-12 0 0 0,0 5 0 0,1-5 0 16,16 0 0-16,-16 5 0 0,-1 5 0 0,0 0 0 0,6-5 0 15,-5 0 0-15,-18 0 0 0,0 0 0 0,1 5 0 0,-7 0 0 16,-5-5 0-16,0 5 0 0,0 0 0 0,0 5 0 16,0-10 0-16,-6 0 0 0,0 5 0 0,6-5 0 15,-12 0 0-15,7 6 0 0,-13-1 0 0,7 0 0 16,-1 0 54-16,-5 0 8 0,6 0 2 0,-24 0 0 15,7-10-52-15,-1 5-12 0,1-5 0 0,-12 5 0 16,0 0 0-16,0 0 0 0,0 0 0 0,0 0 0 16,0 0 0-16,-12 0 0 0,1-5 0 0,-6 0 0 15,-6 10 0-15,6-5 0 0,0-5 0 0,-6 5 0 16,-6-5 0-16,7 5 0 0,-1 0 0 0,0-5 0 16,-5 5 0-16,-1 0 0 0,1-6 0 0,5 6 0 15,-11 0 0-15,5 0 0 0,6 0 0 0,-22-5 0 0,5 5 0 0,-6-5 0 16,-5 5 0-16,-6-5 0 15,-6 0 0-15,-5 5 0 0,-6 0 0 0,6-5 0 16,-1 5 0-16,-11 0 0 0,12 0 0 0,-6 0 0 0,-12 0 0 0,7 0 0 16,-18 10 0-16,6-10 0 0,-6 5 0 0,0 5 0 15,12-4 0-15,-12-1 0 0,11 0 0 0,1 0 0 16,-12 5 0-16,0-5 0 0,0-5 0 0,-11 5 0 16,11 0 0-16,12-5 0 0,-12 5 0 0,17 0 0 15,-17 0 0-15,6-5 0 0,5-5 0 0,-10 0 0 16,10 5 0-16,1 0 0 0,-7 0 0 0,13 0 0 15,-1 0 0-15,17 0 0 0,-11 5 0 0,11-5 0 0,-11 0 0 0,0 0 0 16,12 0 0-16,-12 0 0 16,11-5 0-16,-5 5 0 0,5 5 0 0,6 0 0 0,0-5 0 0,11 5 0 15,-11 0 0-15,6-5 0 0,11 5 0 0,-5-5 0 16,5 0 0-16,0 0 0 0,-6 0 0 0,18 0 0 16,-12 0 0-16,6 6 0 0,0-1 0 0,5-5 0 15,-5 0 0-15,11 0 0 0,0 5 0 0,-5 0 0 16,5-5 0-16,6 5 0 0,11 5 0 0,-11-10 0 15,11 5 0-15,-5-5 0 0,11 0 0 0,0 0 0 16,0 0 0-16,0 0 0 0,23 5 0 0,11-5 0 16,0 5 0-16,6 0 0 0,0 0 0 0,6 0 0 15,5 0 0-15,6-5 0 0,0 5 0 0,5-5 0 16,13 5 0-16,4 1 0 0,12-6 0 0,6 0 0 16,-6 10 0-16,6-10 0 0,12 5 0 0,-7-10 0 15,6 5 0-15,6-10 0 0,12 4 0 0,5 1 0 16,-6 5 0-16,6-5 0 0,0-5 0 0,6 5 0 0,17-10 0 15,-12 10 0-15,6 0 0 0,-11 0 0 0,-12 0 0 0,7 0 0 16,4 0 0-16,1 0 0 0,0-1 0 0,-46 6 0 16,-6-5 0-16,1 5 0 0,-6 0 0 0,-6 0 0 15,5 0 0-15,-4-5 0 0,10 5 0 0,18 0 0 16,-7 0 0-16,-10 5 0 0,-6-5 0 0,-23 0 0 16,0 0 0-16,0 5 0 0,-18 1 0 0,7-6 0 15,-12-6 0-15,0 6 0 0,-5 0 54 0,5 0 8 16,-11 0 2-16,11 0 0 0,-11 0-52 0,11 6-12 15,-11-6 0-15,0 0 0 0,-1 0 0 0,-4 5 0 16,4-5 0-16,-5 0 0 0,1 5 0 0,-1 0 0 16,0-5 0-16,0 0 0 0,-12 0 0 0,13 0 0 0,-18 0 0 15,0 0 0-15,17 0 0 0,-17 0 0 0,5-5 0 16,-5 5 0-16,0 0 0 0,0 0 0 0,0 0 0 0,0 0 0 16,0 0 0-16,0 0 0 0,0 0 0 0,0 0 0 15,0 0 0-15,0 0 0 0,0 0 0 0,-17-5 0 16,0 5 0-16,6 0 0 0,-6 0 0 0,-12 0 0 15,6 5 0-15,1-5 0 0,-1 0 0 0,-6 5 0 16,-11-5 0-16,12 5 0 0,-12-5 0 0,6 0 0 16,-6 0 0-16,0 0 0 0,0-5 0 0,0 5 0 15,-28-5 0-15,11 0 0 0,-11 0 0 0,-6-1 0 16,-6 1 0-16,0 5 0 0,0 5 0 0,6-5 0 16,-6-5 0-16,6 5 0 0,-17-5 0 0,-6 5 0 15,12-5 0-15,-23 5 0 0,11 5 0 0,0 0 0 16,-6 0 0-16,6 1 0 0,1-1 0 0,-1-5 0 0,-12 5 0 15,13 0 0-15,-7-5 0 0,6 5 0 16,12 5 0-16,-12 0 0 0,11 0 0 0,1-5 0 0,-6 0 0 16,5 0 0-16,-5-5 0 0,11 5 0 0,-11 6 0 0,11-6 0 15,6 0 0-15,6 5 0 0,-6-5 0 0,0 5 0 16,11-5 0-16,0 0 0 0,-5-5 0 0,5 5 0 16,1-5 0-16,5 0 0 0,0 0 0 0,0 0 0 15,0 0 0-15,6 0 0 0,5 0 0 0,6 0 0 16,0 0 0-16,0 5 0 0,6-5 0 0,11 0 0 15,-11-5 0-15,11 5 0 0,6 5 0 0,0 0 0 16,0-5 0-16,11 5 0 0,-11-5 0 0,12 0 0 16,-7 0 0-16,12 0 0 0,-5 0 0 0,5 0 0 0,0 0 0 15,0 0 0-15,0 0 0 0,0 0 0 0,0 0 0 0,0 0 0 16,0 0 0-16,17 0 0 0,5 0 0 0,13-5 0 16,-7 5 0-16,12-5 0 0,11 0 0 0,6 0 0 15,6-5 0-15,11 10 0 16,0-5 0-16,6 5 0 0,0-5 0 0,5 0 0 0,12-5 0 0,11 0 0 15,6 10 0-15,11-11 0 0,7 6 0 0,-1 0 0 16,5 0 0-16,1-5 0 0,17 0 0 0,0 5 0 16,0 5 0-16,-6 0 0 0,0-10 0 0,6 5 0 15,0 0 0-15,-1 5 0 0,-10 0 0 0,5 0 0 16,-28-5 0-16,5 5 0 0,0-5 0 0,-11 5 0 16,-5 0 0-16,-13 5 0 0,-10 0 0 0,-18 0 0 15,1-5 0-15,-18 5 0 0,-6-5 0 0,-5 0 0 16,-11 0 0-16,-1 5 0 0,-16-10 0 0,5 5 0 0,-17 0 0 15,0 0 0-15,0 0 0 0,0 0-782 16,-17-5-159-16</inkml:trace>
  <inkml:trace contextRef="#ctx0" brushRef="#br0" timeOffset="-148224.626">5032 11505 230 0,'0'0'20'0,"0"0"-20"0,0 0 0 0,0 0 0 15,0 0 135-15,0 0 22 0,0 0 5 0,0 0 1 16,0 0-63-16,0 0-13 16,0 0-3-16,0 0 0 0,0 0-12 0,0 0-4 15,0 0 0-15,0 0 0 0,0 0-14 0,0 0-3 16,0 0-1-16,0 0 0 0,0 0 6 0,0 15 2 15,0-15 0-15,0 15 0 0,0 0-11 0,-11 5-3 0,11-4 0 0,0-1 0 16,0 0-14-16,0 5-3 0,0 0-1 0,0 1 0 16,0-1-26-16,0 0-16 0,11 0 3 0,-11 6 0 15,0-11 38-15,0 5 8 0,0 6 2 0,0-11 0 16,0-15-19-16,0 15-3 0,0 5-1 0,0-5 0 16,0-15-4-16,0 0 0 0,0 10-8 0,0-10 12 15,6 16-12-15,-6-16 9 0,0 0-9 0,0 0 8 16,0 0-8-16,0 0 0 0,0 0 0 0,0 0 0 15,0 15-27-15,0-15-7 0,0 0-2 0,0 0 0 16,0 0-40-16,0 0-9 0,0 0-2 0,0 0-465 16,0 0-92-16</inkml:trace>
  <inkml:trace contextRef="#ctx0" brushRef="#br0" timeOffset="-147736.077">5362 11398 1148 0,'0'0'25'0,"0"0"6"0,0 0 1 0,0 0 0 0,0 0-32 0,0 0 0 0,0 0 0 0,6-5 0 15,-6 5 64-15,0 0 6 0,0 0 2 0,0 0 0 16,0 0-4-16,0 0 0 0,0 0 0 0,0 0 0 16,0 0-6-16,0 0-2 0,0 0 0 15,0 0 0-15,0 0-6 0,12 10-2 0,-12 0 0 0,0-10 0 16,0 16-19-16,5-6-4 0,1 5-1 0,-6 0 0 16,0-5 6-16,0 5 1 0,0 6 0 0,11-6 0 15,-11 5-18-15,0-5-3 0,0 0-1 0,0 6 0 16,0-6 10-16,6 5 1 0,-12-5 1 0,6 6 0 15,0-6-25-15,0 0 0 0,0 0 0 0,0 5 0 16,0-4 0-16,0-1 0 0,6 0 0 0,-6 0 0 16,0 0 0-16,0-4 0 0,0 4 0 0,0 0 0 0,0-15 0 15,11 15 0-15,-11 0 0 0,0-15 0 0,0 15 0 0,0-15 0 16,0 0 0-16,0 16 0 0,6-6 0 0,-6-10 0 16,0 0 0-16,0 15 0 0,0-15 0 0,0 0 0 15,0 0 0-15,0 0 0 0,-6 15 0 0,6-15 0 16,0 0 0-16,0 0 0 15,0 0-32-15,0 0-11 0,0 10-2 0,0-10-1 16,0 0-131-16,0 0-27 0,0 0-4 0,0 0-2 0</inkml:trace>
  <inkml:trace contextRef="#ctx0" brushRef="#br0" timeOffset="-145714.83">5004 11327 288 0,'0'0'25'0,"0"0"-25"0,0 0 0 0,0 0 0 16,0 0 117-16,0 0 19 0,0 0 3 0,0 0 1 16,0 0-50-16,0 0-10 0,0 0-1 0,0 0-1 0,0 0 1 15,0 0 0-15,0 0 0 0,0 0 0 16,0 0-22-16,0 0-4 0,0 0-1 0,0 0 0 16,0 0-14-16,0 0-3 0,0 0-1 0,0 0 0 15,0 0-14-15,0 0-2 0,0 0-1 0,0 0 0 0,0 0 26 0,0 0 5 16,0 0 0-16,0 0 1 0,-6 5-27 0,0 5-6 15,6 1 0-15,6-1-1 0,-6 5 33 0,0-5 6 16,6 5 2-16,-6 5 0 0,0-4-39 0,0 9-7 16,11-10-2-16,-11 11 0 0,0-1 24 0,0 0 5 15,0 0 1-15,0 6 0 0,0-6-18 0,0 6-4 16,0-6-1-16,0 5 0 0,0-4-3 0,0-6-1 0,0 5 0 16,6-5 0-16,-6 1 1 0,0-6 0 0,0 5 0 0,11-5 0 15,-11 0-12-15,0-4-17 16,0-1 4-16,0 0 1 0,6 0 21 0,-6 0 5 0,5-5 1 15,-5 0 0-15,0-5-15 0,0 0-10 0,0 0 2 16,0 0 0 0,0 5-51-16,0-5-9 0,0 0-3 0,0 0 0 15,0 0-115-15,0 0-23 0</inkml:trace>
  <inkml:trace contextRef="#ctx0" brushRef="#br0" timeOffset="-145153.414">5380 11292 1036 0,'0'0'46'0,"0"0"10"0,0 0-45 0,0 0-11 0,0 0 0 0,0 0 0 16,0 0 53-16,0 0 9 16,0 0 2-16,0 0 0 0,0 0 0 0,0 0 0 15,0 0 0-15,0 0 0 0,0 0-52 0,0 0-12 16,0 0 0-16,0 0 0 0,0 0 54 0,0 0 8 0,0 0 2 0,0 0 0 15,0 0 0-15,0 0 0 16,0 0 0-16,0 0 0 0,0 0-16 0,0 0-2 0,0 0-1 0,0 0 0 16,0 0-21-16,0 0-4 0,0 0 0 0,0 15-1 15,0 0 36-15,0 5 7 0,0-4 2 0,5 4 0 16,-5 0-52-16,6 0-12 0,-6 6 0 0,0 4 0 16,11-5 0-16,-11 1 0 0,0 4 0 0,6 1 0 15,-6-1 0-15,0 0 0 0,0 1 0 0,0-6 0 16,11 0 0-16,-11 1 0 0,0-1 0 0,0-5 0 15,0 6 15-15,0-11 0 0,0 5 0 0,0-5 0 16,0 0-24-16,0-5-5 0,0 6-1 0,0-1 0 16,0-15 15-16,0 10 0 0,0 5 0 0,0-5 0 15,0-10 0-15,0 10 0 0,0-10 0 0,0 11 0 16,0-11 0-16,0 0 0 0,0 0 0 0,0 0 0 16,0 15-80-16,0-15-14 0,0 0-2 0,0 0-1 15,0 0-101-15,0 0-20 0,0 0-4 0,0 0-1 16</inkml:trace>
  <inkml:trace contextRef="#ctx0" brushRef="#br0" timeOffset="-140737.274">8508 7641 518 0,'0'0'23'0,"0"0"5"0,0 0-28 0,0 0 0 16,0 0 0-16,0 0 0 0,0 0 257 0,0 0 47 15,0 0 8-15,0 0 3 0,17-5-191 0,-17 5-39 16,5 0-7-16,7-5-2 0,-1 5-24 0,-5-6-6 15,-6 6-1-15,11 6 0 0,-11-6-13 0,12 0-4 16,-1 10 0-16,-11-10 0 0,0 15 39 0,6 0 7 16,-6 10 2-16,6-9 0 0,-6 4-34 0,5 5-6 15,-5 0-2-15,0 6 0 0,0-1-10 0,-5 1-3 16,5-1 0-16,0 5 0 0,0-4-21 0,0 9 0 16,0 6 0-16,0-6 0 0,5-9 0 0,-5-6 9 15,0 6 0-15,-5-1 0 0,5 0-9 0,0 1 0 16,0-1 0-16,0-5 0 0,-6 6 0 0,6-6-17 15,-6-5 4-15,6-4 1 16,0-16-90-16,-6 15-18 0,6-5-3 0,0-10-584 0,0 0-117 0</inkml:trace>
  <inkml:trace contextRef="#ctx0" brushRef="#br0" timeOffset="-140352.12">8941 7595 1324 0,'0'0'118'0,"0"-5"-94"0,-6 5-24 0,0 0 0 0,6 0 43 0,0 5 4 16,-11 0 1-16,11-5 0 0,0 0 12 0,0 0 4 16,0 0 0-16,0 0 0 0,0 0-52 0,0 15-12 15,0-5 0-15,0 6 0 0,11-1 54 0,-22 0 8 16,11 0 2-16,0 0 0 0,0 6-12 0,-6-1-3 15,6 5 0-15,-17 1 0 0,11-1-27 0,-5 0-6 16,5 1 0-16,-5-6-1 0,-6 5 39 0,11-10 8 16,0 1 2-16,-5-1 0 0,5-5 0 0,6 0 0 15,0 0 0-15,-11 5 0 0,11 0-52 0,0 6-12 16,0-1 0-16,11-5 0 0,6 0 0 0,-11 1 0 16,6-6 0-16,10 0 0 0,-5 0 0 0,12-5 0 15,-6 5 0-15,5-10 0 0,-5 5 15 0,11-5 0 16,-17 0 0-16,12 0 0 0,5 0-15 0,-17-5-10 15,0 5 2-15,-6 0 0 16,1 0-35-16,5 5-6 0,-6-5-2 0,1 0 0 16,-7 0-147-16,-5 0-30 0,12-5-5 0</inkml:trace>
  <inkml:trace contextRef="#ctx0" brushRef="#br0" timeOffset="-140033.922">9277 7863 691 0,'0'0'61'0,"0"0"-49"0,0 0-12 0,0 0 0 16,0 0 185-16,0 0 35 0,0 0 6 0,0 0 2 16,0 0-112-16,0 0-23 0,0 0-4 0,0 0-1 0,0 0-11 0,0 0-2 15,0 0-1-15,0 0 0 0,0 0-14 0,0 0-2 16,0 0-1-16,0 0 0 0,0 21-7 0,0-11-2 15,0 10 0-15,0 5 0 0,0 1-16 0,6 4-3 16,-1 11-1-16,-5-1 0 0,-5-4-14 0,5-6-3 16,-6 5-1-16,6 6 0 0,6-11-10 0,-6 6 0 15,0-1 9-15,0 1-9 0,0-16 0 0,5 0 9 16,-5 0-9-16,0 1 0 0,0-6 0 0,0 0 0 16,0-15 0-16,0 0 0 15,0 0-124-15,0 0-18 0,0 0-4 0,0 0-870 0</inkml:trace>
  <inkml:trace contextRef="#ctx0" brushRef="#br0" timeOffset="-137493.965">25373 3093 288 0,'0'0'12'0,"0"0"4"0,0 0-16 0,0 0 0 16,0 0 0-16,0 0 0 0,0 0 258 0,0 0 49 15,0 0 9-15,0 0 3 0,0 0-211 0,0 0-41 16,0 0-9-16,0 0-2 0,0 0-25 0,0 0-6 16,0 0-1-16,0 0 0 0,0 0-3 0,0 0-1 0,0 0 0 15,0 0 0-15,-6-5-10 0,-5 5-2 16,5 0-8-16,-11 0 12 0,6 0 6 0,-1 0 1 16,-5 0 0-16,6 0 0 0,-1 0 15 0,-5 0 3 15,0 0 1-15,6 0 0 0,11 0-24 0,-12 0-5 16,-5 5-1-16,6 0 0 0,11-5 0 0,-11 5 0 0,-1 5 0 0,12-10 0 15,-11 6-8-15,11-6 8 0,-6 10-8 0,0 0 8 16,-5 5-8-16,5-5 12 0,6-10-12 0,-5 15 12 16,5 6-12-16,-6-16 8 0,6 15-8 0,0-10 8 15,0-10-8-15,6 15 12 0,-6-5-12 0,11 5 12 16,0-9-12-16,6 4 0 0,-5 5 0 0,5-5 8 0,0 0-8 0,6 0 0 16,-6 0 0-16,6 6 0 15,-6-6 0-15,6 5 0 0,-6 0 8 0,0 0-8 0,0-5 0 16,0 6-11-16,-6 4 3 0,1-10 0 0,5 5 8 0,-6-5 0 15,1 11 0-15,-1-6 0 0,-5 0 24 0,5-5 6 16,-5 5 2-16,0-5 0 0,5 6-32 16,-5-6 0-16,-6 5 0 0,5-10 0 0,-5-5 0 0,6 10 0 15,-6 0 0-15,0 5 0 0,0-15 12 16,0 11-3-16,-6-1-1 0,1-5 0 0,-1 5 9 0,-11 0 2 16,11 0 0-16,-11-5 0 0,0 5 13 0,0-10 4 15,-6 0 0-15,6 0 0 0,0 5-36 0,-6-5 0 16,0-5 0-16,1 5 0 0,-7 0 0 0,6 0 0 15,0 0 8-15,1-10-8 0,5 5 0 0,-6 5 0 16,0-5 0-16,6 0 0 0,6-5 0 0,11 10 0 16,-6-5 0-16,-6-5 0 0,1 0 0 0,11 10 13 0,0-11-4 0,0-4-1 15,-6 5-8-15,12 0 0 16,0-5 0-16,-1 0 0 0,7-1 0 0,-1 6 0 16,1-5-12-16,5 5 12 0,0-15 0 0,0 9 0 15,0 1 0-15,0 0 8 0,0 0-8 0,6 0 0 0,0 5 0 0,-6-11 8 16,6 6-8-16,-6 0 0 0,0-5 0 15,0 4 0-15,0 6 0 0,0-5 0 0,0 5 0 0,-5-5 0 16,-1 5 14-16,6 0-2 0,-11-6-1 0,5 6 0 16,1-5 1-16,-7 5 0 15,1 5 0-15,0-10 0 0,-6 5 16 0,0-1 3 0,0 11 1 0,0-10 0 16,0 5-32-16,-6-10 0 0,-5 5 0 0,5 5 0 16,-6 0 16-16,1 5-4 0,-6-10 0 0,0 5 0 15,0 5-4-15,0 0-8 0,-6-5 11 0,-6 5-11 16,7-6 8-16,-1 6-8 0,0 0 0 0,-5 0 0 15,5 0-27-15,0 0-12 0,0 6-2 0,6-1-760 16,6 10-152-16</inkml:trace>
  <inkml:trace contextRef="#ctx0" brushRef="#br0" timeOffset="-136132.157">25248 6608 889 0,'0'0'39'0,"0"0"9"0,0 0-39 0,0 0-9 16,0 0 0-16,0 0 0 0,0 0 85 0,0-11 15 16,0 11 4-16,0 0 0 0,0 0-20 0,-6-10-3 15,6 0-1-15,0 10 0 0,-6-5-22 0,6 5-5 16,0 0-1-16,0-15 0 0,0 15-12 0,0 0-4 0,-5-10 0 0,5 10 0 15,0 0-11-15,-6-5-2 0,0-5-1 0,6 10 0 16,0 0 9-16,-11 0 1 0,-1-5 1 0,1 5 0 16,-6 0-5-16,5 5 0 0,12-5-1 0,-11 5 0 15,0 0 4-15,-1 0 1 0,1 0 0 0,5 0 0 16,1 10-12-16,-7-10-1 0,1 15-1 0,-1-14 0 16,12-6-5-16,-5 15-1 0,-7-5 0 0,7 5 0 15,-7 0-12-15,6 6 0 0,1-6 0 0,-1 0 0 16,0 0 9-16,1 5-9 0,-1-4 8 0,0 9-8 0,1-10 0 0,-1 0 0 15,0 5 0-15,0 1 0 0,6 4-8 0,0 0 8 16,-5-9 0-16,5 9 0 16,5-10 0-16,-5 5 0 0,6-4 0 0,0-1 0 0,0 0 0 0,-1 0 0 15,1-5 0-15,0 5 0 0,-1-10 0 16,7 6 8-16,-1-1 0 0,-11-10 0 16,0 0-8-16,12 0 0 0,5 0 0 0,0 0 0 0,0 0 16 0,0 0 2 15,6-10 0-15,-6 5 0 0,0-6-18 0,-6 6 10 16,6-5-10-16,0 0 8 0,-5-5 5 0,-1 10 1 15,-5 0 0-15,5-5 0 0,-5 0 1 0,0-1 0 16,-1 1 0-16,-5 10 0 0,0 0 14 0,0-15 3 16,0 5 1-16,0 10 0 0,0 0-33 0,-5-5 0 15,5-10 0-15,-6 5 0 0,-5-1 12 0,-1 6-4 16,1 0 0-16,11 5-8 0,-12-5 8 0,-5 5-8 16,0 0 0-16,0 5 0 0,0 0 0 0,0 0 0 15,0 1 0-15,0 4 0 0,0-5 0 0,0 0-9 16,0 5 1-16,5-5 0 15,-5 5-167-15,6 0-33 0</inkml:trace>
  <inkml:trace contextRef="#ctx0" brushRef="#br0" timeOffset="-135095.157">29230 8046 1357 0,'0'0'29'0,"0"0"7"0,0 0 0 0,0 0 4 0,0 0-32 0,0 0-8 0,0 0 0 0,0 0 0 16,0 0 65-16,0 0 12 0,0 0 3 0,0 0 0 16,0 0-25-16,0 0-5 0,0 0-1 0,0 0 0 15,0 0-29-15,0 0-5 0,0 0-2 0,0 0 0 16,0 0 8-16,0 0 2 0,0 0 0 0,0 15 0 15,0-15 4-15,-5 15 1 0,-1 0 0 0,6 1 0 0,0 4-4 0,-6-5-1 16,1 10 0-16,5-9 0 16,-6-1-5-16,0 0-1 0,6 0 0 0,0 5 0 0,0-4 7 0,0-16 0 15,0 0 1-15,0 15 0 0,0 5-17 0,6-5-8 16,-6-15 8-16,6 15-8 0,-6-15 0 0,0 0 0 16,0 0 0-16,11 10 0 0,6 1 8 0,-6-6-8 15,1 0 8-15,-1-10-8 0,6 5 8 0,-5-10-8 16,11 4 0-16,-6-4 8 0,5 5-17 0,-10-5-4 15,5 0-1-15,0 0 0 16,6 0-44-16,-6 5-9 0,-6-5-1 0,1 5-1 16,5 5-151-16,-12-6-29 0</inkml:trace>
  <inkml:trace contextRef="#ctx0" brushRef="#br0" timeOffset="-134847.529">29527 8167 345 0,'0'0'31'0,"0"0"-31"0,0 0 0 0,0 0 0 15,0 0 236-15,0 0 40 0,0 0 9 0,0 0 2 16,0 0-139-16,0 0-27 0,0 0-5 0,0 0-2 16,0 0-62-16,0 0-13 0,0 0-3 0,0 0 0 15,0 0 5-15,-6 10 1 0,6 6 0 0,-6 4 0 16,-5-5-18-16,11 0-4 0,-6 0-1 0,6 1 0 15,-6-1-11-15,6 0-8 0,6 5 12 0,0-5-12 16,0 11-8-16,-1-11-9 0,1 0-2 0,0 0-609 16,5 1-123-16</inkml:trace>
  <inkml:trace contextRef="#ctx0" brushRef="#br0" timeOffset="-134327.246">29829 8441 1364 0,'0'0'30'0,"0"0"6"0,0 0 2 0,0 0 0 0,0 0-30 0,0 0-8 0,0 0 0 0,0 0 0 16,0 0 65-16,0 0 12 0,0 0 3 0,0 0 0 15,-6 10-32-15,6-10-7 0,0 0-1 0,0 10 0 16,-6 0-24-16,1 0-4 0,5 0-2 0,0 1 0 16,0 4 10-16,0 0 1 0,-6-5 1 0,0 5 0 15,6 0 8-15,0 1 2 0,-6-1 0 0,6 0 0 16,-5 5-20-16,-1-5-3 0,0 1-1 0,6-1 0 16,0 0-8-16,-5 0 0 0,5 0 0 0,0-4 0 0,0-11 0 15,0 0 8-15,5 15-8 0,1-5 8 16,-6-10-8-16,11 10 8 0,-5 0-8 0,6-5 8 0,5-5-8 0,0-5 0 15,-6 5 9-15,6-5-9 0,0 5 0 0,0-5 0 16,1 0 0-16,-1 0 0 0,-6 5-16 16,6 0 0-16,-6-5-1 0,-5 5 0 15,-6 0-83-15,17-5-16 0,-17 5-3 0,6 0-1 0</inkml:trace>
  <inkml:trace contextRef="#ctx0" brushRef="#br0" timeOffset="-134042.502">30068 8608 1594 0,'0'0'35'0,"0"0"7"0,0 0 2 0,0 0 1 0,0 0-36 0,0 0-9 0,0 0 0 0,0 0 0 16,0 0 76-16,0 0 14 0,0 0 2 0,0 0 1 15,0 0-30-15,0 10-7 0,6 5 0 0,-6 0-1 16,0 1-30-16,0-1-5 0,0 5-2 0,0-5 0 16,0 5-8-16,0 1-2 0,0-6 0 0,0 5 0 15,0 0-8-15,0-4 8 0,0 9-8 0,-6-5 8 16,6 0-8-16,0 1 0 0,0-6 0 0,0 5 0 16,0-5-24-16,0-5-9 0,0 6-3 0,0-6-923 15</inkml:trace>
  <inkml:trace contextRef="#ctx0" brushRef="#br0" timeOffset="-133182.143">25447 8451 759 0,'0'0'33'0,"0"0"8"0,0 0-33 0,0 0-8 0,0 0 0 0,0 0 0 16,0 0 79-16,0 0 13 0,0 0 4 0,0 0 0 15,0 0-27-15,0 0-5 0,0 0 0 0,0 0-1 16,0 0-15-16,0 0-2 0,0 0-1 0,0 0 0 16,0 0-12-16,0 0-2 0,0 0-1 0,0 0 0 15,-6 10-5-15,1 0-1 0,5 0 0 0,-6 0 0 16,6 1 5-16,-6-1 1 0,1 0 0 0,-1 0 0 16,0 0-9-16,-5 0-1 0,11 5-1 0,-6-4 0 15,0 4-1-15,6-5 0 0,0 0 0 0,0 5 0 16,-5-5-10-16,5 0-8 0,0 1 12 0,0-11-12 0,5 10 23 15,1 0-3-15,-6-10 0 0,6 10 0 0,-6-10-28 16,11 10-7-16,-5-5-1 0,11 5 0 0,-17-10 26 0,17 0 5 16,0 10 1-16,0-10 0 15,0 0-44-15,6-5-9 0,-6 5-2 0,6-5 0 16,-12 0-34-16,7 5-7 0,-1 0-2 0,5-5-426 16,-4 5-86-16</inkml:trace>
  <inkml:trace contextRef="#ctx0" brushRef="#br0" timeOffset="-132825.109">25721 8598 288 0,'0'0'25'0,"0"0"-25"0,0 0 0 0,0 0 0 15,0 0 212-15,0 0 36 0,0 0 8 0,0 0 2 16,0 0-170-16,0 0-35 0,0 0-6 0,0 0-2 16,0 0-13-16,0 0-2 0,0 0-1 0,0 0 0 15,0 0-9-15,-6 10-3 0,0 0 0 0,0 0 0 16,6-10 3-16,0 10 0 0,-5 5 0 0,5 1 0 0,0-1-8 15,0 5-2-15,-6-10 0 0,6 16 0 0,-6-11-10 16,6 5 0-16,0 0 0 0,0 1 8 0,0 4-8 0,6-5 0 16,-6-5 0-16,6 6 0 15,-1-1 0-15,1 0-11 0,0-5 3 0,0 0-480 16,-1-4-95-16</inkml:trace>
  <inkml:trace contextRef="#ctx0" brushRef="#br0" timeOffset="-110002.057">9026 10477 1036 0,'0'0'46'0,"0"0"10"0,0 0-45 0,12-11-11 0,-12 11 0 0,0-10 0 15,5 0 80-15,-5 10 13 0,0 0 3 0,0 0 1 16,0 0-5-16,6-10-2 15,-6 10 0-15,6-5 0 0,-6 5-27 0,0 0-6 0,0 0-1 0,0 0 0 16,0 0 7-16,0 0 1 0,0 0 0 0,0 0 0 16,0 0-7-16,0 15-1 0,-6-5 0 0,6 11 0 15,-6-1-12-15,6 0-2 0,0 5-1 0,-5 6 0 16,-1-1-19-16,6-5-4 0,0 6-1 0,0-1 0 16,-6 6-9-16,6-11-8 0,6 0 12 0,0 1-12 15,-1-6 0-15,7-5 0 0,-1 0 0 0,0 0 0 0,-11-15 10 16,12 11-10-16,5-6 8 0,-6 0-8 0,6-5 9 0,0 0-9 15,1 5 10-15,4-5-10 0,-5 0 8 0,-5 0-8 16,5 0 0-16,6 5 9 0,-12 0-9 0,6 0 0 16,0 5 0-16,-5 0 0 0,5-5 0 15,-6 5 0-15,6 1 0 0,-5-1 0 0,11 5 0 0,-12-5 0 16,0 0 0-16,1 0 0 0,10 5 0 0,-16-4 0 16,6-1 0-16,-1 5 0 0,6-5 0 0,-11 5 0 15,-1-5 0-15,1 6 0 0,6-1 0 0,-7 0 0 16,-5-5 0-16,0 0 0 0,0 5 9 0,0-5 0 15,0 6 0-15,-5-6 0 0,5 5 7 0,-6-5 0 16,-6 5 1-16,1 0 0 0,5-4 2 0,-11-1 0 16,0 0 0-16,0 0 0 0,0-5 2 0,0 5 1 15,-6 0 0-15,0-5 0 0,1 6-13 0,-1-6-9 16,-6 5 12-16,6-5-12 0,-5-5 0 0,5 0 0 16,-5 5 0-16,5-5 0 0,-6 0 0 0,7-5 0 0,-7 0 0 15,12 0 0-15,-11-5 0 0,16 4 0 0,-5 1 0 16,-11-5 0-1,16 5-100-15,-5-5-26 0,11-5-6 0,-5 0-641 0,5-6-129 0</inkml:trace>
  <inkml:trace contextRef="#ctx0" brushRef="#br0" timeOffset="-109629.563">8969 10466 748 0,'0'0'33'0,"0"0"7"0,0 0-32 0,0 0-8 15,0 0 0-15,0 0 0 0,0 0 247 0,0 0 47 16,-11 5 10-16,11-5 1 0,0 0-158 0,0 0-32 15,0 0-7-15,0 0 0 0,0 0-33 0,0 0-7 16,17 6 0-16,-6-6-1 0,12 0-7 0,-6 0-2 16,12 5 0-16,-1-5 0 0,1 0-14 0,-7 0-2 15,13 0-1-15,-1 0 0 0,-6-5-15 0,1 5-3 16,-1 0-1-16,1 0 0 0,-1 0-14 0,-5 0-8 16,6 0 8-16,-1 0-8 0,0 0 0 0,-16-6-16 15,16 6 2-15,-16 0 1 0,5 0 13 0,0 0-11 0,-6 6 11 16,6-6-10-1,-11-6-133-15,11 6-26 0,-11 0-6 0,-6 0-1 0</inkml:trace>
  <inkml:trace contextRef="#ctx0" brushRef="#br0" timeOffset="-108147.101">11003 10937 1728 0,'0'0'38'0,"0"0"8"16,0 0 2-16,0 0 0 0,0 0-39 0,6-10-9 0,-6 0 0 0,6 0 0 16,-6 0 53-16,0 10 9 0,0 0 2 0,0-10 0 15,0-5-14-15,-6 4-2 0,6 11-1 0,0-10 0 16,-6-5-24-16,6 5-5 0,-5 0-1 0,-1 5 0 15,0-5 38-15,6 10 7 0,0-11 2 0,-11 6 0 16,5-5 0-16,0 0 0 0,1 0 0 0,5 10 0 16,0 0-52-16,-12-5-12 0,7 5 0 0,-7 0 0 0,1 0 54 0,-1 0 8 15,7 5 2-15,-7-5 0 0,-5 5-52 0,6 0-12 16,11-5 0-16,-12 5 0 0,1 0 0 0,-6 5 0 16,6 6 0-16,-1-6 0 0,6 0 0 0,-11 5 0 15,6 0 0-15,5 6 0 0,1-6 0 0,-7 5 0 16,1 0 0-16,5 0 0 0,6 1 0 0,-6 4 0 15,1-5 0-15,5 6 0 0,5-6 0 0,1-5 0 16,-6 5 0-16,6 1 0 0,5-6 0 0,1 5 0 16,-1-10 0-16,0 5 0 0,6-5 0 0,-11 6 0 15,17-11 0-15,-6 0 0 0,-6 0 0 0,7-5 0 16,4 0 0-16,-10-5 0 16,-1 5-48-16,6-5-13 0,0 0-3 0,-5-5 0 15,-1 4-51-15,6-4-10 0,-5 0-3 0,-7 5 0 16,7-5-102-16,-1 5-21 0,0-10-4 0,7 5-1 0</inkml:trace>
  <inkml:trace contextRef="#ctx0" brushRef="#br0" timeOffset="-107280.035">11191 10790 1267 0,'-11'6'28'16,"11"-6"5"-16,0 0 2 0,0 0 1 0,0 0-36 0,0 0 0 0,0 0 0 0,0 0 0 0,0 0 97 0,0 0 13 15,0 0 2-15,0 0 1 0,0 0-15 0,0 0-3 16,0 0-1-16,0 0 0 0,0 0-36 0,0 0-7 16,0 0-2-16,6 10 0 0,-6 10 11 0,0-5 3 15,0 0 0-15,0 6 0 0,0-6-50 0,0 5-13 16,5 0 0-16,-5 6 0 0,0-6 36 0,0 0 1 15,6 0 1-15,-6 1 0 0,11 4-26 0,-11-5-12 16,0-5 10-16,0 1-10 0,0-1 9 0,0 0-9 16,0 0 8-16,0 0-8 0,6-5 9 0,-6-10-9 15,0 0 10-15,0 16-10 0,0-16 16 0,0 0-4 16,0 0 0-16,0 0 0 0,-6 10-12 0,6-10 0 16,0 0 0-16,0 0 0 0,0 0 0 0,0 0 0 15,0 0 0-15,0 0 0 0,0 0 0 0,0 0 0 16,0-15 0-16,6 4 0 0,0-4 0 0,-1 0 8 15,-5 0-8-15,6 0 0 0,0-6 9 0,5 1-9 16,-5-5 8-16,5 5-8 0,-11-1 10 0,12-4-10 16,5 0 12-16,-6 4-12 0,-5 6 0 0,5-5-14 0,1 5 1 0,-1 0 0 15,-5 5 40-15,5-1 8 0,1 6 1 16,-7 0 1-16,7-5-25 0,-1 5-4 0,-11 5-8 0,12 0 11 16,-12 0 8-16,0 0 1 0,5 5 1 0,7 0 0 15,-1 0-21-15,-11-5 0 0,6 5 0 0,5 0 0 16,0 6 0-16,1 4 0 0,-6 0 0 0,5-5 0 15,0 5 0-15,-5 0 0 0,0 1 0 0,-1 4 0 16,1-5 0-16,0 5 0 0,0 1 0 0,-6-6 0 16,0 10 0-16,0-5 0 0,0 1 0 0,0-6 0 0,-6 0 0 15,6 0 0-15,-6 0 0 0,6-5 0 0,-6-4 0 16,6-6 0-16,-5 10 0 0,5-10 0 0,0 0 0 0,0 0 0 16,-6 5 0-16,6-5 0 0,0 0 0 0,0 0 0 15,0 0 0-15,6-10 0 0,-1-6 0 0,1 1 0 16,0 0 0-16,5-5 0 0,6 0 0 15,-11-6 0-15,5 1 0 0,1 0 0 0,-1-6 0 0,6 6 0 16,0 0 0-16,-5-1 0 0,-1 1 0 0,-5 5 0 16,5-1 0-16,12 1 0 0,-17 5 0 0,-1 5 0 15,7 0 0-15,-12 10 0 16,0 0 0-16,0 0 0 0,6-5 0 0,-6 5 0 0,0 0 0 0,0 0 0 16,0 0 0-16,17 0 0 0,-6 0 0 0,6 0 0 15,-17 0 0-15,23 10 0 0,-12 0 0 0,6 5 0 16,-5-5 0-16,-1 5 0 0,-5 1 0 0,5 4 0 15,-5 0 0-15,5 5 0 0,1-4 0 0,-12 4 0 0,6 0 0 16,-1 1 0-16,-5-1 0 0,0 0 0 0,0 1 0 0,0-6 0 16,-5 5 0-16,5-5 0 0,-6 6 0 0,6-6 0 15,0-10 56-15,0 5 6 0,0 0 2 0,0-4 0 32,0-11-103-32,0 0-20 0,0 0-4 0,0 0-1 0,0 0 52 0,0 0 12 0,0 0 0 0,0 0 0 31,0-5-156-31,-12-6-29 0,12 1-6 0</inkml:trace>
  <inkml:trace contextRef="#ctx0" brushRef="#br0" timeOffset="-91282.5">9995 10578 403 0,'0'0'17'0,"0"0"5"0,0 0-22 0,0 0 0 16,0 0 0-16,0 0 0 0,0 0 223 0,0-15 40 16,0 15 8-16,5-11 1 0,-5 11-148 0,0-10-31 15,-5-5-5-15,5 5-2 0,0 5-6 0,0-5-2 0,-6 0 0 16,6 5 0-16,-6-5-12 0,1-1-2 16,5 6-1-16,0-5 0 0,-12 10-15 0,12 0-4 15,0-5 0-15,-11 0 0 0,11 5-10 0,0 0-2 16,-12-5-1-16,7 5 0 0,5 0-3 0,-17 5 0 0,5 0 0 0,1 0 0 15,5 0-4-15,-5 0-2 0,-6 5 0 16,5 1 0-16,1 4-8 0,-6 0-2 0,5 0 0 0,1-5 0 16,0 0-4-16,5 1-8 15,-11-1 11-15,5 5-11 0,1 5-8 0,11 0-9 16,-17 11-2-16,6 14 0 0,-1 1 19 0,6-1 0 0,-5 1 0 0,11 0 0 16,0-6 0-16,-11 1 0 0,11-6 0 0,0 1 0 15,11-6 17-15,-11 0 7 0,0-4 2 0,11-1 0 16,-5-5-26-16,6 0 0 0,-1 1 0 0,6-1 0 15,-6-5 0-15,7 0 0 0,-1 1 0 0,0-6 0 16,0 0 0-16,11-5 8 0,1 0-8 0,-6-5 8 0,11-5 0 16,-11 0 0-16,5-5 0 0,1 0 0 0,-12-6 1 0,5-4 0 15,1 5 0-15,0-5 0 16,-6-1-9-16,0 1 10 0,6 0-10 0,-12-5 10 0,1-1-2 16,-1 1-8-16,6-5 12 0,-11 4-4 0,5-4 3 0,1 5 0 15,-7-1 0-15,7 1 0 0,-1-11-1 0,-11 6 0 16,0-5 0-16,0 9 0 0,0-4-1 0,0 0 0 15,0 4 0-15,0 1 0 0,-11 0 7 0,5-1 2 16,0 11 0-16,-5-5 0 0,0 5 2 0,-1-1 0 16,1 1 0-16,-6 0 0 0,5 5-2 0,-5 5 0 15,-5-5 0-15,4 5 0 0,-4 5-9 0,5-5-1 16,-12 5-8-16,6 0 12 0,6 0-12 0,-6 5 0 0,6 0 0 0,-6 0 0 16,1 0 0-16,5 0-8 15,-6 0 8-15,11 5-13 16,-5 0-93-16,6-5-18 0,0 5-4 0</inkml:trace>
  <inkml:trace contextRef="#ctx0" brushRef="#br0" timeOffset="-63688.948">20838 10765 442 0,'0'0'9'0,"0"0"3"0,0 0 0 0,0 0 1 0,0 0-13 0,0 0 0 16,0 0 0-16,0 0 0 0,0 0 63 0,0 0 9 0,0 0 3 0,0 0 0 15,0 0 55-15,0 0 11 0,0 0 3 0,0 0 0 16,0 0-5-16,0 0-1 16,11-10 0-16,-11 10 0 0,0-15-54 0,0 5-10 0,0 10-2 0,0 0-1 15,0-15-14-15,0-1-2 0,0 16-1 0,-6-10 0 16,1 0-9-16,5 0-1 0,-6 0-1 0,-5 0 0 16,5 5-5-16,6-6-1 0,-6-4 0 0,-5 10 0 15,11 5-5-15,-6-10 0 0,0 5-1 0,-5-5 0 16,0 10-9-16,5-5-2 0,0 0 0 0,6 5 0 15,-11 0-20-15,5 0 0 0,-5 0 0 0,11 0 0 16,0 0 56-16,-6 0 6 0,-5 10 2 0,-1-5 0 16,1-5-52-16,5 10-12 0,0-5 0 0,1 5 0 15,-7 0 0-15,1 6 0 0,5-1 0 0,0 0 0 16,-5 0 0-16,5 5 0 0,-5-4 0 0,0 9 0 0,5-5 0 0,0 0 0 16,-5 6 0-16,5 4 0 0,-5 1 0 15,5 4 0-15,6-5 0 0,-6 6 0 0,6-6 0 0,0 1 0 16,6 4 0-16,0-10 0 0,-1 6 0 0,7-6 0 15,-1-5 0-15,6 1 0 0,0-6 0 0,0 0 0 16,6 0 0-16,-6-5 0 0,6-10 0 0,0 0 0 16,5 0 0-16,-5 0 0 15,6-10-48-15,-1 0-13 0,1-5-3 0,-7 0 0 16,1-1-102-16,-6 1-21 0,0 0-4 0,1 0-794 0</inkml:trace>
  <inkml:trace contextRef="#ctx0" brushRef="#br0" timeOffset="-62422.97">21242 10613 842 0,'0'0'37'0,"0"0"8"0,0 0-36 0,0 0-9 16,0 0 0-16,0 0 0 0,0 0 96 0,0 0 18 16,0 0 3-16,0 0 1 0,-6 0 7 0,1 5 2 15,5-5 0-15,-6 5 0 0,6-5-28 0,-6 5-6 16,1 0-1-16,5-5 0 0,0 0-21 0,0 11-5 16,0-11-1-16,-6 10 0 0,12 5-17 0,-6 0-4 15,-6 0-1-15,0 1 0 0,1 4-11 0,5-5-1 16,0 5-1-16,0 0 0 0,-6 6-7 0,0-1-2 15,0-5 0-15,6 6 0 0,-11-1-12 0,11-5-9 16,-6 6 12-16,6-6-12 0,-5-5 0 0,5 5 0 16,-6-5 0-16,6-4 0 0,0-1 0 0,0-10 0 0,0 0 0 15,0 0 0-15,0 0 0 0,0 0 0 0,0 0 0 16,11-10 0-16,-5-6 58 0,11 1 5 0,-5-10 1 16,5 0 0-16,0-1-52 0,-6-4-12 0,6 0 0 0,-5-1 0 15,-1 1 0-15,0 4 0 0,1-9 0 0,5 10 0 16,-6 4 0-16,-5 6 0 0,5-5 0 0,1 5 0 15,-1 10 0-15,-11 5 0 0,6-10 0 0,5-6 0 16,1 11 0-16,-12 5-13 0,11-5 2 0,-11 5 1 16,0 0 10-16,11 10 0 0,1 0 0 0,-1 6 0 15,1-6 8-15,-7 5 1 0,7 5 0 0,-7 6 0 16,1-6-9-16,0 5 0 0,-6 0 0 0,6 1 0 16,-6 4 0-16,0-4 0 0,0-1 0 0,0 0 0 15,0 0 0-15,0-9 0 0,0-1 0 0,0 5 0 16,0-5 0-16,0-5 0 0,0-10 0 0,0 0 0 15,0 0 0-15,0 0 0 0,0 0 0 0,0 0 0 0,0 0 21 16,0 0 3-16,5-10 0 0,7-5 0 0,-1 5-24 0,0-10 0 16,1-6 0-16,5 1 0 0,-6-10 0 0,1 4 0 15,5 1 0-15,0-1 0 0,0-9 0 0,6 5 0 16,0-1 0-16,5 6-8 0,1-1-10 0,-7 11-2 16,7 0 0-16,-6 5 0 0,-1 4 20 0,-5 6 0 15,1 5 0-15,-1 5 0 0,0 6 0 0,-6 4 0 16,6 10 0-16,-11-5 0 0,5 11 0 0,-5-1 0 15,5 6 0-15,-5 4 0 0,0 1 24 0,-6-1 8 16,0 1 1-16,6-1 1 0,-1 1-23 0,-5-1-11 0,-5-4 10 16,5-1-10-16,0-10 0 0,-6 1 0 15,6-6 0-15,0-5 0 16,0 0-25-16,0-5-11 0,0-10-3 0,0 0 0 16,0 0-71-16,0 0-14 0,0 0-4 0,-6 0-648 15,0-5-131-15</inkml:trace>
  <inkml:trace contextRef="#ctx0" brushRef="#br0" timeOffset="-42746.383">18718 10087 691 0,'0'0'61'0,"0"0"-49"0,0 0-12 0,0 0 0 15,0 0 139-15,0 0 25 0,0 0 4 0,0 0 2 16,0 0-93-16,0 0-18 0,0 0-4 0,0 0-1 0,0 0 44 16,0 0 9-16,0 0 1 0,0 0 1 0,0 0-33 0,0 10-6 15,0 0-2-15,0 0 0 0,6 5-4 0,-6 0 0 16,-6 1-1-16,6 4 0 0,0 0-38 0,-6 5-7 16,6-4-2-16,0 4 0 0,0-5 39 0,-5 0 7 15,10-4 2-15,-5-6 0 16,0 0-52-16,6 5-12 0,-6-15 0 0,6 10 0 0,-1-5 0 0,1 5 0 15,-6-10-9-15,12 5 9 0,-1 1 0 0,6-6 12 16,0 0-1-16,6 0 0 0,-6 0-2 0,6 0 0 16,-6 0 0-16,6-6 0 0,-6 6-9 0,6 0 0 15,-1 0 0-15,1 0 8 0,-11 6-8 0,5-1 0 16,5 0 0-16,1 0 8 0,-6 5-21 0,0 0-5 16,-5 5-1-16,-1-5 0 0,6 6 67 0,0 4 12 0,-5-5 4 15,-1 10 0-15,-5-4-52 0,5-1-12 0,1 5 0 0,-1 0 0 16,-11 1 0-16,6 4 0 0,-1-5 0 0,-5 6 0 15,6-6 0-15,-6 0 0 0,0 1 0 0,0-1 0 16,0-5 0-16,0 6 0 0,-6-11 0 0,1 5 0 16,-1-5 0-16,-5-5 0 0,-1-4 0 0,1-6 0 15,-6 5 32-15,0 0 4 0,-12 0 1 0,6 0 0 16,-11 0-25-16,0 0-12 0,6 0 10 0,-7-5-10 16,-5-5 0-16,6 5 8 0,11 0-8 0,1-5 0 15,5-5-32 1,-6 5-8-16,6-5-3 0,-6 10 0 0,6-11 35 0,5 1 8 0,-5 0 0 0,0 0 0 15,0 0-156-15,6-5-28 0,-1 5-7 0,1-11-547 16,5 6-110-16</inkml:trace>
  <inkml:trace contextRef="#ctx0" brushRef="#br0" timeOffset="-42412.528">18735 10208 1267 0,'0'0'28'0,"0"0"5"0,0 0 2 0,0 0 1 0,0 0-36 0,0 0 0 16,0 0 0-16,0 0 0 0,0 0 58 0,0 0 5 16,0 0 1-16,0 0 0 0,-11 0 20 0,11 0 5 15,0 0 1-15,0 0 0 0,0 0 0 0,0 0 0 16,0 0 0-16,0 0 0 0,0 0 5 0,0 0 1 15,0 0 0-15,0 0 0 0,0 0-24 0,0 0-4 0,0 0 0 16,0 0-1-16,0-10-31 0,11 5-7 16,-5 0-1-16,-6 5 0 0,11 0-17 0,1-5-11 15,5 0 12-15,5 5-12 0,-10 0 0 0,11 0 0 0,-1 0 0 0,13 0 0 16,-1 0 0-16,-6 0 0 0,7 0 0 0,4 0 0 31,1-5-128-31,-6-5-25 0,6 4-6 0,-5 1-946 0</inkml:trace>
  <inkml:trace contextRef="#ctx0" brushRef="#br0" timeOffset="-41932.121">19567 10193 1317 0,'0'0'58'0,"0"0"13"0,0 0-57 0,0 0-14 15,0-5 0-15,0 5 0 0,0 0 115 0,0 0 20 16,0-10 4-16,0 10 1 0,0 0-31 0,0 0-5 16,0-5-2-16,0 5 0 0,0 0-30 0,0 0-7 15,0 0-1-15,0 0 0 0,0 0 0 0,0 0 0 16,0 0 0-16,0 0 0 0,0 10-51 0,0 5-13 0,-6 0 0 0,6 0 0 15,-5-5 54-15,5 11 8 16,0-6 2-16,-6 5 0 0,6 0-52 0,-6 1-12 0,1 4 0 0,-1 0 0 16,0-4 0-16,6 4 0 0,-6 0 0 0,1 1 0 15,-1-6 0-15,0 5 0 0,1 0 0 0,-1 1 0 16,6-6 0-16,-6-10 0 16,6 0 0-16,-5-5 0 0,5-5 0 0,0 0 0 0,5 10 0 0,1-4 0 15,-6-6 0-15,6 10 0 0,5-5 0 0,6-5 0 16,0 0 0-16,0-5 0 0,-5 5 0 0,5 0 0 15,0-5 10-15,0 0-1 0,0-1 0 0,6 6 0 16,-12-5-9-16,6 5-12 0,0 0 2 0,-5 5 1 16,5 1 9-16,0 4 0 0,-6 0 0 0,1-5 0 15,-1 0-60-15,6 0-9 0,-5 5-3 16,-1 0 0-16,6-5-143 0,-5 0-29 0,-1 0-5 0,-5 1-665 16</inkml:trace>
  <inkml:trace contextRef="#ctx0" brushRef="#br0" timeOffset="-41584.333">19863 10426 1292 0,'0'0'57'0,"0"0"12"0,0 0-55 0,0 0-14 16,0 0 0-16,0 0 0 0,0 0 130 0,0 0 23 0,0 0 5 0,0 0 1 15,0 0-29-15,0 0-6 0,0 0 0 0,0 0-1 16,0 0-43-16,0 0-9 0,0 0-2 0,0 15 0 16,0-5-22-16,-5 10-5 0,-7 6-1 0,12-6 0 15,0 5-15-15,0 1-3 16,-6 4-1-16,6 5 0 0,-5 1 4 0,5-1 1 0,0 1 0 0,0-1 0 16,0 6-27-16,0-1 0 0,0-4 0 0,0-6 0 15,-12 1 0-15,7-6 0 0,10-5 0 0,1 5 0 16,-6 1 0-16,0-6 0 0,0-5 0 0,0 0 0 15,0-15 0-15,0 0 0 0,0 0 0 0,0 0 0 16,0 11-16-16,0-11-9 0,0 0-2 16,0 0 0-16,0 0-110 15,0 0-23-15,0 0-4 0,6-11-908 0</inkml:trace>
  <inkml:trace contextRef="#ctx0" brushRef="#br0" timeOffset="-25096.848">29971 11312 1054 0,'0'0'47'0,"0"0"9"0,-6 0-44 0,6 0-12 0,0 0 0 0,0 0 0 15,0 0 76-15,0 0 12 0,-5-5 4 0,5 5 0 16,0 0-18-16,0 0-3 0,0 0-1 0,0 0 0 16,0 0-15-16,0 0-3 0,0 15-1 0,5-5 0 15,-10 0 4-15,5 1 1 0,-6 9 0 0,6-5 0 16,-6-5-7-16,1 10-1 0,-1 6 0 0,0-6 0 16,1-5-11-16,-1 5-2 0,-6 6-1 0,12-1 0 0,-11-5-11 15,11 1-3-15,-6-1 0 0,6-5 0 0,0 5-6 0,6-5-2 16,-6-4 0-16,0-11 0 0,6 15-2 0,-6-15-1 15,0 0 0-15,0 0 0 0,17 5 4 0,0 0 1 16,6-10 0-16,-1 5 0 0,-10 0-5 0,5 0-1 16,0 0 0-16,6 0 0 0,-6-5-8 0,-6 5 0 15,6 0 0-15,1 0 8 0,-1 0-8 0,-6 10 0 16,6-5 0-16,0 5 0 0,-11-5 0 0,5 5 0 16,6 0 9-16,-5 1-9 0,-1 4 9 0,1-5-9 15,-1 5 12-15,6 0-12 0,-6 0 21 0,7 1-2 16,-7-1-1-16,0 0 0 0,1 0-18 0,-1 0 0 15,-5 1 0-15,0-1 0 0,5 0 0 0,0 0 0 16,-11 0 0-16,0 1 0 0,0-6 0 0,0 5 0 0,6 0 0 16,-12 0 0-16,1-5 41 0,-1 6 5 0,0-6 1 0,1 5 0 15,-13-5-30-15,13 5-5 16,-12 0-2-16,5-4 0 0,1-6 2 0,-6 5 1 16,-6 0 0-16,6-5 0 0,0 0-13 0,-6 0 8 0,0-5-8 0,0 0 0 15,1 0 0-15,-1 0 8 0,0-10-8 0,-5 10 0 16,-1-5-9-16,1 0-5 0,-1-5-1 0,1 0 0 15,-7-1-17 1,13 1-4-16,-7 0-1 0,6 0 0 0,1 0-111 0,-1-5-23 0,0 5-4 16,12-6-861-16</inkml:trace>
  <inkml:trace contextRef="#ctx0" brushRef="#br0" timeOffset="-24773.723">29829 11312 1724 0,'0'0'38'0,"0"0"8"0,0 0 2 0,0 0 0 0,0 0-39 0,0 0-9 16,0 0 0-16,0 0 0 0,0 0 54 0,0 0 9 15,0 0 1-15,0 0 1 0,0 0-11 0,0 0-2 16,0 0-1-16,0 0 0 0,0 0 9 0,17 5 3 16,-6 0 0-16,1 0 0 0,-1-5 12 0,0 5 2 15,6 0 1-15,1-5 0 0,-1 5-62 0,5-5-16 0,-5 0 0 0,6 0 0 16,0 0 0-16,-6 0 0 0,12 0 0 0,-12 0 0 16,11 6 0-16,-5-1 0 0,6-5 0 0,-1 0 0 15,-5 0 0-15,11 0 0 0,-6 0 0 0,1 0-782 16,-1 0-159-16</inkml:trace>
  <inkml:trace contextRef="#ctx0" brushRef="#br0" timeOffset="-23817.657">30945 11373 1897 0,'0'0'41'0,"0"0"9"0,0 0 2 0,0 0 2 0,0 0-43 0,0 0-11 16,0 0 0-16,0 0 0 0,0 0 59 0,0 0 9 0,6-10 3 16,-6 10 0-16,0 0-40 0,0 0-8 0,0-10-2 0,0 10 0 15,0 0 5-15,-6-11 1 0,6 1 0 0,-5 5 0 16,-1-5-2-16,6 10 0 0,-6-5 0 0,-5-5 0 16,0 10-25-16,5 0 0 0,-11 0 8 15,0 0-8-15,5 0 0 0,-5 0 0 0,0 10 0 0,6-5 0 16,-6 5 53-16,-1 0 9 0,1-5 2 0,0 11 0 15,0-1-52-15,0 0-12 0,6 0 0 0,-1 5 0 16,1 1-48-16,5-1-13 16,1-5-3-16,-1 5 0 0,6 1 103 0,-6-6 20 0,12 0 4 0,0 0 1 15,5 0-103-15,0 1-20 16,1-6-4-16,5 5-1 0,0-5 72 0,0 0 15 0,6 5 2 0,0 1 1 16,-1-6-26-16,1 5 0 0,6 0 8 0,-7-5-8 15,1 0 8-15,0 1-8 0,0-1 12 0,0 0-4 16,-6 5 18-16,5 0 3 0,-4 0 1 0,4 1 0 0,-5-6-42 0,-5 0-9 15,5 5-2-15,0-5 0 0,0 5 23 16,-5 0 0-16,-1 1 8 0,0-1-8 0,1-5 11 16,-7 5-3-16,1 0-8 0,-6 1 12 0,6-6 0 0,-6 5-1 15,-6-5 0-15,6 5 0 0,-6 0-3 0,1 1-8 16,-7-1 12-16,7 0-4 0,-7 0-8 0,1-5 10 16,-1 0-10-16,-5 1 10 0,0-1-10 0,0 0 8 15,-6 0-8-15,6 0 8 0,-6-5-8 0,1-5 12 16,-7 0-12-16,6 0 12 0,-5 0-12 0,-6-10 0 15,5 5 9-15,-5-5-9 0,0 0 0 0,5-5 0 16,1-1 0-16,5 1 8 16,0 0-28-16,1 0-4 0,-1 0-2 0,0 4 0 0,0-4 26 0,6 0 0 15,6-5 0-15,-1 5 0 0,7 4 0 0,-7 1 0 0,12-5 0 16,0 5 0-16,12-5 0 0,-7 0 0 0,1-1 0 16,5-4 0-16,12 10 0 0,-6-10 0 0,17 5 0 15,-5-1 0-15,5-4 0 0,6 0 0 0,-6-5 12 0,6 4-4 16,-6 6-8-16,6-5 0 0,-11-5 0 0,5 9 0 15,-11-4 0-15,5 0 0 0,-5 5 0 0,5-1 8 16,-11-4-8-16,1 5 0 0,-1 0 8 0,0 0-8 16,-6-1 8-16,1 6-8 0,-1-5 8 0,0 5-8 15,1-5 10-15,-7 5-2 0,1-6-8 0,-6 6 12 16,0-5-2-16,0 5-1 0,6-5 0 0,-12 0 0 16,0-1-1-16,1 1 0 0,-1 0 0 0,0 5 0 15,-11-5-8-15,12 5 8 0,-7-1-8 0,1 6 8 0,-6-5-8 16,0 5 0-16,-1 0 9 0,1 0-9 0,-5 5 0 15,4 0 9-15,-4 10-9 0,-1-5 0 0,6-5 0 0,-12 5 0 16,7 0 0-16,-1 6 0 0,6-1-9 0,-6 0-6 16,6 0-1-16,0 0 0 15,5 5-35-15,1-5-7 0,11 6-2 0,-6-6 0 16,6-10-158-16,6 10-32 0</inkml:trace>
  <inkml:trace contextRef="#ctx0" brushRef="#br0" timeOffset="-23329.571">31737 11702 1497 0,'0'0'32'15,"0"0"8"-15,0 0 0 0,0 0 4 0,0 0-36 0,0 0-8 0,0 0 0 0,12-10 0 16,-12 10 49-16,0 0 8 0,0 0 2 0,6-10 0 16,-1 0-43-16,-5 10-16 0,6-11 11 0,-6 11-11 15,0 0 64-15,0-10 8 0,0 10 0 0,0-10 1 16,0 10-26-16,0-10-6 0,0 0-1 0,0 10 0 0,-11 0-12 0,5-10-4 15,-6 5 0-15,12 5 0 0,-11-5 3 0,-6 5 0 16,6 0 0-16,-7 0 0 0,1 5 1 0,0 0 0 16,0 0 0-16,0 0 0 0,-6 0-28 0,0 5 0 15,1 0 0-15,-1 0 0 0,0 6 56 0,6-1 7 16,0 0 1-16,0 5 0 0,0 1-52 0,5-1-12 16,-5 5 0-16,0 0 0 0,6 1-11 0,-1-1-5 15,1 5 0-15,5-4-1 0,1 4 27 0,5-5 6 16,5 1 0-16,1-6 1 0,0 0-17 0,5 1 0 15,6 4 0-15,0-10 0 0,6-5 0 0,0 0-11 16,11 0 2-16,0-4 0 0,6-1 9 0,0-5-10 16,0 0 10-16,0-5-10 15,-6-1-82-15,-6-4-16 0,1-5-3 0,-1 5-592 0,-5 0-118 16</inkml:trace>
  <inkml:trace contextRef="#ctx0" brushRef="#br0" timeOffset="-22567.905">31954 11737 1731 0,'0'0'38'0,"0"0"8"0,6-5 2 0,-1-5 0 0,1 0-38 0,0 5-10 16,-1-5 0-16,1 5 0 0,-6-5 61 0,6 0 11 15,0-1 1-15,-6 11 1 0,0 0-29 0,0 0-5 16,0 0-2-16,0 0 0 0,0 0-4 0,0 0-1 16,0 0 0-16,11 16 0 0,-5-6-4 0,-1 5-1 15,1 0 0-15,-6 5 0 0,6-4-1 0,-1 9-1 16,-5 0 0-16,0 1 0 0,0-1-8 0,0 0-2 16,0-5 0-16,0 6 0 0,-5-1-16 0,5-5 0 15,0 1 8-15,5-1-8 0,-5-10 0 0,0 5 0 16,6-5 0-16,-6-10 0 0,0 0 0 0,0 0 0 15,0 0 0-15,0 0 0 0,0 0 0 0,0 0 0 16,0 0 0-16,0 0 0 0,0 0 8 0,0 0-8 16,0-15 0-16,0 5 0 0,6-5 9 0,-6-5-9 15,5 4 0-15,-5-4 9 0,6 0-9 0,0-5 0 16,5-6 0-16,-5 6 8 0,5 0-8 0,-5-6 0 16,11 6 0-16,0-6 0 0,-5 6 26 0,5 5 3 0,6 0 1 15,-6-1 0-15,5 6-30 0,-4 0 0 0,-1 0 0 0,0 0 0 16,-6 10 0-16,0-1 0 0,7 6 0 0,-7 0 0 15,0-5 0-15,6 5 0 0,-5 11 0 0,-1-6 0 16,1 5 0-16,-7 0 0 0,7 10 0 0,-7 0 0 16,-5 6 0-16,6-1 0 0,0 0 0 0,0 1 0 15,-12 4 0-15,6 0 0 0,0-4 0 0,0-1 0 16,-6 5 0-16,6-4 0 0,-6-6 0 0,6 0 0 16,0-5 0-16,0-4 0 0,-5-1 0 0,5-10 0 15,0 0 0-15,0 0 0 0,0 0 0 0,0 0 0 16,0 0 0-16,0 0 0 0,0 0 0 0,11-10 0 15,1-6 0-15,-1 1 0 0,0 0 0 0,1-5 0 0,-1-1 0 0,6 1 0 16,-5-5 0-16,5 0 0 16,-6-1 0-16,12-4 0 0,-6-6 0 0,0 1 0 15,0 10 0-15,6-6 0 0,-6 6 0 0,0 5 0 0,0-6 0 0,-5 11 0 16,-1 0 0-16,0 10 0 0,-11 5 0 0,0 0 0 16,12 0 0-16,-1 10 0 0,1 0 0 0,-7 0 0 15,1 6 0-15,0 9 0 0,-1-5 0 0,1 5 0 16,0 1 0-16,-6 4 0 0,0 1 0 0,0 4 0 15,0-5 0-15,0 1 0 0,5-6 0 0,-5-5 0 16,0 6 0-16,0-11 0 0,0 5 0 0,6-5 0 16,-6-5 0-16,0-10 0 15,0 0-45-15,0 11-15 0,0-11-4 0,0 0 0 16,0 0-153-16,0 0-31 0,0 0-7 0,0 0-1 0</inkml:trace>
  <inkml:trace contextRef="#ctx0" brushRef="#br0" timeOffset="48562.686">10405 14543 864 0,'0'0'76'0,"0"0"-60"16,0 0-16-16,0 0 0 0,0 0 134 0,0 0 24 15,0 0 5-15,0 0 1 0,0 0-75 0,0 0-14 16,0 0-3-16,0 0-1 0,0 0-53 0,0 0-10 15,0 0-8-15,0 0 9 0,0 0 39 0,0 0 8 16,0 0 2-16,0 0 0 0,0 0-11 0,6 15-3 16,-1 0 0-16,-5-5 0 0,0 6-5 0,-5-1-2 15,5 5 0-15,0 0 0 0,-6-4-2 0,-5 4-1 16,11 0 0-16,-12 5 0 0,7-4-12 0,-7 4-2 16,12-5-1-16,-11 5 0 0,11-4-3 0,-6-6 0 15,0 10 0-15,6-4 0 0,0-6-16 0,6 0 0 16,-6 5 8-16,6-5-8 0,5-5 0 0,1 1 0 15,-7 4 0-15,7-5 0 0,5-5-11 0,0 0-5 0,0 0-2 0,0-5 0 16,0 5 18-16,6-5 0 0,-12 0 0 0,6-5 0 16,12 0 0-16,-12 0 0 0,6 0 0 0,-6 5 0 31,0-10-35-31,6 5-3 0,-6 0-1 0,6 0 0 0,-12-6-142 16,-5 1-29-16</inkml:trace>
  <inkml:trace contextRef="#ctx0" brushRef="#br0" timeOffset="48860.146">10656 14761 1497 0,'0'0'66'0,"0"0"14"0,-12 0-64 0,12 0-16 16,0 0 0-16,0 0 0 0,0 0 55 0,0 0 7 15,0 0 2-15,0 0 0 0,0 0-52 0,0 0-12 16,0 0 0-16,0 0 0 0,0 0 33 0,0 0 4 16,12 20 1-16,-12-5 0 0,0 5 19 0,5 1 4 15,1-1 1-15,-6 5 0 0,-6 1-7 0,1-1-2 16,5 0 0-16,0 0 0 0,0-4-25 0,5-1-6 16,1 0-1-16,-6 6 0 0,0-26-21 0,6 15 8 15,5 5-8-15,1-5 0 16,-7-5-18-16,7-5-8 0,-12-5-2 0,17 0-993 0</inkml:trace>
  <inkml:trace contextRef="#ctx0" brushRef="#br0" timeOffset="49566.993">11374 14543 1728 0,'0'0'76'0,"0"0"16"0,0 0-73 0,0 0-19 15,0 0 0-15,0 0 0 0,0-5 44 0,0 5 6 16,0 0 1-16,0 0 0 0,0 0 4 0,-12-5 1 16,12 5 0-16,0 0 0 0,-5 0-28 0,-1-5-6 15,0 5-1-15,-5 0 0 0,-1 0 35 0,1 0 6 16,-6 0 2-16,5 0 0 0,-5 5-52 0,0-5-12 15,6 5 0-15,-1 5 0 0,-10-5 32 0,-1 5 4 16,12 0 1-16,-1 0 0 0,1 6-25 0,-1-1-4 0,1 5-8 0,0-5 11 16,-1 0-11-16,6 6 0 15,-5-6 0-15,11 0 0 0,0 5 0 0,-11-4 0 16,11-1 0-16,-6 5 0 0,12-10 0 0,-6 10 0 16,11-4 0-16,-11-1 0 0,11-5-9 0,1 5 9 15,-1-5 0-15,6 5 0 0,6-4 0 0,0-6 0 16,0 5 0-16,5 0 0 0,6-5 0 0,1 5 8 15,-7 5-8-15,-5-5 0 0,5 0 8 0,7 1-8 0,-18 9 0 16,0-5 9-16,5 0 7 0,-4 0 0 16,-7 1 1-16,6-1 0 0,-6 0-17 0,-5 0 0 0,0 0 0 15,0 1 0-15,-6-1 0 0,-6 0 0 0,0-5 0 0,0 5 0 16,-5-10 0-16,5 5 0 0,-16-4 0 0,10-1 0 16,-5 0 41-16,0 0 5 0,-11-10 1 0,-1 5 0 15,1-5-32-15,-1 5-7 0,1-11 0 0,5 6-8 16,-6 0 9-16,6 0-9 0,-5 0 0 0,11 0 9 15,0 0-9-15,5-5 0 0,-5 5 0 0,6-5 0 16,0 0 0-16,5 0 0 0,0 4 0 0,0 1 0 16,1-10 0-16,5 5 0 0,0-5 0 0,0 5 0 0,0-5-12 15,5-6 12-15,13 6-10 0,-1-10 10 0,-6-1-11 0,6 1 11 16,12 5-12-16,-1-10 12 0,6-1 0 0,0 1 0 16,-5 4 0-16,5 1 0 0,-17 0 0 0,6-1 0 15,-12 6 0-15,7 5 0 0,-13-5 10 0,7 5-1 16,-7-1 0-16,1 1 0 0,-6 5 0 0,0 0 0 15,-6 0 0-15,1 0 0 0,-1 5-9 0,0-6 0 16,1 1 0-16,-18 5 0 0,6-5 0 0,0 5 12 16,-6 0-4-16,6 0 0 0,0 0-8 0,-6 0 0 15,0 0 0-15,0 5 0 0,6-5-20 0,0 10 1 16,0-5 0-16,6 0 0 16,-1 5-129-16,6 0-27 0,-5 0-5 0</inkml:trace>
  <inkml:trace contextRef="#ctx0" brushRef="#br0" timeOffset="49863.867">11955 14796 2055 0,'0'0'45'0,"0"0"10"0,0 0 1 0,0 0 2 0,0 0-46 16,0 0-12-16,0 0 0 0,0 0 0 0,0 0 18 0,17 5 2 15,-6 0 0-15,1 0 0 0,10-5-20 0,-4 0 0 16,-1 0 8-16,5 0-8 0,7 0 8 0,-1-5-8 16,1 5 12-16,-1-5-12 0,-5 0 8 0,0 0-8 15,0 0 0-15,-6 5 0 16,0-10-20-16,0 5-7 0,6 0-1 0,-12 0-904 0</inkml:trace>
  <inkml:trace contextRef="#ctx0" brushRef="#br0" timeOffset="50098.694">12052 14467 2019 0,'0'0'44'0,"0"0"10"0,0 0 2 0,0 0 0 0,0 0-44 0,0 0-12 0,0 0 0 0,0 0 0 15,0 0 16-15,0 0 2 0,0 0 0 0,0 0 0 16,0 0-18-16,0 0 8 0,0 0-8 0,0 0 0 16,0 15 0-16,0-5 0 0,5 5-10 0,-5-15 10 15,0 11-167-15,0-11-25 0</inkml:trace>
  <inkml:trace contextRef="#ctx0" brushRef="#br0" timeOffset="50332.988">12154 14923 576 0,'0'0'51'0,"0"0"-41"15,0 0-10-15,0 0 0 0,0 0 249 0,0 0 48 16,-11 10 10-16,11-10 1 0,0 0-226 0,6 15-46 16,-6-5-8-16,0 5-3 0,0-5-10 0,5 6-3 15,-5-1 0-15,6-5 0 0,-6-10-12 0,0 15 0 16,0-15 0-16,0 0 0 0,0 0 0 0,0 0-18 16,11 10 4-16,-11-10-783 0</inkml:trace>
  <inkml:trace contextRef="#ctx0" brushRef="#br0" timeOffset="51766.73">14587 14685 1231 0,'0'0'54'16,"0"0"12"-16,0 0-53 0,0 0-13 0,0 0 0 0,0 0 0 15,0 0 71-15,0 0 11 0,0 0 2 0,0 0 1 16,0 0-25-16,0 0-4 0,12 5-2 0,5 0 0 16,0-5-18-16,0 0-4 0,6 0-1 0,-1 0 0 15,7-5-8-15,-6 0-2 0,5 5 0 0,-5 0 0 0,0 0-21 16,5 0 9-16,1 0-9 0,-12 0 0 0,-17 0 0 0,11 0 0 15,12 0-10-15,0 0 10 16,-23 0-128-16,0 0-19 0,40 5-3 0,-12 0-1 0</inkml:trace>
  <inkml:trace contextRef="#ctx0" brushRef="#br0" timeOffset="54995.092">13129 14376 1342 0,'0'0'60'0,"0"0"12"0,0 0-58 16,0 0-14-16,0 0 0 0,0 0 0 0,0 0 43 0,0 0 5 16,0 0 2-16,0 0 0 0,0 0-21 0,0 10-4 15,0-10-1-15,0 0 0 0,0 10-24 0,0 5 0 16,0-15 0-16,0 10 0 0,0-10 24 0,-6 10 0 16,0 1 0-16,6-11 0 0,0 15 31 0,-6-5 5 15,1 5 2-15,-1 0 0 16,6 1 8-16,-11-1 2 0,-1 5 0 0,7-5 0 0,-7 5-23 0,6 6-4 15,1-6-1-15,-7 0 0 0,1 1-11 0,5 4-2 16,1-10-1-16,5 10 0 0,-6-4-18 0,6-6-3 16,0 0-1-16,6 0 0 0,5 5 4 0,-5-9 0 15,5-1 0-15,0-5 0 0,12 0-12 0,0-5 0 16,-6 0 9-16,6-5-9 0,-6 0 8 0,6-5-8 16,-6 10 10-16,11-11-10 0,-5-4 0 0,0 5 0 15,0 5 0-15,-6 0 0 0,0 0 0 0,0 0-20 16,0 0 4-16,-11-5 0 15,-6 10-114-15,11-5-22 0,-11 5-5 0</inkml:trace>
  <inkml:trace contextRef="#ctx0" brushRef="#br0" timeOffset="55257.86">13294 14543 1497 0,'0'0'66'0,"0"0"14"15,0 0-64-15,-12 0-16 0,7 0 0 0,5 0 0 16,0 0 72-16,0 0 12 0,0 0 1 0,0 0 1 0,0 0-35 0,5 15-7 16,-5 0-2-16,12 0 0 0,-12 6-7 0,5-6-2 15,1 5 0-15,0 6 0 0,-6-6-2 0,6 5-1 16,-1 0 0-16,-5 6 0 0,0-6-30 0,0 0 8 16,0 1-8-16,6-1 0 0,-12 0 0 0,6 1 0 15,0-1 0-15,0-5 0 0,0-5 0 0,0 6 0 16,0-6 0-16,0 0 0 15,6 0-100-15,-6-15-22 0,0 0-5 0,0 0-1 0</inkml:trace>
  <inkml:trace contextRef="#ctx0" brushRef="#br0" timeOffset="55760.99">14593 15019 1285 0,'0'0'56'0,"0"0"13"0,0 0-55 0,0 0-14 16,0 0 0-16,0 0 0 0,0 0 97 0,0 0 17 15,0 0 3-15,0 0 1 0,0 0-35 0,0 0-7 16,0 0-2-16,0 0 0 0,6-10 2 0,-6 10 0 16,11-15 0-16,0 10 0 0,-11 5-20 0,0 0-3 15,0 0-1-15,12-6 0 0,5 6-17 0,0 0-4 16,-6 0-1-16,1 0 0 0,11 0-15 0,-6 0-3 16,0 0-1-16,0 0 0 0,6 0-11 0,-1 0 0 15,7 0 0-15,-12 0 0 0,-17 0 0 0,0 0 0 16,28-5 0-16,-5 0 0 0,-6 0 0 0,0-5 0 15,18 5 0-15,-1-5 0 16,-6 0-92-16,1 0-12 0,-1 0-1 0,-5-1-933 0</inkml:trace>
  <inkml:trace contextRef="#ctx0" brushRef="#br0" timeOffset="56509.433">16302 14391 403 0,'0'0'36'0,"0"0"-36"16,0 0 0-16,0 0 0 0,0 0 112 0,0 0 15 15,0 0 3-15,0 0 1 0,0 0-28 0,0 0-6 16,0 0-1-16,0 0 0 0,0 0 7 0,0 0 1 15,6 10 0-15,0 0 0 0,5 0-28 0,-11-10-4 16,0 10-2-16,0 6 0 0,11-6-10 0,-5 5-3 16,-12-5 0-16,6 5 0 0,6 6-20 0,0-6-4 15,-1 10-1-15,-10-5 0 0,-1 1 0 0,6 4 0 16,6-5 0-16,-1 6 0 0,-10-1-23 0,10 5-9 16,1-4 0-16,0-1 9 0,0 0-9 0,-6 0 0 15,5-4 0-15,1 4 8 0,5-5-8 0,-11-4 0 0,-5-1 0 0,5-5 0 16,5-5 0-16,-5-5 0 15,0 0 0-15,12 5 0 16,-1 0-132-16,1-5-29 0,-12 0-6 0,0 0-1 0</inkml:trace>
  <inkml:trace contextRef="#ctx0" brushRef="#br0" timeOffset="57151.535">16872 14507 864 0,'0'0'38'0,"0"0"8"0,0 0-37 0,0 0-9 15,0 0 0-15,0 0 0 0,0 0 158 0,0 0 30 16,0 0 5-16,0 0 2 0,6-5-116 0,-6 5-23 15,0 0-5-15,0 0-1 0,11-5-5 0,-11 5-1 16,0 0 0-16,11-5 0 0,-11 5-1 0,12-5-1 16,-1 0 0-16,6 5 0 0,-5 0-10 0,5-5-3 15,-6 0 0-15,1 0 0 0,5 0-5 0,0 5-2 16,0-5 0-16,-6 5 0 0,1-5-6 0,-1 5-2 16,6 0 0-16,-5 5 0 0,-1-5-3 0,0 0-1 15,6 5 0-15,-5 0 0 0,-6 0 2 0,5-5 1 16,-5 10 0-16,5-5 0 0,-5 0 0 0,-1 5 0 15,-5-10 0-15,6 11 0 0,6-1-1 0,-12 0 0 16,0 5 0-16,-6-5 0 0,6 5 0 0,-6 0 0 16,6 1 0-16,-6 4 0 0,-5-5 4 0,5 0 0 0,1 1 0 15,-1 4 0-15,-11-5-1 0,5 5 0 0,1 0 0 0,0 1 0 16,-6-1-3-16,5 5 0 0,-5-4 0 16,6 4 0-16,-1 0 4 0,-5-5 0 0,0 1 0 0,-6-1 0 15,12-5-16-15,-12 5 0 0,6-4 0 0,0-1 0 16,0-5-12-16,-6 5-6 0,6-5-1 0,6-5 0 15,5 5 19-15,-6-5 0 0,1 1 0 0,0-1 0 16,11-5 48-16,0 0 12 0,0 0 4 0,0 0 0 16,0 0-52-16,0 0-12 0,0 0 0 0,0 0 0 15,0 0 0-15,17-5 0 0,6 5 0 0,5-11 0 0,1 11 0 16,5-10-18-16,-11 5 4 0,5-5 1 16,0 5 13-16,1 0 0 0,-1 5 0 0,1 0 0 0,-12 0 0 15,12 5 16-15,-7-10-3 0,7 5-1 16,-12 5-12-16,6 0 0 0,-6-5 0 0,6 5 0 0,-12-5 0 15,6 5-16-15,-6-5 3 0,1 5 1 0,-1-5-8 0,1 0-2 16,-12 0 0-16,0 0 0 16,11 0-159-16,-11 0-32 0,0 0-7 0</inkml:trace>
  <inkml:trace contextRef="#ctx0" brushRef="#br0" timeOffset="61243.611">17755 14720 856 0,'-6'0'38'0,"1"0"8"0,5 0-37 0,-12-5-9 15,7 5 0-15,-1 0 0 0,0-5 76 0,1 5 14 16,-1 0 2-16,0 0 1 0,6 0-17 0,0 0-3 16,0 0-1-16,0 0 0 0,0 0-22 0,0 0-5 15,0 0-1-15,0 0 0 0,0 0 24 0,0 0 5 16,0 0 1-16,0 0 0 0,0 0-9 0,0 0-1 0,0 0-1 0,12 5 0 16,-12-5-15-16,17 15-2 15,-6 0-1-15,0 1 0 0,-5-6-10 0,6 10-3 16,-7-5 0-16,1 11 0 0,5-1-11 0,-11 0-2 15,6-5-1-15,-6 6 0 0,-6-6-5 0,6 0-1 0,0 1 0 0,0-6 0 16,-5-10-3-16,5-5-1 0,5 15 0 0,-5-15 0 31,0 0-28-31,0 0-5 0,0 0-2 0,0 0 0 0,0 0 47 0,0 0 10 0,0 0 2 0,6-15 0 16,5 0-17-16,-5-1-3 16,-12-4-1-16,6-5 0 0,6 0-1 0,5-1 0 0,-11 6 0 0,6-5 0 15,0 4-10-15,0 1 0 0,-1 0 0 0,1 0 8 16,0 4-8-16,-1 1 0 0,1 0 0 0,5 0 0 15,-5 5 0-15,6-5 0 0,-7 9 9 0,7-4-9 16,-7 5 0-16,7 0 9 0,-1 0-9 0,-11 5 0 16,0 0 12-16,6 0-4 0,11 0 0 0,-6 5-8 0,-11-5 14 15,12 10-4-15,-1-5-1 0,6 6 0 0,0 4 6 16,-5-5 1-16,-7 5 0 0,7 0 0 0,5 5-16 16,-11-4 9-16,-1 4-9 0,1 0 8 0,5-5-8 0,1 6 8 15,-7-1-8-15,1-5 8 0,6 5-8 0,-12-4 10 16,-6 4-10-16,6-10 10 0,6 0-10 0,-1 0 0 15,-5-10 0-15,0 0 8 0,0 0-8 0,0 0 12 16,0 0-12-16,0 0 12 0,0 0-12 0,6-5 8 16,-6 5-8-16,6-10 8 0,5-5-8 0,-5 0 0 15,5-1 0-15,1 1 0 0,10 0 0 0,1 0 0 0,-11-5 0 0,10 4 0 16,1-4 0-16,0-5 0 0,0 5 0 0,-1 4 0 16,-4-4 0-16,10 0 0 15,-5 5 0-15,5-1 0 0,-5 6 0 0,0 0 0 16,-6 5 0-16,6 0 0 0,-6 5 0 0,0 0 0 15,-6 5 0-15,6 5 0 0,-5 0 0 0,-1 1 13 16,1 4 0-16,-1 0 0 0,-5 0-13 0,5 5 0 0,-11 1 0 0,6 4 0 16,0-5 0-16,-1 0 0 0,-5 6 0 0,0-1 0 15,0-5 18-15,0 6 1 0,0-6 0 0,0 0 0 16,0 0-19-16,-5 1 0 0,5-6 0 0,0 0 0 16,0-15-12-16,0 10-5 0,0-10-2 0,0 0 0 15,0 0 19-15,0 0 0 0,0 0 0 0,0 0 0 16,0 0-140-16,0 0-25 0,0 0-5 15</inkml:trace>
  <inkml:trace contextRef="#ctx0" brushRef="#br0" timeOffset="63816.409">28706 13642 1094 0,'0'0'48'0,"0"0"11"0,0 0-47 0,0 0-12 16,0 0 0-16,0 0 0 0,0 0 137 0,0 0 26 16,0 0 5-16,0 0 0 0,0 0-89 0,0 0-19 15,0 0-3-15,0 0-1 0,12 10-16 0,-1 0-4 16,0 0-1-16,1 15 0 0,-7 1-13 0,7 4-2 16,-1 10-1-16,1 6 0 0,-1 10-1 0,-5 10 0 15,-1-6 0-15,1 16 0 0,0 5 6 0,-6 0 2 16,0 0 0-16,0 0 0 0,6 5-26 0,-6-10 0 15,0 0 0-15,-6 0 0 0,6-5 0 0,0 0 10 16,0-15-2-16,0 5-8 0,-6-11-12 0,6-4-10 16,0-1-2-16,-6-9 0 0,6-6 24 0,6-4 0 15,-6-11 0-15,0-15 0 16,0 0-57-16,0 0-7 0,-6-10-2 0,1-11-841 0</inkml:trace>
  <inkml:trace contextRef="#ctx0" brushRef="#br0" timeOffset="64887.261">28672 13687 806 0,'-6'-10'36'0,"6"10"7"16,-11-5-35-16,5 0-8 0,1 0 0 0,5 5 0 0,0 0 136 0,0-10 24 15,0 5 6-15,0 5 1 0,0 0-100 0,0 0-20 16,0 0-4-16,5-11-1 0,12 6-2 0,-5 0 0 15,-1 0 0-15,6-5 0 16,-5 10 13-16,5 0 3 0,5 0 0 0,-4 0 0 0,-1 0-5 16,5 0-1-16,7 0 0 0,-1 0 0 0,7-5-2 0,5 5 0 15,-1 0 0-15,7 0 0 0,-6-5-28 0,5 5-7 16,-5-5-1-16,12 5 0 0,-7 0 2 0,12-5 0 16,0 0 0-16,12 5 0 0,5 0-14 0,5-5 8 15,7 5-8-15,-1-5 0 0,1 5 0 0,-6 5 0 16,-6-5 0-16,5 5 0 0,1-5 8 0,6 0-8 15,5 0 0-15,0 5 0 0,0 0 0 0,0-5 8 16,-11 10-8-16,0-5 0 0,-6 5 0 0,0-5 0 16,-6 5 0-16,1-4 0 0,5-1 0 0,-6 5 0 15,0-5 0-15,-5 5 0 0,0-5 0 0,0 0 0 0,-1 0 0 0,-5-5 0 16,-6 0 0-16,1 0 11 0,-7 0-11 16,1 0 10-16,-6-5-10 0,-6 0 0 0,0 0 0 0,0 0 0 15,-11 0 0-15,6 5 0 0,-1-5 0 0,1 0 8 16,-7 0-8-16,1 0 10 0,-6 5-10 0,0-6 10 15,0 6-10-15,-5 0 0 0,-1-5 0 0,-5 5 0 16,-6 0 17-16,0 0 2 0,0 0 0 0,0 0 0 16,0 0-19-16,0 0 0 0,6 0 0 0,-6 0 0 15,0 0-10-15,0 0-2 0,0 0-1 0,5 11 0 16,-5-11 13-16,0 15 16 0,-5-5-3 0,5 5-1 16,5 0-12-16,-5 0 0 0,0 6 0 0,0-6 0 15,6 10 0-15,-6-5-13 0,0 6 1 0,0 4 0 16,6 6 12-16,5-1 0 0,-11 6 0 0,6 4 0 0,-6 1 0 0,0-1 13 15,0-4-1-15,6 4 0 0,-6 6-12 0,5 0-16 16,-5-1 3-16,6 1 1 0,0-6 20 0,5 1 4 16,-5 0 0-16,-1-1 1 0,7-4-13 0,-6 4-13 15,5 1 2-15,-5-6 1 0,11 1 18 0,-6-1 3 16,-5 1 1-16,-1-1 0 0,7-4-12 0,-1-1 0 16,-5-4 0-16,0-1 0 0,5-5 0 0,-5 6-16 15,-1-11 4-15,1 5 1 0,-6 1 11 0,6-11 14 16,0 5-3-16,-6-5-1 0,0 1-10 0,0-1 0 15,5-5 0-15,-5 5 0 0,-5-5 0 0,5 0 0 16,0 0 0-16,0-10 0 0,0 0 11 0,0 0-3 16,0 0-8-16,0 0 12 0,0 0-12 0,0 0 0 15,0 0 0-15,0 0 0 0,0 0 8 0,-6 0-8 0,-11 0 0 0,5 0 9 16,7-5-9-16,-7 0 10 0,-5 5-10 0,6-5 10 16,-6 5-10-16,0-5 12 0,-6 5-12 0,0-5 12 15,0 5-3-15,0 0 0 0,-5-5 0 0,5 5 0 16,0 5-1-16,-5-5 0 0,5 0 0 0,-5 0 0 15,-1 0-8-15,6 0-9 0,-11 0 9 0,6 0-13 16,-7 0 13-16,1 0 0 0,-6 0 0 0,-5 0 0 16,-1 0 0-16,1 5 0 0,-7 0 0 0,7-5 0 15,-1 5 0-15,1 0 0 0,-12 0 0 0,5 1 0 16,7-1 0-16,-7 0 8 0,1 5 0 0,6-5-8 16,-1 0 12-16,0 0-4 0,1 5 0 0,-6-5-8 15,-1 0 21-15,-5 0-2 0,-5 0-1 0,10 0 0 16,-10 6-8-16,-1-6-2 0,0 0 0 0,6 0 0 0,0 5-8 15,0-5-9-15,6 0 9 0,0-5-13 16,0 5 13-16,5-5 0 0,-11 0 0 0,6 0 0 0,-12 0 11 16,-11 0-2-16,6 0 0 0,-6 0 0 0,5-5-9 0,7 5 10 15,-7-5-10-15,6 0 10 0,6 5 1 0,1-5 0 16,10-5 0-16,0 5 0 0,1-6-3 0,-1 1 0 16,-11 0 0-16,6 0 0 0,0 0 15 0,-1 0 2 15,7 5 1-15,5 0 0 0,6-5-26 0,5 10 8 16,1-5-8-16,5-1 0 0,6 6-12 0,0 0-8 15,0-5-2-15,5 5 0 16,-5-5-62-16,6 5-13 0,11 0-3 0,0 0-1075 0</inkml:trace>
  <inkml:trace contextRef="#ctx0" brushRef="#br0" timeOffset="66979.296">30045 12958 1580 0,'0'0'35'0,"0"0"7"0,0 0 2 0,0 0 0 0,0 0-36 0,0 0-8 0,0 0 0 0,0 0 0 15,0 0 51-15,0 0 8 0,0-10 1 0,0 10 1 16,0 0-24-16,-6-10-5 0,6-1 0 0,0 1-1 16,-5 0-3-16,5 0 0 0,-6 5 0 0,6 5 0 15,-6-10 2-15,6 10 0 0,-5-10 0 0,5 10 0 0,-6-5 13 0,0 0 2 16,-5 0 1-16,-1 0 0 0,1 5-18 0,-6-6-3 16,6 6-1-16,-1 6 0 0,-5-6 7 0,0 5 1 15,6 0 0-15,-1-5 0 0,-5 5-32 0,6 0 0 16,5 5 0-16,-5 0 0 0,5 0 0 0,0 0 0 15,-5 0 0-15,5 6 0 0,0 4 0 0,6-5 0 16,-5 0 0-16,10 0 0 0,-5 1 0 0,0-16 0 16,6 10 0-16,6 0 0 0,5 0 0 0,-6 0 0 15,0-10 0-15,7 0 0 0,-1 0 0 0,5 0 0 16,-4-10 0-16,4 5 0 0,-10-5 0 0,5 5 0 16,0-5 0-16,0 0 0 0,-6 4 0 0,-5-4 0 15,5 0 0-15,1 0 0 0,-1 0 0 0,-5 5 0 16,-6 5 8-16,11-10-8 0,-5 0 0 0,-6 10 0 0,0 0 0 0,0 0 0 15,0 0 10-15,0 0-10 0,0 0 10 16,0 0-10-16,0 0 11 0,-6 15-11 0,12-5 12 0,-6 10-12 16,-6-5 8-16,6 11-8 0,0-6 0 0,0 5 0 15,0-4 0-15,0-1 0 16,0 0 0-16,0-5 0 0,0 5 0 16,6 1 0-16,-6 4 0 0,0-10 0 0,0 6 0 0,6-6 0 0,-1 0-12 0,1 5 12 31,-6-5-108-31,6-5-16 0,0 1-4 0,-6-11-540 0,0 0-109 0</inkml:trace>
  <inkml:trace contextRef="#ctx0" brushRef="#br0" timeOffset="67349.807">30353 13034 288 0,'0'0'25'0,"0"0"-25"15,0 0 0-15,0 0 0 0,0 0 152 0,0 0 26 16,0 0 5-16,0 0 1 0,0 0-88 0,0 0-18 16,0 0-3-16,0 0-1 0,0 0-13 0,0 0-2 15,0 0-1-15,0 0 0 0,0 0-1 0,0 0 0 16,0 0 0-16,0 0 0 0,0 0 2 0,0 0 0 15,0 0 0-15,0 0 0 0,0 0-3 0,0 0 0 16,6 15 0-16,-6-5 0 0,0-10 2 0,0 15 0 16,0-15 0-16,0 10 0 0,0 1-42 0,0-11-16 0,0 0 11 0,0 15-11 15,-6-5 8-15,6 5-8 16,0-15 0-16,0 10 9 0,0-10-9 0,0 10 0 0,0-10 0 0,6 10 0 31,-6-10-23-31,0 0-6 0,0 0-2 0,0 16 0 0,0-16-151 0,5 10-30 0</inkml:trace>
  <inkml:trace contextRef="#ctx0" brushRef="#br0" timeOffset="68224.026">30820 12948 990 0,'0'0'44'0,"0"0"8"0,0 0-41 0,0 0-11 0,0 0 0 0,0 0 0 16,0 0 95-16,0 0 17 0,0 0 3 0,0 0 1 15,0 0-37-15,0 0-7 0,0 0-2 0,6-10 0 16,-1-1-6-16,-5 11-2 0,0 0 0 0,0-10 0 16,0 10-10-16,-5-5-1 0,5 5-1 0,0-10 0 15,-6 5-14-15,6 5-4 0,-11 0 0 0,5-5 0 0,-5 5-1 0,-1 0-1 16,6 0 0-16,-5 0 0 0,5 0-18 0,-5 5-3 16,5 0-1-16,-5 0 0 0,-6 0-8 0,5 5 12 15,1-5-12-15,0 6 12 0,-1-1-12 0,7 5 0 16,-1-10 0-16,0 5 0 0,0 5 0 0,6 1 0 15,0-6 0-15,0 5 8 0,0-15-8 0,12 15 0 16,-1-5 0-16,1 5 0 0,5 1 0 0,0 4 0 16,0-5 0-16,6 0 0 0,-1 0 0 0,1 1 0 15,0-6 0-15,-6 5 0 0,6 5 0 0,-6-5 0 16,0 1 0-16,-5-1 0 0,5-5 0 0,-6 0 0 16,0 5 0-16,-5-5 0 0,0 0 0 0,0 1 0 15,-6-11 0-15,5 15 0 0,-5-5 15 0,0-10 1 16,0 0 0-16,-5 15 0 0,-7 0 7 0,6-5 1 15,-5-5 1-15,0 6 0 0,-1-6-3 0,-5 0-1 16,0-5 0-16,-6-5 0 0,6 5-5 0,0-5-2 0,0-6 0 16,6 6 0-16,-7 0-14 0,7-5 0 0,5 5 0 0,-5-5-10 15,0 0 34-15,5 0 6 0,12 0 2 0,-6-1 0 16,5 1-32-16,1-5 0 0,0 5 0 0,5-5 0 16,-5-10 0-16,11 9 0 0,-6-4 0 0,1 5 0 15,5-5 0-15,-6-1 0 0,6 1 0 0,-5 0 0 16,-1 0 0-16,-5 4 0 0,5 1 0 0,-5 0 0 15,5 0 0-15,-5 5 0 0,0 0 0 0,-6 10 0 16,0 0 0-16,0-11 0 0,0 1 0 0,0 10 0 16,5-10 0-16,-5 10 0 0,-5-10 0 0,5 10 0 15,0 0 0-15,0 0 0 0,0 0 0 0,-12 0 0 16,1-10-24-16,-6 10-10 16,5 0-2-16,1 0-1 0,5 0 8 0,6 0 1 0,0 0 1 0,-11 5 0 15,11-5-68-15,0 0-13 0,0 0-4 0,0 0-557 16,0 0-112-16</inkml:trace>
  <inkml:trace contextRef="#ctx0" brushRef="#br0" timeOffset="68704.109">31344 12902 288 0,'0'0'12'0,"0"0"4"0,0 0-16 0,0 0 0 0,0 0 0 0,6-5 0 16,-6 5 234-16,0 0 44 0,17-5 9 0,-17 5 1 16,0 0-155-16,0 0-31 0,0 0-6 0,6-10-2 15,-6 10-15-15,0 0-3 0,0 0-1 0,0 0 0 16,0-10-24-16,0 10-5 0,0 0-1 0,0 0 0 16,-6-10-1-16,6 10 0 0,0 0 0 0,0 0 0 15,0 0-24-15,-6 0-4 0,-5 0-2 0,0 0 0 16,-1 5 1-16,1 0 0 0,-1 5 0 0,1-5 0 15,0 5-6-15,-1 0-1 0,-5 0 0 0,6 6 0 16,-1-6-8-16,1 10 0 0,0-5 0 0,-7 5 8 16,7 1-8-16,0 4 0 0,-1-5 0 0,1 11 0 15,-1-6 0-15,7 0 8 0,-1 1-8 0,6-6 0 16,6 0 0-16,-6 5 0 0,0-9 0 0,5 4 0 16,7-5 8-16,-1-5-8 0,-11-10 0 0,17 10 8 0,0 0 0 15,6-5-8-15,-6-5 12 0,12-5-4 0,-1 0 8 16,-5 0 0-16,6-5 1 0,-7-5 0 0,1 0-17 0,-6 0 0 15,0-1 0-15,-11 1 0 0,5 5 21 0,1-5-2 16,-6 5-1-16,-1-5 0 0,1 4 16 0,-6 1 3 16,-6 0 1-16,6 10 0 0,0 0-14 0,0-10-2 15,-5 5-1-15,-7 0 0 0,1 0-21 0,-1 0 0 16,-5 5 0-16,0 0 0 0,-6 0-16 0,1 0-5 16,-1 0-1-16,-6 0-790 15,6 0-157-15</inkml:trace>
  <inkml:trace contextRef="#ctx0" brushRef="#br0" timeOffset="70218.639">32319 14102 288 0,'0'0'12'0,"0"0"4"0,0 0-16 0,0 0 0 15,0 0 0-15,0 0 0 0,11-10 292 0,-11 10 55 16,0 0 11-16,11-10 2 0,-11 10-219 0,12-5-44 15,-12 5-9-15,11-5-1 0,6 0-31 0,0 0-7 16,-5-5-1-16,5 10 0 0,-6-5-16 0,-11 5-3 16,17 0-1-16,-17 0 0 0,17 5-2 0,-17-5-1 15,0 0 0-15,0 0 0 0,12 5-1 0,-6 5-1 16,-1 0 0-16,-5 0 0 0,0-10 13 0,0 10 4 16,-5 5 0-16,-1 1 0 0,0-1-26 0,-5 0-5 0,-1 0-1 0,7-5 0 15,-1 11-8-15,0-1 8 0,1 0-8 0,-1-5 8 16,0 6 0-16,0-6 0 0,6 0 0 0,0-5 0 15,0 5-8-15,0-15 0 0,0 0 0 0,0 10 0 16,0-10 0-16,12 16 0 0,-12-16 0 0,11 10 0 16,1 0 0-16,-1 0 8 0,6 0-8 0,-5 0 8 15,5-5-8-15,0 5 0 0,-6 1 0 0,0-6 0 16,1 5 0-16,-1-5 0 0,1 5 0 0,-12-10 0 16,5 10 0-16,1 0 0 0,5 0 0 0,-11-10 0 15,6 10 0-15,-6-10 0 0,6 11 0 0,5-1 0 16,-11-10 0-16,0 15 8 0,0-15-8 0,0 0 0 15,6 10 8-15,-6-10-8 0,0 0 0 0,6 15 8 16,-6-15-8-16,-6 10 0 0,6-10 0 0,-6 16 0 0,6-6 0 0,-11 0 8 16,5 0-8-16,-5-5 0 0,-1 5 0 15,1-5 0-15,0 5-9 0,-7-5 9 0,1-5-19 0,6 5 3 16,-6-5 1-16,6 6 0 16,-7-12-42-16,7 1-9 0,0-5-2 0,5 0 0 15,-5 0-140-15,5 0-29 0,-6-10-6 0,18-6-1 0</inkml:trace>
  <inkml:trace contextRef="#ctx0" brushRef="#br0" timeOffset="70523.776">32461 14209 1378 0,'0'0'30'0,"0"0"6"0,-6-5 2 0,1-6 2 0,-7 6-32 0,7 0-8 0,-1 5 0 0,6 0 0 16,-6-5 59-16,6 5 10 0,0 0 3 0,0 0 0 15,-6-5-16-15,6 5-4 0,0 0 0 0,0 0 0 16,0 0-15-16,0 0-3 0,0 0-1 0,0 0 0 16,0 0 9-16,12 0 2 0,-1-5 0 0,1-5 0 15,5 5-17-15,-6 0-3 0,1 5-1 0,5-5 0 16,0 5-23-16,-6-10 9 0,12 0-9 0,0 5 0 0,-6 5 0 0,6 0-12 16,-6 0 0-16,5-6 0 15,1 1-66-15,0 5-13 0,-6 0-2 0</inkml:trace>
  <inkml:trace contextRef="#ctx0" brushRef="#br0" timeOffset="70764.675">32843 14345 1407 0,'0'0'31'0,"0"0"6"0,0 0 2 0,0 0 1 0,0 0-32 0,0 0-8 16,0 0 0-16,0 0 0 0,0 0 72 0,0 0 12 16,0 0 4-16,0 0 0 0,0 0-32 0,0 0-7 15,0 0-1-15,0 0 0 0,0 0-9 0,0 0-3 16,0 16 0-16,-6-6 0 0,6-10-22 0,0 0-5 0,0 10-1 15,-6 0 0-15,6-10-22 0,0 0-5 0,0 0-1 16,0 15-576-16,0-15-116 0</inkml:trace>
  <inkml:trace contextRef="#ctx0" brushRef="#br0" timeOffset="71211.544">33059 14158 1209 0,'0'0'108'0,"0"0"-87"16,0 0-21-16,0 0 0 0,0 0 100 0,0 0 15 16,0 0 3-16,0 0 1 0,23 0-9 0,-12 0-2 15,-11 0 0-15,18-5 0 0,4 0-80 0,1 0-16 16,-6 0-3-16,-5 5-1 0,-12 0 8 0,0 0 2 15,22-5 0-15,-4 10 0 0,-18-5-18 0,0 0 0 16,17 5 8-16,-17-5-8 0,0 0 0 0,0 0 0 16,0 0 0-16,11 15 0 0,0-5 15 0,-5 0-1 15,-12 5 0-15,12-4 0 0,0 4 6 0,-12 0 2 16,-5 0 0-16,-6 0 0 0,5 1-12 0,1 4-2 16,-6-5-8-16,0 5 12 0,-12-5-1 0,12 6-1 15,-6-6 0-15,6 5 0 0,-6-5-10 0,1 6 8 16,4-6-8-16,7 5 8 0,-6 0-8 0,0-4 10 15,0-1-10-15,5 0 10 0,7-5-10 0,-1 5 0 0,-5-5 0 16,11 0-11-16,0-10 11 0,0 0 0 0,0 0-9 0,0 0 9 16,11 11-8-16,6-6 8 0,0 0-10 0,0-5 10 15,-5 5-19-15,10-5 3 0,1 0 0 0,0 0 0 16,-23 0-21 0,23-5-4-16,11 5-1 0,-5 0 0 0,-12 0-111 0,-6-5-23 15,6 5-4-15,12 0-572 0</inkml:trace>
  <inkml:trace contextRef="#ctx0" brushRef="#br0" timeOffset="71723.74">33492 14118 1443 0,'0'0'32'0,"0"0"6"0,0 0 2 0,0 0 0 0,0 0-32 0,0 0-8 16,0-11 0-16,0 11 0 0,0 0 60 0,0 0 9 15,0 0 3-15,0 0 0 0,0 0-28 0,0 0-4 0,0 0-2 0,0 0 0 16,0 0-13-16,0 0-2 15,0 0-1-15,0 0 0 0,0 0 13 0,0 0 2 0,-11 11 1 0,-6-1 0 16,5 0-14-16,1 0-4 0,11-10 0 0,-11 10 0 16,-12 10 13-16,11 1 3 0,7-11 0 0,-1 5 0 15,-5 0-36-15,-1 0 0 0,12-5 0 0,0-10 0 16,6 16 0-16,-6-1 0 0,0-15 0 16,17 15 0-16,0-5 0 0,-5 5 0 0,-12-15 0 0,11 15 0 15,6-4 0-15,-6-1 0 0,-11-10 0 0,12 10 0 16,-6 5 0-16,5-5 0 0,0 0 0 0,-5 5 0 15,-6-15 0-15,6 11 0 0,5 4 0 0,-11 0 0 16,0-5 13-16,0 5-4 0,0-5-1 0,6 6 0 0,-6-16-8 0,-6 10 0 16,0 5 0-16,1-5 0 0,5 5 0 15,0-5 8-15,-17 6-8 0,5-6 8 0,1 0-8 0,-6 0 0 16,0-5 0-16,-6 5 0 0,0-5 0 0,12 0 0 16,11-5 0-16,-23 0 0 15,-6 0-39-15,7-5-6 0,16 0-2 0,-5-5-605 16,-12 0-122-16</inkml:trace>
  <inkml:trace contextRef="#ctx0" brushRef="#br0" timeOffset="71980.09">33413 14087 1825 0,'-12'0'40'0,"12"0"8"0,0 0 1 0,0 0 3 0,-6-5-41 0,6 5-11 0,0 0 0 0,0 0 0 16,0 0 72-16,0 0 13 0,12-10 3 0,-1 10 0 15,6 0-45-15,-5 0-9 0,-12 0-2 0,17 0 0 16,6 0-32-16,-6 10 0 0,-6-10 0 0,6 0 0 16,-5 5 0-16,-1-5 0 0,0 0 0 0,-11 0 0 31,0 0-150-31,17 5-34 0,12-15-6 0,-29 10-2 0</inkml:trace>
  <inkml:trace contextRef="#ctx0" brushRef="#br0" timeOffset="72985.628">28461 14563 230 0,'0'0'20'0,"0"0"-20"16,0 0 0-16,0 0 0 0,0 0 204 0,0 0 36 16,0 0 7-16,0 0 1 0,0 0-151 0,0 0-30 15,0 0-7-15,0 0 0 16,0 0-15-16,0 0-2 0,0 0-1 0,0 0 0 15,0 0 14-15,0 0 2 0,0 0 1 0,0 0 0 0,0 0 23 0,0 0 5 16,0 0 1-16,0 0 0 0,0 0-44 0,17 5-9 16,-5-5-2-16,-1 0 0 0,0 0 7 0,7 0 0 15,-1 0 1-15,5 0 0 0,-4-5-28 0,4 5-5 16,7-5-8-16,-1 0 11 0,7 0-11 0,-7 5 12 16,0-5-12-16,7 0 12 0,-1 0-12 0,0 5 0 15,-5-5-12-15,5 5 12 16,-6 0-46-16,6 0-2 0,-5 0 0 0,-6 0-607 0,-1 0-121 0</inkml:trace>
  <inkml:trace contextRef="#ctx0" brushRef="#br0" timeOffset="73585.451">32000 14837 403 0,'0'0'36'0,"0"0"-36"0,0 0 0 0,0 0 0 16,0 0 189-16,0 0 31 0,0 0 7 0,0 0 1 15,0 0-122-15,0 0-24 0,0 0-5 0,11 0-1 16,6 0-24-16,0 0-6 0,-6 0-1 0,12 0 0 16,-6 0-6-16,0 0-2 0,6 10 0 0,6-10 0 15,-1 0-8-15,-5 0-1 0,0 0-1 0,5 5 0 16,-5 0-27-16,0-5 8 0,5 0-8 0,-5 0 0 16,0 0 0-16,0-5-14 0,0 5 2 0,-1 0-544 15,1-5-108-15</inkml:trace>
  <inkml:trace contextRef="#ctx0" brushRef="#br0" timeOffset="74146.342">30455 13439 230 0,'0'0'10'0,"0"0"2"0,0 0-12 0,0 0 0 16,0 0 0-16,0 0 0 0,0 0 221 0,0 0 42 15,0 0 8-15,0 0 1 0,0 0-162 0,0 0-33 16,0 0-6-16,0 0-2 0,0 0-25 0,0 0-6 16,6 10-1-16,-6 0 0 0,6 5-26 0,-6-4-11 15,0 4 8-15,6 0-8 0,-6 5 0 0,0 0 8 16,0-4-8-16,5 9 0 0,-5-5 0 0,0 0 0 15,0-4 0-15,0 4 0 0,0 0-12 0,0 0-2 0,0-4 0 0,0-1-454 32,0 0-92-32</inkml:trace>
  <inkml:trace contextRef="#ctx0" brushRef="#br0" timeOffset="74454.055">30626 13540 1177 0,'0'0'52'0,"0"0"11"0,0 0-51 0,0 0-12 16,0 0 0-16,0 0 0 0,12-10 37 0,-12 10 5 16,0 0 1-16,0 0 0 0,0 0 0 0,0 0 0 15,0 0 0-15,0 0 0 0,0 0-7 16,0 0-2-16,0 0 0 0,0 0 0 0,0 0 14 0,0 0 4 15,0 0 0-15,5 15 0 0,-5 0-32 0,0 6-7 16,0-6-1-16,0 5 0 0,0 0-12 0,6 1 0 16,-6-1 0-16,0 5 0 0,6-4 0 0,0 4 0 15,-1-10 0-15,1 10 0 16,-6-4-55-16,6-1-7 0,-1-5-2 0,-5 0 0 0</inkml:trace>
  <inkml:trace contextRef="#ctx0" brushRef="#br0" timeOffset="75086.67">30284 15120 172 0,'0'0'16'0,"0"0"-16"0,0 0 0 0,0 0 0 16,0 0 300-16,0 0 58 0,0 0 11 0,0 0 3 15,0 0-224-15,0 0-45 0,0 0-9 0,0 0-2 16,0 0-48-16,0 0-9 0,-5 15-3 0,5-4 0 15,0 4-32-15,0 5 0 0,0-5 0 0,0 5 0 16,5-4 0-16,-5 4 0 0,0 0 0 0,6 0 0 16,-6 1 24-16,0-1-1 0,6 0-1 0,-6 0 0 15,-6 1-14-15,6-6-8 0,0 5 8 0,6-5-8 16,-6 0 0-16,0-4-20 0,0 4 4 0,0-15 1 16,6 10-45-16,-6-10-10 0,0 0-2 0,5 10-476 15,-5-10-96-15</inkml:trace>
  <inkml:trace contextRef="#ctx0" brushRef="#br0" timeOffset="75412.511">30524 15054 1728 0,'0'0'38'0,"0"0"8"0,0 0 2 0,0 0 0 0,0 0-39 0,0 0-9 16,0 0 0-16,0 0 0 0,0 0 52 0,0 0 9 15,0 0 2-15,5 10 0 0,1 1-19 0,-6-1-3 16,6 5-1-16,0 0 0 0,-6 5-14 0,5 6-3 16,-5-1-1-16,6 5 0 0,-6 1-14 0,0-1-8 0,0 1 8 0,6-1-8 15,-6-5 0-15,0 6 0 0,0-6 0 0,0 0 0 16,0-4 12-16,5-1 2 0,-10 5 0 0,10-10 0 15,-5 6-22-15,0-1-5 0,0 0-1 0,6 0 0 16,-6-4-4-16,0-1-1 0,6 0 0 0,-6 0 0 16,5 0-141-16,-5-5-29 0,0-10-6 15,18 6-1-15</inkml:trace>
  <inkml:trace contextRef="#ctx0" brushRef="#br0" timeOffset="81891.527">19276 17207 1364 0,'0'0'60'0,"0"0"13"0,0 0-58 0,0 0-15 0,0 0 0 0,0 0 0 16,0 0 84-16,0 0 13 0,0 0 3 0,0 0 1 16,0 0-29-16,0 0-7 15,0 0-1-15,12-11 0 0,-1 6-20 0,1 0-4 0,5 0 0 0,-6 0-1 16,12 0-15-16,-6 5-4 0,0 0 0 0,6-5 0 15,-6 5-12-15,0 0-8 0,0 0 10 0,0 5-10 16,-17-5 0-16,17 0 0 0,0 5 0 0,-17-5 0 16,0 0 32-16,18 5 1 0,-18-5 0 0,11 10 0 15,-11-10-14-15,17 11-3 0,-17-11-1 0,0 0 0 16,6 15 1-16,-6-5 0 0,5 0 0 0,-10 5 0 16,-1-5 12-16,0 5 4 0,-5 1 0 0,0-1 0 15,-7-5 0-15,-4 10 0 0,5 0 0 0,-12-9 0 16,6-1-32-16,-5 5 0 0,-1-5 0 0,1 0 0 0,5-5 0 0,6 5-12 15,0-10 1-15,5 5 0 0,-5 1 11 16,0-1 16-16,6 0-4 0,5 0-1 0,-5 0-11 0,11-5 0 16,0 0 0-16,0 0 0 0,0 0-15 0,0 0-5 15,0 0 0-15,5 10-1 16,7-5 21-16,-1 0-11 0,-11-5 11 0,17 0-8 0,0 5 26 0,6 0 6 16,0-5 0-16,0 5 1 0,0 0-38 0,-1 0-8 15,1 5-2-15,0-4 0 0,0 4 23 0,-6-5 0 16,6 5 0-16,-6 5 0 0,0-5 0 0,0 5 0 15,-6-4 0-15,1 4 0 0,-7 0 19 0,1 0 1 16,0 0 1-16,-6 0 0 0,0 6-21 0,0-6 0 16,-6 0 0-16,0 5 0 0,1-10 0 0,-7 11 0 15,1-1 0-15,0-5 0 0,-12 0 0 0,6 1 0 0,-6-6 0 0,-6 0 0 16,1 0 0-16,5-5 0 0,-11-5 0 16,5 0 0-16,7 0 56 0,-1-5 6 15,0 5 2-15,0-5 0 16,0-5-80-16,-5 0-16 0,5 5-4 0,0-6 0 15,6 1 7-15,0-5 1 0,6 5 0 0,-1 0 0 0,12 0-132 0,-5 0-25 0,5-6-6 16,5 1-794-16</inkml:trace>
  <inkml:trace contextRef="#ctx0" brushRef="#br0" timeOffset="82456.703">20199 17181 1728 0,'0'0'76'0,"0"0"16"0,0 0-73 0,0 0-19 15,-5-5 0-15,5 5 0 0,0 0 57 0,0 0 8 16,-6-10 2-16,6 10 0 0,0 0-19 0,0 0-3 15,-11-5-1-15,11 5 0 0,0 0-21 0,-17-5-5 16,5 5-1-16,-5 5 0 0,17-5 3 0,-11 5 0 16,-6 0 0-16,5 0 0 0,-5 0 0 0,0 5 1 15,0-5 0-15,-6 6 0 0,6-6 3 0,0 5 1 16,0 0 0-16,0 0 0 0,0 5-9 0,0 0-1 0,-1 1-1 0,1 4 0 16,6 5-14-16,0-5 11 0,-1 6-11 0,1 4 10 15,5 6-10-15,0-1 0 0,1 0 0 0,-1 1 8 16,6 4-8-16,6-4 0 0,-6-6 0 0,5 6 0 15,7-6-16-15,-1 0-6 0,6-4-1 0,6-1 0 16,-6-5 70-16,6-4 13 0,17-6 4 0,-6 0 0 16,6-5-64-16,-6-5 0 0,0-5-9 0,6-5 0 15,6-5 9-15,-6-1 12 0,5-9-2 0,-11 0-1 16,1-6-9-16,-7 1 0 0,-5 0 0 0,0-1 0 16,-6 1 23-16,0-6 2 0,-6 11 1 0,6-5 0 15,-11-1-15-15,5 6-3 0,-5-5-8 0,-6 4 12 16,0-4 4-16,0 4 0 0,0 1 0 0,-11 0 0 15,5 5-4-15,0-1 0 0,-5 1 0 0,-6 0 0 0,5 5-12 16,-5 5 8-16,0-6-8 0,-6 6 0 0,1 5 0 0,-1-5 0 16,-6 10 0-16,1-5 0 0,-6 10 0 0,0 0 0 15,5 0 0-15,1 5 0 16,5 0-16-16,0 1-8 0,6-6-3 0,-6 5 0 16,6 5-110-16,6-5-23 0,5 5-4 0,0-5-908 15</inkml:trace>
  <inkml:trace contextRef="#ctx0" brushRef="#br0" timeOffset="82727.475">20946 17409 1152 0,'0'0'102'0,"0"0"-82"0,0 0-20 0,0 0 0 16,0 0 204-16,0 15 37 0,-6 1 7 0,6-6 2 15,-6 5-156-15,6 0-31 0,-5 0-7 0,5 5 0 16,-6-4-37-16,6-1-7 0,-6 0-2 0,6-5 0 16,0 0-30-1,0 0-5-15,0 6-2 0,0-16 0 0,0 0-126 0,0 0-26 0,0 0-5 16,0 0-604-16</inkml:trace>
  <inkml:trace contextRef="#ctx0" brushRef="#br0" timeOffset="83188.752">21322 17247 1609 0,'0'0'71'0,"0"0"15"0,0 0-69 0,0 0-17 16,0 0 0-16,0 0 0 0,0 0 69 0,0 0 11 15,0 0 1-15,0 0 1 0,11-5-32 0,-5-5-6 16,11 5-2-16,-6 0 0 0,7 0-18 0,-7 0-3 16,6 0-1-16,0-6 0 0,6 6 12 0,-6 0 3 15,6 0 0-15,-12 0 0 0,1 5-22 16,-12 0-4-16,0 0-1 0,17 0 0 0,-17 0 5 0,11 0 1 0,-5 5 0 0,-6-5 0 15,11 5 14-15,-5 0 4 0,0 6 0 0,-1-1 0 16,-5 0-5-16,0 5-1 0,0 0 0 0,-5 0 0 16,-1-5-9-16,0 6-1 0,-5-1-1 0,5 5 0 15,-5 0-5-15,-1-4-1 0,7 4 0 0,-1 0 0 16,-5 5-9-16,5 6 8 0,-11-6-8 0,-6 0 8 16,0 1-8-16,-5 4 0 0,5 1 9 0,-6-1-9 15,1 0 0-15,5-4 0 0,6-6 0 0,6 0 0 16,-6 0 0-16,-1-4 0 0,7-6 0 0,11 0 0 15,-6 5 0-15,6-15 0 0,12 10 0 0,-1 0 0 16,6-5 0-16,6 0 0 0,0 0 0 0,5 6 0 16,1-6 0-16,5-5 0 0,-6 0 0 0,1 0 0 15,5 0 0-15,0-5-13 0,-5 0 3 0,11 5 1 16,5-6-115-16,-5 6-22 0,-6 0-5 0,6-5-860 16</inkml:trace>
  <inkml:trace contextRef="#ctx0" brushRef="#br0" timeOffset="83703.064">21971 17237 1911 0,'0'0'42'0,"0"0"9"0,0 0 1 0,0 0 2 0,0 0-43 0,0 0-11 0,6-5 0 0,6 0 0 15,-1-5 68-15,6 5 12 0,-6 0 3 0,7 0 0 16,-1-6-37-16,5 6-7 0,1 0-2 0,6-5 0 16,-1 5 3-16,-5 0 0 0,0 0 0 0,0 5 0 15,-1 0-26-15,-5 0-5 0,-5 0-1 0,5 5 0 16,-17-5-8-16,11 5 8 0,1 5-8 0,-7 0 8 15,-5-10 10-15,12 10 2 0,-6 1 0 0,-6-1 0 16,0 5 9-16,0-5 3 0,0 5 0 0,0 0 0 16,-6 1-20-16,0-1-3 0,-5 0-1 0,5 5 0 15,-5 0-8-15,-6 1 0 0,5-1 0 0,-5 0 0 0,-6 6 0 16,0-1 0-16,1 0 0 0,-1 1 0 0,0-6 0 16,0 0 8-16,-5 0-8 0,5 1 8 0,0-6-8 15,0 0 0-15,6 0 0 0,0-5 0 0,0 5 0 0,6-4 0 16,5-1 0-16,0 5 0 0,6-15 0 0,-5 10 0 15,5-10 0-15,0 0 0 0,0 0 0 0,17 10 0 16,0 0 0-16,0 0-11 0,6-5 11 0,5 1 0 16,1-6 0-16,5 0 0 0,-6 0 0 0,1 0 0 15,5 0 0-15,-11 0 0 16,5-6-34-16,1 1-5 0,-1 0-1 0,1 5 0 16,-6-5-121-16,5 0-25 0,1 0-5 0,5 5-1 0</inkml:trace>
  <inkml:trace contextRef="#ctx0" brushRef="#br0" timeOffset="84362.814">22661 17394 1378 0,'0'0'61'0,"0"0"13"0,0 0-59 0,0 0-15 0,0 0 0 0,0 0 0 16,0 0 108-16,0 0 18 0,0 0 4 0,0 0 1 15,0 0-50-15,0 0-9 0,0 0-3 0,0 0 0 16,0 0-20-16,6 5-4 0,5 5-1 0,-5 0 0 16,-6-10-28-16,5 10-7 0,7 6-1 0,-1-6 0 15,-5 10 13-15,0 0 3 0,-1-5 0 0,7 6 0 16,-7-1 4-16,1 0 2 0,0 0 0 0,-1 6 0 16,-5-6-30-16,6 0-21 0,-6 1 3 0,6-1 1 0,-6-5 17 0,6 0 0 15,-1 0 0-15,-5-5 0 0,0 1 0 0,0-11 0 16,0 0 0-16,0 0 0 0,0 0 48 0,0 0 12 15,0 0 4-15,0 0 0 16,0 0-80-16,6-16-15 0,0 1-3 0,-1 0-1 0,7-10 27 0,5 4 8 16,-6 1 0-16,6-5 0 15,0 5-28-15,6-6 0 0,-6-4 1 0,6 10 0 0,-6-6 73 0,6 6 14 16,-6 5 4-16,6 0 0 0,-6 5-52 0,-6-6-12 16,6 11 0-16,-17 5 0 0,0 0 0 0,0 0 0 15,12-5 0-15,-12 5 0 0,23 0 0 0,-23 0 0 0,0 0 0 16,0 0 0-16,11 10 12 0,6 1 0 0,-6-1 0 15,7 5 0-15,-18 0-12 0,5 0-16 16,1 0 3-16,0 6 1 0,-6-6 12 0,0 5 0 0,0-5 0 16,0-15 0-16,5 10 48 0,1 1 13 0,-6-11 3 15,0 0 0-15,0 0-52 0,0 0-12 16,6 10 0-16,-6-10 0 0,17 5 0 0,0-5 0 0,0-5 0 0,0 0 0 16,6 0 0-16,0-6 0 0,0 1 0 0,-1-5 0 15,7 0-11-15,-1 0-5 0,6 5 0 0,-5-6-1 16,5 6 27-16,-5 0 6 0,-7 5 0 0,7 0 1 15,-6 5-27-15,0 0-6 16,-1 5 0-16,1 0-1 0,0 5 27 0,0 0 6 0,-6 1 0 0,-6 4 1 16,6 0-17-16,6 5-11 0,-6-5 2 0,0 1 0 15,-5-1 9-15,5 0 11 0,-6 0-3 0,6 0 0 0,-5 1-8 16,-1-1 0-16,0 0 0 0,1-5 0 0,-1 0 0 16,-5 5 0-16,0-5 0 0,-1 1 0 0,1-6 0 15,-6-5 0-15,0 0 0 0,0 0 0 0,11 10 0 0,-11-10 0 16,0 0 0-16,0 0-848 15,0 0-176-15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2-05T03:31:21.91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27481 13110 1728 0,'0'0'38'0,"0"0"8"0,6-10 2 0,-6 10 0 0,0-10-39 0,6-1-9 15,-6 11 0-15,0 0 0 0,5-15 46 0,-5 15 7 16,6-10 2-16,-6 10 0 0,6-10-37 0,-6 10-7 0,0 0-2 0,0 0 0 15,11-15 31-15,-11 5 5 16,0 10 2-16,6-10 0 0,-12-6 10 0,6 6 3 16,-6 0 0-16,1 5 0 0,-7 0-32 0,1-5-5 15,-1 5-2-15,-5 5 0 0,0 0 35 0,-5 0 6 0,-1 5 2 16,0 0 0-16,-6 0-52 0,1 0-12 0,-6 0 0 16,5 5 0-16,-5 5 0 0,6 1 0 0,-1-1 0 0,1 5 0 15,-7-5 0-15,13 5 0 0,-1 11 0 0,0 4 0 16,6-4 0-16,0 4 0 0,0 11 0 0,5-1 0 15,1-4 12-15,5 9 0 0,1 1 0 0,-1 0 0 16,12-1-12-16,-1 1-16 0,7-5 3 0,5-6 1 16,0-4 33-16,6-1 7 0,-1-5 2 0,13-4 0 15,10-11-48-15,1 0-10 0,5 0-1 16,0-10-1-16,6-10 30 0,-11-5 10 0,0 5 0 0,-1-10 0 16,1-5-222-16,-1-1-44 0</inkml:trace>
  <inkml:trace contextRef="#ctx0" brushRef="#br0" timeOffset="298.722">27909 13221 2484 0,'0'0'110'0,"0"5"22"0,0-5-105 16,0 0-27-16,0 0 0 0,0 0 0 0,0 0 42 0,11 10 3 0,6 1 1 0,6-6 0 16,5 0-22-16,6-5-4 0,1 0 0 0,5 0-1 15,5 0-9-15,1 0-2 0,-1 0 0 0,1-5 0 16,-6-6-8-16,-6 6-16 0,0 0 4 0,0-5 1 15,-5 5-129-15,-6 0-25 0,5 0-6 0,-11 0-1 16</inkml:trace>
  <inkml:trace contextRef="#ctx0" brushRef="#br0" timeOffset="528.485">27914 13576 2095 0,'0'0'46'0,"0"0"10"0,0 0 1 0,17 5 2 0,-17-5-47 0,17 0-12 16,0 0 0-16,12 0 0 0,-1 0 60 0,7 0 9 16,-1 0 3-16,11-5 0 0,1 0-44 0,0 5-9 15,-7-5-2-15,1-1 0 0,0 1-33 0,0 0-8 16,-6 0 0-16,1-5-1025 0</inkml:trace>
  <inkml:trace contextRef="#ctx0" brushRef="#br0" timeOffset="819.924">28917 13024 1440 0,'0'0'128'0,"0"0"-103"0,0 0-25 0,0 0 0 16,0 0 187-16,23 5 32 0,5 0 6 0,1 0 2 15,-6 5-165-15,5 0-33 0,1 0-6 0,-12 5-2 16,0 6 24-16,0-1 5 0,6 5 1 0,-12-4 0 16,-5 4-35-16,-1 0-8 0,-10 6 0 0,-1-6-8 15,-5 5 12-15,-1 1-4 0,1-1 0 0,-6 11-8 0,-6-6 9 0,0 0-9 16,-5 1 0-16,-7-1 9 0,7-4-9 0,-12-1-9 15,6 1 9-15,-6-6-13 16,6 0-48-16,0-5-10 0,5 1-1 0,1-6-640 16,5-10-128-16</inkml:trace>
  <inkml:trace contextRef="#ctx0" brushRef="#br0" timeOffset="1130.674">29606 13009 864 0,'0'0'38'0,"0"0"8"0,0 0-37 0,0 0-9 0,0 0 0 0,0 0 0 16,0 0 310-16,0 0 60 0,0 0 12 0,0 0 2 16,0 0-248-16,-5 5-49 0,-12 0-11 0,17-5-1 15,-6 5-45-15,-5 5-9 0,5 5-1 0,0-5-1 16,-5 5-19-16,5 1 0 0,-5 9 0 0,-1 0 0 15,1 6 0-15,5-1 0 0,-5 0 11 0,5 16-3 16,0-1 0-16,1-4 0 0,5 0 0 0,5-6 0 16,1 0-8-16,5-4 0 0,7-1 0 0,-1-5 0 15,11-4 0-15,6-6-12 0,1 0 4 0,10-5 0 16,1-5 8-16,-1-5-13 0,7-5 5 0,-1 0 8 16,-6-5-151-16,-5 0-22 15,-6-5-5-15,1 0-477 0,-13-6-95 0</inkml:trace>
  <inkml:trace contextRef="#ctx0" brushRef="#br0" timeOffset="1442.017">28849 13054 921 0,'-12'-5'82'0,"1"5"-66"16,-6-5-16-16,11-5 0 0,0 5 180 0,6 5 33 16,-11-5 7-16,11 5 0 0,0-15-101 0,0 15-21 15,0 0-4-15,0 0-1 0,6-11-30 0,5 6-7 0,6-5 0 0,-5 5-1 16,5 5-10-16,0-5-1 0,6 5-1 0,-1 0 0 16,7 0 3-16,5 0 1 0,6 0 0 0,0 0 0 15,0 0-6-15,0 0-1 0,5-5 0 0,6 0 0 16,1 0-28-16,-1 0-12 0,6 0 8 0,0 0-8 31,0 0-16-31,6 0-8 0,-1-1-1 0,1 1-1 16,0 5-168-16,-6 0-34 0,-6 0-6 0</inkml:trace>
  <inkml:trace contextRef="#ctx0" brushRef="#br0" timeOffset="1735.65">30740 12781 864 0,'0'0'76'0,"0"0"-60"16,0 0-16-16,0 0 0 0,0 0 141 0,0 0 26 15,0 0 5-15,17 5 0 0,0-5-68 0,-5 0-15 16,5 0-2-16,-17 0-1 0,17 5-18 0,-17-5-3 16,11 0-1-16,-11 0 0 0,12 5-12 0,-12-5-2 15,0 0-1-15,11 10 0 0,-11-10 7 0,6 10 0 16,-6 0 1-16,-6 5 0 0,-5-4-12 0,-1 4-2 15,1 0-1-15,-12 5 0 0,-5 0-24 0,-1 1-5 16,1 4-1-16,-1 0 0 0,1 1-12 0,-1 4 0 16,-5 0 0-16,6 1 0 0,-1 4 0 0,-5-4-12 15,6 4 12-15,5-10-13 16,-6-4-33-16,12-6-6 0,0 10-2 0,0-10 0 16,0-5-161-16,5-4-32 0</inkml:trace>
  <inkml:trace contextRef="#ctx0" brushRef="#br0" timeOffset="1952.863">30279 12917 2037 0,'0'0'90'0,"0"0"19"16,0 0-87-16,0 0-22 0,0 0 0 0,17 5 0 15,0 6 45-15,-6-1 5 0,12 0 1 0,0 5 0 0,-6 0 20 0,12 0 4 16,10 6 1-16,-4 4 0 0,-13 5-38 0,13 1-7 15,-7-11-2-15,6 5 0 0,-5 1-29 0,5 4 0 16,-6-10 0-16,1 1 0 0,-1 4 17 0,1-5-2 16,-1-5-1-16,1 0-793 15,-6-4-158-15</inkml:trace>
  <inkml:trace contextRef="#ctx0" brushRef="#br0" timeOffset="2536.891">31908 12153 864 0,'6'-15'76'0,"-6"15"-60"0,11-11-16 0,-5 1 0 16,0 0 272-16,5 5 52 0,-11 5 11 0,6-5 1 15,5-5-228-15,-11 10-47 0,0 0-9 0,0 0-1 16,0 0-15-16,6 10-4 16,0 5 0-16,-1-5 0 0,1 11 7 0,-6 4 1 0,6 10 0 0,-6 1 0 15,6 9-23-15,-6 16-4 0,5 0-1 0,-5 5 0 16,0 0-12-16,6 4 9 0,-6-9-9 0,0-5 8 16,6 0-8-16,-6-1 0 0,5-4 0 0,-5-5 0 15,6-1 8-15,-6-4 0 0,6-1 0 0,-6-4 0 16,5-6-8-16,-5-5 0 0,0 1 0 0,6-6 0 0,-6-5 0 15,0-15 0-15,0 0 0 0,0 0 0 0,0 0 28 16,0 0 3-16,6-10 1 0,-1-5 0 0,-5-6-32 0,6 1 0 16,-6-5 0-16,-6 0 0 0,1-1 12 0,5-4-3 15,-6 5-1-15,-5-1 0 0,-1 1 7 0,1 5 1 16,0-1 0-16,-7 6 0 0,-4 0-7 0,5 0-1 16,-12 5 0-16,12 0 0 0,-6 5 20 0,0-1 3 15,-5-4 1-15,-6 10 0 0,-6-5-32 0,-6 5 0 16,1 0 0-16,-7 5 0 0,12 0 0 0,1 6 0 15,-1-1 0-15,-6 0 0 0,6 5 0 0,6 5-21 16,6 0 3-16,5 1 1 0,0-1 17 0,12 5 0 16,5-4 0-16,6 14 0 0,6-5 9 0,-1 11 3 15,12-1 0-15,12 1 0 0,5-6 1 0,0 1 1 0,12-6 0 0,-1 1 0 16,12-6-6-16,0-5 0 0,6 0-8 0,-12-4 12 16,1-1-12-16,-13 0 8 0,1-10-8 0,0 0 0 31,-6-5-25-31,-5-5-11 0,-1 0-3 0,-5-5 0 15,0 0-20-15,0 0-4 0,0-6-1 0,-6 1-1152 0</inkml:trace>
  <inkml:trace contextRef="#ctx0" brushRef="#br0" timeOffset="32593.369">4257 10745 1512 0,'0'0'67'0,"0"0"13"0,-17-5-64 0,6 5-16 0,11 0 0 0,0 0 0 16,0 0 33-16,0 0 3 0,-12 10 1 0,12-10 0 15,0 10-29-15,-11 5-8 0,5 6 0 0,6 4 0 16,0 5 0-16,0 6 0 0,0 9-8 0,0 11 8 15,0 0-8-15,0 4 8 0,-11 1-8 0,5 5 8 16,6 0-12-16,-6 0 4 0,6 5 0 0,-11-6 0 16,5 1-16-16,6-10-2 0,-11-10-1 0,5-1 0 15,-5-4-6-15,11-11-2 0,-6-5 0 0,6-9-385 16,0-16-78-16</inkml:trace>
  <inkml:trace contextRef="#ctx0" brushRef="#br0" timeOffset="33151.006">3659 9919 1447 0,'0'0'32'0,"-12"-5"6"0,1-5 2 0,11 5 0 0,-11 5-32 0,11 0-8 0,-6-5 0 0,-11 5 0 15,11 0 0-15,-5 0 0 0,5 5 0 0,-5 0 0 16,5 5 0-16,0 1-11 0,-11-1 1 0,6 10 0 16,-6 10 0-16,5 6 0 0,-5-6 0 0,0 16 0 15,11-1 10-15,-11 6-8 0,6 5 8 0,5-1-8 16,-5 11 8-16,5 10 0 0,0 10 8 0,6 5-8 16,6 16 45-16,11-1 5 0,0 11 1 0,6-1 0 15,-6 0-29-15,6 11-6 0,11 0 0 0,12-1-1 16,5-4-4-16,6-6-1 0,6-4 0 0,-6-6 0 15,5-5-10-15,12-10 0 0,1-4 0 0,4-17 0 16,1-9 0-16,17-5 8 0,-6-11-8 0,-5-4 8 16,5-16 2-16,6-4 0 0,-18-16 0 0,-5-5 0 15,6-21 12-15,0 1 2 0,0-10 1 0,-1-21 0 0,1-10 29 0,6-10 6 16,-7-5 0-16,-10-5 1 0,-12-10-2 0,0-5-1 16,-6-15 0-16,-11-1 0 0,-12-4-9 0,1-6-1 15,-12 6-1-15,6-11 0 0,-17-10-26 0,-6 6-5 16,-6-1 0-16,-6 6-1 0,1 9-7 0,-17 11-8 15,-1 4 11-15,-22 6-11 0,-6 10 26 0,-6 10-2 16,0 5 0-16,-22 5 0 0,0 6 18 0,5 4 3 16,-11 5 1-16,5 11 0 0,-11 9-31 0,-17 6-7 15,6 10 0-15,-6 5-8 0,6 5 12 0,11 10-4 16,0 0 0-16,0 15-8 0,6 0 0 0,6 11 0 16,-12-1 0-16,23 16 0 0,-17 4 0 0,16 6-9 15,7 0 1-15,11-6 0 16,0 1-44-16,0-5-9 0,17 4-2 0,17-4-709 15,-5-6-143-15</inkml:trace>
  <inkml:trace contextRef="#ctx0" brushRef="#br0" timeOffset="33976.262">13334 7929 1746 0,'0'0'38'0,"0"0"8"0,0 0 2 0,0 0 1 0,11-5-39 0,0 0-10 0,7 0 0 0,-1 5 0 15,-6 0 16-15,6-5 0 0,0 0 1 0,0 5 0 16,0-5-5-16,0 0-2 0,1 0 0 0,-1 0 0 16,5 5-10-16,-4-10 12 0,4-1-12 0,-10 1 12 15,11 5 2-15,-1 0 1 0,-5-5 0 0,1 5 0 0,-1 5-7 0,0-5 0 16,-6 0-8-16,-5 0 12 0,5 5-4 0,1 0-8 15,-12 0 11-15,0 0-11 0,0 0 34 0,0 0 0 16,-6 15 0-16,-6 5 0 0,-5 1 4 0,6 4 1 16,0 0 0-16,-6 6 0 0,5-1-29 0,-5 10-10 15,0 1 0-15,6-1 9 0,-7-4-9 0,1-1 0 16,6-4 0-16,0 4 0 0,-7 1 0 0,7-6 0 16,0 0 0-16,-1-4 0 0,1-1 0 0,5-5 0 15,0 1 0-15,-5-1 8 0,5-5-8 0,1 0 0 16,-1 0 0-16,6 1 8 0,0-16-8 0,6 15 0 15,-6-15 0-15,5 15 8 0,12-5-8 0,-5 0 0 16,-1-5 0-16,12 0-11 0,0 0 11 0,5-5 0 16,7-5-9-16,4 0 9 0,13-5 0 0,-1 0-11 0,0-5 11 0,6 0-8 31,0-1-22-31,0 1-4 0,0-5-1 0,-6 0-917 0</inkml:trace>
  <inkml:trace contextRef="#ctx0" brushRef="#br0" timeOffset="34626.696">13795 7757 979 0,'0'0'87'0,"0"0"-70"16,0 0-17-16,0 0 0 0,-6-10 70 0,-5-5 10 16,5 0 3-16,1 4 0 0,5 1-50 0,-6 0-9 15,-5 0-3-15,-1 0 0 0,6 0-3 0,1 0-1 16,-1 5 0-16,-5-5 0 0,-6 10 17 0,0-6 3 16,5 1 1-16,-5 0 0 0,-6 5-2 0,6 5 0 15,-6 6 0-15,6-6 0 0,-11 0-8 0,5 5-1 16,-6 0-1-16,-5 5 0 0,6 5 2 0,-6-10 0 15,-1 6 0-15,7 4 0 0,-6 5 0 0,5 1 0 16,-5 4 0-16,11 0 0 0,12 1-6 0,-12 4-1 0,0 1 0 16,6 14 0-16,6 1-21 0,-1 5-13 0,1-6 1 15,11 1 1-15,-11 5 11 0,-1 4 0 0,12-4 0 16,0 0 0-16,0-6 0 0,12 1 0 0,-1 0 0 16,6-11-8-16,-5 6 8 0,5-6 8 0,5 6-8 15,7-11 11-15,-1 6-11 0,1-1-11 0,11-4 3 16,-6-1 0-16,0-4 20 0,6-1 5 0,0 0 1 0,5-9 0 15,-10-1 5-15,5-10 1 0,-1 0 0 0,1-5 0 16,6-5-12-16,-1-5-1 0,12-5-1 0,0-5 0 16,0-5 8-16,0-6 2 0,-5-9 0 0,-1-6 0 15,-5 1-20-15,5-6-9 0,-11-4 1 0,5 4 0 16,-11 0 8-16,-5-4 9 0,-6-1-1 0,-6 1-8 16,-6-1 20-16,-5-5-2 0,0-5-1 0,-12 1 0 15,0 4 14-15,-5 0 2 0,-1 1 1 0,-5-1 0 16,0 0-13-16,-11 11-2 0,-1-6-1 0,-11 5 0 0,1 6 3 15,-7-6 1-15,-5 6 0 0,-6 4 0 0,0-4-11 16,-6 9-3-16,6-4 0 0,0 5 0 0,0 4 16 0,0-4 2 16,0 5 1-16,-6 4 0 0,6 6-19 0,-5 0-8 15,5 10 0-15,6-5 8 16,5 5-32-16,0 5-6 0,7 5-2 0,-1 5 0 16,-6 5-2-16,18-5-1 0,5 10 0 0,6 11-1087 15</inkml:trace>
  <inkml:trace contextRef="#ctx0" brushRef="#br0" timeOffset="35558.802">23424 5645 576 0,'-22'-10'25'0,"22"10"6"0,-12 5-31 0,-5 0 0 0,6-5 0 0,-1 0 0 16,1 0 245-16,11 0 43 0,-6 0 9 0,6 0 2 15,-11 0-223-15,11 0-45 0,0 0-9 0,0 0-2 16,0 0-6-16,0 0-2 0,0 0 0 0,0 0 0 16,0 0 6-16,0 0 1 0,11-10 0 0,1-5 0 0,10 5-5 0,1-5-1 15,0 5 0-15,5 0 0 16,1-6-5-16,5 6-8 0,6 0 11 0,-6 0-11 16,0 0 0-16,1 0 0 0,-1 5 0 0,-6 0 0 15,1 5 8-15,-1 5-8 0,-5 0 0 0,-6 5 0 16,6 0 0-16,-12 5 0 0,-11 0 0 0,0 6 0 15,-5 9 10-15,-7-5-10 0,-5 1 8 0,-11-1-8 16,-1 5 9-16,1 6-9 0,-7 4 10 0,-4-4-10 0,-1 9 24 16,-6-14-2-16,6-1 0 0,6 6 0 0,-6-11-22 15,12 0 0-15,-1 1-12 0,12-6 4 0,0-5 8 16,6 0 0-16,-1-5 10 0,1 5-10 0,11-15 0 16,0 11 0-16,0-11 0 0,11 10 0 0,-5 5 8 0,5-5-8 15,12 0 0-15,-6 0 9 0,12 0-9 0,-1 1 0 16,12 4 0-16,-11-5 0 0,5-5 0 0,0 5 0 15,0 5 0-15,0 0 0 0,0 1-17 0,1 4 4 16,-1 0 1-16,-6 0 0 0,7 1 12 0,-13 4 0 16,1 5 0-16,0-4 0 0,-6-11 16 0,0 5-4 15,-6 5-1-15,-5 1 0 0,6 4 0 0,-12-15 0 16,0 11 0-16,-6-6 0 0,0 5 20 0,-11-4 4 0,0 4 1 0,-11 0 0 16,-1 6-8-16,-5-6 0 0,0-5-1 0,-6 0 0 15,0 6-18-15,-6-6-9 0,6 0 10 0,-5-5-10 16,5 1 8-16,0-1-8 0,0-5 0 0,0 0 0 15,0-5-12-15,12 5-8 0,-1-10-1 0,7 0-1 32,-1 0-114-32,6 0-22 0,-6-10-5 0</inkml:trace>
  <inkml:trace contextRef="#ctx0" brushRef="#br0" timeOffset="36258.663">23943 5058 1868 0,'0'0'41'0,"-6"-10"9"0,-5-5 2 0,-1 5 0 0,1-6-42 0,-6 1-10 16,0-5 0-16,0 10 0 0,0-10 37 0,-6-1 6 16,-6 11 1-16,7-5 0 0,-13 5-36 0,7 0-8 0,-6 0 0 0,0 5 0 15,-1 5-18-15,-5 0-6 0,1 0 0 0,-1 5-1 16,5 5 25-16,-4 0 0 16,-1 5 0-16,0 5 0 0,11-5 0 0,-5 11 11 15,6-11-1-15,-1 10 0 0,6 6 8 0,1-6 2 0,-7 5 0 0,6 6 0 16,1 4-9-16,-1 1-2 0,-6 15 0 0,6-1 0 15,1 11-9-15,-1 0 0 0,6 5 0 0,-6 5 0 16,0 5 0-16,6 0-11 0,6 0 11 0,5 0-8 16,0-5 8-16,1 5 0 0,5 5 0 0,11-5 0 15,-5 5 0-15,5-5-8 0,-5 5 8 0,11 0 0 16,6-10 0-16,-6 5-8 0,6-10 8 0,-6 0 0 16,11-5 0-16,-5-10 0 0,5 9 0 0,-5-14 0 15,11-5 0-15,-5-1 0 0,-1-4 0 0,7-6 0 16,4 1 0-16,1-16 0 0,6-5 0 0,-1-5 8 15,1 5 4-15,5-15 0 0,1-5 1 0,5 0 0 16,0-5 2-16,0-10 0 0,0 0 0 0,0-16 0 0,0 1 9 16,-12-11 1-16,6 1 1 0,1-6 0 0,-1 0-13 15,0-9-2-15,0-6-1 0,1-5 0 16,-1 0-10-16,-5-5 10 0,-6 0-10 0,-6 0 10 0,-6 0-10 0,1 0 10 16,-1-5-10-16,-11 5 10 0,0 0-10 15,-11 5 10-15,0 0-10 0,-1-10 10 0,-5 10 6 0,-11 1 0 16,0-6 1-16,-6 5 0 0,5 0 13 0,-11 0 2 15,-11 0 1-15,-6 5 0 0,-5 10-13 0,-1-4-2 16,-5 9-1-16,0 0 0 0,-6 11-1 0,0-1-1 0,-12 1 0 0,-11 10 0 16,-5-1-15-16,0 11-10 0,-7 5 2 0,7 5 0 15,5 4 8-15,6 12 11 0,6 4-3 0,5 0 0 16,6 10-8-16,-6 10-14 0,1 6 3 16,5-6 1-1,-6 16-92-15,6 4-18 0,0 11-4 0,12-10-905 0</inkml:trace>
  <inkml:trace contextRef="#ctx0" brushRef="#br0" timeOffset="36925.262">18747 14031 1681 0,'-18'-5'36'0,"13"5"8"0,-1 5 2 0,-5-5 2 0,-1 6-38 0,7-6-10 0,-7 0 0 0,6 5 0 15,6-5 34-15,-5 5 5 0,-1 5 1 0,0-5 0 16,6 10-29-16,-5 0-11 0,-1 0 8 0,0 1-8 15,-5 9 0-15,5 10 0 0,0 1 0 0,-5 4 0 16,0 16 13-16,-1 0-2 0,-5 10-1 0,0-6 0 0,-6 11 3 16,6 5 1-16,-6-5 0 0,6 0 0 15,0-5 11-15,6 5 3 0,-1-11 0 0,7 1 0 16,-1-5-2-16,6-5 0 0,0-6 0 0,11 1 0 16,1-11 9-16,11 1 1 0,-1-6 1 0,1-5 0 15,6 1-20-15,5-6-4 0,0 0-1 0,0-10 0 0,6 0-12 0,0-5 0 16,0-5 0-16,0-10 0 15,5-5-40-15,1 0-2 0,0-10 0 0,-1-11 0 16,1 1-121-16,-1-11-24 0</inkml:trace>
  <inkml:trace contextRef="#ctx0" brushRef="#br0" timeOffset="37175.455">18992 14680 1209 0,'-6'5'108'0,"-6"0"-87"0,1 0-21 0,11-5 0 16,-6 5 154-16,1 5 26 0,-1 0 6 0,0 5 1 15,1 1-136-15,5 4-27 0,-6 0-6 0,6 5-1 16,0 6-5-16,0 9 0 0,0 6-1 0,0 4 0 16,0 16-11-16,0 5 8 0,6-5-8 0,-6 5 8 15,5 0-8-15,1 0 0 0,0 0 0 0,5-6 8 31,0 6-30-31,1-10-6 0,-1 0-2 0,6-10 0 0,0-6-129 0,1-4-25 0,-1-11-6 0,5-5-1 0</inkml:trace>
  <inkml:trace contextRef="#ctx0" brushRef="#br0" timeOffset="37792.85">19476 13155 403 0,'-17'-5'36'0,"-6"0"-36"0,0 0 0 0,-5 0 0 15,-1 0 240-15,1 0 40 0,-6 0 9 16,-1 0 2-16,-5 0-207 0,6 5-42 0,-6-5-8 0,0 5-2 15,1 5-20-15,-1-5-12 0,0 5 12 0,0 5-12 16,0 0 12-16,0 0-12 0,0 5 12 0,-5 11-12 16,-1-6 13-16,1 5-4 0,-1 6-1 0,0-6 0 15,1 10 4-15,-1-4 0 0,1-1 0 0,5 11 0 16,0-6 16-16,0 11 3 0,0-6 1 0,6 6 0 16,0-1-22-16,5 1-10 0,1 5 10 0,5-1-10 15,6 11 20-15,0 5-3 0,5 5 0 0,7 5 0 16,-1 5-5-16,6 5-2 0,0 5 0 0,11 0 0 15,1 0-10-15,5 11 8 0,17 4-8 0,-5-5 8 16,10 1-8-16,7-1 0 0,0 0 0 0,-1-15 0 16,12 0 0-16,0-10 0 0,0 0-9 0,0-5 9 15,0-5-10-15,0 0 2 0,6 0 0 0,5-6 0 16,0-9-1-16,1-11 0 0,-1-4 0 0,6-11 0 16,-5-4 9-16,5-11 0 0,-6-5-9 0,6-10 9 0,-11-11 0 0,0-9 0 15,-1-5 0-15,1-16 0 0,-6-10 22 0,0-4-1 16,0-6 0-16,5-10 0 0,1-10 7 0,-17 0 0 15,-1-5 1-15,-5-11 0 0,0-9-9 0,-6 5-1 16,-5-6-1-16,-12 6 0 0,-6-11-2 0,-5 6 0 16,-6 5 0-16,-17-6 0 0,0 11 9 0,0 0 2 15,-12 9 0-15,-5 6 0 0,-6 10-27 0,-11 0 0 16,-6 11 8-16,6 4-8 0,-12 0 10 0,-5 10 0 0,-1 6 0 0,-11 9 0 16,1 6-10-16,-7 5 0 15,-11 4 0-15,0 11 0 16,1 10-36-16,4 5 1 0,7 0 0 0,-6 11 0 15,5 4-128-15,7 5-25 0,-81 31-6 0,35 0-1 0</inkml:trace>
  <inkml:trace contextRef="#ctx0" brushRef="#br0" timeOffset="-161344.812">1528 8289 230 0,'0'0'20'0,"0"0"-20"16,0 0 0-16,0 0 0 0,0 0 32 0,0 0 1 15,0 0 1-15,0 0 0 0,0 0-16 0,0 0-3 16,11-10-1-16,-11 10 0 0,0 0-14 0,0 0-16 16,0 0 3-16,0 0 1 0,0 0 12 0,0 0 0 15,-11-10 9-15,11 10-9 0,-6-5 84 0,6 5 12 16,0 0 1-16,0 0 1 0,0 0 12 0,0 0 2 15,-17 5 1-15,17-5 0 0,0 0-38 0,0 0-8 16,0 0-2-16,0 0 0 0,0 0-22 0,0 0-5 16,0 0-1-16,0 0 0 0,0 0-14 0,0 0-3 15,6 10-1-15,5 5 0 0,-11-15-9 0,17 10-2 16,-5-5 0-16,5 0 0 0,6 0-8 0,-6-5 8 0,0 0-8 0,0 0 8 16,0 5-8-16,6-5 0 0,-6 5 0 0,0-5-11 31,-11 0-101-31,11-5-21 0,23 0-4 0,-18 0-1 0</inkml:trace>
  <inkml:trace contextRef="#ctx0" brushRef="#br0" timeOffset="-157453.126">246 10927 1177 0,'0'0'25'0,"0"0"6"0,0 0 1 0,0 0 2 0,0 0-34 0,0 0 0 0,0 0 0 0,0 0 0 16,0 0 48-16,17 0 4 0,0-5 0 0,-11 5 0 15,11 0-29-15,0 0-6 0,6 0-1 0,-18 0 0 16,13 0-6-16,-1 0-2 0,-12 0 0 0,12 5 0 16,-5-5 19-16,-12 0 3 0,17 5 1 0,-11 0 0 15,11 5-31-15,-17-10 8 0,0 0-8 0,5 6 0 16,-5-6 17-16,18 10 1 0,-18 0 0 0,0-10 0 0,0 0 6 0,5 15 2 16,-5-5 0-16,0 5 0 0,-5-5 7 0,5 6 2 15,0-6 0-15,-6 5 0 0,6-15-6 0,-12 10-1 16,7 5 0-16,-12-5 0 0,11 6-12 0,-11-1-2 15,5-5-1-15,-5 0 0 0,12 0-4 0,-12 0-1 16,11-5 0-16,-11 0 0 0,17-5 0 0,-6 5 0 16,-11 1 0-16,17-6 0 0,0 0-8 0,0 0 0 15,0 0 0-15,0 0 0 0,0 0 0 0,0 0-16 16,0 0 4-16,0 0 1 0,0 0 11 0,17 10 0 16,-17-10 0-16,6 5 0 0,-6-5 0 0,17 5 0 15,-17-5 0-15,17 5 0 0,-6 5 0 0,6 0 0 0,-5-5 0 0,5 5 0 16,-11 0 0-16,-1-5 0 15,7 6 0-15,-12-1 0 0,5 5 0 0,7-5 0 16,-6 5 0-16,-6-5 0 0,0 6 9 0,0-1-9 0,5-10 12 0,7 10-12 16,-12 0 0-16,0 0 0 0,0 1 0 0,0-6 0 15,-12 5 0-15,12-5 12 0,-5 0-4 16,5 5-8-16,-18-4 12 0,13-1-4 0,-7 0 0 0,7 0-8 16,-12 0 14-16,-1 0-4 0,13-5-1 0,-12-5 0 15,-6 0-9-15,6-5 12 0,0 0-12 0,-6 0 12 16,6 0-22-16,0-5-4 0,0 0-1 0,11 0 0 15,-17-1-55-15,12 6-11 0,5-5-3 0</inkml:trace>
  <inkml:trace contextRef="#ctx0" brushRef="#br0" timeOffset="-156768.531">884 10988 900 0,'0'0'40'0,"0"0"8"0,0 0-39 0,0 0-9 15,0 0 0-15,0 0 0 0,0 0 55 0,0 0 9 0,0 0 1 0,0 0 1 16,0 0 1-16,0 0 0 0,0 0 0 0,0 0 0 15,0 0-15-15,0 0-2 0,-17-5-1 0,17 5 0 16,0-5-25-16,0 5-6 0,-17-10-1 0,17 10 0 16,-6-5 4-16,6 5 1 0,-11-10 0 0,11 10 0 15,-6 5 17-15,-11-5 3 0,11 0 1 16,-11 0 0-16,6 5 5 0,5-5 0 0,0 0 1 0,-11 5 0 16,0 0-24-16,0 0-5 0,17-5 0 0,-6 10-1 15,-5-5 0-15,5 5 0 0,-5 0 0 0,5-5 0 16,6 5-11-16,-5 6-8 0,-7-1 12 0,6-5-12 15,-5 5 11-15,11 5-11 0,-6 1 10 0,6-1-10 16,-5-5 10-16,-7 5-10 0,7 1 10 0,-7 4-10 16,6-5 12-16,6 6-4 0,0-6-8 0,0 5 12 15,0 0-12-15,0-4 11 0,0 4-11 0,6 0 10 16,6 1-10-16,-7-1 0 0,-5-5 0 0,17 6 8 0,-11-6-8 0,11 0 10 16,0 0-10-16,-11-4 10 0,11-6-10 0,0 0 10 15,0-5-10-15,6 0 10 0,0-5 2 0,11 0 1 16,-17-5 0-16,6 0 0 0,11-5-13 0,-11 0 11 15,-6-11-11-15,0 11 10 0,6-5 15 0,-6 0 3 16,-11 0 1-16,11-6 0 0,-12 6-21 0,12-5-8 16,-5 0 0-16,5 4 0 0,-17 1 0 0,6 0 0 15,-1-5 0-15,7 5 0 0,-12-1 0 0,0 1 0 16,0 0 8-16,-12 0-8 0,12 0 9 0,0-1-1 16,-5 1 0-16,-1 0 0 0,-5 0 7 0,5 0 1 15,-6-1 0-15,7 6 0 0,-12-5-4 0,11 0 0 16,-11 5 0-16,0 0 0 0,0 0-12 0,0 5 0 15,0-6-12-15,5 6 12 0,-16 0 0 0,16 0 12 0,-5 0 0 16,0 5 0-16,0-5-12 0,0 5-13 16,0 0 2-16,11 0 1 0,6 0 10 0,-17 0 0 0,11 5 0 0,6-5 0 31,0 0-77-31,0 0-17 0,0 0-3 0,0 0-963 0</inkml:trace>
  <inkml:trace contextRef="#ctx0" brushRef="#br0" timeOffset="-151378.177">1545 8203 345 0,'0'0'31'0,"0"0"-31"16,0 10 0-16,0-10 0 0,0 0 116 0,0 0 18 16,0 0 3-16,0 0 1 0,0 0-67 0,0 0-14 15,0 0-2-15,0 0-1 0,0 0 2 0,0 0 0 16,0 0 0-16,0 0 0 0,-6 5 4 0,6-5 2 15,0 0 0-15,0 0 0 0,0 0-1 0,0 0 0 16,0 0 0-16,0 0 0 0,-11-10-14 0,11 10-3 0,0 0-1 0,-6-10 0 16,6-11-12-16,0 1-3 0,0 5 0 15,0 0 0-15,0 0-17 0,0-1-11 0,0 16 12 0,0-15-12 16,0-5 40-16,6 0 2 0,-6 10 0 0,0-6 0 16,11-9-26-16,-5 10-6 0,-6 0-1 0,0-6 0 15,0 1 3-15,0 0 0 0,6 5 0 0,-6-11 0 16,11 6-12-16,-11 0 0 0,0 0 0 0,6-1 0 15,5 1 33-15,-5 0 2 0,-6 0 0 0,0-1 0 16,0 1-15-16,6 5-4 0,5-5 0 0,-5 4 0 16,5-9-8-16,-5 5-8 0,5 0 9 0,-5-6-9 15,11 6 8-15,-17-5-8 0,0 4 0 0,6-4 9 16,11 5-9-16,-12 0 10 0,7-1-10 0,-6 6 10 0,5-5-10 16,-5 5 0-16,5-5 0 0,-5-1 0 0,-6 1 0 0,17 5 0 15,-11-5 0-15,11-1 0 0,-17 1 0 16,17 5 0-16,-12-10 0 0,7 4 0 0,-1 1 53 15,1 0 9-15,5-6 2 0,0 1 0 16,-6 5-76-16,6 0-14 0,0-6-3 0,0 11-1 0,1 0 30 0,4-5 0 16,-5-1 0-16,-11 1 0 0,11 0 8 0,0 5-8 15,0-6 12-15,-11 1-12 0,11 0 10 0,0 0-10 16,0-1 8-16,-5 1-8 0,5-5 0 0,-6 5 8 16,12-1-8-16,-6 1 0 0,0-5 0 0,6 4 0 0,-6-4 8 0,6 5-8 15,-17-5 0-15,11 4 0 16,5 6 0-16,7-5 0 0,-12 0 0 0,-6-1 0 15,18 1 0-15,-6 5 8 0,-6-5-8 0,6 4 0 0,11 1 0 0,-11 0 0 16,-6-5 0-16,5 5 0 0,13-6 0 0,-13 1 0 16,1 0 0-16,11 10 0 0,6-11 0 0,-11 1 0 15,-1 5 0-15,12-5 0 0,-11 5 0 0,5-6 0 16,0 1 0-16,-5 0 0 0,-1 10 0 0,1-11 0 16,-1 1 0-16,1 10 8 0,-1-15-8 0,-5 10 0 15,0-6 0-15,-1 6 0 0,13-5 0 0,-18 0 0 16,11-1 0-16,1 6 0 0,-7-5 0 0,1 5 0 15,0-6 0-15,5 1 0 0,1 5 8 0,5 5-8 16,0-10 0-16,-11 4 0 0,11 1 0 0,-5 0 0 16,5 0 0-16,0 0 0 0,6-1 0 0,-11 6 0 15,5 0 0-15,0-5 0 0,6 0 0 0,-17 0 8 16,11-1-8-16,-6 1 0 0,1 5 0 0,-6-5 0 0,5 0 0 16,1 5-9-16,-7-6 9 0,1 6-13 0,11 0 21 15,-11 0 4-15,11 5 0 0,-11-5 1 0,11 0-13 0,-11 5 8 16,11 5-8-16,-11-11 0 0,11 6 16 0,-5 0-2 15,-7-5-1-15,7 10 0 0,-1-5-13 0,1 0 0 16,-6 5 8-16,0 0-8 0,-1-5 0 0,7 0 0 16,-1 0 0-16,-5 0 0 0,6 0 0 0,-7 5-10 15,13-5 0-15,-13 5 0 0,1-5 10 0,-6 5 0 16,6-5 0-16,0 5 0 0,5 5 0 0,-11-5 0 16,6 5 0-16,-6-5 8 0,6 5-8 0,-6 0 0 15,0-5 8-15,6 5-8 0,-17 0 14 0,17 5-2 16,-6-10 0-16,11 5 0 0,-5 0-12 0,0 0 0 15,0 5 0-15,5-5 0 0,0 6-8 0,-5-6 8 16,11 0-12-16,1 10 12 0,-13-10 0 0,1 5 0 16,6 0 12-16,-6 5-3 0,-1-4-9 0,1 4 0 15,6-5 0-15,-7 5 0 0,1 0 0 0,11 0 0 0,-17 6 0 16,6-1 0-16,-6-15 0 0,12 15 8 0,-6-10-8 16,5 6 8-16,-11-6-8 0,6 5 0 0,-6 5 0 0,0-5 0 15,6 1 0-15,-6-6 0 0,6 5-10 0,0 0 10 16,-6 0 0-16,0 6 0 0,0-6 0 0,-6 5 0 15,6-10 0-15,0 5 0 0,6-10 0 0,-11 11 0 16,5-1 0-16,-6 0 8 0,18 0-8 0,-18-5 0 16,6 5 9-16,-5 1-9 0,5-1 0 0,-6 0 9 15,6 0-9-15,0 0 0 0,6 6 0 0,-6-16 8 16,-5 10 2-16,10 0 0 0,-5 0 0 0,6 1 0 16,-6-1-10-16,0 0 0 0,-5 5 0 0,5 0 0 0,0-9 0 15,6 4 0-15,-6 5 0 0,0-5-11 0,6 0 11 0,-6 1 0 16,0-1 8-16,0 0-8 15,0 10 0-15,6-10 0 0,-17-4 0 0,5 4-8 0,0 10 8 16,1-10 0-16,5 6 0 0,-6-6 0 0,-5-5 0 0,0 0 11 16,11 0-3-16,-12 5 0 0,7-5-8 0,-6 6 0 15,11-1 0-15,-17 0 0 0,0-15 0 0,17 10 0 16,-6 5 0-16,1 1 0 0,5-1 0 0,-12 5 0 16,7-5 0-16,-12 0 0 0,5 1 0 0,12-1 0 15,-17 5 0-15,6-5 8 0,6 0-8 0,-12 6 0 16,5-6 0-16,1 0 0 0,5 0 0 0,-5 0 0 15,5 1 0-15,-5-1 0 0,6 0 0 0,-1 0 0 16,0 0 0-16,-5 1 0 0,5-1 0 0,1-5 0 16,-6 5 0-16,5-5 0 0,0 5 11 0,-5 11 0 0,5 4 0 15,-5-10 0-15,11-15-11 0,-11-5-16 0,5 11 4 16,-5-1 1-16,5 0 11 0,1 5 0 0,-1 10 0 0,-5-9 0 16,5-6 0-16,-5 5 0 0,0 15 0 15,5-10 0-15,6-20 0 0,-17 11 0 0,12 4 0 0,-7-5 0 16,7 0 12-16,-1 0-3 0,6-5 0 0,-17 10 0 15,12 1-9-15,-1-11-12 0,6 10 2 0,-11 0 1 16,5-5 9-16,-5 0 0 0,0 6 0 0,5-6 0 16,-5 5 0-16,5 0 0 0,-5 0 0 0,11 0 0 15,-17-4 0-15,5 9 12 0,7 0-2 0,-6 0-1 16,-6-20-9-16,5 21 0 0,1 4 0 0,0-5 0 16,-6-20 0-16,0 0 0 0,0 0 0 0,17 10 0 0,0 5 0 0,-11 1 0 15,-1-1-10-15,7 5 10 0,-12 0 0 16,5-15 0-16,-5-5 0 0,0 0 0 0,12 16 0 0,-12 4 0 15,0 0 0-15,11 0 10 0,-17-15-10 0,6 6 0 16,0-1 0-16,0 0 0 0,0 0 0 0,0 0 0 16,0 5 0-16,0 0 0 0,-5-9 0 0,5 9 0 15,0-5 0-15,0 5 0 0,0-5 0 0,0 10 0 16,0 6 0-16,0-11 0 0,0-5 0 0,0 5 0 16,0-5 0-16,0 6 0 0,0 4 0 0,0-5 0 15,0-5 0-15,0-10 0 16,0 0 0-16,0 0 0 0,0 0 0 0,0 0 0 0,0 0 0 0,0 0 0 15,0 0 0-15,0 0 0 0,0 0 0 0,0 0 0 16,0 0 0-16,0 0 0 0,0 0 0 0,0 0 0 0,0 0 0 0,0 0 0 31,0 0-49-31,0 0-12 0,0 0-3 0,0-10 0 16,0 10-51-16,0 0-10 0,0-15-3 0,0 15 0 16,-12-10-102-16,12-5-21 0,-5-16-4 0,5 31-1 0</inkml:trace>
  <inkml:trace contextRef="#ctx0" brushRef="#br0" timeOffset="-150794.843">6969 7858 576 0,'-17'11'25'0,"17"-11"6"0,0 0-31 0,0 0 0 16,0 0 0-16,0 0 0 0,0 0 211 0,0 0 36 15,0 0 7-15,0 0 2 0,-11 5-118 0,11-5-23 16,0 0-5-16,0 0-1 0,0 0-19 0,0 0-4 16,0 0-1-16,0 0 0 0,0 0-19 0,0 0-4 0,0 0-1 0,0 0 0 15,0 0-48-15,0 0-13 16,0 15 0-16,0 0 0 0,0-15 45 0,0 10 4 15,0 5 1-15,11-5 0 0,-11 6-23 0,6-1-5 16,0 5-1-16,-1-5 0 0,7 0-21 0,-1-4 0 16,-5 9-12-16,5-5 4 0,1 0 36 0,-1 0 7 15,-11 1 1-15,17-1 1 0,-6-5-8 0,1 0-1 0,5-5-1 0,-11 5 0 16,16 0-42-16,-10 6-8 0,5-6-1 0,-11-5-1 16,-1 5 40-16,7-5 8 15,-12-5 1-15,0 0 1 0,17 5-25 0,-17-5 0 0,17-5 0 0,-17 5 0 16,0 0 0-16,11 0 0 0,-11 0 0 15,17 0 0-15,-17 0 0 0,12-5 0 0,-12 5 0 0,17-10 0 16,-6-5 0-16,1-1 0 0,-7 1 0 0,1 0 0 16,0-5 0-16,-1 10 0 0,-5 10 0 0,18-16 0 15,-18-9 0-15,0 10 0 0,17 0 0 0,-17 0 0 16,0-1 0-16,0 1 0 0,0 15 0 0,5-10 0 16,7-10 0-16,-12 5 0 0,11-6 0 0,-11 6 0 15,11 5 0-15,-11 0 0 0,0 10 0 0,0-10 0 0,6 0 0 16,0-6 0-16,-6 6 0 0,0 5 0 0,0 5 0 0,0-10 0 15,6 0 0-15,-6 10 0 16,0-5-46-16,0 5-14 0,0 0-4 0,0 0 0 16,0 0-22-16,0 0-5 0,0 0-1 0,0 0-993 15</inkml:trace>
  <inkml:trace contextRef="#ctx0" brushRef="#br0" timeOffset="-141510.506">3744 4192 403 0,'0'0'36'0,"0"0"-36"0,0 0 0 0,0 0 0 15,0 0 239-15,0 0 41 0,0 0 8 0,0 0 1 0,0 0-171 0,0 0-34 16,12-5-8-16,-7-10 0 0,7 5-28 0,5 0-4 16,-6-1-2-16,1 6 0 0,5 5-10 0,-6-15-1 15,1 10-1-15,5 0 0 0,-17 5 13 0,17 0 2 16,-6-10 1-16,-11 10 0 0,17-5-8 0,0 0-2 15,-17 5 0-15,17 0 0 0,1-5-14 0,-1 10-3 16,-17-5-1-16,22 0 0 0,-22 0 4 0,18 0 1 16,-7 5 0-16,6-5 0 0,-17 0-23 0,11 15-16 15,6-15 2-15,-11 10 1 0,11-5 13 0,-17-5 0 16,0 0 0-16,6 10 0 0,5 0 12 0,-5 6-2 16,0-11 0-16,-6 5 0 0,0 0-10 0,0 0 0 15,-6 5 0-15,0-5 0 0,-5 6 37 0,5-11 3 16,6 10 0-16,-11-5 0 0,-1 0-20 0,12 0-4 0,-11 0-1 0,5 1 0 15,-11 4-5-15,0-5-1 0,12 5 0 0,-13-10 0 16,7 5-9-16,0 0 12 0,-1 1-12 0,7-6 12 16,-7 5-12-16,6 0 0 0,-5-5 0 0,5 0 0 15,1 5 0-15,5-5 0 0,-17 0 0 0,17 0 0 16,0-5 0-16,0 0 0 0,0 5 0 0,0-5 0 16,0 0 0-16,0 0 0 0,0 0 0 0,0 0 0 15,0 0 0-15,0 0 0 0,17 5 0 0,5-5 0 16,-4 0 8-16,-1 0-8 0,-17 0 0 0,11 5 8 15,6 1-8-15,0-1-14 0,0-5 3 0,0 15 1 16,0-15 10-16,6 10 0 0,-6-5 0 0,-11 5 0 0,11 0 0 0,-11 5 0 16,11-4 0-16,-6 4 0 15,1-5 0-15,-1 5 0 0,6 0 0 0,-11 0 0 16,0 1 8-16,-6-1 4 0,11 0 1 0,-11 0 0 0,0 5-4 16,0-4-1-16,0 4 0 0,0-5 0 0,0 0 5 0,-11 0 1 15,-1 1 0-15,1-6 0 0,5 5 7 0,-11-5 2 16,0 5 0-16,0 1 0 0,0-16 0 0,-6 10 0 15,6-5 0-15,5 5 0 0,-16-10-11 0,11 5-1 16,6-5-1-16,-18-5 0 16,18 5-30-16,-18 0-5 0,12-15-2 0,-6 10 0 15,0 0 27-15,6-11 0 0,0 6 0 0,12-5 0 16,-18 0-36-16,11 0-1 0,7-1-1 0,-7-4-793 16,7-5-158-16</inkml:trace>
  <inkml:trace contextRef="#ctx0" brushRef="#br0" timeOffset="-141045.12">4468 4111 1267 0,'0'0'56'0,"0"0"12"0,0 0-55 0,0 0-13 16,0 0 0-16,0 0 0 0,0 0 105 0,0 0 19 16,0 0 3-16,6-15 1 0,-6 15-52 0,0 0-9 15,5-15-3-15,-5 15 0 0,12-5 0 0,-12 5 0 16,0 0 0-16,0 0 0 0,0-11 0 0,0 11 0 15,0 0 0-15,0 0 0 0,0 0 0 0,0 0 0 16,0 0 0-16,0 0 0 0,0 0-51 0,0 0-13 16,0 0 0-16,0 0 0 0,5 16 54 0,7-1 8 15,-12 0 2-15,0 10 0 0,6 1-64 0,-1-1 0 16,-5 0-9-16,12 1 0 0,-12 4 9 0,0 0 11 16,5-4-3-16,7 4 0 0,-12 1-8 0,0-1 0 15,5-5 0-15,1 6 0 0,-6-1 0 0,12 5 0 16,-12-9 0-16,5-1 0 15,-5-5 0-15,12 1 0 0,-12-1 0 0,5 5 0 0,7-10 0 0,-12 6 0 0,0-1 0 16,11 0 0-16,0 5 0 0,-11-20-17 0,0-5 2 16,0 0 1-1,0 0-130-15,0 0-25 0,0 0-6 0</inkml:trace>
  <inkml:trace contextRef="#ctx0" brushRef="#br0" timeOffset="-140706.522">5015 4349 1666 0,'0'0'74'0,"0"0"15"0,0 0-71 16,0 0-18-16,0 0 0 0,0 0 0 0,0 0 83 0,0 0 13 16,0 0 2-16,0 0 1 0,0 0-11 0,0 0-1 15,0 0-1-15,0 0 0 0,0 0-50 0,0 5-9 16,0-5-3-16,0 20 0 0,0-20 32 0,0 11 7 16,0 4 1-16,0-10 0 0,0-5-56 0,0 0-8 15,-11 15 0-15,11-15-10 0,11 10 10 0,-11-10 0 16,-11 10 0-16,11-10 0 15,0 0-112-15,0 0-21 0,0 0-4 0</inkml:trace>
  <inkml:trace contextRef="#ctx0" brushRef="#br0" timeOffset="-136753.266">3083 17242 1267 0,'0'0'28'0,"0"0"5"0,0 0 2 0,0 0 1 0,0 0-36 0,0 0 0 16,0 0 0-16,0 0 0 0,0 0 70 0,0 0 7 16,0 0 2-16,0 0 0 0,0 0-24 0,0 0-5 15,0 0-1-15,12 5 0 0,-12-5 3 0,17 5 1 16,-6 0 0-16,1-5 0 0,-12 0-14 0,17 5-3 16,6-5-1-16,-6 5 0 0,-17-5-6 0,17 0-1 15,6 0 0-15,-6 5 0 0,5-5-8 0,-4 0-1 0,-1 0-1 0,-6 5 0 16,6-5-18-16,0 0 0 0,6 0-11 0,-6 0 11 15,6 0 0-15,-6 0 0 0,0 0 0 0,0 0 0 16,6-5 0-16,-6 5 0 0,0 5 0 0,0-5 0 31,-11 0-58-31,11 6-5 0,-17-6-1 0,6 0 0 16,-6 0 0-16,0 0 0 0,0 0 0 0,0 0 0 0,0 0-102 16,0 0-21-16,0 0-4 0,0 0-385 0</inkml:trace>
  <inkml:trace contextRef="#ctx0" brushRef="#br0" timeOffset="-136261.107">3112 17546 1036 0,'0'0'46'0,"0"0"10"0,0 0-45 0,0 0-11 0,0 0 0 0,0 0 0 15,0 0 104-15,0 0 20 0,0 0 3 0,0 0 1 16,0 0-60-16,0 0-12 15,0 0-3-15,0 0 0 0,0 0-9 0,6 10-3 0,-6-10 0 0,0 0 0 16,0 0-1-16,0 0-1 0,17 10 0 0,-17-10 0 16,17 5 15-16,-17-5 3 0,17 5 1 0,-11 0 0 15,-6-5-1-15,17 5 0 0,0-10 0 0,6 10 0 16,-18-5 12-16,12 0 3 0,0-5 0 0,1 5 0 16,4 0-72-16,-5 0-15 0,6 0-2 0,0 0-1 15,-6 0 18-15,6-5 0 0,5 5 0 0,-11 0 0 16,6-5 18-16,-6 5-2 0,6 0-1 0,-6 0 0 15,-11 0-26-15,5 0-5 0,-5 0 0 0,-6 0-1 16,0 0 27-16,17 0 6 0,-17 0 0 0,6 0 1 16,5 0-65-16,-11 0-12 0,0 0-4 0,0 0 0 0,0 0 52 0,0 0 12 15,12-5 0-15,-12 5 0 16,0 0-105-16,0 0-19 0,0 0-3 0,0 0-820 16</inkml:trace>
  <inkml:trace contextRef="#ctx0" brushRef="#br0" timeOffset="-132986.998">4576 16862 1267 0,'0'0'56'0,"0"0"12"15,0 0-55-15,0 0-13 0,0 0 0 0,0 0 0 0,0 0 105 16,0 0 19-16,0 0 3 0,0 0 1 0,0 0-40 0,0 0-7 16,0 0-1-16,0 0-1 0,0 0-24 0,0 0-5 15,0 0-1-15,0 0 0 0,0 0 12 0,0 0 3 16,12 15 0-16,-12 1 0 0,5-1-24 0,-5 5-4 16,12 0 0-16,-12 6-1 0,0 4-9 0,5 0-2 15,-5 6 0-15,0-1 0 0,6 6-15 0,5-1-9 16,-11 6 10-16,-11-1-10 0,11 1 0 0,0 0 0 15,11 4 0-15,-11-4 0 0,-11-6 36 0,11 6 0 16,11-6 1-16,-11-4 0 0,0 4-8 0,0-4-1 16,0-6-1-16,0 1 0 0,0-6-38 0,0 0-7 15,0-4-2-15,6-6 0 0,-6-5 20 0,0-10 0 0,0 0 0 16,0 0 0 0,0 0-18-16,0 0-10 0,0 0-1 0,0 0-1 15,0 0-126-15,12-15-24 0,-12-6-6 0,0 6-832 0</inkml:trace>
  <inkml:trace contextRef="#ctx0" brushRef="#br0" timeOffset="-132390.887">5249 16867 576 0,'0'0'51'0,"0"0"-41"16,0 0-10-16,0 0 0 0,0 0 161 0,0 0 31 15,0 0 5-15,0 0 2 0,0 0-114 0,0 0-22 16,0-10-5-16,0 10-1 0,0 0-8 0,0 0-1 0,0 0-1 0,0 0 0 16,0 0 18-16,0 0 4 0,0 0 1 0,0 0 0 15,0 0 5-15,0 0 1 0,0 0 0 0,0 0 0 16,0 0-18-16,0 0-3 0,0 0-1 15,0 0 0-15,0 15 15 0,0 1 3 0,0-1 1 0,0 5 0 16,0 0-73-16,0 6-22 0,0-6-1 0,0 10 0 16,0 1 23-16,-12-1 15 0,12 5-3 0,0-4 0 15,-6 4-3-15,6 1-1 0,0 4 0 0,0 1 0 16,0-1-8-16,0 1 0 0,0-6 9 0,0 6-9 16,0-6 0-16,0 1 0 0,0-6 0 0,0 5 0 15,0-4 28-15,6-1 2 0,-6-4 0 0,12-1 0 16,-12-5-22-16,0 0-8 0,0 1 0 0,0-6 9 15,0 5-9-15,0-5 8 0,0 0-8 0,0-4 8 16,0 4-8-16,-12-5 0 0,12-10 0 0,0 0 0 16,0 10-28-16,0-10-7 0,0 0-1 0,0 0-1 15,0 0-73-15,0 0-14 0,0 0-4 0,0 0 0 16,0 0-82-16,0 0-17 0</inkml:trace>
  <inkml:trace contextRef="#ctx0" brushRef="#br0" timeOffset="-131730.988">5835 17004 1267 0,'0'0'56'0,"0"0"12"0,0 0-55 0,0 0-13 15,12-10 0-15,-12 0 0 0,0-5 54 0,0 15 8 16,5-11 2-16,-5 11 0 0,6-5 16 0,-6 5 3 16,0 0 1-16,0 0 0 0,0 0-15 0,0 0-2 15,0 0-1-15,0 0 0 0,0 0-3 0,0 0-1 16,0 0 0-16,0 0 0 0,0 0-11 0,6 11-3 0,5-1 0 0,-11 5 0 16,0 0-14-16,0 5-3 0,12 1-1 0,-12 4 0 15,0 0 0-15,0 0 0 0,0 6 0 0,5-1 0 16,-5 1-30-16,0 4 8 0,0 6-8 0,0-6 0 15,0 6 14-15,0-1 0 0,12-4 0 0,-12 4 0 16,0-5-5-16,5 1-1 16,1-1 0-16,-6-4 0 0,0-1-8 0,0 1 0 0,0-1 9 0,0-5-9 31,0 1-16-31,0-6-8 0,0 5-2 0,12-10 0 0,-12 1 34 0,0-6 8 0,0-10 0 0,0 0 1 16,0 0-53-16,0 0-10 0,0 0-2 0,0 0-1 15,0 0-139-15,0 0-28 16,0 0-6-16</inkml:trace>
  <inkml:trace contextRef="#ctx0" brushRef="#br0" timeOffset="-131371.324">6474 17389 1497 0,'0'0'32'0,"0"0"8"0,0 0 0 0,0 0 4 0,0 0-36 0,0 0-8 0,0 0 0 0,0 0 0 16,0 0 53-16,0 0 9 0,0 0 2 0,0 0 0 15,0 0-52-15,0 0-12 0,0 10 0 0,-6 0 0 16,6 0 54-16,-12 0 8 0,7 1 2 0,5-1 0 15,0-10-24-15,0 0-4 0,0 10 0 0,0-10-1 16,0 0-23-16,0 0-4 0,0 0 0 0,0 0-8 16,0 0 8-16,0 0-8 0,0 0 0 0,0 0 0 15,0 0 0-15,0 0 0 0,0 0 0 0,0 0 0 16,0 0-52-16,5-10-4 0,7 0 0 0,-6-1-822 16</inkml:trace>
  <inkml:trace contextRef="#ctx0" brushRef="#br0" timeOffset="-130851.293">7134 17009 1209 0,'0'0'108'0,"0"0"-87"15,0-5-21-15,0 5 0 0,12-10 120 0,-12 0 19 16,6-5 4-16,-6 15 1 0,5-11-85 0,-5 11-17 16,0 0-3-16,0 0-1 0,0 0-10 0,0 0-1 0,0 0-1 15,0 0 0-15,0 0 32 0,0 0 6 0,0 0 2 16,0 0 0-16,0 0-4 0,0 0-1 15,-5 16 0-15,5-1 0 0,0-5 3 0,0 5 1 0,-6 0 0 0,6 1 0 16,-12 4-52-16,12 0-13 0,-5 5 0 0,-7 1 0 16,7-1 0-16,-1 0 0 0,-5 6 0 0,5 4 0 15,6-4 0-15,-11 9 0 0,-1-5 0 0,1 1 0 16,5-1 54-16,-5 1 8 0,5 4 2 0,6-4 0 16,-11-6-64-16,5-4 0 0,0 4-9 0,6-5 0 15,-11-5 9-15,11 1 11 0,11-1-3 0,-11-5 0 16,0 0-8-16,0 1 0 0,0-6 0 0,12 0 0 15,-12-10 14-15,11 10-2 0,6-5-1 0,-6-5 0 16,1 0-11-16,5-5-16 0,0 0 4 0,11 0 1 16,-5 0 11-16,6 0 0 0,-6-5 0 0,11 4 0 0,-17-4 0 15,6 0 0-15,-6 5 0 0,6 0 0 0,-6 0 0 0,0 5 0 16,-6-5 0-16,-11 5 0 16,17 0-53-16,-5 0-9 0,10 0-2 0,-16 0 0 15,5 0-70-15,1 0-14 0,-12 0-4 16,11 0-541-16,6 0-109 0</inkml:trace>
  <inkml:trace contextRef="#ctx0" brushRef="#br0" timeOffset="-130473.114">7465 17450 864 0,'0'0'76'0,"0"0"-60"0,0 0-16 0,0 0 0 15,0 0 208-15,0 0 38 0,11-5 8 0,-11 5 2 16,0 0-151-16,0 0-29 0,0 0-7 0,0 0-1 16,0 0-8-16,0 0-3 0,0 0 0 0,0 0 0 15,6 5-1-15,0 5-1 0,-6 5 0 0,5 0 0 16,1 5-12-16,0 1-3 0,5-1 0 0,-11 0 0 15,6 11-12-15,-6-6-4 0,11 0 0 0,-11 6 0 16,0-1-6-16,0 0-2 0,6 1 0 0,-6-6 0 16,6 0-5-16,-6 1-2 0,0-6 0 0,5 5 0 15,-5-4-9-15,6-6 0 0,-6 5 9 0,6-5-9 16,-6 0 0-16,0-5 0 0,0 6 0 0,0-16 0 16,0 0-24-16,0 0-2 0,0 0-1 0,0 0 0 15,0 0-93-15,0 0-20 0,0 0-3 0,11-5-558 16,-5 0-112-16</inkml:trace>
  <inkml:trace contextRef="#ctx0" brushRef="#br0" timeOffset="-129066.257">9038 17419 1324 0,'0'0'59'0,"0"0"12"0,0 0-57 0,11-5-14 16,-5-5 0-16,-6 0 0 0,0 10 41 0,11-5 6 16,-11 5 1-16,0-10 0 0,0 10 10 0,0-10 2 15,0 10 1-15,0-11 0 0,0 6-12 0,0 5-2 16,0-10-1-16,-11 5 0 0,5 0-1 0,0 0 0 16,1 0 0-16,-1 0 0 0,0 5-5 0,-5 0 0 15,-6 0-1-15,5 0 0 0,1-5-4 0,5 5-1 16,-17 5 0-16,6-5 0 0,6 0-6 0,-6 0-2 0,-6 0 0 0,6 5 0 15,0 0-17-15,5 0-9 16,-5 0 10-16,-5 5-10 0,10 0 0 0,6 6 0 0,-11 4 0 16,6 0 0-16,0 0 28 0,-7 6-1 15,18-1 0-15,-17 0 0 0,6 1 8 0,11 4 1 0,-6-5 1 0,1 11 0 32,5-6-55-32,0 1-11 0,0-1-3 0,5 0 0 0,1-4 32 0,11 4 0 0,0-5 8 0,-5 1-8 15,-1-6 28-15,17-5-2 0,-10-5 0 0,10 0 0 31,6-4-72-31,0-6-14 0,6 0-4 0,0-11 0 16,0 1-71-16,-6-5-14 0,0 0-3 0,-5-5-771 0</inkml:trace>
  <inkml:trace contextRef="#ctx0" brushRef="#br0" timeOffset="-128272.18">9322 17450 1497 0,'0'0'32'0,"0"0"8"0,0 0 0 0,0 0 4 0,-5-5-36 0,5 5-8 15,0 0 0-15,0 0 0 0,-6-11 53 0,6 11 9 0,0 0 2 0,0 0 0 16,0 0 14-16,0 0 3 16,0 0 1-16,0 0 0 0,0 0-28 0,0 0-6 15,0 0 0-15,0 0-1 0,0 0 13 0,0 0 2 16,0 0 1-16,0 0 0 0,6 21-20 0,-1-6-4 15,1 5-1-15,-6 0 0 0,6 6-10 0,0-1-1 16,-6 5-1-16,5 1 0 0,-5 4-26 0,0 1 0 0,0-6 0 0,0 6 0 16,0-1 0-16,0-5 0 0,0-4 0 15,0-1 0-15,12-5 0 0,-12 1 0 0,0-1 0 16,0-5 0-16,0-15 0 0,0 0 0 0,0 0 0 0,0 0 0 16,0 0 0-16,0 0 0 0,0 0 0 0,0 0 0 15,0 0 0-15,5-15 0 0,1 0 0 0,-6-1 0 16,6-9 0-16,-1 5 0 0,1-11 0 0,-6 6 0 15,12-10 0-15,-7 9 0 0,1-9 0 0,0 10 0 16,-1-6 0-16,1 6 0 0,0 5 0 0,5-6 0 16,0 6 0-16,-5 5 0 0,6 0 0 0,-7 5 0 15,12-6 0-15,-5 6 0 0,-7 0 0 0,7 0 0 16,-1 5 0-16,6 0 0 0,-17 0 0 0,17 0 0 16,-5 0 0-16,-1 5 10 0,6 0-2 0,-5 0-8 15,5-5 0-15,-6 5 0 0,6 5 0 0,-5 0-9 16,-1-5 9-16,0 5 0 0,-5 5 0 0,6 0 0 0,-1 5 0 15,6 11 0-15,-11-6 0 0,-1 5 0 0,7-5 0 0,-6 6 0 16,5-1 0-16,-11 5 0 0,6-4 0 0,-6-1 0 16,0 5 0-16,5-9 0 0,1 4 0 0,0-5 0 15,-12 1 0-15,6-6 0 0,0-5 0 0,0 0 0 16,0 0 0-16,0-10 0 0,0 0 0 0,0 0 0 16,0 0 0-16,0 0 0 0,0 0 0 0,11-15 0 15,1-5 0-15,5-1 0 0,-17 1 0 0,11-5 0 16,1-6 0-16,5 1 0 0,-11 0 0 0,5-1 0 15,12 1 0-15,-6 0 0 0,0-1 0 0,6-4 0 16,-12 4 0-16,18 1 0 0,-18 5 0 0,6 9 0 16,12-4 0-16,-18 5 0 0,6 5 0 0,0 0 0 15,-5 5 0-15,5 0 0 0,-6 5 0 0,6 0 0 16,0 5 0-16,0-5 0 0,-5 10 0 0,-1 5-13 16,6-5 5-16,0 10 8 0,-5 1 0 0,-1 4 0 15,-5-5 9-15,5 5-1 0,1 1-8 0,-1-1 0 0,0 0 0 16,1 6 0-16,-1-11 0 0,-11 5 0 0,6 1 0 0,-6-6 0 15,6 5 0-15,-1-4 0 0,-5-1 0 0,0 0 0 16,0-5 0-16,0 0 0 0,6-4 0 0,-6-11 0 16,0 0 0-16,-6 10 0 0,6-10-11 0,0 0 11 15,0 0-121-15,0 0-19 16,0 0-3-16,0 0-882 0</inkml:trace>
  <inkml:trace contextRef="#ctx0" brushRef="#br0" timeOffset="-67984.735">7716 17045 345 0,'0'0'31'0,"0"0"-31"16,0 0 0-16,0 0 0 0,0 0 133 0,0-6 21 16,-6-4 4-16,6 10 1 0,6-10-65 0,-6 5-13 15,-6-5-2-15,6 10-1 0,0-10-16 0,0 10-3 16,6-5-1-16,5-5 0 0,-11 0 5 0,11 5 1 15,-5-1 0-15,0-4 0 0,-6 10-8 0,17-5 0 16,-17-5-1-16,11 0 0 0,1 0-19 0,5 0-3 0,0 0-1 0,-6-1 0 16,6-4-8-16,1 10-3 0,-1-5 0 0,0 0 0 15,0 0-11-15,6 5-2 16,-18-5-8-16,12 10 12 0,0-5 4 0,1 0 0 0,-1 5 0 0,-6-6 0 16,0 6 4-16,7 0 0 0,-7 0 1 0,6 0 0 15,-17 0-11-15,17 6-2 0,-17-6-8 0,17 10 12 16,-17-10 1-16,23 10 0 0,-12 0 0 0,6 5 0 15,-5-5-13-15,5 0 0 0,-11 6-9 0,5-1 9 16,-5 0 8-16,5 0 7 0,-11-5 1 0,0 5 1 16,6-4 3-16,-6 4 0 0,0 0 0 0,0 0 0 15,-6 0 4-15,6 6 2 0,0-1 0 0,-11-5 0 16,11 5-7-16,-6-5-2 0,0 11 0 0,1-6 0 16,-1 0-9-16,0 1-8 0,6 4 9 0,-11-5-9 15,5 5 8-15,0-4-8 0,-5 4 0 0,5 0 9 0,-5 1-9 16,5 4 0-16,-5-5 0 0,0 6 8 0,11-6-8 15,-18 0 0-15,1 6 0 0,6-6 0 16,0 0 0-16,-1-4 8 0,6-1-8 0,-11 5 0 16,0-4 0-16,12-1 8 0,-7 0-8 0,1 5 0 0,5-4 20 0,0-6 0 15,1 5-1-15,5 0 0 0,-12-4-19 0,7 4 0 16,-7-5 0-16,6 0 0 0,1 0 0 0,5 1 0 16,0-1 0-16,0-5 0 0,0-10 0 0,0 15 0 15,0-5 0-15,0-10 0 0,0 15 8 0,0-15-8 16,0 0 12-16,0 10-12 0,0-10 0 0,0 0 0 15,0 11 0-15,0-11-12 0,0 0 12 0,0 0 0 16,5 10 0-16,-5-10 0 0,0 0 0 0,0 0 0 16,0 0 0-16,0 0 0 0,0 0 0 0,0 0 0 0,6 5 0 0,-6-5 0 15,0 0 0-15,0 0 0 0,0 0 0 0,29 5 0 16,-18 0 0-16,6-5 0 0,12 0 0 16,-7 0 0-16,-4 0 0 0,4 0 0 0,13 0 0 0,-13 0 0 15,-5 0 0-15,12 0 0 0,-6 0 0 0,5 0 0 16,-11 0 18-16,0 0 6 0,6 5 2 0,-6-5 0 15,6 0-26-15,-6 0 8 0,-5 0-8 0,5 0 0 16,-6 0 0-16,0 0 0 0,1 0 8 0,5 0-8 16,-17 0 0-16,6-5 0 0,-6 5 9 0,0 0-9 15,0 0 0-15,0 0 0 0,0 0 0 0,11 0 8 16,-5-5-8-16,-6 5-10 0,11-5 10 0,-11 5-13 16,0 0-27-16,0 0-4 0,0 0-2 0,0 0 0 15,0 0-118-15,6-5-23 0</inkml:trace>
  <inkml:trace contextRef="#ctx0" brushRef="#br0" timeOffset="-59010.021">5619 3949 849 0,'0'0'37'0,"0"0"9"0,0 0-37 0,0 0-9 16,0-15 0-16,0 15 0 0,0 0 17 0,0 0 2 0,0-10 0 0,0 10 0 16,6-10-6-16,-6 4-1 0,0 6 0 0,11-10 0 15,-11 10-12-15,0-10 0 0,6 0 0 0,-6 10 0 16,11-10 35-16,-11 10 4 0,0-5 1 0,0 5 0 16,0 0 19-16,0 0 4 0,0 0 1 0,0 0 0 15,0 0 9-15,0 0 3 0,0 0 0 0,0 0 0 16,0 0-13-16,0 0-3 0,0 0 0 0,0 0 0 15,0 0-4-15,0 0 0 0,-11 15-1 0,5 0 0 16,6 0-12-16,-11 1-3 0,5 9 0 0,6-10 0 16,-6 5-6-16,6 1-2 0,0 4 0 0,0 0 0 15,0 1-2-15,0 4-1 0,0-5 0 0,0-9 0 16,0 4-4-16,-11 5-1 0,11-5 0 0,-6 1 0 0,6-1-4 16,0-5 0-16,0 10-1 0,0-14 0 15,0 4-11-15,0-5-8 0,0 5 12 0,0-5-12 0,0-10 8 16,17 15-8-16,-17-15 0 0,23 11 0 0,-17-6 0 15,11 5 0-15,-6-10 0 0,12 5 0 0,-6 0 0 0,-11 0 0 16,11-5 0-16,0 5 0 0,-6-5 0 0,6 0 0 16,12 0 8-16,-6-5-8 0,-6 0 0 0,0 5 0 15,6-5-8-15,-6 0 8 16,6 5-103-16,-6-10-14 0,0 5-3 0,6-6-896 0</inkml:trace>
  <inkml:trace contextRef="#ctx0" brushRef="#br0" timeOffset="-58651.464">5944 4055 806 0,'0'0'72'15,"0"0"-58"-15,0 0-14 0,0 0 0 16,0 0 145-16,0 0 27 0,0 0 4 0,0 0 2 16,0 0-71-16,0 0-15 0,0 0-2 0,0 16-1 15,0-6-21-15,0 0-5 0,0 0-1 0,0 5 0 16,0 5-6-16,0-10-2 0,0 6 0 0,0 9 0 16,0-15-10-16,5 5-3 0,-5 11 0 0,0-11 0 0,0 5-12 0,0 5-2 15,0 1-1-15,0-11 0 0,0 5-8 0,0 0-2 16,-5 1 0-16,5-1 0 0,-12 0-6 0,12 6-2 15,-5-6 0-15,5 5 0 0,0 0-8 0,-12-9 0 16,12 4 9-16,0-5-9 0,0 0 0 0,12 0 0 16,-12-9 0-16,0 4 8 0,0-10-21 0,0 0-4 15,0 0-1-15,0 0-720 16,5-21-144-16</inkml:trace>
  <inkml:trace contextRef="#ctx0" brushRef="#br0" timeOffset="-57923.317">6320 3959 1497 0,'0'0'32'0,"0"0"8"0,0 0 0 0,0 0 4 16,0 0-36-16,0 0-8 0,0 0 0 0,0 0 0 0,0 0 75 0,11-10 13 16,-11 0 2-16,6 0 1 0,11 5-15 0,-11-11-2 15,5 1-1-15,6 0 0 0,6 0-17 0,-6 0-4 16,-11 5-1-16,11-11 0 0,0 6-12 0,-6 5-3 15,6 5 0-15,0-15 0 0,-5 15-9 0,-1-5-3 16,6-1 0-16,-5 6 0 0,-1-5-9 0,6 5-3 16,-17 5 0-16,12 0 0 0,5 0-12 0,-6-5 0 15,-11 5 0-15,0 0-10 0,11 5 10 0,-11-5 0 0,0 0 0 0,18 15 0 16,-18-5 0-16,11 6 0 0,-5-6 0 0,-1 5 8 16,1 10-8-16,5-15 12 15,-11 6-4-15,0 9 0 0,0-10 3 0,0 5 1 16,0 6 0-16,0-1 0 0,-11 0 3 0,5 1 1 15,1-1 0-15,-1 0 0 0,0 6 1 0,1-1 1 16,5-5 0-16,-18 1 0 0,18-1-3 0,-17 0-1 16,12 1 0-16,-7-1 0 0,7 0-3 0,-7-4-1 15,7 4 0-15,-7-10 0 0,6 10-2 0,1-14 0 0,-12 9 0 16,17-5 0-16,-23 0 0 0,23 0 0 0,-12-5 0 16,7 1 0-16,-12 4-8 0,5-15 10 0,12 0-10 15,0 0 10-15,-5 10-10 0,-1 5 0 0,6-15 0 0,0 0 0 16,0 0 0-16,0 0 0 0,0 0 0 0,0 0 0 15,0 0 0-15,0 0 0 0,0 0 0 0,0 0 0 16,0 0 0-16,0 0 0 0,0 0 0 0,17 0 0 16,-17 0 14-16,23 0 1 0,-6 0 0 0,6 0 0 15,-6 0-15-15,-6 0 0 0,6 0 0 0,12 0 0 16,-18-10 0-16,6 5 0 0,0 5 0 0,0-5 0 16,0 0 0-16,1 5 0 0,4 0 0 0,-5 0 0 15,-11-10 0-15,11 10 0 0,0-5 0 0,0 0-10 0,-5 5-2 0,-1-6 0 16,-11 6 0-16,6 0 0 15,-6 0-15-15,0 0-3 0,0 0-1 0,0 0 0 16,0 0-22-16,0 0-5 0,0 0-1 0,0 0 0 16,0 0-136-16,0 0-27 0</inkml:trace>
  <inkml:trace contextRef="#ctx0" brushRef="#br0" timeOffset="-48594.267">10707 8567 1476 0,'0'0'65'0,"0"0"14"0,0 0-63 0,0 0-16 16,0 0 0-16,0 0 0 15,0 0 44-15,0 0 5 0,0 0 2 0,0 0 0 0,0 0 18 0,0 0 4 16,0 0 1-16,0 0 0 0,0 0-16 0,0 0-3 15,6 11-1-15,-6-11 0 0,0 0-2 0,11 10 0 16,-5 5 0-16,5 0 0 0,1 0-19 0,-7 5-4 16,1 11-1-16,0-6 0 0,16 0-20 0,-22 6-8 0,6 4 0 15,0 1 9-15,5 4 12 0,1 1 3 16,-7 4 0-16,12-4 0 0,-17 4-24 0,12-4 9 16,-6-6-9-16,5 1 0 0,0-6 8 0,-11 1-8 15,0-1 0-15,6-15 0 16,0-5-21-16,-6-10-11 0,0 0-3 0,0 0-692 0,0 0-138 15</inkml:trace>
  <inkml:trace contextRef="#ctx0" brushRef="#br0" timeOffset="-48088.034">11060 8588 1468 0,'0'0'65'0,"-5"-16"14"0,5 6-63 0,0 10-16 0,0-10 0 0,0 0 0 15,0 10 64-15,0 0 11 0,0 0 1 0,11-5 1 16,6-10 19-16,-17 5 4 0,0 10 1 0,17-10 0 0,0-1-31 0,0 1-6 16,-5 5-2-16,5 0 0 0,0 0-22 15,0 5-5-15,-6 0-1 0,6 0 0 0,-17 0-34 0,12 5-9 16,-1 0-1-16,6 0 0 0,-17-5 39 0,12 10 8 15,-1-5 2-15,1 6 0 0,-12-11-11 0,11 10-3 16,-11-10 0-16,11 10 0 0,-5 0-25 0,0 0 0 16,-1 5-14-16,-10 1 5 0,5-16 19 0,0 15 4 15,-12-5 1-15,7 10 0 0,-1-5-15 0,0 0-8 16,-11 1 8-16,6 4-13 0,-1-5 34 0,1 5 7 0,-6 1 2 0,5-1 0 16,-16 5-14-16,17 1-2 15,5-1-1-15,-5 0 0 0,-1 0-5 0,6 6 0 16,6-6-8-16,-5 0 12 0,5 1-12 0,0-6 8 15,-6 0-8-15,12-4 0 0,-1-1 11 0,1-5-11 0,-6-10 12 16,0 0-12-16,23 5 9 0,-12-5-9 0,6-5 0 0,0 0 9 16,6-5-9-16,6 0 0 0,-6-6 0 0,5 1 0 15,1 0 0-15,-1 0 0 0,1 0 8 0,-1 4-8 16,0 1 0-16,1 0 0 0,-6 0 0 0,0 0 0 16,-1 5 0-16,-5 0 0 0,6 0 0 0,-11-5 0 31,5 10-26-31,-12 0-4 0,7-5-1 0,-12 5 0 0,0 0-151 0,0 0-30 15</inkml:trace>
  <inkml:trace contextRef="#ctx0" brushRef="#br0" timeOffset="-47407.48">15630 8578 1393 0,'0'0'61'0,"0"0"14"0,0 0-60 0,0 0-15 15,0 0 0-15,0 0 0 0,0 0 26 0,0 0 2 16,0 0 1-16,0 0 0 0,0 0 67 0,0 0 14 16,0 0 2-16,0 0 1 0,0 0-28 0,0 0-5 15,0 0-2-15,0 0 0 16,6-11-14-16,-6 11-4 0,0 0 0 0,17 5 0 0,-6 1 8 0,0 4 0 16,-5 5 1-16,6-5 0 0,-1 5-55 0,0-5-14 15,-5 11 0-15,5-1 0 0,1 5 0 0,-6-5 0 16,-12 6 0-16,6-1 0 0,17 0 0 0,-11 1 0 15,-1-1 0-15,-5 5 0 0,0-4 0 0,6 4 0 0,-6-5 0 16,6 1 0-16,-6-6 0 0,0-5 0 16,5 0 0-16,1 1 0 15,-6-16-148-15,0 0-32 0,0 0-6 0</inkml:trace>
  <inkml:trace contextRef="#ctx0" brushRef="#br0" timeOffset="-46949.671">16029 8502 1652 0,'0'0'73'0,"0"0"15"16,0 0-70-16,0 0-18 0,0 0 0 0,0 0 0 0,0 0 43 0,0 0 5 16,0 0 0-16,0 0 1 0,0 0 13 0,0 0 2 15,11-11 1-15,6 1 0 16,-5 0-18-16,5-5-4 0,0 0-1 0,0 5 0 0,0 0 24 0,-6-1 5 15,1 1 1-15,5 0 0 0,-6 5-28 0,-11 5-6 16,0 0-1-16,17 0 0 0,-17 0-14 0,17 5-3 16,-17-5-1-16,12 10 0 0,-12-10-3 0,11 10-1 0,1 1 0 15,-1-1 0-15,-5 0-7 0,-1 0-8 16,-5 5 11-16,0-5-11 0,0-10 16 0,6 15-4 16,-6 6-1-16,0-1 0 0,0 0 0 0,0-5 0 15,-6 6 0-15,1-6 0 0,-1-5 0 0,0 5 0 16,1 0 0-16,-1 1 0 0,0-1 1 0,1 0 1 15,-7 0 0-15,6 0 0 0,-5 0 4 0,5 6 1 16,1-6 0-16,-1 0 0 0,-5 0-6 0,11 6 0 16,0-6-1-16,0 0 0 0,-6 0-2 0,6 0 0 0,0-5 0 0,0 1 0 15,0-6-9-15,0-5 10 0,0 0-10 16,0 0 10-16,0 0-10 0,17 0 0 0,6-5 0 16,-6 0 0-16,0-6 0 0,0 1 0 15,6 0 0-15,0-5 0 0,5 5 0 0,1-5 0 0,-7 5 0 16,1-1 0-16,11-4-21 0,-5 5-3 0,-6 5-1 0,-1-5 0 31,1 0-155-31,0 5-32 0,0 0-5 0</inkml:trace>
  <inkml:trace contextRef="#ctx0" brushRef="#br0" timeOffset="-45059.504">10599 6182 403 0,'5'26'36'0,"-5"-26"-36"16,0 0 0-16,0 0 0 0,0 0 119 0,0 0 17 0,0-6 3 0,0 6 1 15,0 0-46-15,6-5-9 0,-6-10-1 0,0 15-1 16,0 0-15-16,0 0-2 0,0 0-1 0,0 0 0 15,12-10-27-15,-12 10-6 0,0 0 0 0,0 0-1 16,11-10 7-16,-11 10 2 0,0 0 0 0,0 0 0 16,6-10 0-16,-6 10 1 0,5-10 0 0,7-5 0 0,-12 4-7 0,0 11-2 15,0-15 0-15,0 5 0 16,5-5 4-16,-5 0 0 0,0 0 0 0,6 4 0 16,-6-4-6-16,6 5-1 0,-6-10 0 0,5 0 0 15,1 4 0-15,6-9 0 0,-12 5 0 0,5-6 0 0,1 1 4 0,0 0 1 16,-1-6 0-16,1-4 0 0,5 5-34 15,-5-6 0-15,6 6 0 0,-7-6 0 0,7 1 24 16,-1 4-3-16,0 1 0 0,-5 0 0 0,11 4 18 16,-5 1 3-16,-7 0 1 0,12-1 0 31,-11 6-60-31,0 10-12 0,-6 10-3 0,11-10 0 0,-5-5 32 0,5 5 12 0,-11-11-1 0,12 11 0 0,-7-10-1 0,7 0 0 16,-6-6 0-16,5 6 0 0,-5 0-10 0,5-5 12 15,-5-1-12-15,5 1 12 0,6-5-12 0,-17 4 0 16,12 1 0-16,-1-11 8 0,-5-4-8 0,11 4 0 15,-6 1 0-15,1 5 0 0,16-1 0 0,-17 6 0 16,7 0 9-16,4-1-9 0,1-4 19 0,0 5-1 16,-6-1 0-16,0 1 0 0,6 5-18 0,0-1 0 15,-6 1 0-15,6 0 0 0,-1-5 0 0,1 9 0 0,-6-9 0 16,6 5 0-16,6 0 0 0,-12-6 0 0,5 6 0 16,7 0 0-16,-1 0 0 0,1-6-9 0,-1 1 9 15,-11 0-8-15,12-1 8 0,-6 1 0 0,5 5 0 0,-5-6 0 16,0 1 0-16,-6 0 0 0,6-1 0 0,-6 1 8 15,0 5-8-15,0-6 0 0,-6 11 0 0,6-10 8 16,12 5 1-16,-6-1 1 0,-6 1 0 0,6 5 0 16,-1-10-10-16,7-1 0 0,-6 6 0 0,11 5-11 15,0-10 11-15,-5 4 0 0,10-4 0 0,1 5 0 16,-6-6 0-16,1 1 8 0,-1 10-8 0,6-5 0 16,-6 10 0-16,0-16-12 0,0 11 2 0,0-5 0 15,1 5 10-15,-7-1 0 0,6 6 0 0,1-5 0 16,-7 5 0-16,1-10 0 0,5 4 0 0,-11 1 0 15,5 5 0-15,6-10 0 0,6 5 0 0,0 0 0 0,-6-1 0 16,6 6 0-16,6-10 0 0,-1 5 0 0,-5 0 0 16,6-1 11-16,5 6-3 0,-5 0 0 0,-1-5-8 0,-5 5 0 15,11-5 0-15,-11 4 0 0,0 1 0 0,-6 0-11 16,0 5 3-16,1-10 0 0,-1 5 8 0,0-5 11 16,-6 5-3-16,7-1 0 0,-1 6-8 0,0 0-11 15,0 0 3-15,6-10 0 0,0 10 8 0,6-5 11 16,-1 10-3-16,-5-5 0 0,0 5-8 0,0 0 0 15,0 0 0-15,0 0 0 0,-6 5 0 0,6-5 0 16,-6 0 0-16,6 0 8 0,-6 5-8 0,0 0 0 16,0 0 0-16,0-5 0 0,-5 5 0 0,5 5-14 15,0-10 3-15,6 5 1 0,-6 5 10 0,6 1 0 0,17-11 0 16,-11 5 0-16,-1 5 0 0,-5 0 11 16,0 0-3-16,6 5 0 0,-6-5-8 0,11 5 0 0,-11 11 0 15,5-16 0-15,-5 10 0 0,0 11-11 0,0-16 3 0,0 5 0 16,-6 0 8-16,6 1 0 0,-6 4 0 0,-5-10 0 15,5 5 0-15,0 1 8 0,0-6-8 0,0 10 11 16,-5-10-11-16,11 11 8 0,0-1-8 0,-6-10 8 16,-6 5-8-16,7 1 0 0,-1 4 0 0,0 5 0 15,0-4 0-15,0-1 0 0,0 0 0 0,-5 1 0 16,-1-11 0-16,1 10 0 0,-1 0 0 0,1 1 0 16,-6-1 0-16,-6 0 0 0,6 6 0 0,-6-1 0 15,0 6 0-15,0-1 0 0,0-5 0 0,0 1 0 16,-6-1 0-16,1 6 0 0,-1-16 0 0,1 10 0 15,-1 6 0-15,0-11 8 0,1 0-8 0,-1 6 8 0,1-6-8 16,-1 5 0-16,-5 6-12 0,-1-6 12 0,7 6 0 16,-7-6 0-16,7 6 0 0,-6-6 0 0,-1 10 0 0,7-9 0 15,-7-1 0-15,1 6 0 0,0-11 0 16,-1 16 0-16,1-16 0 0,-6 10 8 0,0-4-8 0,0-1 0 16,17 0 0-16,-11 6 8 0,-6-6-8 0,6 1 0 15,-1 9 0-15,7-15 0 0,-7 6 0 0,1 4 0 16,-6 1 0-16,6-1 0 0,5-4 0 0,-11-1 10 15,0 5-10-15,6 6 10 0,0-6-10 0,-1-4 0 16,-5 4 0-16,0-4-11 0,0-1 11 0,6-5 0 16,0 6 0-16,-6-6 8 0,5 0-8 0,-5 1 0 15,0-1 0-15,0 0 0 0,0 6 0 0,0-6 0 0,6 0 0 0,0-9 0 16,-6 4 0-16,0 0 0 0,0 5 0 0,-6-9 0 16,12-6 0-16,-6 5 9 0,-6 0-9 0,6-5 0 15,0-10 0-15,0 0 0 0,0 0 0 0,6 5 0 31,-6-5-20-31,0 0-8 0,0 0-2 0,0 0 0 16,0 0-34-16,0 0-8 0,0 0 0 0,0 0-1 0,0 0-104 0,0 0-21 0,11-5-4 16</inkml:trace>
  <inkml:trace contextRef="#ctx0" brushRef="#br0" timeOffset="-44616.088">16205 5802 1267 0,'0'0'28'0,"0"0"5"0,0 0 2 0,0 0 1 0,0 0-36 0,0 0 0 16,0 0 0-16,0 0 0 0,0 0 105 0,0 0 15 15,0 0 2-15,0 0 1 0,0 0-35 0,0 0-6 16,6 11-2-16,0-1 0 0,-6-10-20 0,5 10-4 15,1-5 0-15,0 5-1 0,0 5-15 0,-1-5-4 16,7 11 0-16,-7-1 0 0,1-5-14 0,5 5-3 16,-5 1-1-16,0-1 0 0,-1 0-8 0,7-10-2 15,-12 10 0-15,6 1 0 0,-6-11-8 0,5 5 0 16,-5-5 0-16,6 5 0 0,0-5 23 0,-1 1 2 16,-5-11 1-16,0 0 0 0,0 0-16 0,0 0-10 15,0 0 12-15,0 0-12 0,0 0 13 0,17-5-4 0,-5-6-1 0,-1 1 0 16,1 0 13-16,5 0 3 0,-6-5 0 0,6 5 0 15,-5-16-24-15,-1 6-20 0,6 0 4 0,0 5 1 16,0-11 15-16,0 6 0 0,-11 0 12 0,11 0-12 16,0 4 0-16,-5 1 0 0,-7 0 0 0,7 5 0 15,-1 0 0-15,1 5 0 0,-1-11-12 0,-11 16 3 16,0 0-31-16,0 0-5 16,0 0-2-16,0 0 0 0,0 0-90 15,0 0-19-15,0 0-3 0</inkml:trace>
  <inkml:trace contextRef="#ctx0" brushRef="#br0" timeOffset="-30862.675">16547 3240 403 0,'0'0'36'0,"0"0"-36"0,0 0 0 0,0 0 0 0,0 0 240 0,0 0 40 15,-6-5 9-15,6 5 2 0,0 0-193 0,0 0-38 16,0 0-8-16,0 0-2 0,0 0 9 0,0 0 1 16,0 0 1-16,12-5 0 0,-1 0-25 0,-11 5-6 15,12 5-1-15,-1 0 0 0,6 10 14 0,-17-15 2 16,-6 5 1-16,12 15 0 0,6-4-7 0,-7 9-2 15,1 0 0-15,0 1 0 0,-6 4-4 0,0-5-1 16,-6 6 0-16,6 4 0 0,-6-4 0 0,6-1 0 16,12-5 0-16,-7 6 0 0,-16-1-18 0,5-10-4 15,6 6-1-15,0-6 0 0,6 0-9 0,-6 0 0 16,6 1 9-16,-1-11-9 0,-5-10 0 0,0 0 0 0,0 0 0 0,0 0-12 31,0 0-131-31,23-5-26 0,-11 0-6 0,-1-11-764 0</inkml:trace>
  <inkml:trace contextRef="#ctx0" brushRef="#br0" timeOffset="-30105.008">17174 3255 1414 0,'0'0'63'0,"0"0"13"0,0 0-61 0,0 0-15 16,0 0 0-16,0 0 0 0,0 0 75 0,0 0 12 15,0 0 2-15,0 0 1 0,0 0 10 0,0 0 3 16,0 0 0-16,0 0 0 0,0 0-37 0,0 0-7 16,0-5-2-16,0 5 0 0,0 0-14 0,-6-15-3 15,1 5-1-15,5 10 0 0,-12 0-12 0,6 0-3 16,-5 0 0-16,5-10 0 0,-5 10-7 0,0 10-1 15,-1-10-1-15,6 0 0 0,-11 5-7 0,6 0-8 16,0 10 11-16,-1-10-11 0,-5 15 9 0,6-14-9 16,-6 14 0-16,5-10 9 0,1 5-9 0,-6 0 0 15,5 6 0-15,7-11 0 0,-7 5 0 0,7-5 0 16,-1 5 0-16,6-5 0 0,0 6 0 0,0-16 8 0,0 10-8 0,6 5 0 16,5-5 8-16,0 5-8 0,6-15 0 0,1 10 8 15,-1 0-8-15,0 6 0 0,0-6 9 0,-6 5-9 16,6-10 0-16,0 15 9 0,0-15-9 0,-5 5 0 15,5 1 9-15,0-1-9 0,0 5 0 16,-5-5 9-16,5 5-9 0,-6-5-12 0,6-5 2 0,-5 6 1 16,-1 4 9-16,0 0 0 0,1 0 0 0,-1 0 0 15,-5-5 0-15,-1 6 0 0,1-6 0 0,0 5 0 16,0-5 14-16,-6 5 5 0,0 0 1 0,0 1 0 16,-6 4-10-16,6-15-2 0,0-5 0 0,-17 10 0 0,5 5 1 15,1-10 0-15,-6 5 0 0,6-4 0 0,-7 4 0 16,1-10 0-16,-5 0 0 0,4 0 0 0,1 0-9 15,0-10 10-15,0 4-10 0,0 1 10 0,6-10-10 0,-6 5 0 16,-1-5 9-16,13 0-9 0,-7 5 0 0,7-6 0 16,-7 6 0-16,12-15 0 0,-5 10 0 0,5 5 0 15,5-16 0-15,7 11-8 0,-7-5 8 0,7 5-13 16,-1-6 5-16,1 6 8 0,5-10-13 0,5 5 5 16,-4-1 8-16,4 1-13 0,1 5 13 0,-6-5 0 15,6-1-10-15,0 6 10 0,-6-5 0 0,6 10 0 16,-1-10 0-16,-4 4 0 0,-7 1 0 0,6 5 0 15,-6-5 10-15,1 0-10 0,-1 5 0 0,-11-6 0 16,6 6 0-16,-6 0 0 0,0 0 0 0,0 0 10 16,0 5-10-16,-6-10 12 0,-5 4-12 0,5-4 0 15,0 5 0-15,1 10 0 0,-12-15 8 0,5 10-8 16,-5 0 12-16,6 5-4 0,-6 0-8 0,0 5 0 0,5-5 0 0,-5 5-11 31,0 10-14-31,6-5-3 0,-1 5-1 0,-5-9 0 0,11 4-137 0,-5 5-27 0,11-5-6 0</inkml:trace>
  <inkml:trace contextRef="#ctx0" brushRef="#br0" timeOffset="-29615.369">17675 3473 979 0,'0'0'87'0,"0"0"-70"16,0 0-17-16,0 0 0 0,0 0 139 0,0 0 24 15,0 0 5-15,0 0 0 0,0 0-79 0,0 0-16 0,0 0-3 0,0 0-1 16,0 0-9-16,0 0-1 16,0 0-1-16,0 0 0 0,0 0-26 0,0 0-6 15,0 0-1-15,0 0 0 0,17 15 3 0,-17-15 0 16,0 0 0-16,0 0 0 0,0 0-11 0,0 0-1 16,0 0-1-16,0 10 0 0,0 0-7 0,0-10 0 0,0 0-8 0,0 0 12 15,0 0-12-15,0 0 8 16,0 0-8-16,0 0 0 0,0 0 0 0,0 0 0 0,0 0 0 15,0 0 0-15,0 0 0 0,0 0 0 0,0 0 0 16,0 0 0-16,12 0 0 0,-12 0 0 0,0 0 0 0,0 0 0 16,0 0 0-16,0 0 0 0,0 0 0 0,0 0 0 15,0 0 0-15,0 0 0 0,0 0 0 0,0 0 0 16,0 0 0-16,0 0 0 0,0 0 0 0,0 0 0 16,0 0-98-16,0 0-16 0,11 0-3 0,1-5-794 15</inkml:trace>
  <inkml:trace contextRef="#ctx0" brushRef="#br0" timeOffset="-28005.339">18257 3275 460 0,'0'0'41'0,"0"0"-33"0,0 0-8 0,0 0 0 16,0 0 148-16,0 0 28 0,11-10 6 0,-11 10 1 15,11-10-74-15,-5 5-14 0,-6 5-3 0,0 0-1 16,0 0 3-16,0 0 1 0,0 0 0 0,-6-10 0 16,-5 5-49-16,11 5-10 0,0 0-1 0,-11-5-1 15,-7 5 8-15,7 0 2 0,11 0 0 0,-17 0 0 16,-6 5-10-16,6 0-2 0,-6 5 0 0,12-5 0 15,-1 0 0-15,1 0 0 0,0 5 0 0,-1-4 0 0,1 4-6 0,5 0-2 16,-11 0 0-16,6 5 0 0,5-10-8 16,0 5-1-16,1 11-1 0,-7-16 0 0,12 5-14 0,-5 0 11 15,-1 5-11-15,6-15 10 0,0 10-10 0,0 0 10 16,0 6-10-16,0-16 10 0,11 15-10 0,-5 0 12 16,5 5-12-16,1-10 12 0,5 0-12 0,0 6 0 15,0-6 0-15,0 5 8 16,6 0-8-16,-6 0 0 0,6 6 0 0,0-11 0 0,-6 10 0 0,5 0 0 15,1-5 0-15,-6 6 0 0,0-6 10 0,-5 0-10 16,11 5 12-16,-12-4-12 0,0-1 0 0,-5 5 0 16,5-5 0-16,-5 0 0 0,0 6 12 0,-6-11-2 15,6 5 0-15,-6-10 0 0,0 10-10 0,0-15 8 16,-12 5-8-16,1 5 8 0,-6 0 24 0,0 6 5 16,-1-11 1-16,1 0 0 0,0 0-38 0,0-5-20 15,-11 0 3-15,11 0 0 0,0 0 42 0,-1-5 9 16,-10 0 2-16,11 0 0 0,11 5-23 0,-5-16-4 15,-1 11-1-15,1-5 0 0,-6-5-8 0,11 5 0 16,6 5 0-16,-6-10 8 0,-5 5-8 0,11-6 0 0,6 6 0 16,5-5 0-16,1 5 0 0,-1-5-11 0,0 5 11 0,6-11-8 15,6 1 8-15,0 5 0 0,0-5-9 0,0-6 9 16,11 6 0-16,-11 5 0 0,-1-10 0 0,7-1 0 16,-12 6 0-16,0 0 0 0,-6-6 8 0,-5 11-8 15,6 0 0-15,-7 0 0 0,1 5 8 0,-6-5-8 16,-6 4 0-16,1 6 8 0,5 5-8 0,-12-10 8 15,1 10-8-15,-6-10 0 0,0 5 0 0,-6 0 0 16,-6 0 0-16,7 5 0 0,4 0 0 0,7 0 0 16,0-10-11-16,-6 10 11 0,-6-5-8 0,11 5 8 0,1 0-21 15,0 0 1-15,5 0 0 0,6 0 0 16,-17 0-80-16,17 0-16 0,0 0-4 0,0 0 0 16,0 0-104-16,0 0-22 0</inkml:trace>
  <inkml:trace contextRef="#ctx0" brushRef="#br0" timeOffset="-12003.869">18672 3412 518 0,'0'0'46'0,"0"0"-37"0,0 0-9 0,0 0 0 16,0 0 162-16,0 0 30 0,0 0 7 0,0 0 1 15,0 0-101-15,0 0-20 0,0 0-4 0,0 0-1 16,0 0-23-16,0 0-5 0,0 0-1 0,0 0 0 16,0 0-22-16,0 0-5 0,0 0-1 0,0 0 0 15,0 0 13-15,0 0 2 0,0 0 1 0,0 0 0 16,0 0-1-16,0 0-1 0,0 0 0 0,0 0 0 15,6 15 7-15,-6-15 2 0,-6 11 0 0,6 4 0 0,-5-5-20 0,5 5-3 16,-6-5-1-16,6 0 0 0,0-10-5 0,0 15-2 16,-6-4 0-16,6-1 0 0,0-10-9 0,0 0 0 15,0 15 0-15,0-15 0 0,0 10 0 0,0-10 0 16,0 0 0-16,0 0 0 0,6 15 0 0,-6-15 0 16,0 0 0-16,11 5 0 0,1 0 0 0,5 0 0 15,-17-5 0-15,17 0 0 0,0 0 0 0,0 0 0 16,6 0 0-16,-6 0 0 0,0 0 0 0,-5 0 0 15,10 11 0-15,-5-11 0 0,1 0 0 0,-1 5 0 16,0 0 0-16,-6 0 0 0,-11-5 0 0,12 10 0 16,10 0 0-16,-5-5 0 0,-11 5 0 0,6 0 0 15,-1 6 0-15,0-6 0 0,1 0 20 0,-7 0 4 16,1 0 2-16,6 0 0 0,-7 0-10 0,1 0-1 16,-6 6-1-16,0-11 0 0,6 15 2 0,-6-15 0 15,-6 15 0-15,0-10 0 0,6-10-7 0,-5 16-1 16,-7-6 0-16,-11 5 0 0,-5 0 16 0,5 0 2 15,6-5 1-15,6 11 0 0,-12-21-15 0,6 10-4 0,-6 5 0 0,0-10 0 16,6 5-8-16,-6 0 10 0,6-10-10 0,0 0 10 16,0 0-10-16,0 0 0 0,0-10-10 0,5 5 10 15,-5 0-41 1,0 0-3-16,0-5 0 0,6 0 0 0,-1 5-88 16,7-16-19-16,-1 11-3 0,0 0-460 0,6 0-92 0</inkml:trace>
  <inkml:trace contextRef="#ctx0" brushRef="#br0" timeOffset="-11586.436">18507 3443 1332 0,'0'0'59'0,"0"0"12"0,0 0-57 0,0 0-14 16,0 0 0-16,0 0 0 0,6-5 77 0,0-6 13 16,-1 1 2-16,1 5 1 0,0-5 8 0,-6 10 2 15,5-10 0-15,12 5 0 0,-11-10-33 0,6 10-6 0,-1 0-2 0,6-11 0 16,-6 11-9-16,7-5-1 0,-7 5-1 0,6 5 0 15,-6-10-15-15,12 5-2 0,-6 5-1 0,-11-5 0 16,-6 5-13-16,11-5-4 0,18-5 0 0,-1 5 0 16,1 5-8-16,-12-5-8 0,6-1 12 0,0 6-12 15,5-10 9-15,-11 10-9 0,0-5 0 0,0 5 9 16,6 0-9-16,-11 0 0 0,-1 0 0 0,0 0 8 16,-11 0-8-16,12 0 0 0,-7 0 0 0,-5 0 0 15,0 0-11-15,0 0-4 0,12 0-1 0,-12 0 0 16,0 0-130-16,0 0-26 0,0 0-6 15,0 0-800-15</inkml:trace>
  <inkml:trace contextRef="#ctx0" brushRef="#br0" timeOffset="-9484.441">11334 11626 230 0,'0'0'20'0,"0"0"-20"0,0 0 0 0,0 0 0 15,0 0 160-15,0 0 28 0,-6 10 6 0,6-10 1 16,0 0-82-16,-11 10-16 0,11-10-3 0,-6 10-1 0,6-10-40 16,0 0-8-16,0 0-1 0,0 0-1 0,0 0 20 0,0 0 4 15,-6 16 1-15,6-16 0 0,0 0-2 0,0 0 0 16,12 10 0-16,-1-5 0 16,6-5 10-16,0 5 3 0,6 0 0 0,-6-5 0 0,0-5-63 0,0 5-16 15,6-5 0-15,6 5 0 0,5 0 45 0,-6 0 7 16,1-10 0-16,5 10 1 0,6 0-34 0,-12 0-7 15,-5 0-2-15,0 0 0 16,0 0-10-16,-6 0 0 0,6-5 0 0,-23 5 0 16,17 0 0-16,0 5 0 0,-17-5 0 0,17 0 0 0,-17 0 0 15,11 10 0-15,-11-10 0 0,0 0 0 0,0 0-14 0,0 0-5 16,0 0-1-16,0 0 0 16,0 0-28-16,0 0-5 0,0 0-2 0,0 0 0 15,0 0-100-15,0 0-20 0,0 0-4 0,0 0-1 0</inkml:trace>
  <inkml:trace contextRef="#ctx0" brushRef="#br0" timeOffset="-8996.628">11305 11970 806 0,'0'0'36'0,"0"0"7"0,0 0-35 0,0 0-8 0,0 0 0 0,0 0 0 0,0 0 156 0,0 0 28 15,0 0 7-15,0 0 1 0,0 0-76 0,0 0-14 16,0 0-3-16,0 0-1 0,0 0-26 0,0 0-6 16,0 0-1-16,0 0 0 0,0 0-1 0,17 5 0 15,-17-5 0-15,12 6 0 0,-12-6 24 0,11 0 4 16,6 0 0-16,-5 5 1 0,-1-5-74 0,6 0-19 16,0 5 0-16,6-5 0 0,-6 5 0 0,6-5 0 15,5 0 0-15,-11 0 0 0,1 5 0 0,10-5 0 16,-5 0 0-16,5 5 0 0,-5 0 0 0,0-5 0 15,0 0 0-15,-1 0 0 0,1 0 27 0,0 5 1 16,-12-10 1-16,7 5 0 0,-1-5-29 0,-17 5 0 16,17 0 0-16,-17 0 0 15,0 0-17-15,0 0-10 0,0 0-1 0,0 0-1 0,0 0 29 0,17-5 0 16,-17 5 0-16,0 0 0 0,0 0-24 0,0 0 0 16,0 0 1-16,0 0 0 15,0 0-157-15,0 0-32 0</inkml:trace>
  <inkml:trace contextRef="#ctx0" brushRef="#br0" timeOffset="-2308.366">12593 11251 1497 0,'0'0'32'0,"0"0"8"0,0 0 0 0,0 0 4 0,0 0-36 0,0 0-8 16,0 0 0-16,0 0 0 0,0 0 51 0,0 0 8 0,0 0 1 0,0 0 1 15,11-5-2-15,-11 5-1 0,0 0 0 0,0 0 0 16,0 0 4-16,0 0 1 16,0 0 0-16,0 0 0 0,0 0 2 0,6 10 1 15,5 6 0-15,-11-1 0 0,6 0-12 0,-6 0-2 0,0 0-1 0,0 6 0 16,0 4-14-16,-6 0-2 0,-5 11-1 0,11-1 0 15,-6 1-8-15,1 4-2 0,-1-4 0 0,-5 4 0 16,5 1-11-16,6 4-2 0,-17-4-1 0,11-6 0 16,0 1-2-16,6-6-8 0,0 0 12 0,0-4-4 0,0-6 3 15,0 0 0-15,6-5 0 0,0-5 0 16,-1 6-11-16,-5-16 0 0,12 10 0 0,-1 0 0 16,1-10 16-16,-1 5 5 0,6-5 1 0,0 5 0 15,0 0-22-15,0-5 0 0,1 5 0 0,-1-5 0 16,0 5 0-16,0-5 0 0,0 5 0 0,0-5-8 15,6 0-25-15,0 0-5 0,-12 0-1 16,6 0 0-16,6 0-108 0,-12 0-21 0,1 0-5 0,-1-5-899 16</inkml:trace>
  <inkml:trace contextRef="#ctx0" brushRef="#br0" timeOffset="-1992.176">12923 11758 345 0,'0'0'31'0,"0"0"-31"15,0 0 0-15,0 0 0 0,0 0 262 0,-5-5 46 0,-7 0 10 0,12 5 2 16,0 0-201-16,0 0-40 16,0 0-8-16,0 0-2 0,0 0-14 0,0 0-3 15,0 0-1-15,0 0 0 0,0 0 12 0,0 0 2 0,0 0 1 0,0 0 0 16,-11 15 13-16,5 0 2 0,6 0 1 0,-5 5 0 15,5 6-19-15,0-1-4 0,0 0-1 0,0 1 0 16,0 4-25-16,0 0-5 0,0-4 0 0,0 4-1 16,0 1-11-16,0-6-3 0,0 0 0 0,0 1 0 15,0-6-13-15,0 5 8 0,0-5-8 0,5 1 0 16,1-6 0-16,-6-5 0 0,0 5 0 0,0-15 0 16,0 0-80-1,0 0-23-15,0 0-4 0,0 0-665 0,0 0-134 0</inkml:trace>
  <inkml:trace contextRef="#ctx0" brushRef="#br0" timeOffset="-1342.429">13231 11337 1728 0,'0'0'38'0,"0"0"8"0,0 0 2 0,0 0 0 0,0 0-39 0,0 0-9 16,0 0 0-16,0 0 0 0,11-5 82 0,-5-5 14 0,-6 10 4 0,17-10 0 15,-5 5-21-15,5 0-4 0,-12-5-1 0,13 5 0 16,-7 0-45-16,6 0-9 0,0 5-1 0,12-5-1 16,-18-1 37-16,6 6 7 0,0 0 2 0,0 0 0 15,-5-5-52-15,10 5-12 0,-10 5 0 0,-1-5 0 16,-11 0 0-16,12 6 0 0,-1-1 0 0,-11-5 0 16,0 0 54-16,11 10 8 0,1 0 2 0,-1 0 0 15,-5 5-52-15,5-5-12 0,-11 6 0 0,0-1 0 0,0 5 0 0,0-5 0 16,0 5 0-16,0 1 0 0,0 4 0 0,-11 0 0 15,5 6 0-15,1-1 0 0,-7-5 0 0,1 1 0 16,5-1 0-16,-5 10 0 0,-1-4 0 0,1 4 0 16,-1-4 0-16,-10-1 0 0,10 6 54 0,-5-11 8 15,0 5 2-15,6-4 0 0,-1 4-52 0,-5-5-12 16,0-4 0-16,0 4 0 0,0-5 0 0,6 5 0 16,-7-4 0-16,13-6 0 0,-12 0-11 0,5-5-5 15,7 5 0-15,-1-4-1 0,6-11 27 0,0 0 6 16,-6 10 0-16,6-10 1 0,0 0-17 0,0 0 0 15,0 0 0-15,17 0 0 0,0 0 0 0,6 0 0 16,-23 0 0-16,23-5 0 0,0 0 0 0,5-1 0 0,-5 6 0 16,-6-5 0-16,6 0 0 0,-6 5 0 15,11 0 0-15,-16 0 0 0,5 0 0 0,0-5 0 16,-6 5 0-16,7 0 0 0,-7 0-11 0,6 0 11 16,-6 0-12-16,-11 0 12 15,18 0-35-15,-13 0 0 0,-5 0 0 0,0 0 0 16,12 0-27-16,-1 0-6 0,0 0 0 0,1 0-1 15,-12 0-162-15,0 0-32 0,11 5-6 0</inkml:trace>
  <inkml:trace contextRef="#ctx0" brushRef="#br0" timeOffset="-990.452">14240 11702 748 0,'0'0'33'0,"0"0"7"0,0 0-32 0,0 0-8 15,0 0 0-15,0 0 0 0,0 0 248 0,0 0 48 16,0 0 10-16,0 0 2 0,0 0-174 0,0 0-34 15,0 0-8-15,0 0 0 0,0 0-26 0,0 0-5 16,0 0-1-16,0 0 0 0,0 0-14 0,0 0-3 16,0 0-1-16,0 0 0 0,11 10-12 0,-5 0-2 15,-6 5-1-15,-6-4 0 0,6-1-27 0,0-5 0 16,-6 5 0-16,6 0 0 0,-5 0 0 0,5-5 0 16,0-5 0-16,0 0 0 15,0 0-129-15,0 0-31 0,0 0-7 0</inkml:trace>
  <inkml:trace contextRef="#ctx0" brushRef="#br0" timeOffset="-174.461">14958 11337 1497 0,'-35'-10'66'0,"35"10"14"16,17-5-64-16,-5 0-16 0,-12 5 0 0,0-5 0 0,0 5 55 0,0 0 7 16,0 0 2-16,-12-10 0 0,-5 5 31 0,6-5 6 0,11 10 2 0,0 0 0 31,-11-10-11-31,-1 5-3 0,24-6 0 0,-7 1 0 0,-10 0-71 16,-7 0-18-16,6 0 0 0,6 0 0 0,6 0 55 0,-12 0 7 15,-5-1 2-15,-6 1 0 0,17 0-52 0,-6 0-12 16,-11 0 0-16,0 10 0 0,0-5 0 0,0 5 0 15,-6 5 0-15,6-5 0 0,0 5 0 0,0 0-10 16,0 5 2-16,5 0 0 0,-10 0 8 0,10 6 8 16,1-6-8-16,-1 5 11 0,1 5-11 0,0 0 0 15,-1-4 0-15,6 4 8 0,-5-5-8 0,5 0 0 16,6 6 0-16,0-1 0 0,0 0 0 0,0 5 0 16,0-4 0-16,6-1 0 0,5 5 0 0,1-5 0 15,5 1 0-15,0-1 0 0,0 0 0 0,12-10 0 16,5 6 0-16,-6-6 0 0,-5 5 0 0,6-10 0 15,10 5 0-15,1 0 0 0,-11 0 0 0,-1 5 0 0,-5-4 0 16,11-1 0-16,0 5 0 0,1 0 0 0,-18 0 0 16,6 1 0-16,5 4 0 0,-11-5 0 15,-5 5 0-15,-1 0 0 0,0-4 0 0,1 4 0 0,-1 0 0 0,-5 0 0 16,0-4 0-16,-6 4 0 0,5-5 0 0,1 0 0 16,-12 0 30-16,6 1 4 0,0-1 1 0,6 5 0 15,-6-10-19-15,-6 5-4 0,1-4-1 0,-7 4 0 16,12-15 5-16,-6 10 2 0,-16 0 0 0,5 0 0 15,-1-5-18-15,-4 0 0 0,-7 0 0 0,-5 0 0 0,-6-5 0 0,12 0 0 16,5 0 0-16,-11 0 0 16,-6-5 0-16,6-5 0 0,11 5 0 0,0-5 0 0,-6 0 0 0,1 0 0 15,11-5 0-15,6 4 0 0,-1-4 0 0,6 0 0 16,-5 0 0-16,11-5 0 0,0-1 0 0,6-4 0 16,-1 5 0-16,7-6 0 0,5 1 0 0,0-5 0 15,6 4 8-15,-6-4-8 0,0 0 0 0,6-1 0 16,17 1 0-16,-18 5-9 0,-22-1 9 0,12 1 0 15,5-5 0-15,6 9 0 0,-12 1 0 0,6 0 0 16,6-6 0-16,0 6 0 0,0 0 0 0,-1 0 0 16,-10-1 0-16,5 1 0 0,6 5 0 0,-12 0 0 15,-11 0 0-15,0-1 0 0,0 6 0 0,0-5 0 16,0-5 0-16,-11 5 0 0,-6-1 0 0,5 6 0 16,6-5 0-16,1 5 0 0,-24 0 0 0,12 5 0 15,6-5 0-15,-6 0 0 0,-6 4 0 0,6 6 0 16,17 0 0-16,0 0 0 0,0 0 0 0,-29 6 0 15,-5-1 0-15,11 0 0 16,1 5-20-16,4 0-4 0,-4-5-2 0,5 0 0 16,17-5-71-16,0 0-15 0,0 0-2 0,0 0-642 0,0 0-128 0</inkml:trace>
  <inkml:trace contextRef="#ctx0" brushRef="#br0" timeOffset="395.46">15459 11201 1036 0,'-11'-10'46'0,"11"10"10"0,0 0-45 0,0 0-11 16,0 0 0-16,0 0 0 16,0 0 180-16,0 0 33 0,0 0 7 0,0 0 2 0,0 0-129 0,0 0-25 15,0 0-6-15,0 0-1 0,0 0-2 0,-6 15-1 16,0-5 0-16,6-10 0 0,0 15-6 0,-6 0-2 15,1 0 0-15,-1 1 0 0,6-1-20 0,0 0-4 16,-11 5-1-16,5-5 0 0,6 1-11 0,-6-1-2 16,6 5-1-16,0-5 0 0,0 0-11 0,6-4 8 15,-6-1-8-15,6 0 8 0,-12 5-8 0,12-5 0 16,5 0 0-16,0-5 8 0,-11-5-8 0,12 5 0 16,5-5 0-16,0 0 0 0,6 0 8 0,0-5-8 15,-1 5 0-15,7-5 8 0,11 5-8 0,-12 0 0 16,1 5 0-16,-6-5 8 0,5-5 1 0,1 10 0 15,-12 0 0-15,0 1 0 0,-6 4-9 0,12-5 0 0,5 5 0 16,-11 5 0-16,1-5 0 0,-7 5 0 0,17 1 0 0,-5 4 0 16,0-10 53-16,0 5 9 0,-6 0 2 15,6 6 0-15,-6-1-52 0,0 0-12 0,0 0 0 0,0 1 0 16,0-1 0-16,-11-5 0 16,5 0 0-16,-5 0 0 0,-6 6 0 0,6-6 0 0,-12 0 0 0,6 0 0 15,0 0 0-15,-6 6 0 0,1-1 0 0,-1-5 0 16,6-15 0-16,-17 15 0 0,0 1 0 0,-6-6 0 15,0 0 0-15,-5 0 0 0,-1-10 0 0,-5 5 0 16,-6 0 29-16,0-5 3 0,-5 0 1 0,5 0 0 0,0-5-33 16,-6 0 0-16,6 5 0 0,0-5 0 0,6 0-12 15,6 5-4-15,-1-5 0 0,1 0 0 16,5 0-10-16,6 5-2 0,0-5-1 0,5-1 0 16,-5-4-22-16,6 5-4 0,5-10-1 0,6 5 0 15,-5-5-137-15,10-6-28 0,1 6-6 0</inkml:trace>
  <inkml:trace contextRef="#ctx0" brushRef="#br0" timeOffset="727.379">15539 11175 288 0,'0'0'12'0,"0"0"4"0,0 0-16 0,0 0 0 0,0 0 0 0,0 0 0 16,0 0 323-16,-6 0 61 0,-5 0 13 0,11 0 3 16,0 0-217-16,0 0-43 0,-12 5-9 0,12-5-2 15,0 0-38-15,0 0-8 0,0 0-2 0,0 0 0 16,0 0-20-16,17 0-4 0,0 0-1 0,-5 0 0 16,5 0-15-16,0-5-3 0,17 5-1 0,-5 0 0 15,-12 0-17-15,6-5-3 0,11 5-1 0,-6-5 0 16,1 5-16-16,-1-5 0 0,-5 5 0 0,5 0 0 15,7-5 0-15,-7 5 0 0,-28 0 0 0,17-5 0 16,6 5-53-16,-6 0-18 16,-17 0-3-16,0 0-1 0,0 0-13 0,0 0-4 15,0 0 0-15,0 0 0 0,0 0-100 0,0 0-20 16,29 0-4-16,-29 0 0 0</inkml:trace>
  <inkml:trace contextRef="#ctx0" brushRef="#br0" timeOffset="1499.066">16422 11525 460 0,'11'0'41'0,"-11"0"-33"15,0 0-8-15,0 0 0 0,0 0 172 0,0 0 32 16,0 0 6-16,0 0 2 0,0 0-122 0,0 0-24 16,0 0-5-16,0 0-1 0,-5-5-35 0,5 5-7 0,0 0-2 0,-12-5 0 15,1 5 33-15,-1 0 7 0,12 0 0 0,0 0 1 16,0 0-24-16,0 0-5 0,-11 0 0 0,11 0-1 16,0 0 6-16,-11 5 2 0,-1 5 0 0,6-5 0 15,6-5-3-15,-11 15-1 0,0-5 0 0,-6 5 0 16,11-4-14-16,0 4-2 0,0-5-1 0,-5 5 0 15,0 5-1-15,5 6 0 0,-5-6 0 0,5 5 0 16,0 1-2-16,1-6-1 0,-1 5 0 0,0 0 0 16,6 1-1-16,0-6 0 0,-6 0 0 0,12 0 0 15,0-4-9-15,0 4 0 0,-6-5 9 0,0-15-9 16,17 5 0-16,0 0 0 0,-6 0 0 0,6-5 0 16,0-5-54-16,0-5-6 0,6 5 0 0</inkml:trace>
  <inkml:trace contextRef="#ctx0" brushRef="#br0" timeOffset="2192.097">16667 11601 633 0,'-57'15'28'0,"57"-15"6"0,11-5-34 0,-11 5 0 15,0 0 0-15,0 0 0 0,0 0 199 0,0 0 33 16,0 0 6-16,0 0 2 0,-11-5-155 0,11 5-30 0,0 0-7 16,0 0 0-16,0 0 12 0,0 0 4 0,0 0 0 0,6 5 0 15,-1 5 0-15,-5-10 0 0,0 10 0 0,0 5 0 16,17 0-38-16,-11 1-7 0,-12-1-2 16,1 10 0-16,10 1 23 0,-5-1 5 0,-11 0 1 0,0 0 0 15,-1 1-31-15,6-6-7 0,12 0 0 0,-12-5-8 16,-16 1 8-16,10-1-8 0,12-15 0 0,0 0 0 15,-5 10 12-15,5-10-4 0,0 0 0 0,0 0-8 16,11 10 8-16,-11-10-8 0,0 0 0 0,0 0 0 16,23-10 0-16,-12 5 0 0,-11-10 0 0,0 5 0 15,17-6-17-15,-5 1 2 0,-7 0 1 0,-5-10 0 16,0-1 14-16,0 1 0 0,12 0-10 0,-7-1 10 16,-16 6 0-16,17-5 0 0,17 10 0 0,-6-1 8 0,-12-4-8 15,1 10 0-15,-6 10 0 0,17-5 0 0,0-10 0 16,-17 15 0-16,0 0 0 0,0 0 0 0,23 0 19 0,-23 0 5 15,0 0 0-15,0 0 1 0,23 15-7 0,-12 0-2 16,1 5 0-16,-12 1 0 0,0-1-6 0,5-5-2 16,1 5 0-16,-12 1 0 0,1-6 20 0,5 0 4 15,0 0 1-15,0-5 0 0,0 1-33 0,-6-1 0 16,6-10 0-16,0 0 0 0,0 0 0 0,0 0 0 16,0 0 0-16,0 0 0 0,0 0 0 0,17-16 0 15,-11 1 0-15,5 0 0 16,0 0-44-16,1-5-16 0,-1-1-4 0,1 1 0 0,-1 0 52 0,0 0 12 15,1-1 0-15,5 1 0 0,6 5 0 0,-12 0 0 16,1 0 0-16,-1 4 0 0,0 1 0 0,1 5 0 16,-12 5 0-16,17-5 0 0,-17 5 24 0,11-5 8 0,6 10 2 15,-5 5 0-15,-12-10-10 0,5 10-1 0,12 1-1 16,-11-1 0-16,6 10-11 0,-7 0-3 0,1 5 0 16,0 1 0-16,5-1-8 0,-11-5 0 0,0 6 0 0,6-6 0 15,-1 0 30-15,1 6 4 0,-12-11 1 0,6 0 0 16,0 0-35-16,0 0 0 0,0 0 0 0,0-15 0 15,-11 6-28-15,11-6-7 16,0 0-1-16,0 0 0 0,0 0-143 16,0 0-29-16</inkml:trace>
  <inkml:trace contextRef="#ctx0" brushRef="#br0" timeOffset="23613.611">23339 2886 230 0,'0'0'20'0,"0"0"-20"0,0 0 0 0,0 0 0 16,0 0 121-16,0 0 20 0,0 0 4 0,-6-11 1 15,6 11-46-15,0 0-10 0,0-10-2 0,0 10 0 16,0 0-47-16,0 0-9 0,0 0-3 0,0 0 0 15,0 0-3-15,0 0-1 0,0 0 0 0,0 0 0 16,0 0-25-16,0 0-11 0,0 0 1 0,0 0 0 16,0 0 34-16,0 0 6 0,6 15 2 0,0 6 0 15,-6-6 20-15,0 10 4 0,0-4 0 0,-6 9 1 16,6 0-21-16,0 11-5 0,-6-6-1 0,6 6 0 16,0-1-14-16,0 6-4 0,-11-11 0 0,11 6 0 0,6-11-1 15,-6 1-1-15,-6 4 0 0,6-10 0 0,0 6-10 16,0-6 0-16,0-5 0 0,0 1 8 0,-6-6-8 15,6 0 8-15,0-15-8 0,0 15 8 0,0 0-8 0,0-15 8 16,0 0-8-16,0 0 8 0,0 0-16 0,0 0-4 16,0 0-1-16,0 0 0 0,0-15 13 0,0 0 0 15,-6-5 0-15,6-1 0 0,0 1 20 0,0-15 6 16,0 4 2-16,0-4 0 0,6-6-28 0,-6 1 0 16,-6-6 0-16,6 1 0 0,0 4 16 0,0-4-3 15,0 4 0-15,0 16 0 0,6-11 8 0,-6 21 2 16,0-10 0-16,0 15 0 0,0 0 29 0,0 10 7 15,0 0 1-15,0 0 0 0,0 0-16 0,0 20-4 16,-6 5 0-16,1 0 0 0,10 11-13 0,-5 10-3 0,-5 9-1 0,-1-14 0 16,12 4-23-16,-6-4 8 0,0-1-8 0,-6 6 0 15,6-16-12-15,0 1-8 0,11-6 0 0,-5-5-681 16,-6 0-136-16</inkml:trace>
  <inkml:trace contextRef="#ctx0" brushRef="#br0" timeOffset="24626.029">28581 2906 403 0,'0'0'36'16,"0"0"-36"-16,0-5 0 0,0 5 0 0,0 0 175 0,0 0 28 16,0 0 5-16,0 0 2 0,0 0-118 0,0 0-23 15,0 0-5-15,0-15 0 0,0 9-30 0,0 6-6 16,0 0 0-16,6-5-1 0,-6-10-19 0,0 15-8 16,5-10 8-16,-5 10-8 0,0 0 16 0,0 0-3 15,0 0 0-15,0 0 0 0,0 0 22 0,0 0 4 16,0 0 1-16,0 0 0 0,6 25 8 0,0-14 1 15,-6 14 1-15,0 5 0 0,0 1-22 0,5 9-4 16,-5 1 0-16,0 4-1 0,0 1-13 0,0-1-2 16,0-4-8-16,0 4 12 0,0-9-12 0,6-6 0 15,-6 1-9-15,0-1 9 0,6-5 0 0,-6 1 0 16,5-6 0-16,-5 5 0 0,6-10 0 0,-6 1 0 0,0-16 0 16,0 20 0-16,0-20 0 0,0 0 0 0,0 0 0 0,0 0 0 15,0 0 0-15,0 0 0 0,0 0 0 0,0 0 0 16,0 0 30-16,-11-15 12 0,5 0 2 0,6-6 1 15,-11 1-21-15,5 5-5 0,6-21-1 0,-6 6 0 16,6-5-18-16,0-16 0 0,-5 0 0 0,5 1 0 16,0-1 0-16,5 5 0 0,-5-4 0 0,6 14 0 15,-6 1 0-15,6 10 0 0,-1-6 0 0,-5 11-9 16,6 5 9-16,0 0 0 0,-6 4 8 0,5-4-8 16,-10 5 0-16,5 10 0 0,0 0 0 0,0 0 8 15,0 0 21-15,0 0 5 0,0 0 1 0,0 0 0 0,0 0-5 16,0 25-1-16,-6-14 0 0,12 14 0 0,-6-5-29 15,0 11 0-15,5 4 0 0,-5 11 0 0,0-1 0 0,0 6 0 16,0-6 0-16,0-4 0 0,0-1 0 0,6-4 0 16,-6-6 0-16,6 6 0 0,-6-11 0 0,0 0 0 15,0-4 0-15,0-6 0 0,0 0 0 0,6 5 0 16,-6-15 0-16,0-5 0 16,0 0-199-16,0 0-45 0,0 0-10 0,0 0-2 0</inkml:trace>
  <inkml:trace contextRef="#ctx0" brushRef="#br0" timeOffset="33515.666">25037 2749 345 0,'0'0'15'0,"0"0"4"0,0 0-19 0,0 0 0 0,0 0 0 0,0 0 0 15,0 0 204-15,0 0 38 0,0 0 7 0,0 0 2 16,0 0-164-16,0 0-33 16,0 0-6-16,6-10-2 0,-1 0-3 0,7 5-1 0,-12 5 0 0,17-11 0 15,0 1-29-15,0 5-5 0,6-5-8 0,-6 10 11 16,6-10-11-16,-1 5 12 0,1 0-12 0,0 0 12 16,0 5 1-16,0 0 1 0,-1-10 0 0,1 10 0 15,-11 0 19-15,5 0 4 0,0 10 1 0,-17-10 0 16,0 0 2-16,11 0 1 0,-11 0 0 0,12 10 0 15,-12-10 5-15,11 15 1 0,-11 0 0 0,0-5 0 16,0 6-16-16,-6-1-3 0,1 5-1 0,-1-10 0 16,-6 15-11-16,-5 1-1 0,6-1-1 0,-12 0 0 15,6-9-6-15,-11 9-8 0,5 0 11 0,-6-4-11 16,-5 4 12-16,6 0-4 0,5 0 0 0,0-9-8 0,0-1 23 0,0-5-3 16,6 5 0-16,0 5 0 0,6-14 0 0,-1 4-1 15,1 0 0-15,0-5 0 0,11-5-9 0,0 0-2 16,-6 10 0-16,6-10 0 0,0 0-8 0,0 0 0 15,0 0 0-15,0 0 8 0,0 0-8 0,0 0 10 16,11 5-10-16,6-5 10 0,-5 0-10 0,5 0 0 16,6 0 0-16,0 0 0 0,11 0 10 0,-6-5-10 15,6 0 12-15,1 0-12 0,-1 5 0 0,-6-5 0 16,6 5 0-16,1 0 0 0,-7 0-9 0,6 0-3 16,-11 0 0-16,0 0 0 15,0 0-116-15,-1 0-23 0,-4 0-5 0</inkml:trace>
  <inkml:trace contextRef="#ctx0" brushRef="#br0" timeOffset="34103.499">25749 2718 1573 0,'0'0'69'0,"0"0"15"0,0 0-67 0,0 0-17 15,0 0 0-15,0 0 0 0,6-5 34 0,-6 5 3 16,0 0 1-16,0 0 0 0,0-15 16 0,0 15 3 16,0 0 1-16,0 0 0 0,0 0-24 0,0 0-5 15,0 0-1-15,0 0 0 0,0 0-28 0,0 0 0 16,0 0 0-16,0 0 0 0,0 0 20 0,0 0 0 15,0 0 1-15,-12 15 0 0,7-10-5 0,-7 16 0 16,7-16-1-16,-1 15 0 0,0-10-3 0,0 15-1 16,-5-14 0-16,5 9 0 0,1 0-3 0,-1-10-8 15,0 5 12-15,1-4-4 0,5 4 0 0,0 0-8 16,0-15 12-16,0 0-4 0,0 0-8 0,0 0 0 16,17-5 9-16,0 5-9 0,0 0 12 0,0-5-3 15,6 0 0-15,0 5 0 0,5-10-9 0,-5 10 0 16,0-5 0-16,5 10 8 0,1 5-8 0,-1-10 0 0,-5 5 0 0,0 0 0 15,-1 10 0-15,1-10 0 0,-6 5 0 0,6 5 0 16,-6-4 0-16,6-1 0 0,-6 0 0 0,0 0 0 16,0 5 12-16,0 0-4 0,-5 1 0 0,-1 4 0 15,-5-15-8-15,0 5 0 0,-6-10 0 0,5 15 8 16,-5-15 0-16,0 20-8 0,0-9 12 0,0 4-4 16,0-15 9-16,0 10 2 0,-5 0 0 0,-1 5 0 15,-11 0 4-15,-6 1 1 0,0-11 0 0,-5 10 0 16,-1-5-16-16,1 5-8 0,-6-15 10 0,-1 5-10 15,1 0 0-15,6 0 8 0,-1-5-8 0,6 0 0 16,-5 0 0-16,-1 0-16 0,7 0 3 0,-1-5 1 16,6 5-22-16,-6-5-4 0,6 0-1 0,0-5 0 15,0 5-18-15,5-5-4 0,7 10-1 0,-7-15-595 16,12 5-119-16</inkml:trace>
  <inkml:trace contextRef="#ctx0" brushRef="#br0" timeOffset="34371.648">25601 2637 1209 0,'0'0'108'0,"0"0"-87"16,0 0-21-16,0 0 0 0,0 0 109 0,0 0 18 15,0 0 3-15,0 0 1 0,0 0-31 0,0 0-5 16,0 0-2-16,0 0 0 0,17 11-42 0,-6 4-9 15,1-10-2-15,5 0 0 0,-6 10-18 0,12-15-4 0,-6 5-1 0,0 0 0 16,0-5-6-16,6 0-2 16,6 0 0-16,-1 0 0 0,1 0-9 0,-7-5 12 15,13 5-12-15,-7-5 12 16,1 5-34-16,-1 0-6 0,1-15-2 0,-1 15 0 16,1-5-151-16,-7 5-31 0,7-5-5 0,-1-5-2 0</inkml:trace>
  <inkml:trace contextRef="#ctx0" brushRef="#br0" timeOffset="49806.46">25926 9762 806 0,'0'0'72'0,"0"0"-58"0,0 0-14 0,0 0 0 15,0 0 156-15,0 0 29 0,0 0 6 0,5 16 1 16,-5-16-110-16,0 0-22 0,12 5-4 0,-1 0 0 16,6 0 13-16,0 5 3 0,0-10 1 0,1 5 0 15,4 0-73-15,1-5-19 0,0 0-1 0,0 5-1 16,0 0 21-16,-1-5 0 0,7-5 0 0,-12 0 8 15,-6 5-8-15,1 0-17 0,-1 0 4 0,6-5-543 16,-5 0-108-16</inkml:trace>
  <inkml:trace contextRef="#ctx0" brushRef="#br0" timeOffset="50090.843">25874 10016 806 0,'-5'5'72'0,"-1"0"-58"16,6-5-14-16,0 0 0 0,0 0 167 0,0 0 30 15,-6 10 7-15,6-10 0 0,0 0-95 0,0 0-19 16,0 0-4-16,0 10-1 0,0-10-15 0,12 10-3 0,-12-10-1 15,17 10 0-15,-6-5-27 0,12 0-6 0,-6 1-1 16,6-6 0-16,5 0-32 0,1 0 0 0,5-6 0 0,0 6 0 16,6-5 0-16,-6 0 0 0,0-5 0 0,-5 5-979 15</inkml:trace>
  <inkml:trace contextRef="#ctx0" brushRef="#br0" timeOffset="61323.583">27065 9656 288 0,'0'0'12'0,"0"0"4"0,0 0-16 0,0 0 0 16,0 0 0-16,-5-10 0 0,5 10 184 0,-6-15 35 15,0 5 6-15,6 10 2 0,0 0-161 0,0 0-32 16,-6-10-6-16,6 10-2 0,0-16 15 0,6 6 3 15,-6 0 1-15,6 5 0 0,-6-5 16 0,0 10 3 0,0 0 1 0,0 0 0 16,0 0-7-16,0 0-2 16,0 0 0-16,0 0 0 0,0 0-22 0,0 0-5 0,0 10-1 0,0 5 0 15,-6 5 5-15,0 1 1 0,6 4 0 0,0 0 0 16,-5 6-20-16,5 9-4 0,0 1-1 16,0-1 0-16,0 11-9 0,0-5 10 0,0-1-10 0,0 1 10 15,0-11 2-15,5 6 0 0,-5-6 0 0,0-5 0 16,0-4-12-16,0-1 8 0,-5 0-8 0,5-4 8 15,5-6 0-15,-5 0 0 0,0-15 0 0,0 0 0 16,0 0-25-16,0 0-6 0,0 0-1 0,0 0-600 16,0 0-121-16</inkml:trace>
  <inkml:trace contextRef="#ctx0" brushRef="#br0" timeOffset="62042.93">27436 9631 957 0,'0'0'42'0,"0"0"10"0,0 0-42 0,0 0-10 0,0 0 0 0,0 0 0 15,0 0 60-15,0 0 11 0,0 0 1 0,0 0 1 16,0 0-23-16,0 0-5 0,0 0-1 0,0 0 0 16,0 0 15-16,0 0 2 0,11-10 1 0,-5 5 0 15,-6 5 6-15,11-11 0 0,6 6 1 0,-5-5 0 16,-1 5-9-16,0 0-3 0,1 0 0 0,-1-5 0 15,1 5-28-15,5 0-5 0,-6 0-2 0,0-5 0 16,7 10-10-16,-7-5-3 0,0 0 0 0,1-1 0 16,5 12 12-16,-11-1 3 0,-6-5 0 0,17 5 0 15,-6 0-24-15,-11-5 0 0,0 0 0 0,11 10 8 16,-5 0 0-16,5 5 1 0,-11-15 0 0,0 15 0 0,6 1 1 16,-6-1 0-16,0-5 0 0,0 5 0 0,-6 0-2 0,6 6-8 15,0-6 12-15,0 0-4 0,-5 5-8 0,5-5 10 16,-6 6-10-16,0-6 10 0,6 10 1 0,-11-5 0 15,5 1 0-15,-5-1 0 0,0 0 7 0,-1 0 2 16,1-4 0-16,-1 4 0 0,1 0-9 0,-6 0-2 16,5 1 0-16,1-1 0 0,-6-5-9 0,6 5 0 15,-1-10 9-15,-5 11-9 0,6-6 0 0,5 5 0 16,-11-10 0-16,5 0 8 0,1 6-8 0,0-6 8 16,5 0-8-16,-5-5 8 0,5 5-8 0,0 0 0 15,6-10 8-15,-11 10-8 0,11-10 9 0,0 0-9 16,0 0 12-16,0 0-12 0,0 0 12 0,0 0-4 15,0 0 0-15,0 0-8 0,0 0 14 0,0 0-4 16,0 0-1-16,0 0 0 0,0 0 12 0,23 0 3 16,-12-5 0-16,6 0 0 0,-17 5-24 0,17-10 0 15,0 5 0-15,0 0 0 0,0 0-10 0,1 5-6 0,-7-10-2 0,6 10 0 16,0-5 18-16,0 5 0 0,-5-5 0 16,5 0 0-16,0-1 8 0,-6 6 6 0,6-5 1 0,-5 5 0 15,-1 0-31-15,-11 0-7 0,11 0-1 0,1 0 0 31,5 0-87-31,-6 0-17 0,1-5-4 0,-1 5-900 0</inkml:trace>
  <inkml:trace contextRef="#ctx0" brushRef="#br0" timeOffset="62825.234">26592 9565 907 0,'0'0'40'0,"0"0"8"0,-5-10-38 0,5 10-10 15,0-10 0-15,-6 0 0 0,6 10 60 0,0 0 11 16,0 0 1-16,0 0 1 0,0 0-1 0,0 0-1 16,6-11 0-16,-6 11 0 0,0 0-26 0,0 0-5 15,0 0 0-15,0 0-1 0,0 0-4 0,0 0-1 16,0 0 0-16,0 0 0 0,0 16-7 0,0-6-2 15,0-10 0-15,0 15 0 0,0 0-1 0,0 5 0 16,0-4 0-16,0-1 0 0,0 5 2 0,0-5 0 16,0 11 0-16,0-1 0 0,0 10-5 0,0-9-1 15,0 9 0-15,0-4 0 0,0 9-4 0,0-5 0 16,0 6-1-16,5-6 0 0,-5 1-6 0,0-1-1 0,6 1 0 16,-6-6 0-16,0-5-8 0,0 1 12 0,6-1-12 15,-6-5 12-15,5 1-12 0,-5-6 0 0,0 0 9 0,0-15-9 16,0 0 9-16,0 0-9 0,0 0 12 0,0 0-12 15,0 0 12-15,0 0-4 0,0 0 0 0,0 0-8 16,0 0-20-16,0 0-12 16,12-5-1-16,-1 0-596 0,-5-5-119 0</inkml:trace>
  <inkml:trace contextRef="#ctx0" brushRef="#br0" timeOffset="64532.279">28250 9859 939 0,'0'0'41'0,"0"0"10"0,0 0-41 0,0 0-10 0,6-10 0 0,-6 10 0 15,0 0 96-15,0 0 18 0,0-11 3 0,0 11 1 16,0 0-43-16,0 0-9 0,0-10-2 0,0 10 0 15,0 0-28-15,0 0-7 0,0 0-1 0,0 0 0 16,-6 10 0-16,1 1 0 0,-1-6 0 0,0 0 0 16,1 5-28-16,-1 0 0 0,6-5 0 0,0-5 0 15,-6 5 10-15,0 5-10 0,1 5 10 0,5-15-10 16,0 11 14-16,0-11-3 0,0 0-1 0,0 0 0 16,5 15-10-16,-5-15 10 0,12 15-10 0,-12-15 10 15,0 0-10-15,11 10 8 0,-11-10-8 0,17 5 8 16,-17-5 0-16,12 0 0 0,-12 0 0 0,17-5 0 15,-11-5 20-15,-1 5 3 0,-5-5 1 0,6 5 0 0,-6-5-13 16,0-6-3-16,0 6 0 0,-6 0 0 0,6 5 26 16,-5-5 5-16,-1 0 1 0,6 0 0 0,0 10-28 15,0 0-4-15,0 0-2 0,-6-5 0 0,6 5-6 16,-6-11 0-16,6 6-8 0,0 5 12 0,0 0-12 0,0 0 0 16,0 0 0-16,0 0-10 0,0 0 10 0,0 0 0 15,0 0 0-15,0 0 0 16,0 0-92-16,0 0-12 0,0 0-4 0</inkml:trace>
  <inkml:trace contextRef="#ctx0" brushRef="#br0" timeOffset="69038.605">29128 9438 288 0,'0'0'12'0,"0"0"4"0,0 0-16 0,11-10 0 0,-5 5 0 0,0-5 0 16,-6 10 236-16,0 0 44 0,11-5 8 0,-11 5 3 16,0-10-177-16,0 10-35 15,0 0-7-15,0 0-2 0,0 0-10 0,0-10-3 0,-6 0 0 0,6 10 0 16,0 0-19-16,0 0-4 0,-5-11-1 0,-1 6 0 15,-5 0 5-15,11 5 1 0,0 0 0 0,-12 0 0 16,-5 0-15-16,6 5-2 0,-6-5-1 0,5 5 0 16,-11 6 12-16,12-6 3 0,-6 5 0 0,0 0 0 15,-6 0-36-15,6 0 0 0,0 0 0 0,5 6 0 16,1-1 0-16,-6 0 0 0,6 0 0 0,5 0 0 16,-6 6 0-16,7-6 0 0,5 0 0 0,0 0 0 15,11 0 13-15,-5 0-4 0,5 1-1 0,6-1 0 16,-5-5 2-16,11 5 0 0,5 0 0 0,-5 6 0 0,0-6 3 15,-1 0 1-15,7 10 0 0,-6-4 0 0,-1-6 14 0,1 5 4 16,6 0 0-16,-12 1 0 0,-6-6-20 16,6 5-3-16,0-5-1 0,0 11 0 0,1-6-8 15,-7 5 8-15,0-5-8 0,-5 6 8 0,-6-1 4 0,6 0 0 16,-1-9 0-16,1 4 0 0,-12 5-4 0,12-10 0 16,-6 6 0-16,0-6 0 0,-6 0 20 0,6 0 3 15,0-15 1-15,-11 10 0 0,-6 0-20 0,6 0-3 16,-7-4-1-16,7-1 0 15,-12-5 7-15,6-5 1 0,-11 5 0 0,-1-6 0 0,6 1-7 0,-11 0-1 16,6-5 0-16,-12-5 0 0,0 5-8 0,12-5 0 16,-1 5 0-16,1-6 0 0,5 6 28 0,6-5 3 15,0 5 1-15,5-5 0 0,1 0-32 0,5-1-13 0,6-4 1 16,6 0 0-16,5 5 12 0,1-11 15 0,10 6-3 16,7-5-1-16,5-6-11 0,6 1 0 0,0-10 0 15,5 4 0-15,-5 6 0 0,6-6 0 0,-6 6 0 0,0-6 0 16,-12 11 0-16,1 0 0 0,-7-1 0 0,1 6 0 15,-6 5 0-15,0-5 0 0,-5 5 0 0,-1-1 0 16,-5 6 15-16,0-5-3 0,-1 5 0 0,-5 10 0 16,0 0-4-16,0-15-8 0,0 5 11 0,-5-1-11 15,-1 1 10-15,6 0-10 0,-6-5 8 0,-5 10-8 16,5-5 12-16,-5 5-4 0,-1-5 0 0,-5 5 0 16,6-1-8-16,-6 1 0 0,0 0 0 0,-1 5 0 15,1 0 0-15,0 0 0 0,0 0-12 0,0 0 12 16,0 0-104-16,0 0-12 0,0 0-4 0,0 5-707 15,5-5-141-15</inkml:trace>
  <inkml:trace contextRef="#ctx0" brushRef="#br0" timeOffset="70784.047">29937 9459 867 0,'0'0'38'0,"0"0"9"0,0 0-38 0,-6 0-9 16,1 0 0-16,-7 0 0 0,6 0 61 0,6 0 11 16,-11 0 1-16,5-5 1 0,6 5-40 0,-5 0-8 15,5 0-2-15,0 0 0 0,-6-5 16 0,6 5 4 16,0 0 0-16,0 0 0 0,-6-11 28 0,6 11 7 16,0 0 1-16,0 0 0 0,0-10-4 0,0 10-1 15,12-10 0-15,-7 5 0 0,7-5 11 0,5 0 2 0,-6 0 1 16,12 5 0-16,5-6-45 0,1 1-10 15,-12 5-2-15,6-5 0 0,5 5-7 0,-5 0-1 0,0 0-1 16,0 0 0-16,5 0-14 0,1 0-9 0,-12 0 12 16,6 5-12-16,-1 0 13 0,-5 5-4 0,1-5-1 15,-1 5 0-15,-12 5-8 0,7-5 0 0,-12-5 0 0,0 15 8 16,-6 0 6-16,0 1 1 0,1-1 0 16,-1 5 0-16,-11 0 2 0,5 1 1 0,1-1 0 0,-6 0 0 15,0 0 5-15,0 6 1 0,5-1 0 0,-5-10 0 16,6 5-13-16,-6 1-3 0,0-6 0 0,0 5 0 15,0 0-8-15,-1 1 8 0,7-6-8 0,-6 0 8 16,0 0-8-16,5 5 0 0,7-9 0 0,-1 4 0 16,0-5 0-16,1 0 0 0,5-10 0 0,5 10 0 0,-5-10 0 0,0 0 0 15,17 5 0-15,1 0 0 0,-1 5 0 16,0 1 0-16,6-1 0 0,-6-5 0 0,5 10 0 0,1-10 0 16,-6 5 0-16,6 0 0 0,6 0 0 0,-1 6 0 15,-5-6 0-15,0 5 0 0,-1 5 0 0,1-5 0 16,0 1 0-16,-6 4 0 0,-5 0 0 0,-1 0 8 15,0 1 0-15,-5 4 0 0,0-5 7 0,-1 0 1 16,-5 1 0-16,0-1 0 0,-5 0 4 0,-1 0 2 16,-5-4 0-16,-1-1 0 0,-5 0 2 0,-6-5 1 15,1 0 0-15,-1 0 0 0,6-5 1 0,-6 6 0 16,0-11 0-16,-5 0 0 0,5 0-4 0,0-5-1 16,-5-1 0-16,5 1 0 0,6-5-21 0,-12 5 0 15,-11 0 0-15,0-5 0 16,6 0-20-16,0 5-8 0,-12-5-1 0,12 0-895 0,6 4-178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0ACF0-2063-4498-943A-C5FCF82BC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527F9-0D47-4FCD-BCE2-FFAC0BB638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98B32-4242-423A-AD77-884CC86DF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9228-270A-47A9-8929-1FCF7A1A2A32}" type="datetimeFigureOut">
              <a:rPr lang="en-AU" smtClean="0"/>
              <a:t>5/02/2020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9B56F-84E4-477A-8E59-1E735F3E7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704E2-BB0B-4DEA-B288-F86CA57A3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B53E8-86EB-49F0-9012-11E916334E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7887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6A20B-1DFA-4E18-9848-E67B9206F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877D7-F461-4D1C-A90E-683812BCF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2D648-1231-4CB4-B17C-8914177D7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9228-270A-47A9-8929-1FCF7A1A2A32}" type="datetimeFigureOut">
              <a:rPr lang="en-AU" smtClean="0"/>
              <a:t>5/02/2020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FCF23-C8DE-44C0-8B1B-1F128BF63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7DE8C-7016-4EF3-AB8C-54B68F45E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B53E8-86EB-49F0-9012-11E916334E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5407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853C8-9133-423C-B771-2C1AECA3F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A4C5B-9D6E-4E73-94E0-5A9BCA791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057F2-0A48-4B5B-B928-F8D875262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9228-270A-47A9-8929-1FCF7A1A2A32}" type="datetimeFigureOut">
              <a:rPr lang="en-AU" smtClean="0"/>
              <a:t>5/02/2020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FEF8E-8EEB-4C5E-9837-E3275728F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BF441-CA02-466D-A191-C3E2D9BDA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B53E8-86EB-49F0-9012-11E916334E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5051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6D5FA-28A7-4F0E-90D0-6D50FE0A1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30D4F-0B31-4A4A-A74F-77BC3C0F9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0299C-6FCA-4BCB-8811-BC528D03B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2007C-7715-4491-B7CE-27594C7DB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9228-270A-47A9-8929-1FCF7A1A2A32}" type="datetimeFigureOut">
              <a:rPr lang="en-AU" smtClean="0"/>
              <a:t>5/02/2020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1BC05-066F-461E-98B1-292DB935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E75D6B-02C4-4826-8371-4700AADCD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B53E8-86EB-49F0-9012-11E916334E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6418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BDCD-36B8-48CA-AA92-5BC9459C5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A0C50-4C80-499E-8BA5-BC7D9451E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42489-BF0D-49F0-BA12-D9876D067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22CB75-07F6-4BFA-90F6-E9A887BC35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883759-8FD9-415A-9EA7-BCF4B79A59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AC1043-4B49-4EF2-B627-3007DF9BE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9228-270A-47A9-8929-1FCF7A1A2A32}" type="datetimeFigureOut">
              <a:rPr lang="en-AU" smtClean="0"/>
              <a:t>5/02/2020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486AB3-A56D-414A-9A09-F05D6B1F2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6968C-76A0-4F3A-87D0-916D5A14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B53E8-86EB-49F0-9012-11E916334E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8491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FCF7B-C7B3-4525-AD88-FB7D100F3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AF997-B309-4F2B-AD55-C2512EE40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9228-270A-47A9-8929-1FCF7A1A2A32}" type="datetimeFigureOut">
              <a:rPr lang="en-AU" smtClean="0"/>
              <a:t>5/02/2020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ED2EB0-1034-49D3-B518-0EAD48B7C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774C9E-70B5-4AD6-BCB4-C8D4BE925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B53E8-86EB-49F0-9012-11E916334E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5543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51E459-D6A3-4772-AFC3-3E8EE8ED8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9228-270A-47A9-8929-1FCF7A1A2A32}" type="datetimeFigureOut">
              <a:rPr lang="en-AU" smtClean="0"/>
              <a:t>5/02/2020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3DE461-E27D-4C65-B0AA-C23453F30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F43F4-AB9B-4CE4-A7F0-10A0B8B88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B53E8-86EB-49F0-9012-11E916334E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9927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AB8E6-C46C-4F46-BEAD-899F1CB88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DE395-0DED-4718-A9BB-3BBC4E2BC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10B6AB-280D-4C4A-801E-9EFA82C786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2709E-6A0B-4A87-9B9C-CB1A8DAD3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9228-270A-47A9-8929-1FCF7A1A2A32}" type="datetimeFigureOut">
              <a:rPr lang="en-AU" smtClean="0"/>
              <a:t>5/02/2020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64039-0738-4A91-9834-18A038D34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9B40C-2A9E-4EC3-BFD6-6DC398A15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B53E8-86EB-49F0-9012-11E916334E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3542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82CCB-93A2-4BD8-A528-750DE03B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3E1A50-73FD-4F94-BCB3-AB3F49EB05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364B45-ACE9-49DB-813F-1FD8CAE53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48F8C-D528-40BE-B2DD-BEE372C04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9228-270A-47A9-8929-1FCF7A1A2A32}" type="datetimeFigureOut">
              <a:rPr lang="en-AU" smtClean="0"/>
              <a:t>5/02/2020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071C89-F388-4A0B-ACDD-849FBDC0F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4DDF6-F7D6-4B6E-BF1D-408DD7778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B53E8-86EB-49F0-9012-11E916334E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9717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55221-12CE-4E44-8226-4AF3B7D9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9D6A3D-200D-4D51-859E-B18057B0D8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5B81F-ECA9-410C-A001-01DDA16B2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9228-270A-47A9-8929-1FCF7A1A2A32}" type="datetimeFigureOut">
              <a:rPr lang="en-AU" smtClean="0"/>
              <a:t>5/02/2020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70C04-59C1-4426-8B71-A76538CF9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BC7FE-58BF-459B-B4F3-B6331E547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B53E8-86EB-49F0-9012-11E916334E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6881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AC3644-4170-4CBC-A684-9A68C80684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61754-8727-4ABF-87FB-4CDFC90B1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98DCD-CB9E-4A8B-880F-C927803A9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9228-270A-47A9-8929-1FCF7A1A2A32}" type="datetimeFigureOut">
              <a:rPr lang="en-AU" smtClean="0"/>
              <a:t>5/02/2020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C6D48-0593-4651-B17B-A53C957C0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6D9FC-7B39-4A80-A339-F818CA67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B53E8-86EB-49F0-9012-11E916334E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5647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44BEF1-E04C-4312-BEB4-9027D6D50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07561-7947-4339-89B2-3980A4D87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E46D5-0480-4BB2-A4F8-7FAF8738D1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09228-270A-47A9-8929-1FCF7A1A2A32}" type="datetimeFigureOut">
              <a:rPr lang="en-AU" smtClean="0"/>
              <a:t>5/02/2020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1A64A-F683-4E2E-9948-2A9B9C6458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85D19-9280-44BB-857C-D32833F67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B53E8-86EB-49F0-9012-11E916334E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2050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54722-7965-4254-AB05-AA7C40C9D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789" y="526473"/>
            <a:ext cx="9332422" cy="2590022"/>
          </a:xfrm>
        </p:spPr>
        <p:txBody>
          <a:bodyPr/>
          <a:lstStyle/>
          <a:p>
            <a:r>
              <a:rPr lang="en-AU" b="1" dirty="0">
                <a:solidFill>
                  <a:srgbClr val="7030A0"/>
                </a:solidFill>
              </a:rPr>
              <a:t>Topic: Perimeter of Composite Shapes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CBBC96-029A-477A-A3AE-C8D67AF2B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69282"/>
            <a:ext cx="9144000" cy="1655762"/>
          </a:xfrm>
        </p:spPr>
        <p:txBody>
          <a:bodyPr>
            <a:normAutofit/>
          </a:bodyPr>
          <a:lstStyle/>
          <a:p>
            <a:r>
              <a:rPr lang="en-AU" sz="2800" b="1" dirty="0"/>
              <a:t>EQ: How do we work out the perimeter of composite shapes, including circles</a:t>
            </a:r>
          </a:p>
        </p:txBody>
      </p:sp>
    </p:spTree>
    <p:extLst>
      <p:ext uri="{BB962C8B-B14F-4D97-AF65-F5344CB8AC3E}">
        <p14:creationId xmlns:p14="http://schemas.microsoft.com/office/powerpoint/2010/main" val="984414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95C2-ECAD-47E1-889A-A9310A8A9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Perimeter Place 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61417-6084-4C1C-8BE6-306B5DE76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Fill in the place mat with your table group</a:t>
            </a:r>
          </a:p>
          <a:p>
            <a:r>
              <a:rPr lang="en-AU" dirty="0"/>
              <a:t>Best one will be put on the wall </a:t>
            </a:r>
            <a:r>
              <a:rPr lang="en-AU" dirty="0">
                <a:sym typeface="Wingdings" panose="05000000000000000000" pitchFamily="2" charset="2"/>
              </a:rPr>
              <a:t>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0C0C6B-9D00-4BCC-8D6A-7308DB461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059" y="2854037"/>
            <a:ext cx="9216977" cy="384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58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4001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3713228" y="1109730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2400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4l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50389" y="1287515"/>
            <a:ext cx="673140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400" dirty="0">
                <a:latin typeface="Chalkboard"/>
                <a:cs typeface="Chalkboard"/>
              </a:rPr>
              <a:t>First find the length of the</a:t>
            </a:r>
          </a:p>
          <a:p>
            <a:r>
              <a:rPr lang="en-US" sz="2400" dirty="0">
                <a:latin typeface="Chalkboard"/>
                <a:cs typeface="Chalkboard"/>
              </a:rPr>
              <a:t>unmarked sides.</a:t>
            </a:r>
          </a:p>
          <a:p>
            <a:endParaRPr lang="en-US" sz="2400" dirty="0">
              <a:latin typeface="Chalkboard"/>
              <a:cs typeface="Chalkboard"/>
            </a:endParaRPr>
          </a:p>
          <a:p>
            <a:r>
              <a:rPr lang="en-US" sz="2400" dirty="0">
                <a:latin typeface="Chalkboard"/>
                <a:cs typeface="Chalkboard"/>
              </a:rPr>
              <a:t>a = 6 – 2</a:t>
            </a:r>
          </a:p>
          <a:p>
            <a:r>
              <a:rPr lang="en-US" sz="2400" dirty="0">
                <a:latin typeface="Chalkboard"/>
                <a:cs typeface="Chalkboard"/>
              </a:rPr>
              <a:t>a = 4 cm</a:t>
            </a:r>
          </a:p>
          <a:p>
            <a:endParaRPr lang="en-US" sz="2400" dirty="0">
              <a:latin typeface="Chalkboard"/>
              <a:cs typeface="Chalkboard"/>
            </a:endParaRPr>
          </a:p>
          <a:p>
            <a:r>
              <a:rPr lang="en-US" sz="2400" dirty="0">
                <a:latin typeface="Chalkboard"/>
                <a:cs typeface="Chalkboard"/>
              </a:rPr>
              <a:t>b = 4 + 3</a:t>
            </a:r>
          </a:p>
          <a:p>
            <a:r>
              <a:rPr lang="en-US" sz="2400" dirty="0">
                <a:latin typeface="Chalkboard"/>
                <a:cs typeface="Chalkboard"/>
              </a:rPr>
              <a:t>b = 7 cm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endParaRPr lang="en-US" sz="2800" dirty="0">
              <a:latin typeface="Chalkboard"/>
              <a:cs typeface="Chalkboard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831" y="2681900"/>
            <a:ext cx="3224965" cy="31443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47111" y="5857996"/>
            <a:ext cx="3075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5805" y="4512751"/>
            <a:ext cx="3194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706B2DC-3EDD-4BA6-9455-499F77A16F61}"/>
                  </a:ext>
                </a:extLst>
              </p14:cNvPr>
              <p14:cNvContentPartPr/>
              <p14:nvPr/>
            </p14:nvContentPartPr>
            <p14:xfrm>
              <a:off x="7279920" y="3085920"/>
              <a:ext cx="2469960" cy="82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706B2DC-3EDD-4BA6-9455-499F77A16F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64080" y="3022560"/>
                <a:ext cx="250128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E7489AD-C950-44B3-85EC-19069EEF1DAA}"/>
                  </a:ext>
                </a:extLst>
              </p14:cNvPr>
              <p14:cNvContentPartPr/>
              <p14:nvPr/>
            </p14:nvContentPartPr>
            <p14:xfrm>
              <a:off x="7411320" y="5756760"/>
              <a:ext cx="1524240" cy="46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E7489AD-C950-44B3-85EC-19069EEF1DA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95480" y="5693400"/>
                <a:ext cx="155556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6330F8E-D1C6-40C1-AF91-C38092500BFA}"/>
                  </a:ext>
                </a:extLst>
              </p14:cNvPr>
              <p14:cNvContentPartPr/>
              <p14:nvPr/>
            </p14:nvContentPartPr>
            <p14:xfrm>
              <a:off x="8818560" y="4644720"/>
              <a:ext cx="830880" cy="46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6330F8E-D1C6-40C1-AF91-C38092500BF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02720" y="4581360"/>
                <a:ext cx="86220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0398225-CD6D-4162-AAB7-7BDE41A65887}"/>
                  </a:ext>
                </a:extLst>
              </p14:cNvPr>
              <p14:cNvContentPartPr/>
              <p14:nvPr/>
            </p14:nvContentPartPr>
            <p14:xfrm>
              <a:off x="9645120" y="3150000"/>
              <a:ext cx="61920" cy="1548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0398225-CD6D-4162-AAB7-7BDE41A6588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29280" y="3086640"/>
                <a:ext cx="93240" cy="167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528B532-3712-4B00-BB69-95A5F7BC7D35}"/>
                  </a:ext>
                </a:extLst>
              </p14:cNvPr>
              <p14:cNvContentPartPr/>
              <p14:nvPr/>
            </p14:nvContentPartPr>
            <p14:xfrm>
              <a:off x="9612360" y="3078720"/>
              <a:ext cx="164160" cy="15793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528B532-3712-4B00-BB69-95A5F7BC7D3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596520" y="3015360"/>
                <a:ext cx="195480" cy="170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8B5CCC0-104F-41D6-90E2-FE2A4B6ED8E8}"/>
                  </a:ext>
                </a:extLst>
              </p14:cNvPr>
              <p14:cNvContentPartPr/>
              <p14:nvPr/>
            </p14:nvContentPartPr>
            <p14:xfrm>
              <a:off x="8826480" y="4699440"/>
              <a:ext cx="111240" cy="1154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8B5CCC0-104F-41D6-90E2-FE2A4B6ED8E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810640" y="4636080"/>
                <a:ext cx="142560" cy="12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258587A-AF0E-413A-8EDD-6412D8C0B7B8}"/>
                  </a:ext>
                </a:extLst>
              </p14:cNvPr>
              <p14:cNvContentPartPr/>
              <p14:nvPr/>
            </p14:nvContentPartPr>
            <p14:xfrm>
              <a:off x="7279920" y="3111480"/>
              <a:ext cx="117360" cy="27151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258587A-AF0E-413A-8EDD-6412D8C0B7B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264080" y="3048120"/>
                <a:ext cx="148680" cy="28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1AD513C-D362-4B13-9F92-8B3411A668BB}"/>
                  </a:ext>
                </a:extLst>
              </p14:cNvPr>
              <p14:cNvContentPartPr/>
              <p14:nvPr/>
            </p14:nvContentPartPr>
            <p14:xfrm>
              <a:off x="3951000" y="3946680"/>
              <a:ext cx="5033880" cy="2758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1AD513C-D362-4B13-9F92-8B3411A668B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941640" y="3937320"/>
                <a:ext cx="5052600" cy="277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80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55340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105074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4001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3713228" y="1109730"/>
            <a:ext cx="18714" cy="5748271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24000" y="128751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halkboard"/>
                <a:cs typeface="Chalkboard"/>
              </a:rPr>
              <a:t>Method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Rectangle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2l + 2w</a:t>
            </a:r>
          </a:p>
          <a:p>
            <a:pPr algn="ctr"/>
            <a:endParaRPr lang="en-US" sz="2400" dirty="0">
              <a:latin typeface="Chalkboard"/>
              <a:cs typeface="Chalkboard"/>
            </a:endParaRPr>
          </a:p>
          <a:p>
            <a:pPr algn="ctr"/>
            <a:r>
              <a:rPr lang="en-US" sz="2400" dirty="0">
                <a:latin typeface="Chalkboard"/>
                <a:cs typeface="Chalkboard"/>
              </a:rPr>
              <a:t>Square</a:t>
            </a:r>
          </a:p>
          <a:p>
            <a:pPr algn="ctr"/>
            <a:r>
              <a:rPr lang="en-US" sz="2400" i="1" dirty="0">
                <a:latin typeface="Chalkboard"/>
                <a:cs typeface="Chalkboard"/>
              </a:rPr>
              <a:t>P = 4l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50389" y="1287514"/>
            <a:ext cx="6731406" cy="3477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Chalkboard"/>
                <a:cs typeface="Chalkboard"/>
              </a:rPr>
              <a:t>Perimeter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400" dirty="0">
                <a:latin typeface="Chalkboard"/>
                <a:cs typeface="Chalkboard"/>
              </a:rPr>
              <a:t>Then add up all the sides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6 + 4 + 2 + 3</a:t>
            </a:r>
          </a:p>
          <a:p>
            <a:r>
              <a:rPr lang="en-US" sz="2800" dirty="0">
                <a:latin typeface="Chalkboard"/>
                <a:cs typeface="Chalkboard"/>
              </a:rPr>
              <a:t>+ 4 + 7</a:t>
            </a:r>
          </a:p>
          <a:p>
            <a:endParaRPr lang="en-US" sz="2800" dirty="0">
              <a:latin typeface="Chalkboard"/>
              <a:cs typeface="Chalkboard"/>
            </a:endParaRPr>
          </a:p>
          <a:p>
            <a:r>
              <a:rPr lang="en-US" sz="2800" dirty="0">
                <a:latin typeface="Chalkboard"/>
                <a:cs typeface="Chalkboard"/>
              </a:rPr>
              <a:t>P = 26 cm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831" y="2681900"/>
            <a:ext cx="3224965" cy="31443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78531" y="5826240"/>
            <a:ext cx="685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4 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0850" y="4312696"/>
            <a:ext cx="6859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7 cm</a:t>
            </a:r>
          </a:p>
        </p:txBody>
      </p:sp>
    </p:spTree>
    <p:extLst>
      <p:ext uri="{BB962C8B-B14F-4D97-AF65-F5344CB8AC3E}">
        <p14:creationId xmlns:p14="http://schemas.microsoft.com/office/powerpoint/2010/main" val="2976135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6B700AC4-7C03-4CBF-9EE4-0AA3B3E5E6C6}"/>
              </a:ext>
            </a:extLst>
          </p:cNvPr>
          <p:cNvSpPr txBox="1">
            <a:spLocks/>
          </p:cNvSpPr>
          <p:nvPr/>
        </p:nvSpPr>
        <p:spPr>
          <a:xfrm>
            <a:off x="2233353" y="310199"/>
            <a:ext cx="9144000" cy="82587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dirty="0"/>
              <a:t>Try these…..find the perimeter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186AA6-E6A7-42A7-B8EB-CB5D796AF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76" y="1137875"/>
            <a:ext cx="3183004" cy="32430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63005A-8EEC-4D0F-933C-EC56EC446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441" y="1327547"/>
            <a:ext cx="3823854" cy="28637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AF4503-BBF3-481E-A6BD-5DF8C55F1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7145" y="471427"/>
            <a:ext cx="3183004" cy="40924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C7F1B4-4D1F-4307-8483-2B0C5504D1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755335"/>
            <a:ext cx="12192000" cy="195755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EE969CE-E2D9-4709-9FFA-430B2A308E2D}"/>
                  </a:ext>
                </a:extLst>
              </p14:cNvPr>
              <p14:cNvContentPartPr/>
              <p14:nvPr/>
            </p14:nvContentPartPr>
            <p14:xfrm>
              <a:off x="890640" y="508320"/>
              <a:ext cx="10848960" cy="1145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EE969CE-E2D9-4709-9FFA-430B2A308E2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1280" y="498960"/>
                <a:ext cx="10867680" cy="11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BDC98F3-CFD6-423B-AFDF-DDC2BBFAD3EB}"/>
                  </a:ext>
                </a:extLst>
              </p14:cNvPr>
              <p14:cNvContentPartPr/>
              <p14:nvPr/>
            </p14:nvContentPartPr>
            <p14:xfrm>
              <a:off x="123480" y="145440"/>
              <a:ext cx="11977200" cy="62899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BDC98F3-CFD6-423B-AFDF-DDC2BBFAD3E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4120" y="136080"/>
                <a:ext cx="11995920" cy="630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0405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5A05AA-1DF8-47EE-9EC7-C33130911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52" y="1730087"/>
            <a:ext cx="3100561" cy="4237066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CD75353A-3AC5-476C-91C9-2BFE564839F9}"/>
              </a:ext>
            </a:extLst>
          </p:cNvPr>
          <p:cNvSpPr txBox="1">
            <a:spLocks/>
          </p:cNvSpPr>
          <p:nvPr/>
        </p:nvSpPr>
        <p:spPr>
          <a:xfrm>
            <a:off x="2233353" y="310199"/>
            <a:ext cx="9144000" cy="82587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dirty="0"/>
              <a:t>Try these…..find the perimeter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EEEA3E-6E9B-4A4C-AFF8-C0F6A5DC4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051" y="1136072"/>
            <a:ext cx="2489662" cy="30705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46F571-DAA2-4B3C-81A7-B1594472C5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2662" y="964536"/>
            <a:ext cx="3979026" cy="28133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4A8688-058D-4A95-9D55-5B0514B375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8550" y="3703476"/>
            <a:ext cx="3038388" cy="2970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260E57F-507E-4D1A-81C2-9CC1DCE9E9F3}"/>
                  </a:ext>
                </a:extLst>
              </p14:cNvPr>
              <p14:cNvContentPartPr/>
              <p14:nvPr/>
            </p14:nvContentPartPr>
            <p14:xfrm>
              <a:off x="74160" y="949320"/>
              <a:ext cx="11478960" cy="5542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260E57F-507E-4D1A-81C2-9CC1DCE9E9F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800" y="939960"/>
                <a:ext cx="11497680" cy="556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9265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EEAD1D-F8E2-4F4F-A2A6-8166CF44A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16" y="951634"/>
            <a:ext cx="9081395" cy="3464578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885BCA5-06FA-4B4E-BBAF-3F076CA03669}"/>
              </a:ext>
            </a:extLst>
          </p:cNvPr>
          <p:cNvSpPr txBox="1">
            <a:spLocks/>
          </p:cNvSpPr>
          <p:nvPr/>
        </p:nvSpPr>
        <p:spPr>
          <a:xfrm>
            <a:off x="1873135" y="125760"/>
            <a:ext cx="9144000" cy="82587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dirty="0"/>
              <a:t>Apply what you know to this question….</a:t>
            </a:r>
          </a:p>
        </p:txBody>
      </p:sp>
      <p:pic>
        <p:nvPicPr>
          <p:cNvPr id="1026" name="Picture 2" descr="Image result for speed distance time formula">
            <a:extLst>
              <a:ext uri="{FF2B5EF4-FFF2-40B4-BE49-F238E27FC236}">
                <a16:creationId xmlns:a16="http://schemas.microsoft.com/office/drawing/2014/main" id="{8EF7C69A-8393-4F12-9D38-54FE9C05E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393" y="802005"/>
            <a:ext cx="2047454" cy="180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679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150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Chalkboard</vt:lpstr>
      <vt:lpstr>Office Theme</vt:lpstr>
      <vt:lpstr>Topic: Perimeter of Composite Shapes</vt:lpstr>
      <vt:lpstr>Perimeter Place Mat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Nine Stretch</dc:creator>
  <cp:lastModifiedBy>Nine Stretch</cp:lastModifiedBy>
  <cp:revision>12</cp:revision>
  <dcterms:created xsi:type="dcterms:W3CDTF">2020-02-02T01:47:46Z</dcterms:created>
  <dcterms:modified xsi:type="dcterms:W3CDTF">2020-02-05T03:52:42Z</dcterms:modified>
</cp:coreProperties>
</file>