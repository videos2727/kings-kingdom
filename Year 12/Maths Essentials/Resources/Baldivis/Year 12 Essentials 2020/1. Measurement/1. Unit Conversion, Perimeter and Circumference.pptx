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58" r:id="rId5"/>
    <p:sldId id="259" r:id="rId6"/>
    <p:sldId id="261" r:id="rId7"/>
    <p:sldId id="262" r:id="rId8"/>
    <p:sldId id="269" r:id="rId9"/>
    <p:sldId id="270" r:id="rId10"/>
    <p:sldId id="272" r:id="rId11"/>
    <p:sldId id="271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8548" autoAdjust="0"/>
  </p:normalViewPr>
  <p:slideViewPr>
    <p:cSldViewPr snapToGrid="0" snapToObjects="1">
      <p:cViewPr varScale="1">
        <p:scale>
          <a:sx n="76" d="100"/>
          <a:sy n="76" d="100"/>
        </p:scale>
        <p:origin x="69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07:53.36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21072 8149 2084 0,'0'0'92'0,"0"-11"20"0,0-1-90 0,-4 5-22 15,-5-5 0-15,9 0 0 0,0 1 36 0,-4-1 4 16,4 1 0-16,-4-1 0 0,4-3-12 0,-9 3-3 15,0-3 0-15,5-5 0 0,-9 1-15 0,9 0-10 16,-10 3 12-16,1 1-12 0,0-1 14 0,0-3-4 16,-8 0-1-16,-1 3 0 0,-4-7 28 0,0 4 6 15,-9 0 1-15,0-1 0 0,-8 1-9 0,4-4-2 16,-9 0 0-16,0 3 0 0,1 1-33 0,-1 0 0 16,-9-1 0-16,5 1 0 0,-4 7 58 0,4 1 5 15,4-1 1-15,-9 5 0 0,1-1-52 0,4 0-12 0,-9 4 0 16,5 4 0-16,-9 0 0 0,-1 4 0 0,-3-4 0 15,4 8 0-15,0 3 0 0,-1-3 0 0,10-4 0 16,0 8 0-16,-5-1 0 0,4 5 0 0,-12-1 0 16,8 4 0-16,5 1 0 0,-1-1 0 0,5 0 0 0,9 8 0 15,-10-3 0-15,10 3 0 0,8-4 0 0,-4 4 0 16,0 4 0-16,4-1 0 0,-4 1 0 0,5 0 0 16,-1 12 0-16,9-1 0 0,-13-3 0 0,8 3 0 15,5 5-48 1,9 3-13-16,0 0-3 0,-1 0 0 0,5-3 52 0,4 3 12 0,5-4 0 0,-5 0 0 15,9 1 0-15,9-1 0 0,-9 0 0 0,4-3 0 0,5 3 27 0,8-7 8 16,14 3 1-16,4 1 1 16,-5 3-28-16,5 0-9 0,4-3 0 0,-4 3 0 15,8-7 10-15,5-1-10 0,-5 1 8 0,14 0-8 16,12-5 12-16,-4 1-4 0,9 0 0 0,0 0 0 0,4 3-8 0,9-7 0 16,-9 0 0-16,5 0 0 0,3-4 14 0,6 0 1 15,-5-4 0-15,-1 0 0 0,6-3 1 0,-14-1 1 16,4 0 0-16,5-7 0 0,-9-1-17 0,13-3-16 15,-8 0 4-15,4-4 0 0,-9-4 12 0,0 0 16 16,0 0-3-16,0-8-1 0,5-4-12 0,-14 1 0 16,18-5 0-16,-13 5-10 0,0-9-4 0,4-3-1 15,-13-4 0-15,0 0 0 0,9 0 15 0,-13 0 0 16,-5-8 0-16,5 1 0 0,-4-5 0 0,-1 0 0 16,-4 1 0-16,-8-1 0 0,3-3 37 0,-16 3 11 15,-1-3 1-15,-4-5 1 0,-4 1-29 0,-5-4-5 16,-4-4-2-16,-8 0 0 0,8-4-14 0,-13 4 9 15,-5-4-9-15,-3 4 8 0,-1 0-8 0,-8 0 0 0,-1-4 0 16,-3 4 8-16,-14 4-8 0,0-1 0 0,-4 9-12 16,0-4 12-16,-13-1 0 0,8 1 0 0,-8 0 0 0,0 3 0 15,4 4-11-15,-4 5 11 0,-8-5-8 0,-1 0 8 16,-13 1 0-16,4 3 0 0,5 0 0 0,-9 5 8 16,5-1-8-16,8 7 0 0,-13 1 0 0,-4-4 0 15,4 4-12-15,-4 0-4 0,4 4-1 0,-4-1 0 16,4 9 27-16,-4-1 6 0,4 12 0 0,-4-8 1 15,4 5-17-15,-12 3 0 0,7 0 0 0,1 3 0 16,-13 5 0-16,13 4 0 0,-9-1 0 0,9 5 0 16,4-1-48-16,5 1-12 0,-5 7-4 15,0 0 0-15,0 0 52 0,5 4 12 0,4 4 0 0,8 4 0 0,1-4 0 16,-1 7 0-16,5 5 0 0,9 3 0 0,-5 0 0 16,4 8 0-16,-8 1 0 0,9 2 0 0,4 1 0 0,0 4 0 15,4 8 0-15,0-5 0 0,9 5 0 0,-4-1 0 16,4 1 0-16,8-1 0 0,10-3 0 0,3 0 0 15,1-1 0-15,13-7 0 0,-1 0 0 0,10-4-19 16,-1-4 3-16,5-3 0 0,13 3 16 0,4-4 0 16,0-7-8-16,8 3 8 0,1-3 8 0,9-5 6 15,-10 5 1-15,19-8 0 0,12-4-23 0,-4 0-5 16,8 4-1-16,9-4 0 0,0 0 14 0,5-8 0 16,17 1 0-16,0-1 0 0,4-8 0 0,-4 5 0 15,0-5 0-15,0-3 0 0,4-4 0 0,0 0 18 0,5-4-2 16,-9-4-1-16,0-8-15 0,-9 1 0 0,4-12 0 15,5 3 0-15,0-7 0 0,-13 0 0 0,4-7 0 0,-8-5 0 16,-1-3 0-16,-3-1 0 0,-14-7 0 0,4 0 0 16,-8-4 0-16,-4 3 0 0,-14-3 0 15,-12-7 0-15,-1-5 54 0,-8 0 8 0,-5 1 2 0,-8-9 0 16,-5-3-64-16,1 4 0 0,-18-1 0 0,0-3-13 16,-18-4 21-16,1 0 5 0,-14 8 1 0,-16-1 0 15,-23-3-14-15,-8 12 0 0,-9-1-12 0,0 4 12 16,-21 8-13-16,-10-4 4 0,-12 8 1 0,4 8 0 15,5 11-4-15,-10 4-1 0,-3 3 0 0,-1 9 0 16,-4 3-75 0,13 5-16-16,-4 3-2 0,4 8-1136 0</inkml:trace>
  <inkml:trace contextRef="#ctx0" brushRef="#br0" timeOffset="1531.134">11241 7906 1908 0,'0'0'42'0,"0"0"9"0,0-8 1 0,-5-3 1 0,-12 3-42 0,0-3-11 0,17-5 0 0,0 1 0 16,-13 3 64-16,-5 1 12 0,-8-5 1 0,-4-3 1 16,-1 3-62-16,-3 1-16 0,-5-1 0 15,4 1 0-15,-4 0 0 0,-9 3 0 0,0 4 0 0,1 1 0 16,-14-5 0-16,0 8 0 0,-4 0 0 0,0 8 0 16,-9 4 0-16,0 3 0 0,0 1 0 0,-4 0 0 15,0 7 0-15,0 0 0 0,0 4 0 16,-9 4 0-16,9 8 54 0,-1 4 8 0,10-1 2 0,4 9 0 15,-5-1-52-15,9 4-12 0,5 4 0 0,0 4 0 16,8 4 0-16,9 0 0 0,0 3 0 0,13 1 0 16,8 3 0-16,1-3 0 0,4 7 0 0,21 5 0 15,1-1 0-15,13 0-12 0,8 0 3 0,5 1 0 16,8-5 9-16,10 0-8 0,3 1 8 0,0-5-8 16,23-7 8-16,-1 0 0 0,13-4 10 0,0-4-10 0,5-4 12 15,-1-12-4-15,5-3-8 0,9-8 12 0,4 0 4 0,-1-7 1 16,1-9 0-16,5-3 0 0,8-8 4 0,-9-8 1 15,-13-7 0-15,0-1 0 0,-8-11 3 0,-5-4 1 16,5-3 0-16,-18-5 0 0,-13-7-26 0,9-1 0 16,13-7 0-16,-22 0 0 0,0 0 56 0,-9-4 7 15,-8-4 1-15,0-3 0 0,-5-1-52 0,-8-3-12 16,-18-5 0-16,5 1 0 0,-5 7 54 0,-8 5 8 16,0-9 2-16,-9 1 0 0,-9-1-52 0,0 1-12 15,-4-5 0-15,-13 1 0 0,-4 3 0 0,0 9 0 16,-5-5 0-16,-13 4 0 0,-13 0 0 0,5 8 0 15,-5 0 0-15,5 4 0 0,-14 4 0 0,-4-1 0 16,-4 9 0-16,4-1 0 16,0 8-48-16,-12 4-13 0,-6 8-3 0,-8 4 0 0,1 7 52 0,-1 0 12 0,0 8 0 15,-4 8 0-15,-1 3 0 0,1 1 0 0,0 11 0 16,8 4 0-16,-8 8 0 0,13 4 0 0,-13-1 0 0,17 9 0 16,4-1 0-16,5 8 0 0,4 0 0 0,5 8 0 15,8-4 0-15,5 7 0 0,-1 5 0 0,18 3 0 16,-9 0 0-16,18 5 0 0,13-1 0 0,-1 4 0 15,5 4 0-15,13 0 0 0,9 4 0 0,8-4 0 16,5-4-54-16,8-4-8 16,14 0-2-16,-5-4 0 0,17-3 52 0,5-8 12 0,9-8 0 0,8 0 0 15,4-8-20-15,10-3 0 0,-1-1-1 0,-4-11 0 16,17-8 21-16,0-4-9 0,9-7 9 0,0 0 0 16,0-5 8-16,8-7 8 0,-3-7 1 0,-1-5 1 0,9-7 10 15,-9-4 1-15,-8-1 1 0,-14-10 0 16,9-9 8-16,-8-3 2 0,4-8 0 0,-18 0 0 15,-12 0-32-15,-9-4-8 0,12-4 0 0,-8-7 0 0,-17-5 0 16,-4 1 0-16,-1-4 0 0,-13-1 0 0,-3 5 0 0,-10 4 0 16,-8-9 0-16,-1 5 0 0,-8-4 0 0,-4 0 0 15,-13 3 0-15,-5-3 0 0,-9 0 0 0,1 7 0 16,-22 1 0-16,-5 3 0 0,-3 4 0 0,-10 1 0 16,1 3 0-16,-9 4 0 0,-5 0 0 0,-12 3 0 15,8 5 0-15,0 7 0 0,-22 5 0 0,5 7 0 16,0 11 0-16,0 8 0 0,-1 1 0 0,-3 11 0 15,8 11 0-15,-13 4 0 0,9 8 0 0,4 8 0 16,0 8 0-16,-4 7 0 0,8 8 0 0,1 7 0 0,4 5 0 16,4 3 0-16,13 8 0 0,0 8 0 0,0 4 0 15,18 3 0-15,12 5 0 0,-8-5 0 0,13 8 0 0,9 1 0 32,12 3-27-32,10-8-6 0,8 1-2 0,8-9 0 15,10 1 5-15,12-8 1 0,9-4 0 0,13-16 0 0,-4 1 13 0,22-12 4 0,8-4 0 0,13-7 0 16,5-5 2-16,3-7 1 0,6-8 0 0,8-7 0 15,4-4 9-15,4-9 9 0,1 1-1 0,-5-4-8 16,-4-11 19-16,4-5-3 0,9 1-1 0,-13-8 0 16,-13-4 2-16,-9-4 1 0,5-4 0 0,-5-11 0 15,-9-12-183-15,-3-8-37 0,34-61-7 16,-18 7-2-16</inkml:trace>
  <inkml:trace contextRef="#ctx0" brushRef="#br0" timeOffset="5314.53">11571 12636 1587 0,'17'0'70'0,"-17"0"15"16,0 0-68-16,0 0-17 0,0 0 0 0,9 0 0 16,0 4 35-16,4-4 3 0,-13 0 1 0,0 0 0 15,0 0 17-15,0 0 3 0,0 7 1 0,4-3 0 0,-4 4-29 16,4 3-6-16,-8-3-1 0,0 4 0 0,-9-1 12 0,4 5 3 16,9-1 0-16,0 5 0 0,-13 3-9 0,9-4-2 15,-10 8 0-15,10 0 0 0,0-4-14 0,-5 4-3 16,0-7-1-16,9 3 0 15,0-4-10-15,0-4 10 0,0 1-10 0,0-5 10 0,18 5-10 0,-10-8 0 16,6-5 0-16,-14-3 8 0,0 0-8 0,17 0 10 16,5 0-10-16,4-3 10 0,0 3-10 0,-5-4 0 15,5 4 0-15,5 0 0 0,-9 0 20 0,-5 4-2 16,0-1 0-16,9 1 0 0,9 4 16 0,-9 0 3 16,-8 0 1-16,-1 3 0 0,0 1-2 0,1-1 0 15,3 5 0-15,-8-1 0 0,-4 1-13 0,0-1-3 16,12 0-1-16,-16 5 0 0,-5-1-7 0,9 0-2 15,-5 1 0-15,-4 3 0 0,0-4 3 0,-4 0 1 0,-10-3 0 0,14 3 0 16,-4 1-2-16,-13-5-1 0,-5 0 0 16,-4 1 0-16,0-1-11 0,4-3 0 0,-8-4 0 0,4-5 0 15,-9 1 11-15,0-4 0 0,1-4 0 0,3 1 0 16,-12-1-26-16,12-4-5 0,1-4 0 0,4 1-1 31,-9-5-91-31,13 1-17 0,-8 0-4 0,8-5-997 0</inkml:trace>
  <inkml:trace contextRef="#ctx0" brushRef="#br0" timeOffset="5539.252">11619 12724 2498 0,'-18'-15'111'0,"14"11"22"0,4-4-106 0,0 8-27 0,0 0 0 0,0 0 0 15,-9-3 0-15,9 3 0 16,0 0 8-16,0 0-8 0,18 3-16 0,-5-3-6 16,-5 4-1-16,10 0 0 0,-1 0 23 0,0 4 15 15,-4-8-3-15,9 4 0 0,13-1-12 0,-9 1 9 16,4-4-9-16,-8-4 8 16,17 4-54-16,13-3-11 0,-4-1-3 0</inkml:trace>
  <inkml:trace contextRef="#ctx0" brushRef="#br0" timeOffset="5983.22">12835 12794 1497 0,'0'0'133'0,"-9"-4"-106"0,9 0-27 0,-9-3 0 16,0-1 237-16,9 0 43 0,-13 4 8 0,9 0 1 15,0 1-209-15,-9-1-41 0,8 4-9 0,-3-4-2 16,-1 4-20-16,0-4-8 0,1 4 0 0,-10 0 0 15,-3 4 0-15,3 0 0 0,-4-4-13 0,5 7 4 16,-18 5 9-16,9-4 0 0,-4 3 0 0,8 1 0 16,0 3 18-16,-4 5 6 0,0 3 0 0,5 0 1 15,8 4-25-15,4 4 0 0,-21-4 0 0,12 8 0 16,9-1 0-16,-4 5 10 0,9-4 1 0,-9 7 0 0,13 1-11 16,0-1-16-16,13-7 4 0,-13 3 1 15,4-7 11-15,14 0 0 0,17 0 0 0,-5-4 0 0,0-8-15 0,9 1 3 16,14-5 0-16,-10-7 0 0,9 0 12 15,5-4 12-15,-10-12-3 0,1 0 0 0,4-7 2 16,-13-5 0-16,0 1 0 0,-4-4 0 0,-9 0 14 0,9 3 3 16,-18-7 1-16,5-4 0 0,-5 1 10 0,-8-1 1 15,0-4 1-15,-1 0 0 0,1 0-24 0,-9 1-5 16,-9 3 0-16,9-4-1 0,-8 8-3 0,-1-4-8 16,0 4 12-16,-8 0-4 0,4 4-8 0,-4 4 0 0,-5 3 9 15,0 1-9-15,0 3 0 0,-8 4-20 16,4-3 4-16,-9 7 1 15,1 4-35-15,-1 4-7 0,-4 0-2 0,8 0 0 0,-8 3-134 0,4 5-27 0,5-4-6 0</inkml:trace>
  <inkml:trace contextRef="#ctx0" brushRef="#br0" timeOffset="6453.849">13751 12879 2714 0,'-9'-4'60'0,"9"0"12"0,0-7 2 0,0 3 2 0,0 0-60 0,0 0-16 15,-4 1 0-15,4-1 0 16,-5 0 23-16,5 4 1 0,-8 1 1 0,-1-1 0 16,-4 0-25-16,4 4 0 0,-8 0 0 0,4 8 0 0,-4-5-17 0,-1 5 4 15,-4 0 1-15,1 7 0 0,-1-3 12 0,0 3 0 16,-8 1 0-16,8-1 0 0,-8 5 0 0,4-1 0 15,-5 4 0-15,5 0 0 0,-8 0 0 0,12 8 0 16,-9 0 0-16,10 0 10 0,-1 8-10 0,5-5 0 16,8 5 0-16,-4 0-11 0,13-1 11 0,0 1 0 15,0-1 0-15,17 1 0 0,-8-4 0 0,17-4 0 16,-4 0 0-16,4-4 0 0,4 0 0 0,5-8 0 16,-9-8 0-16,13 1 0 0,-4-8 28 0,4-4 7 15,0-8 1-15,0 0 1 0,0-7-29 0,0-4-8 16,-4-4 0-16,0-4 0 0,-9-1 23 0,0 1 3 15,-9 0 1-15,-4-3 0 0,5-1-3 0,-5 0 0 16,-13-4 0-16,4 4 0 0,-4-4-8 0,-4 5-3 16,4-5 0-16,-5 4 0 0,-8-4-13 0,9 0 0 0,-5 4 0 15,1 4 0-15,-10 0 0 0,5 4 0 0,-4 0 0 0,-5 8 0 16,5-1-12-16,-9 5-9 0,4 3-2 0,-8 0 0 16,4 4 0-16,4 4 0 0,-9 4 0 0,10 4 0 31,-1 0-150-31,-4-1-31 0,4 1-5 0,5 4-2 0</inkml:trace>
  <inkml:trace contextRef="#ctx0" brushRef="#br0" timeOffset="7050.138">14081 13076 2188 0,'0'0'48'0,"0"0"11"0,0 0 1 0,0 0 1 0,0 0-49 0,0 0-12 16,0 0 0-16,0 0 0 0,0 0 21 0,0 0 2 16,0 0 0-16,0 0 0 0,0 0-23 0,0 0 0 15,4 11 0-15,5 1 0 0,-9 0 0 0,0 3 12 16,0 4-2-16,0 1-1 0,0-1 20 0,0 8 4 16,-9-4 1-16,5 0 0 0,4 0-34 0,-5-3 0 15,5-1 0-15,-4 4 0 0,4-7 58 0,0-1 5 16,-9 1 1-16,9-5 0 0,0-3-64 0,0-8-21 15,0 0 0-15,0 0 0 0,0 0 21 0,0 0 0 16,13-4 12-16,-8-8-4 0,8-3 5 0,-9 0 1 0,9-5 0 16,-4-3 0-16,4 0-14 0,-4-4 0 0,4 0 0 0,4 0 0 15,-4 0 0-15,-4 0-12 0,8 4 3 0,0 3 0 16,1 1 9-16,-9 4 12 0,4 3-2 16,4 0-1-16,-13 9-9 0,9-1 0 0,-4 0 0 0,0 8 0 15,-1 0 0-15,1 3 0 0,-5 9 0 0,1-1 0 16,-1 1 53-16,5 3 9 15,-9 4 2-15,4 0 0 0,-4 0-64 0,0 1-8 0,4-5-4 0,5 4-1 16,-9-8 21-16,0 5 4 0,4-9 0 0,1 1 1 16,3-4-13-16,-3-1 0 0,-1-3 0 0,9-8 0 15,-8 0 0-15,8-3-18 0,8-1 4 0,-12-7 1 16,4-1 21-16,4-3 4 0,5 0 0 0,0-5 1 16,0 1-13-16,4 0 0 0,-5 0 0 0,5 4 0 15,0-1 0-15,-4 1 0 0,0 7 0 0,0 1 0 0,-5 3 0 16,0 0 0-16,1 8 0 0,-10 0 0 0,1 4 0 15,0 4 0-15,-1 4 0 0,-3 3 0 0,-5 4 0 0,0 1-13 16,0 3 2-16,0 0 1 0,0 4 10 0,0 0 12 16,-5 0-2-16,-3 0-1 0,8 0-9 0,-5-4 0 15,1-7 0-15,4-1 0 16,0 4-46-16,0-7-14 0,0-4-4 0,0-8 0 16,0 0-102-16,0 0-21 0,0 0-4 0,0 0-1 0</inkml:trace>
  <inkml:trace contextRef="#ctx0" brushRef="#br0" timeOffset="7589.553">15084 13064 2120 0,'0'0'94'0,"0"0"19"0,0 0-90 0,0 0-23 0,0 0 0 0,0 0 0 16,0 0 71-16,0 0 9 0,0 0 3 0,0 0 0 15,9 8-32-15,-5 4-7 0,0-5 0 0,9 9-1 16,-13-5-18-16,5 9-3 0,8-5-1 0,-13 4 0 15,0 5-21-15,-9-5 0 0,5 0 0 0,4 0 0 16,-5-3 39-16,5 3 3 0,0-3 1 0,-8-1 0 16,8-3-18-16,0-5-3 0,0-7-1 0,0 0 0 15,0 0-21-15,0 0 0 0,0 0 0 0,0 0 0 16,0 0 0-16,8-4 0 0,-3-7 0 0,8-1 0 16,-13-3 0-16,4-1 0 0,9-3 0 0,-4 0 0 15,8 0 0-15,1-1 0 0,-1-3 0 0,5 0 0 0,4 4 0 16,0-1 0-16,-9 1 0 0,5 4 0 0,-5 3 0 0,-8 8 0 15,8-4 0-15,-4 8 0 16,-13 0 0-16,0 0 0 0,18 8 0 0,-14 0 0 0,0 7 0 16,-4 1 0-16,9-1 0 0,-9 4 0 0,0 5 36 0,0-5 2 15,-9 0 1-15,9 1 0 0,-4-1-11 0,4 0-3 16,0-3 0-16,0-5 0 16,0-11-71-16,0 12-14 0,0-12-4 0,0 0 0 0,0 0 103 0,13 0 20 15,-4-4 4-15,4-4 1 0,4 0-52 0,0-7-12 16,-4 0 0-16,5-1 0 0,12-3 0 0,-12 0 0 15,8-5 0-15,4 1 0 0,0 0 0 0,5 4 0 16,-4-1 0-16,3 5 0 0,-12 0 0 0,4 7 0 16,-4 4 0-16,4 4 0 0,-4 8 0 0,-1-1 0 0,-3 1 0 15,-1 8 0-15,-13-1 0 0,9 8 0 0,-4 0 0 16,0 0 0-16,-5 1 0 0,-4-1 0 0,9 0 0 0,-1 0 0 16,-3-4 0-16,8 5 0 0,-9-5 0 0,1 0 0 15,8-3 0-15,-13-5 0 0,0-11 0 0,0 0 0 31,17 8-151-31,-8-4-33 0,-9-4-6 0,26-4-2 0</inkml:trace>
  <inkml:trace contextRef="#ctx0" brushRef="#br0" timeOffset="8168.498">16921 13099 2052 0,'0'0'45'0,"0"0"10"0,0 0 1 0,0 0 1 0,0 0-45 0,0 0-12 0,0 0 0 0,0 0 0 16,0 0 48-16,13 0 7 0,4 0 1 0,-4 0 1 15,0 4-32-15,5-4-6 0,12 4-2 0,-8 0 0 16,13-1 24-16,-9 1 5 0,4 0 1 0,13 0 0 15,5 4-19-15,-4-1-3 0,-5-3-1 0,13 0 0 16,-9 4-12-16,1-4-4 0,3 3 0 0,10-3 0 0,-5 0-8 16,0 0 0-16,-4 0 0 0,8-4 0 0,-12 4 12 0,8-4 1 15,-13 0 0-15,4 4 0 16,-4-4-215-16,-8 0-43 0,4 0-9 0,-14 0-2 0</inkml:trace>
  <inkml:trace contextRef="#ctx0" brushRef="#br0" timeOffset="8542.163">17802 12948 2192 0,'0'0'48'0,"0"0"11"0,0 0 1 0,0 0 1 0,18 4-49 0,-1-4-12 0,-8 4 0 0,8-4 0 16,14 4 43-16,-10 0 5 0,5 0 2 0,5 3 0 16,3 1-30-16,-3-4-5 0,-1 4-2 0,5-1 0 15,-13-3-13-15,12 4 0 0,-7 0 0 0,3-1 0 16,-8-3 22-16,-5 4 2 0,5 0 0 0,-5 0 0 16,0-1-12-16,-12 1-1 0,8 4-1 0,-13-1 0 0,0 1 6 0,0 3 2 15,0 1 0-15,-9 3 0 16,0-4 12-16,1 9 2 0,-1-5 1 0,-8 0 0 15,4 4-8-15,0 0-1 0,-5 4-1 0,1-3 0 16,0-5-3-16,-1 0 0 0,-4 4 0 0,5-3 0 0,4-1-20 16,-4-4 0-16,8 1 0 0,-4-5 0 0,4 5 0 0,-4-4 0 15,9-5 0-15,-9-3 0 16,9 0-98-16,4-4-24 0,-9-4-5 16</inkml:trace>
  <inkml:trace contextRef="#ctx0" brushRef="#br0" timeOffset="9450.206">18866 13080 1324 0,'0'0'59'0,"0"0"12"0,0 0-57 0,0 0-14 16,9-8 0-16,-9 8 0 0,0-12 184 0,0 12 35 15,4-3 6-15,-4 3 2 0,5-4-131 0,8 0-25 16,-13 4-6-16,4 0-1 0,9 0-19 0,-4 4-4 16,-1 0-1-16,1-1 0 0,-5 9-14 0,5-4-3 15,-5 7-1-15,-4 4 0 0,-4 5 16 0,4-1 3 0,0 4 1 0,0 0 0 16,-9 0-24-16,5 4-5 16,0-4-1-16,-1 0 0 0,-3-4-12 0,3-4 9 15,1 1-9-15,-5-5 8 0,5 0 11 0,4-7 1 16,-4 0 1-16,4-8 0 0,0 0-21 0,0 0 0 0,0 0 0 15,4-4 0-15,0-8 0 0,5-3 0 0,0-8 0 0,4 0 0 16,-9-1-14-16,9-3-7 0,5-3-2 0,-1 3 0 16,-4-4 23-16,4 4 0 0,9-4-9 0,-4 4 9 15,0 4 16-15,-5-1 8 0,5 5 0 0,8 0 1 16,-8 3-25-16,0 9 0 0,-14-1 0 0,10 4 0 16,8 4 0-16,-18 4 0 0,10 0 0 0,-1 7 0 15,1-3 0-15,-10 4 0 0,1 3 0 0,0 1 0 16,-1 3 0-16,1 0 0 0,0 0 0 0,-5 1 0 15,0 3 0-15,-4-4 0 0,5-3 0 0,3-1 0 16,-8 1 0-16,0-1 0 0,0-3 0 0,0-5 0 16,0-7 0-16,0 0 0 0,0 0 0 0,0 0 0 0,0 0 0 0,0 0 0 15,0 0 0-15,0 0 0 0,5-7 0 16,8-5 0-16,-5-3 0 0,5-1 0 0,-4-3 0 16,4 0 0-16,5-5 0 0,-1 5 0 0,5-4 0 15,4 0 0-15,4 0 0 0,5-1 0 0,0 5 0 0,-5-4 0 16,0 4 0-16,5 3 0 0,-4 5 0 0,12-1 0 15,-13 8 0-15,5 0 0 0,0 8 0 0,0 0 0 16,-5 4 0-16,0 3 0 0,-4 5 0 0,5 3 0 16,-9 0 0-16,-1 8 0 0,-3 0 32 0,-1 4 0 15,0-4 1-15,1 4 0 0,-14 0-1 0,9 0-1 16,-9 0 0-16,1-4 0 0,3 0-31 0,-8-4 0 0,0 0 0 0,5 0 0 16,-5-3 0-16,0-5-10 0,0-3 0 15,-5-1 0 1,5-11-100-16,0 8-20 0,0-8-4 0</inkml:trace>
  <inkml:trace contextRef="#ctx0" brushRef="#br0" timeOffset="14629.106">20521 9555 806 0,'0'0'17'0,"0"0"4"0,0 0 1 0,0 0 2 0,0 0-24 0,0 0 0 0,0 0 0 0,0 0 0 15,0 0 0-15,0 0 0 0,0 0 0 0,0 0 0 16,0 0 56-16,0 0 6 0,0 0 2 0,0 0 0 15,0 0-52-15,4 7-12 0,-4-7 0 0,13 8 0 0,-13-8 0 0,5 8 0 16,-5-8 0-16,0 0 0 16,0 0 54-16,0 15 8 0,0-3 2 0,0 0 0 0,0 3-52 0,0-3-12 15,0 7 0-15,-5-4 0 0,-4-3 54 0,5 3 8 16,0 1 2-16,-5-1 0 0,0 1-52 0,1-1-12 16,3 4 0-16,1 1 0 0,-13-1 0 0,12-4 0 15,-8 1 0-15,0 3 0 0,0 1 54 0,-4-5 8 16,8 4 2-16,1 1 0 0,3-5-52 0,-8 0-12 15,-4 5 0-15,4-1 0 0,4 0 0 0,-8-3 0 16,-5 3 0-16,5 0 0 0,-1 1 54 0,5-5 8 16,-4 1 2-16,4-1 0 0,-5 4-52 0,1 1-12 15,0-1 0-15,-5 0 0 0,-4 1 0 0,4-5 0 0,1 0 0 16,-1 1 0-16,0-1 54 0,-8 1 8 0,4-1 2 16,4-3 0-16,-8 3-52 0,3-3-12 0,-3 3 0 0,8-3 0 15,1-1 0-15,-10 1 0 0,5-4 0 0,4 3 0 16,-12-3 0-16,12 0 0 0,-13 3 0 0,14-3 0 15,-14 0 0-15,13 0 0 0,-13-1 0 0,1 1 0 16,8 0 54-16,-9-4 8 0,4-1 2 0,5 1 0 16,-13 4-52-16,5 0-12 0,-6-1 0 0,-7 1 0 15,3 4 0-15,5-5 0 0,-4 1 0 0,-5 4 0 16,5-1 0-16,4 1 0 0,-1-4 0 0,-3 3 0 16,4-3 0-16,0 0 0 0,0-1 0 0,0 5 0 15,-5-4 0-15,5-1 0 0,-13 1 0 0,9 4 0 16,-5-8 0-16,4 3 0 0,-3-3 0 0,-1 0 0 15,0 4 54-15,0-4 8 0,9-1 2 0,-8 5 0 16,7-4-52-16,-3 0-12 0,-5 0 0 0,0 0 0 16,1 3 0-16,3-3 0 0,1 0 0 0,-9 4 0 0,0-4 0 15,8 3 0-15,-12 1 0 0,17 0 0 0,-13 0 12 0,12-1-3 16,-12-3-1-16,9 4 0 0,-9 0-8 16,8-5 12-16,-12 5-12 0,4-4 12 0,8 0-3 0,-8 4 0 15,9-5 0-15,-5 1 0 0,5 0-9 0,-1 0 8 16,-4 0-8-16,9 0 8 0,0 0-8 0,5-4 8 15,-5-4-8-15,-1 0 8 0,1 0-8 0,0 0 0 16,0 0 0-16,0 0 0 0,0 1 8 0,-4-1-8 16,-1 0 0-16,1 0 8 0,8 0-8 0,-4 0 12 15,4-7-12-15,0 3 12 0,1-4-4 0,3 1-8 16,1-5 12-16,4 9-4 0,-9-5-8 0,5-3 8 0,4 3-8 16,-5-3 8-16,5-1-8 0,-4 1 8 0,8 3-8 15,-4-3 8-15,9 3-8 0,-5-3 0 0,5-5 0 16,-5 5 0-16,4 3 0 0,1-3 0 0,0-4 8 15,-1 7-8-15,5-3 0 0,0-1 8 0,0 1-8 0,0-5 8 16,5 5-8-16,-5 0 0 0,4-1 0 0,-4-3-11 16,9-1 11-16,-10 1 0 0,1-8 0 0,5 4 0 15,3-4-12-15,-8 0 4 0,9 0 0 0,-13 4 0 16,8-4 8-16,0 4 11 0,-4-1-3 0,5-3 0 16,-5 4-8-16,0 0 0 0,4 0 0 0,-4 4 0 15,4-5 0-15,-8 5 0 0,-1 0 0 0,1 3 0 16,4-3-22-16,4 4 3 0,-8-1 1 0,-5 1 0 15,9-1-45-15,5 5-9 0,-10-9-1 16,1 9-1-16,4-5-175 0,8 5-35 0,-8-5-8 0</inkml:trace>
  <inkml:trace contextRef="#ctx0" brushRef="#br0" timeOffset="15280.211">15536 9559 172 0,'0'0'8'0,"0"0"1"0,4-12-9 0,5 0 0 16,-5 5 0-16,0-1 0 0,5-4 126 0,-9 12 23 16,0 0 5-16,0-7 1 0,0 7-61 0,0 0-12 15,0 0-2-15,0 0-1 0,0-8 5 0,0 8 2 0,0 0 0 0,0 0 0 16,0 0-29-16,0 0-5 16,0 0-2-16,0 0 0 0,-13 0-17 0,9 4-3 0,-5-4-1 0,0 4 0 15,9 3 1-15,-13 5 0 0,9 3 0 0,0-3 0 16,-14 7-6-16,9 1 0 0,5-1-1 0,-5 4 0 15,-4-4 6-15,-4 5 2 0,4-1 0 0,4 0 0 16,-8 0 6-16,-5 0 2 0,5 0 0 0,-5 4 0 16,5 4-9-16,-5-4-2 0,-4 0 0 0,0 0 0 15,4 4-9-15,-8 0-3 0,4 4 0 0,4 0 0 16,-4-4-16-16,4-1 8 0,5 1-8 0,0 4 0 16,-5-4 8-16,4-4-8 0,1 0 0 0,0 4 0 15,8-8 9-15,-8 0-9 0,12-7 0 0,-8-1 9 16,9-3-9-16,-5-5 12 0,5 1-12 0,4-8 12 15,0 0-4-15,0 0 0 0,0 0 0 0,0 0 0 16,0 0 4-16,0 0 0 0,4-8 0 0,5-7 0 16,-5 0-12-16,9-5 0 0,5-7 9 0,-5 0-9 0,0-11 0 15,4 3 0-15,1 0 0 0,8-4 0 0,0-7 0 16,-5 0 0-16,14-1 0 0,-9-3 0 0,9 8 0 0,-13-1 0 16,4 1 0-16,0-1 0 0,-5 9 0 0,1-1 0 15,-4 0 0-15,-1 8 0 0,0 0 0 0,-8 8 8 16,4-4-8-16,4 11 0 0,-12-3 0 0,-1 7 0 15,5 0 0-15,-5 0 8 0,0 5-8 0,-4 3 0 16,0 0 0-16,13 3 0 0,0 5 0 0,-4 0-10 16,4 3 10-16,-4 1-10 0,4 4 10 0,4 3-10 15,1 0 10-15,3 4-10 0,-3 0 10 0,8 4 0 16,4-3 0-16,-4 3-8 0,5 4 8 0,3-4 0 0,-3 3 0 16,3 1-8-16,1-4 8 0,0 8 0 15,4 0 0-15,-4 0 0 0,-9-4 0 0,4-4 0 0,-4 0 0 16,-4 0 0-16,8-4 0 0,-8 4 0 0,-5-4 0 15,1-4 0-15,-9-3 0 0,4-1 8 0,-5-3-8 16,5-1 0-16,-8-3 11 0,-5-8-3 0,0 0 0 0,0 0 0 16,0 0 4-16,0 0 0 0,0 0 0 0,-5-8 0 31,1-3-33-31,-9-1-7 0,4 1 0 0</inkml:trace>
  <inkml:trace contextRef="#ctx0" brushRef="#br0" timeOffset="23082.362">16656 14041 806 0,'0'0'36'0,"0"0"7"0,0-8-35 0,0 8-8 16,0 0 0-16,0 0 0 0,0 0 248 0,0 0 47 15,0 0 9-15,0 0 3 0,0 0-209 0,0 0-42 16,0 0-8-16,0 0-1 0,0 12-12 0,-4-4-3 16,4 7 0-16,0-3 0 0,0 7 3 0,0 0 0 15,-5 1 0-15,5-1 0 0,0 0-3 0,-4 4 0 16,-5-3 0-16,9-1 0 0,-4 0-14 0,4 1-3 15,0-9-1-15,0 5 0 0,4-5-14 0,5-3 8 16,0 0-8-16,4-1 0 0,-9-3-11 0,13 0-8 0,1 0-1 16,-1 0-1-16,0-4 21 0,-4 0 0 0,14-4 0 0,-6 4 0 15,-3 4 16-15,3-4 8 0,-3 0 2 0,3 4 0 16,10-1-14-16,-18 1-2 16,13 0-1-16,-9 0 0 0,-4 4 10 0,5-1 1 15,-1 1 1-15,-4 0 0 0,4 4-10 0,1-1-3 0,-10 1 0 0,6-1 0 16,-6 5 45-16,1-1 9 0,-9 1 2 0,0-5 0 15,4 5-64-15,1-5-15 0,3 9-1 0,-3-9-1 16,-5 1 29-16,0 3 5 0,-5-3 2 0,-3-1 0 16,-1 1 1-16,-8-1 1 0,-1 1 0 0,1 0 0 15,-5-5-4-15,-8 1-1 0,4 0 0 0,4-4 0 16,-13-1-16-16,5-3 10 0,4-3-10 0,-5-1 8 16,5 0-8-16,-8 0-16 0,-1-4 4 0,4 1 1 15,-3-5-17-15,3 0-3 0,5 5-1 16,-9-1 0-16,5-4-189 0,4 1-39 0</inkml:trace>
  <inkml:trace contextRef="#ctx0" brushRef="#br0" timeOffset="23346.468">16552 14141 2192 0,'-9'-11'48'0,"5"7"11"0,-1 0 1 0,5 0 1 0,0 4-49 0,0-7-12 16,-13 3 0-16,13 4 0 0,0 0 34 0,0 0 4 0,0 0 1 0,13-4 0 15,5 0-17-15,-14 0-3 0,9 8-1 0,4-4 0 16,-12 0-10-16,12 0-8 0,1 0 12 0,-10 4-12 16,10-4 41-16,-1 0 2 0,0 4 0 0,5 0 0 15,0-1-30-15,-1-3-5 0,6 0-8 0,3 0 11 31,0 0-85-31,5-3-17 0,-9-1-3 0,9 0-618 0,4 0-123 0</inkml:trace>
  <inkml:trace contextRef="#ctx0" brushRef="#br0" timeOffset="23909.347">17729 14165 806 0,'0'0'72'0,"-5"-8"-58"0,-3 4-14 0,-1-4 0 0,4 1 302 0,-8 3 58 16,9-4 11-16,4 8 2 0,0 0-240 0,-9-4-48 15,1 0-9-15,-1 4-3 0,9 0-29 0,-9 0-7 16,-4 0-1-16,5 0 0 0,-5 0-15 0,8 4-3 16,-8 0-1-16,5-4 0 0,-10 4 4 0,5 4 1 15,5-5 0-15,-6 5 0 0,-3 0 1 0,0-4 0 16,8 3 0-16,-8 1 0 0,-1 4-4 0,1-1-1 15,0 1 0-15,-1 3 0 0,1 1 10 0,8 3 3 16,-17 0 0-16,17 1 0 0,-12-1-31 0,3 0 8 0,5 8-8 0,5-4 0 31,-5 1-23-31,8 3-7 0,-8-4-2 0,9 4 0 0,4-4 32 0,0 4 0 16,4 0 0-16,9-4 0 0,-4-3 0 0,4 3 0 16,9-4 0-16,-1-4 0 0,1 1-10 0,8-5 10 0,-3-3-10 15,3 0 10-15,5 0 0 0,-5-4 8 0,0-4 1 0,5-4 0 16,4-4 11-16,0-4 3 0,-4 5 0 0,-4-9 0 15,-1 1-1-15,-4-1 0 0,0 1 0 0,-4-4 0 16,-5-1-4-16,5 1-1 0,-9 0 0 0,-4-1 0 16,4-3-7-16,-9 4-2 0,9 0 0 0,-9-5 0 15,1 5 0-15,-5-4-8 0,0 4 12 0,0-1-4 16,0-3-8-16,-5 4 0 0,1-4 0 0,-9 0-11 16,9 3 27-16,-9 1 6 0,-5 0 1 0,9-1 0 15,-17 1-12-15,13 0-3 0,-4 3 0 0,-9 5 0 16,4-5-8-16,-4 5 0 0,4-5 9 0,-4 8-9 0,0 1 0 15,5 3 0-15,-1-4 0 0,-4 4 0 0,4 0-9 0,0 4 0 16,1-3 0-16,3 6 0 16,-3 1-15-16,3 0-4 0,1 4 0 0,0 3 0 15,-1 1-73-15,5 0-15 0,4 3-4 0,-4 1-724 16,5 3-144-16</inkml:trace>
  <inkml:trace contextRef="#ctx0" brushRef="#br0" timeOffset="24639.194">18441 14369 1728 0,'0'0'76'0,"0"0"16"0,0 0-73 0,0 0-19 0,0 0 0 0,0 0 0 16,0 0 102-16,0 0 17 0,0 0 3 0,0 0 1 16,-13-4-43-16,8 0-9 0,5 4-2 0,0 0 0 15,-13-7-55-15,9 7-14 0,4 0 0 0,-13-4 0 16,4 0 54-16,-8 4 8 0,4-4 2 0,4 0 0 15,-4 4 0-15,0 0 0 0,-4-4 0 0,8 4 0 16,-8-3-52-16,4 3-12 0,0 3 0 0,0 1 0 16,-9-4 0-16,9 8 0 0,4-4 0 0,-4 0 0 15,-4 7 0-15,4-3 0 0,4 4 0 0,5 3 0 16,-14-3 0-16,10 7 0 0,-1-4 0 0,0 1 0 16,1 3 0-16,8 0 0 0,-5 5 0 0,-3-1 0 15,8-4 0-15,8 4 0 0,-3-3 0 0,-5 3 0 16,17-4 0-16,-8-4 0 0,-1 1 0 0,14-1 0 15,-5-3 0-15,5-4 0 0,0 3 0 0,8-7 0 0,-8 0 0 16,0 0 0-16,12-4 0 0,-7-4 0 16,3 0-153-16,-13 4-31 0,1-4-5 15,-5 0-899-15</inkml:trace>
  <inkml:trace contextRef="#ctx0" brushRef="#br0" timeOffset="25268.527">18619 14365 2170 0,'0'0'48'0,"0"0"9"0,0 0 3 0,0 0 1 0,0 0-49 0,0 0-12 0,0 0 0 0,0 0 0 16,0 0 60-16,0 0 8 0,0 0 3 0,0 0 0 15,0 0-28-15,0 0-6 0,0 0-1 0,4 8 0 16,5 4 6-16,-5-5 1 0,0 5 0 0,5 3 0 15,-4 1-6-15,-1-1-1 0,5 5 0 0,-9-1 0 16,0 0-11-16,4 0-2 0,-4 5-1 0,0-5 0 16,-4 4-6-16,4 0 0 0,-9 0-1 0,5-7 0 31,-1-1-33-31,5-3-6 0,0-1-2 0,0-11 0 0,0 0 47 0,0 0 10 0,0 0 1 0,0 0 1 16,0 0-25-16,0 0-8 0,0 0 0 0,-9-7 0 15,9-5-24-15,0-3-8 16,0-1-1-16,0-3-1 0,9-8 34 0,-4 4 0 0,8 0 0 0,-9-1 0 15,5 1 0-15,4 0 0 0,0 4 0 0,4 0 0 16,-13-1 0-16,14 5 0 0,-10-1 0 0,5 5 0 0,5-1 0 16,-1 4 0-16,-8 1 0 0,8-1 0 0,1 8 0 15,-5 0 0-15,4 0 0 0,-8 4 0 0,8 4 0 16,0 3 0-16,-4 5 0 0,-4-1 0 0,4 4 44 0,-9 1 16 16,10-1 4-16,-14 4 0 0,0-4-64 0,4 1-18 15,-4-1-1-15,0 0 0 0,0-3 19 0,0-1 0 16,0 1 0-16,0-9 0 0,0-7 16 0,0 0 1 15,0 0 0-15,0 0 0 0,0 0-17 0,0 0 0 16,13 0 0-16,-4-7 0 16,4-9-48-16,4 1-12 0,5-4-4 0,-5-1 0 15,5 1 52-15,-1-4 12 0,14 0 0 0,0 3 0 0,-9 1 0 0,4 0 0 16,1 3 0-16,-1 8 0 0,-4 5 0 0,0-1 0 16,0 4 0-16,-4 4 0 0,-5 3 0 0,1 9 0 15,-5 3 0-15,-4 0 0 0,4 5 42 0,0 6 11 0,-9 1 3 0,-4 0 0 16,4 0-39-16,1 0-7 0,-5 0-2 0,0 0 0 15,0-8 11-15,0 4 1 0,8-8 1 0,-8 1 0 16,0-9-21-16,0 5-12 0,0-5 2 0,5-3 0 31,-5-8-93-31,0 0-18 0,0 0-4 0,0 0-1149 0</inkml:trace>
  <inkml:trace contextRef="#ctx0" brushRef="#br0" timeOffset="27439.667">15179 9084 1360 0,'0'0'60'0,"0"0"13"0,0 0-58 0,14 7-15 15,-14-7 0-15,4 8 0 0,9 4 0 0,-9-4 11 16,9 3-11-16,-8 1 10 0,8-1-2 0,-9 5 0 0,-4-5 0 0,0 5 0 16,0-1 29-16,0 4 6 15,0 1 1-15,-4-1 0 0,-5 4 0 0,0 0 0 0,9 1 0 0,-13-1 0 16,9 0-9-16,-5-4-2 0,1 4 0 0,-6 1 0 15,6-1-1-15,-1 0-1 0,5 0 0 0,-1 0 0 16,-12 0 1-16,0 8 0 0,12-8 0 0,-12 4 0 16,0 0-4-16,-5 0 0 0,5 1 0 0,-1 2 0 15,1-6-9-15,-5 3-3 0,0-4 0 0,-4 0 0 16,0 0-5-16,5 0-2 0,-1 0 0 0,-9 1 0 16,5-1-9-16,-8 0 12 0,-1-4-12 0,-4 4 12 15,4 1 9-15,-4-5 3 0,0 0 0 0,0 0 0 16,0 5 5-16,-13-1 2 0,8-4 0 0,-8 0 0 15,9 1-13-15,4-1-2 0,-14 0-1 0,10-3 0 16,-9 3-5-16,4-4-1 0,0-3 0 0,1 4 0 16,-1-1-9-16,-4-3 0 0,8 3 0 0,-8-3 8 0,13-1-8 15,-13-3 0-15,9 3 0 0,4-3 0 16,-9 4 0-16,4-5 12 0,5 1-12 0,-13 0 12 16,9-4-12-16,-5 4 0 0,0-1 9 0,-8-3-9 0,8 4 0 0,0 0 0 15,0-5 0-15,5 5 0 0,-9-4 12 0,8 0 5 16,-3 0 1-16,3 3 0 0,1-3-6 0,4 0 0 15,-13 0-1-15,8 4 0 0,-12-4 1 0,4-4 0 16,13 3 0-16,-14-3 0 0,1 4-12 0,9-4-9 16,8 0 9-16,-4 0-13 0,-4-7 13 0,4 3 0 15,4-4 0-15,-4 4 0 0,0-4 0 0,0 1 0 16,-9-1 12-16,4-4-12 0,5 5 9 0,0-5-9 16,-9 1 0-16,5-1 9 0,4 0-9 0,0 1 12 15,0 3-12-15,-13-4 12 0,13-3-4 0,0 3 0 16,-1 1 0-16,1-1 0 0,-13-3 0 0,13 3 0 0,0-7 0 15,0 7 0-15,-9-3-8 0,9-1 0 16,4-3 0-16,9 4 0 0,-8-5 0 0,8 5 12 0,-9-4-12 16,0-1 12-16,13-3-12 0,1 0 0 0,-5 0 0 0,0-4 0 15,4 4 0-15,4 0 0 0,-3-5 0 0,-5 5 0 16,13 0 0-16,-5 0 0 0,-3-4 0 0,3 8 0 16,1-5 0-16,-1 5 0 0,1 0 0 0,4 0 0 15,-4-1 0-15,8 1 0 0,-4 0 0 0,4-1 8 16,-8 1-8-16,8 0 0 0,1-1 0 0,3 1 0 15,-12 0 0-15,8 3-12 0,0 5 4 0,-4-1 8 16,9 1 0-16,-13-1 0 0,4 0 0 0,4 1 0 16,-4 3 0-16,9 4 0 0,-9 0 12 0,4 1-4 15,-4 3-8-15,9 0-14 0,-14 3 3 0,18-3 1 0,0 0 10 16,0 0 8-16,-13 4-8 0,9-4 11 0,4 0-11 0,-5 8 0 16,-8-4-12-16,9 4 12 0,-9-8 0 0,9 7 0 15,-9-3 0-15,4 4 0 0,0 0 0 0,1 3 0 16,-10 5 0-16,14-1 0 0,-13-3 0 0,4 3 0 15,4 4 0-15,-4 5 0 0,9-5 0 16,-14 4 0-16,9 4-11 0,1 0 11 0,-10 0-8 0,14 0 8 16,-13 0-8-16,4 0 8 0,4 0 0 0,-4 0 0 15,0 0 0-15,4 0 0 0,-8 0 0 0,4 0 0 16,4 0 0-16,0 0 0 0,1-7 0 0,-5-1 0 16,4 4 0-16,0-3 0 0,1-5 0 0,-1-7 0 15,9 3 0-15,-9 1 0 0,9-12 0 0,0 0 0 16,-13 8 0-16,13-8 0 0,0 0-8 0,-8-4 8 0,-1 0-8 0,5-4 8 15,-1-7-12-15,5 3 4 0,5-7 0 0,-1-4 0 16,-4-1 8-16,9-6-8 0,-1-5 8 0,5 0-8 16,-4-4 0-16,4 1 0 0,0-5 0 0,4 1 0 15,-8-8 8-15,13 7-12 0,-9 1 12 0,0-1-12 0,0 1 12 0,0 3 0 16,4-3 0-16,-8 7 0 16,8 0 0-16,-4 4 0 0,5-3 0 0,-10 7 0 15,5 0 0-15,1 3 0 0,7 1 0 0,-12 4 0 16,4 0 0-16,0-1 0 0,4 5 0 0,-8-1 0 15,4 1 0-15,4 0 0 0,1 7 0 0,-10 0 0 16,5 0 14-16,-4 5-2 0,4-1 0 0,5 4 0 16,-10 4-12-16,10-1 0 0,-1 9 0 0,5-4 0 15,-5 3 0-15,5 5 0 0,4-1 0 0,-4 5 0 0,-1-5 0 16,10 8 0-16,-10 0 0 0,5-3 0 0,5-1 0 0,4 4-16 16,-9 4 3-16,8-4 1 0,1 0 12 0,-9-3 0 15,9-1 0-15,0 4 0 0,-9-4 0 0,8-3 0 16,1 3 0-16,-9 1 10 0,5-5-10 0,-10 0 12 15,14 1-12-15,4-5 12 0,-17 5-12 0,0-5 0 16,8 1 0-16,-8-4 8 0,-1 3-8 0,1 1-14 16,-4-4 3-16,-5-1 1 0,8-7 10 0,-8 4 0 15,-13-4 0-15,0 0 0 0,0 0 0 0,5 4 0 16,-5-4 0-16,0 0 0 16,0 0-29-16,0 0-4 0,17 4-1 0,-13 0 0 15,-4-4-150-15,0 0-29 0</inkml:trace>
  <inkml:trace contextRef="#ctx0" brushRef="#br0" timeOffset="31497.628">20087 14539 1429 0,'0'0'63'0,"0"0"13"0,0 0-60 0,0 0-16 0,0 0 0 0,0 0 0 15,0 0 82-15,0 0 14 16,0 0 2-16,0 0 1 0,0 0-25 0,4-4-5 0,0 0-1 0,5 0 0 15,-5 1-14-15,14-1-3 0,-14 0-1 0,9 0 0 16,4 0 10-16,-8 0 3 0,8-3 0 0,5 3 0 16,-4-4-13-16,12 4-2 0,-8 0-1 0,4-3 0 15,4 3-11-15,-4 0-1 0,0 0-1 0,-4 0 0 16,4 0-14-16,4 0-2 0,-8 1-1 0,4 3 0 16,5 0-17-16,-5 0 0 0,0 0 0 0,-5 0 0 15,1 0 0-15,0 0 0 0,-1 0 0 0,6 0 0 16,-14 3 0-16,4-3 0 0,-4 4 0 0,4-4 0 15,-8 0-12-15,4 0-7 0,0 4-1 0,-13-4 0 16,4 4-138-16,-4-4-28 16,0 0-6-16,0 0-497 0,0 0-100 0</inkml:trace>
  <inkml:trace contextRef="#ctx0" brushRef="#br0" timeOffset="32053.895">20673 14126 1324 0,'0'0'118'0,"0"0"-94"0,0 0-24 0,0 0 0 15,0 0 166-15,-13 0 29 0,13 0 5 0,0 0 2 16,0 0-97-16,0 0-19 0,0 0-4 0,0 0-1 16,0 0-23-16,0 0-5 0,0 0-1 0,0 0 0 15,4 12-25-15,5-5-6 0,-1 5-1 0,6-4 0 0,3-1 10 16,0 1 2-16,1 0 0 0,3-1 0 0,-3 1-20 0,3 0-3 16,5 3-1-16,5-3 0 15,-9 0 4-15,8 0 0 0,-8-1 0 0,12 1 0 16,-12 0-12-16,0-4 0 0,-5 3 0 0,1-3 0 15,3 4 17-15,1 0 8 0,-5-4 2 0,1-1 0 16,-1 1-27-16,-8 4 0 0,-1-4 0 0,10 4 0 0,-9-5 0 16,4 1 0-16,-9 4 0 0,9 0 0 0,-13-8 0 15,0 7 0-15,0-7 0 0,4 12 0 0,-4 0 0 0,0-5 0 16,0 5 0-16,0 0 0 0,-4 3 0 0,4-3 0 16,-17 3 0-16,4 0 0 0,4 1 56 15,-9 3 7-15,1 0 1 0,0 1 0 0,-5-1-64 0,5 0-12 16,-1 5-2-16,-3-5-1 0,-10 0 15 0,5 0 12 15,4 1-3-15,-8-1 0 0,8-3-9 0,1-1 12 16,-10 4-12-16,9-3 12 0,1-5-12 0,3 1 0 0,-3-1 0 0,3-3 0 16,1 0 0-16,0 3 0 0,4-3 0 0,4-4 0 15,-4 4-12-15,9-4-4 16,-1 0 0-16,-8-1-1 16,9 5-178-16,4-8-35 0,0 0-7 0,0 0-2 0</inkml:trace>
  <inkml:trace contextRef="#ctx0" brushRef="#br0" timeOffset="44755.076">22223 14099 1209 0,'0'0'108'0,"0"0"-87"0,-9-4-21 0,1 0 0 16,8 0 205-16,-13-3 37 15,8 3 7-15,1-4 2 0,-5 4-155 0,5 0-32 0,0 0-5 0,-5 1-2 16,0-1-23-16,9 4-5 0,0 0-1 0,-4-4 0 16,-5 4-16-16,1-4-4 0,8 4-8 0,0 0 12 15,0 0-12-15,-13 0-8 0,8 0 8 0,-8 8-13 16,9-4 61-16,-14-1 13 0,5 1 3 0,5 0 0 15,-10 8-46-15,5-1-9 0,-4 1-1 0,0 3-8 16,4 5 0-16,-5-1 0 0,1 4-10 0,4 0 10 16,-5 4 18-16,10 4 11 0,-10 0 3 0,14 4 0 15,-9 3-52-15,9 1-9 0,-5 0-3 0,9 3 0 0,0 1 32 0,9-1 0 16,-5-3 0-16,0-5 0 0,9 5 15 16,5 0 9-16,-10-8 1 0,10-1 1 15,3 5-42-15,6-8-8 16,-6-4-1-16,5-3-1 0,5-5 55 0,-10 1 11 0,14-5 3 0,-13 1 0 0,4-12-27 0,4 0-4 15,-4 0-2-15,5-8 0 16,-10-4 0-16,1 5 0 0,9-5 0 0,-14-7 0 0,5 0 4 0,-5-1 1 16,0-7 0-16,-12 0 0 0,8 0-23 0,-9-8-5 15,5-3-1-15,0-1 0 0,-9-3 45 0,0 3 9 16,0-3 1-16,0 3 1 0,-9 0-19 0,4 5-4 16,1 3-1-16,0 0 0 0,-9 0 0 0,0 0 0 15,4 4 0-15,-8 4 0 0,-5 0-6 0,-4 3 0 16,4 1-1-16,-4 4 0 0,4-1-11 0,-4 5 0 15,5-1 9-15,-5 8-9 0,8-3-12 0,-3 7-6 16,3-4-2-16,-12 4 0 16,12 0-88-16,1 0-17 0,4-4-4 0,-4 4-723 0,8 4-145 0</inkml:trace>
  <inkml:trace contextRef="#ctx0" brushRef="#br0" timeOffset="45051.654">22831 14334 2282 0,'0'0'101'0,"0"0"21"0,0 0-98 0,0 0-24 0,0 0 0 0,0 0 0 16,0 0 48-16,0 0 5 15,0 0 1-15,0 0 0 0,0 0-14 0,0 0-4 16,0 12 0-16,4 0 0 0,-4-1-16 0,0-3-4 16,0-8-1-16,0 11 0 0,-4 1-2 0,4-12 0 15,4 12 0-15,-4-12 0 0,0 11-13 0,0-11 0 16,0 0-12-16,0 0 12 16,0 0-182-16,0 0-30 0</inkml:trace>
  <inkml:trace contextRef="#ctx0" brushRef="#br0" timeOffset="45566.737">23226 13983 345 0,'18'-15'15'0,"-18"15"4"0,0 0-19 0,0 0 0 0,0-12 0 0,0 12 0 16,0 0 504-16,0 0 98 0,0 0 19 0,0 0 4 15,0 0-424-15,0 0-85 0,0 0-16 0,0 0-4 16,0 0-70-16,0 0-14 0,0 12-2 0,0 3-1 16,-13 1 1-16,8 3 0 0,-12 0 0 0,4 4 0 15,4 4 14-15,-8 0 4 0,-1 0 0 0,5 0 0 16,-4 4-28-16,8-4 0 0,-4-3 0 0,9 3 0 0,4-4 0 0,0-4 0 16,0 0 0-16,0-3 0 0,13 3 0 0,-9-7 0 15,14-1 0-15,-1-3 0 16,5 0 0-16,-5 3 0 0,5-7 0 0,0 0 0 15,12 0-46-15,-12 4-14 0,13-8-4 0,-14 3 0 16,10-3 103-16,-9 4 20 0,4 0 4 0,4 0 1 0,-4 0-52 0,4 0-12 16,-8 0 0-16,4 3 0 0,5-3 0 0,-5 4 0 15,0 3 0-15,-5-3 0 0,6 4 0 0,-10-1 0 16,-4 1 0-16,4 0 0 0,1 3-12 0,-5 0-4 16,-5-3-2-16,10 3 0 0,-10 5 18 0,5-5 0 15,-8-3 0-15,8-1 0 0,-13 1 18 0,4-1-2 16,0 5-1-16,-4-4 0 0,0 3-15 0,-4-3 0 15,0 3 0-15,-9-3 0 0,4-5 0 0,-4 9 0 16,0-1 0-16,-4-3 0 0,-5 3 0 0,-4-3 0 16,-4-4 0-16,-5 3 0 0,4-3 36 0,-3 0 4 0,-5-5 0 15,4-3 1-15,-4 0-41 0,0-3 0 0,0-1 0 0,-1-4 0 32,1-4-25-32,-4 5-4 0,13-1-1 0,-5-4 0 15,0 1-30-15,9-1-5 0,-9 1-2 0,14-1 0 16,-10-3-155-16,9 3-31 0,1 0-7 0</inkml:trace>
  <inkml:trace contextRef="#ctx0" brushRef="#br0" timeOffset="45869.436">23231 14049 2419 0,'0'0'107'0,"-5"0"22"0,5 0-103 0,0 0-26 15,0 0 0-15,0 0 0 0,0 0 56 0,0 0 7 16,0 0 1-16,9 4 0 0,4-4 0 0,4 0 0 16,5 3 0-16,0 1 0 0,8 0-52 0,-8 0-12 15,13-4 0-15,-9 4 0 0,4 0 0 0,5 0 0 16,-9-4 0-16,9 0 0 0,4 0 0 0,-5 0 0 15,-3-4 0-15,-1 0 0 16,-4 0-100-16,0 4-22 0,-8 0-5 0,-5 0-1 0</inkml:trace>
  <inkml:trace contextRef="#ctx0" brushRef="#br0" timeOffset="47108.306">23947 14504 576 0,'0'0'51'0,"0"0"-41"0,0 0-10 0,0 0 0 0,0 0 268 15,0 0 52-15,0 0 11 0,0 0 1 0,0 0-198 0,4-4-40 16,9 1-8-16,-13 3-2 0,0 0-32 0,5 0-6 16,-1 3-2-16,-4-3 0 0,9 8-4 0,-5 0-2 15,0 3 0-15,5 5 0 0,-9-1-8 0,0 1-2 16,9 7 0-16,-9-4 0 16,0 4-2-16,0-3-1 0,-4 3 0 0,4 0 0 0,0 0-9 0,-5 0-3 15,5-3 0-15,0-1 0 0,0 0-5 0,0-3-8 16,0-1 11-16,0-3-11 0,-9-1 11 0,9-3-11 15,0-8 10-15,0 0-10 0,0 0 8 0,0 0-8 16,0 0 0-16,0 0 9 0,0 0-9 0,0-11 8 16,0 3-8-16,0-4 8 0,9-3-8 0,-9 3 10 0,0-7-10 0,0 0 10 15,0 3-10-15,0-3 0 0,5 3 0 0,-1-3 0 16,-4 0 0-16,9-4 0 0,-5 3 0 0,-4 1 0 16,0 0 0-16,4-1 0 0,1 1 0 0,3 4 0 15,-3-1 0-15,-1-3 8 0,5 3-8 16,-5 1 0-16,0 3 9 0,5 1-9 0,-5-1 10 0,-4 5-10 15,9-5 12-15,0 4-3 0,-5-3-1 0,0 3 0 16,9 0-8-16,-13 0 0 0,5 5 0 0,8-5 8 16,-5 4-8-16,1 0 0 0,-9 4 0 0,5 0 0 15,-5 0 0-15,13 4 0 0,-5 4 0 0,5-1 0 16,-8 5 0-16,8 0 10 0,-9 7-10 0,9-4 10 16,-4 5-2-16,4 3-8 0,-9-4 12 0,9 8-4 15,-13-4-8-15,9 4 8 0,-9 0-8 0,8-3 8 16,-3-5-8-16,-5 0 8 0,0 0-8 0,0-3 8 15,0 7-8-15,0-7 0 0,0-1 9 0,4-3-9 16,-8-5 8-16,8 5-8 0,-4-4 8 0,0-1-8 0,0-7 0 16,0 0 0-16,0 0 0 0,0 0 8 0,0 0-8 0,0 0 0 15,0 0 8-15,0 0-8 0,0-7 0 0,0-9 8 16,0 1-8-16,0-1 0 0,4-3 0 0,5 0 0 16,-9-1 0-16,9-7-12 0,4 8 12 0,-9-8 0 15,9 0 0-15,-8 0 8 0,8 4-8 0,4 3-10 16,-8 1 10-16,4 0-13 0,4 3 13 0,-8 1 13 15,8 3-2-15,-4 1-1 0,5-1-10 0,-10 8-12 16,5 1 2-16,5-1 1 0,-1 4 9 0,0 4 12 16,-8 3-2-16,4 1-1 0,4 0-9 0,-8 3 0 15,4 5 0-15,4-1 0 0,-8 4 0 0,4 1 0 16,5 3 0-16,-14 0 0 0,9 4 0 0,-4 0-9 16,4 0 9-16,-13 0-13 0,4-4 13 0,5 1 0 15,-5 3 0-15,-4-8 10 0,0 0-10 0,0-3 0 0,4 3 9 16,-4-4-9-16,-4 1 0 0,4-5 0 0,0-3 0 0,0-8 0 31,0 0-81-31,0 0-11 0,0 0-3 0,0 0-698 0,0 0-140 0</inkml:trace>
  <inkml:trace contextRef="#ctx0" brushRef="#br0" timeOffset="49098.497">14098 5447 1670 0,'-4'-8'148'0,"-9"-3"-118"0,8-1-30 0,-8 0 0 16,5-3 15-16,-5 0-3 0,8-5-1 0,-12 1 0 15,0 0-11-15,-1-1 0 0,-3-7 0 0,-1 4 8 16,0-8 12-16,-8 4 1 0,4-4 1 0,-9 0 0 16,-4 1-2-16,4 3-1 15,-13-1 0-15,5 1 0 0,0 0 9 0,-5 0 1 0,0-3 1 0,-8 3 0 16,-10 11-6-16,1-3 0 0,-9-4-1 0,5 7 0 16,-5 1-23-16,-4-1 0 0,0 5-12 0,0 3 4 15,-1 4 8-15,1 4 0 0,-13 0 8 0,4 4-8 16,5 0 0-16,-5 4 9 0,9-1-9 0,-5 13 0 15,-12-1 0-15,17 12 0 0,4-12 0 0,-9 8 0 16,5 0 0-16,4 8 0 0,9 0 0 0,4 3 0 16,-4 1 0-16,4-1 0 0,1 1 9 0,7 4-9 0,10-1 9 15,4 4-9-15,-13 5 8 0,13-5-8 0,8 4 9 16,5 0-9-16,5 0 10 0,3 4-10 0,5-3 0 0,13 3 0 16,13-8 0-16,-8 4 0 0,8 0 0 0,8-3-10 15,18 3 10-15,0-4-8 0,1 1 8 0,12 3-8 16,4 4 8-16,9-8-8 0,5-3 8 0,4-1 0 15,4-3 0-15,13-1 0 0,4 1 0 0,-3-8 0 16,-6 4 0-16,19-8 0 0,-1 0 0 0,9-8 8 16,-5 0-8-16,1-7 0 0,-5-1 0 0,9-7 8 15,9-4-8-15,-5-4 0 0,0-7 8 0,0-1-8 16,5-7 10-16,-5-8-10 0,5-8 10 0,-1 0-10 16,-16-3 10-16,-1-5-10 0,-9-3 11 0,1 0-11 15,-5-1 12-15,-13-3-12 0,-13 0 18 0,1 0-3 16,-6 0-1-16,-16-4 0 0,4-1 14 0,-18-2 4 0,0-1 0 15,-8 4 0-15,-5-4-6 0,-4 7-1 0,-8-3 0 0,-10 4 0 16,-3 4 8-16,-10 0 2 0,-8-5 0 0,-4 1 0 16,0-4-35-16,-23 8 0 0,-3-1 0 0,-5 1 0 15,-13 4 0-15,-4-5 10 0,-9 1-10 0,-8 7 8 16,-5 1-8-16,-4 7-14 0,0-4 3 0,-1 12 1 16,1 0 10-16,-9 11-10 0,0 1 10 0,5 3-10 31,-1 4-19-31,5 8-4 0,-9 4-1 0,0 7 0 0,0 1-54 15,18 3-12-15,8 12-1 0,9-4-535 0,12 4-106 0</inkml:trace>
  <inkml:trace contextRef="#ctx0" brushRef="#br0" timeOffset="49935.765">19179 5173 864 0,'-35'-16'76'0,"18"12"-60"0,4-15-16 0,-9 4 0 15,-4-1 191-15,4-3 35 0,-12-4 7 0,-1 3 2 16,0-3-212-16,0 0-43 0,5 0-8 0,-18 0-1 0,5-4 29 0,-14 0 0 16,1 0 0-16,-14 0 0 0,5 4 41 0,-9-1 8 15,-4 1 2-15,4 4 0 0,-4 3 11 16,-13 5 2-16,0-1 1 0,-5 1 0 0,5 3-25 0,0 8-4 15,4-4-2-15,0 8 0 0,-4 0-26 16,4 4-8-16,-8 3 0 0,4 5 0 0,-1 3 0 16,14 4 0-16,0 4 0 0,0 8 0 0,-9 3 28 15,9 9 8-15,4 7 1 0,0 4 1 0,9 0-30 0,-4 7-8 16,12 1 0-16,14 0 0 0,-5 3 0 0,9 4 0 16,4 9-11-16,9-5 11 0,9 4-18 0,4-8 2 15,4 1 1-15,9-5 0 0,0 1 1 0,17-5 0 16,5-3 0-16,0 4 0 0,17-1-2 0,9-3 0 15,-1-8 0-15,14 4 0 0,9-8 16 0,3 0-9 0,1-7 9 16,4-1-8-16,14-3 8 0,-1-8 0 0,-4 0 8 0,8-8-8 16,9 0 16-16,-4-11-2 0,9-5 0 15,4 1 0-15,0-8 12 0,4-4 2 0,0-7 1 0,9-5 0 16,-9-7-20-16,9 0-9 0,-8-8 8 0,-6-4-8 16,1 0 15-16,-8-7-3 0,-1-8 0 0,-9 0 0 15,1-1 4-15,-5-3 0 0,-8 0 0 0,-10 0 0 16,-12-4 12-16,-4 4 2 0,-10 4 1 0,-8-4 0 15,1 4-5-15,-19 0-1 0,-3-1 0 0,-1 1 0 16,-17-8 12-16,0 4 3 0,0 0 0 0,-22 4 0 16,5-4-40-16,-5 0 0 0,-26 4-9 0,5 0 9 15,-13-1-29 1,-5 1 1-16,-22 0 1 0,1 0 0 0,-5 0 15 0,0 7 4 0,-8 1 0 0,-10 3 0 16,5 0-8-16,1 1-2 0,-6 7 0 0,5 8-732 15,-8-8-146-15</inkml:trace>
  <inkml:trace contextRef="#ctx0" brushRef="#br0" timeOffset="51232.18">19587 1860 1119 0,'0'0'49'0,"0"0"11"0,0 0-48 0,0 0-12 0,0 0 0 0,0 0 0 16,0 0 59-16,0 0 9 0,0 0 1 0,9-8 1 15,-9 8 10-15,0 0 1 0,0-11 1 0,9-1 0 0,-1 5-1 0,-8-5 0 16,5 4 0-16,-5 8 0 0,0 0 17 15,0 0 3-15,0 0 1 0,0 0 0 0,13 4-26 0,-9 0-6 16,-4-4-1-16,4 19 0 0,9 1-38 0,-8-1-8 16,-1 8-2-16,5 4 0 0,-9 7 35 0,0-3 6 15,0 15 2-15,0-7 0 0,0 3-52 16,0 8-12-16,0-7 0 0,0-1 0 0,0 4 0 0,0 0-12 16,0 4 3-16,0-7 0 0,0 3 9 0,0-12 0 15,0 9 8-15,0-16-8 0,0 0 0 0,0-1 0 16,0 1 0-16,4-8 0 15,-4 1-43-15,4-5-13 0,5 0-2 0,-5 1-754 16,-4-13-152-16</inkml:trace>
  <inkml:trace contextRef="#ctx0" brushRef="#br0" timeOffset="51861.56">20569 2022 1497 0,'0'0'32'0,"0"0"8"0,0 0 0 0,0 0 4 0,0 0-36 0,0 0-8 0,0-7 0 0,-5-5 0 0,5 4 53 0,0-3 9 16,-4 3 2-16,4-4 0 0,0 5 8 0,0-5 3 16,-9-3 0-16,9-1 0 0,-8 9-38 0,8-9-7 15,-5 5-2-15,-8-1 0 0,9 0-2 0,-5 5-1 16,0-1 0-16,-4 8 0 0,5-8 83 0,-5 8 16 16,8 0 3-16,-12 8 1 0,0 0-103 0,-1-8-25 15,1 7 0-15,-1 5 0 0,-3 7 24 0,-1-7-1 16,5 7 0-16,-5 8 0 0,5-8-13 0,-5 8-2 15,5-3-8-15,-1 10 12 0,1-10-4 0,-1 10-8 16,14 5 11-16,-9 0-11 0,9-1 9 0,-1 5-9 16,-3 7 0-16,8-4 9 0,0 0-9 0,13 5 0 15,-13-13 0-15,17 1 0 0,-8-4 0 0,8-1 0 16,5 1 0-16,4-8 0 0,0 0 0 0,9-8 0 16,-9 5 0-16,8-9 0 0,6 0 17 0,-1 1 8 0,8-16 2 15,-7 4 0-15,-1-8-27 0,-5-8 0 0,5 5 0 16,-4-9 0-16,-13 1 0 0,4-8 0 0,-4-1 0 0,-5 1 0 15,0 0 0-15,1-12 0 0,-5 1 0 0,4-1 0 16,-13-4 0-16,1 1 0 0,8-1 0 0,-13 0 0 16,0-3 0-16,0 3 0 0,0 5 0 0,-13-1 0 15,8 0 36-15,-8 4 3 0,5 0 0 0,-5 8 0 16,-5 0-12-16,1 4-3 0,0-8 0 0,-9 7 0 16,4 1-24-16,-13 7 0 0,9-7 8 0,-9 11-8 15,1-11 0-15,3 8 0 0,1 3 0 0,-1 0 0 16,5 4-54-16,-8-3-6 0,3 7-2 15,5 3 0-15,4 5-2 0,1 4 0 0,3 3 0 0,1-3 0 16,0 7-151-16,12 4-30 0</inkml:trace>
  <inkml:trace contextRef="#ctx0" brushRef="#br0" timeOffset="52366.334">21502 1910 1440 0,'0'0'128'0,"0"0"-103"0,-13 4-25 0,9-4 0 16,4 0 175-16,-13 4 29 0,0-4 7 0,4 8 1 15,-4-8-120-15,4 0-24 0,-8 4-5 0,0 0-1 16,-1-1-24-16,1 5-5 0,0 0-1 0,-5 3 0 15,0-3-18-15,5 11-4 0,-14-7-1 0,5 7 0 16,5 8-9-16,-10-7 8 0,9 3-8 0,1 8 8 16,3 0-8-16,1 7 0 0,-5 1 0 0,5-1 0 15,4 9 0-15,4-9 0 0,5 9 0 0,4 3 0 0,0-4-8 0,4-3-4 16,5-1-1-16,4-3 0 16,9-1 13-16,8-7 0 0,-8-4 0 0,12 0 0 15,6-4 0-15,3-3 13 0,5-5-2 0,-5-7-1 16,1-4 4-16,3 0 1 0,-3-8 0 0,-1-4 0 15,5 4 2-15,-5-15 1 0,-3 0 0 0,-6-1 0 0,1 1-4 0,-9-12-1 16,4 8 0-16,-8-4 0 0,9-4 1 16,-10 0 0-16,-3 0 0 0,-1 0 0 0,-8-7 0 15,4 3 0-15,-9 0 0 0,0-3 0 0,-4-1 5 0,0 0 1 16,0 1 0-16,-8 3 0 0,-10 4 2 0,5 0 1 16,5 4 0-16,-10 0 0 0,5 8 3 0,-4-8 1 15,-9 4 0-15,-9 7 0 0,0 5-18 0,1-5-9 16,-5 1 10-16,-1 7-10 0,6 0-11 0,-5-3-8 15,8 3-1-15,-12 0-1 16,12 8-17-16,-3 0-3 0,-5 8-1 0,4-8 0 16,0 12-91-16,9 3-19 0,-4 4-3 0,4 1-972 0</inkml:trace>
  <inkml:trace contextRef="#ctx0" brushRef="#br0" timeOffset="52924.919">22657 2049 1440 0,'0'0'128'16,"0"0"-103"-16,0 0-25 0,9-11 0 15,4 3 120-15,-13 0 20 0,-4 4 3 0,-5-3 1 0,18-1-13 0,-18 4-3 16,0-4 0-16,-8 8 0 15,0-7-51-15,-1 3-10 0,-3 0-3 0,3 4 0 16,-4 0-51-16,-8 0-13 0,8 4 0 0,1 0 0 16,-14 3 0-16,9-3 0 0,-9 4 0 0,5 4 0 15,8 3 0-15,0 4 0 0,-17-7 0 0,4 7 0 16,14 8 0-16,-10-7 0 0,1 10 0 0,4 5 0 0,0-4 0 0,4 8 0 16,5 3 0-16,-1 1 0 0,1 3 0 0,13 0 0 15,4 1 0-15,0 3 0 0,0-12 0 0,17 1 0 16,-8 7 0-16,12-15 0 0,10 4 34 0,-9-4 4 15,12-4 1-15,5 0 0 0,-4 0-23 0,8-8-4 16,10 1 0-16,3-9-1 0,1-11 4 0,-1 0 1 16,-8 0 0-16,0-8 0 0,-9 1 0 0,4-9 1 15,-8 1 0-15,-1-4 0 0,1-1-5 0,-9 1-2 16,-4-12 0-16,8 8 0 0,-12 0-2 0,3-8-8 16,6-4 12-16,-10 4-4 0,0 4-8 0,1-15 10 15,-1 7-10-15,0 0 10 0,-12-3 2 0,-1-1 1 16,5 0 0-16,-9 1 0 0,0-1 7 0,0 4 2 0,-13 5 0 15,4-1 0-15,-8 4 8 0,-1-4 2 0,1 8 0 16,-5 3 0-16,-8 1-8 0,4 7 0 0,-9-7-1 0,0 4 0 16,-8 3-23-16,4 4 0 15,-9 4 0-15,5-7 0 0,-10 3-20 0,10 8-1 0,-5 0-1 0,1 0 0 32,7 8-86-32,-7 3-16 0,8-7-4 0,4 12-1195 0</inkml:trace>
  <inkml:trace contextRef="#ctx0" brushRef="#br0" timeOffset="54808.043">12769 5161 1152 0,'0'0'51'0,"0"0"10"0,0 0-49 0,0 0-12 16,5-4 0-16,-5 4 0 0,0 0 87 0,0 0 14 16,0 0 3-16,0 0 1 0,4-4-45 0,-4 4-10 15,0 0-2-15,0 0 0 0,0 0-19 0,13 0-4 0,-13 0-1 0,0 0 0 16,0 0-24-16,4 4-14 0,-4-4 2 0,13 16 0 15,-13-12 23-15,0 7 5 0,0 1 0 0,0 3 1 16,0 1 0-16,0-1 0 0,0 1 0 0,0-1 0 16,0 4-7-16,0 1-2 0,0-13 0 0,0 9 0 15,0 3-8-15,0 0 0 0,0-3 0 0,0-1 8 16,0 1-8-16,5-1 0 0,-1-7 0 0,5 7 8 31,-9-7-120-31,9 0-24 0</inkml:trace>
  <inkml:trace contextRef="#ctx0" brushRef="#br0" timeOffset="55204.394">13325 5146 1364 0,'0'0'60'0,"0"0"13"0,0-4-58 0,0 4-15 15,0-8 0-15,0 8 0 0,0 0 73 0,0 0 12 0,0 0 3 0,0 0 0 16,0 0-20-16,0 0-3 15,0 0-1-15,0 0 0 0,0 0-26 0,0 0-6 16,0 0 0-16,0 0-1 0,0 0-5 0,0 0-1 0,0 0 0 0,5 12 0 16,3-1-2-16,-8 5-1 0,0-5 0 0,0 5 0 15,0-1-22-15,0 5 9 0,-8 3-9 0,8-4 0 16,-5 0 8-16,5 1-8 0,0-1 0 0,0 4 0 16,0 0 8-16,5 0-8 0,-5 1 0 0,0-5 0 0,8-4-12 0,-8 5-7 15,5-5-1-15,-1 1-624 16,5-9-124-16</inkml:trace>
  <inkml:trace contextRef="#ctx0" brushRef="#br0" timeOffset="55867.271">18137 5215 1152 0,'0'0'102'0,"0"0"-82"16,0 0-20-16,0 0 0 0,0 0 75 0,8-4 10 16,-8 4 3-16,13 0 0 0,-8-3-41 0,-5 3-8 15,0 0-2-15,13 7 0 0,-13-7 10 0,9 8 1 16,4 0 1-16,-13 3 0 0,4-3 15 0,0 4 4 16,5-1 0-16,-9 1 0 0,0-1-39 0,0 1-7 15,4 3-2-15,1-3 0 0,3 3-5 0,-8-3-2 16,5 0 0-16,-5-1 0 0,0 1-13 0,4-1 11 15,5-3-11-15,-5 0 10 0,0-1-25 0,1 1-5 16,3 0 0-16,1-4-1 0</inkml:trace>
  <inkml:trace contextRef="#ctx0" brushRef="#br0" timeOffset="58655.928">19266 3347 1728 0,'-26'-8'38'15,"21"8"8"-15,-8-4 2 0,0 4 0 0,5 0-39 0,8 0-9 0,0 0 0 0,0 0 0 16,0 0-49-16,0 0-12 0,0 0-3 0,8 8 0 15,1 3 0-15,8-7 0 0,5 4 0 0,-5-4 0 16,5 3 52-16,13-3 12 0,-13 0 0 0,12 0 0 0,1 4 0 0,9-4 0 16,8 0 0-16,-5-1 0 15,10-3 48-15,8 4 13 0,13 4 3 0,0-8 0 16,5 4-52-16,4 0-12 0,8 0 0 0,5 3 0 0,9-3 0 0,4 4 0 16,0 3 0-16,-1 5 0 0,6-12 0 0,8 11 0 15,4-7 0-15,-4 3 0 0,0-3 54 0,4 0 8 16,0 0 2-16,-8-4 0 0,-5 3-52 0,5-7-12 15,-18 0 0-15,5 0 0 0,-1 0 0 0,-8-4 0 16,0-3 0-16,-9 3 0 0,-4 0 13 0,-9 0 0 16,0-4 0-16,-4 4 0 0,-18 1-13 0,1-5-18 15,-1 0 4-15,-17 8 1 0,1-11 13 0,-6 3 0 16,-12 0 0-16,0 4 0 0,-5-3 32 0,-4 7 8 0,-4-12 3 16,-1 8 0-16,-8 4-18 0,-8-4-3 0,-1-3-1 15,-8-1 0-15,-1 4 23 0,-3-8 4 0,-1 9 0 0,-13-1 1 16,0-4-29-16,1 4-7 0,-5 0-1 0,0 0 0 15,-1 0-12-15,1 1 8 0,0-9-8 0,0 8 0 16,-13 0 0-16,0-7 0 0,-9 3 0 0,0 0 0 16,-4 1 0-16,0 3 0 0,-4-12 0 0,-5 12 0 15,4-7 0-15,-16 3 0 0,-10 0 0 0,0 1 0 16,1-1 0-16,-9 4 0 0,4 0 0 0,0-3 0 16,-13-1 0-16,4 0 0 0,10 4 0 0,-10-4 0 15,13 8 0-15,-3-11 0 0,7 7 0 0,-3 0 0 16,-1-7 0-16,5 7 0 0,4 0 0 0,0 4 0 15,14-8 0-15,-14 4 0 0,4 0 0 0,5 1 0 0,0 3 0 0,4 3 0 16,-4 1 0-16,8-4 0 0,-3 4 0 16,12 4 0-16,4-8 0 0,5 4 0 0,0 0 0 0,4-4 0 15,9 3 0-15,-8 5 0 0,12-8 57 0,-4 8 6 16,13-8 1-16,-5 4 0 0,5 3-52 0,9-3-12 16,4 0 0-16,4 0 0 15,5 4-48-15,4-8-13 0,0 0-3 0,0 0 0 0,4 8 52 0,18-1 12 16,8 1 0-16,-4 0 0 0,13-4 0 0,5-1 0 15,4 5 0-15,12-8 0 0,1 0 0 0,13 0 0 16,13 0 0-16,-5-8 0 0,14 8 0 0,8 8 0 16,-8-8 0-16,8 0 0 0,4 0 0 0,10 0 0 15,8 0 0-15,-13 0 0 0,8 0 0 0,-8 4 0 16,17-4 0-16,-4 4 0 0,-9-4 0 0,-4-4 0 16,13 0 0-16,-8 4 0 0,-6 0 0 0,-12 4 0 15,5-4 0-15,-19 0 0 0,6 0 0 0,-6 4 8 0,-7-4 0 16,-1 4-8-16,-13-4 0 0,0 7 0 0,-8-7 0 0,-1 4 0 15,-13 0 8-15,5-4-8 0,-17 4 0 0,3-4 0 16,1 8 10-16,-9-8-10 0,4 0 8 0,-3 0-8 16,3 0 0-16,-8-8-16 0,-5 8 3 0,0 0 0 15,5 0 13-15,-5 0 0 0,1 0 0 0,-1 0 0 16,1 0 0-16,-10 0 0 0,5 0 0 0,-4 0 0 16,0-4 0-16,-9 4 0 0,0 0 0 0,0 0 0 15,0 0 0-15,0 0 0 0,0 0 0 0,0 0 0 16,-13 0 0-16,0 0 0 0,4 0 0 0,-8 0 0 15,-1 4 25-15,1 4 8 0,-5-8 2 0,0 0 0 0,5 4-35 16,-5-1 0-16,-12-3 0 0,-1 4 0 16,-4 4-26-16,0-8-6 15,-5 4 0-15,-8 0-1 0,0-4 33 0,-4 0 0 0,-5 4 0 0,0-4 0 0,-13 0 20 16,5 0 10-16,-5 0 2 0,-9 0 1 0,-8-4-21 0,9 4-4 16,-10 0 0-16,-3-8-8 0,-9 8 26 0,-1-12-2 15,1 5 0-15,0-1 0 0,0 0-24 0,0 4 0 16,-1-7 0-16,5 3 0 0,1-3 0 0,-6 3 0 15,6 0 0-15,7 0 0 0,10 1 0 0,-9 3 0 16,4-8 0-16,4 4 0 0,5 1 0 0,0-1 0 16,-9 4 0-16,9-4 0 0,0 5 0 0,8-5 0 15,9 8 0-15,5 0 0 0,0-8 0 0,-1 8 0 16,14-4 0-16,-5 4 0 0,9 0 0 0,4 0 0 0,0 4 0 16,5 4 0-16,13-8 0 0,-5 0 0 0,5 4 0 15,3 0 0-15,10-4 0 0,4 0 0 0,0 0 0 0,0 0 0 31,0 0-46-31,18 11-14 0,8-3-4 0,4-4 0 0,9 3 52 0,4-7 12 0,10 4 0 0,3-4 0 16,18 4 0-16,0-4 0 0,4 0 0 0,17 4 0 16,1 4 0-16,-5-4 0 0,5 0 0 0,-1 3 0 15,-4 1-54 1,5 0-8-16,-1-1-2 0,1 1-844 0</inkml:trace>
  <inkml:trace contextRef="#ctx0" brushRef="#br0" timeOffset="63294.017">21863 7991 1292 0,'-35'-27'57'0,"13"16"12"0,5-1-55 0,-1 0-14 15,-3-3 0-15,-5-1 0 0,0 1 10 0,4 0-1 16,-8-1 0-16,3 1 0 0,6-5 1 0,-14 1 0 16,13 0 0-16,-8 0 0 0,-5-1 6 0,9-3 0 15,-9 4 1-15,1-4 0 0,-1-1 28 0,-4 1 6 16,0 0 1-16,0 4 0 0,0-1 4 0,-1 1 0 16,-3-8 1-16,4 8 0 0,0 0-27 0,-13-1-6 15,4 5 0-15,0-5-1 0,-8 1-8 0,4 4-2 16,0 3 0-16,-9 1 0 0,0-9 8 0,5 9 2 15,-1-1 0-15,1 4 0 0,-5 1-23 0,-4 3 0 16,8-4-10-16,1 4 10 0,-5 0 0 0,0 4 0 16,-13 4 0-16,14 0 0 0,-14-4 0 0,13 8 0 15,-13-4 8-15,0 3-8 0,5-3 0 0,-5 4 8 16,0 4-8-16,-4 3 0 0,-5 4 8 0,5 1 0 16,5 3-8-16,-1 0 12 0,-4 0 0 0,8 4 0 0,-4 4 0 15,9 4 0-15,-9-4-12 0,9 7 0 0,4 1 0 0,1 3 0 16,-1-3 0-16,4 3 0 0,1 1 8 0,4-1-8 15,8 1 0-15,-8 3 0 0,9 0 0 0,-5 5 0 16,9-1 8-16,0-4-8 0,4 8 0 0,0-4 9 16,9 1-9-16,-4-1 0 0,4 4 0 0,4-4 8 15,5 4-8-15,4-4 8 0,4 4-8 0,9 4 8 16,-9 0-8-16,18-4 8 0,-9 4-8 0,9 0 8 16,4 0-8-16,8 4 0 0,10-8 0 0,-9 4 0 15,17-4 0-15,0 4 0 0,-5-4-9 0,10 0 9 16,8 0 0-16,-4 0 0 0,17-4 0 0,-9-4 0 15,10-3 0-15,3-1 0 0,9-3 0 0,-4-4 0 16,4-1 0-16,0-7 9 0,9 4-9 0,-4-8 8 16,8 1-8-16,4-9 8 0,1 1-8 0,-1-5 8 15,1-3-8-15,0-4 10 0,8-4-10 0,-4 4 10 0,8-8-2 16,-12 0-8-16,-1-8 12 0,5 1-4 0,-4 3-8 0,8-8 10 16,-9-3-10-16,1 4 10 0,0-8-10 0,-5-1 12 15,-9 5-12-15,9-8 12 0,-12-4-12 0,7 4 0 16,-3 0 9-16,-5-4-9 0,0 0 11 0,-4-3-3 15,-4-5 0-15,-10 0 0 0,-3 5 7 0,-1-5 1 16,1-3 0-16,-5 3 0 0,-4-3 0 0,-1-1 0 16,-3-3 0-16,-9-4 0 0,4-1 3 0,-5 1 1 15,1-8 0-15,-13 4 0 0,0 0-10 0,4-4-2 16,0-4 0-16,-9 5 0 0,-13 2 0 0,5 1-8 0,0 0 12 16,-5-4-4-16,-4 1 1 0,-4 3 0 0,-5-4 0 0,0 0 0 15,-8 0-1-15,-5 0 0 0,1 0 0 0,-14 4 0 16,-4 4 20-16,0 0 3 0,-13-5 1 15,8 9 0-15,-12 0-18 0,-1-1-3 0,-8 5-1 0,4 7 0 16,0-3-10-16,-12 7 0 0,12 4 0 0,-9 0 8 16,1 0-8-16,4 0-9 0,-5 3 9 0,5 5-13 31,0 0-30-31,0 3-5 0,8 1-2 0,1 3 0 16,0 5-138-16,-1-1-28 0</inkml:trace>
  <inkml:trace contextRef="#ctx0" brushRef="#br0" timeOffset="64880.308">20920 7659 1324 0,'0'0'59'0,"0"0"12"0,0 0-57 0,0 0-14 0,0 0 0 0,0 0 0 15,0 0 54-15,0 0 8 16,5-4 2-16,-5 4 0 0,0 0-43 0,0 0-8 16,0 0-1-16,4-11-1 0,-4 11 20 0,9-8 4 15,-9-4 1-15,-9 5 0 0,5-5-3 0,-1 4 0 0,5-3 0 0,-13 3 0 16,5-4-2-16,-1 1-1 16,0-1 0-16,-8 1 0 0,13-5-10 0,-14 1-1 0,1-4-1 0,4-1 0 15,-5 1-6-15,10 0 0 0,-18-1-1 16,13 1 0-16,-13 0 5 0,4-4 2 0,0 3 0 15,0 1 0-15,1-4 6 0,-10 3 2 16,10-3 0-16,-1 0 0 0,-9 0 3 0,5 0 1 0,9 3 0 0,-13-3 0 0,8-4-11 0,-4 0-3 0,-5 0 0 0,5 0 0 31,9 0-4-31,-18 4-2 0,14-4 0 0,-10 0 0 16,5 0-10-16,-4-4 12 0,4 4-12 0,-9-4 12 16,0 4-12-16,9 0 0 0,-9-4 9 0,-4 4-9 15,5 0 11-15,-5 4-3 0,12-8 0 0,-7 4 0 16,-14 0-8-16,9-4 0 0,-5 4 0 0,5-4 8 15,0 4 0-15,-8 0 0 0,3 0 0 0,5 0 0 16,4 0 0-16,-4-4 0 0,0 0 0 0,-4 4 0 16,-1 4-8-16,1-4 0 0,-1 0 9 0,5 0-9 0,-13 4 0 15,13 0 0-15,-9-4 0 0,5 4 8 0,0-1-8 16,-5 1 11-16,9 0-11 0,-5 0 12 0,5 4-12 0,0-5 10 16,-13 1-10-16,9 0 10 0,-14 0-10 0,5 0 0 15,13 0 0-15,-13-1 8 0,0 1-8 0,4 8 0 16,0-12 0-16,0 4 0 0,-8 3 0 0,8-3 0 15,0 4 0-15,-8-4 8 0,-1 3-8 0,1 1 0 16,0-4 0-16,-1 8 0 0,1-1 0 0,-1 1 12 16,-8-5-2-16,17 5 0 0,-8-1-10 0,-1 1 0 15,1 3 9-15,-1-3-9 0,-12 3 20 0,8-3-1 16,0 3 0-16,-4 1 0 0,4-1-27 0,5 4-6 16,-5-3-1-16,0 3 0 0,-4 4 24 0,5-7 5 0,-6-1 1 15,-3 8 0-15,-5-3-25 0,5 3-5 0,3 0-1 0,6 0 0 16,-10 0 16-16,1 0 0 0,4-3 0 0,-5 7 0 15,-4-4 0-15,9 0 0 0,-4 4 0 0,3 0 0 16,1 0 12-16,5 0-4 0,-1 0 0 0,0 0-8 16,5 0 10-16,-10 0-10 0,1-4 8 0,9 4-8 15,-9 0 10-15,0 4-10 0,8-4 12 0,1 4-12 16,-5 0 11-16,4-4-11 0,1 3 10 0,-1 1-10 16,1 0 8-16,0-4-8 0,-10 0 0 0,6 4 0 15,-1 0 8-15,4 4-8 0,1-5 0 0,-5 1 0 16,5 0 0-16,-1 4 8 0,1-4-8 0,-1 7 0 15,1-11 0-15,-1 4 0 0,-8-4 8 0,4 4-8 16,1 8 0-16,-1-9 0 0,-4 5 0 0,8 4 0 16,10-4 0-16,-10-1 0 0,1 1 0 0,-1 0 0 15,1-1 8-15,-1 1-8 0,1 4 0 0,-1-1 9 0,1 1-9 16,-5 7 0-16,5-7 0 0,-1-1 0 0,-8 5 0 16,9-5 0-16,-1 5 0 0,-4-1 0 0,5 1 0 0,-5-1 0 15,0 1 0-15,-4 3 0 0,22-4 0 0,-14 8 0 16,-4-3 0-16,5 3 0 0,0 0 0 0,3 0 0 15,-3 0 0-15,0 1 0 0,-1-5 8 0,14 4-8 16,-9-4 0-16,8 5 8 0,-21-1-8 0,17-8 0 16,-4 4 0-16,13 1 0 0,-17 7 0 0,8-4 0 15,9 0 0-15,-5 0 0 0,5 4 0 0,-4 0 0 16,-9 0 0-16,13 4 0 0,17-4 0 0,-22 4 0 0,-3 4 0 16,-1-4 0-16,5 7 0 0,3-3 0 0,1 0 0 15,0 0 0-15,0-1 0 0,4-3 0 0,5 0 0 0,0 0 0 16,-5 0 0-16,13 0 0 0,-8 0 0 15,8-4 0-15,-8 4 0 0,-1-4 0 16,5 4 0-16,5-1 0 0,-6-3 0 0,6 0 8 0,-5 0-8 16,4 1 8-16,5 2-8 0,-5 5 0 0,0-4 0 0,5 0 8 15,-5 4-8-15,5-1 0 0,-5-3 0 0,5 0 8 16,4 0-8-16,4-4 0 0,-8 0 0 0,4 0 0 16,8-4 0-16,-12 4 0 0,13-7 0 0,-14 3 0 15,18-4 0-15,-13 4 0 0,9-7 0 0,-9-5 8 16,8 5-8-16,1-1 0 0,4-7 0 0,-9 3-11 15,1 1-7-15,-1-4-2 0,9 0 0 0,0-8 0 16,-4 11-26-16,4-11-6 16,0 0 0-16,0 0-1 0,0 0-155 0,0 0-32 0</inkml:trace>
  <inkml:trace contextRef="#ctx0" brushRef="#br0" timeOffset="65458.13">9782 6651 1468 0,'0'0'65'0,"0"0"14"0,0 0-63 0,0 0-16 0,0-7 0 0,0 7 0 16,0 0 0-16,0 0 0 0,0 0 0 0,0 0 0 15,0 0 0-15,0 0 0 0,4 7 0 0,9 5-10 16,-9-4 10-16,5 7 14 0,0 1-3 0,-5 7-1 15,9 0 9-15,-8 4 1 0,12 4 1 0,-13 0 0 16,9-4 3-16,5 8 0 0,-10 3 0 0,5 1 0 16,5-1 10-16,-10 1 2 0,10-4 1 0,-5 3 0 15,4 1-1-15,1-4-1 0,-10 3 0 0,5-3 0 16,5 0-6-16,-10 0-1 0,5-1 0 0,-4 5 0 16,4-4-5-16,0-1-2 0,-4 1 0 0,4 4 0 15,4-8-6-15,-8 0-2 0,4-1 0 0,0-3 0 16,-4-3-3-16,4 3-1 0,4-8 0 0,-8 0 0 15,8-3-1-15,-4-1 0 0,-4-3 0 0,4-5 0 16,4 1 4-16,1 0 1 0,-1 0 0 0,-4-5 0 16,13-3-2-16,-4-3-1 0,-5-5 0 0,5 4 0 15,-1-4 13-15,10 1 2 0,-9-9 1 0,12 1 0 16,-3-8-4-16,3-5-1 0,14-2 0 0,-4-9 0 0,8 0-5 16,-4-7 0-16,4 0-1 0,4-1 0 0,5-3-15 0,8 0 9 15,-8 0-9-15,-4 0 8 0,-5-1-8 0,4 5 0 16,1-4 0-16,-10 4 8 0,1-1-8 0,-4-3 0 15,8 11 9-15,-13 1-9 0,4 3 0 0,-8 4 8 16,-5 0-8-16,9 8 0 0,1 0 0 0,-19 8 9 16,1-5-9-16,0 9 0 0,4-5 10 0,-5 9-10 15,-16-1 8-15,8 0-8 0,-13 0 8 0,0 8-8 16,17-4 0-16,-17 4 8 0,-13-3-8 0,13 3 0 16,0 0 9-16,0 0-9 0,0 0 0 0,0 0 0 15,0 0-10-15,0 0 10 16,0 0-95-16,0 0-12 0,0 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02:31.69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862 9462 288 0,'0'0'25'0,"0"0"-25"15,0 0 0-15,0 0 0 0,0 0 172 0,0 0 30 0,0 0 6 0,13 4 0 16,-13-4-124-16,5 8-24 16,-1-1-6-16,-4-7-1 0,4 4 11 0,-4-4 1 15,0 0 1-15,9 4 0 0,-9-4 5 0,0 0 1 16,0 0 0-16,0 0 0 0,0 0 15 0,0 0 3 15,4-4 1-15,-4 4 0 0,0 0-33 0,0 0-6 16,0 0-2-16,0-11 0 0,-4-1-50 0,-5-3-11 0,5 3-1 0,0 1-1 16,-1 3 47-16,-8 0 10 0,13-4 1 15,-17 5 1-15,12-1-22 0,-8 4-5 0,5-7-1 0,-1 7 0 16,0 0-2-16,-4 0-1 0,9-4 0 0,-13 8 0 16,4-4-6-16,4 4-1 0,-8 4 0 0,4-4 0 15,8 8 1-15,-12 0 0 0,4 3 0 0,-5 1 0 16,10-4 0-16,-10 3 0 0,1 9 0 0,8-5 0 15,1 4 11-15,-1 1 3 0,-8 3 0 0,8 0 0 16,5-4-23-16,4 4 0 0,-9 4 0 0,9 0 0 16,0 0 0-16,0 4 0 0,-9-4 0 0,9-3 0 15,0 3 0-15,9-8 0 0,-9 4 0 0,9-4 0 16,-5 1 0-16,5-5 0 0,8 0 0 0,0 1 0 16,-8-8 0-16,4 3 0 0,9-3 0 0,-14-4 0 15,18 0 0-15,-4-4 0 0,-4-4 0 0,-10 0 0 16,10-8 18-16,-1 5-1 0,-4-5 0 0,4 4 0 0,-8-7-5 15,4 3 0-15,-4 1-1 0,4-5 0 0,0 1 0 0,-9-4 0 16,9-1 0-16,-8-3 0 0,-1-4-11 0,0 0 0 16,5 4 9-16,-5-4-9 0,14 0 8 0,-18 4-8 15,0 7 10-15,13-3-10 0,-9-8 0 0,-4 8 0 16,0 3 0-16,9 5 0 0,-9 3 0 0,8-4 0 16,-8 5 0-16,0 7 0 0,0 0 0 0,0 0 12 15,0 0-1-15,0 0-1 0,0 0 2 0,0 0 0 16,0 0 0-16,0 0 0 0,0 0-4 0,0 0 0 15,-8 11 0-15,8 1 0 0,0 3-8 0,0 1 10 16,0 3-10-16,0 0 10 0,0 0-20 0,0 5-4 16,0-5-1-16,8 0 0 0,-3 4 26 0,-5-3 5 0,4-1 0 15,9 0 1-15,-13 1-17 0,0-1 0 16,4-4 0-16,9 5 0 0,-13-5 0 0,0 4 0 16,0-7 0-16,9 3 0 0,-9-3-12 0,9 0-7 0,-9-12-1 0,0 7 0 31,0 1-135-31,0-8-27 0,0 0-6 0,0 0-898 0</inkml:trace>
  <inkml:trace contextRef="#ctx0" brushRef="#br0" timeOffset="477.342">1466 9790 867 0,'0'0'19'0,"0"0"4"0,0 0 1 0,0 0 0 0,0 0-24 0,0 0 0 15,0 0 0-15,0 0 0 0,0 0 94 0,0 0 14 16,0 0 2-16,0 0 1 0,0 0-38 0,0 0-7 15,0 0-2-15,0 0 0 0,0 0 0 0,0 0 0 16,0 0 0-16,0 0 0 0,0 0 0 0,0 0 0 0,0 12 0 0,0-12 0 16,0 0 4-16,0 8 1 0,-13-1 0 0,8 1 0 15,5-4-59-15,-4 4-10 0,-5 3 0 0,9-11-10 16,0 0 44-16,0 12 9 0,0-5 1 0,0 5 1 16,0-12-21-16,0 0-4 0,9 8 0 0,-5 0-1 15,1-1-19-15,-5-7 0 0,13 4 0 0,-13-4 0 16,8 4 0-16,1-4 0 0,0 0 0 0,4-8 0 15,-9 1 16-15,9-1 0 0,-8 0 0 0,8 0 0 16,-5 1-16-16,-8-5 0 0,0 12 8 0,9-8-8 16,-9-3 0-16,4 3 8 0,-4 4-8 0,0 4 0 15,0 0 9-15,0 0-9 0,-13-8 0 0,13 8 9 16,0 0-9-16,0 0-17 0,-8 4 4 0,-5-4 1 31,8 0-82-31,-8 4-16 0,9 0-3 0</inkml:trace>
  <inkml:trace contextRef="#ctx0" brushRef="#br0" timeOffset="3169.998">9812 9281 230 0,'0'0'20'0,"0"0"-20"0,0 0 0 0,0 0 0 15,0 0 325-15,0 0 61 0,0 0 12 0,0 0 2 16,0 0-240-16,0 0-49 0,0 0-10 0,0 0-1 16,0 0-49-16,0 0-10 0,0 0-1 0,9 11-1 15,-9-3-27-15,4 7-12 0,-4 1 10 0,0 3-10 16,0 0 0-16,4 5 0 0,5-1 0 0,-9 4 0 15,5 0 57-15,-5 4 6 0,0 7 1 0,4-3 0 16,9 0-52-16,-13 0-12 0,0 3 0 0,0 1 0 16,0-8 0-16,0 3 0 0,0 1 0 0,0-4 0 15,0-4 0-15,0 0 0 0,0 0 0 0,0-4 0 16,0 4 0-16,0-4 0 0,0-3 0 0,0-5 0 0,0 1 54 0,0-5 8 16,0-11 2-16,0 0 0 15,0 0-52-15,0 0-12 0,0-11 0 0,0-1 0 0,0-3 32 0,0-5 4 16,-13 1 1-16,13-4 0 0,0 0-21 0,13-4-5 15,-13 0-1-15,0 3 0 0,0 1-10 0,9 0 8 16,-1 0-8-16,-3 0 8 0,8 0-8 0,-9 3 0 16,9 1 0-16,-4 4-11 0,4-1 11 0,-5 1 0 15,5-1 0-15,5 9-8 0,-14-5 8 0,14 8 0 16,-1 0 0-16,0 4-8 0,-8 0 8 0,4 0 0 16,4 8 0-16,-8 0 0 0,4-1 9 0,0 5 1 15,4 0 0-15,-4 3 0 0,5 0-10 0,-5 5 0 16,4-5 0-16,-8 1 0 0,4 3 0 0,0 0 8 15,-4 1-8-15,4-1 0 0,-13 0 0 0,8 0 0 0,1-3 8 16,0-1-8-16,-1 5 0 0,-8-1 8 0,0 0-8 0,0 1 8 16,0-1-8-16,0-4 0 0,0 1 0 0,-8-1 8 15,-1 5-8-15,0-9 0 0,1 5 0 0,-1-5 0 16,0-3 0-16,-4 0 0 0,-4-1 0 16,8 1 0-16,-8-4 28 0,-5 0 3 0,5 0 1 0,-5-1 0 31,5-3-52-31,-5 0-9 0,-4 0-3 0,4 0 0 0,1 0 32 0,-1 4 0 0,4-8 0 0,-3 1 0 15,3-1-28-15,1 0 1 0,-5 0 0 0,9 0 0 16,9-4-215-16,-9-3-43 0,4-24-9 0,9 12-2 0</inkml:trace>
  <inkml:trace contextRef="#ctx0" brushRef="#br0" timeOffset="3597.303">10728 9983 1497 0,'0'0'66'0,"0"0"14"0,0 0-64 0,0 0-16 15,0 0 0-15,0 0 0 0,0 0 74 0,0 0 11 16,0 0 3-16,0 0 0 0,0 0-14 0,0 0-2 16,0 0-1-16,0 0 0 0,0 0-23 0,0 0-5 0,0 0-1 0,-8 8 0 15,8-8-10-15,-9 12-3 0,5-5 0 0,4-7 0 16,-9 12-6-16,5-4-2 0,-1 3 0 0,5-3 0 16,0 4-9-16,0-12-3 0,0 7 0 0,0-7 0 15,0 0-9-15,5 4 0 0,-5-4 9 0,4 4-9 16,9-4 9-16,-4 0-9 0,-1-4 12 0,1-4-12 15,4-3 12-15,0-1-4 0,-9-3 0 0,1 3-8 16,8 4 19-16,-13 1-3 0,0 7-1 0,4-8 0 0,1 0 12 0,-5 8 2 16,0 0 1-16,0 0 0 15,-9-4 3-15,0 4 1 0,0 4 0 0,5 0 0 16,-9 0-34-16,9 0-9 0,-9 0-1 0,8 0-806 16,-12-1-162-16</inkml:trace>
  <inkml:trace contextRef="#ctx0" brushRef="#br0" timeOffset="4521.063">19492 9833 403 0,'0'0'36'0,"0"0"-36"0,0 0 0 0,0-8 0 15,-5 0 348-15,5 8 62 0,0 0 13 0,0 0 2 16,0 0-264-16,0-4-53 0,-4-3-10 0,4 7-2 15,0-8-53-15,0 8-11 0,0 0-1 0,0-8-1 16,0 1-17-16,0 7-3 0,0-8-1 0,-4 4 0 16,4 0 30-16,-9-4 5 0,5-3 2 0,-9 3 0 15,4 4-4-15,9-3-1 0,-13 3 0 0,8 0 0 16,-8-4-1-16,5 4-1 0,-10-4 0 0,5 8 0 16,5-3-30-16,-10 3-9 0,1 3 0 0,0-3 0 15,-1 4 34-15,5 0 0 0,-4 0 0 0,4 4 0 0,-5 3-34 16,5-3 0-16,-4 0 0 0,-5 3 0 0,9 1 10 0,0 3-10 15,-4-3 8-15,0 3-8 0,3 5 0 0,10-1 0 16,-13 0 0-16,12 5 0 0,-8-1 8 0,9 0-8 16,-5 4 0-16,1 0 8 0,8 4-8 0,0 4 0 15,0-5 0-15,8-3 0 0,1 0 0 0,0 1 0 16,4-5 0-16,4 4 0 0,1 0 0 0,3-8 0 16,1-4 0-16,8 1 0 0,-8-1 0 0,4-3 0 15,4-4 0-15,-3-4 0 16,3-1-38-16,-8-3 0 0,-1 0 0 0,1-3 0 15,4 3-120-15,-13 0-24 0,5-4-5 0</inkml:trace>
  <inkml:trace contextRef="#ctx0" brushRef="#br0" timeOffset="4918.869">19830 10227 1728 0,'0'0'76'0,"0"0"16"0,13 0-73 16,-13 0-19-16,0 0 0 0,0 0 0 0,0 0 80 0,0 0 12 16,0 0 2-16,0 0 1 0,0 0-54 0,0 0-10 15,0 0-3-15,0 0 0 0,0 0-18 0,0 0-10 16,0 0 10-16,0 0-10 0,-13 7 42 15,9 5 2-15,4-1 1 0,0-11 0 0,0 0-22 0,0 0-5 16,0 12-1-16,0-12 0 0,0 12-17 0,0-12 0 16,0 0 0-16,0 0 0 0,0 0 8 0,0 0-8 15,4 0 0-15,9 3 0 0,-8-6 0 0,8 3 0 16,-5-8 0-16,1 4 0 0,-5-4 19 0,-4 8 0 16,5-4 0-16,-5 4 0 0,0 0 21 0,0 0 4 15,0 0 0-15,0 0 1 0,0 0-36 0,0 0-9 16,0 0 0-16,0 0 0 0,-5 4 53 0,1 8 9 15,-5-4 2-15,9-8 0 16,0 0-154-16,0 0-30 0,-8 7-7 0,8-7-1025 0</inkml:trace>
  <inkml:trace contextRef="#ctx0" brushRef="#br0" timeOffset="6242.415">884 11794 1036 0,'0'0'92'0,"0"0"-73"0,4-8-19 0,-4 8 0 16,0-4 112-16,0 4 18 0,9-7 4 0,-9 3 1 15,0 4-51-15,0 0-11 0,0 0-1 0,0 0-1 16,9-4-17-16,-9 4-3 0,0 0-1 0,13 8 0 16,0-4-40-16,-9 3-10 0,5 5 0 0,-1-1 0 0,-3 5 55 0,-5 3 9 15,4-3 1-15,9 7 1 0,-13 4-22 0,4 4-4 16,9 3 0-16,-13 1-1 15,0 0-1-15,0 4 0 0,18-1 0 0,-18 1 0 0,0-4-15 16,8-5-3-16,1 5-1 0,-4-8 0 0,-1 4-19 16,9 0 10-16,-13-4-10 0,4 0 8 0,9-4-8 15,-4 0 0-15,0-3 9 0,-9-5-9 0,0 1 8 0,4-1-8 16,0-3 10-16,-4-1-10 0,0-3 12 0,0 0-4 16,0-1-8-16,0-7 12 0,0 0 4 0,0 0 0 15,0 0 0-15,0 0 0 0,0 0-8 0,0 0 0 16,-4-11-8-16,0-1 12 0,-5-3-12 0,0-1-16 15,9 1 3-15,-17-1 1 0,4-3 41 0,4 4 9 16,-8-5 2-16,8 1 0 0,0 4-13 0,-8-1-3 16,0 1 0-16,4 3 0 0,0 4-24 0,-13-3 0 15,8 3-9-15,5 4 9 0,-4 0 0 0,-9 4 0 16,13-3 0-16,-5 6 0 0,1-3 0 0,0 4 0 0,-5 0 0 0,5 4 0 16,-1 0 0-16,5-1 0 0,-4 5 0 0,-1-1 9 15,10 1-1-15,-10 0 0 0,5 3 0 16,9 4 0-16,-5 1-8 0,1-5-9 0,3 4 9 0,5 5-13 15,-4-1 22-15,8 4 5 0,1-4 1 0,3 4 0 16,-3 0-24-16,-1-4-5 0,9 0-1 0,-4 0 0 16,12 1 15-16,-3-1 0 0,-5 0 0 0,4-8 0 15,9 1 9-15,0-1 5 0,-4-7 1 0,4 0 0 16,-9-4-15-16,14-4 0 0,-14-4 0 0,5 0-10 16,0 0-26-16,-5 0-4 0,5-4-2 15,-5 5 0-15,0-1-198 0,1-4-39 0</inkml:trace>
  <inkml:trace contextRef="#ctx0" brushRef="#br0" timeOffset="6655.591">1501 12578 1267 0,'0'0'28'0,"0"0"5"0,0 0 2 0,0 0 1 0,0 0-36 0,0 0 0 0,0 0 0 0,0 0 0 15,0 0 91-15,0 0 11 0,0 0 2 0,0 0 1 16,0 0-23-16,0 0-5 0,0 0-1 0,0 0 0 16,-9-4-5-16,9 4-2 0,0 0 0 0,0 4 0 15,-9 0-17-15,0 0-4 16,1 3-1-16,8-3 0 0,-13 4-19 0,8 3-4 0,5-3-1 0,-4 4 0 15,4-1-23-15,-9-3 0 0,9 4 0 0,0-5 0 16,9 5 0-16,-9-12 0 0,0 0 0 0,0 0 0 16,4 4 0-16,-4-4 0 0,18 4 0 0,-10-4 0 15,1-4 19-15,0-4-1 0,4 0 0 0,4-3 0 16,-17 3-10-16,5-4-8 0,8 1 12 0,-13 3-12 16,8-3 11-16,-8 3-11 0,0 8 10 0,0 0-10 0,0-4 10 0,0 4-10 15,0 0 10-15,0 0-10 0,0 0 9 0,0 0-9 16,-8 0 8-16,8 4-8 0,-18 0 0 0,18 3 0 15,-17 1 0-15,13-4 0 16,-5 4-28-16,0-1-7 0,0 1-1 0,1 4-1062 0</inkml:trace>
  <inkml:trace contextRef="#ctx0" brushRef="#br0" timeOffset="7836.827">9955 12574 1267 0,'0'0'56'16,"0"0"12"-16,0 0-55 0,0 0-13 0,0 0 0 0,0 0 0 0,0 0 54 0,0 0 8 15,0 0 2-15,0 0 0 0,0 0-52 0,0 0-12 16,0 0 0-16,18 4 0 0,-18-4 50 0,8 8 7 16,6-5 2-16,-14-3 0 0,13 4 8 0,-5 0 1 15,-8-4 1-15,13 8 0 0,5-8-3 0,-1 4-1 16,-4 0 0-16,-4-4 0 0,-1 0-22 0,1-4-5 15,8 4-1-15,-8-4 0 0,4 0-13 0,-4-4-2 16,4 4-1-16,-9-3 0 0,9-1-7 0,-8 0-2 16,8 0 0-16,-9 1 0 0,9-5-2 0,-9 1-1 15,1 3 0-15,-1-4 0 0,5 5-20 0,-5-5-4 16,0 4-1-16,-4-3 0 0,9 3 57 0,-9 0 11 0,0 1 3 16,0-1 0-16,0 0-37 0,0 0-7 15,-9-3-2-15,5 3 0 0,0 0 27 0,4 1 4 0,-9-1 2 16,0 0 0-16,9 0-16 0,-13 1-3 0,5 3-1 0,-1-4 0 15,5 4-22-15,-1 0 0 0,-12 1 0 0,13-5 0 16,-5 4 0-16,0 0 0 0,-4 4 0 0,4 0 0 16,-4-4 0-16,0 4 0 0,5 0 0 0,-10 4 0 15,5 0 0-15,5 0 0 0,-10 4 0 0,1-1 0 16,13 1 56-16,-23 4 6 0,19-1 2 0,-10 1 0 16,-3 7-52-16,8-4-12 0,4 5 0 0,-4 3 0 15,0-4 0-15,4 4 0 0,1 1 0 0,3 3 0 16,5 4 0-16,-4-4 0 0,4 3 0 0,0-3 0 15,9 0 0-15,-1 4 0 0,10-4 0 0,-14 0 0 16,13-3 0-16,1-1 0 0,-1-4 0 0,5-4 0 16,-5 1 0-16,5-1 0 0,-5-3 0 0,5-4 0 15,4-4-48-15,0-1-13 0,-4-3-3 0,4-3 0 16,4-1-95-16,-12 0-19 0,3-4-4 0</inkml:trace>
  <inkml:trace contextRef="#ctx0" brushRef="#br0" timeOffset="8247.856">10811 12771 633 0,'0'0'56'0,"0"0"-44"0,0 0-12 0,0 0 0 16,0 0 220-16,0 0 43 0,0 0 8 0,0 0 1 15,0 0-148-15,9 8-29 0,-9-8-7 0,0 7 0 16,0 1-43-16,0-8-8 0,0 0-1 0,-9 8-1 16,5 3-14-16,4-11-2 0,0 0-1 0,0 0 0 15,0 8-7-15,0-8-2 0,0 0 0 0,0 0 0 0,0 0 8 0,0 0 2 16,0 0 0-16,0 0 0 15,0 0-7-15,0 0 0 0,4-8-1 0,9 4 0 16,-9 1-11-16,-4 3 0 0,5-12 0 0,-5 12 0 0,0 0 8 0,0 0-8 16,0 0 8-16,0 0-8 0,0 0 34 0,0 0 2 15,0 0 0-15,0 0 0 0,0 0 5 0,-5 12 2 16,5-12 0-16,-4 11 0 0,4 1-20 0,0-12-4 16,-4 11-1-16,4-11 0 0,-9 12-18 0,5-4 0 15,4-8-8-15,0 11-768 16,0-11-154-16</inkml:trace>
  <inkml:trace contextRef="#ctx0" brushRef="#br0" timeOffset="9276.822">19444 11717 1868 0,'0'0'41'0,"0"0"9"0,0 0 2 0,0 0 0 0,0 0-42 0,0 0-10 15,0 0 0-15,0 0 0 0,0 0 22 0,0 0 2 16,0 0 1-16,0 0 0 0,4-8-25 0,1 0 0 15,3 1 0-15,-8 7 0 0,-8-8 41 0,8 0 3 16,-5-3 1-16,5 3 0 0,-4 0 31 0,-5 0 5 16,5 1 2-16,-1-1 0 0,-8 4-67 0,9-4-16 15,-9 5 0-15,4-1 0 0,-4 0 55 0,5 4 7 16,-10 0 2-16,10 0 0 0,-1 0-52 0,0 0-12 0,1 4 0 16,-5 0 0-16,4-1 0 0,-4 5 0 15,8 0 0-15,-3 7 0 0,-1-3 54 0,5 3 8 16,-9 1 2-16,0 3 0 0,4 0-52 0,0 1-12 15,1 7 0-15,3-4 0 0,-12 4 0 0,17 4 0 0,-13 4 0 16,9-1 0-16,4 5 0 0,-5 0 0 0,5-1 0 16,0 5 0-16,0-1 0 0,5 1 0 0,-5-1 0 0,0 0 0 15,0-3 0-15,4 0 0 0,9-1 0 0,-13-3 0 16,0 0 0-16,4 3 0 0,9-7 0 0,-13 4 0 16,5-4 0-16,-5-4 0 0,4 0 0 0,-4-4 0 15,4 0 0-15,5 0 0 0,-9-3 0 0,0-5 0 16,4 1 0-16,-4-9 0 0,-4 5 0 0,4-4 0 31,0-8-171-31,0 0-37 0,0 0-7 0,0 0-1 0</inkml:trace>
  <inkml:trace contextRef="#ctx0" brushRef="#br0" timeOffset="9491.075">18918 12419 806 0,'0'0'72'0,"0"0"-58"16,0 0-14-16,0 0 0 0,13-3 380 0,-8-1 72 15,3 4 16-15,5-4 2 0,5 0-306 0,-1 4-60 16,5-4-13-16,-5 0-3 0,5 0-57 0,8 1-12 16,-8-1-3-16,13-4 0 0,-9 0-16 0,4 1-9 15,-8-1 1-15,13 0-840 16,-14-3-167-16</inkml:trace>
  <inkml:trace contextRef="#ctx0" brushRef="#br0" timeOffset="9911.074">20008 12520 230 0,'0'0'20'0,"0"0"-20"0,0 0 0 0,0 0 0 0,0 0 372 0,0 0 69 16,0 0 15-16,0 0 2 0,0 0-291 0,0 0-59 15,0 0-11-15,0 0-2 0,0 0-59 0,0 0-11 16,0 0-2-16,0 0-1 0,5 8-22 15,-5-8 0-15,0 0 0 0,0 0 0 0,0 0 0 0,0 0 0 16,0 0 0-16,0 0 0 0,0 7 0 0,0-7 0 16,0 0 0-16,0 0 0 0,0 0-13 0,4 0 2 15,9-4 1-15,-9 1 0 0,9 3-9 0,-13 0-1 16,5-8-1-16,-5 8 0 0,0 0 21 0,0 0 0 0,0 0 12 0,0 0-4 16,0 0 25-16,0 0 5 15,0 0 1-15,0 0 0 0,0 0 1 0,0 0 1 16,0 0 0-16,0 0 0 0,0 0-13 0,0 0-4 0,0 0 0 15,0 0 0-15,0 0-24 0,0 0-9 0,0 0 0 0,0 0-750 16,0 0-149 0</inkml:trace>
  <inkml:trace contextRef="#ctx0" brushRef="#br0" timeOffset="11237.377">1032 14840 633 0,'0'0'56'0,"0"0"-44"0,0 0-12 0,0 0 0 15,0 0 245-15,0 0 47 0,0 0 10 0,0-11 2 16,4 3-158-16,-4 0-31 0,0 8-7 0,0-8 0 16,0 8-70-16,0 0-14 0,0-7-2 0,-4-1-1 15,4-4 41-15,-5 9 8 0,5 3 2 0,-9-8 0 16,1 4-25-16,8-4-5 0,-18 4-1 0,18 1 0 15,-17-5-8-15,4 4-1 0,4 4-1 0,-8-4 0 16,13 4-6-16,-9 0-1 0,-5 0 0 0,5 0 0 16,0 4-10-16,0 0-2 0,-9 4-1 0,9-1 0 15,5 1-3-15,-10 4 0 0,5 3 0 0,9 0 0 16,-13 1-8-16,4 3 0 0,4 4 0 0,0 1 8 16,1 3-8-16,8 0 0 0,-18 3 0 0,18-2 0 0,0 2 0 15,5 1 0-15,-5-4 0 0,13 0 0 0,-13 0-8 16,8-3 8-16,5-1 0 0,0-4 0 15,-4 0 0-15,8-3 0 0,-4-9 0 0,9 5 0 0,-5-12 0 0,5 0 0 16,-9-4 8-16,0-4-8 0,5-7 16 0,8 3-3 16,-22-7 0-16,18 0 0 0,-5-4-1 0,0-1-1 15,-17-3 0-15,18 0 0 0,-10 0-11 0,1 4 0 16,-4-4 0-16,-1 0 0 0,9 0 0 0,-13 0 0 16,0 4 8-16,0 0-8 0,4-4 0 0,-4 7 0 15,13 1 0-15,-13 4 8 0,-13-1-8 0,13 9 0 16,0-1 0-16,-4 0 0 0,4 8 12 0,0 0-2 15,0 0-1-15,0 0 0 0,0 0-9 0,0 8 0 16,-13 0 9-16,9 3-9 0,-1 5 0 0,5-5 0 16,0 8 0-16,0 5 0 0,5-1 0 0,-1 4 0 0,9 4-9 15,-13 3 9-15,17 1 0 0,-17 4 0 0,18 3 0 0,-14 1 0 16,5 7 0-16,4 0 0 0,0 0 0 16,4-3 0-16,-8 3 0 0,4 4 0 0,-5-4 0 15,6 4 0 1,-14-4-58-16,4-3-4 0,-4 7-1 0,13-8 0 0,-13 0 106 0,0 5 21 0,0-5 4 0,0-4 0 15,0-3-48-15,0 0-11 0,-13-5-1 0,9 1-8 16,4 0 8-16,-18-8-8 0,5 0 0 0,4-8 0 16,-12 4 12-16,8-7-12 0,-5-1 12 0,1-7-12 0,-9 4 13 0,4-9-4 0,-4-3-1 15,0-3 0 1,4-5-26-16,-12 0-6 0,16-7 0 0,-8-1-1 16,-9-3-10-16,5-4-1 0,4-4-1 15,4 0-834-15,-4 0-166 0</inkml:trace>
  <inkml:trace contextRef="#ctx0" brushRef="#br0" timeOffset="11724.336">1652 15365 345 0,'0'0'31'0,"0"0"-31"0,0 0 0 0,0 0 0 16,0 0 16-16,0 0-4 0,0 0 0 0,0 0 0 15,0 0 46-15,0 0 9 0,0 0 1 0,0 0 1 16,0 0 34-16,0 0 6 0,-8-4 2 0,3 1 0 15,5-1-15-15,0 4-2 0,0 0-1 0,0 0 0 16,0 0 9-16,0 0 2 0,0-4 0 0,0 4 0 16,0 0-4-16,0 0-1 0,0 0 0 0,0 0 0 15,0 0-22-15,0 0-4 0,0 0-1 0,0 0 0 16,-4 8-39-16,4-1-8 0,-9 1-1 0,9-8-1 16,0 12-8-16,0-5-2 0,0-7 0 0,0 0 0 15,0 0-3-15,9 12-1 0,-9-12 0 0,0 0 0 16,4 8 0-16,-4-8 0 0,13 0 0 0,-13 0 0 0,18-4 10 0,-14 0 1 15,5-4 1-15,-9 0 0 0,0 8-5 0,13-7-2 16,-13-1 0-16,4 0 0 0,-4 1-5 0,9-1-1 16,-9 8 0-16,0 0 0 0,0 0 0 0,-9-8 0 15,9 0 0-15,0 8 0 0,0 0-8 0,-4 0-14 16,-9-3 3-16,4 3 1 16,5 0-143-16,-14 0-29 0</inkml:trace>
  <inkml:trace contextRef="#ctx0" brushRef="#br0" timeOffset="12698.999">10021 14497 403 0,'0'0'36'0,"0"0"-36"0,0 0 0 0,0 0 0 16,0 0 230-16,0 0 39 0,0 0 8 0,0 0 2 15,0 0-110-15,0 0-21 0,0 0-5 0,0 0-1 16,0 0-48-16,0 0-10 0,8 7-1 0,-3 1-1 16,-5-8-41-16,13 12-8 0,-13 3-1 0,8 1-1 15,1 3-5-15,-5 8-1 0,-4 0 0 0,9 4 0 16,-9 3 0-16,9 9 0 0,-9-1 0 0,4 1 0 15,9 3-2-15,-13 1-1 0,0 3 0 0,9-4 0 0,-1 4-6 0,-3 0 0 16,-1 1-1-16,0-1 0 0,5-4 3 16,-9-3 1-16,9 3 0 0,-9-4 0 0,0-7-2 15,0 4 0-15,0-4 0 0,0-5 0 0,9-6-3 0,-9-1-1 16,0-4 0-16,0-3 0 0,0-5-5 0,4 1 0 16,-4-5-8-16,0-7 12 0,0 0-12 0,0 0 11 15,0 0-11-15,0 0 10 0,0-11-10 0,4-8 0 16,9-5 9-16,-13-7-9 0,5 1 0 0,-1-9 0 15,5 4 0-15,-1-3 0 0,5-1 0 0,-4 0 0 16,8 5 0-16,-8 3 0 0,8 0 0 0,-8 4 0 16,8 4 0-16,1 7 0 0,-1-3 0 0,1 3 0 15,-1 5 0-15,-8 3 0 0,8 0 0 0,-4 5 0 16,4-1 10-16,-8 4-10 0,4 0 0 0,4 0 0 16,1 4 0-16,4 3 0 0,-5 5 0 0,0-1 0 15,-8 1 0-15,8 7 0 0,1 1 57 0,-1 3 6 16,-8 4 1-16,4 0 0 0,0 0-52 0,-4 4-12 0,4 0 0 0,-13 0 0 15,4-4 0-15,0 3 0 0,5-2 0 0,-9-1 0 16,0 0 0-16,4-4 0 0,-4-4 0 0,0 0 0 31,0 1-48-31,0-5-13 0,0-3-3 0,0-5 0 0,5 5-65 16,-5-12-14-16,0 0-2 0</inkml:trace>
  <inkml:trace contextRef="#ctx0" brushRef="#br0" timeOffset="13100.008">11219 15427 1659 0,'0'0'36'0,"0"0"8"0,-9 4 2 0,9-4 1 0,13 0-38 0,-13 0-9 15,0 0 0-15,0 0 0 0,0 0 43 0,0 0 6 16,0 0 2-16,0 0 0 0,-4 8-15 0,4-8-4 16,0 0 0-16,-9 7 0 0,-8 1 9 0,8 0 2 0,9-8 0 0,0 8 0 15,0 3 7-15,-13-3 2 0,9 3 0 0,4-11 0 16,17 8-16-16,-17-8-2 16,-4 8-1-16,4-8 0 0,13 4-23 0,-13-4-10 15,0 0 8-15,0 0-8 0,0 0 0 0,0 0 0 0,13 4 0 0,-13-4 0 16,0 0 0-16,13-12 0 0,9-3 0 0,-18 3 0 15,-8 0 0-15,4 5 0 0,8-5 0 0,1 4 0 16,-9 8 44-16,0 0 16 0,0 0 3 0,9-4 1 16,0 1 0-16,-9 3 0 0,-18 0 0 0,18 0 0 15,0 0-52-15,0 0-12 0,-13 7 0 0,9 1 0 16,-9 0 0-16,13-8 0 0,0 0 0 0,-9 8-851 16,-8-5-173-16</inkml:trace>
  <inkml:trace contextRef="#ctx0" brushRef="#br0" timeOffset="13887.813">19105 14659 2239 0,'0'0'49'0,"0"0"11"0,0 0 1 0,0 0 2 0,0 0-51 0,0 0-12 0,0 0 0 0,0 0 0 15,0 0 43-15,0 0 5 0,0 11 2 0,0-3 0 16,0 7 11-16,4-3 3 0,-4 4 0 0,5 3 0 15,4 0-52-15,-9 4-12 0,0 4 0 0,0 0 0 16,0 8 54-16,4-4 8 0,-8 4 2 0,4 3 0 16,0 1-52-16,0-4-12 0,0-1 0 0,0 5 0 15,0-4 36-15,0 0 5 0,-9 3 1 0,9-7 0 16,0-4-29-16,0 0-5 0,9-8-8 0,-9 5 11 16,-9-5-11-16,18-4 0 0,-9 1 0 0,0-5 0 15,0-3-13-15,-9 0-5 0,9-8-1 0,0 0 0 16,0 0-160-16,0 0-32 15,0 0-6-15</inkml:trace>
  <inkml:trace contextRef="#ctx0" brushRef="#br0" timeOffset="14282.349">19088 14080 460 0,'0'0'20'0,"0"0"5"16,0 0-25-16,0 0 0 0,0 0 0 0,0 0 0 0,0 0 389 0,0 0 73 0,0 0 14 0,-5 7 4 15,-3-3-384-15,3 4-77 0,5-8-19 0,0 12 0 16,0-1 0-16,0 1 0 15,0-1 0-15,5 1 0 0,3-1 0 0,-3-3 0 0,-5-8 0 0,4 8 0 16,9 0 0-16,-13-8 0 0,4 7 0 0,-4-7 0 16,0 0 0-16,0 0 0 0,0 0 0 0,0 0 0 15,14-4 0-15,-14-3 0 0,17-1 0 0,-13 4 0 16,-4 4 0-16,0-8 0 0,5 1 0 0,-5 7 0 16,8-8 0-16,-8 0 0 0,0 4 0 0,0 4 0 15,0 0 55-15,0 0 7 0,0 0 2 0,0 0 0 16,0 0-52-16,0 0-12 0,-13-3 0 0,9 6 0 15,-5 1-100-15,5 0-22 0,0 4-5 0,4-8-1 16</inkml:trace>
  <inkml:trace contextRef="#ctx0" brushRef="#br0" timeOffset="14777.757">19652 15257 230 0,'0'0'20'0,"0"0"-20"0,0 0 0 0,0 0 0 16,0 0 316-16,0 0 58 0,0 0 12 0,0 0 2 15,0 0-246-15,0 0-50 0,0 0-9 0,0 0-3 16,0 0-55-16,0 0-11 0,0 0-2 0,0 0-1 16,0 0 42-16,0 0 9 0,0 0 2 0,0 12 0 15,0-5-52-15,-8 5-12 0,3 0 0 0,1 3 0 16,4-3 0-16,0-1 0 0,-4 5 0 0,4-5 0 0,-9 1 0 0,9 3 0 15,9-3 0-15,-9-4 0 16,4-1 54-16,-4 1 8 0,9 0 2 0,-9-8 0 16,8 4-52-16,1-4-12 0,4-4 0 0,0 0 0 15,-9 0 0-15,14-8 0 0,-14 1 0 0,13-1 0 0,-17 5 54 16,13-5 8-16,-8 4 2 0,-1-3 0 0,-4-1-52 16,-4 4-12-16,4 8 0 0,0 0 0 0,0-7 54 15,-5 3 8-15,-8 0 2 0,13 0 0 0,-13 4-52 0,5-4-12 16,-1 4 0-16,0 4 0 15,-4 0-102-15,5-4-20 0,8 0-4 0,0 0-1 0</inkml:trace>
  <inkml:trace contextRef="#ctx0" brushRef="#br1" timeOffset="185541.29">2560 9014 518 0,'-13'-4'23'0,"13"4"5"0,0 0-28 0,0 0 0 0,-4 4 0 0,4 0 0 15,0-4 172-15,0-4 28 0,-13 4 7 0,13 0 1 16,0 0-116-16,0 0-22 0,0 0-5 0,0 0-1 16,0 0 0-16,0 0-1 0,13-7 0 0,-13 7 0 15,0-12 1-15,17 4 1 0,-8-3 0 0,8 7 0 16,-4-4-5-16,5 0-2 0,-1-3 0 0,-4 3 0 0,4 0-25 0,9 4-5 16,-13 1 0-16,5-1-1 15,-1 4-16-15,5 4-3 0,-5-4-8 0,-4 3 12 0,0 1-3 0,-4 0-1 16,4 4 0-16,-4 0 0 0,-9-8 8 0,13 7 0 15,-5 5 1-15,1 0 0 0,0-1 5 0,-1 1 1 16,-3-1 0-16,8 5 0 0,-13-5-4 0,4 1-1 16,0-1 0-16,-4 5 0 0,0-5 6 0,0 1 0 15,0 4 1-15,-4-5 0 0,4 1 6 0,-4-1 1 16,4 5 0-16,-13-5 0 0,8 1-13 0,-3-1-3 16,-1-3 0-16,-4 4 0 0,4-5 4 0,1 5 0 15,-1-8 0-15,-8 4 0 0,4-1 0 0,4 1 0 16,-8-4 0-16,8 4 0 0,0-4-7 0,-8 3-1 15,4 1 0-15,8-4 0 16,-8 0-31-16,5 0-6 0,8-4-2 0,-5 3 0 0,5 5 45 0,0-8 9 0,0 0 1 16,0 0 1-16,0 0-29 0,0 0 8 0,0 0-8 0,0 0 0 15,0 0 0-15,0 0 0 0,0 0 0 0,5 4-10 16,12 0 10-16,0 0 0 0,-8 0-9 0,4-1 9 16,5 5 0-16,-1 0-9 0,-8 0 9 0,4 3 0 15,4-3 0-15,-8 7-8 0,-1 1 8 0,1 3 0 16,4 0 0-16,-4 1 0 0,-1-5 0 0,-3 8 0 15,8-3-19-15,-5-1 0 0,-8 0 0 0,5 4 0 16,4 1 19-16,-5-5 0 0,0 0 0 0,-4 4 0 16,0-3 16-16,0-5 6 0,0 1 2 0,-4 3 0 15,4 0-16-15,-13-3-8 0,8-1 10 0,1 0-10 16,0-3 34-16,-14 0 1 0,5-5 0 0,0 5 0 0,5-4-35 16,-5-1 0-16,-9-7 0 0,5 0 0 0,-1 0 0 0,1-4 0 15,-5 1 0-15,0-5 0 0,1 4 0 0,-1 0 0 16,5-4 0-16,-5 5-9 15,5-1-19-15,-10-4-3 0,14 0-1 0,-4 1 0 16,0 3-117-16,-1-4-24 0,5 0-5 0,9 1-1 0</inkml:trace>
  <inkml:trace contextRef="#ctx0" brushRef="#br1" timeOffset="186203.983">3698 9030 230 0,'0'0'20'0,"0"0"-20"0,0 0 0 0,0-8 0 16,0 0 258-16,0 8 47 0,0 0 10 0,0 0 1 15,0-7-223-15,0 7-45 0,0 0-8 0,0 0-3 16,0-12 24-16,-18 8 5 0,14 0 1 0,4 4 0 16,-9-7 6-16,5 3 2 0,0 4 0 0,-1 0 0 15,-8-4-11-15,9 4-3 0,-13 0 0 0,4 0 0 16,8 4-13-16,-8-4-2 0,5 7-1 0,-10-3 0 16,5 0-7-16,5 0-2 0,-10 4 0 0,1-4 0 0,-1 7-11 15,5-3-2-15,5 3-1 0,-10 1 0 0,1 3-8 0,0-3-2 16,-1 0 0-16,1 7 0 15,8 0-12-15,-8 4 0 0,4-3 0 0,4 7 0 0,-8 4 0 16,8 3 0-16,0-3 0 0,-4 8 0 0,9 7 0 16,0-3 0-16,-5-1 0 0,5 1 0 0,8-1 0 0,5 4 0 15,-5-7 0-15,0 3 0 0,9-3 29 0,5-4 3 16,-1 0 1-16,5-5 0 0,-5 1-24 0,5-4-9 16,-5 0 0-16,5-3 9 0,0-5-9 0,-1-4 8 15,10 5-8-15,-14-9 8 0,5 1-8 0,0-5 8 16,-1 1-8-16,1-8 8 0,4 0 1 0,-4-8 0 15,-5 5 0-15,5-9 0 0,-5 0-1 0,9 1 0 16,5-5 0-16,-23-3 0 0,10-4 2 0,-5 0 0 0,4 0 0 16,0-1 0-16,-8-6-10 0,4-1-9 0,-4 0 9 15,4 0-13-15,0-4 13 0,-9 0 0 0,9 1 0 0,-13 3 0 16,0-4 0-16,5 4 0 0,-10-4 0 0,5 5 0 16,-13-1 48-16,9 4 13 0,-13-4 3 0,8 4 0 15,0 0-52-15,-4 0-12 0,4 0 0 16,-8 0 0-16,0 7 0 0,4 1 0 0,-5 0 0 0,10-1 0 15,-23 9-8-15,14-1-5 0,4 1-1 0,-13 3 0 16,8 0 14-16,5 4 0 0,-4 0-10 0,-9 4 10 16,13 0-21-16,-4 4 0 0,-1 4 0 0,5 0 0 15,5 0-87-15,-6 3-18 16,10-3-3-16,-5 3-674 0,1 9-134 0</inkml:trace>
  <inkml:trace contextRef="#ctx0" brushRef="#br1" timeOffset="187017.57">4210 9408 921 0,'0'0'82'0,"0"0"-66"15,0 0-16-15,0 0 0 0,0 0 197 0,0 0 36 0,0 0 7 0,0 0 2 16,0 0-104-16,0 0-21 0,0 0-4 0,0 0-1 16,0 0-40-16,0 0-8 0,0 0-1 0,0 0-1 15,0 0-15-15,0 0-3 0,5 12-1 0,3-1 0 16,-3 5-7-16,-1-1-2 0,9 1 0 15,-13 3 0-15,0 4-10 0,0 4-1 0,0 4-1 0,0 4 0 16,-13-4-11-16,13-1-3 0,0 1 0 0,-4-4 0 16,-1 4-8-16,5-8 8 0,0-3-8 0,0-1 8 15,0 4-8-15,-8-4 0 0,8-3 9 0,-5-1-9 16,5-3 8-16,0-4-8 0,0-8 8 0,0 0-8 16,0 0 11-16,0 0-3 0,0 0 0 0,0 0 0 15,0-8 0-15,0-4 0 0,0-3 0 0,0-4 0 16,0-5-8-16,0-3 0 0,5-7 0 0,3 3 0 15,-3-4 0-15,12 0-9 0,-17-3 9 0,9 3-13 16,4 0 13-16,4 4-9 0,0 0 9 0,-12 1-8 0,8 6 8 16,4-3 0-16,1 4 10 0,3 4-10 0,-16 3 0 0,16 5 0 15,-8-1-8-15,-4 5 8 0,4-1 0 0,4 8 0 16,-8 0 0-16,4 4 9 0,0 3 3 0,-8 5 0 16,-1 0 0-16,9 7 0 0,-13-4 0 0,9 5 1 15,-9 7 0-15,8 0 0 0,1-12-29 0,-9 8-7 16,9 4-1-16,-5 0 0 0,-4 0 48 0,4-3 8 15,-4 3 3-15,9-4 0 0,-9-4-25 0,0-4-10 16,4 1 8-16,-4-4-8 0,0-1 0 0,0-11 0 16,0 0 0-16,0 0 0 0,0 0 0 0,0 0 8 0,0 0-8 15,0 0 0-15,0-11 0 0,18-5 0 0,-18-3 0 16,8-4 0-16,5-4 0 0,0 0-11 0,-4 3 11 16,9-3-8-1,-1-11-21-15,0 7-4 0,1 0-1 0,-10 4 0 0,14 4 34 0,-9-4 0 0,4 7 0 0,1 5 0 16,-18 3 0-16,17 1 0 0,-8 3 0 0,0 4 0 15,-9 4 44-15,4 0 16 0,-4 0 4 0,13 8 0 16,-9 0-52-16,14 3-12 0,-18 1 0 0,17 7 0 16,-17 0 0-16,9 1 0 0,-1 7 0 0,-3-4 0 15,-5 0 0-15,8 0 0 0,-8 4 0 0,0 0 0 16,9 0 0-16,-9-3 0 0,4-1 0 0,-4-4 0 16,0 4 0-16,0-4 0 0,0-3 0 0,0-4 0 15,0 3-48-15,0-7-13 0,0-8-3 16,0 0 0-16,0 0-51 0,0 0-10 0,0 0-3 0,0 0-648 15,13-4-131-15</inkml:trace>
  <inkml:trace contextRef="#ctx0" brushRef="#br1" timeOffset="187741.241">5252 9331 691 0,'0'0'30'0,"0"0"7"0,0 0-29 0,0 0-8 0,9-4 0 0,-5-4 0 15,-4-3 290-15,0 11 57 0,0 0 11 0,0 0 2 16,0 0-238-16,0 0-48 16,0 0-10-16,0 0-1 0,0 0-18 0,0 0-3 15,0 0-1-15,0 7 0 0,9 1 4 0,-9 4 1 0,9 3 0 0,-9 1 0 16,0 3 8-16,0-4 2 0,0 5 0 16,0 3 0-16,-9 0-14 0,9 0-2 0,0 0-1 0,0 4 0 15,-9 0-15-15,9 4-4 0,0-8 0 0,-4 4 0 16,4-3-12-16,-9-1-8 0,9-4 10 0,-4 0-10 15,4 1 9-15,0-5-9 0,0-3 8 0,0-5-8 16,0-7 9-16,0 0-9 0,0 0 10 0,0 0-10 16,0 0 12-16,0 0-3 0,0 0-1 0,0 0 0 15,4-11 1-15,5-1 0 0,-5 1 0 0,-4-9 0 16,0 1-9-16,9-4 8 0,0-4-8 0,-5 0 8 16,1 0-8-16,8 0 0 0,4 4 0 0,-13-8 0 15,9 4 12-15,5 0 0 0,-5 7 0 0,0 1 0 16,4-4-12-16,0 4 0 0,-8 3 0 0,9 1 0 15,-5-1 0-15,4 9 0 0,0-5 0 0,1 4 0 16,-10 1-12-16,5 3-5 0,5 0-1 0,-10 4 0 0,5 4 29 16,5 0 5-16,-14-4 2 0,9 7 0 0,-4 5-18 0,4-1 0 15,-9 9 0-15,9-1 0 0,-8 0 0 0,8 5 0 16,-13 3 0-16,17-4 0 0,-17 0 0 0,4 0 0 16,1 0 0-16,-1 4 0 0,5-4 20 0,-5 1 1 15,0-5 0-15,5-4 0 0,-9 5-13 0,4-9-8 16,-4-3 10-16,5 3-10 0,3-3 9 0,-8-8-9 15,0 0 8-15,0 0-8 0,0 0 8 0,5-4-8 16,4 0 8-16,4-7-8 0,-13 3 0 0,17-7 0 16,-13-1 0-16,9-3 0 0,-4 0 29 0,8-1 1 0,-4-3 0 15,5 0 0 1,-14-4-75-16,13-4-15 0,5 4-4 0,-4 4 0 0,-1 0 52 0,0 3 12 0,5 1 0 0,0 0 0 16,-1 3 15-16,-3 5 5 0,8 3 2 0,-4 0 0 15,-5 5-35-15,9-5-7 16,-9 8-2-16,5 4 0 0,0 0 34 0,-5 3 6 0,5 5 2 0,-5 3 0 15,14 5-32-15,-23-1-7 0,10 0-1 0,-5 4 0 16,4 4 20-16,0 0 0 0,-12 0 0 0,8 0 0 16,-5 4 31-16,1-4 9 0,-4 0 3 0,-1-3 0 15,9-1-33-15,-13 0-10 0,0 0 0 0,4 0 0 16,-4-7 8-16,0-1-8 0,-4 1 0 0,4-5 0 16,4-3-8-16,-4-8-6 0,0 0-1 0,0 0 0 15,0 0-97-15,0 0-20 0,0 0-4 16</inkml:trace>
  <inkml:trace contextRef="#ctx0" brushRef="#br1" timeOffset="194105.388">12031 9250 1958 0,'-9'4'43'0,"9"-4"9"0,0 0 1 0,0 0 3 0,-8 0-45 0,8 0-11 0,0 0 0 0,0 0 0 16,0 0 72-16,0 0 12 0,0 0 2 0,0 0 1 16,17 0-51-16,-17 0-11 0,0 0-1 0,0 0-1 15,4 7 4-15,-4 5 1 0,5 7 0 0,-10-3 0 16,1-1 4-16,-5 8 0 0,1 0 1 0,-1 8 0 16,0-4 0-16,-8 8 0 0,4-8 0 0,9 4 0 15,-1-4-12-15,5 0-2 0,-13-4-1 0,9 4 0 16,13-4-6-16,-9-3-2 0,0-1 0 0,8 0 0 15,14-7 11-15,-18-4 3 0,9-4 0 0,-4 3 0 16,8-7-34-16,1 0-6 0,4 0-2 0,4 0 0 16,-13-4 29-16,13 1 5 0,0 3 2 0,-5 7 0 0,-3-3-18 15,4 0 0-15,8 0 0 0,-4 4 0 0,-9-1 0 0,1 5 0 16,3-1 0-16,10 1 0 0,-9 3 36 0,-5 5 4 16,-4-5 1-16,-9 4 0 0,14 1-14 0,-14-1-3 15,9 0-1-15,-4 5 0 0,8-5-23 0,-4 0 0 16,-13 4 0-16,0 1 0 0,-9-5 24 0,9 0 1 15,-4 0 0-15,0 1 0 0,-18-5-11 0,5 1-2 16,4-1-1-16,4-3 0 0,-17 3-1 0,4 1 0 16,0-5 0-16,-4 1 0 0,-4-1-10 0,8 1 10 15,-17-8-10-15,18 0 10 0,-10-8 2 0,-4 4 1 16,1-8 0-16,3-4 0 16,1 1-61-16,4-1-13 0,-5 1-3 0,-3-5 0 15,-10-3-102-15,18-4-21 0,9 3-4 0,-1 1-999 0</inkml:trace>
  <inkml:trace contextRef="#ctx0" brushRef="#br1" timeOffset="194367.85">11923 9427 1324 0,'0'0'118'0,"0"0"-94"0,-5-11-24 0,5-1 0 16,9 4 180-16,-9 8 31 0,0 0 6 0,0 0 2 15,13-3-147-15,-13 3-30 0,0 0-6 0,0 0 0 16,0 0-4-16,0 0 0 0,9-4 0 0,8 4 0 16,-4 0 8-16,0 0 2 0,-9 0 0 0,14 4 0 0,3-1-20 0,-3-3-4 15,-9 0-1-15,17 0 0 0,-5-3-9 16,1-1-8-16,0 0 9 0,8-4-9 0,9 4 0 0,0-3-16 16,13 3 1-16,5-4 1 15,-5 0-168-15,4 4-34 0</inkml:trace>
  <inkml:trace contextRef="#ctx0" brushRef="#br1" timeOffset="194850.015">13191 9435 2188 0,'0'0'48'0,"0"0"11"0,0 0 1 0,-5-8 1 0,5 1-49 0,0 7-12 0,0 0 0 0,0-12 0 16,-8 4 54-16,8 8 8 0,0 0 2 0,0 0 0 15,-5-7 0-15,1 3 0 0,-9 0 0 0,13 4 0 16,0 0-52-16,-9 0-12 0,-4 4 0 0,-4 3 0 16,-1 1 48-16,1 0 8 0,0 0 0 0,-5-1 1 15,0 9-17-15,1-5-4 0,3 9-1 0,-4-5 0 16,5 8-13-16,-5 0-2 0,5 1-1 0,4 3 0 16,-9 4-11-16,5-1-8 0,8 5 12 0,-8 0-12 15,-1 4 0-15,5-5 0 0,9 5 0 0,0-4 0 16,-9 7 0-16,13-7 0 0,0 0 0 0,4 3 0 15,5-3-8-15,-5-4 8 0,13-4 0 0,-8 0-9 16,9-4 9-16,-1-4-10 0,13-3 10 0,-4-5-10 16,9 1 10-16,0-8 0 0,4 0 0 0,-4-4-8 15,-5-8 26-15,5-4 6 0,4 5 0 0,0-9 1 0,0-7-25 0,-9 0 0 16,5 0 0-16,-13-4 0 0,4-4 0 0,-9 4 0 16,1-4 0-16,-5 4 0 0,-5-4 10 0,1 0 0 15,-5-4 0-15,1 1 0 0,3-1-2 0,-8 0-8 16,0-3 12-16,0 3-4 0,-13 4-8 0,9 0 10 15,-5 4-10-15,1 0 10 0,-10 0-2 0,5 4-8 16,-4 3 12-16,0 1-4 16,4 4-28-16,-14-1-7 0,1 1-1 0,-4 7 0 0,8-3 28 0,-4 7 8 15,5 0 0-15,-10 8 0 16,5 0-48-16,-4 3-10 0,8 5-2 0,0-1 0 16,-4 1-120-16,18 0-25 0,-10-1-5 0,14 1-1 0</inkml:trace>
  <inkml:trace contextRef="#ctx0" brushRef="#br1" timeOffset="195352.374">14094 9489 2419 0,'0'0'53'0,"0"-8"11"0,4-7 3 0,1 3 1 0,-5 5-55 0,8-1-13 0,-8-4 0 0,0 5 0 15,0-1 54-15,0 8 8 0,-8-8 2 0,8 8 0 16,-5-8 0-16,1 8 0 0,-14 0 0 0,5-3 0 16,5 6-52-16,-10-3-12 0,-3 0 0 0,-5 8 0 15,4 0 0-15,-4 0 0 0,-5-1 0 0,10 1 0 0,-1 4 23 0,0 3 1 16,-8-3 1-16,4 3 0 0,-9-3-40 0,13 3-8 16,-4 8-1-16,5 0-1 0,-1 8 47 0,0 0 10 15,5 4 1-15,4-4 1 0,4 4-34 0,-4-1 0 16,4 1 0-16,1 4 0 0,8-8 0 15,0 3 0-15,0 1 0 0,8 0 0 0,1-4 0 0,4 0 0 16,5-8-10-16,3 0 10 16,5-4-27-16,9-3-1 0,0-9 0 0,4 1 0 0,0 0 74 0,0-8 14 15,9-4 4-15,-5-8 0 0,1-7-52 0,-5 0-12 16,4 0 0-16,-4-1 0 0,-13-3 0 0,9-4 0 0,-13 0 0 0,-1-4 0 16,-3 0 0-16,-1 0 0 0,1 0 0 15,-5-3 0-15,-9 3 0 0,0-8 0 16,1 1 0-16,3 3 0 0,-8 0 0 0,0 4 0 0,-8 0 0 15,-1-3 0-15,5 3 0 0,-9 4 0 16,0 0 0-16,-1 4 0 0,1-1 29 0,-8 5 3 0,3 4 1 16,-3-1 0-1,-5 1-53-15,0 3-10 0,4 4-2 0,-13 1-1 0,5-1 24 0,-1 8 9 0,-3 4 0 0,3 0-9 32,5 0-93-32,-9 3-18 0,14 5-4 0,3 3-720 0,1 1-143 0</inkml:trace>
  <inkml:trace contextRef="#ctx0" brushRef="#br1" timeOffset="195724.867">14784 9605 2214 0,'0'0'98'0,"0"0"20"0,0 0-94 0,9-4-24 15,-9-4 0-15,9 1 0 0,-9 7 44 0,0 0 4 16,0 0 0-16,0 0 1 0,0 0-12 0,0 0-2 16,0 0-1-16,0 0 0 0,0 0-1 0,-9-4 0 15,9 4 0-15,-9-4 0 0,1-4 1 0,-5 4 0 16,4 4 0-16,-8 0 0 0,-1-4 3 0,5 8 1 16,-4 4 0-16,-5 0 0 0,5 0-11 0,-5 3-3 0,0 5 0 0,1-5 0 15,3 5-13-15,1 3-3 16,-1 0-8-16,5 0 12 0,0 5 15 0,0 3 2 0,0 4 1 0,5-1 0 15,8 1-30-15,-9 0 0 0,5 0 0 0,8-4 0 16,5 0 0-16,-5 0 0 0,9-4 0 0,-9 1 0 31,14-1-20-31,-1 0-11 0,9-4-1 0,5-3-1 16,-5-9 1-16,4-3 0 0,9-4 0 0,-4-4 0 16,-9-3-116-16,4-5-24 0,-4 4-4 0,5-7-925 0</inkml:trace>
  <inkml:trace contextRef="#ctx0" brushRef="#br1" timeOffset="196416.404">15058 9651 2336 0,'0'0'104'0,"0"0"20"0,0-7-99 0,0 7-25 16,0 0 0-16,0-4 0 0,0 4 48 0,0 0 4 15,0 0 0-15,0 0 1 0,0 0-10 0,0 0-3 16,0 0 0-16,0 0 0 0,0 0-8 0,0 0-3 15,0 0 0-15,0 7 0 0,0 1-1 0,0 8 0 16,4 3 0-16,-4 0 0 0,0 1-3 0,0 3-1 16,-4 0 0-16,4 4 0 0,0 0-3 0,0 0-1 15,0 0 0-15,0 0 0 0,-9 0-8 0,9-4-1 16,-4 0-1-16,4-3 0 0,0-1-10 0,-4 0 0 16,4-7 0-16,0 3 8 0,0-3-8 0,0-1 0 15,0-11 9-15,0 0-9 0,0 0 0 0,0 0 0 0,0 0 0 0,0 0-12 16,0-11 0-16,0-1 0 0,0-3 0 0,4-1 0 15,-4-7 12-15,13 4 0 0,-13-8 0 0,4 4 0 16,1 0 16-16,8-1 6 0,-9-3 1 0,9 0 0 16,4 4-23-16,-12-4 0 0,-1 0 0 0,9 0 0 15,4 8 0-15,-8-1 0 0,8 1 0 0,1 4 0 16,-1-1 0-16,1 1 0 0,-1 7 0 0,0 4 0 16,1 0 0-16,3 4 0 0,-12 0 0 0,8 4 0 15,-3 8 0-15,3-1 0 0,-13 5 0 0,9 3 0 16,-8 4 0-16,12 1 0 0,-13-1 0 0,5 4 0 15,-5 4 0-15,-4-1 0 0,0 1 0 0,5 0 0 16,-5-4 17-16,0 0-1 0,0 4 0 0,0-8 0 16,0-3-25-16,0-1-6 0,0-4-1 0,0 1 0 15,0 3 31-15,0-7 5 0,0-12 2 0,0 0 0 16,0 0-22-16,0 0 0 0,0 0 0 0,13-8 8 0,-9-4-25 16,9-3-5-16,-9-4-1 0,9-1 0 0,-8-3 23 0,12 4 0 15,-13-8 0-15,14 0 0 0,-1 0 0 0,1 0 0 16,-1 0 0-16,-4 0 0 0,4 4 0 0,1 3 0 15,3 1 0-15,-3 0 0 0,8 3 0 0,-4 5 0 16,-1-1 0-16,5 4 0 0,0 4 0 0,-4 1 0 16,-5-1 0-16,10 8 0 0,3-1 0 0,-4 5 0 15,4 4 0-15,1-4 0 0,-1 3 0 0,-8 1 0 16,8 3 0-16,-8 1 0 0,-5-1 47 0,1 4 13 16,-10 4 4-16,5 1 0 0,-4-1-64 0,0 4-20 15,-5-4 0-15,1 8 0 0,-5-4 20 0,8 4 14 16,-8-8-2-16,0 4-1 0,-8-4-2 0,8-4 0 0,0-3 0 15,-9-1 0-15,9-7-27 0,-9 4-6 16,5-1 0-16,17-3-1 16,9 4-109-16,-22-12-22 0,-18 3-4 0</inkml:trace>
  <inkml:trace contextRef="#ctx0" brushRef="#br1" timeOffset="201212.445">20920 9748 1728 0,'0'0'76'0,"0"-8"16"0,5-3-73 0,-1-1-19 15,5 0 0-15,-9 5 0 16,4-5 83-16,-4 4 13 0,0-3 2 0,0 3 1 0,4-4-24 0,-4 5-5 16,0 7-1-16,0-8 0 0,0-4-38 0,0 12-8 15,-4-7-2-15,4-1 0 0,0 8 19 0,-4-8 3 0,4 1 1 16,-13-1 0-16,8 0-5 0,-8 0-1 15,5 1 0-15,-1-1 0 0,0 4-6 0,9 0 0 16,-13 0-1-16,9 4 0 0,-14 0-3 0,14 4-1 16,-13 0 0-16,-1 4 0 0,14-1-14 0,-13 5-2 15,4 0-1-15,0 3 0 0,4 4-10 0,-8 5 0 16,4 3 9-16,4 0-9 0,-8 4 0 0,3-4 0 16,6 3 0-16,-5 5 0 0,8 0 0 0,-8 0 0 15,9 3 0-15,0 1 0 0,-5 3 0 0,9-7 0 16,0 0 0-16,9 0-8 0,-5-1 8 0,9-3 0 15,-4 0-9-15,8-8 9 0,1 0 0 0,3-7 0 16,-3-1 0-16,8-7 0 0,0 0 0 0,-5-1 0 16,14-7 0-16,-13-3 0 0,4-9 20 0,4-3 0 15,-8 3-1-15,8-3 0 0,-8-5 6 0,-4 5 2 0,3-8 0 0,-12 3 0 16,0 1-13-16,-1-8-2 0,5 0-1 0,-13-4 0 16,9 0 33-16,-9 0 8 0,0 0 0 0,0 1 1 15,0-1-42-15,0 0-11 0,-9-4 0 0,9 4 0 16,-4 4 0-16,-5 0 0 0,5 0 0 0,0 0 0 15,-9 0 0-15,8 4 0 0,-12 4 0 0,4-1 0 16,-5 5 0-16,5 3 0 0,-4 5 0 0,0 3 0 16,-5-4 0-16,5 8 0 0,-9 0 0 0,13 8 0 15,-5-4-39-15,1 3 0 0,-5 5 0 0,5-1 0 16,4 1-133-16,8 0-28 0,-12-1-4 0</inkml:trace>
  <inkml:trace contextRef="#ctx0" brushRef="#br1" timeOffset="201478.069">21394 9860 1612 0,'0'0'144'0,"0"0"-116"0,0 0-28 0,0 0 0 15,0 0 185-15,0 0 31 16,0 0 7-16,0 0 1 0,0 0-88 0,8 4-16 0,-8-4-4 0,0 0-1 16,0 0-71-16,9 7-15 15,-9 5-2-15,4 0-1 0,-4-1-12 0,0 1-2 0,0-1-1 0,-4-3 0 16,4-8-11-16,0 12 0 0,0-12-10 0,0 0 10 31,0 0-130-31,0 0-20 0,0 0-4 0</inkml:trace>
  <inkml:trace contextRef="#ctx0" brushRef="#br1" timeOffset="201862.283">21758 9570 1785 0,'0'0'79'0,"0"0"17"0,13-8-77 0,-13 1-19 16,5-1 0-16,-5 8 0 0,0 0 196 0,0 0 35 15,0 0 7-15,0 0 2 0,0 0-141 0,13 8-28 16,-9-1-6-16,9 5-1 0,-13 0-51 0,0 3-13 16,0 1 0-16,-8 3 0 0,3-4 54 0,1 8 8 15,-5 1 2-15,0-1 0 0,5 4-52 0,-9 0-12 16,9-4 0-16,-9 8 0 0,8-4 0 0,-8 4 0 16,5-4 0-16,-5-4 0 0,8 4 28 0,-3-4 2 15,3 4 1-15,1-4 0 0,4 1-23 0,0-1-8 16,4 0 0-16,-4-8 9 0,13 1-9 0,-13-5 0 15,18-3 0-15,-14 4 0 0,13-8 0 0,-8 3 0 16,4 1 0-16,9-8 0 0,-5-4 0 0,14 4 0 16,-10-4 8-16,5 0-8 0,5 1 0 0,-5-1 0 15,4-4 9-15,-8 0-9 0,-5 0-12 0,5 1-8 0,-5-1 0 16,1 0-1 0,-1 4-100-16,0 1-20 0,-8-5-4 0,4 4-1 0,-13 4-50 0,0 0-11 0,18-8-1 15,-18 8-1-15</inkml:trace>
  <inkml:trace contextRef="#ctx0" brushRef="#br1" timeOffset="202176.607">22119 9945 1324 0,'0'0'59'0,"0"0"12"0,0 0-57 0,0 0-14 15,0 0 0-15,0 0 0 0,0 0 246 0,0 0 46 16,0 0 10-16,0 0 2 0,0 0-192 0,0 0-39 16,0 0-7-16,0 0-2 0,0 0 0 0,0 0 0 15,0 0 0-15,9 11 0 0,-9 5 0 0,4-1 0 16,-4 4 0-16,0 1 0 0,0 3-34 0,0 0-7 16,-4 4-2-16,4 0 0 0,0-4-10 0,0 4-3 15,0 4 0-15,0-4 0 0,0-4-8 0,0 1 0 16,4-5 0-16,0 0 8 15,-4-3-31-15,9-5-6 0,-9 1-2 0,4-4 0 16,-4-8-26-16,0 0-6 0,0 0-1 0,0 0 0 16,9 0-153-16,0 0-31 0,12-16-7 0,-21 16-1 0</inkml:trace>
  <inkml:trace contextRef="#ctx0" brushRef="#br1" timeOffset="202539.542">22523 9493 2419 0,'0'0'107'0,"0"0"22"0,0 0-103 0,0 0-26 15,0 0 0-15,0 0 0 0,0 0 45 0,0 0 4 16,0 0 1-16,0 0 0 0,0 0 3 0,4 12 1 15,-4-1 0-15,0 1 0 0,0-1-22 0,4 9-4 16,-4-1 0-16,0 0-1 0,0 8-1 0,-4 0 0 16,4 4 0-16,4 4 0 0,-4-4-10 0,0 7-1 15,-4-3-1-15,4 4 0 0,4-1-2 0,-4 1-1 16,0 0 0-16,5-1 0 0,-10-7-11 0,5 0 10 16,0 4-10-16,0-4 10 0,0-4-10 0,0 4 0 15,0-8 0-15,5 0 0 0,-5 0 0 0,0-8 0 16,0 1 0-16,0-5 0 15,0-3-16-15,0-8-8 0,0 0-1 0,0 0-1 16,0 0-139-16,8-8-28 0,-3-7-6 0,8 0-570 16,-9-5-115-16</inkml:trace>
  <inkml:trace contextRef="#ctx0" brushRef="#br1" timeOffset="202913.894">22887 9775 806 0,'0'0'72'0,"0"0"-58"0,0 0-14 0,0 0 0 16,0 0 317-16,0 0 61 0,0 0 12 0,0 0 2 16,0 0-224-16,0 0-46 0,0 0-9 0,0 0-1 15,0 0-48-15,0 0-10 0,-4 11-2 0,4-11 0 16,-9 8-9-16,9-8-3 0,0 8 0 0,-4 0 0 16,0-1-6-16,-5 1-2 0,0 0 0 0,9 3 0 15,-13-3-11-15,9 0-2 0,-13 3-1 0,12 1 0 16,-12-4-6-16,4 3-2 0,-4 5 0 0,-1-5 0 0,9 9-2 15,-12-5-8-15,3-3 12 0,1 3-4 16,-5 0 0-16,5-3 0 0,0 4 0 0,-5-5 0 0,5 5 2 0,3-5 0 16,6 1 0-16,-10-5 0 0,10 5-2 0,-1-4-8 15,5 3 12-15,-9-3-4 0,13-8-8 0,0 0 10 16,0 0-10-16,0 0 10 0,17 12-10 0,-8-5 8 16,4 5-8-16,4 0 8 0,1-1-8 0,-1 1 0 15,5-5 0-15,4 1 0 0,0-4 0 0,-13 4 0 16,13-1 0-16,-9 1 0 0,-4-4-21 0,5 4 0 15,-5 3 0-15,4-7 0 16,0 4-61-16,-8-4-12 0,4 0-2 0,-9-1-804 0,9 1-160 0</inkml:trace>
  <inkml:trace contextRef="#ctx0" brushRef="#br1" timeOffset="203705.498">23035 9922 518 0,'0'0'23'0,"0"0"5"16,0 0-28-16,0 0 0 0,0 0 0 0,0 0 0 15,0 0 409-15,0 0 77 0,0 0 15 0,0 0 3 0,0 0-333 0,0 0-67 16,0 0-14-16,0 0-2 0,0 0-24 0,0 0-4 15,9-4 0-15,-9 4-1 0,0 0-11 0,0 0-1 16,0 0-1-16,8 15 0 0,-3-3-20 0,-1 3-4 16,-4 4-1-16,-4 1 0 0,4-1-7 0,0 4-2 15,0 4 0-15,0-4 0 0,0 4-4 0,-5-3-8 16,-3 3 11-16,3 0-11 0,1 0 9 0,4 0-9 16,-9-4 0-16,5-4 9 0,4 0-9 0,-4-3 0 15,4-4 0-15,0-1 8 0,-13-3-8 0,13-8 0 16,0 0 0-16,0 0 0 0,0 0 0 0,0 0 0 15,0 0-10-15,0 0 10 0,4-12-12 0,-4-3 3 16,9-5 1-16,-5-3 0 0,9-4 8 0,-9 0-8 16,9 0 8-16,-8 0-8 0,12-4 8 0,-12 0 0 15,-1-3 0-15,9 3 0 0,0 0 0 0,-4 4 0 16,4 0 0-16,8 0 0 0,-3 0 0 0,-10 8 0 16,10-1 0-16,-1 9 0 0,-4-5 0 0,5 5 0 0,-1 7 10 15,-4-4-10-15,-4 8 12 0,8-4-3 0,0 8-1 0,-12-4 0 16,12 4 3-16,-8 4 0 0,-1 7 0 0,1-3 0 15,4 3 1-15,-8 4 0 0,8 5 0 0,-9-1 0 16,0 0-12-16,5 4 8 0,-5 0-8 0,-4 4 8 16,5-4-8-16,-5-4 10 0,0 4-10 0,0-4 10 15,0 0-10-15,-5 1 8 0,5-9-8 0,0 4 8 16,-4-7-8-16,4 3 0 0,-9-3 9 0,9-4-9 16,0-8 0-16,0 0 8 0,0 0-8 0,0 0 0 15,0 0 0-15,0 0 0 0,0 0 0 0,-4-8 0 16,4-4-10-16,0-3 10 0,4-1-12 0,-4 1 12 15,9-4-11-15,-5-1 11 0,1-7-10 0,8 0 10 16,-5-4-9-16,5 1 9 0,5 3-8 0,-1-1 8 0,0-2-11 16,5 3 11-16,0 7-13 0,8 1 5 0,-8 4 8 0,0 3-8 15,-1 4 8-15,10 4-8 0,-9 0 8 0,-5 1 0 16,5 6 0-16,-9 1-8 0,0 0 16 0,13 4 3 16,-9 4 1-16,-8 3 0 0,8-3 10 0,1 3 2 15,-10 4 1-15,5 1 0 0,0-1-25 0,-8 8-16 16,8 0 3-16,-9 0 0 0,-4 0 13 0,4 0 0 15,-4-8 9-15,5 8-9 0,-5-3 0 0,8-1 8 16,-8-4-8-16,0 4 0 0,0-4 0 0,-8-3 0 16,8 3-9-16,-5-7 9 15,5-12-68-15,-4 8-7 0,4-8-1 0,0 7-1 16,0-7-143-16,-13 0-28 0</inkml:trace>
  <inkml:trace contextRef="#ctx0" brushRef="#br1" timeOffset="211939.583">2716 11945 633 0,'0'0'56'15,"0"0"-44"-15,0 0-12 0,0 0 0 0,0 0 245 0,0 0 47 16,0 0 10-16,5-8 2 16,3 0-192-16,-3 0-39 0,-5 5-7 0,17-1-2 15,-17 0-23-15,18-4-5 0,-10 4 0 0,5 0-1 16,0 1-3-16,-4-1-1 0,4 4 0 0,9-4 0 16,-14 4 0-16,5-4 0 0,0 4 0 0,9 0 0 0,-18 0 0 0,14 0 0 15,-5 4 0-15,-9 4 0 0,14-5 5 0,-18 1 2 16,8 0 0-16,1 4 0 0,-5 0 2 0,1 3 1 15,3 1 0-15,-3-1 0 0,-5 5 1 0,4-1 0 16,-8 1 0-16,4 3 0 0,0 0-16 0,0 1-3 16,-5-1-1-16,-3-4 0 0,3 5-2 0,5-5-1 15,-13 4 0-15,5 5 0 0,8-5-6 0,-18 4-1 16,14-4 0-16,-9 1 0 0,-5 3-3 0,10 0-1 16,-10 0 0-16,1-4 0 0,4 8 1 0,-4-3 0 15,8-1 0-15,-13 4 0 0,-4-4 3 0,9 0 0 16,8 0 0-16,-13 0 0 0,5-3-2 0,0-1 0 15,-1 0 0-15,5 1 0 0,5-5-10 0,-5 1 12 0,4-5-12 0,9 1 12 16,-17-1-12-16,17-3 0 16,0 0 9-16,0-8-9 0,0 0 11 0,0 7-3 0,17 1 0 15,-8 0 0-15,4-4 15 0,-5 0 2 16,5-4 1-16,5 0 0 0,8 0-26 0,4 0 0 0,-12 0 0 0,3 0 0 16,1-4 0-16,0 4 0 0,8 4 0 0,-8-4 0 15,-1 3 0-15,1 1 0 0,9-4 0 0,-14 4 0 16,5 0-16-16,-5-4-8 0,9 4-1 0,-9 0-1 15,1 0-10-15,-5 0-1 0,9-1-1 0,-9-3 0 16,-5 4 10-16,5 0 1 0,-8-4 1 0,12 4 0 16,-8-4-163-16,4 0-33 0,-13 0-6 0,0 0-883 15</inkml:trace>
  <inkml:trace contextRef="#ctx0" brushRef="#br1" timeOffset="212622.175">4149 12126 1267 0,'0'0'28'0,"0"-8"5"0,-8 1 2 0,8-5 1 0,0 4-36 0,0-3 0 0,0 3 0 0,0-4 0 16,0 12 58-16,0 0 5 0,0-7 1 0,-5 3 0 16,5-4 31-16,0 8 6 0,-4 0 2 0,0-8 0 15,-9 5-8-15,8-1-2 0,-8 0 0 0,9 0 0 16,-9 0-26-16,9 0-6 0,-9 0-1 0,4 1 0 16,-4-5-18-16,9 4-4 0,-14 0-1 0,1 0 0 15,12 0-8-15,-12 0-1 0,0 4-1 0,4 0 0 16,-5 0 9-16,10 0 3 0,-14 4 0 0,5 0 0 15,4 4-11-15,-5 0-3 0,9-4 0 0,-8 7 0 16,-5 1-25-16,5-1 0 0,0 5 0 0,-1-5 0 16,1 1 0-16,4 3 0 0,0 1 0 0,0 3 0 15,-9 0 0-15,13 5 0 0,1-1 0 0,3 0 0 16,-8 0 0-16,9 0 0 0,-9 8 0 0,9-4 0 16,4 0 8-16,-9 0-8 0,9 0 0 0,9-4 8 0,-9 4-8 15,17-3 0-15,-13 3 0 0,9-4 0 0,-4-4 0 0,4 4 10 16,9-3 1-16,-5-1 0 0,22-4-2 0,-21-3 0 15,8 3 0-15,4-3 0 0,-4-8-9 0,5 3 12 16,8-3-12-16,-13-4 12 16,4 0-31-16,5-4-5 0,-9 1-2 0,-4-1 0 0,-1-4 48 0,5 4 10 15,-4-4 1-15,-5 1 1 0,-8-5-22 0,4 1-4 16,5-1 0-16,-1-3-8 0,-13-1 12 0,9 1-4 16,-4-1 0-16,4-7-8 0,-4 0 8 0,-9 0-8 15,8 0 0-15,-3-1 0 0,-5 5 9 0,4-8-9 16,5 4 0-16,-9 0 9 0,-9 0-9 0,5 3 10 15,-1-3-10-15,5 4 10 0,-8-4-10 0,-1 7 8 16,-4-3-8-16,4 0 8 0,-4 3-8 0,-4 1 10 16,8 3-10-16,-17-3 10 0,9 3-10 0,4 0 0 0,-5 1-10 15,-12 3 10-15,13 0-20 0,-9 5 1 0,4-1 1 16,-4 4 0 0,0 0-21-16,8 4-4 0,-3-1-1 0,-1 1 0 15,9 0-16-15,0 0-3 0,13-4-1 0,-4 8 0 0,4-8-102 0,0 0-21 0,0 0-4 0,0 0-794 16</inkml:trace>
  <inkml:trace contextRef="#ctx0" brushRef="#br1" timeOffset="213194.358">4922 12157 2134 0,'0'0'47'0,"0"0"9"0,0 0 3 0,0 0 1 0,5-8-48 0,-5 1-12 16,0 3 0-16,0 4 0 0,0 0 22 0,0 0 2 15,0 0 0-15,0-8 0 0,-5 0-10 0,-8 0-2 16,9 5 0-16,-5-9 0 0,1 4 18 0,-5-3 3 16,4 7 1-16,-8-8 0 0,-1 5 20 0,1-1 4 15,4 4 1-15,-9 0 0 0,5 0 15 0,-1 0 3 16,1 4 1-16,-5 0 0 0,1 4-62 0,-1 4-16 0,0 0 0 0,0-1 0 15,-4 5 8-15,5 3-8 0,3-3 11 0,1 3-11 0,0 1 0 0,8 7 0 16,-22 0 0-16,14 4 0 0,4-4 0 16,-4 4 0-1,4 0 0-15,0 1 0 0,8 2 0 0,-3-3 0 0,8 4 0 0,0-4 0 16,-13 4 0-16,26 0 0 0,-9-4 0 0,5 0 0 16,4 0 0-16,4-4 0 0,9 4 8 0,-9-3-8 15,14-5 0-15,-5-4 10 0,4 1-10 0,5-5 8 16,4-3-8-16,-8-4-16 0,16-8 4 0,-21 0 1 15,9-4 19-15,0 1 4 0,0-5 1 0,-9 1 0 16,-5-5-13-16,5 5 0 0,-4-5 0 0,-4-3 0 16,-10 3 0-16,5 1 11 0,5-4-11 0,-10-1 10 15,5-3-10-15,0 4 10 0,-8-4-10 0,12 0 10 16,-17-1-10-16,0 1 8 0,0-4-8 0,0 0 8 16,0 4-8-16,0-4 8 0,-13 0-8 0,9 4 8 15,-1 0-8-15,-3-1 0 0,-1 5 0 0,-8 0 8 0,8 0-8 0,-13 3 0 16,5 1 9-16,4 3-9 15,-18 0-24-15,10 5-10 0,-1-1-2 0,-8 8 0 0,4-4 36 16,-9 4 0-16,4 0 0 0,5 4 0 16,-4 0-58-16,4 0-5 0,4 3-1 0,0-3 0 0,5-4-176 0,0 8-36 15,-5 4-8-15,22-12 0 0</inkml:trace>
  <inkml:trace contextRef="#ctx0" brushRef="#br1" timeOffset="213722.302">5687 12184 2098 0,'0'0'93'0,"4"-8"19"0,5-3-89 0,-1 3-23 0,1-4 0 0,-5 5 0 15,9 3 43-15,-8-4 4 0,-5 8 1 0,0-8 0 16,0 8-6-16,0-4-1 0,0-3 0 0,-5-1 0 15,-8 4-33-15,0 0-8 0,5 4 0 0,-10-4 0 16,-3 1 0-16,3 3 0 0,1 0 0 0,-5 0 0 16,0 0 53-16,-8 3 9 0,8 1 2 0,-8 4 0 15,4-4-30-15,-4 4-6 0,8 3 0 0,-4 1-1 16,-9-1-12-16,13 5-3 0,5 3 0 0,-18 4 0 0,13 0-12 0,5 4 0 16,-5 4 0-16,5 0-10 15,0 0 10-15,4 0 0 0,13 0-9 0,-5 4 9 16,1-4-30-16,8 3-2 15,9-3 0-15,5 0 0 0,-5-4 77 0,17 0 15 0,-13 0 4 0,5 0 0 16,17-8-52-16,-4-3-12 0,0-1 0 0,4-7 0 16,0-4 0-16,0-4 0 0,-4-4 0 0,4-8 0 0,0 1 0 15,-4-5 0-15,-5-3 0 0,0 4 0 0,-3-8 0 0,-10 3 0 16,13 1 0-16,-21-4 0 0,8 0 0 0,-4-1 0 16,0 1 0-16,-8 0 0 0,-5 0 18 0,4-4 1 15,-4 4 0-15,13-4 0 0,-13 0-31 0,0 0-5 16,0 0-2-16,-13 3 0 0,9-3 67 0,-14 4 12 15,14-4 4-15,-5 8 0 0,-12 0-52 0,3-1-12 16,1 5 0-16,0 3 0 16,-5-3-48-16,0 7-13 0,0-3-3 0,-8 7 0 0,4 0 52 0,4 4 12 15,-13 4 0-15,5 0 0 16,4 3-54-16,4-7-8 0,1 8-2 0,3-4 0 16,1 4-153-16,4-1-31 0,-13 5-7 0,26 3-1 0</inkml:trace>
  <inkml:trace contextRef="#ctx0" brushRef="#br1" timeOffset="214459.411">6038 12369 748 0,'0'0'67'0,"0"0"-54"15,0 0-13-15,0 0 0 0,0 0 186 0,0 0 34 16,9-7 8-16,-9 7 0 0,13-4-152 0,-13 4-30 16,0 0-6-16,5-4-2 0,-5 4 28 0,0 0 6 15,0 0 0-15,0 0 1 0,13 4 28 0,-13-4 6 16,0 0 1-16,8 7 0 0,1 5-20 0,-5 3-3 16,1-3-1-16,3 0 0 0,-8-1-31 0,0 5-6 15,5-1-2-15,-5 4 0 0,0 1-22 0,4-1-5 16,-4-4-1-16,4 5 0 0,-4-1-8 0,0 0-1 15,9 1-8-15,-9-5 12 0,0 4-1 0,0-3-1 0,0-5 0 16,4 5 0-16,-4-5 2 0,0 1 1 0,0-12 0 0,0 0 0 16,0 0-2-16,0 0-1 15,0 0 0-15,0 0 0 0,0 0-10 0,-4-8 0 16,4-3 0-16,0-9-11 0,0 5-2 0,0-4-1 0,0-4 0 16,0 3 0-16,4 1 3 0,9-4 1 0,-13 0 0 0,9-4 0 15,0 7 10-15,-5-3-10 0,13 0 10 0,-8 0-10 16,4 7 10-16,5-3 0 0,-1 4-9 0,-8-1 9 15,8 5-9-15,5-1 9 0,-9 4-12 0,4 1 12 16,0 7 0-16,1 0 0 0,4 0 0 0,-5 0 0 16,0 7 0-16,-8 1 0 0,8 4 0 0,-4-1 0 15,5 5 44-15,-14 3 16 0,9-4 4 0,-13 5 0 16,4 3-52-16,1-4-12 0,-1 0 0 0,5 1 0 16,-5-1 0-16,-4 0 0 0,0-3 0 0,0-1 0 15,4-3 0-15,10-4 0 0,-14-8 0 0,0 0 0 0,0 0 0 16,0 0 0-16,0 7 0 0,0-7 9 0,4-4-9 0,9 1 0 15,-4-9 0-15,-1 4 0 0,1-7 0 16,4 3 0-16,4-7 0 0,1 0 0 0,-1-1 0 0,-4 1 0 16,13 0 0-16,-8-1 0 0,3 1 0 0,1 0 0 15,-5 3 0-15,5 5 0 0,0-1 0 0,-1 4 0 16,6-3 0-16,-14 11 0 0,13 0 0 0,-9 8 0 16,5-5 0-16,-5 9 0 0,0 0-11 0,-8 3 3 15,4 4 0-15,4-3 0 0,1 7 8 0,-5 0 11 16,-4 0-3-16,8 0 0 0,-8 1-8 0,4-1 0 0,-13 0 0 0,8-4 0 15,1 4 0-15,0-3 0 16,-9-5 0-16,0 1 0 0,8-5 0 0,-8 1 0 16,0-12 0-16,-8 11 0 0,8-11 0 0,0 0-16 0,0 0 4 0,0 0 1 31,13 4-136-31,-13-4-27 0,0 0-6 0,-5-4 0 0</inkml:trace>
  <inkml:trace contextRef="#ctx0" brushRef="#br1" timeOffset="-213611.156">11853 11825 921 0,'0'0'82'0,"0"0"-66"0,0 0-16 0,-9 4 0 15,-8 0 132-15,4 0 22 0,13-4 5 0,0 0 1 16,-9 0-77-16,9 0-15 0,0 0-4 0,0 0 0 0,18 3 0 0,-18-3 0 15,0 0 0-15,4-3 0 16,22-1 0-16,-9 0 0 0,-3 0 0 0,-6 0 0 16,18-4 0-16,-4 1 0 0,4-1 0 0,4 4 0 0,-12-4-51 0,8 4-13 15,4 1 0-15,1-1 0 0,-14 0 54 0,9 4 8 16,4-4 2-16,1 8 0 0,-14-4-52 0,5 4-12 16,0 3 0-16,8 1 0 0,-8 4 0 15,-5-1 0-15,-13 1 0 0,9 0 0 0,5 3 54 16,-14 0 8-16,-4 1 2 0,5-1 0 0,-1 5-52 15,5-1-12-15,-18 0 0 0,0 0 0 0,-4-3 40 0,4 3 6 16,-4 1 1-16,9-1 0 0,-18-8-31 0,9 9-5 16,-8-1-2-16,8-4 0 0,-5 1-9 0,1-1 12 15,0-3-12-15,4 0 12 0,-5 3-12 0,1-3 0 16,-5-5 0-16,5 1 8 0,-1 0-8 0,5-4 8 16,-8-1-8-16,3 1 8 0,14 0-8 0,-14 0 0 0,5 0 0 0,5-4 0 15,-10 0 0-15,5 0 0 16,13 0 0-16,0 0-11 0,-4 0 11 0,4 0 0 0,0 0 0 0,0 0 0 15,13 4 0-15,-4-4-12 0,4 4 12 16,13-1-12-16,4-3 12 0,-8 8 8 0,0-4-8 0,-1 0 11 16,10 7-11-16,4 1-17 0,-22 0 4 15,13-1 1-15,-5 1 12 0,1 3 16 0,0 1-3 0,-5 3-1 16,-4-4-12-16,-4 1-12 0,8-1 3 0,1 1 0 16,-14-1 9-16,5 5 0 0,12-5 10 0,-12 4-10 15,4-3 10-15,-9-1-10 0,-4 4 10 0,9-3-10 16,0 3 15-16,-9-3-3 0,-9 3-1 0,0 0 0 15,5-3-11-15,0-1-17 0,-9 4 4 0,-5-7 1 16,-3 3 42-16,3-3 9 0,-4-4 1 0,5 0 1 16,0-5-14-16,-5 5-3 0,0-4-1 0,-12-4 0 0,12 4-23 15,-13-8 0-15,13 4 0 0,-8-4 0 0,4 0 10 0,-9-3-2 16,9-1-8-16,-4 0 12 0,12 0-24 0,-3-3-4 16,-14-1-2-16,13 1 0 15,5-1-61-15,13 0-12 0,-14-3-2 0,5 3-1 16,-4 1-114-16,8-1-22 0,13-15-5 0,-4 4-1 0</inkml:trace>
  <inkml:trace contextRef="#ctx0" brushRef="#br1" timeOffset="-213135.11">13356 12400 1191 0,'0'0'52'0,"0"0"12"0,0 0-51 0,0 0-13 15,0 0 0-15,0 0 0 16,0 0 133-16,0 0 24 0,0 0 5 0,0 0 1 15,0-8-50-15,0 8-9 0,4-7-3 0,0-1 0 16,-4 8-41-16,9-4-9 0,-9-4-2 0,-9 1 0 16,9 3-7-16,-4-4-2 0,0 4 0 0,-5 0 0 0,0 1 5 0,-4-1 1 15,5 0 0-15,-10 4 0 0,1-4-8 0,-1 0-2 16,1 4 0-16,0 0 0 0,-5 0-18 0,5 0-4 16,12 4-1-16,-12 0 0 0,0 0-5 0,3 0 0 15,-3-1-8-15,4 5 12 16,-4 0 0-16,-1 3-1 0,1 1 0 0,4 0 0 0,-4 3 1 0,8 0 0 15,-8 1 0-15,4-1 0 0,4 5 2 0,-4-1 1 16,8 4 0-16,1-4 0 0,4 5-4 0,0-1-1 16,0 0 0-16,4 0 0 0,5-4-10 0,4 5 8 15,9-5-8-15,0 0 8 0,8-3-8 0,-8-5 0 16,12 1-12-16,1-8 12 16,4 0-38-16,5-8 0 0,-10-4 0 0,6 0 0 15,-6-3-119-15,5-1-24 0,-17 0-5 0,8 1-898 0</inkml:trace>
  <inkml:trace contextRef="#ctx0" brushRef="#br1" timeOffset="-212306.542">13564 12331 345 0,'0'0'31'0,"0"0"-31"16,0 0 0-16,0 0 0 0,0-8 346 0,9 0 63 15,-1 1 13-15,-8 7 2 0,0 0-245 0,0-4-50 16,5-4-9-16,-5 8-3 16,4-4-39-16,9 0-8 0,-13 4-2 0,9 0 0 0,0-4-16 0,-9 4-4 15,0 0-1-15,0 0 0 0,0 0-16 0,4 4-3 16,-4-4-1-16,4 4 0 0,5 8-2 0,-5-1 0 15,-4 1 0-15,0 3 0 0,0 1-5 0,0 3 0 16,0 4-1-16,0 0 0 0,0-3-7 0,0-1-2 16,-13 0 0-16,9 1 0 15,0-1-10-15,4 0 8 0,0-3-8 0,0 3 8 0,0-7-8 0,0 3 0 16,0-3 0-16,0-1 0 0,0 1 0 0,0-12 8 16,0 0-8-16,0 0 0 0,0 0 0 0,0 0 0 15,0 0-14-15,0-12 5 0,0 1-2 0,0-1 0 16,0-7 0-16,4-1 0 0,0 1 11 0,9-4 0 0,-13 0 0 0,5-4 0 15,8 0 0-15,-9 3 0 0,9-3 0 0,-4 4 0 16,4 0 0-16,-5-4 0 0,5 8-9 0,0-1 9 16,9 1 0-16,-13 8-11 0,8-5 11 0,1 8-8 15,-5 1-6-15,4 3-1 0,0 0 0 0,-8 0 0 16,4 8 15-16,4 0 0 0,-12 0 0 0,12 0 0 16,-13 7 0-16,9-3 0 0,5 3 0 0,-9 5 0 15,4 3 48-15,4 1 13 0,-13-1 3 0,9 12 0 16,-4-4-52-16,4 0-12 0,-4 4 0 0,-1-4 0 15,1 0 0-15,0-4 0 0,-5 4 0 0,0-4 0 16,5-4 0-16,-9 1 0 0,0-1 0 0,4-4 0 16,-4 1 0-16,0-8 0 0,0-8 0 0,0 0 0 0,5 3 0 15,-5-3 0-15,0 0 0 0,0 0 0 0,0 0 0 16,0 0 0-16,0-7 0 0,0-5 0 0,4-3 0 0,5-5 0 16,-5 1 0-16,1 0 0 15,3-4-48-15,-3-1-13 0,12-3-3 0,-13 4 0 0,9-8 52 0,9 8 12 16,-5-4 0-16,1 0 0 0,-10 0 0 0,18 0 0 15,-12 4 0-15,3 0 0 0,0 3 0 0,1 5 0 16,-1 0 0-16,0 3 0 0,1 4 0 0,3 1 0 16,-3-5 0-16,-1 8 0 0,1 0 0 0,3 0 0 15,-12 4 0-15,8 4 0 0,-4 0 0 0,5 4 0 16,3 0 0-16,-3-1 0 0,-1 9 0 0,1-1 0 16,3 4 0-16,-3-3 0 0,-1 3 48 0,-8 4 13 15,4 1 3-15,-5-1 0 0,1-4-64 0,0 8 0 16,-1-8-9-16,-8 5 0 0,5-1 9 0,-1-4 12 0,5 0-2 0,-9 1-1 15,0-1-9-15,0-4 0 0,0-3 0 0,0 3 0 16,-9-3 0-16,5-4 0 0,4-8 0 0,-5 7 0 31,-3 1-152-31,8-8-32 0,0 0-6 0,0 0-2 0</inkml:trace>
  <inkml:trace contextRef="#ctx0" brushRef="#br1" timeOffset="-205869.365">20738 11956 115 0,'0'0'10'0,"0"0"-10"15,0 0 0-15,0 0 0 0,0 0 218 0,0 0 42 16,0 0 8-16,0 0 1 0,0 0-132 16,0 0-26-16,0 0-6 0,0 0-1 0,0 0-24 0,0 0-4 15,0 0-2-15,0 0 0 0,0 0 13 0,0 0 2 16,0 0 1-16,9-8 0 0,-5 1-31 0,-4-1-7 15,4-4 0-15,9 5-1 0,-13-5-11 0,9 1-3 16,0-1 0-16,-1-3 0 0,5 3-18 0,-4 0-4 16,8-3-1-16,1 3 0 0,-5-3 40 0,4 3 8 15,1-3 2-15,3-1 0 0,-3 9-52 0,3-5-12 0,1 4 0 0,-5-3 0 16,1 7-8-16,-1 0-5 16,1 0-1-16,-1 4 0 0,-4 0 22 0,0 4 4 15,0 0 0-15,-4 4 1 0,4-1-13 0,4 1 0 0,-8 4 0 16,-1-5 0-16,-8 5 0 0,9 3 0 0,4-3 0 15,-13 0 0-15,5 3 0 0,-1 1 0 16,5-1 0-16,-9 4 0 0,0-3 0 0,0 7 0 16,-9 0 0-16,5 0 0 0,-1-4 57 0,1 5 6 0,-9 3 1 15,8-4 0-15,-8 0-52 0,9 0-12 0,-13 4 0 0,-1 0 0 16,14 0 0-16,-13 0 0 0,8-4 0 0,0 4 0 16,-8-3 0-16,4 3 0 0,0-4 0 0,0 0 0 15,-9 0 8-15,9-4 0 0,4 1-8 0,-4 3 12 16,-4-4 0-16,4 1 0 0,0-1 0 0,-4 0 0 15,8 0-1-15,0-3-1 0,-8 3 0 0,13-3 0 16,-10-5-31 0,10 5-7-16,-5-1 0 0,1-7-1 0,8 3 61 0,-9-3 12 0,5 4 2 0,-1-5 1 15,5-3-32-15,0-4-7 0,0 0 0 0,0 0-8 0,0 0 12 16,9 8-12-16,-9-8 12 0,9 8-12 0,8-8 10 0,5 0-10 16,-5 0 8-16,1 0-8 0,-1 0 0 0,5 0 0 15,-1-4 0-15,5 0 0 0,5 0 0 16,-9 4 0-16,-1 0 0 0,1 0 0 0,4-4 20 0,-4 0 0 15,4 4-1-15,0-3 0 0,-4-1-19 0,-1 4 0 16,1-4 8-16,-5 0-8 0,1 0 0 0,3 4 0 16,-3-4 0-16,-1 0 0 0,1 4 8 0,-10 0-8 15,5-3 0-15,5-1 0 0,-10 4 0 0,5 0 0 16,0 0 0-16,-13 0 0 0,5 0-17 0,-5 0-4 16,13 0-1-16,-13 0 0 15,0 0-34-15,0 0-6 0,0 0-2 0,0 0 0 16,0 0-40-16,0 0-9 0,0 0-2 0,0 0-1050 0</inkml:trace>
  <inkml:trace contextRef="#ctx0" brushRef="#br1" timeOffset="-204741.282">21702 12377 1638 0,'0'0'36'0,"0"0"7"0,0 0 1 0,0 0 3 0,0 0-38 0,0 0-9 0,0 0 0 0,0 0 0 16,0 0 66-16,0 0 11 0,9-4 3 0,-9 4 0 15,4-8-16-15,0 5-2 0,1-1-1 0,-5 4 0 16,8-4-10-16,1-4-3 0,0 8 0 0,-9 0 0 16,0 0-16-16,4-4-3 0,-4 4-1 0,0 0 0 0,0 0 29 0,0 0 6 15,0 0 1-15,0 16 0 0,4-5 0 0,-4 9 0 16,9-1 0-16,-9 0 0 0,0 4-52 0,4 1-12 15,-4-1 0-15,-4 4 0 0,4-4 0 16,0 4 0-16,0-4 0 0,0 0 0 0,0 0 0 0,0 1 0 16,0-5-9-16,0-8 9 0,0 5 0 0,4-8 0 15,-4 3 0-15,0-11 0 0,0 0 13 0,0 0-4 16,0 0-1-16,0 0 0 0,0 0 4 0,0 0 0 16,0 0 0-16,0-15 0 0,0-1-12 0,0-3 8 15,0 0-8-15,0-8 8 0,5 4-8 0,-1-4 0 16,5-4 9-16,0 4-9 0,-1 0 0 0,10 3 0 15,-10 1 0-15,5 0-8 0,-4 4 8 0,4 3 0 16,4 1 0-16,-8 3 0 0,0 1-20 0,8 3-1 16,-8 0-1-16,4 1 0 0,4 3 22 0,-17 4 0 15,9-4 0-15,4 8 0 0,-13-4 0 0,17 4 0 0,-8-1 0 0,4 5 0 16,0 4 21-16,-9-5 9 16,5 5 2-16,0 3 0 0,-1-3-32 0,1 3 0 0,-5 1 0 0,1-1 0 15,3 5 8-15,-3-1-8 0,-5-4 0 0,0 1 0 16,0-1 9-16,0 1-9 0,0-1 8 0,0-3-8 15,0 3 8-15,0-3-8 0,0-12 8 0,0 8-8 16,0-8 8-16,0 0-8 0,0 0 8 0,0 0-8 16,0 0 0-16,0 0 0 0,0 0 8 0,0 0-8 15,0 0 0-15,4-8 0 0,9-4 0 0,-8 1 0 16,8-5 0-16,-5-3 0 0,5 3-11 0,-4-3 11 16,8-4 12-16,1 4 8 0,-1-4 2 0,0-1 0 15,5-3-42-15,9 8-9 16,-10-4-2-16,5 4 0 0,5 3 31 0,-14 1 0 0,5-1 0 0,-1 8 10 15,-3 1-38-15,4 3-8 0,-1 4-2 16,5 4 0-16,-4 0 82 0,-5 3 16 0,5 5 3 0,-4 0 1 0,-10 3-52 16,10 0-12-16,-5 5 0 0,4 3 0 0,-13-4 0 0,9 4 0 15,-8 1 0-15,8-1 0 0,-9-4 0 0,0 0 0 16,1 1 0-16,3-1 0 0,-8 0 0 0,0-3 0 16,0-5 0-16,0 1 0 0,0-4 0 0,0-8 0 15,0 11 0-15,0-11 0 16,0 0-102-16,0 0-20 0,-8 0-4 0,-1 0-1 0</inkml:trace>
  <inkml:trace contextRef="#ctx0" brushRef="#br1" timeOffset="-202057.975">2808 14585 975 0,'0'0'43'0,"0"0"9"15,0 0-41-15,0 0-11 0,0 0 0 0,0 0 0 0,0 0 45 16,0 0 7-16,0 0 2 0,0 0 0 0,0 0 2 0,0 0 0 16,0 0 0-16,0 0 0 0,0 0 4 0,0 0 2 15,0 0 0-15,0 0 0 0,0 0 4 0,0 0 1 16,0 0 0-16,0 0 0 0,0-3-7 0,0-5-2 16,0 8 0-16,0-4 0 0,0 4-9 0,-5-4-1 15,-3-4-1-15,3 5 0 0,1 3-3 0,-5-4 0 16,9 0 0-16,-8 0 0 0,-1 0-3 0,0 0-1 15,9 0 0-15,-17 4 0 0,17-4-6 0,-13 4-2 16,8 0 0-16,-8 0 0 0,5 0-6 0,3 0-2 16,-8 0 0-16,9 0 0 0,-9 4-8 0,9 0-1 15,-9 0-1-15,8 0 0 0,1 0-6 0,-9 4 0 0,9 3-8 0,4-3 12 16,-13 7 10-16,8-3 2 16,-8-1 0-16,9 9 0 0,4-1-24 0,-5 0 0 0,-3 4 0 15,-1 1 0-15,9-5 0 0,-13 8 0 0,9 4 0 16,4-4 0-16,0 4 0 0,0 0 0 0,0 3 0 15,0-7 0-15,0 4 0 0,4-4 8 16,9 4-8-16,-4-8 8 0,4 1-8 0,-5 3 0 0,6-4 0 0,3 0-8 16,5-4 8-16,-5 4 8 0,13-3-8 0,-17-1 11 15,5-4-11-15,12 5 8 0,-12-9-8 0,3-3 8 16,1 0-8-16,0 0 10 0,-1-5-10 0,-3-3 10 16,8 0-2-16,-4-3-8 0,-5-1 12 0,5-8-4 15,-14 4-8-15,10-3 12 0,-1-9-12 0,-4 5 12 16,4-4-3-16,1-4 0 0,-1-4 0 0,-8 3 0 15,4-3-9-15,4 4 12 0,-12-4-12 0,-1 0 12 16,5-4-12-16,-5 0 8 0,0 0-8 0,-4-3 8 16,0 3-8-16,0 0 10 0,0 4-10 0,0 0 10 0,-4 4-2 15,0 0-8-15,-5-1 12 0,5-3-4 0,-1 8 7 16,-12-4 1-16,17 0 0 0,-22 0 0 0,5 3-4 0,-1 1 0 16,1 0 0-16,4 3 0 0,-4-3-2 15,-1 3-1-15,10 1 0 0,-14 0 0 0,9 7-9 0,-5 0 0 16,-3 0 0-16,8 5 0 0,4-5 0 15,-8 8 0-15,4-4 0 0,4 8 0 0,-8 4-17 0,-1-1 4 16,5 1 1-16,-4 4 0 16,8 3-67-16,-4 4-13 0,9 1-2 0,-1-1-1 15,5 4-153-15,0 0-30 0</inkml:trace>
  <inkml:trace contextRef="#ctx0" brushRef="#br1" timeOffset="-201562.257">3602 14751 691 0,'0'0'61'16,"0"0"-49"-16,0 0-12 0,0 0 0 16,0-3 121-16,0 3 22 0,0 0 4 0,0 0 1 0,9-4-131 0,-9 4-25 15,0 0-6-15,0 0-1 16,0 0-24-16,0 0-5 0,0 0 0 0,9 4-1 16,-9-4-11-16,4 0-1 0,9-4-1 0,-13 4 0 0,0 0 102 0,4-4 20 15,-4 4 4-15,0-4 0 0,0 4 85 0,0 0 17 16,0 0 3-16,13-4 1 0,-13 0-26 0,5-3-4 15,-5 7-2-15,0 0 0 0,0 0-62 0,4-4-12 16,-4 4-2-16,0-4-1 0,0 0-3 0,0 4-1 16,0 0 0-16,4-8 0 0,-4 8-20 0,0 0-4 15,0 0-1-15,0 0 0 0,0 0-9 0,0 0-3 16,0 0 0-16,0 0 0 0,0 0-8 0,0 0-3 16,0 0 0-16,0 0 0 0,0 0-5 0,-4 16 0 15,4-16-8-15,0 7 12 0,0 5-12 0,-4 0 0 16,4-12 8-16,0 15-8 0,0-15-9 0,0 8-5 0,0-8-1 0,0 11 0 15,0-11 23-15,0 0 5 16,-5 12 1-16,5-12 0 16,0 0-38-16,0 0-8 0,0 0-2 0,0 0 0 15,0 0-138-15,0 0-28 0,0 0-6 0</inkml:trace>
  <inkml:trace contextRef="#ctx0" brushRef="#br1" timeOffset="-157962.662">4336 14250 1036 0,'0'0'92'16,"0"0"-73"-16,0 0-19 0,0 0 0 0,0 0 156 0,0 0 28 15,0 0 6-15,0 7 1 0,0 5-79 0,0-12-16 16,0 0-4-16,0 0 0 0,5 8-31 0,-5-8-6 0,0 7-2 0,4 1 0 16,9 0-17-16,-9-1-3 15,-4-7-1-15,13 12 0 0,-13-4 6 0,0 3 1 16,0 1 0-16,0-1 0 0,0 1 1 0,0 3 1 16,0 1 0-16,0 3 0 0,0-3-13 0,-13 3-2 15,13-4-1-15,0 1 0 0,-4-1-12 0,4 1-2 16,0-1-1-16,4 1 0 0,-4-1-10 0,13-7 0 15,-13 0 0-15,0-8 8 0,5 3 0 0,8-3-8 16,-5 0 12-16,-3 0-4 0,12 0 1 0,-4-3 0 0,4-5 0 0,1 4 0 16,-1 0 2-16,5-4 0 0,-5 5 0 0,5-1 0 15,0 0-11-15,-1 0 0 0,10 0-10 0,-9 4 10 16,-1 0 0-16,1 4-9 0,8 0 9 0,-21 4 0 16,17 3 0-16,-4 1 0 0,-18 3 0 0,18 1 0 15,-9 3 0-15,4 4 0 0,1 0 0 0,-14 4 11 16,9 0-2-16,4 0 0 0,-12 4 0 0,12-4 0 15,-13 0 3-15,9-4 0 0,-8 4 0 0,-5-3 0 16,13-1-4-16,-13 0 0 0,0 0 0 0,0-4 0 16,0 1 2-16,0-1 0 0,-13 0 0 0,13-3 0 0,-5-1 2 15,-8 1 0-15,9 3 0 0,-13-4 0 0,4 1 1 16,4-1 1-16,-21-3 0 0,8-1 0 0,0-3-3 16,-8-4-1-16,4 0 0 0,-9-4 0 0,0-8-10 15,9 4 8-15,-4-3-8 0,-9-1 8 0,17 0-8 16,-8-3-14-16,4-1 3 0,-5 0 1 15,5 1-30-15,9-1-7 0,-5 1-1 0,0-1 0 16,5 0-164-16,0-3-32 0</inkml:trace>
  <inkml:trace contextRef="#ctx0" brushRef="#br1" timeOffset="-157623.486">4358 14269 1728 0,'0'0'38'0,"0"0"8"0,0 0 2 0,0 0 0 0,0 0-39 0,0 0-9 0,0 0 0 0,0 0 0 0,0 0 121 15,0 0 23-15,0 0 4 0,0 0 0 16,0 0-52-16,0 0-10 0,4 4-2 0,9 0-1 16,5-1 4-16,-5-3 1 0,13 4 0 0,-9-4 0 15,5 4-48-15,0-4-10 0,4 4-2 0,0 0 0 0,0-4-7 0,13 4-1 16,-9-4-1-16,1 0 0 0,-1 4-19 0,-4-1 0 16,4-3-11-16,-8 8 11 15,9-4-126-15,-10 4-18 0,14 3-4 0,-13-3-1049 16</inkml:trace>
  <inkml:trace contextRef="#ctx0" brushRef="#br1" timeOffset="-156814.821">5226 14751 1724 0,'0'0'76'0,"0"0"16"0,0 0-73 0,0 0-19 0,0 0 0 0,0 0 0 16,0 0 110-16,0 0 18 0,0 8 4 0,0-8 1 15,0 0-58-15,9 8-12 0,4 0-3 0,-13 3 0 16,4-3 4-16,5 7 0 0,-5 1 0 0,5-1 0 16,4 5-52-16,-13-1-12 0,5 0 0 0,3 4 0 15,-3 0 54-15,-5 1 8 0,0-1 2 0,4 0 0 16,-4 0-40-16,0 0-7 0,0-3-1 0,0 3-1 0,0-4-24 0,0 0-5 16,-4-3-1-16,4-1 0 15,0-3 34-15,0-4 6 0,0-1 2 0,0-7 0 16,0 0-43-16,0 0-9 0,0 0-2 0,0 0 0 0,4-11 47 15,9-1 8-15,-13-3 3 0,4-5 0 16,9-3-50-16,-4 0-9 0,0 0-3 0,-1-4 0 0,10 0 31 0,-5-4 0 16,8 4 0-16,-3 0 0 0,-9 0 12 0,17 4 8 15,-18 0 1-15,10 3 1 0,-1 1-22 0,0 3 0 16,1 5 0-16,3-1 0 0,-3 5 0 0,-1-1-8 16,1 4 8-16,-5 4 0 0,13 0 0 0,-9 0 0 15,-4 8 0-15,4-1 0 0,9 1 0 0,-12 0 0 16,-1 3 0-16,4 5 0 0,0-1 13 0,1 1-1 0,-10 3-1 15,5 0 0-15,0 1-3 0,-8-1-8 0,-1 0 12 16,9-3-4-16,-26 3-8 0,26-3 12 0,-13-5-12 16,0 1 12-16,0-1-12 0,0 1 8 0,0-12-8 0,0 0 8 15,0 0-8-15,0 0 0 0,0 0 0 0,0 0 8 16,4 4-8-16,9-4 0 0,-4-4 9 0,0 0-9 16,4-4 0-16,0-3 0 0,0-1 0 0,-4-3 8 15,8-5-8-15,0 1 0 0,1-8 0 0,-1 4 0 16,5-4-8-16,0 4 8 0,-1-4-8 0,10 3 8 15,-14 1-8-15,9 4 8 0,-4 4-8 0,4-1 8 16,-4 5 0-16,-5 7-8 0,5 0 8 0,-5 4 0 16,5 4 0-16,-5 3 0 0,9 1 0 0,0 8 0 15,-4-5 0-15,-5 8 0 0,1 1 12 0,-5 3-4 16,-5 4 2-16,10 4 1 0,3-4 0 0,-12 4 0 0,4-4 9 16,5 4 1-16,-10-4 1 0,1 0 0 0,0 0-22 15,-1-4 0-15,1 4 0 0,4-4 0 0,-13-4 0 0,4-3 0 16,9 3 0-16,-13-3 0 0,0-5 0 0,0 1 12 15,0-12-4-15,0 7 0 0,0-7-21 0,0 0-4 16,0 0-1-16,0 0 0 16,0 0-78-16,-13 0-15 0,9-7-3 0,0-1-1163 15</inkml:trace>
  <inkml:trace contextRef="#ctx0" brushRef="#br1" timeOffset="-140258.056">12513 14925 1152 0,'-17'-8'102'0,"8"-3"-82"0,13 3-20 0,-8 0 0 16,-9-3 184-16,9 3 32 0,-9-3 6 0,13 3 2 16,13-4-128-16,-13 4-26 0,-13-3-5 0,13 3-1 15,13-3-23-15,-13 3-5 0,-18 4 0 0,14-4-1 16,4 8-16-16,0 0-3 0,-13-7-1 0,9 7 0 16,-14-4 1-16,5 4 0 0,5 4 0 0,-10-1 0 15,-4 1-16-15,5 8 0 0,0-4 0 0,-1 7 0 16,1 4 27-16,0 1 9 0,8 3 1 0,-4 4 1 15,9 4-23-15,-9 0-5 0,-5 3-1 0,14 9 0 16,0-5-9-16,-5 5 0 0,0 7 0 0,0-4 8 16,9-3-8-16,9-1 0 0,-9-3 0 0,4 0 0 15,1-1 0-15,8-11 0 0,4 4 0 0,-8-4 0 16,0-8 0-16,8 1 0 0,5-5 0 0,4-7 0 16,-9 0 9-16,13-8 7 0,-3-4 0 0,7-8 1 0,1-3-17 15,-5-5 0-15,-4-3 0 0,-4-8 0 0,0 0 0 0,0-7 0 16,-9-8 0-16,4 3 0 0,-13-7 55 0,14 4 7 15,-14-1 2-15,-4 1 0 0,-4 0-52 0,-1-1-12 16,5 1 0-16,-13 3 0 0,-4 5 0 0,0 3 0 16,8 0 0-16,-8 8 0 0,-1 0 21 0,1 8 2 15,-1 0 0-15,1 3 0 0,13 1-23 0,-18 3-8 16,-13 4 0-16,14 5 0 16,3 3-33-16,1 0-7 0,-14 7 0 0,10 5-1 15,-1 0-157-15,5 7-31 0</inkml:trace>
  <inkml:trace contextRef="#ctx0" brushRef="#br1" timeOffset="-140002.981">13004 14995 1670 0,'0'0'148'16,"0"0"-118"-16,0 0-30 0,0 0 0 0,0 0 161 0,0 0 27 16,0 0 4-16,0 0 2 0,13 7-130 0,-13 5-25 15,0-4-6-15,4 3-1 16,-4 1-23-16,5-1-9 0,-5 1 0 0,0 0 9 0,8-5-9 16,-8 5 0-16,0-12 0 0,0 8 8 15,0 3-29-15,0-11-7 0,0 0 0 0,0 0-1056 16</inkml:trace>
  <inkml:trace contextRef="#ctx0" brushRef="#br1" timeOffset="-139562.556">13234 14732 2332 0,'0'0'52'0,"0"0"10"0,9-4 2 0,-5-7 1 0,0 3-52 0,5-4-13 0,0 5 0 0,4-1 0 16,4 0 55-16,-8 0 8 0,8 1 1 0,1-1 1 16,3 4-43-16,-3 0-9 0,-1 0-1 0,0 1-1 15,1 3-11-15,-1 3 0 0,1-3 9 0,-10 8-9 16,10 0 12-16,-5 0-1 0,-9 3-1 0,9 1 0 16,-9 3 10-16,1 1 1 0,3-1 1 0,-8 4 0 15,5 1 3-15,-5 3 1 0,0 0 0 0,-5 0 0 16,-3 8-6-16,3-4-2 0,-8 0 0 15,5 4 0-15,-1 0-6 0,0 0-2 0,-8 0 0 0,0 0 0 16,-1 3-10-16,1-3 12 0,-5 0-12 0,0 4 12 16,1-4-25-16,-5-4-5 0,4 0-1 0,0 0 0 15,0-4 19-15,5 0 0 0,0-4 0 0,8 1 0 16,-4-5 48-16,0 1 12 0,4-5 4 0,9 1 0 16,0-4-72-16,0-8-15 0,0 0-2 15,9 7-1-15,4 1 26 0,4-4 0 0,1 0 0 0,3 0 0 0,5-4 0 16,5 0 0-16,-5 0 0 0,9-4 8 0,-5 0-8 15,0 4 0-15,5-8 0 0,0 4 0 0,0-3 0 0,4 3 0 16,0-4-10-16,0 4 10 16,-4 0-150-16,4 4-23 0,-4-8-5 0</inkml:trace>
  <inkml:trace contextRef="#ctx0" brushRef="#br1" timeOffset="-139053.085">14272 14848 576 0,'-9'-19'51'0,"9"11"-41"0,0 0-10 0,0-3 0 16,0-1 338-16,0 4 66 0,0-3 12 0,0 3 4 16,0 0-257-16,0 1-51 0,0-1-11 0,0 8-1 15,0-8-52-15,0 8-9 0,-8-4-3 0,8 4 0 16,0 0-19-16,0 0-4 0,0 0-1 0,-9-4 0 15,9 4 4-15,0 4 0 0,-18-4 0 0,14 8 0 16,-9-4 8-16,9 4 1 0,-5-1 1 0,0 5 0 16,-4-1 2-16,9 1 0 0,-9 3 0 0,9 1 0 15,-1 3-16-15,-3-3-2 0,3-1-1 0,1 4 0 16,4-7-9-16,0 3 0 16,4-3 0-16,1 3 0 0,3-3 0 0,1 0 0 0,4-5 0 0,0 5 0 15,-4-4-9-15,8-1 9 0,0-3 0 0,10 4 0 16,-1-8 0-16,-5 4 0 0,14 0 0 0,-5 0 0 15,5-1 0-15,-4 5 0 0,-10-4 0 0,5 4 0 16,0 3 0-16,-4-3 0 0,-5 4 0 0,-3-1-10 0,3 5 10 16,-4-1 0-16,0 0 0 0,-4 1 0 0,-5-4 0 0,5 7 0 15,-5-4 0-15,-4 1 0 0,0-1 0 0,0 1 0 16,0 3 0-16,-4-4 0 0,4 1 0 0,-9-1 0 16,0 1 0-16,-4-1 0 0,-4-7 28 0,0 3 7 15,3 1 1-15,-12 3 1 0,5-3-22 0,-1 0-5 16,-4-1-1-16,-9 1 0 0,0-5-9 0,1 5 12 15,-1-4-12-15,9 0 12 0,-9-5 0 0,9 1 0 16,-9-4 0-16,14-4 0 16,-10-3-61-16,5-1-12 0,9-4-3 0,-5-3 0 15,5-1-91-15,-1 1-18 0,5-4-4 0,9-1-925 0</inkml:trace>
  <inkml:trace contextRef="#ctx0" brushRef="#br1" timeOffset="-138839.727">14185 14759 1209 0,'0'0'108'0,"0"0"-87"0,-9-4-21 0,9 4 0 16,-4-7 260-16,4 3 48 0,0 4 10 0,0-4 2 16,4-4-206-16,5 4-41 0,-5 4-8 0,5-4-1 15,0 1-35-15,8-1-6 0,0 4-2 0,5 0 0 0,-4 0-13 0,3 0-8 16,5 0 10-16,5 0-10 0,-10 0 0 0,1 0 0 15,0 0 0-15,4 0-10 16,-4-8-149-16,-1 0-29 0,1 4-7 0</inkml:trace>
  <inkml:trace contextRef="#ctx0" brushRef="#br1" timeOffset="-137669.402">14962 14798 403 0,'0'0'17'0,"0"0"5"0,0 0-22 0,0 0 0 0,5-8 0 0,-1 0 0 16,-4 8 248-16,9-4 44 0,-5 1 10 0,-4 3 2 15,0 0-164-15,0 0-32 0,0-8-6 0,0 8-2 16,0 0-27-16,0 0-5 0,0 0-2 0,0 0 0 16,0 0-32-16,9 8-6 0,-1 3-2 0,-3 5 0 15,-1-1 15-15,-4 4 3 0,9 5 1 0,-9-1 0 16,4 4-15-16,-4 4-3 0,0-1-1 0,4 1 0 0,-4 0-26 0,9 0 0 15,-9-4-12-15,0 4 12 16,5-4 44-16,-5 0 16 0,0 0 3 0,4-4 1 0,-4 0-52 0,4-3-12 16,-4-5 0-16,0 1 0 15,0-1-48-15,9-7-13 0,-9 0-3 0,0-8 0 16,0 0-64-16,0 0-14 0,0 0-2 0</inkml:trace>
  <inkml:trace contextRef="#ctx0" brushRef="#br1" timeOffset="-137299.39">15340 14964 1958 0,'0'0'43'0,"0"0"9"0,0 0 1 0,0 0 3 0,0 0-45 0,0 0-11 16,0 0 0-16,0 0 0 0,0 0 53 0,0 0 9 0,0 0 2 0,0 0 0 15,0 0 0-15,0 0 0 0,0 0 0 0,0 0 0 16,0 0-52-16,0 0-12 0,0 0 0 0,-9 7 0 15,1-3 0-15,-1 4 0 0,0 4 0 0,5-1 0 16,-13-3 54-16,-1 4 8 0,1-1 2 0,0 1 0 16,4-1-52-16,-5 1-12 0,5 3 0 0,-4-3 0 15,4-1 0-15,4 5 0 0,-4-5 0 0,-4-3 0 16,4 8 0-16,4-5 0 0,5-3 0 0,-5 4 0 16,5-5 44-16,-9 1 5 0,13-8 2 0,0 0 0 15,0 0-36-15,13 8-7 0,-13-1-8 0,13 1 11 16,-9-4-11-16,5 4 0 0,-9-8 0 0,13 4 0 0,8-1 0 15,-3-3 0-15,-1 4 0 0,9 0 0 16,0 0 0-16,-4-4 0 0,-5 4 0 0,1 0 0 16,3 3-48-16,-3-3-6 0,-1 0-1 15,-8 4 0-15,4-4-109 0,4 4-23 0,-12-5-4 16</inkml:trace>
  <inkml:trace contextRef="#ctx0" brushRef="#br1" timeOffset="-136559.538">15523 15049 518 0,'0'0'23'0,"0"0"5"0,0 0-28 0,0 0 0 0,0 0 0 0,0 0 0 15,0 0 325-15,0 0 60 0,0 0 12 0,0 0 3 16,8 0-269-16,-8 0-54 0,5 4-10 0,-5-4-3 16,13 3 0-16,-13 1 0 0,8-4 0 0,-8 0 0 15,9 8-51-15,-5 0-13 0,1-1 0 0,-1 1 0 16,5 4 54-16,-9 3 8 0,0 4 2 0,4 1 0 0,0-1-52 16,-4 4-12-16,-4 0 0 0,4 1 0 15,4-1 54-15,-4-4 8 0,-4 4 2 0,4-3 0 16,0-1-52-16,-4-4-12 0,4 1 0 0,0-1 0 0,0 1 0 15,0-9 0-15,0-7 0 0,0 0 0 0,0 0 0 0,0 0 0 16,0 0 0-16,0 0 0 16,0 0-48-16,0-15-13 0,0-4-3 0,0 3 0 0,0-7 52 0,4 0 12 15,0-4 0-15,5 0 0 0,-9 4 0 0,4-1 0 0,9 1 0 0,-8 0 0 16,-1 4 0-16,9-1 0 16,-9 1 0-16,10 4 0 0,-6-1 18 0,5 5 6 15,-8 3 2-15,8 0 0 0,-5 4-4 0,5-3-1 16,5 7 0-16,-10 0 0 0,5 0-12 0,-8 4-9 15,8 3 12-15,-5 1-12 0,10 0 16 0,-10 3-4 16,10 1-1-16,-14-1 0 0,14 5-11 0,-14 3 0 16,9 1 0-16,-9-1 0 0,1 0 0 0,3 4 0 15,-3 0 0-15,-5-3 0 0,-5-5 0 0,5 1 0 16,0-1 0-16,0-3 0 0,0-12 0 0,0 0 0 16,0 0 0-16,0 0 0 0,0 0 0 0,0 0 0 0,0 0 0 0,0 0 0 15,5-4 0-15,12-4 0 0,-13-3 0 0,9-5 0 16,9-3 0-16,-13-1 0 0,8 1 0 0,9-4 0 15,-4 0 0-15,0 4 0 0,-5-5 0 0,5 5 0 16,-1 0 0-16,10-1 0 0,-9 5 0 0,-5 3 0 16,5 5 0-16,-1-1 0 0,1 4 0 0,-5 0 0 15,1 8 8-15,4 0-8 0,-5 4 12 0,5 3-4 16,-5 1-8-16,9 3-9 0,-17 5 9 0,8-1-13 16,5 4 13-16,-5 0 0 0,-4 0 0 0,9 1 0 15,-13-1 48-15,8 0 13 0,-4 0 3 0,0-4 0 16,-9-3-52-16,5 3-12 0,0-3 0 0,-5-1 0 15,0 0 0-15,-4-3 0 0,0 0 0 0,0-5 0 16,0-7-48-16,0 0-13 16,-4 8-3-16,0 0 0 0,4-4 0 0,-13-1 0 0,13-3 0 15,-5 0-751-15,-8-3-150 0</inkml:trace>
  <inkml:trace contextRef="#ctx0" brushRef="#br1" timeOffset="-130191.916">21033 14655 1497 0,'0'0'32'0,"0"0"8"0,0 0 0 0,0 0 4 0,0 0-36 0,0 0-8 0,0-4 0 0,0 4 0 16,0 0 64-16,-4-12 10 0,4 12 2 0,0 0 1 16,0 0-41-16,0-7-9 0,0 7-2 0,0 0 0 15,-9-8 1-15,9 8 0 0,0 0 0 0,0 0 0 16,-4-8 30-16,0 4 7 0,4 4 1 0,-14-3 0 16,10-1 0-16,-9 0 0 0,4 4 0 0,-4 0 0 15,9 4-16-15,-13 3-2 0,4-3-1 0,4 4 0 16,-8 4-23-16,4-1-5 0,0 5-1 0,4 3 0 15,-9 8-16-15,5-4 10 0,5 4-10 0,-10 4 8 16,5 0-8-16,5 8 0 0,8-1 0 0,-13 5 8 16,8-1-8-16,-3-3 0 0,3 7 0 0,5-4 0 15,-4 5 0-15,8-9 0 0,1 9 0 0,3-9 0 16,-3 1-9-16,8 0 9 0,-5-9 0 0,5 1 0 0,5-4 0 0,-1-3-8 16,5-5 8-16,-5 0 0 0,1-7 0 0,8-5 0 15,4 5 0-15,-8-12 0 0,-1-8 0 0,10-3 0 16,-9-1 0-16,-1-3 0 0,-3-5 0 0,3 1 0 15,1-4 0-15,0-4 0 0,-5 0 29 0,1 0 0 16,-5-4 0-16,-5 0 0 0,1-8-9 0,0 9-3 16,4-5 0-16,-13 0 0 0,4 0 1 0,0 1 0 15,-4-5 0-15,0 0 0 0,0 1 10 0,-4-1 1 16,0 4 1-16,-1 1 0 0,-3-1-15 0,-1 4-3 16,0 4-1-16,1 0 0 0,-10 4 2 0,-4 0 1 15,5 3 0-15,0 1 0 0,-1 7-5 0,-3-3-1 16,3 3 0-16,-3 5 0 0,3 3-8 0,1 0 0 15,-5 8 0-15,0 0-11 16,-4 3-15-16,5 1-3 0,3 4-1 0,10 3 0 16,-5-3-153-16,8-1-30 0,-12 5-7 0,17-1 0 0</inkml:trace>
  <inkml:trace contextRef="#ctx0" brushRef="#br1" timeOffset="-129822.157">21750 15014 2167 0,'0'0'48'0,"0"0"9"0,0 0 3 0,0 0 0 0,0 0-48 0,0 0-12 0,4-8 0 0,-4 8 0 15,4-4 59-15,-4 4 9 16,0 0 1-16,0 0 1 0,0 0-43 0,0 0-9 16,0 0-2-16,0 0 0 0,0 0 10 0,0 0 2 15,0 0 0-15,0 0 0 0,0 0-1 0,9 8 0 0,-9-8 0 0,0 0 0 16,0 8-11-16,-9 3-3 0,9 1 0 0,-4-4 0 15,4-8-26-15,0 0-6 0,0 7-1 0,0-7 0 32,0 8-137-32,0-8-28 0,4 8-6 0,9-4-1 0</inkml:trace>
  <inkml:trace contextRef="#ctx0" brushRef="#br1" timeOffset="-129219.161">22623 14593 2383 0,'0'0'52'0,"0"0"12"0,0 0 1 0,0 0 2 0,0 0-54 0,0 0-13 16,0-8 0-16,-5 1 0 0,5 7 61 0,-8-4 10 15,8 4 1-15,0-8 1 0,-5 0-57 0,1 5-16 16,-5-1 0-16,1 0 0 0,3 0 0 0,-8 0 0 16,13 4 0-16,-17-4 0 0,4 4 56 0,0 0 7 15,-5 4 1-15,1 0 0 0,0 0-52 0,-5 4-12 16,5 3 0-16,-1 1 0 0,-4-1 0 0,5 5 0 16,-13 3 0-16,12 0 0 0,-8 8 0 0,9 0 0 15,-5 0-10-15,5 4 10 0,-5 0 0 0,9 4 0 16,4 0 0-16,-4-1 0 0,-8 5 0 0,8 0 0 15,8-1 0-15,-8 5-12 0,9-5 12 0,0 5 0 16,-5-1 0-16,9-3-8 0,9 3 8 0,-9-3 0 16,8 3 0-16,5-3 0 0,5-4 0 0,3-1 0 0,-3-3 0 0,-1-4-8 15,18 0 8-15,-9-3 0 0,9-5 0 0,4-4 0 16,-5 1 9-16,-3-8-9 0,12-5 12 0,-12 1-12 16,3-8 9-16,1 4-9 0,-9-11 0 0,5 3 9 15,-14-4-9-15,0-3 0 0,5 3 0 0,-13 1 0 16,4-5 0-16,0 1 0 0,-5 0 0 0,5-5 0 15,-8 5 0-15,-1-5 0 0,-4 1 0 0,9 0 0 16,-9 0 33-16,0-1 5 0,-9 1 1 0,9 0 0 16,-9-1-25-16,9 1-5 0,-13 4-1 0,5-5 0 15,-10 5 0-15,5-1 0 0,-4 5 0 0,0-5 0 16,-9 5-8-16,4-1 12 0,-9 5-12 0,5-1 12 16,-8 0-12-16,3 4 0 0,1 4 0 0,4 0 0 0,-5 4-17 15,1 0 1-15,4 4 0 0,-4-4 0 16,8 7-14-16,0-3-2 0,5 3-1 0,-1 1 0 15,5 3-91-15,5-3-19 0,3 3-3 0,-3-3-1003 0</inkml:trace>
  <inkml:trace contextRef="#ctx0" brushRef="#br1" timeOffset="-128422.084">23079 15126 979 0,'0'0'87'0,"0"0"-70"0,0 0-17 0,0 0 0 15,0 0 221-15,0 0 41 0,0 0 8 0,0 0 2 16,0 0-131-16,0 0-25 0,0 0-6 0,0 0-1 15,0 0-72-15,0 0-14 0,0 0-3 0,0 0-1 16,0 0 17-16,0 0 4 0,4 11 1 0,-4-3 0 16,0 4-5-16,0 3 0 0,0 5-1 0,0-1 0 15,9 0-15-15,-5 4-2 0,-4 0-1 0,0 1 0 16,0-1-7-16,0 0-2 0,-4-4 0 0,4 4 0 0,-9 1 0 0,5-5 0 16,-1 0 0-16,-3 1 0 0,-1-5 9 0,9-3 2 15,0-1 0-15,0-3 0 0,-5 0-32 0,5-8-7 16,0 0 0-16,0 0-1 0,0 0 12 0,0-16 9 15,0 5-12-15,0-9 12 0,5 1 0 0,-5 0 0 16,4-5 0-16,1-3 0 0,8-3 20 0,0-1 4 16,-9-8 0-16,13 4 1 15,-8 1-45-15,8-1-10 0,1 0-2 0,-1 4 0 16,5 0 32-16,-5 4-9 0,1 8 9 0,-1 0 0 0,0-1 0 0,1 9 0 16,-10-1 0-16,5 4 0 0,5 1 22 0,-14 7 10 15,-4 0 1-15,13 4 1 0,4 3-34 0,-12 1 0 16,12 0 0-16,-12 3 0 15,8 5-15-15,-9 3-9 0,0 0-3 0,9 5 0 0,-13 3 27 0,13 0 0 16,-8 0 0-16,-5-4 0 0,0 4 24 0,4 4 0 16,-4-4 0-16,0-4 0 0,0 4-36 0,0-8-8 0,0 1 0 15,0-1-1-15,-4 0 21 0,4-3 0 0,-5-5 0 0,5-3 0 16,0-8 0-16,0 0 0 0,0 0 0 0,0 0 8 16,0 0-8-16,0 0-9 0,0 0 9 0,0 0-13 15,-8-4 1-15,8-8 0 0,0 1 0 0,8-1 0 16,-3-7-13-1,-1 0-3-15,9-4 0 0,-9-1 0 0,9-3 28 0,-4 0 0 0,8 0 0 0,1 0 0 16,4-7 0-16,8 6 0 0,-8-2 0 0,-5 3 0 16,9 0 0-16,4 3 0 0,-12 5 0 0,4 0 0 0,-5 3 0 0,0 5 0 15,-8 3 0-15,4 4 0 16,4 0 29-16,5 4 11 0,-9 4 3 0,0 0 0 0,0 4-19 0,5-1-3 16,-1 5-1-16,0 4 0 0,-8-1-4 15,4 8 0-15,4 0-1 0,-8 0 0 16,4 1-3-16,4 6 0 0,-12-2 0 0,8 6 0 0,-9-3 0 15,9 0-1-15,-13 0 0 0,5 0 0 0,-1-4-3 16,-4 4-8-16,0-8 12 0,0 0-4 0,0 0-8 0,0-3 0 16,0 3 0-16,-4-8 0 15,-1 1-31-15,5-9-8 0,0 1-1 0,0-8-836 16,-13 8-166-16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12:06.01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17121 13605 288 0,'0'0'25'0,"0"0"-25"0,0 0 0 0,0 0 0 16,0 0 174-16,0 0 30 0,0-8 5 0,0 0 2 15,0-3-120-15,0 11-24 0,0 0-5 0,0-8-1 16,0-4 3-16,0 5 0 0,0-1 0 0,0 8 0 15,0 0 0-15,0-8 0 0,0 1 0 0,0 7 0 16,0 0 0-16,0 0 0 0,0 0 0 0,0 0 0 16,-5-4 26-16,5 4 6 0,0 0 0 0,0 0 1 15,0 0-53-15,0 0-10 0,0 0-2 0,0 7-1 0,5 5 26 0,-1 0 6 16,-4 3 1-16,0 0 0 16,-4 5-52-16,4-1-12 0,4 0 0 0,-4 5 0 0,-4-5 0 0,4 4 0 15,0 4 0-15,0 0 0 0,-5 0 0 0,-3 0 0 16,3 0 0-16,5 0 0 0,0 0 8 0,5 0 0 15,-10 0-8-15,10-4 12 0,-5-3-4 0,0-1-8 16,0-4 11-16,-5-3-11 0,5 0 0 0,0-1-14 16,0-11 1-16,0 0 0 0,-4 8 13 0,4-8 0 15,0 0 0-15,0 0 0 0,0 0 27 0,0-8 8 16,0-3 1-16,0-5 1 0,0-7-21 0,0-4-5 16,0-4-1-16,0 0 0 0,0-7 6 0,0 3 0 15,4-4 1-15,-4 8 0 0,0 0-17 0,5 1 0 0,-10-1 0 0,5 4 0 16,5 4 0-16,-5-1 0 0,0 5 0 0,-5 0 0 15,5-1 0-15,0 5 0 0,5-4 0 0,-5 3 0 16,0 5 15-16,0-5-1 0,0 1 0 0,0 3 0 16,0 1-14-16,8-1 11 0,-3 4-11 15,-5-3 10-15,4 3-10 0,-4 8 8 16,0 0-8-16,0 0 8 0,0 0 3 0,0 0 0 0,0 0 0 0,0 0 0 16,0 0 15-16,0 0 3 0,0 0 1 0,0 15 0 15,-4 9-30-15,4-1 0 0,0 0 0 0,0 8 0 16,0 0 0-16,0 3 0 0,0-3 0 0,0 4 0 15,0 0 0-15,0-4 0 0,-5 3 0 0,5 1 0 16,0-4 0-16,0 0 0 0,0-4 0 0,-8 0 0 16,8-4 0-16,0-3 0 0,-5-1 0 0,1-4 0 15,4 1 0-15,0-5 0 0,0-3 0 0,0-8 0 16,0 0 9-16,0 0-9 0,0 0 8 0,0 0-8 0,0 0 10 16,0-8-10-16,0-7 12 0,0-8-12 0,-9 0 12 0,9-5-4 15,-4 1 0-15,0-7-8 16,4-1 8-16,0 0-8 0,0-3 0 0,0 3 0 0,0 0 8 15,-9 0-8-15,4 4 0 0,5 4 0 0,-4-3 8 16,4 6-8-16,0 1 0 0,0 4 0 0,-4 0 9 0,-5 3-9 16,9 5 0-16,0-5 9 0,-4 1-9 0,4-1 0 15,-5 5 0-15,5 3 0 0,5-4 0 0,-5 5 0 16,-5 3 8-16,5 4-8 0,5-8 0 0,-5 8 0 16,0 0 0-16,0 0 0 0,0 0 0 0,0 0 0 15,0 0 9-15,0 16-9 0,0 7 12 0,-5 4-1 16,5 4-1-16,0 7 0 0,0 5-10 0,-8-1 0 15,16-3 0-15,-8 3 8 0,-8 1 11 0,8-9 1 16,0 1 1-16,8 0 0 0,-8-8-32 0,0 4-6 0,0-8-2 16,0-4 0-16,5-3 19 0,-5-1 0 0,4-3 0 0,-4-4 0 15,0-8 0-15,0 0 0 0,0 0 0 0,0 0 0 16,0 0 0-16,0 0 0 0,0 0 0 0,0-12 0 16,0-4 8-16,0-3-8 0,-4-4 0 0,4-4 0 15,-5-8 0-15,5 0 8 0,-8-3-8 0,8-1 0 16,-5-3 0-16,5-1 0 0,-4 5 8 0,4-5-8 15,0 5 0-15,0-1 0 0,0 8 0 0,0 0 0 16,0 8 0-16,0-4 0 0,0 8 0 0,0-1 0 16,0 1 0-16,0 8 0 0,0-1 0 0,0 8 0 15,0 4 8-15,0 0-8 0,0 0 0 0,0 0 0 16,0 0 9-16,-4 19-9 0,4 5 8 0,4 3-8 16,-4 7 8-16,4 5-8 0,-4 0 0 0,0 7 8 0,5-4-8 0,3 1 0 15,-8-1 0-15,0 1 0 0,5-8 0 0,-5-1 0 16,4 5 0-16,-4-8 0 0,-4 0 0 0,4-12 0 15,-5 0 0-15,5-3 0 0,0-1 0 0,0 1 0 16,0-1-12-16,0-3 12 16,0-1-80-16,0 1-8 0,0-4-1 0,0-8-1 15,0 0-158-15,0 0-31 0,0 0-6 0,-8-31-2 0</inkml:trace>
  <inkml:trace contextRef="#ctx0" brushRef="#br0" timeOffset="2796.357">19057 10346 288 0,'0'0'12'0,"0"0"4"0,0 0-16 0,0 0 0 16,0 0 0-16,0 0 0 0,0 0 272 0,0 0 51 15,0 0 10-15,0 0 3 0,0 0-218 0,0 0-43 16,0 0-9-16,0 0-2 0,13 4-10 0,-13-4-2 16,13 4-1-16,-13-4 0 0,0 0 17 0,5 0 3 15,-5 0 1-15,0 0 0 0,0 0-3 0,17 0 0 16,-8-4 0-16,4 4 0 0,4 0-9 0,1 0-1 16,-1-4-1-16,0 4 0 0,-4 0-42 0,5 0-8 0,8 0-8 0,-5 0 12 15,-3 0 25-15,4 0 6 0,-5-4 1 0,9 4 0 16,-9-3-32-16,5 3-12 0,-5 0 11 0,1 0-11 15,-1 0 0-15,5 0 8 0,-9 0-8 0,4 0 0 16,-8-4 0-16,4 4 8 0,-4-4-8 0,4 4 0 16,-13 0 9-16,0 0-9 0,13 4 8 0,-13-4-8 15,0 0 10-15,0 0-10 0,0 0 12 0,0 0-12 16,0 0 21-16,0 0-2 0,0 0-1 0,0 0 0 16,0 0 2-16,0 0 0 0,0 0 0 0,0 0 0 15,-13 4-8-15,8 3 0 0,-12-3-1 0,13 4 0 16,-14-4-1-16,5 0 0 0,5-4 0 0,-5 0 0 0,-9-4-10 0,4 4 8 15,1-4-8-15,0 4 8 16,-5 0-8-16,5 0 0 0,-5-4 0 0,0 0 8 0,-4 4 2 16,0-4 0-16,4 4 0 0,-8 0 0 0,4-4-2 0,4 4 0 15,-8-3 0-15,8 3 0 0,-8 0-8 0,8 0 8 16,0 3-8-16,1-3 8 0,3 0-8 0,-3 0 0 16,7 0 0-16,-3 4 0 0,13-4 0 0,-14 0 0 15,14 4 0-15,4-4 0 0,0 0 0 0,0 0 0 16,0 0 0-16,0 0 0 0,0 0 0 0,0 0 0 15,0 0 0-15,0 0 0 0,0 0 0 0,4 0 0 16,14 4 0-16,-1-4 0 0,9 0-9 0,5-4 9 16,3 4 0-16,-3 0 0 0,17 0 0 0,-9-4-8 0,0 4 8 0,-5 0 0 15,5 0 0-15,-4 0 0 0,-9 0-8 0,9 0 8 16,-9-4-14-16,0 4 1 0,-4-3 0 16,0 3 0-1,-1 0-93-15,-8 0-18 0,9-4-4 0,-13 4-1 16,4-4-71-16,0 4-15 0,-9 0-2 0</inkml:trace>
  <inkml:trace contextRef="#ctx0" brushRef="#br0" timeOffset="3555.961">18997 10640 1267 0,'0'0'112'0,"0"0"-89"16,0 0-23-16,0 0 0 0,-5-8 158 0,5 8 27 15,0 0 6-15,0 0 1 0,0 0-83 0,0 0-16 16,0 0-3-16,0 0-1 0,5-4-53 0,-5 4-10 15,4-4-2-15,5 0-1 0,-1 0-6 0,1 4-1 16,-9 0 0-16,9 0 0 0,8-3 39 0,-4-1 7 16,-13 4 2-16,0 0 0 0,22-4-16 0,-5 4-2 15,1 0-1-15,3 0 0 0,-3-4-21 0,-1 0-4 16,5 0 0-16,-1 0-1 0,1 1-19 0,0 3 0 0,4-4 0 0,-4 0 0 16,-5 4 15-16,9-4-1 0,-4 4 0 0,4-4 0 15,-5 4-14-15,-3 0 0 0,4-4 0 0,-5 4 0 16,5 0 0-16,-5 0 0 0,0 0 0 0,-8 0 0 15,4 4 0-15,4-4 8 0,-12 0-8 0,-5 0 0 16,0 0 10-16,13 4-10 0,-13-4 10 0,0 0-10 16,0 0 9-16,0 0-9 0,0 0 8 0,0 4-8 31,0-4-16-31,0 0-8 0,0 0-1 0,0 0-1 0,0 0 48 0,0 0 10 0,0 0 1 0,0 0 1 16,0 0-20-16,0 4-4 0,-18-4-1 0,5 0 0 15,5 0 3-15,-5 4 1 0,-5-1 0 0,1 1 0 16,0-4-3-16,4 0-1 0,0 4 0 0,-9 0 0 15,4 0-9-15,-3-4 0 0,3 0 9 0,-3 4-9 0,-5 0 0 0,0-4 8 16,4 0-8-16,-4 0 0 16,0 3 0-16,4 1 9 0,0 0-9 0,-4 0 0 0,0-4 9 15,5-4-9-15,3 0 0 0,-4 4 9 0,5-4-9 0,0 4 0 16,-5 0 0-16,5 0 0 0,-1 0 0 0,5 0 0 16,5 0 8-16,-1 0-8 0,0 4 0 0,9-4 8 15,0 0-8-15,0 0 8 0,-13 4-8 0,13-4 0 16,0 0 0-16,0 0 0 0,0 0 0 0,0 0 0 15,0 12 0-15,0-12 0 0,4 4 0 0,9-4 0 16,1 0 0-16,7 0 0 0,-3 0 0 0,8 4 0 16,4-8-8-16,9 4 8 0,-13-4 0 0,9 4 0 0,0-4 0 0,-1 4 0 15,-3-4 0-15,4 8 0 16,-5 4 0-16,-4-4 0 0,4-8 0 0,-8 0 0 0,-5 4-9 0,1 4 9 31,4 0-35-31,-9-4-3 0,-5 3-1 0,5 1 0 16,-4-4-125-16,4 8-26 0,-13-8-5 0,0 0-948 0</inkml:trace>
  <inkml:trace contextRef="#ctx0" brushRef="#br0" timeOffset="5042.352">9269 10918 1036 0,'-13'-4'23'16,"13"4"5"-16,0 0 0 0,0 0 1 0,-4 0-29 0,4 4 0 0,0-4 0 0,0 0 0 0,-9 0 57 0,9 0 6 15,0 0 1-15,0 0 0 0,0 0-52 0,0 0-12 16,9 11 0-16,-9-11 0 0,0 0 64 0,0 0 11 16,0 0 1-16,9 4 1 0,4 4-3 0,-13-8-1 15,17 4 0-15,-8 0 0 0,-9-4-1 0,13 0-1 16,4 0 0-16,0 0 0 0,1 0-16 0,4 0-3 15,-14 0-1-15,18 0 0 16,-13-4-18-16,13 4-3 0,-8-4-1 0,3 4 0 0,1 0-12 16,0-4-2-16,0 0-1 0,8 0 0 0,-13 0-14 0,5 4 9 15,0 0-9-15,-1 0 8 0,1-7-8 0,-4 7 0 16,-1-4 0-16,0 0 0 0,5 4 10 0,-9 0-10 16,-9 0 12-16,9 0-12 0,-8 0 0 0,8 0 0 15,-13 0 0-15,4 0-12 0,14 4 12 0,-14-4 0 16,-4 0 0-16,0 0 0 0,13 0 48 0,-13 0 13 0,0 0 3 15,0 0 0-15,0 0-64 0,0 0 0 0,0 0-14 0,0 0 2 16,0 0 12-16,0 0 16 0,0 0-4 0,0 0-1 16,0 0 42-16,0 0 9 0,0 0 2 0,-13 0 0 15,9-4-52-15,-14 4-12 0,5 0 0 0,4-4 0 16,-12 4 10-16,8 0-1 0,-5 0 0 0,-3 0 0 16,3 0-9-16,-3 0 12 0,-1 0-12 0,4 0 12 15,1 0-4-15,-5 0-8 0,5 0 12 0,0 4-4 16,-5-4-8-16,5 4 12 0,-5 0-12 0,-4-1 12 15,4 5-12-15,13-4 12 0,-21 0-12 0,8 0 12 16,1 0-12-16,3 0 8 0,-4-1-8 0,-4 1 8 16,5 0 0-16,3 4-8 0,5-8 12 0,-4 4-4 15,0 0-8-15,4-1 0 0,-5 5 0 0,14-8-11 16,-9 4 11-16,8 0 0 0,1-4 0 0,4 0-8 16,0 0 8-16,0 0 0 0,0 0 0 0,0 0 0 15,0 0 0-15,0 0 0 0,17 4 0 0,1 3 0 0,4-7 0 0,-1 4 0 16,14 0 0-16,-9 0 0 0,9-4 0 0,0 0 0 15,4 0 0-15,-5 0 0 0,5 0 0 0,-12-4 0 16,7 4 0-16,1-4 0 0,0 0 0 0,-5 4 0 16,1-3 0-16,-5 3 0 0,4-4 0 0,-13 4 0 15,5 4 0-15,-5-1 0 0,1-10 0 0,-1 3 0 16,-8 4 0-16,4 0 0 16,-13 0-36-16,4 0-1 0,9 0-1 0,-13 0 0 15,0 0-72-15,0 0-14 0,0 0-4 0,0 0-1024 0</inkml:trace>
  <inkml:trace contextRef="#ctx0" brushRef="#br0" timeOffset="5760.196">9317 11389 345 0,'0'0'31'0,"0"0"-31"0,0 0 0 0,0 0 0 0,0 0 314 0,0 0 57 16,0 0 11-16,0 0 2 0,0 0-232 0,0 0-46 15,0 0-10-15,0 0-1 0,0 0-25 0,0 0-5 16,0 0-1-16,0 0 0 0,0 0-14 0,13 4-3 15,-13-4-1-15,17-4 0 0,-8 0-7 0,9 4-2 16,-1-4 0-16,-4 0 0 0,9 0-8 0,-5 4-1 16,0 4-1-16,5-8 0 0,-5-4-6 0,1 1-1 15,4 3 0-15,-5 0 0 0,5 0-11 0,-5 4-9 16,0 8 12-16,5-4-12 0,-5-8 9 0,1 0-9 16,4 4 0-16,-14-4 9 0,10 4-9 0,-5 0 0 15,4 0 0-15,-13 0 0 0,9 0 0 0,-4 0 0 16,0 0 8-16,-1 0-8 0,5 0 18 0,-13 0 2 15,0 0 0-15,0 0 0 0,0 0-30 0,0 0-6 16,0 12 0-16,0-12-1 0,0 0 27 0,0 0 6 0,0 0 0 0,0 0 1 16,0 0-17-16,0 0 0 0,0 0 0 0,0 0 0 15,0 0 0-15,-4 0 13 0,-9 0-4 0,0 0-1 16,4 0 7-16,-8 0 1 0,-5 0 0 0,5 4 0 16,-14-1-4-16,14-3-1 0,0 0 0 0,4 0 0 0,-18 4-3 0,14 0-8 15,-5 0 12-15,5 0-4 16,-5 0-8-16,5-4 0 0,-1 4 9 0,-3-4-9 15,-1 0 0-15,5 4 8 0,-5-1-8 0,5-3 0 16,-1 0 0-16,-4 0 0 0,5 4 0 0,0-4 8 16,4 4-8-16,4-4 0 0,-8 0 0 0,12 4 8 15,-8-4-8-15,9 0 0 0,-5 0 8 0,1 0-8 16,8 0 14-16,0 0-2 0,0 0 0 0,0 0 0 16,0 0-12-16,0 0-15 0,0 0 3 0,8 0 1 15,10 4 11-15,3-4 0 0,10 4 0 0,-10-4 0 0,14 0 0 0,0 0 0 16,4 0-8-16,0 4 8 0,-4-4 0 0,4 0 0 15,0 0 0-15,0 3 0 0,-4-3 0 0,-5 4 0 16,1-4 0-16,-5 0 0 0,0 0 0 0,0 4 0 16,-5-4 0-16,10 0 0 15,-27 4-45-15,14-8-4 0,-5 4-1 0,-13 0 0 16,0 0-32-16,0 0-6 0,0 0-2 0,0 0-1100 0</inkml:trace>
  <inkml:trace contextRef="#ctx0" brushRef="#br0" timeOffset="7256.493">14932 8559 979 0,'0'0'87'0,"0"0"-70"16,0 0-17-16,0 0 0 0,0 0 169 0,0 0 31 15,0-8 5-15,0 8 2 0,0-8-96 0,0 8-19 16,0 0-4-16,0-4-1 0,0-7-36 0,0 11-7 16,4-4-2-16,-4 4 0 0,9-8 17 0,-9 8 3 15,0 0 1-15,0 0 0 0,0-4-15 0,0 4-2 0,0 0-1 0,0 0 0 16,0 0-4-16,0 0-1 16,0 0 0-16,0 0 0 0,9 12-12 0,-1 3-4 15,-8-3 0-15,0 7 0 0,0 1-8 0,0 3-3 0,0 4 0 0,0 0 0 16,0 8-13-16,0-5 9 0,5 1-9 15,-5 0 8-15,0 0-8 0,0 4 0 0,0-4 0 0,0 0 0 16,4-4 0-16,-4-4 0 0,0 0 8 0,0-4-8 16,0 1 0-16,0-9 0 0,0 1 0 0,0-12 8 15,0 0-8-15,0 11 0 0,0-11 0 0,0 0 0 16,0 0 0-16,0 0 0 0,0 0 0 0,0 0 0 16,0 0 14-16,0-11 4 0,9-1 1 0,-9-7 0 15,-9-4-10-15,9-4-1 0,0-8-8 0,-4 4 12 0,4 0-12 16,0 0 9-16,-5-3-9 0,5 3 8 0,0-4-8 15,0 4 0-15,0-4 0 0,-8 8 0 0,8 0 0 16,0 0 0-16,0 4 0 0,0 0 0 0,0 4 0 0,0 3 0 16,0-3 0-16,0 3 0 0,0 1 0 15,-5 3 8-15,10 1-8 0,-5-1 0 0,0 4 10 0,0 8-10 16,0 0 12-16,0 0-12 0,0 0 14 0,0 0-4 16,0 0-1-16,0 0 0 0,0 0 2 0,0 0 0 15,0 0 0-15,0 0 0 0,-5 8-11 0,1 8 8 16,4-1-8-16,0 4 8 0,-9 1-8 0,9 3 0 15,0 0 9-15,0 4-9 0,0 8 0 0,0-4 0 0,0 7 0 0,0-3 8 16,0 0-8-16,0-1 0 0,0-3 0 0,0 0 0 16,9-4 0-16,-9 0 0 15,0 0 0-15,0-7 0 0,0 3 0 0,0-4 0 0,0-3 0 0,-9-1 0 16,9-7 0-16,0-8 8 0,0 0-8 0,0 0 0 16,0 0 0-16,0 0 8 0,0 0-8 0,0 0 0 15,0 0 0-15,0 0 0 0,-4-4 0 0,0-8 0 16,4-7 0-16,0 0 0 0,0-1 0 0,0-7 0 15,0-4 0-15,0 1 0 0,0-5 0 0,0-4 0 16,0 4 0-16,4-3 0 0,-4 3 0 0,0 0 0 16,0 8 0-16,4 0 0 0,-8 4 0 0,4 4 0 15,0 0 0-15,0 3 0 0,0 4 0 0,0 5 0 16,-4-1 0-16,4 0 0 0,0 8 0 0,0 0 0 0,0 0 0 0,0 0 0 16,0 0 0-16,0 0 0 15,0 0 0-15,0 12 8 0,-5 3-8 0,5 5 0 0,0 3 0 16,0 4 0-16,0 4 0 0,-8 3 0 0,8 9 0 15,0-1 0-15,0 1 0 0,0-1 0 0,0 1 0 16,8-1 0-16,-3-7 0 0,-5 0-8 0,4-4 8 0,-4-8 0 16,4 4-9-16,5-8 9 0,-5 0-23 0,1-7 0 15,3 0 0-15,-8-1 0 16,0-3-119-16,0-8-24 0,0 0-5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14:27.0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20065 10196 1702 0,'0'0'37'0,"0"0"8"0,4-8 2 0,-4 0 1 0,9-3-38 0,0 3-10 15,-9 8 0-15,0 0 0 0,0 0 80 0,0-8 15 16,0 8 2-16,0 0 1 0,0 0-28 0,0 0-6 16,0 0 0-16,8 8-1 0,-8-8-7 0,9 8-2 15,-5 7 0-15,1-3 0 0,-5-1-14 0,4 5-2 16,5 3-1-16,-9 4 0 0,0 4-9 0,0 0-1 15,4 4-1-15,-4 0 0 0,0 0-5 0,0 0-1 16,0 7 0-16,0-3 0 0,0-4-8 0,-4 8-1 0,4-5-1 16,0 1 0-16,4 0 7 0,-4-4 2 0,-4 3 0 0,4-3 0 15,4 0-27-15,-4-4-6 0,0-4-1 0,0-3 0 16,0-1 15-16,0-7 0 0,0-1 0 0,4 1 0 16,-4-12-24-1,0 0-1-15,0 0-1 0,0 0-796 0,0-12-159 0</inkml:trace>
  <inkml:trace contextRef="#ctx0" brushRef="#br0" timeOffset="662.022">16747 13539 230 0,'0'0'10'0,"-4"4"2"0,4-4-12 0,-5 8 0 16,-8-4 0-16,9-1 0 0,-5 5 276 0,9-8 53 15,-8 0 11-15,8 0 1 0,0 4-199 0,0-4-40 16,-13 4-8-16,13-4-2 0,0 0-8 0,0 0-1 15,0 0-1-15,0 0 0 0,0 0-15 0,0 0-3 16,0 0-1-16,0 0 0 0,0 0-4 0,13-4-1 16,-5 0 0-16,5 4 0 0,5-4-8 0,4 0-2 15,-5 1 0-15,9-1 0 0,4 0-13 0,5 4-3 16,0 0-1-16,-9 0 0 0,13-4-18 0,0 4-3 16,0-4-1-16,0 0 0 0,0 4-9 0,9-4 0 15,-13 4 0-15,8 0 8 0,-8 0-8 0,4 0 0 0,-4 0-12 16,-9-3 12-1,4 3-113-15,1 0-15 0,-1 0-4 0,-4 0-992 0</inkml:trace>
  <inkml:trace contextRef="#ctx0" brushRef="#br0" timeOffset="1348.296">20278 16381 1209 0,'0'0'53'0,"0"0"12"0,0 0-52 0,0-8-13 0,-13 0 0 0,8 4 0 16,1-3 200-16,4-1 38 0,0-4 7 0,0 5 2 15,0-1-149-15,0 0-30 0,0 0-5 0,4-3-2 0,1 3-26 0,3-3-6 16,-3 7-1-16,-5 4 0 16,0 0 20-16,0 0 3 0,0 0 1 0,0 0 0 0,4 7-32 0,0 5-7 15,5 3-1-15,-5 9 0 0,1-1 28 0,3 8 6 16,-3 3 1-16,-5 5 0 0,0 3-33 0,-5-3-6 15,5 4-8-15,-8-1 11 0,8 4 0 0,0-3 0 16,-5-8 0-16,5 3 0 0,-4-3-11 0,4-4 0 16,0 0-12-16,0-8 12 0,0 0 0 0,0-4 0 15,0 1 0-15,4-5 12 16,9-3-201-16,-8-5-40 0,-1-3-8 0,-4-4-2 0</inkml:trace>
  <inkml:trace contextRef="#ctx0" brushRef="#br0" timeOffset="1965.978">22627 13991 1490 0,'0'0'66'0,"0"0"14"0,0 0-64 0,0 0-16 0,0 0 0 0,0 0 0 16,0 0 52-16,0 0 7 0,0 0 1 0,0 0 1 16,4-8 28-16,5 0 6 0,8 1 1 0,-8 3 0 15,8 0-24-15,5 0-4 0,4 4 0 0,-4-4-1 16,17 8-7-16,-4-4-2 0,4 0 0 0,4 0 0 15,9 0-31-15,-4 4-7 0,4 0 0 0,0-4-1 16,5-4-8-16,-9 4-2 0,-1 0 0 0,-8 0 0 16,5-4-9-16,-9 4 0 0,-1 0 0 0,1-4 0 15,0 4-18-15,-14-4-9 0,6 1-1 16,-6-1-1104-16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8:2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163 109 1376 0 0,'4'-17'3305'0'0,"-3"15"-2245"0"0,-1 2-345 0 0,0 0-150 0 0,0 0-28 0 0,0 0 13 0 0,0 0 82 0 0,0 0 37 0 0,0 0 10 0 0,0 0-27 0 0,0 0-119 0 0,0 0-56 0 0,0 0-11 0 0,0 0-22 0 0,10-4 552 0 0,-6 1-815 0 0,-1 0 1 0 0,1 0 0 0 0,-1-1-1 0 0,0 1 1 0 0,0-1 0 0 0,0 0 0 0 0,0 0-182 0 0,-2 2 316 0 0,-1 2-16 0 0,1-1-128 0 0,-1 0 0 0 0,1-1 0 0 0,-1 1 1 0 0,0 0-1 0 0,0 0 0 0 0,0-1 0 0 0,1 1 1 0 0,-1 0-1 0 0,0-1 0 0 0,-1 1 0 0 0,1 0 1 0 0,0-1-1 0 0,0 1 0 0 0,0 0 0 0 0,-1-1-172 0 0,-34-15 1440 0 0,7 7-1202 0 0,18 7-494 0 0,9 3 309 0 0,1 0 1 0 0,-1 0-1 0 0,0 0 1 0 0,0 0 0 0 0,0-1-1 0 0,1 1 1 0 0,-1 0-1 0 0,0 0 1 0 0,0-1 0 0 0,1 1-1 0 0,-1-1 1 0 0,0 1 0 0 0,1-1-1 0 0,-1 1 1 0 0,0-1-54 0 0,0 2 41 0 0,0 0 0 0 0,0 0 0 0 0,0-1 0 0 0,0 1 0 0 0,0-1-1 0 0,0 1 1 0 0,0 0 0 0 0,0-1 0 0 0,0 0 0 0 0,-1 1 0 0 0,1-1 0 0 0,0 0 0 0 0,0 0 0 0 0,0 1 0 0 0,-1-1 0 0 0,1 0-41 0 0,-4 1 111 0 0,-1 1-33 0 0,0 1 0 0 0,0 1 0 0 0,0-1 0 0 0,1 1 0 0 0,-1 0 0 0 0,1 0 0 0 0,-2 2-78 0 0,-33 35 47 0 0,34-34 40 0 0,5-6-82 0 0,1 0 0 0 0,-1 0 0 0 0,1 0 0 0 0,0 0 0 0 0,-1 0 0 0 0,1 0 0 0 0,0 0 0 0 0,0 0 0 0 0,-1 0-1 0 0,1 0 1 0 0,0 0 0 0 0,0 0 0 0 0,0 0 0 0 0,0 0 0 0 0,0 0 0 0 0,1 0 0 0 0,-1 0 0 0 0,0 0 0 0 0,0 0 0 0 0,1 0-1 0 0,-1 0 1 0 0,1 0 0 0 0,-1 0 0 0 0,1 0-5 0 0,-1 1 2 0 0,1 0 0 0 0,0 0 0 0 0,-1-1-1 0 0,1 1 1 0 0,-1 0 0 0 0,0 0 0 0 0,0 0-1 0 0,0 0 1 0 0,0 0 0 0 0,0 0 0 0 0,0 1-2 0 0,-2 3 84 0 0,1 1 0 0 0,0-1 0 0 0,0 0 0 0 0,0 1 0 0 0,1-1 0 0 0,0 1 0 0 0,0-1 1 0 0,1 1-1 0 0,0-1 0 0 0,0 0 0 0 0,0 1 0 0 0,2 1-84 0 0,-3-7 21 0 0,1 1 0 0 0,0 0 0 0 0,-1 0 0 0 0,0-1 0 0 0,1 1 0 0 0,-1 0 0 0 0,0 0 0 0 0,0 0 0 0 0,0 0 0 0 0,0 0 0 0 0,0-1 0 0 0,0 1 0 0 0,-1 0 0 0 0,1 0 0 0 0,-1 0-21 0 0,1-1 8 0 0,-1 1 1 0 0,1 0-1 0 0,0-1 0 0 0,-1 1 0 0 0,1 0 0 0 0,0 0 0 0 0,0-1 0 0 0,0 1 0 0 0,1 0 0 0 0,-1-1 1 0 0,0 1-1 0 0,1 0 0 0 0,-1-1 0 0 0,0 1 0 0 0,1 0 0 0 0,0-1 0 0 0,-1 1 0 0 0,2 0-8 0 0,-1 1 3 0 0,1-1 0 0 0,-1 0 0 0 0,1 0 0 0 0,0 0 0 0 0,-1 0-1 0 0,1 0 1 0 0,0 0 0 0 0,0-1 0 0 0,0 1 0 0 0,1-1 0 0 0,-1 1 0 0 0,0-1-1 0 0,0 0 1 0 0,1 0 0 0 0,-1 0 0 0 0,1 0 0 0 0,-1 0 0 0 0,1 0 0 0 0,0-1-1 0 0,-1 1 1 0 0,1-1 0 0 0,-1 0 0 0 0,1 0 0 0 0,0 0 0 0 0,-1 0 0 0 0,1 0-1 0 0,0 0 1 0 0,0-1-3 0 0,13-1 0 0 0,18-3 0 0 0,-27 3-182 0 0,-1-1-1 0 0,0 1 1 0 0,1-1 0 0 0,-1 0-1 0 0,4-3 183 0 0,17-3-3496 0 0,-20 6 1776 0 0</inkml:trace>
  <inkml:trace contextRef="#ctx0" brushRef="#br0" timeOffset="981.216">306 80 2760 0 0,'0'0'125'0'0,"0"-2"-3"0"0,0-3 123 0 0,0 4 895 0 0,0 1 386 0 0,0 0 70 0 0,0 0-125 0 0,0 0-598 0 0,0 0-265 0 0,0 0-52 0 0,0 0-13 0 0,0 0-14 0 0,0 0-7 0 0,0 0-2 0 0,0 0-18 0 0,0 0-71 0 0,1-8 2253 0 0,1 18 1099 0 0,-1-1-4217 0 0,1 19 659 0 0,-2-23-190 0 0,0 0 1 0 0,0 0-1 0 0,0 0 0 0 0,1 0 0 0 0,0 2-35 0 0,12 45 400 0 0,-5 0-48 0 0,-8-51-343 0 0,0 1 0 0 0,0-1 0 0 0,0 0 0 0 0,0 0 0 0 0,0 1-1 0 0,0-1 1 0 0,0 0 0 0 0,-1 0 0 0 0,1 1 0 0 0,0-1 0 0 0,-1 0-9 0 0,-1 7 41 0 0,2-7 18 0 0,0-1 31 0 0,0 0 4 0 0,0 0-12 0 0,0 0-4 0 0,0 0-45 0 0,0 0-130 0 0,0 0-11 0 0,0-6 10 0 0,0 1 98 0 0,1 0 0 0 0,-1 0 0 0 0,1 0 0 0 0,0 0 0 0 0,0 1 0 0 0,0-1 0 0 0,1 0 0 0 0,0 0 0 0 0,0 1 0 0 0,0-1 0 0 0,0 1 0 0 0,1 0 0 0 0,0-1 0 0 0,15-24 0 0 0,-5 5 0 0 0,-6 14 0 0 0,-4 4 0 0 0,0 0 0 0 0,1 1 0 0 0,0-1 0 0 0,0 1 0 0 0,1 0 0 0 0,0 1 0 0 0,-1-1 0 0 0,1 1 0 0 0,1 0 0 0 0,-1 0 0 0 0,1 0 0 0 0,3-1 0 0 0,-8 4 0 0 0,1 1 0 0 0,-1-1 0 0 0,1 1 0 0 0,-1 0 0 0 0,1-1 0 0 0,0 1 0 0 0,-1 0 0 0 0,1 0 0 0 0,0 0 0 0 0,-1 0 0 0 0,1 0 0 0 0,0 0 0 0 0,-1 1 0 0 0,1-1 0 0 0,4 1 0 0 0,-5-1 0 0 0,0 0 0 0 0,0 0 0 0 0,0 0 0 0 0,0 0 0 0 0,0 0 0 0 0,0 1 0 0 0,-1-1 0 0 0,1 0 0 0 0,0 1 0 0 0,0-1 0 0 0,0 0 0 0 0,0 1 0 0 0,-1-1 0 0 0,1 1 0 0 0,0 0 0 0 0,-1-1 0 0 0,1 1 0 0 0,0 0 0 0 0,16 11 0 0 0,-15-11 4 0 0,0 1 0 0 0,0 0 0 0 0,0 0-1 0 0,0-1 1 0 0,0 1 0 0 0,0 1 0 0 0,-1-1-1 0 0,1 0 1 0 0,-1 0 0 0 0,1 1 0 0 0,-1-1-1 0 0,0 1 1 0 0,0-1 0 0 0,0 1 0 0 0,0-1 0 0 0,0 1-1 0 0,-1 0 1 0 0,1-1 0 0 0,-1 2-4 0 0,12 32-65 0 0,-9-27 90 0 0,0 0 0 0 0,0 0 0 0 0,-1 0 0 0 0,0 1-25 0 0,11 42 317 0 0,-9-43-430 0 0,-3-18 131 0 0,1-15 365 0 0,4 1 69 0 0,-4 12-316 0 0,1 0-1 0 0,1 1 1 0 0,2-6-136 0 0,-2 7-296 0 0,-1 5 154 0 0,-1-1 1 0 0,0 0-1 0 0,0 0 0 0 0,0 0 1 0 0,0 0-1 0 0,-1 0 1 0 0,0 0-1 0 0,0-1 0 0 0,0-2 142 0 0,-1 5 0 0 0,1 0 0 0 0,0 1 0 0 0,-1-1 0 0 0,1 0 0 0 0,1 0 0 0 0,-1 0 0 0 0,0 1 0 0 0,1-1 0 0 0,-1 1 0 0 0,1-1 0 0 0,0 0 0 0 0,6-10 0 0 0,-5 10 115 0 0,1-1-1 0 0,-1 0 0 0 0,1 1 0 0 0,-1 0 0 0 0,1 0 0 0 0,0 0 0 0 0,1 0 1 0 0,-1 1-1 0 0,0 0 0 0 0,1 0 0 0 0,-1 0 0 0 0,1 0 0 0 0,0 0 1 0 0,-1 1-1 0 0,1 0 0 0 0,3 0-114 0 0,-4 1 149 0 0,18-1-132 0 0,-21 1-17 0 0,0-1 0 0 0,1 1-1 0 0,-1 0 1 0 0,0 1 0 0 0,0-1 0 0 0,1 0 0 0 0,-1 0 0 0 0,0 0 0 0 0,0 1 0 0 0,0-1 0 0 0,1 1-1 0 0,-1-1 1 0 0,0 1 0 0 0,0-1 0 0 0,0 1 0 0 0,0 0 0 0 0,9 3 1 0 0,-4-1-70 0 0,0-1-1 0 0,-1 1 0 0 0,1 1 0 0 0,-1-1 1 0 0,0 1-1 0 0,0 0 0 0 0,0 0 1 0 0,0 0-1 0 0,-1 1 0 0 0,0 0 0 0 0,0 0 1 0 0,0 0-1 0 0,0 0 0 0 0,0 2 70 0 0,7 11 115 0 0,-4-7-15 0 0,-1 0 1 0 0,0 0-1 0 0,1 5-100 0 0,2 6 115 0 0,-6-16-66 0 0,0 0 1 0 0,-1 1-1 0 0,0-1 0 0 0,1 7-49 0 0,0-6-1861 0 0,-3-7 754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8:3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14 1376 0 0,'0'0'367'0'0,"0"0"1002"0"0,-3-3 1605 0 0,1 2 3836 0 0,2 1-6766 0 0,0 0 1 0 0,0-1 0 0 0,-1 1-1 0 0,1 0 1 0 0,0 0 0 0 0,0 0 0 0 0,0 0-1 0 0,0-1 1 0 0,-1 1 0 0 0,1 0-1 0 0,0 0 1 0 0,0 0 0 0 0,0 0-1 0 0,0 0 1 0 0,-1 0 0 0 0,1 0 0 0 0,0 0-1 0 0,0 0 1 0 0,0 0 0 0 0,-1 0-1 0 0,1 0 1 0 0,0 0 0 0 0,0 0-1 0 0,-1 0 1 0 0,1 0 0 0 0,0 0 0 0 0,0 0-1 0 0,0 0 1 0 0,-1 0 0 0 0,1 0-1 0 0,0 0 1 0 0,0 0 0 0 0,0 0 0 0 0,-1 0-1 0 0,1 0 1 0 0,0 0 0 0 0,0 1-1 0 0,0-1 1 0 0,0 0 0 0 0,-1 0-1 0 0,1 0 1 0 0,0 0 0 0 0,0 0 0 0 0,0 1-1 0 0,0-1 1 0 0,0 0 0 0 0,0 0-1 0 0,-1 0-44 0 0,4 13 391 0 0,-3-12-288 0 0,1 1 0 0 0,-1 0 1 0 0,0 0-1 0 0,1 0 0 0 0,-1-1 0 0 0,0 1 0 0 0,0 0 0 0 0,0 2-103 0 0,-2 2 175 0 0,1 1 1 0 0,0 0-1 0 0,0 0 1 0 0,0-1-1 0 0,1 1 1 0 0,0 0-1 0 0,1 0 1 0 0,-1 0-1 0 0,1 0 1 0 0,1-1-1 0 0,-1 1 1 0 0,1 0-1 0 0,1 2-175 0 0,-1-6-31 0 0,-1-1 0 0 0,0 0 0 0 0,0 1 0 0 0,0-1 0 0 0,-1 1-1 0 0,1-1 1 0 0,-1 1 0 0 0,1-1 0 0 0,-1 1 0 0 0,0-1 0 0 0,0 1 0 0 0,0 0 0 0 0,0-1 0 0 0,0 1-1 0 0,-1-1 1 0 0,1 1 0 0 0,-1-1 0 0 0,0 1 0 0 0,0-1 0 0 0,1 1 0 0 0,-2-1 0 0 0,1 0 0 0 0,0 1-1 0 0,0-1 1 0 0,-1 0 0 0 0,1 0 0 0 0,-2 1 31 0 0,19-28 2937 0 0,-7 10-2811 0 0,-1 0 0 0 0,5-15-126 0 0,-11 23-12 0 0,1 0 0 0 0,0 1 0 0 0,1-1 0 0 0,-1 1 0 0 0,1 0 0 0 0,1 0 0 0 0,-1 0 0 0 0,5-5 12 0 0,3-2 0 0 0,-10 10 0 0 0,0 1 0 0 0,0-1 0 0 0,1 1 0 0 0,-1 0 0 0 0,0 0 0 0 0,1 0 0 0 0,0 0 0 0 0,-1 0 0 0 0,1 0 0 0 0,0 1 0 0 0,0-1 0 0 0,0 1 0 0 0,0 0 0 0 0,0 0 0 0 0,2 0 0 0 0,-4 0 0 0 0,0 1 0 0 0,1-1 0 0 0,-1 1 0 0 0,1 0 0 0 0,-1-1 0 0 0,0 1 0 0 0,1 0 0 0 0,-1 0 0 0 0,0 0 0 0 0,1 0 0 0 0,-1 1 0 0 0,1-1 0 0 0,-1 0 0 0 0,0 0 0 0 0,2 1 0 0 0,3 0 0 0 0,2 0 0 0 0,12 4 14 0 0,-18-4 50 0 0,9 6 66 0 0,-7-3-89 0 0,-1-1 0 0 0,1 1 0 0 0,-1 1 0 0 0,0-1 0 0 0,0 0 0 0 0,0 1 0 0 0,-1 0 0 0 0,1-1 0 0 0,-1 1 0 0 0,0 0-41 0 0,5 12 70 0 0,-5-10-81 0 0,0 0 1 0 0,-1 0-1 0 0,0 1 0 0 0,0-1 0 0 0,0 1 0 0 0,-1 5 11 0 0,0-10 16 0 0,0 0 1 0 0,1 1-1 0 0,-1-1 1 0 0,1 0-1 0 0,0 0 1 0 0,0 0-1 0 0,0 0 1 0 0,0-1-1 0 0,1 2-16 0 0,-1-3 53 0 0,-1-1-15 0 0,0 0-102 0 0,0 0 16 0 0,0 0 94 0 0,0 0 40 0 0,0 0 8 0 0,1-1-14 0 0,10-22-64 0 0,6-13 38 0 0,-14 29-52 0 0,0 0 1 0 0,0 0-1 0 0,1 1 1 0 0,1-3-3 0 0,3-4 0 0 0,-3 6-21 0 0,-1 0 0 0 0,2 0 0 0 0,-1 0 0 0 0,1 1 0 0 0,0-1-1 0 0,0 1 1 0 0,1 1 0 0 0,6-5 21 0 0,4 1 97 0 0,-5 3-97 0 0,-8 7 0 0 0,-2 0 0 0 0,23 7-1 0 0,-23-7 12 0 0,0 0-1 0 0,1 0 1 0 0,-1 0 0 0 0,0 0-1 0 0,1-1 1 0 0,-1 1-1 0 0,1-1 1 0 0,-1 1-1 0 0,1-1 1 0 0,-1 0 0 0 0,1 0-1 0 0,-1 0 1 0 0,1 0-1 0 0,-1-1 1 0 0,0 1-1 0 0,1-1 1 0 0,-1 1 0 0 0,1-1-11 0 0,-2 0 9 0 0,1 1-1 0 0,-1 0 1 0 0,0-1 0 0 0,0 1 0 0 0,1 0 0 0 0,-1 0 0 0 0,0-1 0 0 0,1 1 0 0 0,-1 0 0 0 0,1 1 0 0 0,-1-1 0 0 0,0 0-1 0 0,0 0 1 0 0,1 0 0 0 0,-1 1 0 0 0,0-1 0 0 0,1 1 0 0 0,-1-1 0 0 0,0 1 0 0 0,0-1 0 0 0,0 1 0 0 0,1 0 0 0 0,-1-1-1 0 0,0 1 1 0 0,0 0 0 0 0,0 0 0 0 0,0 0 0 0 0,0 0-9 0 0,4 4 67 0 0,-1 1 0 0 0,1 0 1 0 0,-1 0-1 0 0,3 6-67 0 0,0-2 140 0 0,1 4 34 0 0,-1 0-1 0 0,0 0 0 0 0,2 9-173 0 0,-5-3 145 0 0,-2-9-132 0 0,6 27 120 0 0,-7-28-189 0 0,-1-8-301 0 0,0-2-117 0 0,0 0-936 0 0,0-1-3830 0 0,3-3-1641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8:3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2304 0 0,'0'0'332'0'0,"0"0"555"0"0,0 0 243 0 0,0 0 50 0 0,0 0-41 0 0,0 0-218 0 0,0 0-97 0 0,0 0-21 0 0,0 0-25 0 0,0 0-90 0 0,0 0-44 0 0,0 0-10 0 0,0 0-26 0 0,0 0-100 0 0,0 0-42 0 0,0 0-8 0 0,0 0-9 0 0,1-1-26 0 0,1-1-853 0 0,4-4 3034 0 0,-5 6-2574 0 0,-1 0 0 0 0,0 0 0 0 0,0 0 0 0 0,0 0 0 0 0,0 0 0 0 0,0 0 0 0 0,0 0 0 0 0,0 0 0 0 0,0 0 0 0 0,0 0 1 0 0,1 0-1 0 0,-1 0 0 0 0,0 0 0 0 0,0 0 0 0 0,0 0 0 0 0,0 0 0 0 0,0 0 0 0 0,0 0 0 0 0,0 0 0 0 0,0 0 0 0 0,1 0 0 0 0,-1 0 1 0 0,0 0-1 0 0,0 0 0 0 0,0 0 0 0 0,0 0 0 0 0,0 0 0 0 0,0 0 0 0 0,0 0 0 0 0,0 1 0 0 0,0-1 0 0 0,1 0 0 0 0,-1 0 0 0 0,0 0 0 0 0,0 0 1 0 0,0 0-1 0 0,0 0 0 0 0,0 0 0 0 0,0 0 0 0 0,0 0 0 0 0,0 0 0 0 0,0 1 0 0 0,0-1 0 0 0,0 0 0 0 0,0 0 0 0 0,0 0 0 0 0,0 0 1 0 0,0 0-1 0 0,0 0 0 0 0,0 0 0 0 0,0 0 0 0 0,0 1 0 0 0,0-1 0 0 0,0 0 0 0 0,0 0 0 0 0,0 0 0 0 0,0 0 0 0 0,0 0 0 0 0,0 0 1 0 0,0 0-1 0 0,0 0 0 0 0,0 1 0 0 0,0-1-30 0 0,0 1 202 0 0,0-1-2 0 0,0 2 3 0 0,-1 7-5 0 0,1-5-115 0 0,0 0-1 0 0,0 1 0 0 0,0-1 1 0 0,1 0-1 0 0,-1 1 1 0 0,1-1-1 0 0,0 0 0 0 0,1 4-82 0 0,-1-5 57 0 0,0 0-1 0 0,0 0 0 0 0,-1 0 0 0 0,1 0 0 0 0,-1 1 0 0 0,0-1 1 0 0,0 0-1 0 0,0 0 0 0 0,0 1 0 0 0,-1-1 0 0 0,0 2-56 0 0,-1 15 225 0 0,0-2-88 0 0,2-16-129 0 0,-1 0 0 0 0,1 0 0 0 0,0 0 0 0 0,0 0 0 0 0,0 0 0 0 0,0 0 0 0 0,0 0 0 0 0,0 0 0 0 0,0 0 0 0 0,1 0 0 0 0,-1 0 0 0 0,1 0 0 0 0,-1 0 0 0 0,1 0-8 0 0,1 3 13 0 0,-1-3 1 0 0,0 0 0 0 0,-1 0 0 0 0,1 0 0 0 0,-1 0 0 0 0,0 0 0 0 0,1 0 0 0 0,-1 1 0 0 0,0-1 0 0 0,0 0 0 0 0,0 0 0 0 0,-1 2-14 0 0,1 0 4 0 0,0-3 128 0 0,3-38 645 0 0,14-23-611 0 0,8 8-100 0 0,-22 47-66 0 0,-1-1 0 0 0,1 1 0 0 0,0 0 0 0 0,1 0 0 0 0,-1 0 0 0 0,1 1 0 0 0,0-1 0 0 0,0 1 0 0 0,4-4 0 0 0,-3 3 0 0 0,-5 3 0 0 0,-1 2 0 0 0,1-1 0 0 0,0 1 0 0 0,0-1 0 0 0,-1 0 0 0 0,1 1 0 0 0,0-1 0 0 0,0 0 0 0 0,0 1 0 0 0,0-1 0 0 0,0 0 0 0 0,0 1 0 0 0,0-1 0 0 0,0 1 0 0 0,0-1 0 0 0,0 0 0 0 0,0 1 0 0 0,1-1 0 0 0,-1 0 0 0 0,0 1 0 0 0,0-1 0 0 0,0 1 0 0 0,1-1 0 0 0,3-5 0 0 0,-3 5 2 0 0,-1 0-1 0 0,1 1 1 0 0,-1-1-1 0 0,1 0 1 0 0,-1 1-1 0 0,1-1 1 0 0,-1 1-1 0 0,1-1 0 0 0,0 1 1 0 0,-1-1-1 0 0,1 1 1 0 0,0 0-1 0 0,-1-1 1 0 0,1 1-1 0 0,0 0 1 0 0,0 0-1 0 0,-1-1 1 0 0,1 1-1 0 0,0 0 0 0 0,0 0 1 0 0,0 0-1 0 0,-1 0 1 0 0,1 0-1 0 0,0 0 1 0 0,0 0-1 0 0,0 0 1 0 0,-1 0-1 0 0,1 0 1 0 0,0 1-2 0 0,3-1 29 0 0,3-1 14 0 0,4 0 81 0 0,-8 1-110 0 0,-1 1 0 0 0,0 0 0 0 0,0 0 1 0 0,1 0-1 0 0,-1 0 0 0 0,0 0 0 0 0,0 1 0 0 0,1 0-14 0 0,0 0 8 0 0,1 1-2 0 0,0-1-1 0 0,0 1 0 0 0,0 0 0 0 0,-1 0 0 0 0,1 0 0 0 0,-1 1 0 0 0,0-1 0 0 0,0 1 0 0 0,0 0 0 0 0,-1 0 0 0 0,3 3-5 0 0,1 7 0 0 0,-4-12 0 0 0,-1 0 0 0 0,0 0 0 0 0,0 0 0 0 0,0 0 0 0 0,-1 1 0 0 0,1-1 0 0 0,0 0 0 0 0,-1 1 0 0 0,8 25 0 0 0,-7-23 0 0 0,1-1 0 0 0,-1 1 0 0 0,0-1 0 0 0,0 1 0 0 0,0 0 0 0 0,-1 2 0 0 0,0-4 0 0 0,3 14 0 0 0,0-6 0 0 0,-3-11 0 0 0,0 1 0 0 0,0-1 0 0 0,0 0 0 0 0,0 0 0 0 0,0 0 0 0 0,0 0 0 0 0,0 1 0 0 0,0-1 0 0 0,0 0 0 0 0,0 0 0 0 0,0 0 0 0 0,0 0 0 0 0,0 1 0 0 0,0-1 0 0 0,0 0 0 0 0,0 0 0 0 0,1 0 0 0 0,-1 0 0 0 0,0 0 0 0 0,0 0 0 0 0,0 1 0 0 0,0-1 0 0 0,0 0 0 0 0,0 0 0 0 0,1 0 0 0 0,-1 0 0 0 0,0 0 0 0 0,0 0 0 0 0,0 0 0 0 0,0 0 0 0 0,1 0 0 0 0,-1 0 0 0 0,0 0 0 0 0,0 0 0 0 0,0 0 0 0 0,0 0 0 0 0,1 0 0 0 0,-1 0 0 0 0,0 0 0 0 0,0 0 0 0 0,0 0 0 0 0,0 0 0 0 0,1 0 0 0 0,-1 0 0 0 0,0 0 0 0 0,0 0 0 0 0,0 0 0 0 0,0 0 0 0 0,0 0 0 0 0,1 0 0 0 0,-1 0 0 0 0,0-1 0 0 0,0 1 0 0 0,0 0 0 0 0,0 0 0 0 0,0 0 0 0 0,0 0 0 0 0,1 0 0 0 0,-1 0 0 0 0,0-1 0 0 0,0 1 0 0 0,7-9 0 0 0,-6 7 0 0 0,5-5 0 0 0,0-1 0 0 0,-1-1 0 0 0,3-5 0 0 0,2-4 0 0 0,36-63 114 0 0,-31 68 90 0 0,-13 12-182 0 0,0-1 0 0 0,-1 1 0 0 0,1-1 0 0 0,0 0 0 0 0,0 0 0 0 0,-1 1 0 0 0,2-2-22 0 0,-1-1 0 0 0,-1 2 0 0 0,0 0 0 0 0,0 0 0 0 0,0 1 0 0 0,0-1 0 0 0,1 1 0 0 0,-1-1 0 0 0,0 1 0 0 0,1 0 0 0 0,-1-1 0 0 0,1 1 0 0 0,0 0 0 0 0,-1 0 0 0 0,1 0 0 0 0,1-1 0 0 0,-1 1-2 0 0,0 0 0 0 0,1-1 0 0 0,-1 1 0 0 0,0 0 0 0 0,1 0 0 0 0,-1 0 0 0 0,1 0 0 0 0,-1 0 0 0 0,1 1 0 0 0,0-1 0 0 0,-1 1 0 0 0,1 0 0 0 0,-1 0 0 0 0,1 0 0 0 0,0 0 0 0 0,-1 0 0 0 0,1 0 0 0 0,0 1 0 0 0,-1-1 0 0 0,1 1 0 0 0,-1 0 0 0 0,1-1 0 0 0,-1 1 0 0 0,1 1 0 0 0,-1-1 0 0 0,0 0 0 0 0,1 1 0 0 0,-1-1 0 0 0,0 1 0 0 0,0-1 0 0 0,0 1 0 0 0,0 0 2 0 0,0 1 0 0 0,0-1 0 0 0,0 0 0 0 0,0 0 0 0 0,-1 1 0 0 0,1-1 0 0 0,-1 1 0 0 0,1-1 0 0 0,-1 1 0 0 0,0 0 0 0 0,0-1 0 0 0,0 1 0 0 0,0 0 0 0 0,6 17 0 0 0,-4-14 6 0 0,0 1 0 0 0,-1-1 0 0 0,0 1 0 0 0,0 0 0 0 0,-1 0 0 0 0,0 0 0 0 0,0 6-6 0 0,5 21 97 0 0,1 30 7 0 0,-6-54-61 0 0,-1-3-43 0 0,0-6-59 0 0,0-1-33 0 0,0 0-11 0 0,0 0-119 0 0,7-8-1440 0 0,-2-3 682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8:3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1376 0 0,'0'0'251'0'0,"0"0"514"0"0,0 0 224 0 0,0 0 47 0 0,0 0-58 0 0,0 0-292 0 0,0 0-129 0 0,0 0-21 0 0,0 0-18 0 0,0 0-52 0 0,0-2-18 0 0,0-5-6 0 0,0 5-6 0 0,0 2-16 0 0,0 0-4 0 0,0 0 0 0 0,0 0 48 0 0,0 0 202 0 0,0 0 92 0 0,0 0 11 0 0,0 0-22 0 0,0 0-118 0 0,0 0-56 0 0,0 0-11 0 0,0 0-21 0 0,0 0-80 0 0,0 0-40 0 0,1-2-5 0 0,-1 2-369 0 0,0 0-1 0 0,0-1 1 0 0,0 1-1 0 0,1 0 1 0 0,-1-1-1 0 0,0 1 1 0 0,0 0-1 0 0,0 0 1 0 0,0-1-1 0 0,1 1 1 0 0,-1 0-1 0 0,0 0 1 0 0,0 0-1 0 0,0-1 1 0 0,1 1-1 0 0,-1 0 1 0 0,0 0-1 0 0,0 0 1 0 0,1 0-1 0 0,-1-1 1 0 0,0 1-1 0 0,0 0 1 0 0,1 0-1 0 0,-1 0 1 0 0,0 0-1 0 0,1 0 1 0 0,-1 0-1 0 0,0 0 1 0 0,1 0-1 0 0,-1 0 1 0 0,0 0-1 0 0,0 0 1 0 0,1 0-1 0 0,-1 0 1 0 0,0 0-1 0 0,1 0 1 0 0,-1 0-1 0 0,0 0 1 0 0,1 0-1 0 0,-1 0 1 0 0,0 1-1 0 0,0-1 1 0 0,1 0-1 0 0,-1 0 1 0 0,0 0-1 0 0,0 0-46 0 0,1 2 94 0 0,0-1 0 0 0,-1 1 0 0 0,1-1-1 0 0,-1 0 1 0 0,1 1 0 0 0,-1-1 0 0 0,0 1-1 0 0,1-1 1 0 0,-1 1 0 0 0,0-1 0 0 0,0 1-1 0 0,0 1-93 0 0,0 10 200 0 0,1 1 0 0 0,2 10-200 0 0,-3-19 19 0 0,0 0 0 0 0,0 0 0 0 0,0-1-1 0 0,0 1 1 0 0,-1 0 0 0 0,0 1-19 0 0,-1 15 53 0 0,-1 2 236 0 0,15-34-72 0 0,-2-2-114 0 0,-1-1 0 0 0,0 0-1 0 0,3-11-102 0 0,-2 6 196 0 0,11-16-196 0 0,-10 17-10 0 0,-9 15 6 0 0,-1 0 1 0 0,1 0-1 0 0,0 0 0 0 0,0 1 1 0 0,0-1-1 0 0,0 1 1 0 0,0-1-1 0 0,0 1 0 0 0,1-1 1 0 0,-1 1-1 0 0,1 0 0 0 0,0 0 1 0 0,0 1-1 0 0,-1-1 1 0 0,1 0-1 0 0,0 1 0 0 0,2-1 4 0 0,14-5 190 0 0,-18 6 54 0 0,8 3 218 0 0,14 12-922 0 0,-22-14 449 0 0,-1 1 1 0 0,1-1-1 0 0,0 1 1 0 0,0 0-1 0 0,-1 0 0 0 0,1 0 1 0 0,0-1-1 0 0,-1 1 1 0 0,1 0-1 0 0,-1 0 0 0 0,1 0 1 0 0,-1 0-1 0 0,0 0 1 0 0,1 0-1 0 0,-1 0 0 0 0,0 0 1 0 0,0 0-1 0 0,1 0 1 0 0,-1 0-1 0 0,0 0 1 0 0,0 0-1 0 0,0 0 0 0 0,0 1 11 0 0,-1 0 41 0 0,1 0 0 0 0,0 0 0 0 0,-1 0 0 0 0,1 0 0 0 0,0 0-1 0 0,0 0 1 0 0,1 0 0 0 0,-1 0 0 0 0,0 0 0 0 0,1 0 0 0 0,-1 0-1 0 0,1 0 1 0 0,0 0 0 0 0,-1 0 0 0 0,1 0 0 0 0,0 0 0 0 0,0-1-1 0 0,0 1 1 0 0,2 1-41 0 0,-1 3 0 0 0,0-1 0 0 0,0 0 0 0 0,-1 1 0 0 0,1 0 0 0 0,0 3 0 0 0,-1-1 0 0 0,-1 5 0 0 0,-2 9 0 0 0,5-14 0 0 0,-2-8 0 0 0,0 0 0 0 0,-1 0 0 0 0,1 0 0 0 0,-1 1 0 0 0,1-1 0 0 0,-1 0 0 0 0,1 0 0 0 0,0 0 0 0 0,-1-1 0 0 0,1 1 0 0 0,-1 0 0 0 0,1 0 0 0 0,-1 0 0 0 0,1 0 0 0 0,-1 0 0 0 0,1-1 0 0 0,-1 1 0 0 0,1 0 0 0 0,-1 0 0 0 0,1-1 0 0 0,-1 1 0 0 0,1-1 0 0 0,-1 1 0 0 0,1 0 0 0 0,-1-1 0 0 0,0 1 0 0 0,1-1 0 0 0,-1 1 0 0 0,0-1 0 0 0,1 1 0 0 0,-1-1 0 0 0,0 1 0 0 0,0-1 0 0 0,1 1 0 0 0,8-19 0 0 0,-8 14-50 0 0,1 1-1 0 0,0 0 1 0 0,0 0-1 0 0,0-1 0 0 0,1 1 1 0 0,-1 1-1 0 0,1-1 1 0 0,0 0-1 0 0,0 1 1 0 0,4-4 50 0 0,13-17-228 0 0,-17 20 221 0 0,0 0-1 0 0,0 1 1 0 0,0-1 0 0 0,0 1-1 0 0,1-1 1 0 0,0 1 0 0 0,0 0 0 0 0,0 0-1 0 0,0 1 1 0 0,0-1 0 0 0,0 1-1 0 0,1 0 1 0 0,-1 0 0 0 0,1 1-1 0 0,-1-1 1 0 0,1 1 0 0 0,0 0 0 0 0,-1 0-1 0 0,5 0 8 0 0,-2 0 0 0 0,-5 1 0 0 0,0 0 0 0 0,0 0 0 0 0,0-1 0 0 0,1 2 0 0 0,-1-1 0 0 0,0 0 0 0 0,0 0 0 0 0,0 1 0 0 0,1 0 0 0 0,0 0 8 0 0,0 0 0 0 0,0 0 0 0 0,0 0 0 0 0,-1 1 0 0 0,1 0 0 0 0,0-1 0 0 0,-1 1 0 0 0,0 0 0 0 0,1 0 0 0 0,-1 0 0 0 0,0 1 0 0 0,0-1 0 0 0,0 0 0 0 0,0 1 0 0 0,0-1 0 0 0,-1 1 0 0 0,1 1-8 0 0,9 18 169 0 0,-8-18-125 0 0,-1 0 0 0 0,0-1 0 0 0,0 1 0 0 0,-1 0-1 0 0,1 0 1 0 0,0 3-44 0 0,3 19 183 0 0,-2-18-137 0 0,-1 1-1 0 0,-1 0 0 0 0,0-1 0 0 0,0 2-45 0 0,0-7 48 0 0,2 7-36 0 0,-2 0-28 0 0,-1-8-90 0 0,0-2-130 0 0,0 0-55 0 0,0 0-12 0 0,0 0-145 0 0,7-8-1925 0 0,-2 0 1002 0 0</inkml:trace>
  <inkml:trace contextRef="#ctx0" brushRef="#br0" timeOffset="734.123">619 63 3680 0 0,'0'0'167'0'0,"0"0"238"0"0,0 0 897 0 0,0 0 393 0 0,0 0 81 0 0,0 0-96 0 0,0 0-463 0 0,0 0-199 0 0,0 0-40 0 0,0 0-62 0 0,0 0-225 0 0,0 0-98 0 0,2-2-17 0 0,12-13 553 0 0,-12 13-569 0 0,-2 2 0 0 0,0 0-26 0 0,0 0-113 0 0,0 0-49 0 0,0 0-11 0 0,0 0-34 0 0,0 0-142 0 0,0 0-66 0 0,8 4 416 0 0,-5 1-338 0 0,0 1 0 0 0,-1-1 0 0 0,0 0-1 0 0,0 0 1 0 0,0 1 0 0 0,-1-1 0 0 0,1 6-197 0 0,18 71 400 0 0,-16-61-400 0 0,-4-13 14 0 0,0-6 51 0 0,6-7-8 0 0,-3 3-78 0 0,-2 1 14 0 0,0 0-1 0 0,0 1 1 0 0,0-1 0 0 0,0 0 0 0 0,0 0 0 0 0,0 0-1 0 0,0 0 1 0 0,-1 0 0 0 0,1 0 0 0 0,0 0 0 0 0,0 0-1 0 0,-1-1 1 0 0,1 1 0 0 0,-1 0 0 0 0,1 0 0 0 0,-1-1-1 0 0,1 0 8 0 0,0-1 5 0 0,0 0 0 0 0,0 1 0 0 0,0-1-1 0 0,1 1 1 0 0,-1-1 0 0 0,1 1 0 0 0,-1-1-1 0 0,2 1-4 0 0,8-16 26 0 0,-4-2-34 0 0,-4 13 0 0 0,-1 0 0 0 0,1 0 0 0 0,1 1 0 0 0,-1-1 0 0 0,1 1 0 0 0,0 0 0 0 0,5-6 8 0 0,-3 5 13 0 0,1 0 0 0 0,0 1 0 0 0,0 0-1 0 0,0 0 1 0 0,8-4-13 0 0,-13 9 0 0 0,1-1-5 0 0,0 0-1 0 0,0 0 1 0 0,-1 1 0 0 0,1-1 0 0 0,0 1-1 0 0,1 0 1 0 0,-1 0 0 0 0,0 0-1 0 0,0 1 1 0 0,0-1 5 0 0,7-2 0 0 0,-4 1 60 0 0,12 3-120 0 0,-16-1 53 0 0,5 0 3 0 0,9 13 4 0 0,-13-8 0 0 0,0-1 0 0 0,0 1 0 0 0,0 0 0 0 0,0 0 0 0 0,-1 0 0 0 0,0 1 0 0 0,0-1 0 0 0,0 0 0 0 0,-1 1 0 0 0,1 3 0 0 0,9 27 0 0 0,-10-34 0 0 0,0 1 0 0 0,0-1 0 0 0,-1 1 0 0 0,1 0 0 0 0,-1-1 0 0 0,0 1 0 0 0,0 1 0 0 0,1 8 0 0 0,3-4 0 0 0,4-3 0 0 0,-7-5 0 0 0,-1-1 0 0 0,1 1 0 0 0,0 0 0 0 0,-1 0 0 0 0,1 0 0 0 0,0-1 0 0 0,-1 1 0 0 0,1 0 0 0 0,-1 0 0 0 0,1-1 0 0 0,-1 1 0 0 0,1 0 0 0 0,-1-1 0 0 0,1 1 0 0 0,-1-1 0 0 0,1 1 0 0 0,-1-1 0 0 0,1 1 0 0 0,-1-1 0 0 0,0 1 0 0 0,1-1 0 0 0,9-15 0 0 0,-6 11 0 0 0,15-30 0 0 0,-15 28 0 0 0,-1-1 0 0 0,1 1 0 0 0,1 0 0 0 0,-1 1 0 0 0,1-1 0 0 0,0 1 0 0 0,4-4 0 0 0,-2 4 0 0 0,-6 5 0 0 0,0-1 0 0 0,0 1 0 0 0,0 0 0 0 0,1 0 0 0 0,-1 0 0 0 0,0 0 0 0 0,1 0 0 0 0,-1 0 0 0 0,1 1 0 0 0,-1-1 0 0 0,1 0 0 0 0,0 1 0 0 0,24-8 0 0 0,-23 8 15 0 0,-1 0 1 0 0,1 0-1 0 0,0 0 0 0 0,-1 0 0 0 0,1 0 0 0 0,-1 1 1 0 0,1 0-1 0 0,0-1 0 0 0,-1 1 0 0 0,1 0-15 0 0,7 2 96 0 0,-9-3-100 0 0,0 0-1 0 0,0 0 0 0 0,0 0 1 0 0,1 0-1 0 0,-1 0 0 0 0,0 1 1 0 0,0-1-1 0 0,0 0 0 0 0,1 1 1 0 0,-1-1-1 0 0,0 1 0 0 0,0-1 0 0 0,0 1 1 0 0,0-1-1 0 0,0 1 0 0 0,0 0 1 0 0,0 0-1 0 0,0-1 0 0 0,0 1 1 0 0,0 0-1 0 0,0 0 0 0 0,-1 0 1 0 0,2 1 4 0 0,0 2-35 0 0,4 2 25 0 0,-2 1 1 0 0,1 0 0 0 0,-1 0 0 0 0,0 0 0 0 0,0 1-1 0 0,-1 0 1 0 0,0-1 0 0 0,1 4 9 0 0,3 15-24 0 0,5 24 24 0 0,-9-38 0 0 0,-1 4-545 0 0,0-13-960 0 0,-2-3-365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8:3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2304 0 0,'0'0'436'0'0,"0"0"991"0"0,0 0 431 0 0,0 0 87 0 0,0 0-174 0 0,0 0-816 0 0,0-4-763 0 0,1 3 1949 0 0,-1 2 4788 0 0,2 6-6732 0 0,-1-3-73 0 0,0-1 0 0 0,0 1-1 0 0,-1-1 1 0 0,1 1 0 0 0,-1 0 0 0 0,1-1 0 0 0,-2 3-124 0 0,-2 13 195 0 0,2-9-142 0 0,-1-1 0 0 0,1 1-1 0 0,1-1 1 0 0,0 1 0 0 0,0-1 0 0 0,1 1 0 0 0,0-1-1 0 0,1 5-52 0 0,1-2 11 0 0,-2-10 45 0 0,-1-2 21 0 0,0 0 5 0 0,0 0 4 0 0,2 0 2 0 0,1-2-59 0 0,-1 1 0 0 0,1-1 0 0 0,0 1 0 0 0,-1-1-1 0 0,1 0 1 0 0,-1 0 0 0 0,0 0 0 0 0,0 0 0 0 0,2-2-29 0 0,21-28 122 0 0,-13 17-104 0 0,-6 6-18 0 0,1 0 0 0 0,-1-1 0 0 0,5-10 0 0 0,-10 18 0 0 0,1 1 0 0 0,0-1 0 0 0,0 0 0 0 0,-1 1 0 0 0,1-1 0 0 0,0 1 0 0 0,0 0 0 0 0,1 0 0 0 0,-1 0 0 0 0,0 0 0 0 0,0 0 0 0 0,0 0 0 0 0,2 0 0 0 0,-1 0 0 0 0,1 1 0 0 0,-1 0 0 0 0,1-1 0 0 0,0 1 0 0 0,-1 1 0 0 0,1-1 0 0 0,-1 0 0 0 0,1 1 0 0 0,-1 0 0 0 0,1 0 0 0 0,1 0 0 0 0,3 5 0 0 0,10 11 0 0 0,-15-15 5 0 0,-1 1-1 0 0,0 0 1 0 0,0 0-1 0 0,0 1 1 0 0,0-1-1 0 0,-1 0 0 0 0,1 0 1 0 0,-1 1-1 0 0,0-1 1 0 0,0 1-1 0 0,1 3-4 0 0,3 9 45 0 0,-4-12-30 0 0,0 0 1 0 0,0 0 0 0 0,0-1-1 0 0,-1 1 1 0 0,1 0 0 0 0,-1 0 0 0 0,0 0-1 0 0,0-1 1 0 0,0 4-16 0 0,-1 12 96 0 0,17-33-43 0 0,-13 12-53 0 0,-1-1 0 0 0,0 0 0 0 0,0 0 0 0 0,0 0 0 0 0,0 0 0 0 0,0 0 0 0 0,0 0 0 0 0,-1-1 0 0 0,0 1 0 0 0,1 0 0 0 0,-1-1 0 0 0,0 1 0 0 0,-1-1 0 0 0,2-2 0 0 0,0-1 0 0 0,0 0 0 0 0,1 1 0 0 0,0 0 0 0 0,0-1 0 0 0,1 1 0 0 0,-1 1 0 0 0,2-3 0 0 0,-3 5 0 0 0,-2 2-1 0 0,1 0 1 0 0,-1 0-1 0 0,1 0 0 0 0,-1 0 0 0 0,1 0 0 0 0,-1 0 0 0 0,1 0 0 0 0,0 0 1 0 0,0 0-1 0 0,-1 1 0 0 0,1-1 0 0 0,0 0 0 0 0,0 1 0 0 0,0-1 1 0 0,0 0-3 0 0,-1 1 0 0 0,1 0 1 0 0,0 0-1 0 0,-1 0 0 0 0,1 0 0 0 0,0 0 0 0 0,-1 0 0 0 0,1 0 0 0 0,-1 0 0 0 0,1 0 0 0 0,0 0 0 0 0,-1 0 0 0 0,1 0 0 0 0,0 0 0 0 0,-1 1 0 0 0,1-1 0 0 0,-1 0 1 0 0,1 0-1 0 0,0 1 3 0 0,-1-1-5 0 0,2 0 5 0 0,-1 0 0 0 0,0 0 0 0 0,0 0 0 0 0,1 0 0 0 0,-1 1 0 0 0,0-1 0 0 0,0 0 0 0 0,0 1 0 0 0,0-1 0 0 0,1 0 0 0 0,-1 1 0 0 0,0 0 0 0 0,0-1 0 0 0,0 1 0 0 0,0 0 0 0 0,0-1 0 0 0,0 1 0 0 0,0 0 0 0 0,-1 0 0 0 0,1 0 0 0 0,0 0 0 0 0,0 0 0 0 0,0 0 0 0 0,4 5 0 0 0,-2-4 0 0 0,10 12 0 0 0,-8-8 0 0 0,-1 0 0 0 0,1 0 0 0 0,-1 1 0 0 0,0-1 0 0 0,-1 1 0 0 0,0 0 0 0 0,0 0 0 0 0,0 3 0 0 0,1-1 0 0 0,10 15 60 0 0,-10-19-3590 0 0,2-8-1271 0 0,0-1-1439 0 0</inkml:trace>
  <inkml:trace contextRef="#ctx0" brushRef="#br0" timeOffset="696.905">582 22 8288 0 0,'0'0'381'0'0,"0"0"-6"0"0,0 0-114 0 0,0 0 418 0 0,0 0 213 0 0,0 0 41 0 0,0 0-37 0 0,0 0-195 0 0,0 0-86 0 0,0 0-20 0 0,1-2-14 0 0,0 2-342 0 0,0-1 0 0 0,0 0 0 0 0,1 1 0 0 0,-1-1 0 0 0,0 1 0 0 0,0 0-1 0 0,0-1 1 0 0,1 1 0 0 0,-1 0 0 0 0,0 0 0 0 0,0-1 0 0 0,1 1 0 0 0,-1 0 0 0 0,0 0 0 0 0,0 0 0 0 0,1 1 0 0 0,-1-1 0 0 0,0 0 0 0 0,0 0 0 0 0,1 1 0 0 0,-1-1 0 0 0,0 1 0 0 0,0-1 0 0 0,0 1 0 0 0,1 0-240 0 0,2 0 130 0 0,1 5 38 0 0,-4-3-162 0 0,3 4 182 0 0,0 1-1 0 0,-1 0 0 0 0,1 0 0 0 0,-1 0 0 0 0,-1 0 0 0 0,1 0 1 0 0,-2 1-1 0 0,1-1 0 0 0,-1 1 0 0 0,0-1 0 0 0,-1 4-186 0 0,1-2 0 0 0,-1-10 0 0 0,0 0 0 0 0,0 1 0 0 0,0-1 0 0 0,0 0 0 0 0,0 1 0 0 0,0-1 0 0 0,0 0 0 0 0,1 0 0 0 0,-1 1 0 0 0,0-1 0 0 0,0 0 0 0 0,0 0 0 0 0,0 0 0 0 0,0 1 0 0 0,1-1 0 0 0,-1 0 0 0 0,0 0 0 0 0,0 0 0 0 0,0 1 0 0 0,1-1 0 0 0,-1 0 0 0 0,0 0 0 0 0,0 0 0 0 0,1 0 0 0 0,-1 0 0 0 0,0 1 0 0 0,1-2 0 0 0,0 1 0 0 0,1-1 0 0 0,-1 1 0 0 0,0-1 0 0 0,0 1 0 0 0,0-1 0 0 0,0 0 0 0 0,-1 1 0 0 0,1-1 0 0 0,0 0 0 0 0,0 0 0 0 0,0 0 0 0 0,-1 0 0 0 0,1 0 0 0 0,0 0 0 0 0,-1 0 0 0 0,1 0 0 0 0,-1 0 0 0 0,1 0 0 0 0,12-26 0 0 0,-10 20 0 0 0,6-15 0 0 0,-6 16 0 0 0,-1-1 0 0 0,1 1 0 0 0,1-1 0 0 0,1-2 0 0 0,-1 4-1 0 0,-2 2-1 0 0,0 0-1 0 0,0 0 1 0 0,-1-1-1 0 0,1 1 1 0 0,-1 0-1 0 0,0-1 1 0 0,0 0 2 0 0,-1 4-19 0 0,1-1 1 0 0,-1 1-1 0 0,0 0 1 0 0,0-1-1 0 0,1 1 1 0 0,-1 0 0 0 0,0 0-1 0 0,0-1 1 0 0,1 1-1 0 0,-1 0 1 0 0,0-1-1 0 0,1 1 1 0 0,-1 0-1 0 0,0 0 1 0 0,1 0 0 0 0,-1-1-1 0 0,0 1 1 0 0,1 0-1 0 0,-1 0 1 0 0,1 0-1 0 0,-1 0 1 0 0,0 0-1 0 0,1 0 1 0 0,-1 0 0 0 0,1 0-1 0 0,-1 0 1 0 0,0 0-1 0 0,1 0 1 0 0,-1 0-1 0 0,1 0 19 0 0,26-2-28 0 0,-26 2 28 0 0,0 0 0 0 0,-1 0 0 0 0,1-1 0 0 0,0 1 0 0 0,-1 0 0 0 0,1 0 0 0 0,0 0 0 0 0,-1 0 0 0 0,1 1 0 0 0,0-1 0 0 0,-1 0 0 0 0,1 0 0 0 0,0 0 0 0 0,-1 1 0 0 0,1-1 0 0 0,0 0 0 0 0,-1 0 0 0 0,1 1 0 0 0,-1-1 0 0 0,1 1 0 0 0,0-1 0 0 0,-1 0 0 0 0,1 1 0 0 0,0 0 0 0 0,6 2 4 0 0,0 1 18 0 0,9 13 6 0 0,-14-14-20 0 0,1 1 0 0 0,-1-1 1 0 0,0 1-1 0 0,0 0 1 0 0,0-1-1 0 0,0 1 1 0 0,-1 0-1 0 0,1 1-8 0 0,0 2 18 0 0,0-5-4 0 0,-1 1 0 0 0,0 0 0 0 0,0 0 0 0 0,0 0 0 0 0,-1 0 0 0 0,1-1 0 0 0,0 1 0 0 0,-1 3-14 0 0,1 2 5 0 0,-1-7 1 0 0,0 0-2 0 0,-1-1 0 0 0,1 1 0 0 0,0-1 0 0 0,0 1 1 0 0,0 0-1 0 0,0-1 0 0 0,0 1 0 0 0,0-1 0 0 0,0 1 0 0 0,0 0 0 0 0,0-1 0 0 0,0 1 1 0 0,0-1-1 0 0,1 1 0 0 0,-1-1 0 0 0,0 1 0 0 0,0-1 0 0 0,0 1 0 0 0,1-1 1 0 0,-1 1-1 0 0,0-1 0 0 0,1 1 0 0 0,-1-1 0 0 0,1 1 0 0 0,-1-1 0 0 0,0 1 0 0 0,1-1 1 0 0,-1 0-1 0 0,1 1 0 0 0,-1-1 0 0 0,1 0 0 0 0,-1 1 0 0 0,1-1 0 0 0,-1 0 0 0 0,1 0 1 0 0,-1 0-1 0 0,1 1 0 0 0,-1-1 0 0 0,1 0 0 0 0,0 0 0 0 0,-1 0 0 0 0,1 0 1 0 0,-1 0-1 0 0,1 0 0 0 0,0 0 0 0 0,-1 0 0 0 0,1 0 0 0 0,-1 0 0 0 0,1-1-4 0 0,4-1 0 0 0,0-1 0 0 0,0 1 0 0 0,-1-1 0 0 0,1-1 0 0 0,-1 1 0 0 0,0 0 0 0 0,0-1 0 0 0,0 0 0 0 0,-1 0 0 0 0,26-34 0 0 0,-19 25 0 0 0,-8 10 0 0 0,1 0 0 0 0,-1 0 0 0 0,1 0 0 0 0,0 0 0 0 0,0 0 0 0 0,0 0 0 0 0,1 0 0 0 0,22-9-12 0 0,-25 12 11 0 0,-1-1-1 0 0,1 1 0 0 0,0-1 0 0 0,0 1 1 0 0,-1 0-1 0 0,1-1 0 0 0,0 1 0 0 0,0 0 1 0 0,0 0-1 0 0,-1-1 0 0 0,1 1 1 0 0,0 0-1 0 0,0 0 0 0 0,0 0 0 0 0,0 0 1 0 0,0 0-1 0 0,-1 0 0 0 0,1 0 0 0 0,0 0 1 0 0,0 1-1 0 0,0-1 0 0 0,0 0 1 0 0,-1 0-1 0 0,1 1 0 0 0,0-1 0 0 0,0 0 1 0 0,-1 1-1 0 0,1-1 0 0 0,0 1 0 0 0,-1-1 1 0 0,1 1-1 0 0,0 0 2 0 0,2 1-5 0 0,12 4 8 0 0,-13-6 13 0 0,0 1-1 0 0,0 0 0 0 0,1 0 1 0 0,-1 0-1 0 0,0 0 0 0 0,0 0 0 0 0,0 1 1 0 0,1 0-16 0 0,2 2 8 0 0,-1 0 0 0 0,1 1 0 0 0,-1-1 0 0 0,-1 1 0 0 0,1 0 0 0 0,0 0 0 0 0,-1 0 0 0 0,0 0 0 0 0,0 1-8 0 0,5 12 32 0 0,0 0 1 0 0,-1 2-33 0 0,-5-13 1 0 0,4 2 14 0 0,-6-8-20 0 0,1 0 1 0 0,0 0-1 0 0,0 0 0 0 0,-1 0 0 0 0,1 0 0 0 0,-1 0 0 0 0,1 0 1 0 0,-1 0-1 0 0,0 0 0 0 0,1 0 0 0 0,-1 0 0 0 0,0 0 0 0 0,1 1 1 0 0,-1-1-1 0 0,0 0 0 0 0,0 0 0 0 0,0 0 0 0 0,0 1 5 0 0,0-1-370 0 0,0-1-118 0 0,0 0-931 0 0,0 0-3822 0 0,0 0-1640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8:34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1840 0 0,'0'41'133'0'0,"1"-37"10284"0"0,0-1-4264 0 0,3 3-2821 0 0,2 4-6491 0 0,-5-3 4849 0 0,8 52-1419 0 0,-9-59-270 0 0,0 0 0 0 0,0 0 1 0 0,0 1-1 0 0,0-1 0 0 0,0 0 1 0 0,0 0-1 0 0,0 0 1 0 0,-1 0-1 0 0,1 0 0 0 0,0 0 1 0 0,0 1-1 0 0,0-1 0 0 0,0 0 1 0 0,0 0-1 0 0,0 0 0 0 0,0 0 1 0 0,1 0-1 0 0,-1 1 0 0 0,0-1 1 0 0,0 0-1 0 0,0 0 1 0 0,0 0-1 0 0,0 0 0 0 0,0 0 1 0 0,0 0-1 0 0,0 1 0 0 0,0-1 1 0 0,0 0-1 0 0,0 0 0 0 0,0 0 1 0 0,0 0-1 0 0,1 0 0 0 0,-1 0 1 0 0,0 0-1 0 0,0 0 1 0 0,0 0-1 0 0,0 0 0 0 0,0 1 1 0 0,0-1-1 0 0,1 0 0 0 0,-1 0 1 0 0,0 0-1 0 0,0 0-1 0 0,2 2 0 0 0,-3 12 312 0 0,9-20-169 0 0,-3 0-95 0 0,4-5 33 0 0,-7 9-66 0 0,1-1-1 0 0,-1 1 0 0 0,0-1 1 0 0,1 0-1 0 0,-1 1 1 0 0,0-1-1 0 0,-1 0 0 0 0,1-1 1 0 0,0 0-15 0 0,5-8-2 0 0,6-10 60 0 0,-11 18-53 0 0,0 0-1 0 0,0 0 1 0 0,0 1 0 0 0,0-1-1 0 0,1 0 1 0 0,0 1 0 0 0,0 0 0 0 0,0-1-1 0 0,0 1 1 0 0,0 0 0 0 0,0 1-1 0 0,1-1 1 0 0,0 1 0 0 0,-1-1-1 0 0,5-1-4 0 0,7-5 0 0 0,-14 8 0 0 0,0 0 0 0 0,0 0 0 0 0,1 0 0 0 0,-1 0 0 0 0,0 1 0 0 0,0-1 0 0 0,0 0 0 0 0,1 1 0 0 0,-1-1 0 0 0,0 1 0 0 0,1-1 0 0 0,-1 1 0 0 0,1-1 0 0 0,-1 1 0 0 0,1 0 0 0 0,-1 0 0 0 0,0 0 0 0 0,1 0 0 0 0,-1 0 0 0 0,1 0 0 0 0,-1 0 0 0 0,1 0 0 0 0,-1 1 0 0 0,0-1 0 0 0,1 0 0 0 0,-1 1 0 0 0,1-1 0 0 0,-1 1 0 0 0,0 0 0 0 0,0-1 0 0 0,1 1 0 0 0,-1 0 0 0 0,0 0 0 0 0,0 0 0 0 0,2 1 0 0 0,14 7 0 0 0,-15-8 0 0 0,0 1 0 0 0,0-1 0 0 0,-1 1 0 0 0,1-1 0 0 0,-1 1 0 0 0,1 0 0 0 0,-1-1 0 0 0,0 1 0 0 0,1 0 0 0 0,-1 0 0 0 0,0 0 0 0 0,0 0 0 0 0,0 0 0 0 0,-1 0 0 0 0,1 0 0 0 0,0 1 0 0 0,-1 0 0 0 0,8 40 0 0 0,-8-42 0 0 0,1 9 11 0 0,-1-8 2 0 0,0 0 0 0 0,0 1 0 0 0,1-1 0 0 0,-1 0 0 0 0,1 0 0 0 0,-1 0 0 0 0,1 0 0 0 0,0 0-1 0 0,0 0 1 0 0,0 0 0 0 0,0 0 0 0 0,0 0 0 0 0,0 0 0 0 0,1 0-13 0 0,-2-1-76 0 0,0 1-14 0 0,2 4 22 0 0,4-11 54 0 0,18-23 14 0 0,-20 22 0 0 0,0 1 0 0 0,1 0 0 0 0,-1-1 0 0 0,6-3 0 0 0,-8 8 0 0 0,-1-1 0 0 0,1 1 0 0 0,-1-1 0 0 0,0 1 0 0 0,1-1 0 0 0,-1 1 0 0 0,0-1 0 0 0,0 0 0 0 0,0 0 0 0 0,0-1 0 0 0,1-1 0 0 0,0 0 0 0 0,1 0 0 0 0,-1 1 0 0 0,1-1 0 0 0,0 1 0 0 0,-1-1 0 0 0,1 1 0 0 0,1 0 0 0 0,0-1 0 0 0,3-1-12 0 0,-6 5 9 0 0,-1 0-1 0 0,1 0 1 0 0,0 0-1 0 0,-1 0 1 0 0,1 0-1 0 0,0 0 1 0 0,-1 0-1 0 0,1 0 1 0 0,-1 1-1 0 0,1-1 1 0 0,0 0-1 0 0,-1 0 1 0 0,1 0-1 0 0,0 1 1 0 0,-1-1-1 0 0,1 0 1 0 0,-1 1-1 0 0,1-1 4 0 0,0 1-10 0 0,0-1 6 0 0,0 0 0 0 0,0 1 1 0 0,0-1-1 0 0,0 0 0 0 0,1 1 0 0 0,-1-1 0 0 0,-1 1 1 0 0,1-1-1 0 0,0 1 0 0 0,0-1 0 0 0,0 1 0 0 0,0 0 1 0 0,0-1-1 0 0,0 1 0 0 0,-1 0 0 0 0,1 0 0 0 0,0 0 1 0 0,-1 0-1 0 0,1 0 0 0 0,0-1 0 0 0,-1 1 0 0 0,0 0 1 0 0,1 0-1 0 0,-1 1 4 0 0,3 3-36 0 0,2 3 33 0 0,-1 0 1 0 0,0 1-1 0 0,0-1 0 0 0,0 5 3 0 0,5 8-1 0 0,-7-16-2 0 0,-1-2-4 0 0,0 0 1 0 0,1 0-1 0 0,-1 0 1 0 0,1 0-1 0 0,0-1 1 0 0,0 1-1 0 0,0 0 7 0 0,-1-2-251 0 0,1-2-376 0 0,-1 1-1 0 0,1-2 0 0 0,-1 1 0 0 0,0 0 0 0 0,1 0 0 0 0,-1 0 0 0 0,0-1 1 0 0,0 1-1 0 0,0 0 0 0 0,1-2 628 0 0,3-7-6325 0 0</inkml:trace>
  <inkml:trace contextRef="#ctx0" brushRef="#br0" timeOffset="730.058">585 0 3224 0 0,'0'3'240'0'0,"0"7"60"0"0,0-7 1001 0 0,13 13 7402 0 0,-10-8-8010 0 0,-2-6-28 0 0,-1-2-7 0 0,0 0-19 0 0,0 0-65 0 0,6 9 1390 0 0,-1 5-1715 0 0,-1-1 1 0 0,0 1 0 0 0,0 0-1 0 0,-2 1 1 0 0,0-1 0 0 0,0 0-1 0 0,-2 1 1 0 0,1 2-250 0 0,3 6 304 0 0,-2-15-241 0 0,-2-8-51 0 0,1 1 0 0 0,0-1 0 0 0,-1 1 1 0 0,0-1-1 0 0,1 1 0 0 0,-1-1 0 0 0,1 1 0 0 0,-1 0 0 0 0,0-1 0 0 0,1 1 0 0 0,-1 0 1 0 0,0-1-1 0 0,0 1 0 0 0,1 0 0 0 0,-1-1 0 0 0,0 1 0 0 0,0 0 0 0 0,0 0-12 0 0,8-12 50 0 0,1-5-202 0 0,8-19-118 0 0,-16 32 250 0 0,1 0 0 0 0,0 0 0 0 0,0 0 0 0 0,-1 0 0 0 0,2 0 0 0 0,-1 0 0 0 0,0 1-1 0 0,1-1 1 0 0,-1 1 0 0 0,1 0 0 0 0,-1-1 0 0 0,2 1 20 0 0,8-8-29 0 0,-10 8 21 0 0,-1 0 1 0 0,1 0-1 0 0,-1 1 1 0 0,0-1-1 0 0,1 0 1 0 0,-1 0-1 0 0,0 0 1 0 0,0-1 7 0 0,0 1-5 0 0,-1 0-1 0 0,1 0 1 0 0,0 1 0 0 0,0-1 0 0 0,0 1-1 0 0,0-1 1 0 0,0 1 0 0 0,1-1 0 0 0,-1 1 0 0 0,0-1-1 0 0,2 0 6 0 0,2-1-18 0 0,-2 0 76 0 0,0 1 0 0 0,0-1 0 0 0,0 1 0 0 0,1 0 0 0 0,-1 1 0 0 0,1-1 0 0 0,-1 0 0 0 0,1 1 0 0 0,2-1-58 0 0,-4 3 16 0 0,0 0-1 0 0,0 0 0 0 0,0 0 0 0 0,0 0 1 0 0,0 1-1 0 0,-1-1 0 0 0,1 0 1 0 0,0 1-1 0 0,-1-1 0 0 0,1 1 0 0 0,0 0-15 0 0,7 11 0 0 0,0 1 0 0 0,0 1 0 0 0,-1-1 0 0 0,-1 1 0 0 0,-1 0 0 0 0,5 14 0 0 0,-7-18 0 0 0,1-4 0 0 0,-1-2 75 0 0,-4-5 306 0 0,0 0 110 0 0,0 0 18 0 0,1-4-415 0 0,0-1 1 0 0,0 0-1 0 0,0 1 0 0 0,1-1 0 0 0,0 1 0 0 0,1-3-94 0 0,-1 0 43 0 0,2-1-43 0 0,0 0 0 0 0,1 1 0 0 0,2-5 0 0 0,6-9 0 0 0,-8 12 0 0 0,1 0 0 0 0,0 0 0 0 0,8-7 0 0 0,6-11 0 0 0,-12 19 0 0 0,1 4 0 0 0,-9 3 0 0 0,1 1 0 0 0,0 0 0 0 0,0-1 0 0 0,0 1 0 0 0,0 0 0 0 0,-1 0 0 0 0,1-1 0 0 0,0 1 0 0 0,0 0 0 0 0,0 0 0 0 0,0 0 0 0 0,0 0 0 0 0,-1 0 0 0 0,1 0 0 0 0,0 0 0 0 0,0 1 0 0 0,0-1 0 0 0,0 0 0 0 0,2 1 0 0 0,-2-1 0 0 0,0 0 0 0 0,1 0 0 0 0,-1 0 0 0 0,0 0 0 0 0,0 0 0 0 0,0 0 0 0 0,1 0 0 0 0,-1 1 0 0 0,0-1 0 0 0,0 0 0 0 0,0 1 0 0 0,1-1 0 0 0,-1 1 0 0 0,0-1 0 0 0,0 1 0 0 0,0 0 0 0 0,0-1 0 0 0,0 1 0 0 0,0 0 0 0 0,0 0 0 0 0,0 0 0 0 0,-1-1 0 0 0,1 2 0 0 0,17 13 0 0 0,-8-6-105 0 0,0 1-1 0 0,-1 0 1 0 0,0 0-1 0 0,0 1 1 0 0,-1-1-1 0 0,-1 2 1 0 0,1 1 105 0 0,1 0 118 0 0,-7-10-628 0 0,4 6 1308 0 0,-1-7-7422 0 0,-5-2-507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9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6448 0 0,'0'-31'98'0'0,"0"13"8588"0"0,5 35-7590 0 0,-5 19-262 0 0,0-36-686 0 0,0 1-11 0 0,-1 27 331 0 0,0-8-131 0 0,2-1 0 0 0,0 1 0 0 0,1 4-337 0 0,-1-7 225 0 0,-1-16-115 0 0,-1 7 76 0 0,-5 20 54 0 0,5-26-176 0 0,1-2 0 0 0,0 0 6 0 0,0 0 20 0 0,0 0 6 0 0,0 0 0 0 0,0 0 2 0 0,0 0 6 0 0,0 0 6 0 0,0 0 2 0 0,0 0-2 0 0,1-2-13 0 0,9-10 80 0 0,-1 0-1 0 0,-1-1 1 0 0,0-1-1 0 0,2-2-176 0 0,-10 14 7 0 0,4-6 66 0 0,-3 6-61 0 0,0 1-1 0 0,-1-1 1 0 0,1 0 0 0 0,0 0-1 0 0,0 1 1 0 0,0-1 0 0 0,0 0-1 0 0,1 1 1 0 0,-1-1 0 0 0,0 1-1 0 0,1-1 1 0 0,-1 1 0 0 0,1 0-1 0 0,-1 0 1 0 0,1-1 0 0 0,0 1-1 0 0,-1 0 1 0 0,3 0-12 0 0,37-15 141 0 0,-19 8-69 0 0,10 8-430 0 0,-30 1 408 0 0,-1 0 1 0 0,1 1 0 0 0,-1-1-1 0 0,0 1 1 0 0,1-1 0 0 0,-1 1 0 0 0,0-1-1 0 0,0 2-50 0 0,0-2 45 0 0,10 10 55 0 0,-8-8-73 0 0,0 1-1 0 0,1-1 1 0 0,-1 1-1 0 0,-1-1 0 0 0,2 2-26 0 0,4 21 39 0 0,-4-9 49 0 0,-3-15 127 0 0,-1-2 49 0 0,1 11 212 0 0,0-4-480 0 0,0 0-142 0 0,0 0 0 0 0,0 1 0 0 0,-1-1 0 0 0,0 1 0 0 0,0 1 146 0 0,0-1 0 0 0,0-8 1 0 0,0 0 0 0 0,0 0 0 0 0,0 0-1 0 0,0 0 1 0 0,0 0 0 0 0,0 0 0 0 0,0 0 0 0 0,0 0-1 0 0,0 0 1 0 0,0 0 0 0 0,0 0 0 0 0,0 0-1 0 0,0 0 1 0 0,0 0 0 0 0,0 0 0 0 0,0 0 0 0 0,0 0-1 0 0,0 0 1 0 0,0 0 0 0 0,0 0 0 0 0,0 0-1 0 0,0 0 1 0 0,0 0 0 0 0,0 0 0 0 0,0 0 0 0 0,0 0-1 0 0,0 0 1 0 0,0 0 0 0 0,0 0 0 0 0,1 0-1 0 0,-1 0 1 0 0,0 0 0 0 0,0 0 0 0 0,0 0 0 0 0,0 0-1 0 0,0 0 1 0 0,0 0 0 0 0,0 0 0 0 0,0 0-1 0 0,0 0 1 0 0,0 0 0 0 0,0 0 0 0 0,0 0 0 0 0,0 0-1 0 0,0 0 1 0 0,0 0 0 0 0,0 1-1 0 0,2-7 19 0 0,3-8-11 0 0,16-49 3 0 0,-19 58-7 0 0,4-7 32 0 0,4 2-23 0 0,0-4-13 0 0,-10 13 0 0 0,1 0 0 0 0,-1 0 0 0 0,1 1 0 0 0,0-1 0 0 0,-1 0 0 0 0,1 0 0 0 0,0 1 0 0 0,0-1 0 0 0,0 1 0 0 0,0-1 0 0 0,0 0 0 0 0,0 1 0 0 0,-1 0 0 0 0,1-1 0 0 0,0 1 0 0 0,0-1 0 0 0,0 1 0 0 0,1 0 0 0 0,1-1 0 0 0,33-11-72 0 0,-35 12 72 0 0,0 0 0 0 0,0-1 0 0 0,0 1 0 0 0,0 0 0 0 0,0 0 0 0 0,0 0 0 0 0,0 0 0 0 0,0 0 0 0 0,-1 0 0 0 0,1 0 0 0 0,0 1 0 0 0,0-1 0 0 0,0 0 0 0 0,0 0 0 0 0,0 1 0 0 0,0-1 0 0 0,-1 0-1 0 0,1 1 1 0 0,0-1 0 0 0,0 1 0 0 0,0-1 0 0 0,-1 1 0 0 0,1 0 0 0 0,0-1 0 0 0,4 4 27 0 0,6 2 91 0 0,-6-4-41 0 0,0 1 0 0 0,0-1 0 0 0,-1 1 0 0 0,0 0 0 0 0,0 0 0 0 0,1 0 0 0 0,-2 1 0 0 0,3 1-77 0 0,-1 1-64 0 0,0 0 0 0 0,0 0 0 0 0,0 1 0 0 0,-1-1 0 0 0,0 1 0 0 0,0 0 0 0 0,-1 0 0 0 0,0 1 0 0 0,1 2 64 0 0,2 6-1 0 0,-4-10 3 0 0,1-1 0 0 0,-1 1 0 0 0,-1 0 0 0 0,1-1 0 0 0,-1 1 0 0 0,1 2-2 0 0,-2-6 60 0 0,0 0 1 0 0,0 0-1 0 0,0 0 1 0 0,1 0-1 0 0,-1 0 0 0 0,1 0 1 0 0,-1-1-1 0 0,1 1 1 0 0,0 0-61 0 0,-1-1-158 0 0,0-1 0 0 0,0 1 1 0 0,1-1-1 0 0,-1 1 1 0 0,0 0-1 0 0,1-1 0 0 0,-1 1 1 0 0,1-1-1 0 0,-1 0 1 0 0,0 1-1 0 0,1-1 0 0 0,-1 1 1 0 0,1-1-1 0 0,-1 0 1 0 0,1 1-1 0 0,-1-1 1 0 0,1 0-1 0 0,0 1 0 0 0,-1-1 1 0 0,1 0-1 0 0,-1 0 1 0 0,1 0-1 0 0,-1 0 0 0 0,1 1 158 0 0,1-1-1844 0 0,-1-5-842 0 0,5-17-3107 0 0</inkml:trace>
  <inkml:trace contextRef="#ctx0" brushRef="#br0" timeOffset="889.201">637 64 1840 0 0,'0'0'83'0'0,"1"-1"305"0"0,2-1 1085 0 0,-2 1-466 0 0,1-1-1 0 0,-1 1 1 0 0,0 0-1 0 0,1-1 1 0 0,-1 1-1 0 0,0 0 1 0 0,0-1-1 0 0,0 1 1 0 0,0-1-1 0 0,0 0 1 0 0,-1 1 0 0 0,1-1-1 0 0,0 0 1 0 0,-1 0-1 0 0,1-1-1006 0 0,2 4 275 0 0,-3-1-270 0 0,1 0 1 0 0,-1 0-1 0 0,0 0 0 0 0,1 0 0 0 0,-1 0 0 0 0,0 0 0 0 0,0 0 0 0 0,1 0 0 0 0,-1 0 0 0 0,0 0 0 0 0,0 0 0 0 0,0 0 0 0 0,1 1 0 0 0,-1-1 0 0 0,0 0 0 0 0,0 0 0 0 0,1 0 1 0 0,-1 0-1 0 0,0 0 0 0 0,0 0 0 0 0,0 1 0 0 0,1-1 0 0 0,-1 0 0 0 0,0 0 0 0 0,0 0 0 0 0,0 1 0 0 0,0-1 0 0 0,1 0 0 0 0,-1 0 0 0 0,0 1 0 0 0,0-1 0 0 0,0 0-5 0 0,6 11 210 0 0,-5-9-150 0 0,0-1 1 0 0,0 1-1 0 0,0 0 1 0 0,0-1-1 0 0,0 1 0 0 0,0 0 1 0 0,-1-1-1 0 0,1 1 1 0 0,-1 1-61 0 0,6 32 860 0 0,-2-11-694 0 0,-1-1 0 0 0,-2 1 0 0 0,0 10-166 0 0,-2-24 2 0 0,1-7 2 0 0,-1 0 0 0 0,1 0 0 0 0,0 1 0 0 0,0-1 0 0 0,0 0 0 0 0,1 0 0 0 0,-1 0 0 0 0,1 1 0 0 0,0-1 0 0 0,-1 0 0 0 0,2 0-4 0 0,-2-1 226 0 0,0-2 46 0 0,0 0 0 0 0,0 0-33 0 0,18-52 56 0 0,-10 29-255 0 0,-7 19-31 0 0,1 0 0 0 0,-1 1-1 0 0,0-1 1 0 0,0 0 0 0 0,0 0 0 0 0,0-3-9 0 0,0 6 4 0 0,-1 0 0 0 0,1 0-1 0 0,-1 0 1 0 0,1 1 0 0 0,0-1 0 0 0,-1 0 0 0 0,1 1 0 0 0,0-1-1 0 0,-1 0 1 0 0,1 1 0 0 0,0-1 0 0 0,0 0 0 0 0,0 1 0 0 0,1-1-4 0 0,3-3-1 0 0,29-36 65 0 0,-26 33-64 0 0,1-1 0 0 0,0 5 0 0 0,-2 3 0 0 0,-4-1 1 0 0,7 0 53 0 0,4 2 9 0 0,-14-1-63 0 0,1 0 0 0 0,0 0 1 0 0,-1-1-1 0 0,1 1 1 0 0,0 0-1 0 0,-1 0 1 0 0,1 0-1 0 0,0 0 0 0 0,-1 0 1 0 0,1 0-1 0 0,0 1 1 0 0,-1-1-1 0 0,1 0 0 0 0,-1 0 1 0 0,1 0-1 0 0,0 1 1 0 0,-1-1-1 0 0,1 0 0 0 0,-1 1 1 0 0,1-1-1 0 0,0 0 1 0 0,-1 1-1 0 0,1-1 1 0 0,-1 1-1 0 0,6 3 60 0 0,-3-3-50 0 0,3 3 16 0 0,8 12 31 0 0,-13-15-54 0 0,1 2 11 0 0,0-1-1 0 0,0 1 1 0 0,-1 0-1 0 0,1 0 1 0 0,-1 0-1 0 0,1 0 1 0 0,-1 0-1 0 0,0 1 1 0 0,0 1-14 0 0,8 22 146 0 0,-4-8 30 0 0,-4-11-176 0 0,3 0 0 0 0,0-8 0 0 0,-1-4 0 0 0,4-5 0 0 0,-2 0 0 0 0,1 0 0 0 0,-1 0 0 0 0,-1-1 0 0 0,1 0 0 0 0,0-1 0 0 0,0 1 0 0 0,0-1 0 0 0,1 1 0 0 0,0 1 0 0 0,1-1 0 0 0,5-4 0 0 0,-11 11 0 0 0,-1 3 0 0 0,1-1 0 0 0,0 0 0 0 0,-1 1 0 0 0,1-1 0 0 0,-1 0 0 0 0,1 1 0 0 0,0-1 0 0 0,0 0 0 0 0,-1 1 0 0 0,1 0 0 0 0,0-1 0 0 0,0 1 0 0 0,0-1 0 0 0,0 1 0 0 0,-1 0 0 0 0,1-1 0 0 0,0 1 0 0 0,1 0 0 0 0,9-6 0 0 0,-10 5 0 0 0,0 0 0 0 0,-1 1 0 0 0,1-1 0 0 0,0 1 0 0 0,-1 0 0 0 0,1-1 0 0 0,0 1 0 0 0,0-1 0 0 0,0 1 0 0 0,-1 0 0 0 0,1 0 0 0 0,0 0 0 0 0,0-1 0 0 0,0 1 0 0 0,0 0 0 0 0,0 0 0 0 0,-1 0 0 0 0,1 0 0 0 0,0 0 0 0 0,0 0 0 0 0,0 1 0 0 0,0-1 0 0 0,0 0 0 0 0,-1 0 0 0 0,1 1 0 0 0,0-1 0 0 0,0 0 0 0 0,-1 1 0 0 0,1-1 0 0 0,0 1 0 0 0,0-1 0 0 0,-1 1 0 0 0,1-1 0 0 0,1 1 0 0 0,-1 0 1 0 0,1 0-1 0 0,0-1 0 0 0,-1 1 0 0 0,1-1 0 0 0,0 1 0 0 0,0-1 0 0 0,0 0 1 0 0,0 0-1 0 0,-1 1-2 0 0,1-1 0 0 0,0 0 1 0 0,-1 0-1 0 0,1 1 1 0 0,0-1-1 0 0,-1 1 1 0 0,1 0-1 0 0,0-1 0 0 0,-1 1 1 0 0,1 0-1 0 0,-1 0 2 0 0,3 0-35 0 0,-1 1 4 0 0,11 9 17 0 0,-14-10 14 0 0,7 5 0 0 0,0 0 0 0 0,1 0 0 0 0,-1 0 0 0 0,3 0 0 0 0,-4-1 0 0 0,0 0 0 0 0,0 0 0 0 0,0 0 0 0 0,-1 1 0 0 0,0 0 0 0 0,0 0 0 0 0,-1 1 0 0 0,1-1 0 0 0,-1 1 0 0 0,1 4 0 0 0,-4-9 0 0 0,0-1 0 0 0,-1 0 0 0 0,0 0 0 0 0,1 0 0 0 0,-1 0 0 0 0,1 0 0 0 0,-1-1 0 0 0,1 1 0 0 0,0 0 0 0 0,-1 0 0 0 0,1 0 0 0 0,0-1 0 0 0,0 1 0 0 0,-1 0 0 0 0,1-1 0 0 0,0 1 0 0 0,1 0 0 0 0,-1 0 0 0 0,1 1 0 0 0,-1-1 0 0 0,0 1 0 0 0,1-1 0 0 0,-1 1 0 0 0,0 0 0 0 0,0-1 0 0 0,0 1 0 0 0,0 0 0 0 0,-1 0 0 0 0,1 1 0 0 0,7 21 0 0 0,-7-21 29 0 0,2 8-204 0 0,-3-9-577 0 0,0-2-227 0 0,0 0-1268 0 0,0 0-4916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9:3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2760 0 0,'0'-21'-43'0'0,"0"13"3902"0"0,0-3 4147 0 0,0 11-7970 0 0,0 0-1 0 0,0 1 1 0 0,0-1-1 0 0,0 0 0 0 0,0 1 1 0 0,0-1-1 0 0,0 0 1 0 0,0 1-1 0 0,1-1 1 0 0,-1 0-1 0 0,0 0 0 0 0,0 1 1 0 0,0-1-1 0 0,0 0 1 0 0,1 0-1 0 0,-1 1 0 0 0,0-1 1 0 0,0 0-1 0 0,0 0 1 0 0,1 1-1 0 0,-1-1 1 0 0,0 0-1 0 0,0 0 0 0 0,1 0 1 0 0,-1 0-1 0 0,0 1 1 0 0,1-1-1 0 0,-1 0 1 0 0,0 0-1 0 0,1 0 0 0 0,-1 0 1 0 0,0 0-1 0 0,1 0 1 0 0,-1 0-1 0 0,0 0 1 0 0,0 0-1 0 0,1 0 0 0 0,-1 0 1 0 0,0 0-1 0 0,1 0 1 0 0,-1 0-1 0 0,0 0 1 0 0,1 0-1 0 0,-1 0 0 0 0,0-1 1 0 0,1 1-1 0 0,-1 0 1 0 0,0 0-1 0 0,0 0 1 0 0,1 0-1 0 0,-1-1 0 0 0,0 1 1 0 0,0 0-1 0 0,1 0 1 0 0,-1 0-1 0 0,0-1-35 0 0,5 8 256 0 0,-4-5-174 0 0,0 0 1 0 0,1 0-1 0 0,-1 0 1 0 0,0 1 0 0 0,0-1-1 0 0,0 0 1 0 0,0 0-1 0 0,-1 1 1 0 0,1-1 0 0 0,-1 0-1 0 0,1 1 1 0 0,-1-1-1 0 0,0 3-82 0 0,6 50 1048 0 0,-4-43-875 0 0,-1-1 1 0 0,0 0 0 0 0,-1 1 0 0 0,0-1-1 0 0,-1 9-173 0 0,0-7 75 0 0,0 0 0 0 0,1 0 0 0 0,1 6-75 0 0,-1 3-473 0 0,0-21 644 0 0,0-1 128 0 0,0 0 21 0 0,0 0-22 0 0,0 0-115 0 0,0 0-50 0 0,0 0-6 0 0,13-24 354 0 0,-10 18-444 0 0,-1-1 0 0 0,1 0 0 0 0,-1 1 0 0 0,-1-1 0 0 0,1 0 0 0 0,-1-1-37 0 0,1 0-23 0 0,0 0 0 0 0,0 1 0 0 0,1 0 0 0 0,0-1 0 0 0,0 1 0 0 0,1 0 23 0 0,10-23-132 0 0,-12 24 132 0 0,2 0 0 0 0,-1 1 0 0 0,1-1 0 0 0,-1 1 0 0 0,2 0 0 0 0,-1 0 0 0 0,0 0 0 0 0,1 0 0 0 0,0 1 0 0 0,0 0 0 0 0,0 0 0 0 0,1 0 0 0 0,0 0 0 0 0,0 1 0 0 0,-2 1 0 0 0,-1 1 0 0 0,0 0 0 0 0,1 0 0 0 0,-1 0 0 0 0,0 0 0 0 0,2 0 0 0 0,9-2 0 0 0,-4 4-25 0 0,-8 0 73 0 0,1-1-1 0 0,-1 1 1 0 0,0-1-1 0 0,1 1 1 0 0,-1-1-1 0 0,1 0 1 0 0,-1 0-1 0 0,2 0-47 0 0,0 11 440 0 0,7 12 230 0 0,-8-19-665 0 0,-1 0-1 0 0,0 1 1 0 0,0-1 0 0 0,0 1 0 0 0,0 0-1 0 0,-1-1 1 0 0,0 1 0 0 0,0 0 0 0 0,0 0-1 0 0,0 5-4 0 0,4 15-76 0 0,0-6 432 0 0,3 9-172 0 0,-5-23-196 0 0,-2-4-57 0 0,-1-1-50 0 0,0 0-10 0 0,0 0 30 0 0,3-8 271 0 0,24-40 92 0 0,-17 21-265 0 0,-7 18-2 0 0,0 0-1 0 0,0 0 1 0 0,1 1-1 0 0,1 0 0 0 0,-1-1 1 0 0,6-5 3 0 0,-4 7-28 0 0,-3 2-41 0 0,0 2-1 0 0,0-1 1 0 0,0 0 0 0 0,1 1-1 0 0,0-1 1 0 0,0 1-1 0 0,0 0 1 0 0,0 0 0 0 0,0 1-1 0 0,3-2 70 0 0,-3 2 10 0 0,1 0-55 0 0,11 9 16 0 0,-13-5 29 0 0,0 0 0 0 0,0 0 0 0 0,0 0 0 0 0,0 0 0 0 0,-1 0 0 0 0,1 1 0 0 0,-1-1 0 0 0,1 1 0 0 0,-1 0 0 0 0,0-1 0 0 0,0 1 0 0 0,0 0 0 0 0,0 0 0 0 0,-1 1 0 0 0,1-1 0 0 0,3 10 0 0 0,0 1 0 0 0,0 0 0 0 0,-1 2 0 0 0,3 6 0 0 0,-3 2 34 0 0,-3-19-26 0 0,0 1 1 0 0,0-1-1 0 0,1 0 0 0 0,-1 0 0 0 0,1 1-8 0 0,0 4 40 0 0,-1-7-40 0 0,-1 0 0 0 0,1-1 0 0 0,0 1 0 0 0,-1 0 0 0 0,1-1 0 0 0,0 1 0 0 0,1-1 0 0 0,-1 1 0 0 0,0-1 0 0 0,1 0 0 0 0,-1 1 0 0 0,1-1 0 0 0,-1 0-197 0 0,-1-2-558 0 0,0 0-218 0 0,4-7-5619 0 0,-3 6 419 0 0</inkml:trace>
  <inkml:trace contextRef="#ctx0" brushRef="#br0" timeOffset="767.487">682 19 7976 0 0,'4'-4'250'0'0,"0"-3"-181"0"0,-3 0 2917 0 0,-1 6-2129 0 0,0 1-87 0 0,0 0-40 0 0,0 0-8 0 0,0 0-29 0 0,0 0-112 0 0,0 0-49 0 0,0 0-11 0 0,0 0-22 0 0,0 0-90 0 0,0 0-38 0 0,3 6 191 0 0,-2-5-513 0 0,0 0 0 0 0,0 0 1 0 0,-1 0-1 0 0,1 0 0 0 0,-1 0 1 0 0,1 1-1 0 0,-1-1 0 0 0,0 0 1 0 0,1 0-1 0 0,-1 1 0 0 0,0-1-49 0 0,10 35 380 0 0,-7-28-242 0 0,0 1-1 0 0,-1-1 0 0 0,0 1 0 0 0,-1-1-137 0 0,5 20 353 0 0,-4-22-294 0 0,-1 0 0 0 0,0 0 0 0 0,0 0 0 0 0,0 0 0 0 0,-1 0-59 0 0,2 26 225 0 0,-1-23-139 0 0,-1 1 0 0 0,0 0-1 0 0,0 0 1 0 0,-2 9-86 0 0,3-1 123 0 0,-1-16-110 0 0,1 0 0 0 0,-1 0 0 0 0,0-1-1 0 0,0 1 1 0 0,0 0 0 0 0,0 0 0 0 0,0 0 0 0 0,0 0 0 0 0,-1 0 0 0 0,1 0-1 0 0,-1 0-12 0 0,0 4 11 0 0,1-4 42 0 0,0-2 17 0 0,5-13 36 0 0,22-61 28 0 0,9-16-482 0 0,-32 79 370 0 0,-2 6-9 0 0,0 1-1 0 0,0 0 0 0 0,1 0 0 0 0,-1 0 0 0 0,1 0 0 0 0,-1 0 1 0 0,1 1-1 0 0,1-1 0 0 0,-1 1 0 0 0,0 0 0 0 0,1 0 0 0 0,0 0 1 0 0,-1 0-1 0 0,1 1 0 0 0,0-1-12 0 0,1 0-55 0 0,-2 2 48 0 0,-1-1-1 0 0,1 1 0 0 0,0-1 1 0 0,-1 1-1 0 0,1 0 0 0 0,0 0 1 0 0,0 0-1 0 0,0 1 0 0 0,-1-1 1 0 0,1 1-1 0 0,0-1 1 0 0,0 1-1 0 0,0 0 0 0 0,0 0 1 0 0,2 0 7 0 0,-3 1 79 0 0,0-1 0 0 0,0 0 1 0 0,0 0-1 0 0,0 1 0 0 0,0-1 1 0 0,0 1-1 0 0,-1 0 0 0 0,1-1 1 0 0,0 1-1 0 0,0 0 0 0 0,-1 0 0 0 0,1 0 1 0 0,0 0-1 0 0,-1 1 0 0 0,1-1-79 0 0,20 22 831 0 0,-13-12-1146 0 0,-6-7 299 0 0,0 1 0 0 0,0 0-1 0 0,0-1 1 0 0,-1 1 0 0 0,0 0 0 0 0,0 0 0 0 0,1 2 16 0 0,8 19 342 0 0,11 18-392 0 0,-22-42-24 0 0,0-2 30 0 0,0 0 110 0 0,0 0 15 0 0,0 0-36 0 0,17-20-253 0 0,-14 17 206 0 0,-1-1-1 0 0,1 0 1 0 0,-1 1-1 0 0,0-1 1 0 0,0 0-1 0 0,-1 0 1 0 0,1-1 2 0 0,6-13-48 0 0,5-9 20 0 0,-9 16 10 0 0,1 1-1 0 0,0 0 1 0 0,2-1 18 0 0,-4 7 6 0 0,20-25-35 0 0,-22 27 26 0 0,0 1 0 0 0,0-1 0 0 0,1 1 0 0 0,-1 0 1 0 0,1 0-1 0 0,-1 0 0 0 0,1 0 0 0 0,0 0 0 0 0,-1 0 0 0 0,1 0 0 0 0,0 0 1 0 0,0 1-1 0 0,-1-1 0 0 0,1 1 0 0 0,0-1 0 0 0,0 1 0 0 0,0 0 3 0 0,-1 0-3 0 0,0 0 0 0 0,0 0 0 0 0,0 0 0 0 0,0-1-1 0 0,0 1 1 0 0,0 0 0 0 0,0-1 0 0 0,0 1 0 0 0,-1 0-1 0 0,1-1 1 0 0,0 1 0 0 0,1-1 3 0 0,2-2-22 0 0,4 3-2 0 0,-7 1 21 0 0,0-1-1 0 0,0 0 0 0 0,0 1 1 0 0,0-1-1 0 0,0 1 0 0 0,0-1 1 0 0,0 1-1 0 0,0-1 0 0 0,-1 1 1 0 0,1 0-1 0 0,0-1 0 0 0,0 1 1 0 0,0 0-1 0 0,-1 0 0 0 0,1-1 1 0 0,0 2 3 0 0,1 0-2 0 0,5 6 4 0 0,1 1-1 0 0,-2-1 1 0 0,1 1-1 0 0,-1 0 0 0 0,0 1 1 0 0,-1-1-1 0 0,3 9-1 0 0,-7-16 2 0 0,6 13 52 0 0,-1 1 0 0 0,1 5-54 0 0,3 7 86 0 0,-7-20-377 0 0,5 14 815 0 0,-6-1-4333 0 0,-2-21-3348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49:4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274 131 2760 0 0,'0'0'107'0'0,"0"0"-19"0"0,0 0 60 0 0,0 0 233 0 0,0 0-333 0 0,1 0-1 0 0,-1 0 1 0 0,0 0-1 0 0,0 0 1 0 0,0 0 0 0 0,1-1-1 0 0,-1 1 1 0 0,0 0-1 0 0,0 0 1 0 0,0 0 0 0 0,0 0-1 0 0,1 0 1 0 0,-1 0-1 0 0,0 0 1 0 0,0-1 0 0 0,0 1-1 0 0,0 0 1 0 0,0 0 0 0 0,0 0-1 0 0,1 0 1 0 0,-1-1-1 0 0,0 1 1 0 0,0 0 0 0 0,0 0-1 0 0,0 0 1 0 0,0 0-1 0 0,0-1 1 0 0,0 1 0 0 0,0 0-1 0 0,0 0 1 0 0,0-1-48 0 0,-11-25 2728 0 0,11 19-2269 0 0,0 7-375 0 0,1 0 0 0 0,-1-1 0 0 0,0 1 1 0 0,0 0-1 0 0,0 0 0 0 0,0-1 0 0 0,0 1 0 0 0,0 0 1 0 0,0-1-1 0 0,0 1 0 0 0,0 0 0 0 0,0 0 0 0 0,0-1 1 0 0,0 1-1 0 0,0 0 0 0 0,0-1 0 0 0,0 1 0 0 0,0 0 1 0 0,0 0-1 0 0,0-1 0 0 0,0 1 0 0 0,-1 0 0 0 0,1 0 1 0 0,0-1-1 0 0,0 1 0 0 0,0 0 0 0 0,0 0 0 0 0,-1-1 1 0 0,1 1-1 0 0,0 0 0 0 0,0 0-84 0 0,-1-1-629 0 0,-5-11 4731 0 0,5 12-4011 0 0,1 0 0 0 0,0 0 0 0 0,0 0 0 0 0,0-1-1 0 0,-1 1 1 0 0,1 0 0 0 0,0 0 0 0 0,0-1 0 0 0,0 1 0 0 0,0 0 0 0 0,0 0 0 0 0,0-1-1 0 0,-1 1 1 0 0,1 0 0 0 0,0 0 0 0 0,0-1 0 0 0,0 1 0 0 0,0 0 0 0 0,0 0 0 0 0,0-1 0 0 0,0 1-1 0 0,0 0 1 0 0,0-1 0 0 0,0 1 0 0 0,0 0 0 0 0,0 0 0 0 0,1-1 0 0 0,-1 1 0 0 0,0 0-1 0 0,0 0 1 0 0,0-1 0 0 0,0 1-91 0 0,-20-16 528 0 0,14 10-36 0 0,-1 1 1 0 0,0-1-1 0 0,0 1 0 0 0,0 1 0 0 0,-4-2-492 0 0,-1 0 332 0 0,-8-2 24 0 0,-18 6-240 0 0,37 2-123 0 0,-4 0 45 0 0,0 1 0 0 0,0-1 0 0 0,0 1 0 0 0,0 0 0 0 0,-1 1-38 0 0,-44 31 365 0 0,33-15-365 0 0,13-16 0 0 0,4-1 0 0 0,-1-1 0 0 0,1 1 0 0 0,-1 0 0 0 0,1-1 0 0 0,-1 1 0 0 0,1 0 0 0 0,-1-1 0 0 0,1 1 0 0 0,-1 0 0 0 0,1 0 0 0 0,0-1 0 0 0,-1 1 0 0 0,1 0 0 0 0,0 0 0 0 0,0-1 0 0 0,0 1 0 0 0,-1 0 0 0 0,1 0 0 0 0,0 0 0 0 0,0 0 0 0 0,0-1 0 0 0,0 1 0 0 0,-5 21-47 0 0,3-17 42 0 0,1-1 0 0 0,0 1 0 0 0,0 0 0 0 0,0 0 0 0 0,1 4 5 0 0,-1 0-16 0 0,1 0-1 0 0,1 0 0 0 0,0 0 0 0 0,0-1 1 0 0,1 1-1 0 0,0 0 0 0 0,1 1 17 0 0,0 2-10 0 0,-1-8 10 0 0,-1 0 0 0 0,0 0 0 0 0,1-1 0 0 0,0 1 0 0 0,0 0 0 0 0,0-1-1 0 0,0 1 1 0 0,1 0 0 0 0,19 26 0 0 0,-21-28 0 0 0,2 3 0 0 0,10 2 0 0 0,3 1 0 0 0,-14-7 0 0 0,0 0 0 0 0,1 0 0 0 0,-1 0 0 0 0,0 0 0 0 0,1 0 0 0 0,-1-1 0 0 0,1 1 0 0 0,0-1 0 0 0,-1 0 0 0 0,1 0 0 0 0,-1 0 0 0 0,1 0 0 0 0,-1 0 0 0 0,2 0 0 0 0,-2 0 4 0 0,0-1-1 0 0,0 1 0 0 0,-1 0 0 0 0,1-1 0 0 0,0 1 1 0 0,0-1-1 0 0,0 1 0 0 0,-1-1 0 0 0,1 0 0 0 0,0 1 1 0 0,-1-1-1 0 0,1 0 0 0 0,-1 0 0 0 0,1 0 0 0 0,-1-1 0 0 0,1 1-3 0 0,19-24-425 0 0,-17 19 1 0 0,1-3-2572 0 0,-1 2-3441 0 0</inkml:trace>
  <inkml:trace contextRef="#ctx0" brushRef="#br0" timeOffset="1103.675">405 42 8288 0 0,'0'0'381'0'0,"0"0"-6"0"0,0 0-103 0 0,0 0 462 0 0,0 0 236 0 0,0 0 43 0 0,0 0-69 0 0,0 0-328 0 0,0 0-140 0 0,0 0-27 0 0,0 0-57 0 0,0 0-208 0 0,6 7 980 0 0,-5-6-1058 0 0,0 0-1 0 0,0 0 0 0 0,0 0 1 0 0,1 0-1 0 0,-1 0 0 0 0,0 0 1 0 0,-1 0-1 0 0,1 0 0 0 0,0 0 1 0 0,0 1-1 0 0,0-1 0 0 0,-1 0 1 0 0,1 1-1 0 0,-1-1 0 0 0,1 0 1 0 0,-1 1-1 0 0,0-1 0 0 0,1 2-105 0 0,3 9 285 0 0,0-2-59 0 0,-2-6-149 0 0,0 1 0 0 0,0-1 1 0 0,0 1-1 0 0,-1 0 0 0 0,0-1 0 0 0,0 1 0 0 0,0 0 0 0 0,0 0 0 0 0,-1 1-77 0 0,4 42 72 0 0,-4-44-72 0 0,0 0 0 0 0,0 0 0 0 0,0 1 0 0 0,0-1 0 0 0,-1 0 0 0 0,0 2 0 0 0,0-2 0 0 0,1 0 0 0 0,-1 0 0 0 0,1 0 0 0 0,0 0 0 0 0,0 0 0 0 0,0 0 0 0 0,1 2 0 0 0,1 16-197 0 0,-1-10 465 0 0,-1-11 684 0 0,1-3 841 0 0,-5-10-1467 0 0,3 10-325 0 0,1 0 0 0 0,0 0 0 0 0,-1 0 0 0 0,1-1 1 0 0,0 1-1 0 0,0 0 0 0 0,1 0 0 0 0,-1 0 0 0 0,0 0 1 0 0,1-1-1 0 0,0 0-1 0 0,2-16-3 0 0,-3 16 44 0 0,1 0 0 0 0,-1 0 0 0 0,1 0-1 0 0,0 0 1 0 0,0 0 0 0 0,1 0 0 0 0,-1 0 0 0 0,1 0-1 0 0,1-2-40 0 0,17-26 157 0 0,-6 11-997 0 0,-12 16 773 0 0,0 0 0 0 0,0 0 0 0 0,1 1-1 0 0,0-1 1 0 0,0 0 0 0 0,0 1-1 0 0,0 0 1 0 0,0 0 0 0 0,1 0 0 0 0,-1 0-1 0 0,4-1 68 0 0,55-34 1731 0 0,-60 36-1798 0 0,-1 2 38 0 0,0 0-1 0 0,0-1 1 0 0,-1 1 0 0 0,1-1 0 0 0,0 1 0 0 0,0 0-1 0 0,0 0 1 0 0,0 0 0 0 0,0-1 0 0 0,0 1 0 0 0,0 0-1 0 0,0 0 1 0 0,0 0 0 0 0,-1 0 0 0 0,1 1 0 0 0,0-1-1 0 0,1 0 30 0 0,5 0-236 0 0,0 0 209 0 0,-5 0 27 0 0,-1 0 1 0 0,0 0-1 0 0,0 0 1 0 0,0 0 0 0 0,0 0-1 0 0,1 0 1 0 0,-1 0-1 0 0,0 0 1 0 0,0 1-1 0 0,0-1 1 0 0,0 1-1 0 0,0-1 1 0 0,0 0-1 0 0,0 1 1 0 0,0 0-1 0 0,0-1 1 0 0,0 1 0 0 0,0 0-1 0 0,0-1 1 0 0,0 1-1 0 0,0 0 1 0 0,-1 0-1 0 0,1 0 1 0 0,0 0-1 0 0,0 0 0 0 0,3 2 17 0 0,5 6-16 0 0,1 0-1 0 0,-1 0 1 0 0,-1 1 0 0 0,0 0 0 0 0,0 0 0 0 0,-1 1 0 0 0,0 0 0 0 0,-1 0 0 0 0,0 1 0 0 0,-1-1-1 0 0,0 1 1 0 0,0 2-1 0 0,7 19 0 0 0,-6-7 47 0 0,-5-19-30 0 0,-1-7-15 0 0,0 1-1 0 0,0-1 1 0 0,0 0-1 0 0,0 0 0 0 0,0 0 1 0 0,0 0-1 0 0,0 0 1 0 0,0 0-1 0 0,0 0 1 0 0,0 1-1 0 0,0-1 0 0 0,0 0 1 0 0,0 0-1 0 0,0 0 1 0 0,0 0-1 0 0,0 0 1 0 0,0 0-1 0 0,0 0 1 0 0,0 1-1 0 0,0-1 0 0 0,0 0 1 0 0,0 0-1 0 0,0 0 1 0 0,0 0-1 0 0,0 0 1 0 0,0 0-1 0 0,0 0 0 0 0,0 0 1 0 0,1 1-1 0 0,-1-1 1 0 0,0 0-1 0 0,0 0 1 0 0,0 0-1 0 0,0 0 0 0 0,0 0 1 0 0,0 0-1 0 0,0 0 1 0 0,0 0-1 0 0,0 0 1 0 0,1 0-1 0 0,-1 0 0 0 0,0 0 1 0 0,0 0-1 0 0,0 0 1 0 0,0 0-1 0 0,0 0 1 0 0,0 0-1 0 0,0 0 0 0 0,1 0 1 0 0,-1 0-1 0 0,0 0 1 0 0,0 0-1 0 0,0 0 1 0 0,0 0-1 0 0,0 0 0 0 0,0 0 1 0 0,0 0-1 0 0,1 0 1 0 0,-1 0-1 0 0,0 0 1 0 0,0 0-1 0 0,0 0 1 0 0,0 0-1 0 0,0 0-1 0 0,5-11 204 0 0,0-15 111 0 0,8-19-193 0 0,-1 7-33 0 0,-9 28-79 0 0,1 1 0 0 0,0-1 1 0 0,1 1-1 0 0,0 0 0 0 0,1 1 1 0 0,0-1-1 0 0,5-5-10 0 0,-3 3 2 0 0,-5 8-2 0 0,1-1 0 0 0,-1 1 0 0 0,1 0 0 0 0,0 0 0 0 0,0 0 0 0 0,0 0 0 0 0,0 0 0 0 0,0 1 0 0 0,0 0 0 0 0,1 0 0 0 0,-1 0 0 0 0,1 1 0 0 0,0-1 0 0 0,-1 1 0 0 0,1 0 0 0 0,4 0 0 0 0,-4 0 0 0 0,1 1 0 0 0,0-1 0 0 0,-1 1 0 0 0,1 0 0 0 0,0 1 0 0 0,-1-1 0 0 0,1 1 0 0 0,-1 0 0 0 0,1 1 0 0 0,-1-1 0 0 0,1 1 0 0 0,-1 0 0 0 0,0 1 0 0 0,1 0 0 0 0,3 2 0 0 0,-4-2 0 0 0,0 0 0 0 0,0 0 0 0 0,0 1 0 0 0,-1-1 0 0 0,1 1 0 0 0,-1 0 0 0 0,2 3 0 0 0,6 6 0 0 0,-10-11 0 0 0,0 0 0 0 0,0 0 0 0 0,0 0 0 0 0,0 0 0 0 0,-1 0 0 0 0,1 0 0 0 0,-1 0 0 0 0,0 1 0 0 0,0-1 0 0 0,0 0 0 0 0,0 1 0 0 0,0-1 0 0 0,0 1 0 0 0,0 1 0 0 0,0 2 8 0 0,1-1-1 0 0,0 0 1 0 0,0 1 0 0 0,1-1-1 0 0,-1 0 1 0 0,2 1-8 0 0,9 20 26 0 0,12 41-26 0 0,-24-64 9 0 0,9 9-80 0 0,-9-11-260 0 0,-1-1-137 0 0,0 0-1437 0 0,0 0-5600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51:3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15 5240 0 0,'-12'-5'150'0'0,"9"3"470"0"0,0 1 0 0 0,0-1 1 0 0,-1 1-1 0 0,1 0 0 0 0,0 0 1 0 0,-3 0-621 0 0,5 1 600 0 0,1 0-10 0 0,0 0-39 0 0,0 0-20 0 0,0 0-3 0 0,0 0-14 0 0,0 0-54 0 0,-10 0 2014 0 0,-5 0-1649 0 0,14 0-355 0 0,-13 3 940 0 0,12-2-1296 0 0,0-1 1 0 0,1 1-1 0 0,-1 0 0 0 0,0 0 1 0 0,0 0-1 0 0,1 1 0 0 0,-1-1 1 0 0,1 0-1 0 0,-1 0 1 0 0,1 1-1 0 0,-1-1 0 0 0,1 1 1 0 0,0-1-1 0 0,-1 1-114 0 0,-5 6 260 0 0,6-7-240 0 0,0-1 0 0 0,0 1 0 0 0,-1 0 0 0 0,1-1-1 0 0,0 1 1 0 0,-1-1 0 0 0,1 1 0 0 0,0-1 0 0 0,-1 0 0 0 0,1 0 0 0 0,-1 0-1 0 0,1 1 1 0 0,0-1 0 0 0,-1-1 0 0 0,1 1 0 0 0,-1 0-20 0 0,-1 0 51 0 0,2 0 13 0 0,-12 12 240 0 0,-2 5 104 0 0,16-13-102 0 0,-2 3-192 0 0,1-6-110 0 0,-1 14 199 0 0,1-14-188 0 0,0 1 0 0 0,0-1 1 0 0,0 0-1 0 0,0 0 1 0 0,0 1-1 0 0,0-1 1 0 0,0 0-1 0 0,0 1 1 0 0,0-1-1 0 0,-1 0 0 0 0,1 0 1 0 0,-1 1-1 0 0,1-1 1 0 0,-1 0-1 0 0,1 0 1 0 0,-1 1-16 0 0,-23 39 220 0 0,23-37-199 0 0,0-1 1 0 0,0 1 0 0 0,0 0-1 0 0,0-1 1 0 0,0 1-1 0 0,1 0 1 0 0,-1 0 0 0 0,1 0-22 0 0,-2 12 101 0 0,2-13-76 0 0,0 1 0 0 0,0 0 0 0 0,0-1 0 0 0,0 1 0 0 0,1 0 0 0 0,-1 0 0 0 0,1-1-1 0 0,0 1 1 0 0,0-1-25 0 0,4 23 192 0 0,-3 0-60 0 0,-1-22-117 0 0,0 0 0 0 0,-1 1 1 0 0,0-1-1 0 0,0 1 0 0 0,0 3-15 0 0,0-5 13 0 0,-1 1 1 0 0,1-1-1 0 0,1 1 0 0 0,-1-1 0 0 0,0 1 0 0 0,1-1 0 0 0,0 0 1 0 0,1 4-14 0 0,2 19 49 0 0,-3-11-20 0 0,0 0 0 0 0,1 0 0 0 0,2 3-29 0 0,1 16 30 0 0,-4-30-15 0 0,0-1-1 0 0,0 0 0 0 0,0 1 1 0 0,0-1-1 0 0,0 0 0 0 0,1 0 1 0 0,0 0-1 0 0,1 2-14 0 0,-1-1 21 0 0,0-1 0 0 0,-1 0 0 0 0,1 1 0 0 0,-1 0-1 0 0,1-1 1 0 0,-1 2-21 0 0,-1-3 15 0 0,1 0 0 0 0,0-1-1 0 0,-1 1 1 0 0,1 0-1 0 0,0 0 1 0 0,0-1 0 0 0,0 1-1 0 0,0-1 1 0 0,0 1-1 0 0,0-1 1 0 0,1 1 0 0 0,-1-1-1 0 0,0 0-14 0 0,12 16 282 0 0,-10-15-232 0 0,0 1 0 0 0,0-1 0 0 0,0 0 0 0 0,0 0 0 0 0,0 0 0 0 0,1 0 0 0 0,-1 0 0 0 0,1-1 0 0 0,-1 0 0 0 0,1 1-1 0 0,-1-1 1 0 0,2 0-50 0 0,8 3 177 0 0,-11-3-94 0 0,19-5 202 0 0,0-1-202 0 0,-18 5-72 0 0,0 0-1 0 0,-1-1 1 0 0,1 1-1 0 0,0-1 1 0 0,-1 0-1 0 0,1 0 1 0 0,-1 0-1 0 0,1 0 0 0 0,-1 0 1 0 0,1 0-1 0 0,-1-1 1 0 0,0 1-1 0 0,0-1 1 0 0,0 0-1 0 0,2-1-10 0 0,-2 1 19 0 0,0 1 0 0 0,0-1 1 0 0,0 1-1 0 0,0-1 0 0 0,1 1 0 0 0,-1 0 0 0 0,2-1-19 0 0,-2 1 1 0 0,0 1-1 0 0,-1-1 1 0 0,1 0 0 0 0,0 0-1 0 0,-1 0 1 0 0,1 0 0 0 0,-1 0-1 0 0,1 0 1 0 0,-1-1-1 0 0,1 1 1 0 0,-1 0 0 0 0,0-1-1 0 0,0 1 1 0 0,0-1 0 0 0,0 1-1 0 0,1-2 0 0 0,-1 1 0 0 0,0 1 0 0 0,0 0 0 0 0,0 0 0 0 0,0 0 0 0 0,0 0 0 0 0,0 0 0 0 0,0 0 0 0 0,0 0 0 0 0,0 0 0 0 0,0 0 0 0 0,1 0 0 0 0,-1 0 0 0 0,0 1 0 0 0,1-1 0 0 0,0 0 0 0 0,0 0 0 0 0,-1 0 0 0 0,1 1 0 0 0,-1-1 0 0 0,1 0 0 0 0,-1-1 0 0 0,0 1 0 0 0,1 0 0 0 0,-1 0 0 0 0,0-1 0 0 0,0 1 0 0 0,0-1 0 0 0,0 1 0 0 0,3-8 0 0 0,3-6 0 0 0,-6 14 0 0 0,0 0 0 0 0,1-1 0 0 0,-1 1 0 0 0,0 0 0 0 0,0-1 0 0 0,0 1 0 0 0,0-1 0 0 0,0 0 0 0 0,0 1 0 0 0,-1-1 0 0 0,1 0 0 0 0,0 1 0 0 0,-1-1 0 0 0,1 0 0 0 0,-1 0 0 0 0,0 0 0 0 0,1 1 0 0 0,-1-1 0 0 0,0 0 0 0 0,0 0 0 0 0,0 0 0 0 0,-1 0 0 0 0,1 1 0 0 0,0-1 0 0 0,-1 0 0 0 0,1 0 0 0 0,-1 0 0 0 0,1 1 0 0 0,-1-1 0 0 0,-1-2 0 0 0,1 1 0 0 0,0-1 0 0 0,1 1 0 0 0,-1-1 0 0 0,1 1 0 0 0,-1-1 0 0 0,1 1 0 0 0,0-1 0 0 0,0 0 0 0 0,1 0 0 0 0,-1 2 1 0 0,0 0 0 0 0,0-1-1 0 0,-1 1 1 0 0,1 0 0 0 0,0 0 0 0 0,-1-1-1 0 0,1 1 1 0 0,-1 0 0 0 0,0 0 0 0 0,0 0-1 0 0,0 0 1 0 0,-1-2-1 0 0,1 2 5 0 0,0 0 1 0 0,0 0-1 0 0,0 0 0 0 0,1-1 0 0 0,-1 1 1 0 0,0 0-1 0 0,1-1 0 0 0,-1 1 0 0 0,1 0 1 0 0,0-1-1 0 0,0 1 0 0 0,0-2-5 0 0,1-2 0 0 0,0 1 0 0 0,0 0 0 0 0,1 0 0 0 0,-1 1 0 0 0,1-1 0 0 0,1 0 0 0 0,-1 0 0 0 0,0 1 0 0 0,1-1 0 0 0,3-2 0 0 0,-6 6 0 0 0,1 0 0 0 0,-1 0 0 0 0,0 1 0 0 0,1-1 0 0 0,-1 0 0 0 0,0 0 0 0 0,0 0 0 0 0,1 0 0 0 0,-1 0 0 0 0,0 0 0 0 0,0 0 0 0 0,0 1 0 0 0,0-1 0 0 0,0 0 0 0 0,0 0 0 0 0,0 0 0 0 0,0 0 0 0 0,-1 0 0 0 0,1 0 0 0 0,0 0 0 0 0,-1 0 0 0 0,1 0 0 0 0,0 0 0 0 0,-1 0 0 0 0,1 0 0 0 0,0 0 0 0 0,0 0 0 0 0,0 0 0 0 0,0-1 0 0 0,0 1 0 0 0,0 0 0 0 0,0 0 0 0 0,1 0 0 0 0,-1 0 0 0 0,0 0 0 0 0,0 0 0 0 0,1 0 0 0 0,-1 0 0 0 0,7-9 0 0 0,-6 9 0 0 0,0 0 0 0 0,-1 1 0 0 0,1-1 0 0 0,-1 0 0 0 0,1 0 0 0 0,-1 1 0 0 0,1-1 0 0 0,-1 0 0 0 0,1 0 0 0 0,-1 0 0 0 0,0 0 0 0 0,1 0 0 0 0,-1 1 0 0 0,0-1 0 0 0,0 0 0 0 0,0 0 0 0 0,0 0 0 0 0,0 0 0 0 0,0 0 0 0 0,0 0 0 0 0,0 0 0 0 0,0 0 0 0 0,0 0 0 0 0,0 0 0 0 0,-1 1 0 0 0,1-1 0 0 0,0 0 0 0 0,-1 0 0 0 0,1 0 0 0 0,-1 0 0 0 0,-18-44 0 0 0,19 44 0 0 0,-1 0 0 0 0,1 0 0 0 0,-1-1 0 0 0,0 1 0 0 0,0 0 0 0 0,0 0 0 0 0,1 0 1 0 0,-1 0-1 0 0,0 0 0 0 0,0 0 0 0 0,-1 0 0 0 0,1 0 0 0 0,0 0 0 0 0,0 1 0 0 0,-1-1 0 0 0,1 0 5 0 0,0 0 1 0 0,0 1 0 0 0,0-1 0 0 0,0 0-1 0 0,0 0 1 0 0,-1 0 0 0 0,2 0 0 0 0,-1 0-1 0 0,0 0 1 0 0,0 0 0 0 0,0 0 0 0 0,0-1-1 0 0,1 1 1 0 0,-1 0 0 0 0,0-1-6 0 0,0-1 18 0 0,0 0 0 0 0,0 0 0 0 0,0 0 0 0 0,0 0 0 0 0,-1 0-1 0 0,0 0 1 0 0,1 0 0 0 0,-1 0 0 0 0,-1 0-18 0 0,-17-23-16 0 0,18 23 15 0 0,-1 0 0 0 0,-1 0-1 0 0,1 0 1 0 0,0 0 0 0 0,-1 0-1 0 0,1 1 1 0 0,-1-1 0 0 0,0 1-1 0 0,0 0 1 0 0,0 0 0 0 0,0 1 1 0 0,0-1 34 0 0,0 1 0 0 0,0 0 0 0 0,0 1 1 0 0,0-1-1 0 0,0 1 0 0 0,0-1 0 0 0,0 1 1 0 0,-3 1-35 0 0,-17-2 92 0 0,-1-4-93 0 0,20 3-10 0 0,-2 0-53 0 0,6 2-74 0 0,1 0-201 0 0,0 0-86 0 0,0 0-21 0 0,11 4-1972 0 0,-2 3 244 0 0</inkml:trace>
  <inkml:trace contextRef="#ctx0" brushRef="#br0" timeOffset="2085.141">484 296 6936 0 0,'-17'-15'316'0'0,"15"12"-145"0"0,3 2-29 0 0,7-2 65 0 0,-6 2 302 0 0,-2 1 158 0 0,-9-11 1341 0 0,9 11-1886 0 0,0-1 0 0 0,-1 1 0 0 0,1 0 0 0 0,0-1 0 0 0,0 1 0 0 0,-1-1 0 0 0,1 1 0 0 0,0-1 0 0 0,0 1 1 0 0,0-1-1 0 0,-1 1 0 0 0,1-1 0 0 0,0 1 0 0 0,0-1 0 0 0,0 1 0 0 0,0-1 0 0 0,0 1 0 0 0,0-1 0 0 0,0 1 0 0 0,0-1 1 0 0,0 1-1 0 0,0-1-122 0 0,8 4 4510 0 0,4 2-4119 0 0,-12-3-161 0 0,1 12 20 0 0,-1-11-201 0 0,1 0-1 0 0,-1 0 1 0 0,0 0-1 0 0,0 1 1 0 0,-1-1-1 0 0,1 0 1 0 0,-1 0-1 0 0,1 0 1 0 0,-1 0-1 0 0,0 0 1 0 0,0 0-49 0 0,0-1 17 0 0,1-1 1 0 0,-1 1 0 0 0,1 0-1 0 0,0-1 1 0 0,0 1-1 0 0,0-1 1 0 0,0 1-1 0 0,0-1 1 0 0,0 1 0 0 0,0 0-18 0 0,0-1 11 0 0,0 0 1 0 0,0 0 0 0 0,0 1 0 0 0,0-1-1 0 0,0 0 1 0 0,0 0 0 0 0,0 0 0 0 0,0 0-1 0 0,-1 0 1 0 0,1 0 0 0 0,0 1-1 0 0,-1-1 1 0 0,1 0 0 0 0,-1 0 0 0 0,1 0-1 0 0,-1 0 1 0 0,1 0 0 0 0,-1 0 0 0 0,0 0-1 0 0,0 0-11 0 0,0 1 19 0 0,-1 0-1 0 0,1 0 1 0 0,0 0-1 0 0,0 0 0 0 0,0 0 1 0 0,0 1-1 0 0,1-1 1 0 0,-1 0-1 0 0,1 0 1 0 0,-1 1-1 0 0,1-1 0 0 0,0 0 1 0 0,0 1-1 0 0,0-1 1 0 0,0 1-1 0 0,0-1 0 0 0,0 0 1 0 0,1 2-19 0 0,0 3 38 0 0,1 1 0 0 0,0-1 1 0 0,0 0-1 0 0,0-1 0 0 0,2 4-38 0 0,-3-10 1 0 0,0 4 14 0 0,0 11 36 0 0,4-4 1 0 0,-5-10-36 0 0,1-1 0 0 0,-1 1 1 0 0,1-1-1 0 0,-1 1 0 0 0,0-1 0 0 0,1 1 1 0 0,-1-1-1 0 0,0 1 0 0 0,0 0 0 0 0,1-1 1 0 0,-1 1-1 0 0,0 0 0 0 0,0-1 0 0 0,0 1 1 0 0,0 0-1 0 0,0-1 0 0 0,0 1 0 0 0,0 0 1 0 0,0-1-1 0 0,0 1 0 0 0,0 0 0 0 0,0-1 1 0 0,0 1-1 0 0,0 0 0 0 0,0-1 0 0 0,-1 1 0 0 0,1-1 1 0 0,0 1-1 0 0,0 0 0 0 0,-1-1 0 0 0,1 1 1 0 0,-1 0-17 0 0,0 0 102 0 0,1-1 2 0 0,0 0-87 0 0,0 0 0 0 0,0-1 0 0 0,0 1 0 0 0,0 0 0 0 0,0 0 0 0 0,0 0 0 0 0,0-1 0 0 0,0 1 0 0 0,0 0 0 0 0,0 0 0 0 0,0 0 0 0 0,0 0 0 0 0,0-1 0 0 0,0 1 0 0 0,0 0 0 0 0,0 0 0 0 0,0 0 0 0 0,-1 0 0 0 0,1 0 0 0 0,0-1 0 0 0,0 1 0 0 0,0 0 0 0 0,0 0 0 0 0,0 0 0 0 0,0 0 0 0 0,-1 0 0 0 0,1 0 0 0 0,0 0 0 0 0,0-1 0 0 0,0 1 0 0 0,0 0 0 0 0,-1 0 0 0 0,1 0 0 0 0,0 0 0 0 0,0 0 0 0 0,0 0 0 0 0,0 0 0 0 0,-1 0 0 0 0,1 0 0 0 0,0 0 0 0 0,0 0 0 0 0,0 0 0 0 0,0 0 0 0 0,-1 0 0 0 0,1 0 0 0 0,0 0 0 0 0,0 0-1 0 0,0 0 1 0 0,-1 0 0 0 0,1 0 0 0 0,0 1 0 0 0,0-1 0 0 0,0 0 0 0 0,0 0 0 0 0,0 0 0 0 0,-1 0 0 0 0,1 0-17 0 0,1-2 40 0 0,0 0 0 0 0,0-1-1 0 0,0 1 1 0 0,1 0 0 0 0,-1 0-1 0 0,1 0 1 0 0,-1 0 0 0 0,1 0-1 0 0,0 0 1 0 0,1-1-40 0 0,-1 1 30 0 0,0 0 1 0 0,0 0-1 0 0,0-1 1 0 0,-1 1-1 0 0,1 0 0 0 0,0-1 1 0 0,-1 1-1 0 0,1-4-30 0 0,8-9 92 0 0,-9 14-86 0 0,0-1 0 0 0,0 1 0 0 0,0-1-1 0 0,0 1 1 0 0,0-1 0 0 0,0 1 0 0 0,0-1 0 0 0,-1 1 0 0 0,1-1-1 0 0,-1 0 1 0 0,1 0-6 0 0,0-3 17 0 0,1 0 1 0 0,-1 0-1 0 0,1 0 0 0 0,0 1 0 0 0,0-1 0 0 0,2-2-17 0 0,1-2 40 0 0,-4 6-30 0 0,0 0 1 0 0,0 1 0 0 0,-1-1-1 0 0,1 0 1 0 0,0 0-1 0 0,-1 1 1 0 0,0-2-11 0 0,3-10 19 0 0,-4 14-18 0 0,1-1 1 0 0,0 1-1 0 0,0 0 0 0 0,0-1 0 0 0,0 1 0 0 0,0 0 0 0 0,0-1 0 0 0,0 1 0 0 0,1 0 1 0 0,-1-1-1 0 0,0 1 0 0 0,0 0 0 0 0,0-1 0 0 0,0 1 0 0 0,0 0 0 0 0,0 0 0 0 0,1-1 1 0 0,-1 1-1 0 0,0 0 0 0 0,0 0 0 0 0,0-1 0 0 0,1 1 0 0 0,-1 0 0 0 0,0 0 1 0 0,0-1-1 0 0,1 1 0 0 0,-1 0 0 0 0,0 0 0 0 0,0 0 0 0 0,1 0 0 0 0,-1-1 0 0 0,0 1 1 0 0,1 0-1 0 0,-1 0 0 0 0,0 0-1 0 0,3-1 4 0 0,-1 1 0 0 0,0-1 0 0 0,0 0 0 0 0,0 0 0 0 0,0-1 0 0 0,0 1 0 0 0,0 0 0 0 0,1-1-4 0 0,1-2 12 0 0,17-7 51 0 0,-18 10-52 0 0,0 0 0 0 0,0 1-1 0 0,0-1 1 0 0,0 1 0 0 0,0 0 0 0 0,0 0-1 0 0,0 0 1 0 0,0 0 0 0 0,1 0 0 0 0,-1 1 0 0 0,0-1-1 0 0,0 1-10 0 0,0 2 68 0 0,1 9 28 0 0,-3-9-64 0 0,1 1 0 0 0,-1-1-1 0 0,0 1 1 0 0,0 0 0 0 0,0 0 0 0 0,0 0-1 0 0,-1-1 1 0 0,0 1 0 0 0,0 0 0 0 0,0 2-32 0 0,0-5 5 0 0,0 1 1 0 0,0-1-1 0 0,0 0 1 0 0,0 0-1 0 0,0 0 1 0 0,0 1 0 0 0,0-1-1 0 0,1 0 1 0 0,-1 0-1 0 0,0 1 1 0 0,1-1-1 0 0,-1 0 1 0 0,1 1-6 0 0,3 13 88 0 0,-3-10-67 0 0,-1 0 1 0 0,1 0 0 0 0,0 0 0 0 0,0-1 0 0 0,1 4-22 0 0,1 1 27 0 0,-3-8-25 0 0,0-1 1 0 0,0 1 0 0 0,0 0-1 0 0,0 0 1 0 0,1 0 0 0 0,-2-1-1 0 0,1 1 1 0 0,0 0 0 0 0,0 0-1 0 0,0 0 1 0 0,0-1 0 0 0,0 1-1 0 0,-1 0 1 0 0,1 0 0 0 0,0-1-1 0 0,-1 1 1 0 0,1 0-3 0 0,0 0 1 0 0,-1-1 1 0 0,1 1-1 0 0,0-1 0 0 0,0 1 1 0 0,-1-1-1 0 0,1 1 1 0 0,0 0-1 0 0,0-1 0 0 0,0 1 1 0 0,0 0-1 0 0,0-1 1 0 0,0 1-1 0 0,0-1 0 0 0,0 1 1 0 0,0 0-1 0 0,0-1 1 0 0,0 1-1 0 0,0 0 0 0 0,1-1 1 0 0,-1 1-1 0 0,0 0-1 0 0,6 9 0 0 0,-5-10 0 0 0,-1 1 0 0 0,1-1 0 0 0,-1 1 0 0 0,1-1 0 0 0,-1 1 0 0 0,1 0 0 0 0,-1-1 0 0 0,1 1 0 0 0,-1 0 0 0 0,0-1 0 0 0,0 1 0 0 0,1 0 0 0 0,-1 0 0 0 0,0-1 0 0 0,0 1 0 0 0,0 0 0 0 0,0 0 0 0 0,1-1 0 0 0,-1 1 0 0 0,0 0 0 0 0,0 0 0 0 0,-1-1 0 0 0,1 1 0 0 0,0 0 0 0 0,0 0 0 0 0,0-1 0 0 0,0 1 0 0 0,-1 0 0 0 0,1 0 0 0 0,0-1 0 0 0,-1 1 0 0 0,1 0 0 0 0,-1 0 0 0 0,0 1 0 0 0,-2 5 0 0 0,9-14 0 0 0,-1 3 0 0 0,-1-1 0 0 0,0 0 0 0 0,0-1 0 0 0,0 1 0 0 0,-1-1 0 0 0,3-5 0 0 0,5-12 0 0 0,-8 18 0 0 0,-1-1 0 0 0,1 1 0 0 0,-1 0 0 0 0,0-1 0 0 0,1-3 0 0 0,-3 7 0 0 0,1 0 0 0 0,0-1 0 0 0,0 1 0 0 0,0 0 0 0 0,0 0 0 0 0,1 0 0 0 0,-1 0 0 0 0,1-1 0 0 0,8-14 0 0 0,-6 7 0 0 0,-1 8 0 0 0,-2 2 0 0 0,0 0 0 0 0,0 0 0 0 0,-1-1 0 0 0,1 1 0 0 0,0 0 0 0 0,0-1 0 0 0,0 1 0 0 0,0-1 0 0 0,0 1 0 0 0,-1-1 0 0 0,1 1 0 0 0,0-1 0 0 0,0 1 0 0 0,-1-1 0 0 0,1 0 0 0 0,0 0 0 0 0,0 0 0 0 0,0 1 0 0 0,0-1 0 0 0,0 1 0 0 0,-1-1 0 0 0,1 1 0 0 0,0-1 0 0 0,0 1 0 0 0,0-1 0 0 0,0 1 0 0 0,0 0 0 0 0,0-1 0 0 0,1 1 0 0 0,-1 0 0 0 0,0 0 0 0 0,0 0 0 0 0,0 0 0 0 0,0 0 0 0 0,1 0 0 0 0,2 0 0 0 0,1 0 0 0 0,-1-1 0 0 0,1 1 0 0 0,-1-1 0 0 0,5-1 0 0 0,-7 1 0 0 0,0 1 0 0 0,0 0 0 0 0,0-1 0 0 0,0 1 0 0 0,1 0 0 0 0,-1 0 0 0 0,0 0 0 0 0,2 1 0 0 0,4-1 0 0 0,13 1-1 0 0,-19 0-6 0 0,1 1-14 0 0,7 0-148 0 0,-8-2 122 0 0,0 0 0 0 0,0 0 0 0 0,0 1 0 0 0,0-1 0 0 0,0 1 0 0 0,0-1 0 0 0,0 1 0 0 0,0 0 0 0 0,-1 0 0 0 0,1 0 0 0 0,0 0 0 0 0,0 0 0 0 0,-1 0 0 0 0,1 1 47 0 0,-2-2 0 0 0,1 0 0 0 0,-1 0 0 0 0,0 0 0 0 0,0 1 0 0 0,1-1 0 0 0,-1 0 0 0 0,0 0 0 0 0,0 1 0 0 0,1-1 0 0 0,-1 0 0 0 0,0 1 0 0 0,0-1 0 0 0,0 0 0 0 0,0 1 0 0 0,0-1 0 0 0,1 0 0 0 0,-1 1 0 0 0,0-1 0 0 0,0 0 0 0 0,0 1 0 0 0,0-1 0 0 0,0 0 0 0 0,0 1 0 0 0,0-1 0 0 0,0 1 0 0 0,0-1 0 0 0,0 0 0 0 0,0 1 0 0 0,0-1 0 0 0,-1 0 0 0 0,1 1 0 0 0,0-1 0 0 0,0 0 0 0 0,0 1 0 0 0,0-1 0 0 0,0 0 0 0 0,-1 1 0 0 0,1-1 0 0 0,0 0 0 0 0,0 0 0 0 0,-1 1 0 0 0,1-1 0 0 0,0 0 0 0 0,0 0 0 0 0,-1 1 0 0 0,1-1 0 0 0,0 0 0 0 0,-1 0 0 0 0,1 0 0 0 0,0 0 0 0 0,-1 0 0 0 0,1 1 0 0 0,0-1 0 0 0,-1 0 0 0 0,1 0 0 0 0,0 0 1 0 0,0 0-1 0 0,-1 1 1 0 0,1-1-1 0 0,0 0 0 0 0,0 0 1 0 0,0 1-1 0 0,0-1 1 0 0,-1 0-1 0 0,1 1 0 0 0,0-1 1 0 0,0 0-1 0 0,0 0 1 0 0,0 1-1 0 0,0-1 0 0 0,0 0 1 0 0,0 1-1 0 0,0-1 1 0 0,0 0-1 0 0,0 1 0 0 0,0-1 1 0 0,0 0-1 0 0,0 1 1 0 0,0-1-1 0 0,0 0 0 0 0,0 1 1 0 0,0-1-1 0 0,1 0 1 0 0,-1 1-1 0 0,0-1 0 0 0,0 0 1 0 0,0 0-1 0 0,0 1 1 0 0,1-1-1 0 0,-1 0 0 0 0,11 11 47 0 0,-9-10-33 0 0,0 1 1 0 0,0-1-1 0 0,-1 1 1 0 0,1-1-1 0 0,-1 1 1 0 0,1 0-1 0 0,-1 0 1 0 0,1-1-1 0 0,-1 1 1 0 0,0 1-15 0 0,2 8 290 0 0,-2-9-240 0 0,-1 0-1 0 0,1 0 0 0 0,-1 0 0 0 0,1-1 0 0 0,0 1 1 0 0,0 0-1 0 0,0 0 0 0 0,0 0 0 0 0,0-1 0 0 0,0 1 1 0 0,0-1-50 0 0,3 3 75 0 0,-3-3-56 0 0,0-1 1 0 0,-1 1 0 0 0,1-1-1 0 0,0 1 1 0 0,0 0-1 0 0,-1-1 1 0 0,1 1 0 0 0,-1 0-1 0 0,1 0 1 0 0,-1 0-1 0 0,1-1 1 0 0,-1 1 0 0 0,1 0-1 0 0,-1 0 1 0 0,0 0-1 0 0,1 0 1 0 0,-1 0 0 0 0,0 0-1 0 0,0 0 1 0 0,1 0-1 0 0,-1 0 1 0 0,0 0 0 0 0,0 0-1 0 0,0 0 1 0 0,-1 0-1 0 0,1 0 1 0 0,0 0-1 0 0,0 0 1 0 0,0 0 0 0 0,-1-1-1 0 0,1 1-19 0 0,0 0 6 0 0,0-1 0 0 0,-1 1-1 0 0,1-1 1 0 0,0 0 0 0 0,0 1 0 0 0,0-1 0 0 0,0 1-1 0 0,0-1 1 0 0,0 1 0 0 0,0-1 0 0 0,0 0-1 0 0,0 1 1 0 0,0-1 0 0 0,0 1 0 0 0,0-1-1 0 0,0 1 1 0 0,0-1 0 0 0,0 0 0 0 0,0 1-1 0 0,0-1 1 0 0,1 1 0 0 0,-1-1 0 0 0,0 0-1 0 0,0 1 1 0 0,1-1 0 0 0,-1 0 0 0 0,0 1-1 0 0,0-1 1 0 0,1 0 0 0 0,-1 1 0 0 0,0-1-1 0 0,1 0 1 0 0,-1 1 0 0 0,0-1 0 0 0,1 0-1 0 0,-1 0 1 0 0,1 0-6 0 0,7 8 1 0 0,-7-6-6 0 0,-1 0-1 0 0,1 0 0 0 0,0 0 0 0 0,-1 0 0 0 0,0 1 0 0 0,1-1 0 0 0,-1 0 0 0 0,0 0 0 0 0,0 0 0 0 0,0 1 6 0 0,0-3-62 0 0,0 0 1 0 0,0 1-1 0 0,0-1 0 0 0,0 1 1 0 0,-1-1-1 0 0,1 0 1 0 0,0 1-1 0 0,0-1 0 0 0,0 0 1 0 0,0 1-1 0 0,0-1 0 0 0,-1 0 1 0 0,1 1-1 0 0,0-1 1 0 0,0 0-1 0 0,-1 1 0 0 0,1-1 1 0 0,0 0-1 0 0,-1 0 1 0 0,1 1-1 0 0,0-1 0 0 0,0 0 1 0 0,-1 0-1 0 0,1 0 0 0 0,-1 0 1 0 0,1 1-1 0 0,0-1 1 0 0,-1 0 61 0 0,-1 1-331 0 0,3-3-721 0 0,3-3-955 0 0,2-5 791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51:4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28 2304 0 0,'0'0'327'0'0,"0"0"533"0"0,0 0 237 0 0,0 0 44 0 0,6 0 655 0 0,-3 0 1611 0 0,0 0-3742 0 0,-3 0 562 0 0,1 0 0 0 0,-1 0 1 0 0,0-1-1 0 0,0 1 1 0 0,0 0-1 0 0,0 0 0 0 0,1 0 1 0 0,-1 0-1 0 0,0 0 0 0 0,0-1 1 0 0,0 1-1 0 0,0 0 1 0 0,1 0-1 0 0,-1 0 0 0 0,0 0 1 0 0,0-1-1 0 0,0 1 0 0 0,0 0 1 0 0,0 0-1 0 0,0 0 1 0 0,0-1-1 0 0,0 1 0 0 0,0 0 1 0 0,0 0-1 0 0,0 0 0 0 0,0-1 1 0 0,0 1-1 0 0,0 0 1 0 0,0 0-1 0 0,0-1 0 0 0,0 1 1 0 0,0 0-1 0 0,0 0 0 0 0,0 0-227 0 0,0-2 322 0 0,0 2-64 0 0,-12-10 410 0 0,9 9-543 0 0,0-1-1 0 0,-1 1 0 0 0,1 0 0 0 0,-1 0 0 0 0,1 0 0 0 0,-1 1 0 0 0,1-1 0 0 0,-1 1 1 0 0,1 0-1 0 0,-4 0-124 0 0,6 0 302 0 0,-4 0 2 0 0,4-1-309 0 0,0 1-2 0 0,0 0 0 0 0,0 0 0 0 0,0-1-1 0 0,0 1 1 0 0,0 0 0 0 0,0 0 0 0 0,0 0 0 0 0,0 0 0 0 0,0 0-1 0 0,0 0 1 0 0,0 0 0 0 0,0 1 0 0 0,0-1 0 0 0,0 0 0 0 0,0 0 0 0 0,0 1-1 0 0,0-1 1 0 0,0 1 0 0 0,0-1 0 0 0,0 1 0 0 0,1-1 0 0 0,-2 1 7 0 0,1 0 64 0 0,-16 7 90 0 0,12-5-154 0 0,-1 0 0 0 0,1 1 0 0 0,-1 0 0 0 0,1 0 0 0 0,0 1 0 0 0,1-1 0 0 0,-2 2 0 0 0,-10 10 0 0 0,13-14 26 0 0,1 1-1 0 0,0-1 0 0 0,0 1 1 0 0,0 0-1 0 0,0 0 0 0 0,1-1 0 0 0,-1 1 1 0 0,1 0-1 0 0,0 1 0 0 0,0-1 1 0 0,0 0-1 0 0,0 0 0 0 0,0 0 0 0 0,1 3-24 0 0,-1 2 10 0 0,0 0 1 0 0,1 0 0 0 0,0 0 0 0 0,0 0 0 0 0,2 6-12 0 0,1-2-89 0 0,0-1 0 0 0,0 0 0 0 0,1 0 0 0 0,3 6 89 0 0,0-2 6 0 0,-4-9 60 0 0,0-1-1 0 0,0 1 1 0 0,1-1-1 0 0,0 0 1 0 0,2 3-66 0 0,8 10 378 0 0,-8-9-194 0 0,-5-7-139 0 0,0 1 1 0 0,1 0-1 0 0,-1-1 0 0 0,1 1 0 0 0,0-1 1 0 0,0 0-1 0 0,0 0 0 0 0,0 1 0 0 0,0-1 0 0 0,0-1 1 0 0,0 1-1 0 0,1 0 0 0 0,-1 0 0 0 0,1-1 1 0 0,0 1-1 0 0,-1-1 0 0 0,1 0 0 0 0,0 0-45 0 0,5 1 132 0 0,-6-1-126 0 0,1 0 0 0 0,-1-1-1 0 0,0 1 1 0 0,1 0 0 0 0,-1-1-1 0 0,1 0 1 0 0,-1 0 0 0 0,0 0-1 0 0,1 0 1 0 0,-1 0 0 0 0,1 0-1 0 0,-1 0 1 0 0,0-1 0 0 0,1 1 0 0 0,-1-1-1 0 0,0 0 1 0 0,1 0 0 0 0,-1 0-1 0 0,0 0-5 0 0,20-11-17 0 0,-12 7-206 0 0,0-1 1 0 0,-1 0-1 0 0,1 0 1 0 0,-1-1 0 0 0,-1-1-1 0 0,7-5 223 0 0,-11 8-1097 0 0,0 1-1 0 0,0-1 1 0 0,0 0-1 0 0,-1 0 1 0 0,0-1-1 0 0,0 1 1 0 0,1-4 1097 0 0,4-4-2557 0 0</inkml:trace>
  <inkml:trace contextRef="#ctx0" brushRef="#br0" timeOffset="836.748">361 47 7256 0 0,'0'0'330'0'0,"0"0"-7"0"0,0 0-91 0 0,0 0 375 0 0,0 0 185 0 0,0 0 37 0 0,0 0-2 0 0,0 0-49 0 0,0 0-18 0 0,0 0-6 0 0,0 0-30 0 0,0 0-118 0 0,0 0-50 0 0,3 0-10 0 0,15 0 376 0 0,-17 0-565 0 0,-1 0-6 0 0,2 1-14 0 0,5 6 9 0 0,-5-6-268 0 0,0 1-1 0 0,-1-1 1 0 0,1 1-1 0 0,0 0 0 0 0,0 0 1 0 0,-1 0-1 0 0,1 0 0 0 0,-1 0 1 0 0,0 0-1 0 0,1 0 0 0 0,-1 0 1 0 0,0 0-1 0 0,0 1 1 0 0,-1-1-1 0 0,1 0 0 0 0,0 1 1 0 0,-1-1-1 0 0,1 1 0 0 0,-1-1-77 0 0,9 76 839 0 0,-6 4-678 0 0,-3-80-161 0 0,0 1 0 0 0,0-1 0 0 0,0 0 0 0 0,1 0 0 0 0,-1 1 0 0 0,0-1 0 0 0,1 0 0 0 0,0 0 0 0 0,-1 1 0 0 0,3 5 0 0 0,4 25 83 0 0,-7-33-27 0 0,1-1 8 0 0,2-9 15 0 0,0 0 0 0 0,-1 1 0 0 0,0-5-79 0 0,4-13 224 0 0,2-13-120 0 0,-6 31-56 0 0,-1-1 0 0 0,1 0 0 0 0,1 1 0 0 0,0-1 0 0 0,0 1 0 0 0,1 0 0 0 0,4-7-48 0 0,1 1 87 0 0,-7 10-116 0 0,1 0-1 0 0,0 0 1 0 0,0 1-1 0 0,1-1 1 0 0,-1 1-1 0 0,1-1 1 0 0,0 1-1 0 0,0 0 1 0 0,4-2 29 0 0,-5 2 50 0 0,1 0 4 0 0,17-6-2 0 0,-18 10-57 0 0,1-1 0 0 0,-1 1 1 0 0,0 0-1 0 0,0 0 1 0 0,1 0-1 0 0,-1 0 0 0 0,0 0 1 0 0,0 1-1 0 0,0-1 1 0 0,1 1-1 0 0,-1 0 0 0 0,0 0 1 0 0,0 0 4 0 0,-1 0 6 0 0,1 0-1 0 0,-1 0 1 0 0,0 1 0 0 0,0-1 0 0 0,0 1 0 0 0,0-1 0 0 0,0 1 0 0 0,0 0 0 0 0,0 0-1 0 0,0 0 1 0 0,-1 0 0 0 0,1 0-6 0 0,2 4 4 0 0,1 0 21 0 0,-1 0 0 0 0,0 1 0 0 0,0-1-1 0 0,-1 1 1 0 0,0 0 0 0 0,0 0 0 0 0,0 1-1 0 0,-1-1 1 0 0,0 1 0 0 0,-1-1 0 0 0,1 5-25 0 0,1 4 19 0 0,0 26 41 0 0,-2-31-49 0 0,-1-8 10 0 0,0-3-125 0 0,0 0-65 0 0,0 0-14 0 0,0 0 50 0 0,0 0 212 0 0,0 0 90 0 0,0 0 20 0 0,1 0-189 0 0,0 0-1 0 0,-1 0 0 0 0,1 0 0 0 0,0 0 0 0 0,0-1 1 0 0,-1 1-1 0 0,1 0 0 0 0,0 0 0 0 0,-1-1 0 0 0,1 1 1 0 0,0-1-1 0 0,0 1 0 0 0,-1 0 0 0 0,1-1 0 0 0,-1 1 1 0 0,1-1-1 0 0,0 1 0 0 0,-1-1 0 0 0,1 0 1 0 0,11-11-277 0 0,-12 12 273 0 0,3-4-45 0 0,1-1-1 0 0,-1 1 0 0 0,-1-1 1 0 0,3-4 49 0 0,8-12 6 0 0,-11 17-6 0 0,0 0 0 0 0,0 0 0 0 0,0 0 0 0 0,0-1 0 0 0,-1 1 0 0 0,0-1 0 0 0,7-15 0 0 0,-3 6 0 0 0,-4 12 0 0 0,0 0 0 0 0,0-1 0 0 0,-1 1 0 0 0,2 0 0 0 0,-1 0 0 0 0,0 0 0 0 0,0 0 0 0 0,1 0 0 0 0,-1 0 0 0 0,1 0 0 0 0,-1 0 0 0 0,1 0 0 0 0,0 1 0 0 0,0-1 0 0 0,13-9 0 0 0,-12 7 0 0 0,1 1 0 0 0,0 0 0 0 0,0 0 0 0 0,0 1 0 0 0,0-1 0 0 0,0 1 0 0 0,1 0 0 0 0,-1 0 0 0 0,4 0 0 0 0,7-3-1 0 0,-14 4 13 0 0,0 1 0 0 0,1-1-1 0 0,-1 1 1 0 0,0-1 0 0 0,1 1-1 0 0,-1 0 1 0 0,1 0 0 0 0,-1-1-1 0 0,0 1 1 0 0,1 0 0 0 0,-1 0 0 0 0,1 0-1 0 0,-1 1 1 0 0,0-1 0 0 0,1 0-1 0 0,-1 0 1 0 0,1 1 0 0 0,-1-1-1 0 0,0 1 1 0 0,0-1 0 0 0,1 1-1 0 0,0 0-11 0 0,14 6 287 0 0,-12-5-284 0 0,0-1 1 0 0,0 1 0 0 0,0 0 0 0 0,0 0 0 0 0,0 0-1 0 0,0 1 1 0 0,-1-1 0 0 0,1 1 0 0 0,-1 0 0 0 0,0 0-1 0 0,3 3-3 0 0,-1 2 0 0 0,5 6 0 0 0,-2-1 0 0 0,0 2 0 0 0,3 5 0 0 0,-4-3 0 0 0,0 1 0 0 0,-1-1 0 0 0,-1 1 0 0 0,-1 0 0 0 0,0 0 0 0 0,-2 1 0 0 0,1 5 0 0 0,-3-18-72 0 0,0 0 0 0 0,1 0 0 0 0,-1 0 0 0 0,1 0 0 0 0,1 0 0 0 0,-1 0 0 0 0,1 0 72 0 0,-1-5-256 0 0,-1-1-176 0 0,0 0-738 0 0,0 0-316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51:3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189 103 2760 0 0,'1'-9'-213'0'0,"0"5"1095"0"0,0-1 3903 0 0,-1 4-4178 0 0,0 1-30 0 0,5-16 3289 0 0,-4 14-3574 0 0,-1 1-1 0 0,1 0 1 0 0,-1 0 0 0 0,0 0 0 0 0,1-1 0 0 0,-1 1 0 0 0,0 0 0 0 0,0 0 0 0 0,0-1 0 0 0,1 1 0 0 0,-2 0 0 0 0,1 0 0 0 0,0-1 0 0 0,0 1 0 0 0,0 0 0 0 0,0 0 0 0 0,-1-1 0 0 0,1 1-292 0 0,-3-14 558 0 0,-1 0 124 0 0,4 14-476 0 0,0 1-46 0 0,-2-1-22 0 0,0-1-97 0 0,0 1 0 0 0,0 0 0 0 0,0 0 0 0 0,0 0-1 0 0,-1 0 1 0 0,1 0 0 0 0,0 0 0 0 0,-1 0 0 0 0,1 1 0 0 0,0 0-1 0 0,-1-1 1 0 0,1 1 0 0 0,-1 0 0 0 0,1 0 0 0 0,-1 0 0 0 0,1 0-1 0 0,-1 1-40 0 0,-6-1 61 0 0,7 0-42 0 0,1 0-1 0 0,0 0 1 0 0,-1 1-1 0 0,1-1 1 0 0,0 0-1 0 0,0 1 1 0 0,-1-1-1 0 0,1 1 1 0 0,0-1-1 0 0,-1 1-18 0 0,-8 3 134 0 0,3 2 104 0 0,-7-1-96 0 0,12-4-132 0 0,0-1 1 0 0,1 0-1 0 0,-1 1 0 0 0,1-1 0 0 0,-1 1 1 0 0,1-1-1 0 0,-1 1 0 0 0,1 0 0 0 0,-1 0 1 0 0,1 0-1 0 0,0 0 0 0 0,-1 0 0 0 0,1 0 1 0 0,-1 0-11 0 0,-10 13 145 0 0,9-12-166 0 0,1 0 0 0 0,-1 1 1 0 0,1-1-1 0 0,0 0 0 0 0,0 1 0 0 0,0 0 1 0 0,1-1-1 0 0,-1 1 0 0 0,1 0 1 0 0,-1 0-1 0 0,1 0 0 0 0,0 0 1 0 0,0 0-1 0 0,0 0 0 0 0,0 3 21 0 0,0-1 119 0 0,0 0 0 0 0,-1-1 0 0 0,1 1 0 0 0,-1 0 0 0 0,0-1 0 0 0,-1 2-119 0 0,0-1 113 0 0,1-1-1 0 0,0 1 1 0 0,1 0-1 0 0,-1-1 1 0 0,1 1 0 0 0,-1 3-113 0 0,-1 8-521 0 0,3-13 429 0 0,-1 1 1 0 0,0-1 0 0 0,1 1 0 0 0,0-1 0 0 0,0 1-1 0 0,0-1 1 0 0,0 0 0 0 0,0 1 0 0 0,1-1-1 0 0,0 3 92 0 0,0-1 32 0 0,0-1 0 0 0,1 1 0 0 0,-1-1-1 0 0,1 0 1 0 0,0 0 0 0 0,0 0-1 0 0,0 0 1 0 0,0 0 0 0 0,1 0 0 0 0,-1-1-1 0 0,1 1 1 0 0,0-1 0 0 0,1 1 0 0 0,-1-1-1 0 0,2 1-31 0 0,1 1-2 0 0,-1-1-1 0 0,1 0 1 0 0,0-1-1 0 0,0 1 1 0 0,0-1 0 0 0,0-1-1 0 0,0 1 1 0 0,1-1-1 0 0,-1 0 1 0 0,1 0-1 0 0,0-1 1 0 0,0 0-1 0 0,-1 0 1 0 0,1-1-1 0 0,0 1 1 0 0,0-2-1 0 0,0 1 1 0 0,0-1-1 0 0,-1 0 1 0 0,1 0-1 0 0,0-1 1 0 0,-1 0 0 0 0,1 0-1 0 0,-1 0 1 0 0,0-1-1 0 0,1 0 1 0 0,-1-1 2 0 0,-1 1-157 0 0,10-6-439 0 0,-3 6-3079 0 0,-2 3-2862 0 0</inkml:trace>
  <inkml:trace contextRef="#ctx0" brushRef="#br0" timeOffset="848.818">377 50 2304 0 0,'5'-14'1916'0'0,"-1"3"4832"0"0,-4 10-6092 0 0,0 1-72 0 0,0 0-10 0 0,0 0-4 0 0,0 0-2 0 0,0 0 0 0 0,0 0-10 0 0,0 0-39 0 0,0 0-20 0 0,1 2-4 0 0,2 4-237 0 0,-1 0 0 0 0,0-1-1 0 0,-1 1 1 0 0,0 0 0 0 0,0 0-1 0 0,0 0 1 0 0,0 0-1 0 0,-1 0 1 0 0,0 5-258 0 0,0-10 18 0 0,0-1 0 0 0,0 1-1 0 0,0 0 1 0 0,0-1 0 0 0,0 1-1 0 0,0-1 1 0 0,0 1 0 0 0,0-1-1 0 0,1 1 1 0 0,-1-1 0 0 0,0 1 0 0 0,0-1-1 0 0,1 1 1 0 0,-1-1 0 0 0,0 1-1 0 0,1-1 1 0 0,-1 1-18 0 0,3 3 56 0 0,11 59 368 0 0,-1-15-321 0 0,-11-44-122 0 0,-1 1 1 0 0,0-1-1 0 0,-1 1 0 0 0,1 0 1 0 0,-1-1-1 0 0,0 1 0 0 0,0-1 1 0 0,-1 4 18 0 0,1 14 313 0 0,0-21-233 0 0,1 10-384 0 0,12-31 480 0 0,-7 12 105 0 0,-1-1 1 0 0,1 0-1 0 0,2-8-281 0 0,-4 10 16 0 0,0 0-1 0 0,0 1 1 0 0,4-6-16 0 0,9-15 192 0 0,-13 20-121 0 0,0 0 1 0 0,0 1-1 0 0,0 0 1 0 0,1-1-1 0 0,0 2 0 0 0,0-1 1 0 0,5-3-72 0 0,-6 4-6 0 0,18-28 6 0 0,-9 18 0 0 0,-11 11 0 0 0,1 0 0 0 0,0 1 0 0 0,0-1 0 0 0,0 1 0 0 0,0 0 0 0 0,1 0 0 0 0,-1 0 0 0 0,1 0 0 0 0,2 0 0 0 0,-5 2 0 0 0,0 0 0 0 0,0 1 0 0 0,0-1 0 0 0,0 1 0 0 0,1-1 0 0 0,-1 1 0 0 0,0 0 0 0 0,1-1 0 0 0,-1 1 0 0 0,0 0 0 0 0,0 0 0 0 0,1 0 0 0 0,-1 0 0 0 0,0 0 0 0 0,1 0 0 0 0,-1 0 0 0 0,0 1 0 0 0,1-1 0 0 0,-1 0 0 0 0,0 1 0 0 0,1-1 0 0 0,3 2 0 0 0,-2-2 0 0 0,0 1 0 0 0,0-1 0 0 0,0 1 0 0 0,0 0 0 0 0,0 0 0 0 0,0 0 0 0 0,0 0 0 0 0,-1 1 0 0 0,1-1 0 0 0,0 1 0 0 0,-1-1 0 0 0,2 2 0 0 0,9 6 0 0 0,-10-7 0 0 0,-1 0 0 0 0,1 0 0 0 0,-1 0 0 0 0,0 0 0 0 0,0 0 0 0 0,0 0 0 0 0,2 3 0 0 0,10 10 0 0 0,-11-10 14 0 0,0-1-1 0 0,1 1 1 0 0,-2 0-1 0 0,1 0 1 0 0,0 0-1 0 0,-1 0 0 0 0,0 1 1 0 0,0 1-14 0 0,6 12 212 0 0,-6-14-160 0 0,0 0 0 0 0,0 0 0 0 0,0 0 0 0 0,-1 0 0 0 0,0 1 0 0 0,0-1-52 0 0,11 42 72 0 0,-11-45-72 0 0,4 13 75 0 0,-4-15-73 0 0,-1 0 0 0 0,0 0-1 0 0,1 0 1 0 0,-1 0 0 0 0,0 0 0 0 0,1 0-1 0 0,-1 0 1 0 0,0 0 0 0 0,1 0 0 0 0,-1 0 0 0 0,0 0-1 0 0,1 0 1 0 0,-1 0 0 0 0,0 0 0 0 0,1 0-1 0 0,-1 0 1 0 0,0-1 0 0 0,1 1 0 0 0,-1 0 0 0 0,0 0-1 0 0,0 0 1 0 0,1 0 0 0 0,-1-1 0 0 0,0 1-1 0 0,0 0 1 0 0,1 0 0 0 0,-1-1 0 0 0,0 1-2 0 0,0 0 3 0 0,3-3 5 0 0,0 0 0 0 0,-1-1-1 0 0,1 1 1 0 0,-1-1 0 0 0,0 1 0 0 0,0-1-1 0 0,0 0 1 0 0,0 0 0 0 0,-1 0 0 0 0,1 0-1 0 0,-1 0 1 0 0,0-1-8 0 0,6-17 35 0 0,11-18-35 0 0,-8 16 0 0 0,1 1 0 0 0,10-16 0 0 0,-21 39 0 0 0,3-4 0 0 0,0 0 0 0 0,-1-1 0 0 0,1 1 0 0 0,1 1 0 0 0,-1-1 0 0 0,1 0 0 0 0,-1 1 0 0 0,1 0 0 0 0,1-1 0 0 0,-4 3-1 0 0,0 0 0 0 0,0 1-1 0 0,0-1 1 0 0,0 1 0 0 0,0-1-1 0 0,-1 1 1 0 0,1-1 0 0 0,0 1-1 0 0,0 0 1 0 0,0 0 0 0 0,0-1-1 0 0,0 1 1 0 0,1 0 0 0 0,-1 0-1 0 0,0 0 1 0 0,0 0-1 0 0,0 0 1 0 0,0 0 0 0 0,0 0-1 0 0,0 0 1 0 0,0 1 0 0 0,0-1-1 0 0,0 0 1 0 0,0 1 0 0 0,0-1-1 0 0,0 0 1 0 0,0 1 0 0 0,0-1-1 0 0,-1 1 1 0 0,1 0 0 0 0,0-1 1 0 0,1 2-12 0 0,3 1 11 0 0,-1 0 0 0 0,0 0 0 0 0,0 1 0 0 0,-1-1 0 0 0,1 1 0 0 0,-1 0 0 0 0,0 0 0 0 0,0 0 0 0 0,0 0 0 0 0,0 1 0 0 0,1 3 1 0 0,12 17 0 0 0,-11-18 0 0 0,0 1 0 0 0,-1-1 0 0 0,0 1 0 0 0,1 3 0 0 0,10 17 0 0 0,-11-21 9 0 0,0-1 0 0 0,-1 1-1 0 0,0 0 1 0 0,-1 0 0 0 0,1 0 0 0 0,-1 0-9 0 0,7 23 11 0 0,-1-10-21 0 0,-8-19-160 0 0,0-1-496 0 0,0 0-212 0 0,0 0-1218 0 0,0 0-4723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2-02T01:51:3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152 138 1376 0 0,'0'-3'18'0'0,"0"-15"37"0"0,-1 1 0 0 0,-2-16-55 0 0,2 31 101 0 0,1-1 0 0 0,0 1 0 0 0,0 0 0 0 0,1-1 0 0 0,-1 1 0 0 0,0-1 1 0 0,1 1-1 0 0,-1 0 0 0 0,1-1 0 0 0,0 1 0 0 0,0 0-101 0 0,-1 2 48 0 0,0-1 0 0 0,0 1-1 0 0,0 0 1 0 0,1 0 0 0 0,-1 0 0 0 0,0-1 0 0 0,0 1 0 0 0,0 0 0 0 0,0 0-1 0 0,1-1 1 0 0,-1 1 0 0 0,0 0 0 0 0,0 0 0 0 0,0-1 0 0 0,0 1-1 0 0,0 0 1 0 0,0-1 0 0 0,0 1 0 0 0,0 0 0 0 0,0 0 0 0 0,0-1-1 0 0,0 1 1 0 0,0 0 0 0 0,0 0 0 0 0,0-1 0 0 0,0 1 0 0 0,0 0 0 0 0,0-1-1 0 0,0 1 1 0 0,0 0 0 0 0,-1 0 0 0 0,1-1 0 0 0,0 1 0 0 0,0 0-1 0 0,0 0 1 0 0,0-1 0 0 0,0 1 0 0 0,-1 0 0 0 0,1 0 0 0 0,0 0-1 0 0,0-1 1 0 0,-1 1 0 0 0,1 0 0 0 0,0 0 0 0 0,0 0 0 0 0,-1 0-48 0 0,0-1 351 0 0,0 0-292 0 0,1 1 1 0 0,0 0 0 0 0,0 0-1 0 0,0-1 1 0 0,0 1 0 0 0,0 0-1 0 0,0 0 1 0 0,0-1 0 0 0,0 1-1 0 0,0 0 1 0 0,-1 0-1 0 0,1-1 1 0 0,0 1 0 0 0,0 0-1 0 0,0 0 1 0 0,1-1 0 0 0,-1 1-1 0 0,0 0 1 0 0,0 0 0 0 0,0-1-1 0 0,0 1 1 0 0,0 0-1 0 0,0 0 1 0 0,0-1 0 0 0,0 1-1 0 0,0 0 1 0 0,0 0 0 0 0,1 0-1 0 0,-1-1 1 0 0,0 1-60 0 0,2-9 783 0 0,-3 9-717 0 0,1-1 1 0 0,-1 0-1 0 0,1 1 0 0 0,-1-1 1 0 0,1 1-1 0 0,-1-1 0 0 0,1 0 1 0 0,-1 1-1 0 0,0-1 1 0 0,1 1-1 0 0,-1 0 0 0 0,0-1 1 0 0,0 1-1 0 0,1 0 1 0 0,-1-1-1 0 0,0 1 0 0 0,0 0 1 0 0,1 0-1 0 0,-1-1 1 0 0,0 1-1 0 0,0 0-66 0 0,-13-1 6362 0 0,9 9-5816 0 0,-6-1-162 0 0,10-7-356 0 0,-1 0 0 0 0,1 1 0 0 0,0-1 0 0 0,0 1 0 0 0,0 0 0 0 0,0-1 0 0 0,0 1 0 0 0,0 0 0 0 0,0 0 0 0 0,0 0 0 0 0,0-1 0 0 0,0 1 0 0 0,1 0 0 0 0,-1 0 0 0 0,0 0 0 0 0,0 0 0 0 0,1 0 0 0 0,-1 1 0 0 0,1-1 0 0 0,-1 0 0 0 0,1 0 0 0 0,0 0 0 0 0,-1 1-28 0 0,0 7 52 0 0,2-7-38 0 0,-1 0 1 0 0,0 0-1 0 0,0-1 1 0 0,-1 1-1 0 0,1 0 0 0 0,0 0 1 0 0,-1 0-1 0 0,1 0 0 0 0,-1 0 1 0 0,1-1-1 0 0,-1 1 0 0 0,0 0 1 0 0,0 0-15 0 0,0-3 36 0 0,-2-3 15 0 0,2 5-48 0 0,1-1 1 0 0,0 0-1 0 0,0 0 1 0 0,0 0-1 0 0,0 0 0 0 0,-1 0 1 0 0,1 0-1 0 0,0 0 1 0 0,0 0-1 0 0,0 1 1 0 0,0-1-1 0 0,0 0 0 0 0,-1 0 1 0 0,1 0-1 0 0,0 0 1 0 0,0 0-1 0 0,0 1 1 0 0,0-1-1 0 0,0 0 0 0 0,0 0 1 0 0,0 0-1 0 0,0 1 1 0 0,0-1-1 0 0,0 0 1 0 0,0 0-1 0 0,0 0 1 0 0,0 0-1 0 0,0 1 0 0 0,0-1 1 0 0,0 0-1 0 0,0 0 1 0 0,0 0-1 0 0,0 1 1 0 0,0-1-1 0 0,0 0 0 0 0,0 0-3 0 0,0 25 104 0 0,2-16 13 0 0,-1-17-48 0 0,-1 5-46 0 0,0 1 0 0 0,0 0 0 0 0,0 0 0 0 0,0 0 0 0 0,0-1 0 0 0,0 1 0 0 0,-1 0 0 0 0,1 0 0 0 0,-1 0 0 0 0,0-2-23 0 0,0 4 100 0 0,1 0-17 0 0,0 0-10 0 0,0 0-1 0 0,0 0 24 0 0,-1 1-58 0 0,0 0 0 0 0,0 0 0 0 0,0 1-1 0 0,1-1 1 0 0,-1 0 0 0 0,0 1 0 0 0,0-1-1 0 0,1 1 1 0 0,-1-1 0 0 0,1 1 0 0 0,-1-1-38 0 0,1 0 18 0 0,-2 10 60 0 0,1-7-18 0 0,-1 1 0 0 0,1 0 1 0 0,-1 0-1 0 0,0-1 0 0 0,0 1-60 0 0,2-4 3 0 0,0-1 1 0 0,0 0-1 0 0,0 1 1 0 0,-1-1-1 0 0,1 0 0 0 0,0 0 1 0 0,0 1-1 0 0,0-1 1 0 0,-1 0-1 0 0,1 0 0 0 0,0 1 1 0 0,-1-1-1 0 0,1 0 1 0 0,0 0-1 0 0,0 0 0 0 0,-1 1 1 0 0,1-1-1 0 0,0 0 1 0 0,-1 0-1 0 0,1 0 1 0 0,0 0-1 0 0,-1 0 0 0 0,1 0 1 0 0,-1 0-1 0 0,1 0-3 0 0,-1 0-3 0 0,1 0 1 0 0,-1 0-1 0 0,0-1 0 0 0,1 1 0 0 0,-1 0 1 0 0,1-1-1 0 0,-1 1 0 0 0,1-1 0 0 0,-1 1 0 0 0,1-1 1 0 0,-1 1-1 0 0,1-1 0 0 0,-1 1 0 0 0,1-1 1 0 0,-1 1-1 0 0,1-1 0 0 0,0 0 0 0 0,-1 0 3 0 0,0 0-80 0 0,1 1 89 0 0,-1 0 0 0 0,0-1 0 0 0,0 1 0 0 0,0 0 0 0 0,0 0 0 0 0,0 0 0 0 0,0 0 0 0 0,0 0 0 0 0,0 1 0 0 0,1-1-1 0 0,-1 0 1 0 0,0 0 0 0 0,0 1 0 0 0,0-1 0 0 0,0 0 0 0 0,0 1-9 0 0,0 36 89 0 0,-3-26-89 0 0,4-9 5 0 0,-1-1 0 0 0,1 0 0 0 0,0 1-1 0 0,-1-1 1 0 0,1 0 0 0 0,0 0-1 0 0,0 1 1 0 0,0-1 0 0 0,0 0 0 0 0,0 1-1 0 0,0-1 1 0 0,1 0 0 0 0,-1 1-1 0 0,0-1 1 0 0,0 0 0 0 0,1 1 0 0 0,0 0-5 0 0,-1-2 7 0 0,0 1 0 0 0,1-1 1 0 0,-1 1-1 0 0,0-1 1 0 0,0 1-1 0 0,1-1 0 0 0,-1 1 1 0 0,0 0-1 0 0,0-1 0 0 0,0 1 1 0 0,0-1-1 0 0,0 1 1 0 0,0 0-1 0 0,0-1 0 0 0,0 1 1 0 0,0-1-1 0 0,0 1 0 0 0,0 0 1 0 0,0-1-1 0 0,0 1 1 0 0,-1-1-1 0 0,1 1 0 0 0,0-1 1 0 0,0 1-1 0 0,-1 0 0 0 0,1-1-7 0 0,-1 1 8 0 0,1-1-1 0 0,0 1 1 0 0,-1 0-1 0 0,1-1 1 0 0,-1 1-1 0 0,1 0 0 0 0,0-1 1 0 0,-1 1-1 0 0,1 0 1 0 0,0-1-1 0 0,0 1 1 0 0,0 0-1 0 0,-1 0 0 0 0,1 0-7 0 0,-7 30 0 0 0,7-29 1 0 0,-1 0-1 0 0,1 0 0 0 0,0 1 0 0 0,0-1 1 0 0,0 0-1 0 0,0 0 0 0 0,0 0 0 0 0,0 1 0 0 0,0 15-23 0 0,0-16 8 0 0,0 0 0 0 0,1 0 0 0 0,-1 0 0 0 0,0 0-1 0 0,1 0 1 0 0,-1 0 0 0 0,1 0 0 0 0,0 0 0 0 0,-1-1 0 0 0,1 1 0 0 0,0 0 0 0 0,0 0 0 0 0,0-1-1 0 0,0 1 1 0 0,1 0 0 0 0,-1-1 0 0 0,0 1 15 0 0,11 16 198 0 0,-11-15-181 0 0,0-1-1 0 0,0 0 0 0 0,1 1 0 0 0,-1-1 0 0 0,1 0 1 0 0,0 0-1 0 0,0 1-16 0 0,12 16-2 0 0,2 3 2 0 0,-12-18 0 0 0,-1 0 0 0 0,0 0 0 0 0,0 0 0 0 0,0 0 0 0 0,-1 1 0 0 0,1 0 0 0 0,6 13 17 0 0,3 12-56 0 0,-10-27 72 0 0,0 0-1 0 0,0 0 1 0 0,1 0 0 0 0,-1 0 0 0 0,1-1 0 0 0,-1 1 0 0 0,1-1 0 0 0,0 1-1 0 0,0-1 1 0 0,0 0 0 0 0,0 0 0 0 0,3 1-33 0 0,-2 0 98 0 0,-3-2 32 0 0,1-1-2 0 0,10 4-17 0 0,0-2 0 0 0,0 0-1 0 0,0 0 1 0 0,1-1 0 0 0,-1 0-1 0 0,0-1-110 0 0,-5 0 52 0 0,0-1 0 0 0,0 0 0 0 0,-1 0 0 0 0,5-1-52 0 0,-11 2 0 0 0,1-1 0 0 0,-1 1 0 0 0,0 0 0 0 0,0 0 0 0 0,1 0 0 0 0,-1-1 0 0 0,0 1 0 0 0,0 0 0 0 0,0 0 0 0 0,1 0 0 0 0,-1-1 0 0 0,0 1 0 0 0,0 0 0 0 0,0-1 0 0 0,0 1 0 0 0,0 0 0 0 0,0 0 0 0 0,0-1 0 0 0,1 1 0 0 0,-1 0 0 0 0,0-1 0 0 0,0 1 0 0 0,0 0 0 0 0,0 0 0 0 0,0-1 0 0 0,0 1 0 0 0,0 0 0 0 0,0-1 0 0 0,-1 1 0 0 0,1 0 0 0 0,0-1 0 0 0,0 1 0 0 0,0 0 0 0 0,0 0 0 0 0,0-1 0 0 0,0 1 0 0 0,-1 0 0 0 0,1-1 0 0 0,1 0 0 0 0,-1 0 0 0 0,1 0 0 0 0,-1 0 0 0 0,1 0 0 0 0,-1 0 0 0 0,1 0 0 0 0,0 0 0 0 0,0 0 0 0 0,-1 0 0 0 0,1 0 0 0 0,0 0 0 0 0,0 0 0 0 0,0 0 0 0 0,0 1 0 0 0,0-1 0 0 0,0 0 0 0 0,1 0 0 0 0,9-8 0 0 0,-3-7 0 0 0,3-5 0 0 0,-7 17 187 0 0,-1-1 0 0 0,0 0 0 0 0,1-1 0 0 0,-1 1 0 0 0,-1 0 0 0 0,3-6-187 0 0,-2 3 318 0 0,9-8 211 0 0,-11 15-526 0 0,0 1 1 0 0,0-1 0 0 0,0 0 0 0 0,0 0 0 0 0,0 0-1 0 0,0-1 1 0 0,0 1 0 0 0,-1 0 0 0 0,1 0 0 0 0,0 0-1 0 0,-1 0 1 0 0,1-1 0 0 0,-1 1 0 0 0,1 0 0 0 0,-1-1-1 0 0,0 1 1 0 0,1 0 0 0 0,-1-1 0 0 0,0 1 0 0 0,0 0-1 0 0,0-1-3 0 0,0 1-6 0 0,0-1 0 0 0,0 1 0 0 0,0 0 0 0 0,0 0 0 0 0,0 0 0 0 0,0-1 0 0 0,1 1 0 0 0,-1 0 0 0 0,0 0 0 0 0,1 0 0 0 0,-1 0-1 0 0,1-1 7 0 0,-1 1-18 0 0,1 0-1 0 0,-1 0 1 0 0,0 1-1 0 0,1-1 1 0 0,-1 0-1 0 0,0 0 1 0 0,0 0-1 0 0,0 0 1 0 0,1 0-1 0 0,-1 1 1 0 0,0-1-1 0 0,0 0 1 0 0,0 0-1 0 0,-1 0 1 0 0,1 0-1 0 0,0 0 1 0 0,0 0-1 0 0,0 0 1 0 0,-1 1-1 0 0,1-1 1 0 0,0 0-1 0 0,-1-1 19 0 0,1 2-3 0 0,-1-1-1 0 0,1 0 1 0 0,0 0-1 0 0,-1 0 1 0 0,1 0-1 0 0,0 0 1 0 0,0 0-1 0 0,0 0 1 0 0,0 0-1 0 0,0 0 1 0 0,0 0 0 0 0,0 1-1 0 0,0-1 1 0 0,0 0-1 0 0,1 0 1 0 0,-1 0-1 0 0,0 0 1 0 0,0 0-1 0 0,1 0 4 0 0,-1 0 16 0 0,1 0 0 0 0,-1 1 0 0 0,0-1 1 0 0,1 0-1 0 0,-1 0 0 0 0,0 1 0 0 0,0-1 0 0 0,0 0 0 0 0,0 0 0 0 0,0 1 0 0 0,0-1 0 0 0,0 0 1 0 0,0 0-1 0 0,0 0 0 0 0,0 1 0 0 0,0-1 0 0 0,0 0 0 0 0,0 0 0 0 0,-1 1 0 0 0,1-1 1 0 0,0 0-1 0 0,-1 1 0 0 0,1-1 0 0 0,0 0 0 0 0,-1 1 0 0 0,1-1 0 0 0,-1 0 0 0 0,1 1 0 0 0,-1-1 1 0 0,1 1-1 0 0,-1-1-16 0 0,-7-4 28 0 0,-5-6-19 0 0,13 10-9 0 0,0 1 0 0 0,0 0 0 0 0,-1-1-1 0 0,1 1 1 0 0,0 0 0 0 0,0-1 0 0 0,0 1 0 0 0,0-1 0 0 0,0 1-1 0 0,0 0 1 0 0,0-1 0 0 0,0 1 0 0 0,0 0 0 0 0,0-1 0 0 0,0 1-1 0 0,0-1 1 0 0,0 1 0 0 0,0 0 0 0 0,0-1 0 0 0,0 1 0 0 0,1 0-1 0 0,-1-1 1 0 0,0 1 0 0 0,0 0 0 0 0,0-1 0 0 0,0 1 0 0 0,1 0-1 0 0,-1 0 1 0 0,0-1 0 0 0,0 1 0 0 0,1 0 0 0 0,-1-1 0 0 0,0 1-1 0 0,1 0 1 0 0,-1 0 0 0 0,0 0 0 0 0,1-1 0 0 0,-1 1 0 0 0,0 0-1 0 0,1 0 1 0 0,-1 0 0 0 0,5-3 0 0 0,5-4 0 0 0,-10 7 0 0 0,0 0 0 0 0,1-1 0 0 0,-1 1 0 0 0,0 0 0 0 0,0 0 0 0 0,0-1 0 0 0,0 1 0 0 0,0 0 0 0 0,0 0 0 0 0,0 0 0 0 0,0-1 0 0 0,0 1 0 0 0,0 0 0 0 0,0 0 0 0 0,0-1 0 0 0,0 1 0 0 0,0 0 0 0 0,0 0 0 0 0,0-1 0 0 0,0 1 0 0 0,0 0 0 0 0,0 0 0 0 0,-1 0 0 0 0,1-1 0 0 0,0 1 0 0 0,0 0 0 0 0,0 0 0 0 0,0 0 0 0 0,0-1 0 0 0,-1 1 0 0 0,1 0 0 0 0,0 0 0 0 0,0 0 0 0 0,0 0 0 0 0,0-1 0 0 0,-1 1 0 0 0,1 0 0 0 0,0 0 0 0 0,0 0 0 0 0,-1 0 0 0 0,1 0 0 0 0,0 0 0 0 0,0 0 0 0 0,-2-1 0 0 0,1 0 0 0 0,0 0 0 0 0,-1 1 0 0 0,1-1 0 0 0,-1 0 0 0 0,1 1 0 0 0,-1-1 0 0 0,1 1 0 0 0,-1 0 0 0 0,1 0 0 0 0,-1-1 0 0 0,0 1 0 0 0,2 0 0 0 0,0 0 0 0 0,0 0 0 0 0,0 0 0 0 0,-1 0 0 0 0,1 0 0 0 0,0 0 0 0 0,0 0 0 0 0,0 0 0 0 0,0 0 0 0 0,-1 0 0 0 0,1 0 0 0 0,0 0 0 0 0,0 0 0 0 0,0 0 0 0 0,0 0 0 0 0,-1 0 0 0 0,1 0 0 0 0,0 0 0 0 0,0 0 0 0 0,0-1 0 0 0,0 1 0 0 0,0 0 0 0 0,-1 0 0 0 0,1 0 0 0 0,0 0 0 0 0,0 0 0 0 0,0 0 0 0 0,0-1 0 0 0,0 1 0 0 0,0 0 0 0 0,0 0 0 0 0,0 0 0 0 0,-1 0 0 0 0,1-1 0 0 0,0 1 0 0 0,0 0 0 0 0,0 0 0 0 0,0 0 0 0 0,0-1 0 0 0,0 1 0 0 0,0 0 0 0 0,0 0 0 0 0,0 0 0 0 0,0 0 0 0 0,0-1 0 0 0,0 1 0 0 0,0 0 0 0 0,1 0 0 0 0,-1 0 0 0 0,0 0 0 0 0,0-1 0 0 0,0 1 0 0 0,0 0 0 0 0,0 0 0 0 0,0 0 0 0 0,0 0 0 0 0,0-1 0 0 0,0 1 0 0 0,1 0 0 0 0,-1 0 0 0 0,2-7 0 0 0,-2 6 0 0 0,0 0 0 0 0,1 0 0 0 0,-1 0 0 0 0,0 0 0 0 0,1 0 0 0 0,-1-1 0 0 0,0 1 0 0 0,0 0 0 0 0,0 0 0 0 0,0 0 0 0 0,0 0 0 0 0,0 0 0 0 0,0-1 0 0 0,0 1 0 0 0,-1 0 0 0 0,1 0 0 0 0,0 0 0 0 0,-1 0 0 0 0,1 0 0 0 0,-1 0 0 0 0,1 0 0 0 0,-1 0 0 0 0,1 0 0 0 0,-1 0 0 0 0,0 0 0 0 0,0 0 0 0 0,1 0 0 0 0,-1 1 0 0 0,-1-2 0 0 0,0 0 0 0 0,1 1 0 0 0,-1 0 0 0 0,1 0 0 0 0,0 0 0 0 0,-1-1 0 0 0,1 1 0 0 0,0 0 0 0 0,0-1 0 0 0,0 1 0 0 0,0-1 0 0 0,0 1 0 0 0,1-1 0 0 0,-1 1 0 0 0,0-1 0 0 0,1 0 0 0 0,-1 1 0 0 0,0-2 0 0 0,1 2 1 0 0,-1-1-1 0 0,0 1 0 0 0,1-1 0 0 0,-1 1 0 0 0,0 0 1 0 0,0-1-1 0 0,0 1 0 0 0,0 0 0 0 0,0 0 0 0 0,-1 0 1 0 0,1 0-1 0 0,0 0 0 0 0,-1 0 0 0 0,1 0 1 0 0,0 0-1 0 0,-1 0 0 0 0,1 1 0 0 0,-1-1 0 0 0,1 1-1 0 0,0-1 0 0 0,0 1 0 0 0,0-1 0 0 0,0 1 0 0 0,1-1 1 0 0,-1 1-1 0 0,0-1 0 0 0,0 1 0 0 0,0-1 0 0 0,1 0 0 0 0,-1 1 0 0 0,0-1 0 0 0,1 0 0 0 0,-1 1 0 0 0,1-1 0 0 0,-1 0 0 0 0,1 0 0 0 0,-1 0 0 0 0,1 0 0 0 0,-1 0 0 0 0,1 0 1 0 0,-2 0-64 0 0,-4 3 62 0 0,6-2 5 0 0,-1-1 1 0 0,1 1 0 0 0,-1-1 0 0 0,1 1 0 0 0,0-1 0 0 0,-1 1 0 0 0,1-1 0 0 0,0 1-1 0 0,-1-1 1 0 0,1 0 0 0 0,0 1 0 0 0,0-1 0 0 0,0 0 0 0 0,0 1 0 0 0,-1-1 0 0 0,1 0-4 0 0,0 1 4 0 0,-5-13-4 0 0,-2 5 0 0 0,-14-3 0 0 0,11 3 0 0 0,-1-6 0 0 0,9 12 0 0 0,1 1 0 0 0,0-1 0 0 0,-1 0 0 0 0,1 1 0 0 0,-1-1 0 0 0,1 1 0 0 0,-1 0 0 0 0,1 0 0 0 0,-1-1 0 0 0,0 1 0 0 0,0 0 0 0 0,-1 0 0 0 0,2 1 0 0 0,1-1 0 0 0,-1 1 0 0 0,1 0 0 0 0,0 0 0 0 0,-1 0 0 0 0,1-1 0 0 0,0 1 0 0 0,-1 0 0 0 0,1 0 0 0 0,0-1 0 0 0,-1 1 0 0 0,1 0 0 0 0,0 0 0 0 0,0-1 0 0 0,-1 1 0 0 0,1 0 0 0 0,0-1 0 0 0,0 1 0 0 0,0-1 0 0 0,0 1 0 0 0,-1 0 0 0 0,1-1 0 0 0,0 1 0 0 0,0 0 0 0 0,0-1 0 0 0,0 1 0 0 0,0-1 0 0 0,0 1 0 0 0,0-1 0 0 0,0 1 0 0 0,0-1 0 0 0,0 0 0 0 0,-1 1 0 0 0,1-1 0 0 0,0 0 0 0 0,-1 0 0 0 0,1 1 0 0 0,-1-1 0 0 0,1 0 0 0 0,-1 1 0 0 0,1-1 0 0 0,-1 1 0 0 0,1-1 0 0 0,-1 0 0 0 0,0 1 0 0 0,1-1 0 0 0,-1 1 0 0 0,0 0 0 0 0,1-1 0 0 0,-1 1 0 0 0,0 0 0 0 0,1-1 0 0 0,-1 1 0 0 0,0 0 0 0 0,0 0 0 0 0,0-1 0 0 0,1 1 0 0 0,-1 0 0 0 0,0 0 0 0 0,0 0 0 0 0,0 0 0 0 0,1 0 0 0 0,-2 0 0 0 0,0 0 0 0 0,0 0-5 0 0,0 0-10 0 0,0-1 0 0 0,0 1 0 0 0,0 0 0 0 0,0 0 0 0 0,1 0 0 0 0,-1 0 0 0 0,0 1 0 0 0,0-1 0 0 0,0 0 0 0 0,0 1 0 0 0,0 0 0 0 0,0-1 0 0 0,-1 2 15 0 0,-7-1-126 0 0,10-1 121 0 0,-1 0-1 0 0,1 0 0 0 0,-1 0 0 0 0,1 0 0 0 0,-1 0 0 0 0,0 0 0 0 0,1 0 0 0 0,-1 0 0 0 0,1 0 0 0 0,-1 0 0 0 0,1 1 0 0 0,-1-1 0 0 0,1 0 0 0 0,-1 0 1 0 0,1 1-1 0 0,-1-1 0 0 0,1 0 0 0 0,-1 1 0 0 0,1-1 0 0 0,-1 0 0 0 0,1 1 0 0 0,-1-1 0 0 0,1 0 0 0 0,0 1 0 0 0,-1-1 0 0 0,1 1 6 0 0,0 0-26 0 0,-1-1-1 0 0,1 0 1 0 0,0 1-1 0 0,0-1 1 0 0,-1 1-1 0 0,1-1 1 0 0,0 1-1 0 0,-1-1 1 0 0,1 0-1 0 0,-1 1 1 0 0,1-1-1 0 0,0 1 1 0 0,-1-1-1 0 0,1 0 1 0 0,-1 0-1 0 0,1 1 1 0 0,-1-1-1 0 0,1 0 0 0 0,-1 0 1 0 0,1 0-1 0 0,-1 1 1 0 0,1-1-1 0 0,-1 0 1 0 0,1 0-1 0 0,-1 0 1 0 0,1 0-1 0 0,-1 0 1 0 0,1 0-1 0 0,-1 0 1 0 0,0 0-1 0 0,1 0 1 0 0,-1 0 26 0 0,-4-1-72 0 0,3 1-418 0 0,2 0-952 0 0,0 0-402 0 0</inkml:trace>
  <inkml:trace contextRef="#ctx0" brushRef="#br0" timeOffset="1153.97">531 280 5840 0 0,'-2'7'138'0'0,"1"0"168"0"0,13-19 332 0 0,-8 8-430 0 0,-2 0-74 0 0,-2 4 121 0 0,1 0 0 0 0,-1-1 0 0 0,0 1-1 0 0,0 0 1 0 0,1-1 0 0 0,-1 1 0 0 0,0 0 0 0 0,0-1 0 0 0,1 1 0 0 0,-1 0 0 0 0,0 0-1 0 0,1-1 1 0 0,-1 1 0 0 0,0 0 0 0 0,1 0 0 0 0,-1 0 0 0 0,1 0 0 0 0,-1 0 0 0 0,0-1-1 0 0,1 1 1 0 0,-1 0 0 0 0,0 0 0 0 0,1 0 0 0 0,0 0-255 0 0,1 23 2008 0 0,-1-19-1932 0 0,0-1 1 0 0,0 1-1 0 0,0-1 0 0 0,-1 1 1 0 0,1 0-1 0 0,-1-1 0 0 0,0 1 1 0 0,0 0-77 0 0,2 14 276 0 0,-1-16-245 0 0,-1-1 0 0 0,1 1 0 0 0,-1 0 0 0 0,0 0 0 0 0,0 0 0 0 0,1 0 1 0 0,-1 0-1 0 0,-1 0 0 0 0,1 0 0 0 0,0 0 0 0 0,0 0 0 0 0,-1 0 0 0 0,1-1 0 0 0,-1 2-30 0 0,-4 13 188 0 0,3-9-110 0 0,1-1 0 0 0,-2 1 0 0 0,1-1 0 0 0,-1 0 0 0 0,0 0 0 0 0,-2 5-79 0 0,-2 1 106 0 0,7-7-86 0 0,1-3-2 0 0,-5 7-5 0 0,4-8-4 0 0,-1-1 0 0 0,1 1-1 0 0,-1 0 1 0 0,1 0-1 0 0,-1 0 1 0 0,1 0 0 0 0,0 0-1 0 0,0 0 1 0 0,-1 0-1 0 0,1 0 1 0 0,0 0 0 0 0,0 0-1 0 0,0 0 1 0 0,0 0 0 0 0,0 0-1 0 0,0 1-8 0 0,12-6 244 0 0,-12 4-232 0 0,0 0 0 0 0,1-1 0 0 0,-1 1 0 0 0,0 0 0 0 0,1-1 0 0 0,-1 1 1 0 0,0 0-1 0 0,0-1 0 0 0,1 1 0 0 0,-1 0 0 0 0,0-1 0 0 0,0 1 0 0 0,1-1 0 0 0,-1 1 0 0 0,0 0 0 0 0,0-1 0 0 0,0 1 0 0 0,0-1 0 0 0,0 1 0 0 0,0-1 0 0 0,0 1 0 0 0,0-1 0 0 0,0 1 1 0 0,0-1-1 0 0,0 1 0 0 0,0-1-12 0 0,2-10 281 0 0,-1 9-235 0 0,0 0 1 0 0,0 0-1 0 0,-1 0 1 0 0,1 0-1 0 0,0 0 1 0 0,-1 0-1 0 0,1 0 0 0 0,-1 0 1 0 0,0 0-1 0 0,1 0 1 0 0,-1-1-1 0 0,0 1 1 0 0,0 0-1 0 0,-1 0 1 0 0,1 0-1 0 0,0 0 1 0 0,-1 0-1 0 0,1-1 1 0 0,-1 1-1 0 0,0 0-46 0 0,0 1 12 0 0,1 0 0 0 0,-1-1 0 0 0,0 1 0 0 0,1 0 0 0 0,-1 0 0 0 0,1 0 0 0 0,-1-1 0 0 0,1 1 0 0 0,0 0 0 0 0,-1-1 1 0 0,1 1-1 0 0,0-1 0 0 0,0 1 0 0 0,0 0 0 0 0,0-1 0 0 0,0 1 0 0 0,0 0 0 0 0,1-1 0 0 0,-1 1 0 0 0,0 0 0 0 0,1-1 0 0 0,-1 1 0 0 0,1 0 0 0 0,-1 0 0 0 0,1-1 0 0 0,-1 1 0 0 0,1 0 0 0 0,0 0 0 0 0,0 0 0 0 0,0 0 0 0 0,0 0 0 0 0,0-1-12 0 0,0 1 11 0 0,-1 0 0 0 0,1 0 0 0 0,0-1 0 0 0,0 1 0 0 0,-1-1 0 0 0,1 1 0 0 0,-1-1 0 0 0,1 1 0 0 0,-1-1 0 0 0,0 1 0 0 0,0-1 0 0 0,0 1-11 0 0,0-1 7 0 0,1 1 1 0 0,-1-1-1 0 0,0 1 1 0 0,0-1 0 0 0,1 1-1 0 0,-1 0 1 0 0,1-1-1 0 0,-1 1 1 0 0,1 0-1 0 0,0 0 1 0 0,-1-1-1 0 0,1 1 1 0 0,1-1-8 0 0,11-15 122 0 0,-8 10-158 0 0,0 0-1 0 0,1 0 0 0 0,0 1 0 0 0,0-1 0 0 0,1 1 0 0 0,-1 1 1 0 0,1-1-1 0 0,6-3 37 0 0,23-13 574 0 0,-35 22-562 0 0,0-1 0 0 0,0 1 0 0 0,0-1-1 0 0,0 1 1 0 0,1 0 0 0 0,-1-1 0 0 0,0 1-1 0 0,0 0 1 0 0,0 0 0 0 0,0 0 0 0 0,0 0-1 0 0,1 0 1 0 0,-1 0 0 0 0,0 0 0 0 0,0 1-1 0 0,0-1-11 0 0,8 0 83 0 0,-8 0-69 0 0,0 0 0 0 0,0 0 0 0 0,0 0 0 0 0,0 0-1 0 0,0 0 1 0 0,0 0 0 0 0,0 0 0 0 0,0 0 0 0 0,0 0 0 0 0,0 1 0 0 0,0-1 0 0 0,-1 0-1 0 0,1 1 1 0 0,0-1 0 0 0,0 0 0 0 0,0 1 0 0 0,0-1 0 0 0,-1 1 0 0 0,1-1 0 0 0,0 1-1 0 0,-1 0 1 0 0,1-1 0 0 0,0 1 0 0 0,-1 0 0 0 0,1-1 0 0 0,0 1 0 0 0,-1 0 0 0 0,0 0-1 0 0,1 0 1 0 0,0 0-14 0 0,3 5 15 0 0,-3-5-12 0 0,0 0 1 0 0,-1-1 0 0 0,1 1-1 0 0,0 0 1 0 0,-1-1-1 0 0,1 1 1 0 0,-1 0 0 0 0,1-1-1 0 0,-1 1 1 0 0,0 0 0 0 0,1 0-1 0 0,-1 0 1 0 0,0 0 0 0 0,1-1-1 0 0,-1 1 1 0 0,0 0-1 0 0,0 0 1 0 0,0 0-4 0 0,1 3 1 0 0,0-1 6 0 0,1 0 1 0 0,0 0-1 0 0,0 0 0 0 0,-1 0 0 0 0,2 0 0 0 0,-1 0 0 0 0,0-1 0 0 0,0 1 0 0 0,2 0-7 0 0,-4-2 0 0 0,1-1 0 0 0,-1 0 0 0 0,1 1 0 0 0,-1-1 0 0 0,1 1 0 0 0,-1 0 0 0 0,1-1 0 0 0,-1 1 0 0 0,0-1 0 0 0,1 1 0 0 0,-1 0 0 0 0,0-1 0 0 0,0 1 0 0 0,1 0 0 0 0,-1-1 0 0 0,0 1 0 0 0,0 0 0 0 0,0-1 0 0 0,0 1 0 0 0,0 0 0 0 0,0-1 0 0 0,0 1 0 0 0,0 0 0 0 0,0-1 0 0 0,0 1 0 0 0,0 0 0 0 0,0 0 0 0 0,0 0 0 0 0,0 0 0 0 0,0-1 0 0 0,0 1 0 0 0,0 0 0 0 0,0 0 0 0 0,0 0 0 0 0,0 0 0 0 0,0-1 0 0 0,1 1 0 0 0,-1 0 0 0 0,0 0 0 0 0,1-1 0 0 0,-1 1 0 0 0,1 0 0 0 0,-1 0 0 0 0,1 0 0 0 0,2 2 0 0 0,-2-1 3 0 0,1-1 0 0 0,-1 1-1 0 0,0-1 1 0 0,0 1 0 0 0,0-1 0 0 0,0 1 0 0 0,0 0-1 0 0,0-1 1 0 0,0 1 0 0 0,0 0 0 0 0,-1 0 0 0 0,1 0-1 0 0,-1-1 1 0 0,1 1 0 0 0,-1 0 0 0 0,0 0 0 0 0,1 0-1 0 0,-1 0 1 0 0,0 0 0 0 0,-1 0 0 0 0,1 0 0 0 0,0 0-1 0 0,-1 1-2 0 0,0 13 66 0 0,1-14-66 0 0,0 0 0 0 0,0-1 0 0 0,0 1 0 0 0,0 0 0 0 0,0-1-1 0 0,0 1 1 0 0,-1 0 0 0 0,1-1 0 0 0,-1 1 0 0 0,1 0 0 0 0,-1-1-1 0 0,0 1 1 0 0,-4 5 0 0 0,-1-3 11 0 0,8-5-2 0 0,0 0 0 0 0,1 0 0 0 0,-1 0 0 0 0,0 0-1 0 0,0 0 1 0 0,0 0 0 0 0,0 0 0 0 0,0-1 0 0 0,0 1 0 0 0,0-1 0 0 0,-1 0 0 0 0,1 1 0 0 0,-1-1-1 0 0,1 0 1 0 0,-1 0-9 0 0,0-6 54 0 0,-1 7-49 0 0,0 0 0 0 0,0 1-1 0 0,0-1 1 0 0,1 0 0 0 0,-1 0-1 0 0,0 0 1 0 0,0 0 0 0 0,0 1-1 0 0,1-1 1 0 0,-1 0 0 0 0,0 0-1 0 0,1 0 1 0 0,-1 1 0 0 0,1-1-1 0 0,-1 0 1 0 0,1 1 0 0 0,0-2-5 0 0,3-3 22 0 0,0 0 1 0 0,0-1-1 0 0,0 0 1 0 0,-1 0-1 0 0,1 0 1 0 0,-1 0-1 0 0,0-2-22 0 0,-3 5 9 0 0,11-11-5 0 0,-10 13-4 0 0,0 0 0 0 0,-1 0 0 0 0,1 0 0 0 0,-1 0 0 0 0,1 0 0 0 0,-1 1 0 0 0,1-1 0 0 0,-1 0 0 0 0,0 0 0 0 0,1 0 0 0 0,-1 0 0 0 0,0 0 0 0 0,0 0 0 0 0,0-1 0 0 0,0 1 0 0 0,0 1 0 0 0,0-1 0 0 0,1 0 0 0 0,-1 0 0 0 0,0 0 0 0 0,0 0 0 0 0,1 0 0 0 0,-1 0 0 0 0,1 1 0 0 0,-1-1 0 0 0,1 0 0 0 0,-1 0 0 0 0,1 0 0 0 0,0 0 0 0 0,6-5 0 0 0,-6 6-1 0 0,-1 0 0 0 0,1-1 0 0 0,0 1 0 0 0,0-1 0 0 0,-1 1 0 0 0,1-1 0 0 0,0 1 0 0 0,-1-1 0 0 0,1 0 0 0 0,-1 1 0 0 0,1-1 0 0 0,-1 0 0 0 0,1 1 0 0 0,-1-1 0 0 0,1 0 0 0 0,-1 0 0 0 0,0 1 0 0 0,1-1 1 0 0,-1 0-1 0 0,0 0 0 0 0,0 0 0 0 0,0 0 0 0 0,0 0 1 0 0,0 0-11 0 0,0 1 0 0 0,0-1 0 0 0,1 0 0 0 0,-1 1 0 0 0,0-1 0 0 0,0 0 0 0 0,0 1 0 0 0,0-1 0 0 0,1 0 0 0 0,-1 1 0 0 0,0-1-1 0 0,0 0 1 0 0,1 1 0 0 0,-1-1 0 0 0,1 1 0 0 0,-1-1 0 0 0,0 1 0 0 0,1-1 0 0 0,-1 1 0 0 0,1-1 0 0 0,0 1 0 0 0,-1-1 0 0 0,1 1 11 0 0,22-10-58 0 0,-8 4 56 0 0,-8 4 37 0 0,0 0-1 0 0,0 1 0 0 0,0 0 0 0 0,0 0 0 0 0,0 0 0 0 0,0 1 1 0 0,6 1-35 0 0,-4-1-76 0 0,-7 0-14 0 0,0 1 22 0 0,3 2 61 0 0,-2-1 21 0 0,-1-1 0 0 0,0 0-1 0 0,1 0 1 0 0,-1 1 0 0 0,0-1-1 0 0,0 1 1 0 0,0 0-1 0 0,0 0 1 0 0,0-1 0 0 0,-1 1-1 0 0,1 0 1 0 0,0 1 0 0 0,-1-1-1 0 0,0 0 1 0 0,1 0 0 0 0,-1 1-1 0 0,0-1 1 0 0,0 1 0 0 0,0-1-1 0 0,-1 1-13 0 0,1-1 4 0 0,0 0 0 0 0,-1 0 0 0 0,1 0 0 0 0,0 0 0 0 0,0-1 0 0 0,0 1 0 0 0,0 0 0 0 0,0 0 0 0 0,1 1-4 0 0,0-2 4 0 0,-1 1 1 0 0,0-1 0 0 0,0 1 0 0 0,0 0-1 0 0,0 0 1 0 0,0-1 0 0 0,0 1 0 0 0,-1 0-1 0 0,1 0 1 0 0,0 1-5 0 0,1 11 47 0 0,0 0-1 0 0,2-1 1 0 0,-1 1 0 0 0,6 10-47 0 0,-2 1 21 0 0,-7-22-13 0 0,1 0-1 0 0,0 1 1 0 0,0-1 0 0 0,0 0-1 0 0,0 1 1 0 0,0-1 0 0 0,1 0-1 0 0,1 2-7 0 0,3 10 2 0 0,-6-12-6 0 0,1 0 1 0 0,0 0-1 0 0,0 0 1 0 0,1 0 0 0 0,-1-1-1 0 0,0 1 1 0 0,2 2 3 0 0,-2-4-118 0 0,-1-1 0 0 0,1 0-1 0 0,-1 0 1 0 0,1 0-1 0 0,-1 0 0 0 0,1 0 1 0 0,-1 0-1 0 0,1 0 1 0 0,-1 0-1 0 0,1 0 0 0 0,-1 0 1 0 0,0 0-1 0 0,1 0 1 0 0,-1 0-1 0 0,1-1 1 0 0,-1 1-1 0 0,1 0 0 0 0,-1 0 119 0 0,4-7-1716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15:29.03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2278 7621 1152 0,'0'0'51'0,"0"0"10"0,0 0-49 0,0 0-12 0,0 0 0 0,0 0 0 16,0 0 186-16,0 0 34 0,0 0 8 0,0 0 0 16,0 0-135-16,0 0-27 0,0 0-6 0,0 0 0 15,0 0-28-15,0 0-4 0,0 0-2 0,17 3 0 16,-17 1 10-16,9 4 1 0,0 4 1 0,-5-1 0 16,0 5 2-16,1-1 0 0,3 12 0 0,-8-4 0 15,0 4-5-15,0 4-1 0,0-4 0 0,0 0 0 0,0 8-7 16,0-4-2-16,0 0 0 0,0 3 0 0,0 1-10 0,0 0-3 15,0-4 0-15,0 4 0 0,0-5-12 0,-8 5 9 16,16-4-9-16,-8 0 8 0,-8-4-8 0,8 0 0 16,8 0 0-16,-8-4 8 0,-8-3-8 0,8-5 0 15,8 4 0-15,-8-3 0 16,0-5-49-16,0 1-3 0,0-12 0 0,0 11 0 16,0 1-132-16,0-12-28 0,0 8-4 0</inkml:trace>
  <inkml:trace contextRef="#ctx0" brushRef="#br0" timeOffset="1826.532">9730 8153 1036 0,'0'0'46'0,"0"0"10"0,0 0-45 15,0 0-11-15,-5 8 0 0,5-8 0 16,0 0 53-16,0 0 9 0,0 4 2 0,-8 4 0 15,8-1-7-15,-5 1-1 0,1-4 0 0,4-4 0 0,0 0-2 0,0 0-1 16,-9 4 0-16,9-4 0 0,-4 7 15 0,4-7 4 16,0 0 0-16,0 0 0 0,0 0 19 0,0 0 4 15,0 0 1-15,0 0 0 0,0 0-43 0,13-7-8 16,-9-1-1-16,9-4-1 0,-4 1 17 0,4-5 3 16,4 9 1-16,1-5 0 0,-10 1-49 0,5 3-15 15,5-4 8-15,-14 5-8 0,14 3 0 0,-1 0 0 16,-8 4 0-16,4-4 0 0,4 0 0 0,-4 4 0 15,-4 0 0-15,4 4 0 0,-9 4 0 0,13-1 0 16,-12 1 0-16,8 0 0 0,-9 0 24 0,0 3 10 16,5-3 2-16,-9 7 1 0,5 1-15 0,8-1-3 15,-13-3-1-15,0 3 0 0,0 1-7 0,0-1-2 16,-13 4 0-16,8 1 0 0,5-1-9 0,-9 0 0 0,1 4 0 0,-1-3 0 16,0 3 53-16,-8-4 9 0,13 1 2 0,-14 3 0 15,-3 0-52-15,3 0-12 0,1-4 0 16,4 1 0-16,4 3 0 0,-8-4-10 0,4 0 2 0,-5 1 0 15,10-1 8-15,-10-4 0 0,5 5 0 16,5-5 8-16,-5 5-8 0,0-5 0 0,4 0 0 0,-4 1 8 16,9-5-8-16,4 5 8 0,-5-5-8 0,-4-3 8 15,5 0-8-15,0 4 0 0,4-5 8 0,0-7-8 16,0 0 0-16,8 0 8 0,-8 0-8 0,14 4 0 16,-6-8 0-16,10 4 0 0,-5 0 0 0,4-7 0 15,9-1 0-15,-9 4 8 0,-4-4-8 0,5 8 0 16,-1-4 0-16,5 0 0 0,-18 1 0 0,14-1 0 0,-1 4-18 15,0-4-2-15,1 0 0 0,-10 4 0 16,10-4-80-16,-5 4-16 16,4 0-3-16,1 0-715 0,-10 0-143 0</inkml:trace>
  <inkml:trace contextRef="#ctx0" brushRef="#br0" timeOffset="2097.658">10503 8682 1267 0,'0'0'112'0,"0"0"-89"0,0 0-23 0,0 0 0 15,0 0 209-15,0 0 38 0,0 0 7 0,0 0 2 16,0 0-103-16,0 0-20 0,0 8-4 0,-5 4-1 15,5-1-95-15,0 1-19 0,0 3-4 0,-8-7-1 16,8 0 37-16,0-8 7 0,-5 11 2 0,5 1 0 16,0-5-44-16,-4 1-11 0,4 0 0 0,0-8 0 15,0 0-115-15,0 0-25 0,0 8-4 0</inkml:trace>
  <inkml:trace contextRef="#ctx0" brushRef="#br0" timeOffset="3181.142">18415 8196 1267 0,'0'0'56'0,"0"0"12"0,0 0-55 0,0 0-13 16,0 0 0-16,0 0 0 0,8-8 181 0,-8-4 34 16,5 5 6-16,8-5 2 0,-13 4-133 0,0 1-26 15,8-1-6-15,5 0-1 0,5 1-42 0,-10-1-15 0,19 4 9 16,-14-4-9-16,13 1 20 0,-5-1 0 0,-3 0-1 16,3 0 0-16,1 5-19 0,0 3 10 15,0-4-10-15,-5 4 8 0,0-4 20 0,1 4 3 0,-5-4 1 0,4 4 0 16,-8 4-20-16,4 0-3 0,-9 0-1 0,9-1 0 15,-8 5 4-15,-1 0 0 0,5 3 0 0,-5-3 0 16,-4 4-12-16,0-1 8 16,0 1-8-16,0-1 8 0,0 1 0 0,0 3 0 0,-4-3 0 0,-5 0 0 15,0-1 4-15,0 1 1 0,1-1 0 0,3 1 0 16,-8 0-13-16,-4-1 0 0,0 1 0 0,8-1 0 16,-8-3 0-16,-1 0 0 0,1 3 0 0,-5-3 0 15,5-4 54-15,-1 4 8 0,-3-8 2 0,3 3 0 16,5 5-73-1,9-4-15-15,-18-4-2 0,14 4-1 0,8-4 43 0,0 0 9 0,-9 0 2 0,9 0 0 16,0 0-43-16,0 0-9 0,0 0-2 0,0 0 0 16,0 0-8-16,0 0-1 0,9 12-1 0,4-9 0 0,4 1 37 0,-8 4 0 15,17-4 0-15,-9 4 0 0,5-5 0 0,-5 5 0 16,5 0 0-16,-5 0 0 0,1 3 0 0,3-3 0 16,-3 3 0-16,-10 1 0 0,5 0 0 0,5-1 0 15,-10 1 0-15,6-1 0 0,-1 5 0 0,-9-5 0 16,13 1 0-16,-17 3 0 0,5-3 44 0,-1 7 16 15,5-7 3-15,-9-1 1 0,0 1-52 0,0 0-12 16,0-5 0-16,0 5 0 0,0 3 0 0,0-3 0 16,-13 0 0-16,8-1 0 0,1 1 40 0,-9-5 6 15,0 1 1-15,4 0 0 0,-8-4-27 0,-1 3-6 16,5-3-1-16,-8 0 0 0,-1-8-13 0,0 0 9 16,5 4-9-16,-5-7 8 0,-8 3-8 0,8-4 0 0,0 0-10 15,5 5 10 1,-5-1-53-16,5 0-5 0,4-4-1 0,9 4 0 15,-10 0-4-15,6 1-1 0,-5-5 0 0,13 8 0 16,0 0-108-16,4-8-23 0,5 4-4 0,-1-3-778 0</inkml:trace>
  <inkml:trace contextRef="#ctx0" brushRef="#br0" timeOffset="3485.161">19366 8705 2188 0,'0'0'97'0,"0"0"20"0,0 0-93 0,0 0-24 15,0 0 0-15,0 0 0 0,-9 4 107 0,9 8 17 16,-4-8 3-16,4-4 1 0,-5 4-52 0,-3 3-9 15,3 1-3-15,1 0 0 0,-5-1-51 0,1 1-13 16,3 0 0-16,-8 0 0 0,0 3 0 0,4 1 0 16,1-1 0-16,-1 1 0 0,-8-4 0 0,4-1 0 15,4-3 0-15,0 0 0 16,1 4-100-16,3-4-22 0,5-4-5 0</inkml:trace>
  <inkml:trace contextRef="#ctx0" brushRef="#br0" timeOffset="4462.793">1483 15029 518 0,'0'0'46'0,"0"0"-37"16,0 0-9-16,0 0 0 0,0 0 252 0,0 0 49 16,0 0 10-16,0 0 1 0,0 0-188 0,0 0-39 15,0 0-7-15,0 0-2 0,9-3-52 0,-9 3-10 16,0 0-2-16,0 0-1 0,0 0 47 0,13 3 10 16,-9-3 1-16,-4 0 1 0,0 0-10 0,13 12-1 15,-13-4-1-15,0 3 0 0,0 1 10 0,0-1 3 16,0 5 0-16,0 3 0 0,0 0-28 0,-13 1-6 0,9 7-1 0,4 0 0 15,-4 0-16-15,-5 4-3 0,0-4-1 0,0 4 0 16,1 3-4-16,8-3 0 0,-18 0-1 0,14-4 0 0,-5 4-3 0,5 0 0 16,4-8 0-1,-4 0 0-15,4 0 8 0,0-3 2 0,0-5 0 16,4 1 0-16,-4-5 11 0,0 1 3 0,13-4 0 0,-4-1 0 16,4-3-32-16,-5 0-18 0,1 4 2 0,13-4 1 15,-5-8 15-15,1 4 0 0,3 0 0 0,-3-4 0 16,3 0 0-16,1 4 0 0,0-4 0 0,4 4 0 15,-13 0 0-15,13 0 0 0,-4 4-10 0,-5-4 10 16,-8-4-32-16,4 4-3 0,0 4 0 0,-9-4 0 16,13 0-134-16,-17 4-27 0,18 4-6 0</inkml:trace>
  <inkml:trace contextRef="#ctx0" brushRef="#br0" timeOffset="4783.029">1822 15508 1926 0,'0'0'85'0,"0"0"18"0,0 0-83 0,0 0-20 16,0 0 0-16,0 0 0 0,0 0 63 0,0 0 8 15,0 0 1-15,0 0 1 0,0 0-20 0,0 0-4 16,0 0-1-16,0 0 0 0,4 8-25 0,-4-8-6 0,5 8-1 0,-5 3 0 15,0 1 44-15,8-1 8 0,-8 5 1 0,5-1 1 16,-10 5-18-16,5-1-4 0,0 0-1 0,0 4 0 16,-8 0-29-16,8 4-6 0,0-3 0 0,0-1-1 15,-5 0 21-15,5 0 5 0,0-4 1 0,5 1 0 16,-5-1-28-16,8 0-10 0,-8-3 0 0,0-1 9 16,9 1-22-16,-9-5-5 0,0-11-1 0,0 0 0 15,4 8-156 1,-4-8-31-16,0 0-6 0,0 0-2 0</inkml:trace>
  <inkml:trace contextRef="#ctx0" brushRef="#br0" timeOffset="5050.982">2382 15829 2188 0,'0'0'48'0,"0"0"11"0,0 0 1 0,0 0 1 0,0 0-49 0,0 0-12 15,0 0 0-15,0 0 0 0,0 0 47 0,0 0 6 16,0 7 2-16,0 5 0 0,0-4-24 0,0 3-5 16,-4 1-1-16,4 3 0 0,0-7 15 0,0 4 4 15,-5-5 0-15,5 1 0 0,0-8-16 0,0 0-4 16,0 0 0-16,-4 8 0 0,-5-1-24 0,1 5 0 15,8-12 0-15,0 0-806 16,0 0-159-16</inkml:trace>
  <inkml:trace contextRef="#ctx0" brushRef="#br0" timeOffset="6102.225">14550 15319 691 0,'9'0'30'0,"-9"0"7"0,0 0-29 0,0 0-8 16,8 8 0-16,-8-8 0 0,0 0 221 0,0 0 43 16,0 0 9-16,0 0 2 0,0 7-151 0,0-3-31 15,0 4-5-15,5 0-2 0,-5-1-40 0,4 1-8 16,-4-8-2-16,0 8 0 0,9 0-6 0,-9 3-2 16,0-3 0-16,0 3 0 0,0 5 9 0,-9-1 2 15,9 1 0-15,-4-1 0 0,4 8 33 0,-5-3 6 16,5 3 2-16,-13 0 0 0,9 0-67 0,-9 0-13 15,8-3 0-15,1-1 0 0,-5-4 0 0,5 1 0 16,0-1 0-16,4-3 0 0,0-1 0 0,4-3 0 16,0 0 0-16,5 0 0 0,-5-1 0 0,9-3 0 15,1-4 0-15,-1-4 0 0,4-3 29 0,0-1 1 0,1 4 0 16,-1 0 0-16,5 0-18 0,-5 0-4 0,0 4-8 16,5-3 12-16,-4-1-4 0,-1 4-8 0,-8 4 11 0,8-4-11 15,-4 7 8-15,9-3-8 0,-9 4 0 0,-5 0 0 16,5-1 8-16,5 5-8 0,-9 0 9 0,4-1-9 15,4 1 8-15,-13 3-8 0,14-3 0 0,-10 3 0 16,5 1 8-16,0-1-8 0,-4-3 0 0,4 3 9 16,-9 1-1-16,9-1 0 0,-8 0 0 0,8-3 0 15,-13-8 9-15,4 7 2 0,-4 1 0 0,0 3 0 16,0-3-3-16,0 0 0 0,-4-1 0 0,-5 5 0 16,0-5-4-16,1-3 0 0,-1 4-1 0,-8-1 0 15,-1 1 1-15,1-5 0 0,8 1 0 0,-17 0 0 0,5-4-4 16,3 0-8-16,-8-1 12 0,4 1-4 0,-8-4-8 15,4-4 0-15,-9 4 0 0,13 0 0 0,-12-3 0 16,-1-1 0-16,9 0 0 0,-4 0 0 16,8 0-46-16,0-4-14 0,0 5-4 0,-4-1 0 15,5 0-57-15,3-4-12 0,1 0-3 0,0 1-1008 0</inkml:trace>
  <inkml:trace contextRef="#ctx0" brushRef="#br0" timeOffset="6391.004">14532 15431 979 0,'0'0'87'0,"0"0"-70"0,0-4-17 0,0-4 0 15,-4 1 232-15,4 7 42 0,0 0 9 0,0 0 1 16,0 0-153-16,0 0-31 0,0 0-7 0,0 0-1 15,0 0-20-15,0 0-5 0,0 0-1 0,0 0 0 16,0 0-36-16,9 0-7 0,4-8-2 0,-9 4 0 16,9 4 35-16,5-4 6 0,-1 4 2 0,-8 0 0 15,8 0-29-15,0 0-6 0,5 0-1 0,0 0 0 16,4-4-20-16,-4 4-8 0,-1 0 0 0,1 0 9 16,0-4-24-16,8 1-5 0,-8 3 0 0,4 0-1 15,0 0-217-15,4 0-43 0</inkml:trace>
  <inkml:trace contextRef="#ctx0" brushRef="#br0" timeOffset="6816.917">15418 16080 748 0,'0'0'67'0,"0"0"-54"0,0 0-13 0,0 0 0 15,0 0 293-15,0 0 56 0,0 0 11 0,0 0 3 16,0 0-261-16,0 0-52 0,0 0-10 0,0 0-3 15,0 0-1-15,5 3 0 0,-5-3 0 0,0 0 0 16,13 8-6-16,-13-8-2 0,0 0 0 0,0 0 0 16,4 8 20-16,-4-8 4 0,0 0 1 0,0 0 0 15,0 0-26-15,0 0-6 0,0 0-1 0,0 0 0 16,0 0-20-16,0 0 0 0,0 0 0 0,0 0 0 16,0 0 0-16,0 0-8 0,0 0 0 0,0 0 0 15,0 0-4-15,0 0-1 0,0 0 0 0,0 0 0 16,0 0 13-16,-4 8 0 0,4 3 0 0,-9-3 0 15,0 3 16-15,9-3-3 0,-13-4-1 0,9 4 0 16,-9-4-12-16,9-1-12 0,-1 1 3 0,5-4-1165 16</inkml:trace>
  <inkml:trace contextRef="#ctx0" brushRef="#br0" timeOffset="145417.445">4119 7767 1267 0,'0'0'28'0,"0"0"5"0,0 0 2 0,0 0 1 0,0 0-36 0,0 0 0 0,0 0 0 0,0 0 0 15,0-7 38-15,0 7 1 0,9-8 0 0,-9 8 0 16,0-8-11-16,0 8-3 0,4-8 0 0,-4 1 0 15,0 7 60-15,0 0 12 0,0 0 3 0,-4-8 0 16,-5-4-24-16,5 8-4 0,-1-3 0 0,5-1-1 16,0 0-18-16,0 4-3 0,-13-3-1 0,9 3 0 15,-5-4-11-15,5 4-2 0,0 0-1 0,-1-3 0 16,-3 3 2-16,8 0 1 0,-9-4 0 0,0 1 0 16,1 3-9-16,8 0-1 0,0 4-1 0,-13-8 0 15,4 0 8-15,-4 4 1 0,13-3 1 0,0 7 0 16,-13 0-9-16,4 0-1 0,5 0-1 0,-5 0 0 15,5 0-5-15,-14 0-1 0,14 0 0 0,-9 0 0 16,9 0-31-16,-14 4-6 0,14-4-2 0,-13 3 0 16,8 1 52-16,5 4 11 0,-5 0 1 0,-9-4 1 15,5 3-32-15,9 5-6 0,-13-4-8 0,12 3 11 0,-3 1-11 16,-10 3 0-16,10 5 0 0,-5-1 8 0,8 0-8 0,-8 1 0 16,5-1 0-16,-10 4 0 0,18 0 0 0,-4 0 0 15,-9 0 0-15,13 4 0 0,0 1 0 0,-13 2 0 16,13 1 0-16,0 0 0 0,0 4 0 0,0 0 0 15,13-4 0-15,-13-1 0 0,13 1 0 0,-9-4 0 16,14 0 0-16,-10 0 0 0,5 0 0 0,5-3 0 16,8-5 0-16,-9 0 0 0,13-3 0 0,-12-5 0 15,4-3 0-15,-1 0 0 0,5-4 0 0,5 3 0 16,-5-7 0-16,-9 0 0 0,14-4 12 0,-23 1-2 0,10 3-1 16,-1-4 0-16,-4-4-9 0,4 0 0 0,-8 1 0 15,4-5 0-15,-9 4 0 0,1-3 0 0,3 3 0 16,-3 0 0-16,-1-7 0 0,-4 3 0 0,9-3 0 0,-9 3 0 15,0-7 0-15,-9 3 0 0,9 5 0 16,-4-5 0-16,-1 5 0 0,-3-9 0 16,3 5 0-16,1 3 0 0,-9-3 0 0,4 7 0 0,-4-3 0 0,-4 3 0 15,0 0 0-15,-1 4 0 0,10 1 0 0,-10-1 0 16,-4 4 0-16,1 0 0 0,8 0 0 0,-9 4 0 16,0 3 0-16,5 1 0 0,0 0 0 0,-1-1 0 15,5 1 0-15,4 4 0 0,-8-5 0 0,4 5 0 16,9-4-100-16,-9-1-23 0,13-7-4 0,0 0-717 15,0 12-144-15</inkml:trace>
  <inkml:trace contextRef="#ctx0" brushRef="#br0" timeOffset="146040.332">4479 7628 1728 0,'0'0'76'0,"0"0"16"0,0 0-73 0,0 0-19 0,0 0 0 0,0 0 0 16,0 0 76-16,0 0 11 0,0 0 2 0,0 0 1 15,14 8-13-15,-10 0-2 0,-4-8-1 0,13 7 0 16,-13-7-37-16,0 8-7 0,9 4-2 0,-9-1 0 15,0 1 20-15,0-1 4 0,0 1 1 0,0 3 0 16,0 1-33-16,0 3-8 0,0 1 0 0,0-1-1 16,0-4 32-16,-9 8 6 0,9-3 2 0,-13-1 0 15,13 4-31-15,-4 0-5 0,-1-3-2 0,-8-1 0 16,13 4 12-16,-4 0 3 0,-5-3 0 0,0 3 0 0,9 0-15 0,0-4-2 16,0-3-1-16,0 3 0 0,0-4-10 15,0 1 8-15,0-1-8 0,0-3 8 0,9-4-8 0,-9 3 0 16,9-3 0-16,-5 0 8 0,-4-8-8 0,13 4 0 15,-8-1 9-15,12 5-9 0,-17-8 18 0,9 4-1 16,-1 4 0-16,14-8 0 0,-9 0-17 0,9 0 0 16,-14 0 0-16,18-4 0 0,-13 4 0 0,14 0 0 15,-19 0 0-15,10 0 0 0,-5 0 0 0,8 0 0 16,-3 4 0-16,-10-4 0 16,5 0-48-16,5-4-12 0,-14 0-4 0,9 4 0 0,5 0 52 0,-18 0 12 15,0 0 0-15,4-4 0 16,13 0-84-16,-17 4-15 0,0 0-2 0,0 0-1 15,5-4-144-15,8 1-29 0</inkml:trace>
  <inkml:trace contextRef="#ctx0" brushRef="#br0" timeOffset="146404.353">4810 7949 633 0,'0'0'28'0,"0"0"6"0,0 0-34 15,0 0 0-15,0-8 0 0,0 4 0 0,0 4 232 0,0 0 39 16,0 0 8-16,0 0 1 0,0 0-140 0,0 0-28 16,0 0-5-16,0 0-2 0,0 0-25 0,0 0-4 15,0 0-2-15,0 0 0 0,0 0-7 0,0 0-2 16,4 12 0-16,9-5 0 0,-9 9-10 0,-4-1-3 15,18 5 0-15,-18-1 0 0,0 4-18 0,4 0-4 16,9 8-1-16,-13 0 0 0,0-4-10 0,9 4-3 16,-9 0 0-16,0 0 0 0,8-4-6 0,-3 0-2 15,-5-4 0-15,0 4 0 0,4-8-8 0,-4 1 0 16,4-1-12-16,-4 0 12 0,9-7 0 0,-9 3 13 16,0-3 0-16,0-5 0 0,0-7-13 0,0 0-16 15,0 0 3-15,0 0 1 16,0 0-145-16,0 0-29 0,0 0-6 0</inkml:trace>
  <inkml:trace contextRef="#ctx0" brushRef="#br0" timeOffset="147250.367">5530 8134 230 0,'0'0'20'16,"0"0"-20"-16,0 0 0 0,0 0 0 15,0-8 211-15,0 8 37 0,0 0 8 0,9-7 2 0,-9 3-131 0,0 4-27 16,0 0-4-16,0 0-2 16,9-8 10-16,-9 8 3 0,0-8 0 0,0 8 0 15,0 0-23-15,0-7-4 0,0-5 0 0,0 12-1 16,0 0-31-16,0-8-5 0,-9 1-2 0,9-1 0 15,0 8-18-15,-9-8-4 0,9 0-1 0,-13 1 0 0,9-1-4 0,-9 0-1 16,9 4 0-16,-1 0 0 0,-8 1-13 0,5 3 0 16,-5 0 0-16,8 0 0 0,-12 0 31 0,8 3 9 15,5 1 3-15,-14 4 0 0,10-4-18 0,-5 4-3 16,0-1-1-16,4 5 0 0,-4 0-21 0,4 3 0 16,-4 0 0-16,9 1 0 0,-9 3 0 0,9 0 0 15,-9-7 0-15,8 7 0 0,1 4 0 0,-5 1 0 16,0-5 0-16,9 0 0 0,-4 4 56 0,4-3 6 15,4-1 2-15,-4 0 0 0,9-7-52 0,0 3-12 0,-5-3 0 16,14 0 0-16,-1-5 0 0,-8 1 0 0,8 0 0 16,5-4 0-16,4-4 0 0,-5 0 0 0,-3 0 0 0,17-4 0 31,-27 0-50-31,14-4-13 0,8 0-2 0,-21 5-1 16,8-5-158-16,1 4-31 0</inkml:trace>
  <inkml:trace contextRef="#ctx0" brushRef="#br0" timeOffset="147933.838">5748 8080 1094 0,'0'0'97'0,"0"0"-77"15,0 0-20-15,0-8 0 0,0 1 188 0,0 7 35 16,0 0 6-16,0 0 2 0,0 0-136 0,8-4-27 15,-8 4-6-15,0 0-1 0,0 0-10 0,5-8-3 16,8 8 0-16,-13 0 0 0,0 0-16 0,0 0-3 16,0 0-1-16,4 8 0 0,-4 3 24 0,4 5 5 15,9-1 1-15,-13 1 0 0,0 3-42 0,0 4-8 16,0 0-8-16,0 0 12 0,-13 4 36 0,13 0 7 16,-4 4 1-16,4-4 1 0,0-4-38 0,0 1-8 15,0-5-2-15,0 0 0 0,-4-3-9 0,8-1 0 16,-4-7 0-16,4 3 0 0,-4-3 0 0,0-8 0 15,0 0 12-15,0 0-4 0,0 0-8 0,0 0-9 16,0 0 9-16,13-4-13 0,-8-3 13 0,8-5 0 16,-13-3 0-16,8-5 0 0,5 1 0 0,-13-4 0 0,5 0 0 0,3-4 0 15,-8 3 0-15,5 1 0 0,-1 0 0 16,9-4 0-16,-9 4 0 0,9 4 0 0,-4 3 0 0,4-3 0 16,-8 3 0-16,8 5 0 0,4-1 0 0,-13 1 0 15,14 3 0-15,-10 0 0 0,1 4 0 0,13 1 0 16,-22 3 0-16,8 0 0 0,1 3 0 0,0 1 0 15,-9-4 0-15,13 12 0 0,0 3 0 0,-9 5 0 16,1-1 0-16,8 0 0 0,-13 0 0 0,8 5 0 16,-8-1 0-16,9-4 0 0,-9 4 0 0,4 0 0 15,-4-11 0-15,5 7 0 0,3-3 0 0,-8-5 0 16,0 1 0-16,0-12 0 0,0 0 0 0,0 0 0 16,0 0 0-16,0 0 0 0,0 0 0 0,0 0 0 0,0 0 0 15,9-8 0-15,-5-3 0 0,5 3 0 16,8-8 0-16,-12 1 0 0,8-4 0 0,-9-1 0 15,13 5 0-15,-12-4 0 0,12-1 0 0,-8 1 0 0,4-4 0 16,0 4 0-16,9 3 0 0,-18 5 0 0,9-1 0 0,4 4 0 16,-12 8 0-16,12 0 0 0,-13 0 0 0,9 8 0 15,-4 4 0-15,8 7 0 0,-8 0 13 0,-4 0 6 16,3 1 1-16,1 7 0 0,-9 4-32 0,4 0-7 16,9-1-1-16,-13-3 0 0,0 4 50 0,0-7 10 15,5-1 1-15,-5-4 1 0,0 0-42 0,0-3 0 16,0-1 0-16,0-3 0 15,0-12-88-15,0 0-11 0,0 7-1 0,0-7-732 16,0 0-147-16</inkml:trace>
  <inkml:trace contextRef="#ctx0" brushRef="#br0" timeOffset="159222.37">12448 8103 1267 0,'-9'4'28'0,"9"-4"5"0,13 4 2 0,5-4 1 0,-18 0-36 0,0 0 0 16,0 0 0-16,0 0 0 0,8-4 109 0,-8 4 15 15,0 0 4-15,0 0 0 0,9-4-62 0,-9 4-12 16,-9-4-2-16,1-3-1 0,3 3 4 0,5 4 1 16,0 0 0-16,-13-4 0 0,-8-4 4 0,3 0 0 15,18 5 1-15,0 3 0 0,-13-8-13 0,5 4-4 16,-5 4 0-16,4-4 0 0,-4 0-8 0,-5 4-3 16,14 4 0-16,-13 0 0 0,-1 0-12 0,-3 4-2 15,21-1-1-15,-13 1 0 0,4 0-10 0,-4-1-8 16,9 9 12-16,-5-5-12 0,5 1 0 0,4 3 0 15,-5-3 0-15,5 0 0 0,0 3 0 0,0-3 0 16,0 3 0-16,5-3 0 0,8-1 0 0,-9 1 0 16,9-1 0-16,-9 1 0 0,5 0 0 0,4-1 8 15,9-3-8-15,-5 3 0 0,-4-3 13 0,-4 0-4 0,17-4-1 0,-4 3 0 16,-1 1-24-16,-3 4-6 0,-10-4-1 16,18 3 0-16,-4-3 23 0,0 0 0 0,-9-1 0 15,-4 5 0-15,12-1 0 0,-3 1 0 0,-5 0 0 0,-9-1 0 16,9 5 47-16,-13-5 13 0,4 1 4 0,9 3 0 15,-13 1-52-15,0-5-12 0,5 5 0 0,-1-5 0 16,-8 5 0-16,4-5 0 0,0 5 0 0,0-1 0 16,4-3 0-16,-8-1 0 0,4 1 0 0,-5-4 0 15,10 7 0-15,-18-7 0 0,4 3 0 0,-8-3 0 16,17 8 38-16,-13-9 5 0,-9 1 1 0,0 0 0 16,5 3-22-16,-5-7-4 0,5 4-1 0,-5-4 0 15,-8-4-8-15,8 0-1 0,5 0-8 0,-1-4 12 16,-8 0-12-16,4 0 9 0,5-4-9 0,0 1 8 0,4-5-8 15,4 1 0-15,-17 3 0 0,17-4 0 0,-4 5-10 0,9-5 10 16,-18 0 0-16,13 1-9 0,1-5 9 0,8 9-10 16,-13-5 10-16,8 0-10 0,-8 1 1 0,9-1 0 15,4 1 0-15,0 3 0 0,-4-4-11 0,4 1-3 16,4-1 0-16,9-3 0 0,-13 7 1 0,4-4 0 16,5 1 0-16,8-1 0 0,10 5 6 0,-14-5 2 15,4 0 0-15,13-3 0 0,9 3 6 0,-4 1 8 16,0-5-13-16,-9 1 5 0,9 0 17 0,4-1 4 15,-13 1 1-15,0-5 0 0,-4 5-14 0,-5-1 0 16,9 5 0-16,-9-1 0 0,1-3 0 0,-5-1 0 16,0 1 0-16,0 3 0 0,0-3 0 0,-9-1 0 15,1 9 0-15,3-5 0 0,-3 4 0 0,-5-3 0 0,0 3 0 16,0 0 0-16,0 1 0 0,0 3 0 0,-5-4 0 0,-8 0 0 16,13 5 31-16,-13-1 3 0,4 0 1 0,-8 0 0 15,0-4-23-15,-1 4-4 0,5 4 0 0,0-3-8 16,-21 3 8-16,16-8-8 0,1 8 0 0,4-4 0 15,4 4 0-15,-8-4 0 0,4 4-13 0,13 0 5 16,0 0-17 0,-9 4-3-16,-8 4-1 0,-1-4 0 0,18-4-90 0,0 0-17 15,-4 11-4-15,-9 5-1011 0</inkml:trace>
  <inkml:trace contextRef="#ctx0" brushRef="#br0" timeOffset="160385.155">12930 8350 1494 0,'0'0'32'0,"0"0"8"0,0 0 0 0,0 0 3 0,0 0-35 0,0 0-8 15,0 0 0-15,13 0 0 0,-9-4 90 0,-4 4 16 16,13 4 3-16,-13-4 1 0,5 0-22 0,-5 0-4 0,13 4 0 16,-13-4-1-16,4 8-15 0,1 0-4 0,-5-8 0 0,13 7 0 15,-13 9 0-15,4-1 0 0,-4 1 0 0,4-1 0 16,5 0 0-16,-9 5 0 0,0 3 0 0,0-4 0 16,-9-3-51-16,9 3-13 0,-4 0 0 15,4 1 0-15,0-5 0 0,-4 4 0 0,4 1 0 16,0-5 0-16,0-3 0 0,0-1 0 0,0 1 0 0,0-4 0 15,0-8 0-15,0 0 0 0,0 0 0 0,0 0 0 16,0 0 0-16,0 0 0 0,0 0 0 0,0 0 0 16,0 0 0-16,0 0 0 0,0-12 0 0,0 0 0 15,0 1 0-15,0-5 0 0,4-3 0 0,0 0 0 16,5-1 0-16,-9 1 0 0,9 0 0 0,-1-4 0 16,1-1 0-16,4 1 0 0,-4 0 0 0,4 4 0 15,0 0 14-15,4 3 0 0,-8 1 0 0,4-1 0 16,-13 5-22-16,4-1-5 0,9 4-1 0,5 1 0 15,-5 3 23-15,0 0 5 0,4 4 1 0,-13 4 0 16,9 0-6-16,5-1-1 0,-10 5 0 0,5 0 0 16,-8 4 5-16,8-1 1 0,-5 1 0 0,1 3 0 0,0 4-4 15,4 1-1-15,-9-1 0 0,1 0 0 0,3-3-9 0,-3 3 12 16,-1 0-12-16,5 1 12 0,-9-5-12 0,4-3 8 16,-8 3-8-16,4 1 8 0,0-5-8 0,0-3 8 15,0-8-8-15,0 0 8 0,0 0-8 0,0 0 10 16,0 0-10-16,0 0 10 0,0 0-10 0,0 0 0 15,0 0 0-15,0 0 0 0,0-8-11 0,4-3 3 16,0-1 0-16,9-3 0 0,-8-1 8 0,8 1-12 16,-9-8 12-16,9 3-12 0,4 1 12 0,-8 0 0 15,4-1-9-15,5-3 9 0,-1 4 0 0,-4-4-9 16,0 0 9-16,4-1 0 0,1 9 0 0,-1 3-8 0,0-3 8 16,-8 3 0-16,8 8 0 0,1-3 0 0,-1 3 0 0,1 4 0 15,-10 0 0-15,10 4 0 0,-5 3 0 0,4 1 0 16,0 4 0-16,1 3 14 0,-14 4-2 15,14 1-1-15,-1-5-3 0,-8 5 0 0,4 3 0 0,-13-4 0 16,0 4-8-16,4-4 10 0,-4 1-10 0,0-1 10 16,4 0-10-16,5 1 0 0,-9-5 0 0,-9-3 8 15,5 3-8-15,4 1 0 0,0-9-12 0,0 5 12 16,0-12-28-16,0 0 3 0,0 0 0 0,4 8 0 16,-4-8-91-16,0 0-17 0,0 0-4 0,0 0-1064 15</inkml:trace>
  <inkml:trace contextRef="#ctx0" brushRef="#br0" timeOffset="169351.378">11397 8045 806 0,'0'0'17'0,"0"0"4"0,-4 4 1 0,4-4 2 0,0 0-24 0,0 0 0 16,0 0 0-16,0 0 0 0,0 0 18 0,0 0-1 16,0 0 0-16,0 0 0 0,0 0 24 0,0 0 5 0,0 0 1 0,0 0 0 15,0 0 69-15,0 0 15 0,0 0 2 0,0 0 1 16,0 4-15-16,0-4-3 16,0 0-1-16,0 8 0 0,0-1-30 0,-5 1-5 0,5 0-2 0,0 3 0 15,0 5-30-15,0-5-5 0,-8 1-2 0,3 3 0 16,1 5-16-16,4-5-3 0,0 4-1 0,-9 5 0 15,5 3-6-15,4 0-2 0,-4-4 0 0,4 4 0 16,-22 0 11-16,13 0 1 0,18 0 1 0,-9-4 0 16,-13 4 2-16,9-4 1 0,4 0 0 0,0-3 0 15,4-1-9-15,-4-3-3 0,-4-5 0 0,4 1 0 16,8-1-1-16,1-3 0 0,-9-8 0 0,4 8 0 0,14-4 3 16,-10-4 0-16,1 7 0 0,-5-7 0 15,-4 0-7-15,18-7-2 0,-1 3 0 0,1 0 0 0,-1 0-10 0,0 0 0 16,-4 0 9-16,5 0-9 0,-5 1 0 0,4-1 0 15,0 4 0-15,1 0 0 0,-5 0 0 0,0 0 0 16,0 0 0-16,9 4-12 16,-5-1-25-16,0 1-6 0,-17-4-1 0,0 0 0 15,5 0-100-15,8 8-21 0,-5-4-4 0,-8-4-879 16</inkml:trace>
  <inkml:trace contextRef="#ctx0" brushRef="#br0" timeOffset="169694.38">11619 8319 1580 0,'0'0'70'0,"0"0"14"0,8 0-67 0,-8 0-17 0,0 0 0 0,0 0 0 16,13 0 88-16,-13 0 13 0,0 0 3 0,0 0 1 15,0 0-33-15,0 12-6 0,0-4-2 0,0 3 0 16,-4-3-2-16,4 4-1 0,0-1 0 0,0 1 0 16,0 3-22-16,-9 1-5 0,18 3-1 0,-5 0 0 15,-8 4-11-15,4-3-2 0,0 3-1 0,4 4 0 16,1-4-1-16,3 4 0 0,-16-4 0 0,16 0 0 16,-3 8 2-16,-1-4 0 0,-8-7 0 0,4 7 0 15,13-4-35-15,-13-4-6 0,0 0-2 0,-13-3 0 16,8 3 45-16,5 0 9 0,5-7 1 0,-5 0 1 0,-5-5-33 15,5-7 0-15,0 12 0 0,0-12 0 16,0 0-24-16,0 0-9 0,0 0-2 0,0 0-763 16,9-8-153-16</inkml:trace>
  <inkml:trace contextRef="#ctx0" brushRef="#br0" timeOffset="177994.37">20052 8061 1695 0,'0'0'37'0,"0"0"8"0,0 0 2 0,0 0 1 0,4-4-39 0,9 4-9 0,-8-4 0 0,8 4 0 16,-5 0 60-16,5-4 11 0,5 0 1 0,-10 4 1 15,10-4 26-15,-5 0 5 0,4 1 0 0,0 3 1 16,5 0-65-16,-4-4-14 0,-1 4-2 0,5-4-1 16,-5 4 9-16,5 0 3 0,-1-4 0 0,1 4 0 15,-5-4-19-15,-3 0-4 0,3 4-1 0,-8 4 0 16,4 0 5-16,-5 0 2 0,5 0 0 0,0 0 0 16,-8-1-18-16,8 1 0 0,-13-4 0 0,4 4 0 15,0 4 32-15,1 4 4 0,-5 3 0 0,-5-3 0 16,1-1-7-16,4 1-1 0,-4-1 0 0,-9 1 0 15,8 3-1-15,-3-3-1 0,-1-1 0 0,-4 1 0 16,-4 3-15-16,8-3-3 0,-8 0-8 0,-1 3 12 0,-4-3-12 16,5-1 8-16,4 1-8 0,4-1 0 0,-8-3 0 15,0 0 8-15,12 3-8 0,-8-3 0 0,0 0 0 0,9 3 0 16,0 1 0-16,-5-4 0 0,5 0-8 0,-1-5 8 16,5-3 0-16,0 0 0 0,0 0-9 0,0 12 9 15,0-12 0-15,0 0-9 0,9 4 9 0,4 4-10 16,0-8 10-16,4 3-10 0,-4-3 10 0,5-3 0 15,8 3 0-15,-5 0-8 0,1 0 8 0,-4 3 0 16,-1 1 0-16,5 0 0 0,-5 4 0 0,0 0 0 16,5-1 0-16,0 5 0 0,-5 3 0 0,1 1 0 15,-1-5 8-15,-8 5-8 0,4-1 11 0,4 1-3 16,-17-1 0-16,9 1 0 0,-1-1 18 0,-8 0 3 16,0 1 1-16,0-1 0 0,0 5-30 0,0-9 0 0,-8 1 0 15,-1 3 0-15,9-3 20 0,-17 3-1 16,4 1-1-16,-5-1 0 0,-4-7-29 0,1 3-5 0,3-3-2 0,1 4 0 15,-5-8 50-15,1 3 11 0,-1-3 1 0,0 4 1 16,-4-8-36-16,0 0-9 0,9 0 0 0,-14-4 0 16,18-4-16-16,-13 4-6 0,9-3-1 0,4-5 0 31,-5 4-21-31,5-3-4 0,0-1 0 0,5 1-1 0,3-5-124 16,-3 1-25-16,3 3-5 0</inkml:trace>
  <inkml:trace contextRef="#ctx0" brushRef="#br0" timeOffset="178725.497">20907 8099 460 0,'0'0'41'0,"0"0"-33"16,-4 4-8-16,0-4 0 0,4 0 231 0,-9-4 44 15,0 4 9-15,9-4 1 0,-13 4-149 0,13 0-31 16,0 0-5-16,0 0-2 0,-4-3-10 0,4 3-1 16,0-8-1-16,0 8 0 0,0 0-8 0,0 0-2 15,4-12 0-15,9 5 0 0,-4 3-25 0,0-4-6 0,-1 0-1 0,10 0 0 16,-1 1-12-16,5 3-4 15,-1-8 0-15,6 8 0 0,-6-3-28 0,-3 3-10 0,3 0 0 0,5 0 0 16,0 0 59-16,-4 4 12 0,-5 0 3 16,5 4 0-16,-4 0-52 0,-1 4-12 0,0-4 0 15,-8 3 0-15,4 1 0 0,-4 0 0 0,4-1 0 0,-13 5 0 16,13-4 0-16,-9 7 0 0,-4-3 0 0,0 3 0 16,0-3 33-16,-4-1 4 0,-5 5 1 0,5-1 0 15,-1 1-21-15,-8-5-4 0,0 9-1 0,5-5 0 16,-10 1 0-16,1-5 0 0,0 5 0 0,-1-1 0 15,1 4-4-15,-1 1 0 0,-3-5-8 0,3 0 12 16,1-3-12-16,-5 0 11 0,5-1-11 0,4-3 10 0,-4 0-10 0,-1-1 0 16,5 1 9-16,4 0-9 15,-4-8 0-15,-4 4 0 0,13 0 0 0,-9-4 0 0,13 0-12 16,0 0 4-16,0 0 0 0,0 0 0 0,0 0-7 0,0 0-1 16,0 0 0-16,17 0 0 0,0 0 4 15,1 0 0-15,8 0 0 0,4 0 0 0,-8 3 12 0,13 1-12 16,-1 0 12-16,-3 4-12 0,-1 0 12 0,5-1 0 15,-5 1 0-15,1 0 0 0,-10 3 10 16,10 1-10-16,-9-1 8 0,-5 1-8 16,0 0-26-16,-8 3-10 0,4 1-3 0,-4-1 0 0,-1-3 75 0,-3 3 16 15,8-3 2-15,-13 3 1 0,0-3-27 0,0 3-4 16,-9 1-2-16,5-1 0 0,-1 0-5 0,-8 1-1 16,9-1 0-16,-13 1 0 0,-1-5 16 0,1 5 2 15,-5-1 1-15,0 1 0 0,1-9-35 0,-10 1-20 0,-3-4 2 16,8-4 1-16,-9 0 9 0,4 0 8 0,5 0-12 15,-4-4 12-15,0-4-19 0,-1 1 3 16,5-1 1-16,4-4 0 16,-4 1-16-16,5-1-3 0,3-3-1 0,-3 3 0 15,8 1-84-15,4 3-17 0,-9-4-3 0,14 1-689 0,4-1-137 0</inkml:trace>
  <inkml:trace contextRef="#ctx0" brushRef="#br0" timeOffset="179523.324">21585 8400 2296 0,'0'0'51'0,"0"0"10"0,0 0 3 0,0 0 0 0,0 0-52 0,13 4-12 16,-9 0 0-16,-4-4 0 0,13 8 81 0,-9 0 14 15,1 3 2-15,8-3 1 0,-13 3-78 0,9 1-20 0,-1 0 0 16,-3-1 0-16,-5 5 55 0,4-1 7 0,0 4 2 0,5-3 0 15,-9 3-52-15,0 0-12 0,0 5 0 0,0-5 0 16,0-4 0-16,0 1 0 0,0-1 0 0,-9 5 0 16,9-9 0-16,0 5 0 0,-4-5 0 0,4-3 0 15,-4 3 0-15,4-11 0 0,0 0 0 0,0 0 0 16,0 0 0-16,0 0 0 0,0 0 0 0,0 0 0 16,0-7 0-16,4-5 0 0,0-3 0 0,5-1 0 15,-5-3 0-15,1 0 0 0,3-1 0 0,1-3 0 16,4 0 0-16,4-4 0 0,-8 4 0 0,4 4 0 15,0-5 0-15,-9 9 0 0,14-4 0 0,-14 3 0 16,9 5 34-16,-4-1 4 0,4 4 1 0,4 1 0 16,-8 3-16-16,4 0-3 0,4 0-1 0,1 4 0 15,-10 4-4-15,5 0-1 0,5 3 0 0,-14 1 0 16,9 0-3-16,-4 7-1 0,4 1 0 0,-4-1 0 0,-1 1-10 16,1-1 10-16,0 4-10 0,-1 1 10 0,5-5-10 15,-13 4 0-15,0-7 0 0,5 3 8 0,-5 1-8 0,0-1 0 16,0-3 0-16,0 0 0 0,4-5 0 15,-4 1-9-15,0-8 9 0,0 0 0 0,0 0-14 16,0 0 4-16,0 0 1 0,0 0 0 0,0 0-4 0,0 0-1 16,0-4 0-16,9-7 0 0,-5-1 14 0,0-4-12 15,5 1 12-15,0 0-12 0,4-5 12 0,-5 1 0 0,1 0 0 0,9-4-9 16,-14 3 9-16,13 1 0 0,1 0 0 0,-1 3 0 16,0-3 0-16,-8 7 0 15,8 5 10-15,1-1-10 0,-1 4 16 0,-8 0-4 16,4 8 0-16,4 0 0 0,-8 0 3 0,8 0 0 0,-4 3 0 15,5 5 0-15,3-1-7 0,1 9 0 0,-5-9-8 16,1 9 12-16,12-5-12 0,-8 4 0 0,0 1 0 0,-5-1 0 16,0 0 0-16,1 1 8 0,-10-5-8 0,6 4 0 31,3-7-21-31,-13 3-7 0,-4-3-2 0,0 0 0 0,0-5 42 0,0 5 9 0,0-12 2 0,0 0 0 31,0 0-90-31,0 0-17 0,0 0-4 0,13-8-1 16,-8 0-156-16,3 1-31 0</inkml:trace>
  <inkml:trace contextRef="#ctx0" brushRef="#br0" timeOffset="180235.099">22827 8373 576 0,'0'0'51'0,"0"0"-41"15,0 0-10-15,0 0 0 0,0 0 366 0,0 0 71 16,-9 8 15-16,9-8 2 0,0 0-286 0,0 0-56 16,0 0-12-16,0 0-3 0,0 0-26 0,9 8-6 15,-9-8-1-15,4 11 0 0,-4-7-23 0,4 8-5 16,-4-4 0-16,0 3-1 0,9 1-7 0,-9-1 0 16,4 1-1-16,-4-1 0 0,0 5-6 0,0-1-1 15,0 1 0-15,0-1 0 0,0 1-8 0,0 3-1 16,0 0-1-16,0-7 0 0,-4-1-10 0,-5 1 12 0,9 0-12 15,9-5 12-15,-9-7-12 0,0 0 0 0,-9 12 9 0,9-12-9 16,0 0 0-16,0 0 9 16,0 0-9-16,0 0 0 0,0 0 0 0,0 0 0 0,0 0 0 15,9-12-12-15,-5 1 12 0,-4-5 0 0,9 1 0 0,0-1 0 16,-5-3 0-16,9 4 0 0,-9-5-8 0,14 5 8 16,-18-4 0-16,17-1 0 0,-12 5 0 0,8-1 0 15,-9 1 0-15,5 0 0 0,4 3 0 0,0 0 0 16,4 9-9-16,-8-5 1 0,4 4 0 0,4 4 0 15,0 0 8-15,-8 4 0 0,4 0 0 0,-4 0 0 16,4 3 0-16,-9 5 0 0,9-4 0 0,-4 7 0 16,0-3 0-16,-1 3 0 0,5 0 0 0,-8 1 0 15,8 3 0-15,-13 1 0 0,8-1 0 0,1-4 0 16,-9 1 0-16,0 3 0 0,0-7 0 0,4 3 0 0,1-3 0 16,-5-1 0-16,0-11 0 0,0 0 0 0,8 12 0 15,-8-12 0-15,0 0 0 0,0 0 0 0,0 0 23 0,0 0 6 16,0 0 2-16,9-4 0 0,4-4-31 15,-8-3-8-15,8 3-1 0,4-8 0 16,-8 1-11-16,8 0-1 0,-4-1-1 0,9-3 0 0,-14 3 22 0,10 1 0 16,-1-1 0-16,1 1 0 0,-1-4 0 0,0 7 0 15,1-3 0-15,-1 3 0 0,0 1 0 0,1 7 0 16,-10 0 0-16,10 0 0 0,-1 0 0 0,1 0 0 16,-1 4 0-16,0 4 0 0,-4 0 0 0,5 0 0 15,-1 0 0-15,-4 3 0 0,4 5 0 0,1 3 0 16,4-3 0-16,-14 3 0 0,5 1 13 0,5 3 7 15,-5-3 2-15,-9 3 0 0,0 0-35 0,1 1-7 16,3-5-2-16,-8 4 0 0,5 1 22 0,-1-1 0 0,-4-4 0 16,0-3 0-16,9 0 0 0,-9-12 0 0,-9 7 0 0,9-7 0 31,0 0-107-31,0 0-17 0,0 0-3 0,0 0-1127 0</inkml:trace>
  <inkml:trace contextRef="#ctx0" brushRef="#br0" timeOffset="210571.837">4562 2706 957 0,'0'0'42'0,"0"0"10"0,0 0-42 0,0 0-10 15,0 0 0-15,0 0 0 0,0 0 71 0,0 0 12 16,0 0 2-16,0 0 1 0,0 0-12 0,0 0-2 15,0 0-1-15,0 0 0 0,0 0-3 0,0 0 0 16,0 0 0-16,0 0 0 0,0 0 20 0,0 0 3 16,4 7 1-16,-4 9 0 0,0-1-3 0,5 5 0 15,8-1 0-15,-13 0 0 0,0 4-71 0,0 4-18 0,0-3 0 0,0 6 0 16,8-10 0-16,-8 7 0 16,0 0 0-16,0 4 0 0,0-12 55 0,0 0 7 0,9 4 2 0,-9 1 0 15,4-9-52-15,-4 8-12 0,5-11 0 0,-5-1 0 31,0 5-48-31,0-12-13 0,0-4-3 0,0 15 0 16,0-15-71-16,8 8-14 0,-8 3-3 0,0-11-473 0,5 8-95 0</inkml:trace>
  <inkml:trace contextRef="#ctx0" brushRef="#br0" timeOffset="211132.769">4905 2767 1497 0,'0'0'32'0,"0"0"8"0,0-3 0 0,0 3 4 0,4-12-36 0,9 8-8 16,-13 0 0-16,0 4 0 0,0-11 48 0,5 7 7 16,-5 0 1-16,0 4 1 0,0 0 5 0,0 0 1 15,0 0 0-15,0 0 0 0,0 0-12 0,0 0-3 16,0 0 0-16,0 0 0 0,0 0 12 0,0 0 1 15,0 0 1-15,0 0 0 0,0 0-5 0,0 0-1 16,0 0 0-16,0 0 0 0,0 0-19 0,0 0-4 16,0 0-1-16,0 0 0 0,0 0-5 0,0 0-2 15,0 0 0-15,-5 4 0 0,-8 4-1 0,9 3-1 16,-5-3 0-16,1 3 0 0,8 5-8 0,-13-8-2 16,4 7 0-16,9 1 0 0,-13-1-5 0,9 4-8 0,4 1 11 15,0 3-11-15,-13 4 8 0,8-8-8 16,5 4 0-16,0 0 0 0,0 4 0 0,0 4 0 0,0-11 0 0,5 3 0 15,8-4 0-15,-13 4-9 0,17-3 9 16,-17-1 0-16,9-8 0 0,4 1 0 0,-5 3 0 16,5-11 0-16,5 0 0 0,-1 0 0 0,-8 4 0 15,8-16 0-15,5 4 9 0,-5-4-9 0,1 1 12 16,-1-5-12-16,-4 4 0 0,4-3 0 0,1-1 0 0,-10 5-12 16,5-13 12-16,-13 13 15 0,5-5-3 0,8 4-1 15,-13-3-11-15,0 3-16 0,-13-4 4 0,13 5 1 16,0 7 27-16,-5-8 4 0,5-4 2 0,0 12 0 15,-13 0-35-15,13 0-7 0,-8-11-2 0,-1 7 0 16,0 8 39-16,1-8 8 0,-1 4 2 0,-8 0 0 16,12 0-27-16,-8 0 0 0,0 4 0 0,5-4 0 0,-1 11 0 15,0-11-11-15,-4 4 11 0,5 4-8 0,-1 0-12 16,4-5-1-16,1 5-1 0,0 0 0 16,4 0-110-16,0-8-23 0,0 0-4 0</inkml:trace>
  <inkml:trace contextRef="#ctx0" brushRef="#br0" timeOffset="211530.388">5613 2849 460 0,'0'0'20'0,"0"0"5"0,0 0-25 0,0 0 0 0,0 0 0 0,0 0 0 16,0 0 321-16,-9 3 59 0,9-3 12 0,0 0 3 16,0 0-235-16,0 0-48 0,0 0-8 0,0 0-3 15,0 8-49-15,0 0-9 0,-13 0-3 0,13 3 0 16,-4-7 0-16,4 0 0 0,-5 7 0 0,-3-7 0 15,3 12 4-15,1-8 0 0,-9 3 0 0,9 1 0 16,-5-1-11-16,0 5-1 0,9-5-1 0,-17 5 0 16,4 3-9-16,9-7-2 0,-14 7 0 0,14 0 0 15,-13-3-20-15,12-1 0 0,-12 8 0 0,4-11 8 16,8 3-8-16,1-3 0 0,-9-1 0 0,9 1 0 0,4 3 0 0,-18-11 0 16,18-4 0-16,0 0 0 15,0 0-64-15,0 0-15 0,0 0-2 0,0 0-1 16,0 0-176-16,0 0-35 0</inkml:trace>
  <inkml:trace contextRef="#ctx0" brushRef="#br0" timeOffset="211778.71">5400 2991 1958 0,'0'0'43'0,"0"0"9"0,-4-7 1 0,4 7 3 0,0-4-45 0,0 4-11 0,0 0 0 0,0 0 0 16,0 0 104-16,0 0 20 0,0 0 3 0,0 0 1 15,0 0-52-15,0 0-9 0,0 0-3 0,0 11 0 16,4-3-51-16,9 4-13 16,-4-1 0-16,-5 5 0 0,5-5 0 0,8 9 0 15,1-1 0-15,-14-7 0 0,0 7 54 0,14-4 8 16,-5 5 2-16,-9-9 0 0,13 5-64 0,-8-5-26 0,0 1 2 0,-1-1 0 16,1-3 12-16,-5 0 4 0,9 0 0 0,-8-5 0 15,-5-3-132-15,17 4-25 0,-17-4-6 0</inkml:trace>
  <inkml:trace contextRef="#ctx0" brushRef="#br0" timeOffset="212195.574">5908 2690 1094 0,'0'0'97'0,"0"0"-77"16,0 4-20-16,0-4 0 0,0 0 247 0,0 0 45 16,0 0 10-16,0 0 2 0,0 0-192 0,0 0-39 15,0 0-7-15,0 12-2 0,0-12 0 0,5 7 0 16,-1 5 0-16,5 0 0 0,-9 3-51 0,0-3-13 0,0 7 0 0,0 0 0 15,4-3 54-15,9 7 8 0,-13 4 2 0,-13-8 0 16,13 4-37-16,0 1-7 0,-4-5-2 16,4 0 0-16,0 0 22 0,0 1 5 0,0-1 1 15,0 0 0-15,0-7-37 0,4 3-9 0,9 1 0 16,-13-5 0-16,4-3 0 0,1 0 0 0,12 0 0 0,-13-1 0 16,9-7 0-16,5 4 0 0,-10 0 0 0,5-4 0 15,0-4 0-15,-4 4 0 0,4-4 0 0,5 4 0 16,-1-7-49-1,-8 3-12-15,4 0-3 0,4-4 0 0,-17 8 0 16,4-4 0-16,14 0 0 0,-14 1 0 0,-4 3-153 0,13-4-31 16</inkml:trace>
  <inkml:trace contextRef="#ctx0" brushRef="#br0" timeOffset="212498.397">6230 2895 1497 0,'0'0'32'0,"0"0"8"0,0 0 0 0,0 0 4 0,0 0-36 15,-9-4-8-15,9 0 0 0,0 4 0 0,0 0 79 0,0 0 13 16,0 0 4-16,0 0 0 0,0 0 1 0,0 0 1 16,0 0 0-16,0 0 0 0,0 8-29 0,-9 3-5 15,9 1-2-15,0 4 0 0,0 3 2 0,9 0 0 16,-9 0 0-16,0 5 0 0,0-1 0 0,0 8 0 15,0-8 0-15,9 4 0 0,-9-4-52 0,0 0-12 16,0 4 0-16,4-8 0 0,-4 1 0 0,0-1 0 16,0 0 0-16,0-3 0 0,0-1 0 0,0 1 0 15,0-5 0-15,0 1 0 0,0-4 0 0,0-8 0 16,0 7 0-16,0-7 0 16,0 0-199-16,0 0-42 0,0 0-9 0,0 0-2 0</inkml:trace>
  <inkml:trace contextRef="#ctx0" brushRef="#br0" timeOffset="213582.31">12361 2887 518 0,'0'0'23'0,"0"0"5"0,0 0-28 0,0 0 0 16,-4 0 0-16,4 0 0 0,0 0 284 0,0 0 52 16,0 0 11-16,0 0 1 0,-13 4-207 0,13-4-41 15,13 8-9-15,-9-1-2 0,-4 5-19 0,0-4-4 16,9 3-1-16,-5 5 0 0,14-1-8 0,-10 8-1 16,-12-3-1-16,8-1 0 0,9 4-15 0,-13 4-2 15,0-4-1-15,-4 8 0 0,8-11-21 0,5 3-5 16,-18 0-1-16,9-4 0 0,0 1-10 0,5-5 0 15,-5 8 0-15,-5-15 0 16,-8 3-24-16,5 1-6 0,12-4-2 0,0-1 0 16,9-7-215-16,-13 0-43 0</inkml:trace>
  <inkml:trace contextRef="#ctx0" brushRef="#br0" timeOffset="214106.267">12678 2833 1728 0,'0'0'38'0,"0"0"8"0,0 0 2 0,0 0 0 0,0 0-39 0,0 0-9 16,0 0 0-16,0 0 0 16,18 0 81-16,-18 0 15 0,0 0 2 0,0 0 1 0,0 0-27 0,0 16-6 15,4-13-1-15,0 13 0 0,-8-8 22 16,4 7 4-16,0 0 1 0,-4-3 0 15,4 4-74-15,-5-1-18 0,-3 0 0 0,3 1 0 16,5-5 0-16,0 1 0 0,0 0 0 0,-4 3 0 0,8-7 0 0,-4 3 0 16,0 1 0-16,0-4 0 15,13 3 0-15,-8-3 0 0,-5-8 0 0,0 0 0 0,4 8 0 0,9-1 0 16,-9-3 0-16,14 0 0 0,-18-4 0 0,4 4 0 16,9-4 0-16,4 0 0 0,-8 0 0 0,4 0 0 15,-4 0 0-15,4 0 0 0,0-4 0 0,-9 4 0 16,-4 0 0-16,0 0 0 0,18 8 0 0,-14-4 0 15,9-4 0-15,-13 0 0 0,17 4 0 0,-12 3 0 16,-5-7 0-16,13 4 0 0,-9 4 0 0,5 0 0 16,-9-8 0-16,8 7 0 0,-3 5 0 0,8-4 0 15,-9 3 0-15,-4-3 0 0,0 3 0 0,0-3 0 16,0 4 0-16,0-1 0 0,0-3 0 0,0 4 0 16,-4 3 0-16,-5-7 0 0,5 3 55 0,-1-3 7 0,-3 4 2 15,-1-5 0-15,-4 5-52 0,4-4-12 0,-4 3 0 16,0-7 0-16,0 0 0 0,-4 4 0 0,4-1 0 0,-5-7 0 15,1 4 0-15,0 0 0 0,-1-4 0 0,10 0 0 16,-14 4 0-16,5-8 0 0,-5 0 0 0,4 0 0 16,5 4-48-1,-4-3-13-15,-9-1-3 0,9 0 0 0,17 4-112 0,-5-8-24 0,-12 4-4 16,0-7 0-16</inkml:trace>
  <inkml:trace contextRef="#ctx0" brushRef="#br0" timeOffset="214400.319">12717 2930 1497 0,'0'0'66'0,"0"0"14"0,0 0-64 0,0 0-16 16,0 0 0-16,0 0 0 0,0-4 100 0,0-8 16 15,5 4 3-15,-5 8 1 0,0 0 12 0,0 0 4 16,8 0 0-16,-3-11 0 0,-5 11-58 0,4-4-11 16,9 0-3-16,-13 4 0 0,9 0-51 0,-1 0-13 15,1 0 0-15,4 0 0 0,-9 0 54 0,9 4 8 16,5 0 2-16,-9-4 0 0,4 4-52 0,4 3-12 0,-13-7 0 0,14 0 0 31,-1 4-48-31,-8 0-13 0,4-4-3 0,4 0-751 0,-4 0-150 0</inkml:trace>
  <inkml:trace contextRef="#ctx0" brushRef="#br0" timeOffset="214716.07">13382 2949 1497 0,'0'0'32'0,"0"0"8"0,0 0 0 0,0 0 4 0,0 0-36 0,0 0-8 16,0 0 0-16,0 0 0 0,0 0 53 0,0 0 9 16,0 0 2-16,0 0 0 0,0 0 30 0,0 0 6 15,0 12 2-15,0-12 0 0,0 0-14 0,0 11-2 16,0 1-1-16,0-1 0 0,-5-3-13 0,5 4-2 16,0 3-1-16,0-3 0 0,0 7-55 0,0 0-14 15,-4-3 0-15,4 7 0 0,-9-4 54 0,9 0 8 16,-4 5 2-16,4-5 0 15,-4 0-103-15,4 1-20 0,0-1-4 0,0 0-1 0,-9 0 52 0,5-11 12 16,4 8 0-16,0-1 0 16,-5-11-208-16,5-4-38 0,-8 15-8 0,8-15-2 0</inkml:trace>
  <inkml:trace contextRef="#ctx0" brushRef="#br0" timeOffset="-214596.474">13251 3192 748 0,'0'0'33'0,"0"0"7"0,0 0-32 0,0 0-8 0,0 0 0 0,0 0 0 16,0 0 220-16,0 0 41 0,0 0 9 0,0 0 2 15,13-8-140-15,5 5-28 0,-10-1-6 0,6 0-1 16,3 4-61-16,0-8-12 0,1 4-2 0,-1 4-1 16,-8-7-21-16,4 7 0 0,4-8 0 0,0 4 0 15,-12 4-108-15,12-4-27 0,-8 0-5 0</inkml:trace>
  <inkml:trace contextRef="#ctx0" brushRef="#br0" timeOffset="-214276.82">13812 2876 403 0,'0'0'36'0,"0"0"-36"16,0 0 0-16,0 0 0 0,0 0 249 0,0 0 43 15,0 0 9-15,0 0 2 0,0 0-138 0,0 0-27 0,0 0-6 16,0 0 0-16,0 0-5 0,0 0-1 16,0 11 0-16,0-3 0 0,0 3-50 0,4 9-9 15,-4-1-3-15,4 0 0 0,-8 1-51 0,0 7-13 0,4-8 0 0,0 8 0 16,0 4 0-16,0-4 0 0,-5 0 0 0,-3 4 0 15,8-12 0-15,0 8 0 0,-5-7 0 0,5-1 0 16,5 0 0-16,3 0 0 0,-8-11 0 0,0 4 0 31,0-1-151-31,0-3-33 0,0-8-6 0,0 0-795 0</inkml:trace>
  <inkml:trace contextRef="#ctx0" brushRef="#br0" timeOffset="-213782.239">14133 2849 1728 0,'0'0'76'0,"0"0"16"0,0 0-73 0,0 0-19 16,0 0 0-16,0 0 0 0,0 0 55 0,0 0 7 15,0 0 2-15,0 7 0 0,-4 5 51 0,-5-4 10 16,5 3 3-16,-1-3 0 0,5 3-52 0,-8 1-9 15,-1 0-3-15,9 3 0 0,-9 4-51 0,5-3-13 16,-1-1 0-16,1 1 0 0,-5-5 0 0,9 1 0 16,-4 3 0-16,4-3 0 0,0-1 0 0,4 5 0 15,5-12 0-15,-9-4 0 0,4 11 0 0,1-3 0 16,8 0 0-16,4-4 0 0,-8 0 0 0,4-4 0 16,4 0 0-16,1 0 0 0,-10 0 0 0,5 7 0 15,5-7 0-15,3 0 0 0,-8 0 0 0,-4 4 0 0,4-4 0 16,5 4 0-16,-10 0 0 0,5 4 0 15,-4-1 0-15,4 5 0 0,0-4 0 0,-4 3 0 16,-5-3 0-16,5 3 0 0,-1-7 0 0,1 12 0 0,0-16 0 0,-1 8 0 16,-8-8 0-16,0 11 0 0,0 1 0 0,5 3 0 15,-10-7 0-15,-3 3 0 0,3-7 0 0,1 12 0 16,-5-12 0-16,1 3 0 0,-1 5 0 0,0-4 0 16,-8-1 0-16,4 1 0 0,4 0 0 0,-8-1 0 15,-5 1 54-15,0-4 8 0,-4 0 2 0,5 0 0 16,-1-4-103-16,0 0-20 0,5 0-4 15,-5-4-1-15,-8 0 52 0,8 0 12 0,0-4 0 0,5 1 0 16,0-1 0-16,4 0 0 0,4-7 0 0,-4 3 0 16,9 5-208-16,-1-9-38 0,-3 8-8 0,3-11-2 15</inkml:trace>
  <inkml:trace contextRef="#ctx0" brushRef="#br0" timeOffset="-213506.643">14189 2949 1728 0,'0'0'38'0,"0"0"8"0,0 0 2 0,0 0 0 0,0 0-39 0,-4 0-9 16,4 0 0-16,0 0 0 0,0 0 97 0,-9-4 18 15,9 4 3-15,0 0 1 0,0 0-37 0,0 0-7 0,0 0-2 0,0 0 0 16,0 0-7-16,0 0-2 0,0 0 0 0,0 0 0 15,0 0-51-15,0 0-13 0,0 0 0 0,0 0 0 16,13 0 54-16,-4 0 8 0,4 0 2 0,4 4 0 16,-12-4-52-16,8 0-12 0,4 0 0 0,-8 4 0 31,4 0-48-31,4-4-13 0,1-4-3 0,-10 0-751 0,10 4-150 0</inkml:trace>
  <inkml:trace contextRef="#ctx0" brushRef="#br0" timeOffset="-213195.171">14793 2984 460 0,'0'0'20'0,"0"0"5"0,0 0-25 0,0 0 0 15,0 0 0-15,0 0 0 0,0 0 347 0,4 7 64 16,-4-7 13-16,5 4 2 0,-5-4-247 0,8 8-50 16,-8-8-9-16,0 8-3 0,5-1-49 0,-5 5-11 15,4 0-1-15,-4 3-1 0,0 0-21 0,0 5-4 16,0-1-1-16,0 4 0 0,0-3-15 0,0 3-3 16,0 4-1-16,0 0 0 0,0-12-10 0,0 5 10 15,0-5-10-15,-4 4 10 0,4-3-23 0,0 3-5 16,0-11-1-16,0 7 0 15,0-7-106-15,0 0-22 0,0-1-4 0,0-7-900 0</inkml:trace>
  <inkml:trace contextRef="#ctx0" brushRef="#br0" timeOffset="-212991.136">14689 3211 1530 0,'0'0'68'0,"0"0"13"16,0 0-65-16,0 0-16 0,8 4 0 0,1 0 0 0,-9-4 99 0,13 0 16 16,5 4 3-16,-10-4 1 0,5 8-26 0,5-8-5 15,-10 0 0-15,5-8-1 0,5 4-54 0,-1 4-10 16,-8-8-3-16,8 8 0 16,1 0-41-16,-1-7-9 0,0 3-2 0</inkml:trace>
  <inkml:trace contextRef="#ctx0" brushRef="#br0" timeOffset="-212393.643">15566 3038 345 0,'0'0'31'0,"0"0"-31"0,0 0 0 0,0 0 0 16,0 0 231-16,0-8 40 0,-9-4 8 0,18 5 1 16,-5-1-119-16,-4 8-24 0,-13-4-5 0,13 4 0 15,0 0-36-15,0-8-8 0,-8-3 0 0,-1 3-1 16,9 0-37-16,-9 1-7 0,9-1-2 0,-8 4 0 16,-1-7-11-16,9 3-2 0,0 8-1 0,-13-12 0 15,8 4-8-15,1 1-2 0,-9-1 0 0,9 4 0 16,-9 4 12-16,8-8 3 0,-8 5 0 0,5-1 0 15,-1 8 1-15,0-4 1 0,-8 3 0 0,4 5 0 16,4-4-11-16,-4 4-3 0,-4-1 0 0,8 5 0 16,-8 0-12-16,4 3-8 0,8-3 10 0,-12 3-10 15,4 4 10-15,4-7-10 0,-4 3 10 0,9 5-10 0,0-5 9 16,4 4-9-16,4-3 8 0,-4 3-8 0,0-3 8 0,4-1-8 16,9 1 0-16,5 3 8 0,-1-15-8 0,-4 11 0 15,0-11 0-15,0 0 0 0,9 0 0 0,-5-4 0 16,-8-4-10-16,4 0 10 0,4 0-14 0,-12-7 3 15,8 3 1-15,-5-4 0 0,5 5 10 0,-8-9-12 16,8 1 12-16,-5-1-12 0,1 1 12 0,-9-1 0 16,9 1-9-16,4 3 9 0,-13-3 0 0,0 3 0 15,9 5 0-15,-1 3 0 0,-3-12 0 0,-1 12 0 16,-4 4 9-16,0 0-9 0,9 0 8 0,-9 0-8 16,0 0 8-16,0 0-8 0,0 0 16 0,0 0-2 15,0 8 0-15,0 4 0 0,-9-1-2 0,9 5 0 16,0 3 0-16,0 0 0 0,-4 5-12 0,-1-1 11 15,5 0-11-15,5 4 10 0,-5-4-10 0,0 0 0 16,-5 0 9-16,5 1-9 0,5-5 0 0,-1 0 0 16,-4 0 0-16,0-3-12 15,9-1-24-15,-9-3-4 0,-9-1-2 0,18 1 0 16,-9-12-152-16,0 4-30 0,8 0-7 0</inkml:trace>
  <inkml:trace contextRef="#ctx0" brushRef="#br0" timeOffset="-212070.876">15861 3042 1512 0,'-21'-4'67'0,"21"4"13"0,0 0-64 0,0 0-16 16,0 0 0-16,0 0 0 0,-5 0 98 0,5 0 16 15,0 0 3-15,0 0 1 0,0 4-22 16,0-4-4-16,0 0 0 0,0 0-1 0,0 7-35 0,0 5-6 16,0-1-2-16,9 5 0 0,4-8-5 0,0 3-2 15,-30 5 0-15,17 3 0 0,0 0-13 0,0 1-2 16,-18-1-1-16,18 4 0 0,-4-4-15 0,4 1-10 16,-9-1 12-16,5-4-12 0,-1 5 0 0,5-9 0 15,5 5-10-15,-10-5 10 16,5 1-49-16,-8-4-3 0,8-8 0 0,0 0 0 15,0 7-144-15,0-7-30 0,0 0-6 0</inkml:trace>
  <inkml:trace contextRef="#ctx0" brushRef="#br0" timeOffset="-211858.105">15813 3231 230 0,'0'0'20'0,"0"0"-20"0,-8-8 0 0,8 8 0 16,0 0 301-16,0 0 56 0,0 0 11 0,0 0 3 15,0 0-227-15,0 0-44 0,8 0-10 0,-8 0-2 16,0 0-1-16,0 0-1 0,0 0 0 0,0 0 0 16,0 0-30-16,0 0-5 0,5-4-2 0,12 4 0 15,9-4-15-15,-8 0-3 0,-10 4-1 0,-3 0 0 16,12-11-30-16,0 11 0 0,-12-8 0 0,-1 8 0 16,9-8-135-16,4 5-33 0,5-1-6 0,0 0-2 0</inkml:trace>
  <inkml:trace contextRef="#ctx0" brushRef="#br0" timeOffset="-211246.469">16478 2991 345 0,'0'0'15'0,"0"0"4"0,0 0-19 0,0 0 0 0,0 0 0 0,0 0 0 16,0 0 260-16,0 0 48 0,0 0 9 0,4-11 3 15,9 7-205-15,-8-4-41 0,-1 4-8 0,5 1-2 16,-1-5 0-16,1 4 0 0,-9 4 0 0,0 0 0 16,0-4 0-16,0-11 0 0,0 15 0 0,0-4 0 15,-9-12 0-15,9 16 0 0,-4-4 0 0,0-7 0 16,4 3 0-16,-9 0 0 0,0 5 0 0,1-5 0 15,-1 8-51-15,5-8-13 0,-14 4 0 0,5 4 0 16,0 0 0-16,4 0 0 0,-8 0 0 0,17 0 0 16,13 0 0-16,-13 0 0 0,-26 12 0 0,4-4 0 15,18 3 0-15,-13 1 0 0,-1 3 0 0,1-3 0 16,8 7 16-16,-4-11 1 0,9 7 0 0,4-3 0 16,0 7-17-16,-9 0 8 0,9-3-8 0,0-1 0 0,0 5 14 15,9-1-4-15,-5-4-1 0,9 1 0 0,-8-1-9 16,12-7 0-16,-13 4 9 0,14-12-9 0,-1 3 0 15,0-3 0-15,1 0 0 0,-1-3 0 0,-4-5-10 16,5-4 10-16,-1 5-12 0,0-5 12 0,-4 0-9 0,5-3 9 16,-1-1 0-16,-8 1-9 0,4 7 9 0,-5-7 0 15,5-1 0-15,5 9 0 0,-14-9 0 0,9 12 0 16,-8-7 0-16,8 3 0 0,-13 8 0 0,0 0 8 16,0 0-8-16,0 0 11 0,0 0 5 0,0 0 2 15,0 0 0-15,0 0 0 0,-9 8-1 0,9 7 0 16,0 1 0-16,0 3 0 0,0 0-6 0,0 1-2 0,0-1 0 15,0 0 0-15,9 1-9 0,-5 7 8 0,-4-4-8 16,4 0 8-16,5 0-8 0,-5 0 0 0,-4-3 0 16,0-1 0-16,9 0 0 0,0-3 0 0,-9-1 0 0,0-3 0 15,4-1-11-15,0-3-4 0,-4-8-1 0,0 0 0 32,0 0-112-32,0 0-22 0,0 0-5 0,0 0-959 0</inkml:trace>
  <inkml:trace contextRef="#ctx0" brushRef="#br0" timeOffset="-209544.493">22080 4551 633 0,'0'0'56'0,"0"0"-44"0,0 0-12 0,0 0 0 16,0 0 245-16,0 0 47 0,0 0 10 0,0 0 2 15,0 0-192-15,0 0-39 0,0 0-7 0,0 0-2 16,0 0 0-16,0 0 0 0,13-4 0 0,-13 4 0 16,0 0-51-16,0 0-13 0,0 0 0 0,0 0 0 0,0 0 54 0,0 0 8 15,0 0 2-15,0 0 0 16,0 0 0-16,-18 0 0 0,14 0 0 0,-9 4 0 16,0 0-52-16,4 0-12 0,5 4 0 0,-13-1 0 15,8 5 0-15,0 3 0 0,-4-7 0 0,5 8 0 16,-5 3 0-16,8-4 0 0,-8 1 0 0,9-1 0 0,-1 1 0 15,-3 3 0-15,8-11 0 0,0 7 0 16,8 4 0-16,-3-7 0 0,-5 3 0 0,17-3 0 0,-12 0 0 16,12 3 0-16,0-3 0 0,-8-1 0 15,17 1 0-15,-13-8 0 0,4 11 0 0,1-11 0 16,-1 0 0-16,1 4 0 0,-1-5 0 0,0 5 0 0,1 4 0 0,-1-1 0 16,-8-3 0-16,4 4 0 0,4-1 0 0,-13 1 0 15,9-5 0-15,-8 5 0 0,-5 3 0 0,4 1 0 16,-4-8 0-16,-4 3 0 0,4-3 54 0,-5 4 8 15,-3-5 2-15,-1 1 0 0,0 0-52 0,1-1-12 16,3-3 0-16,-8 0 0 0,-4 4 0 0,0-4 0 16,8 0 0-16,-8-4 0 0,-1 0 0 0,1 3 0 15,-5-3 0-15,-4 0 0 0,13 4 0 0,-4-8 0 0,-1 1 0 16,1 3 0-16,4-4 0 0,4 0 0 0,-4 0 0 16,9-4 0-16,4 8 0 0,0-7 0 0,0-5 0 0,0 0 0 15,4 1 0-15,9-5 0 0,-4 1 0 0,8-4 0 16,-4-5 0-16,5 5 0 0,3-8 0 0,1 0 0 15,-5 4 0-15,9 0 0 0,1-8 0 0,-10 4 0 16,5 0 0-16,-1 4 0 0,-3 7 0 0,-10-3 0 16,1 0 0-16,8 7 0 0,-17-3 0 0,5 7 0 15,-5 0 0-15,0 0 0 0,0 1 0 0,0 7 0 16,-13 0 0-16,4-4 0 0,9 4 0 0,-13 0 0 16,4-4 0-16,-4 0 0 0,0 0 0 0,5 0 0 15,-5 4 0-15,4 0 0 0,-4-3 0 0,9 3 0 16,-9-4 0-16,8 4 0 0,-8 0 0 0,9 0 0 15,4 0-48-15,-5 0-13 0,5 0-3 0,0 0 0 16,0 0-102-16,-8 7-21 0,8-7-4 0,8 20-794 0</inkml:trace>
  <inkml:trace contextRef="#ctx0" brushRef="#br0" timeOffset="-209246.559">22679 4682 1324 0,'0'0'59'0,"0"0"12"0,0 0-57 0,0 0-14 0,0 0 0 0,0 0 0 15,0 0 237-15,0 0 45 0,0 8 9 0,0-8 1 16,0 0-173-16,4 12-35 0,-4-1-8 0,5 1 0 15,-5 7-48-15,0-7-8 0,0 3-3 0,0 5 0 16,0 3-3-16,0 0-1 0,0 0 0 0,-5 4 0 16,5-11-13-16,0 7 0 0,0-4 8 0,0 0-8 15,0 4-22 1,0 1-7-16,5-5-2 0,-5-4 0 0,0 5-136 16,-5-9-27-16,5-3-6 0,0-8 0 0</inkml:trace>
  <inkml:trace contextRef="#ctx0" brushRef="#br0" timeOffset="-209035.706">22536 4891 518 0,'0'0'23'0,"0"0"5"0,0 0-28 0,0 0 0 16,0 0 0-16,0 0 0 0,0 0 395 0,0 0 73 15,8 4 16-15,-3-4 2 0,8 0-344 0,-9 0-69 16,14 0-13-16,-10 0-4 0,10 0-42 0,-5 0-14 15,4 0 8-15,0 0-8 0,5-4 0 0,-13 4 0 16,8-4 0-16,0 4 0 16,-4 0-67-16,5-12-17 0,-9 9-3 0,8-1-929 0</inkml:trace>
  <inkml:trace contextRef="#ctx0" brushRef="#br0" timeOffset="-208716.518">23109 4655 806 0,'0'0'72'0,"0"0"-58"0,0 0-14 0,0 0 0 15,0 0 244-15,0 0 45 0,0 0 10 0,0 0 1 16,0 0-168-16,0 0-33 0,0 0-7 0,0 0-2 0,0 0-22 0,0 0-5 15,0 0-1-15,0 0 0 16,0 0 3-16,4 8 1 0,-4 8 0 0,0-1 0 16,-4 0-24-16,-5 5-5 0,5-1-1 15,4 0 0-15,0 8-20 0,0-3-5 0,-4 3-1 0,4 0 0 0,4-4-10 16,-4-4 0-16,4 8 0 0,-4-8 8 0,0 5-24 0,-4 3-4 16,4-8-2-16,0-4 0 15,4 1-128-15,5-5-26 0,-5-3-4 0,-4-8-868 16</inkml:trace>
  <inkml:trace contextRef="#ctx0" brushRef="#br0" timeOffset="-208441.134">23378 4621 864 0,'0'0'76'0,"0"0"-60"0,0 0-16 0,0 0 0 16,0 0 220-16,0 0 42 0,0 0 8 0,0 0 2 15,0 0-142-15,0 0-28 0,0 0-6 0,5 7 0 16,-5-7-17-16,4 8-3 0,-4-8-1 0,9 16 0 16,-9-5-19-16,0 5-3 0,0-1-1 0,0 0 0 15,0 1-21-15,0 3-5 0,0 1-1 0,0 3 0 16,0-4-13-16,0 4-2 0,0 0-1 0,-9 0 0 16,5 1-9-16,4 3 0 0,-5-4 9 0,5 0-9 15,0 0 0-15,0 0-10 0,0-7 1 0,0 3 0 16,0-3-71-16,0-1-15 15,0-7-2-15,0-8-1 0,5 11-138 0,-5-11-28 16</inkml:trace>
  <inkml:trace contextRef="#ctx0" brushRef="#br0" timeOffset="-208115.806">23834 4702 921 0,'0'0'82'0,"0"4"-66"0,-4-4-16 0,4 0 0 16,0 0 190-16,0 0 34 0,-9 3 8 0,9-3 0 15,0 0-120-15,0 0-25 0,0 0-5 0,0 0-1 16,0 0-24-16,0 0-5 0,0 8 0 0,-4 0-1 15,4-8 5-15,-5 8 2 16,5 3 0-16,0 1 0 0,0 3-14 0,-4 1-4 16,-9-1 0-16,13 4 0 0,-4 5-24 0,4 3-6 15,-13 0-1-15,8-4 0 0,5-4-9 0,0 0 0 0,0-7 0 0,0 3 0 32,0 9-32-32,-8-13-9 0,8 1-2 0,0-5 0 0,0 5-187 0,0-12-38 15</inkml:trace>
  <inkml:trace contextRef="#ctx0" brushRef="#br0" timeOffset="-207925.774">23700 4918 1152 0,'0'0'102'0,"0"0"-82"16,0 0-20-16,0 0 0 0,0 0 177 0,0 0 31 15,8 4 7-15,1 4 1 0,8-5-107 0,-12 1-21 16,-5-4-4-16,0 0 0 0,17 4-56 0,0-4-12 15,5-4-1-15,4 0-1 0,0 1-28 0,-4-1-6 16,0 4 0-16,-1-4-972 16</inkml:trace>
  <inkml:trace contextRef="#ctx0" brushRef="#br0" timeOffset="-207582.918">24182 4694 172 0,'0'0'16'0,"0"0"-16"0,0 0 0 0,0 0 0 15,8-4 297-15,-8 4 57 0,5-4 11 0,-5 4 3 16,0 0-185-16,0 0-37 0,0 0-7 0,0 0-2 15,0 0-31-15,0 0-6 0,0 0-2 0,0 0 0 16,0 0-20-16,0 0-4 0,0 0-1 0,4 8 0 16,5 0-20-16,-9 3-4 0,0 5-1 0,0-1 0 15,0 5-24-15,0 3-4 0,0 0-2 0,0 4 0 16,0-4-18-16,0 4 10 0,0-4-10 0,0 8 8 0,0-8-8 16,0 0 0-16,0 1-10 0,0-1 10 15,0 0-48-15,0-4-4 0,0 1-1 0,4-5 0 16,0-3-139-16,-4-12-27 0,9 7-5 0</inkml:trace>
  <inkml:trace contextRef="#ctx0" brushRef="#br0" timeOffset="-207212.528">24520 4686 691 0,'0'0'61'0,"0"0"-49"0,0 0-12 0,0 0 0 16,9-4 252-16,-9 4 48 0,0 0 10 0,0 0 2 15,4 4-156-15,-4-4-30 0,0 0-6 0,0 0-2 16,0 0-45-16,0 0-9 0,0 0-1 0,0 8-1 0,0 4-24 16,0-1-5-16,-4 1-1 0,4 3 0 15,-13-3-11-15,9 3-2 0,-5 1-1 0,5 3 0 16,-5 0-2-16,-4 1-1 0,9 3 0 0,-10-4 0 15,10-3 1-15,-5 3 0 0,1 0 0 0,3 0 0 16,-3 5-8-16,8-9-8 0,-5 0 11 0,5 1-11 16,5-1 0-16,3 1 0 0,-3-5 0 0,-5 1 0 15,4 0 0-15,9-1 0 0,-4-7 0 0,4 4-12 0,0-4-2 16,0-4 0-16,4 0 0 0,9 3 0 0,-13-6-2 16,13 3-1-16,-4-4 0 0,-5 0 0 15,5 0-26-15,-4 4-5 16,-1-8 0-16,5 8-1 0,-5 0-173 0,-8-4-34 0</inkml:trace>
  <inkml:trace contextRef="#ctx0" brushRef="#br0" timeOffset="-206892.658">24785 4937 230 0,'0'0'20'0,"0"0"-20"0,0 0 0 0,0 0 0 15,0 0 336-15,0 0 64 0,0 0 12 0,0 0 2 16,0 0-225-16,0 0-45 0,9 12-8 0,-9-12-3 16,0 0-62-16,0 0-13 0,0 11-2 0,0-3-1 15,4 4-24-15,-4-5-5 0,0 17-1 0,5-13 0 16,-5 5 2-16,8-1 0 0,-16 4 0 0,8 1 0 15,0-1-7-15,0-4-2 0,0 1 0 0,0 3 0 16,0-3-10-16,0-1-8 0,-5 1 9 0,5-1-9 16,-4-3 0-16,4-5-18 0,4 5 2 0,-4-4 1 15,0-8-98-15,0 0-20 0,0 0-4 0,0 0-888 16</inkml:trace>
  <inkml:trace contextRef="#ctx0" brushRef="#br0" timeOffset="-184482.555">5969 13489 115 0,'0'0'10'0,"0"0"-10"0,0 0 0 0,0 0 0 15,0 0 258-15,0 0 50 0,0 0 9 0,0 0 3 16,0 0-205-16,0 0-41 0,0 0-8 0,0 0-2 0,0 0-2 16,0 0-1-16,0 0 0 0,0 0 0 15,13-4 0-15,-13 4 0 0,0 0 0 0,0 0 0 16,0 0 8-16,0 0 2 0,0 0 0 0,0 0 0 0,0 0-3 0,0 0-1 16,0 0 0-16,9 8 0 0,-9 3-15 15,13 1-2-15,-13 0-1 0,0 3 0 0,0 4-30 0,0 1-7 16,0-1 0-16,0 4-1 0,0-4-11 0,0 8 0 15,0-3 0-15,0-1 0 0,0 4 53 0,0 4 9 16,0-8 2-16,8 0 0 16,-8-4-64-16,0 1-16 0,0 3-2 0,9-4 0 0,-9 4 18 0,4-3-8 15,-4-1 8-15,5 0 0 0,3 0 0 0,-8-3 0 16,0-5 0-16,0-3 0 0,0 0 0 0,0-8-21 0,0 0 3 0,0 0 1 31,0 0-176-31,0 0-35 0,5-16-8 0</inkml:trace>
  <inkml:trace contextRef="#ctx0" brushRef="#br0" timeOffset="-183449.182">6403 13558 518 0,'0'0'46'16,"0"0"-37"-16,0 0-9 0,0 0 0 15,0 0 168-15,0 0 32 0,0 0 7 0,0 0 1 16,0 0-72-16,0 0-13 0,0 0-3 0,0 0-1 16,0 0-34-16,0-7-6 0,0-1-2 0,0 8 0 0,-4-8-27 0,4 1-6 15,0-1 0-15,0 0-1 0,0 8-1 0,0 0 0 16,-9-8 0-16,1 5 0 0,8-9 3 0,-5 8 1 15,-4 0 0-15,1 0 0 0,8 4-10 0,-9-4-3 16,5 1 0-16,-1 3 0 0,5 0-3 0,-17 3-1 16,17-3 0-16,0 0 0 0,-4 8-29 0,-9 0 0 15,13 4 0-15,-13-5-10 0,13 5 29 0,-9 3 5 16,-4-3 2-16,9 3 0 0,4-3-26 0,0 7 0 16,-13 0 0-16,8 1 0 0,1 3 8 0,4-4-8 15,0 4 0-15,0 1 8 0,0-1-8 0,0 0 0 16,0 4 0-16,9-4 0 0,4 4 0 0,-13-4 0 15,0 0 0-15,8 4 0 0,1-3 0 0,8-1 0 16,-12-4 0-16,8 0 0 16,-5-3-21-16,10-1-7 0,-5-7 0 0,9 4-1 0,-5-9 49 0,0 5 9 0,1-8 3 15,-5 0 0-15,-5 0-22 0,1-4-10 0,4-3 10 0,4 3-10 16,-8-4 12-16,4 0-3 0,5-3-1 0,-14 3 0 16,9-7 9-16,-4 3 2 0,-1 0 0 0,-8-3 0 15,9 0-19-15,0-1 0 0,-5 4 0 0,0-7 0 16,9 4 0-16,-13 3 0 0,0-3 0 0,0-1 0 15,0-3 0-15,0 0 0 0,-13 3 0 0,9-3 0 16,0 0 0-16,-5 3 0 0,5 1 0 0,-1-1 0 16,-3 1 22-16,-1-1 1 0,-4 1 0 0,9 3 0 15,-10 1-37-15,10-1-7 0,0 4-2 0,-14 1 0 16,14 3 52-16,-9 0 11 0,-4 0 1 0,4 4 1 16,4 0-16-16,-8 4-3 0,12 0-1 0,-12-4 0 15,0 0-47-15,12 4-10 0,-4-4-1 0,1 4-1 16,-5-1-52-16,13-3-11 0,0 0-1 0,0 0-1 15,0 0-125-15,0 0-25 0</inkml:trace>
  <inkml:trace contextRef="#ctx0" brushRef="#br0" timeOffset="-182788.6">6968 13516 691 0,'0'0'30'0,"0"0"7"0,0 0-29 0,0 0-8 0,0 0 0 0,0 0 0 15,0-4 202-15,0 0 39 0,-5-3 8 0,5 3 2 16,0-4-141-16,-13 4-28 0,13 4-6 0,-4-4 0 16,4-4-8-16,0 8-2 0,-13-3 0 0,9 3 0 15,-5-8-2-15,0 8 0 0,9 0 0 0,0 0 0 16,-17 0-21-16,13 4-5 0,-9 0-1 0,8-4 0 16,-8 3-13-16,9 5-2 0,-14-4-1 0,14 4 0 15,-9 0-5-15,9-1 0 0,-14 5-1 0,14-1 0 0,-9-3 2 0,9 8 1 16,-14-5 0-16,18 1 0 0,-13 3-18 0,9 1 0 15,4-1 0-15,-13 4 0 0,9-3 0 0,4 3 0 16,-5 0 0-16,5 5 0 0,0-1 0 0,5 0 0 16,-5 0 0-16,4 4 0 0,9-4 0 0,-13 0 0 15,13 1 0-15,-4-1 0 0,8 0 0 0,-4-4 0 16,9-7 0-16,-14 3 0 0,5 1 22 0,5-9 10 16,4 1 3-16,-1-4 0 0,1 0-23 0,-5-8-4 15,9 0 0-15,-4-7-8 0,-5 3 11 0,5-4-11 16,-4 1 10-16,3-1-10 0,-3-3 11 0,-10-1-11 15,10 1 12-15,-5-1-12 0,-13 1 14 0,17-4-4 16,-13 7-1-16,9-3 0 0,-13-5-9 0,5 5 0 16,-1-5 0-16,5 5 8 0,-5-4-8 0,1-1 0 15,-5-3 0-15,-5 4 0 0,1-4 21 0,-5 4 3 0,0-1 0 0,-4 1 0 16,9-4-8-16,-9 7-2 0,4 1 0 0,-8-1 0 16,4 1-2-16,-4 3-1 0,-1 5 0 0,10-1 0 15,-10 4-11-15,-4 0 0 0,5 4 0 0,0 4 0 16,-1 0 14-16,1 8 1 0,-5-5 0 0,9 1 0 15,5 4-63 1,-10 3-13-16,1-7-3 0,-1 7 0 0,14-3-172 0,4 3-34 0</inkml:trace>
  <inkml:trace contextRef="#ctx0" brushRef="#br0" timeOffset="-182091.453">7306 13697 1267 0,'0'0'56'0,"0"0"12"0,0 0-55 0,0 0-13 15,0 0 0-15,0 0 0 0,0 0 54 0,0 0 8 16,0 0 2-16,0 0 0 0,0 0 34 0,0 0 7 15,0 0 2-15,0 0 0 0,0 0-15 0,0 0-2 16,0 0-1-16,0 0 0 0,0 0-23 0,0 0-5 16,0 0-1-16,0 12 0 0,5 0 9 0,-5-1 2 15,0 5 0-15,-5-1 0 0,5-3-39 0,0 7-7 0,0 0-1 0,0 1-1 16,0-1 9-16,0-11 1 16,0 3 1-16,0 1 0 0,0-1-34 0,0-3 0 0,0 0 0 0,5-1 0 15,-5 1 0-15,0-8 0 0,0 0 0 0,0 0 0 16,0 0 0-16,0 0 0 0,13-8 0 0,-4-3 0 15,4-5 0-15,-9 5 0 0,9-8 0 0,-4 3 0 16,4-3 0-16,0 0 0 0,-9-1 0 0,5 1 0 31,-1 0-15-31,10 3-9 0,-14-3-3 0,5 3 0 0,-1 1 27 0,1 3 0 0,0 1 0 0,0-5 0 16,-1 9 0-16,-3-1 0 0,-5 8 0 0,0 0 0 0,0 0 0 0,0 0 0 16,0 0 0-16,8 8 0 15,1-1 8-15,0 1-8 0,-9-8 8 0,8 16-8 0,1-1 12 0,4 0-3 16,-13 5 0-16,0-5 0 15,0 4-9-15,0 1 12 0,4-1-12 0,-4 0 12 0,0 1-12 16,0-5 8-16,0-3-8 0,0 3 8 0,0-7-8 16,0 3 0-16,0-11 0 0,0 0 0 0,0 0 0 0,0 0 0 15,0 0 0-15,13-3 0 0,-4-5 0 16,0 0 0-16,-9-3 0 0,8-5 0 16,5 1-16-1,-8-1-9-15,8 1-2 0,-9-5 0 0,1 1 27 0,3 0-8 0,1-4 8 0,0 3 0 0,-5 5 0 0,5 3 0 16,-1-3 0-16,-3 3 0 0,8 1 18 0,-9 3 9 15,0 4 1-15,-4 4 1 0,0 0-29 0,0 0 0 16,0 0 0-16,13 12 0 0,-8-1 0 0,-1 1-18 16,5 3 2-16,-5 5 1 0,0-5 24 0,5 4 5 15,-5 5 1-15,-4-5 0 0,0 0-15 0,9-3 0 16,0 3-12-16,-9 0 12 0,0-3-9 0,4-1 9 0,-4 1 0 16,13-5-9-1,-13-3-30-15,5-4-5 0,-5-4-2 0,0 0 0 16,0 0-175-16,4-4-35 0</inkml:trace>
  <inkml:trace contextRef="#ctx0" brushRef="#br0" timeOffset="-181399.179">8045 13601 2084 0,'0'0'46'0,"0"0"10"0,0-4 1 0,0 4 1 0,0 0-46 0,0 0-12 16,0 0 0-16,0 0 0 0,0 0 25 0,0 0 3 16,0 0 1-16,0 0 0 0,0 0 28 0,0 0 6 0,0 0 1 0,0 0 0 31,8 8 0-31,5-1 0 0,-13-7 0 0,0 16 0 0,0-4 0 0,5 3 0 16,-5 0 0-16,0 5 0 0,8-1-52 0,-8-4-12 15,0 1 0-15,0 3 0 0,0-3 0 0,-8 3 0 16,3 0 0-16,5 1 0 0,0-5 0 0,0 0 0 15,0-3 0-15,0 0 0 0,0-5 0 0,0-7 0 16,0 0 0-16,0 0 0 0,0 0 0 0,0 0 0 16,0 0 0-16,0 0 0 0,0-7 0 0,0-1 0 15,5-4 0-15,3 1 0 0,-3-5 0 0,-5 1 0 0,4-1 0 0,9-3 0 16,-8-4 0-16,8-4 0 0,-9 4 0 0,13 0 0 16,-12-1 0-16,8 5 0 0,-9 4 0 0,9 7 0 15,-13-4 0-15,4 8 0 0,9-3 0 16,-8 3 0-16,-1 0 0 0,-4 4 0 0,13 0 0 0,-9 4 0 15,-4-4 0-15,13 8 0 0,-8-1 0 0,8 5 0 16,-9 3 0-16,0 1 0 0,1-1 0 0,4 5 0 16,-5-1 0-16,0 0 0 0,5 0 0 0,-9-3 0 15,4 3 0-15,-4-3 0 0,0-1 0 0,5 1 0 16,-5-5 0-16,8-3 0 0,-8 0 0 0,0-8 0 16,5 7 0-16,-5-7 0 0,0 0 0 0,0 0 0 15,8-4 54-15,1 1 8 0,-9-5 2 0,9 0 0 16,4-3-80-16,-9-5-15 0,5 1-3 0,-5-5-1 15,5 5 21-15,8-4 4 0,-8-1 1 0,-1 1 0 0,6-4 9 16,3 0-10-16,0 3 10 0,-8 1-10 16,8 0 10-16,-4 7 0 0,-8 1 0 0,8 3 0 0,-5 0 0 0,5 4 0 15,-4 0 0-15,8 4-8 0,-4 4-4 16,-4 4-1-16,9 4 0 0,-5 3 0 0,4 0 13 0,-13 5 0 16,9-1 0-16,-4 0 0 0,4-3 0 15,-13 7 0-15,13-4 0 0,-9 1 0 0,-4 3 0 16,0-4 0-16,5 4 0 0,-5-3 0 0,4-5 0 0,-4 0 0 15,0 1 0-15,0-1 0 0,9 1 0 0,-9-5 0 16,0 1 0-16,0 0 0 0,0-12 0 0,0 0 0 16,0 0 0-16,0 0 0 15,0 0-259-15,0 0-49 0,0 0-9 0,0 0-3 0</inkml:trace>
  <inkml:trace contextRef="#ctx0" brushRef="#br0" timeOffset="-177948.349">906 12331 1393 0,'0'0'30'0,"0"0"6"0,0 0 2 0,0 0 2 0,-5-4-32 0,5 4-8 0,-4 8 0 0,-5-5 0 16,5-3 76-16,4 0 14 0,0 0 2 0,0 0 1 15,0 0-1-15,0 0-1 0,0 0 0 0,0 0 0 16,0 0-43-16,0 0-9 0,0 0-2 0,17 4 0 16,1 0 9-16,-5-4 2 0,-9-4 0 0,18 0 0 15,-5 1-26-15,9-1-5 0,-9 0-1 0,1 0 0 16,12 0-16-16,-8 0 0 0,-5 0 0 0,1 4 0 0,3-3 33 15,-3-1 3-15,-10 0 1 0,6 4 0 16,3 4-8-16,0-4-1 0,-8 0-1 0,4 4 0 16,4-1-27-16,-17 5 0 0,18-4 0 0,-18 0 0 15,8-4 42-15,-8 0 3 0,0 0 1 0,9 4 0 16,0-4-20-16,-9 0-4 0,0 0-1 0,13 0 0 16,-9 0-21-16,-4 0 0 0,0 0 0 0,0 0 0 0,0 0 0 15,0 0 0-15,0 0 0 0,0 0 0 0,0 0 46 16,0 0 14-16,0 0 4 0,-4 7 0 15,4-7-52-15,0 12-12 0,-9 0 0 0,5 3 0 0,4 4 0 16,-9-3 0-16,0 3 0 0,1 0 0 16,8 5 0-16,-13-1 0 0,8 0 0 0,-12 4 0 0,13-4 0 0,-5-7 0 15,9 3 0-15,-4-8 0 0,-1 5 0 0,-3-5 0 16,8 9 0-16,-9-1 0 0,9 4 0 0,-17 0 0 16,17 1 0-16,0-1 0 0,-14-4 0 0,14 0 0 15,-4-7 0-15,4 3 0 0,0-7-15 0,0-8 1 16,0 0 0-16,0 0 0 15,0 0-78-15,0 0-16 0,0 0-4 0,18-8-1132 0</inkml:trace>
  <inkml:trace contextRef="#ctx0" brushRef="#br0" timeOffset="-176759.022">2052 9833 1465 0,'0'0'32'0,"0"0"6"0,0 0 2 0,0 0 2 0,0 0-34 0,0 0-8 16,0 0 0-16,0 0 0 0,-4-4 61 0,-5 4 11 16,9 0 1-16,-9 4 1 0,1-4-18 0,-1 4-3 15,-8 3-1-15,17-7 0 0,0 4-4 0,-18 0-2 16,14 0 0-16,-5 4 0 0,0-1-14 0,1-3-2 15,8-4-1-15,0 0 0 0,-9 8-29 0,-4 0 0 0,9 3 0 16,-1 1 0-16,-3-1 50 0,8 1 4 0,-5 0 1 16,5-12 0-16,5 7-37 0,3 5-7 15,-8-1-2-15,5 1 0 0,-1-4-9 0,9-1 0 16,4 9 0-16,-8-4 0 0,9-5 8 0,-1 5-8 0,5-1 12 16,-5 5-4-16,0-5-8 0,1-3-9 0,3 4 9 15,-3 3-13-15,-5-3 13 0,9-1 0 0,-9 5 0 0,-5-5 0 16,5 5 0-16,-8-1 0 0,12 1 0 0,-17 3 0 15,0 8 32-15,9-4 8 0,-9 0 3 0,0-3 0 16,0-5-15-16,0 1-4 16,0-5 0-16,-9 1 0 0,9 3-4 0,0-3 0 0,-17 3-1 0,12-3 0 15,-8-1 1-15,5 5 0 0,-10-5 0 0,-8 1 0 16,13 0 0-16,-4-5 1 0,-1-3 0 0,1 0 0 0,-5-4-21 0,5 0 0 16,0-4 0-16,-1 0 8 0,5 0 15 0,-4-3 3 0,8-1 1 0,-4 0 0 31,9-3-43-31,-9-1-9 0,8 4-2 0,5-3 0 15,0-1 43-15,5 1 9 0,8-1 2 0,-9 0 0 16,9-3-43-16,4 0-9 0,1-5-2 0,4 1 0 16,-5 0 27-16,0-1 0 0,5-3 0 0,0 0 0 0,-1-4 0 0,1 4 0 15,9 0 0-15,-14-4 0 0,0 3 0 0,5 1 0 16,-5 4 0-16,-8 4 0 0,0 3 11 0,-5-3 7 16,0 3 2-16,5-4 0 0,-5 1-12 0,-4 0-8 15,5-1 12-15,-5-3-12 16,0 0-14-16,0 3-10 0,-5 1-1 0,1 3-1 0,-5 0 54 0,5 1 10 0,0 7 2 15,-14-4 1-15,10 1-22 0,-1-1-5 0,-8 0-1 0,-1 4 0 16,10 4-13-16,-10 0 9 0,-8 0-9 0,13 0 8 16,-4 0-8-16,-1 0 0 0,-3 4-12 0,3 0 12 31,1 0-100-31,0 0-13 0,4-4-3 0,4 0-1131 0</inkml:trace>
  <inkml:trace contextRef="#ctx0" brushRef="#br0" timeOffset="-174235.869">7762 10300 997 0,'9'19'44'0,"-9"-19"9"0,0 0-42 0,0 0-11 0,0 0 0 0,0 0 0 16,0 0 62-16,0 0 10 0,0 0 3 0,0 0 0 15,0 0-60-15,0 0-15 0,0-8 0 0,0 8 0 16,0 0 54-16,0 0 8 0,0 8 2 0,0-8 0 16,0 0 0-16,0 0 0 0,9 16 0 0,-9-5 0 15,0-11 7-15,0 8 1 0,0 4 1 0,0-1 0 16,0-3-14-16,0 3-3 0,0 5-1 0,0-5 0 15,0 9-15-15,4-5-2 0,-4 5-1 0,4 3 0 16,-4-4-22-16,0 4-5 0,0 0-1 0,0 4 0 0,0 4-9 0,0-8 10 16,9 1-10-16,-9-1 10 15,-9 0-10-15,5-4 0 0,8 0 0 0,-4-3 0 16,0-1-8-16,0-7-4 0,0-8-1 0,0 0 0 16,9 12-131-16,-9-12-27 0,0 0-5 0,0 0 0 0</inkml:trace>
  <inkml:trace contextRef="#ctx0" brushRef="#br0" timeOffset="-173207.734">8214 10423 518 0,'0'-23'46'0,"0"23"-37"0,0 0-9 0,0 0 0 16,0 0 168-16,0 0 32 0,0 0 7 0,0 0 1 15,0 0-140-15,0 0-28 0,0 0-6 0,0 0-1 16,0 0-1-16,0 0-1 0,0 0 0 0,0 0 0 16,0 0 25-16,0 0 6 0,0 0 1 0,0 0 0 15,0 0 5-15,0 0 2 0,0 0 0 0,-13 4 0 16,13-4-6-16,-4 0 0 0,-9 4-1 0,4 0 0 16,9-4-19-16,0 4-4 0,-17 0-1 0,8-1 0 15,9-3-15-15,-4 8-2 0,-1 0-1 0,1 0 0 0,-9 3-4 0,9 1-1 16,-5-1 0-16,5 1 0 0,-1 3-1 0,5 5-1 15,-13-5 0-15,13 1 0 16,-4 3-1-16,4 0 0 0,0 0 0 0,0 1 0 0,0-1-5 0,0 4-8 16,4-3 11-16,9 7-11 0,-13-4 10 0,9 4-10 15,4-8 8-15,4-3-8 0,-8-1 10 0,4-3-10 16,0-1 12-16,4-3-12 0,-8 0 9 0,4-5-9 16,4-3 0-16,1-3 9 0,-10 3-9 0,6-4 0 15,3 0 0-15,-8-4 8 0,4-3-8 0,-5-1 8 16,1 0-8-16,-5-3 8 0,1 0-8 0,3-1 10 15,-3-3-10-15,-5 3 10 0,0-3-10 0,0 0 12 0,0-1-12 0,0 5 12 16,-5-4-12-16,-3 3 10 0,3-3-10 0,1 0 10 16,-5 3-10-16,9 5 12 0,-8-1-12 15,-5 0 12-15,8 5-12 16,1-5 8-16,-5 4-8 0,1-3 8 0,-6-5-8 0,10 9 10 0,0 7-10 0,-14 0 10 16,1-4-22-16,0 4-5 0,-1 4-1 0,14-4 0 31,-13 4-27-31,4-1-6 0,8-3-1 0,-8 8 0 0,13-8-145 15,0 0-30-15</inkml:trace>
  <inkml:trace contextRef="#ctx0" brushRef="#br0" timeOffset="-172690.854">8674 10396 979 0,'-4'20'43'0,"4"-20"9"15,0 0-41-15,0 0-11 0,0 0 0 0,0 0 0 0,0 0 199 0,0 0 37 16,0 0 8-16,-4 0 2 0,-5 0-176 0,5 0-35 16,-1 4-7-16,5-1-2 0,-17 1 18 0,13 4 4 15,-9-4 1-15,8 0 0 0,-8 0-27 0,9 3-6 0,-14 1 0 16,18 0-1-16,-17 0 39 0,13-1 8 15,-9 1 2-15,0 4 0 0,8-1-19 0,1 5-3 16,-9-5-1-16,4 5 0 0,1 7-28 0,-1 0-5 0,0-4-8 16,5 4 11-16,-5 4-11 0,1 0 0 0,8-3 0 0,0-1 0 15,0 0 0-15,13 0 0 16,-9-4 0-16,0 1 0 0,5 3 16 0,0-4 0 16,-1-3 1-16,14 3 0 0,0-8-17 0,-5 5 0 0,5-12 0 15,0 4 0-15,4-8 0 0,-5 0 0 0,1-4 0 0,0 0 0 16,8 0 0-16,-21-4 0 0,13-11 0 0,-9 0 0 15,4 3 13-15,-8 1-1 0,-1-8 0 0,-3 7 0 16,8-3-4-16,-13 0 0 0,4-1-8 0,0 1 12 16,-4 0-2-16,0-1-1 0,0-3 0 0,0 0 0 15,-4 0 0-15,0 0 0 0,4-1 0 0,-9 5 0 16,0-4-9-16,1 8 12 0,8-1-12 0,-9 5 12 16,-4-5-12-16,4 5 8 0,-4 3-8 0,0 0 8 0,4 4-8 15,5 0-9-15,-13 4 9 0,-1 0-13 16,5 0-22-16,-4 4-4 0,8 4-1 0,-8 0 0 15,0-1-85-15,12 1-18 0,-12 8-3 0,8-1-1 16</inkml:trace>
  <inkml:trace contextRef="#ctx0" brushRef="#br0" timeOffset="-172389.806">9091 10528 403 0,'0'0'36'0,"0"0"-36"0,0 0 0 0,0 0 0 15,0 0 301-15,0 0 54 0,0 0 10 0,0 0 3 16,0 0-256-16,0 0-50 0,0 0-10 0,0 0-3 16,0 0 3-16,0 0 1 0,0 0 0 0,0 0 0 15,0 11 19-15,9-3 4 0,-9 4 1 16,4-1 0-16,-8 5-13 0,4 3-4 0,4-4 0 0,-4 9 0 15,0-5-27-15,0 0-5 0,0 8-2 0,0-8 0 16,0-3-16-16,5-1-10 0,-5-3 12 0,4 3-12 16,-4 1 0-16,0-1-17 0,0 1 1 0,9 3 1 15,-9-7-39 1,0 3-8-16,0-3-2 0,0-12-682 0,0 0-137 0</inkml:trace>
  <inkml:trace contextRef="#ctx0" brushRef="#br0" timeOffset="-172145.765">8948 10744 1152 0,'0'0'102'0,"0"0"-82"16,0 0-20-16,0 0 0 0,0 0 184 0,0 0 32 16,0 0 6-16,4 0 2 0,5 0-124 0,4 0-24 15,0 0-4-15,-9-4-2 0,14 8-61 0,-10-4-9 16,1 0 0-16,13-4-12 0,-13 0 52 0,17 4 10 15,-9-4 2-15,-4 0 1 0,4 4-33 0,-4 0-8 16,5 0 0-16,-1-3-1 0,5-1-11 0,-5 0 0 16,-8 0 0-16,8 0 0 15,1 0-203-15,-5 0-42 0,13-3-9 0,-5-1-565 0</inkml:trace>
  <inkml:trace contextRef="#ctx0" brushRef="#br0" timeOffset="-171606.413">9651 10450 1036 0,'0'0'46'0,"0"0"10"0,0 0-45 0,0 0-11 15,0 0 0-15,0 0 0 0,0 0 56 0,0 0 8 0,0 0 3 0,0 0 0 16,0 0-19-16,0 0-4 16,0 0-1-16,0 0 0 0,0 0 31 0,0 0 6 0,0 0 2 0,0 0 0 15,0 0 12-15,0 0 2 16,0 0 1-16,0 0 0 0,0 0-20 0,0 0-4 0,0 0-1 0,0 12 0 15,0 0-24-15,-8 3-6 0,8 4-1 0,0 1 0 16,-5-1-10-16,5 4-3 0,-4 0 0 0,4 12 0 16,0-4-14-16,0 4-3 0,0-4-1 0,0-1 0 15,0 1-10-15,0 0 0 0,4-4 0 0,1-7 0 16,-5 3-16-16,0-8-4 0,8 1-2 0,-8-1 0 16,5-3-146-16,-1-5-28 0,-4 1-7 15</inkml:trace>
  <inkml:trace contextRef="#ctx0" brushRef="#br0" timeOffset="-171075.827">10181 10435 288 0,'0'0'12'0,"0"0"4"0,0 0-16 0,0 0 0 15,0 0 0-15,0 0 0 0,0 0 323 0,0 0 61 0,0 0 13 0,0 0 3 16,0 0-269-16,0 0-54 16,-13 4-10-16,13-4-3 0,-4 0 0 0,-9 4 0 15,13 3 0-15,-9-3 0 0,9-4 0 0,-13 0 0 0,9 4 0 0,-9 8 0 16,4-1-51-16,0-3-13 0,1 0 0 15,-1 0 0-15,0 3 0 0,-4 1 0 0,5-1 0 0,-10 5 0 16,5-1 54-16,5 4 8 0,-5 1 2 0,8 3 0 16,-12 4-52-16,8 0-12 0,0 0 0 0,5 0 0 15,-5 0 0-15,5-4 0 0,4 4 0 0,0-4 0 16,0 1 0-16,0-1 0 0,4 0 0 0,9 0 0 16,-8-7 0-16,8 3 0 0,-5 0 0 0,19-7 0 15,-19-1 0-15,10-3 0 0,-1 0 0 0,0-4 0 16,5-1 0-16,-5 1 0 0,1-4 0 0,-1 0 0 15,5-4 0-15,-9-3 0 0,-9 3 0 0,5-4 0 16,0 4 0-16,-1-3 0 0,-8 7 0 0,0-8 0 16,9-4 0-16,-9 1 0 0,0 11 0 0,0-20 0 0,-9-7 0 15,5 12 0-15,4 15 0 0,-4-4 0 0,-5-23 54 0,0 15 8 16,9 20 2-16,-17-12 0 0,13-15-52 0,-5 11-12 16,-9 12 0-16,10 8 0 0,-5-1 0 0,4-3 0 15,-4 0 0-15,0-1 0 16,0 1-48-16,-4 4-13 0,-1-1-3 0,5-3-751 15,5-4-150-15</inkml:trace>
  <inkml:trace contextRef="#ctx0" brushRef="#br0" timeOffset="-170410.011">10537 10671 1267 0,'0'0'56'0,"0"0"12"0,0 0-55 0,0 0-13 0,0 0 0 0,0 0 0 16,0 0 98-16,0 0 17 0,0 0 3 0,0 0 1 16,0 0-24-16,0 0-5 0,5 0-1 0,3-4 0 15,-8 4-14-15,9 4-3 0,-5 11-1 0,1 0 0 16,3 1-21-16,-8-1-4 0,0 1-1 0,0-1 0 15,0 5-25-15,5-5-4 16,-5 4-2-16,4 1 0 0,-4 7-14 0,0-8 0 0,0 4 0 0,0 0 0 16,0-3-108-16,-4 3-19 0,-1 0-3 0,5-8-840 15</inkml:trace>
  <inkml:trace contextRef="#ctx0" brushRef="#br0" timeOffset="-170203.187">10498 10925 230 0,'0'0'20'0,"0"0"-20"16,0 0 0-16,0 0 0 0,0 0 337 0,0 0 63 15,0 0 13-15,0 0 3 0,0 0-328 0,5-7-64 16,-1-1-14-16,9 0-2 0,-9 4 24 0,14 4 4 16,-10 0 2-16,5-7 0 0,0-9 14 0,9 12 2 0,-5 8 1 15,1 4 0-15,4 0-21 0,-5-5-4 0,5 1-1 0,4-4 0 31,0 0-77-31,-5-4-15 0,-3 4-3 0</inkml:trace>
  <inkml:trace contextRef="#ctx0" brushRef="#br0" timeOffset="-169861.808">11058 10547 345 0,'0'0'31'0,"0"0"-31"0,-4-8 0 0,4 8 0 0,13-4 211 0,-13 4 36 16,0 0 7-16,0 0 2 0,4-7-96 0,-4 7-18 16,0 0-4-16,0 0-1 0,0 0-37 0,0 0-7 15,0 0-1-15,0 0-1 0,-4 0-16 0,4 0-3 16,0 0-1-16,0 0 0 0,-9 11-18 0,5 1-3 15,8 3-1-15,5 5 0 0,-5-1-20 0,1 0-4 16,-5 8-1-16,8-4 0 0,-3 4-10 0,4 0-2 16,-14 4-1-16,5 0 0 0,13-8-11 0,-13 4 0 15,5-7 0-15,-5 3 0 0,-5 0 0 0,5 0-12 16,0-11 4-16,0 7 8 16,-8-3-52-16,8-5-2 0,8-3-1 0,-3 3-687 0,-5-11-138 0</inkml:trace>
  <inkml:trace contextRef="#ctx0" brushRef="#br0" timeOffset="-169538.561">11415 10485 1954 0,'-5'-4'87'0,"5"4"17"0,0 0-83 0,0 0-21 0,-4 0 0 0,4 0 0 16,-13-3 49-16,13 3 6 0,0 0 1 0,0 0 0 15,0 0-38-15,0 0-7 0,0 0-2 0,0 0 0 0,-5 7 44 0,5-7 9 16,0 0 2-16,5 12 0 16,-5-1 0-16,0 9 0 0,-5-9 0 0,-3 9 0 15,16-5-52-15,-8 4-12 0,-17 4 0 0,17 1 0 0,-9-1 0 16,5-4 0-16,4 8 0 0,-4-4 0 0,4 0 54 0,0-3 8 16,0-1 2-16,4 0 0 0,-8 1-52 0,8-9-12 15,13-11 0-15,1 8 0 0,-14 11 0 0,9-7 0 16,-4-4 0-16,4-5 0 15,4-3-48-15,1 0-13 0,-10 8-3 0,10-8 0 0,3-11 52 0,-3 3 12 16,-10 16 0-16,1-16 0 16,4-11-127-16,-4-1-22 0,0 20-5 0,-9 0-869 0</inkml:trace>
  <inkml:trace contextRef="#ctx0" brushRef="#br0" timeOffset="-169260.288">11636 10686 2188 0,'0'0'48'0,"0"0"11"0,0 0 1 0,0 0 1 0,0 0-49 0,0 0-12 0,0 0 0 0,0 0 0 16,0 0 54-16,0 12 8 0,0-1 2 0,0-11 0 16,0 0-52-16,0 12-12 0,0 7 0 0,-9 8 0 15,1 0 54-15,8-4 8 0,0-3 2 0,-5 7 0 16,-8-4-52-16,9 4-12 0,4 0 0 0,0 0 0 15,0-8 0-15,0 8 0 0,-9-8 0 0,9 1 0 16,9-1 54-16,-9-3 8 0,-9-1 2 0,5-3 0 16,8-1-103-16,5-3-20 0,-9-8-4 0,0 0-1 15,-9 4-153-15,9-4-31 0,0 0-7 16,0 0-1-16</inkml:trace>
  <inkml:trace contextRef="#ctx0" brushRef="#br0" timeOffset="-165843.103">3168 15307 1306 0,'0'0'58'0,"0"0"12"0,0 0-56 0,0 0-14 0,0-7 0 0,0 7 0 16,0 0 75-16,0 0 12 0,0 0 2 0,0-8 1 16,0 8-50-16,0 0-11 0,0 0-1 0,0 0-1 15,0 0 59-15,0 0 12 0,0 0 2 0,0 0 1 16,0 0-18-16,0 0-4 0,0 0-1 0,0 0 0 16,0 0-1-16,0 0 0 0,0 0 0 0,0 0 0 15,0 0-10-15,0 0-3 0,0 0 0 0,-4 8 0 16,4 3-51-16,-13 5-13 15,8 11 0-15,5-8 0 0,-8 0 0 0,8 12 0 0,-5 12 0 16,5-1 0-16,5 1 15 0,-5-5 0 0,0-3 0 0,8 7 0 16,-3-7-15-16,8 0 0 0,-13 4 0 0,4-5 0 15,-4-3-9-15,9 0-5 0,-1-8-1 0,-3 0 0 16,-5 1 29-16,4-5 6 0,-4-4 0 0,0-7 1 16,0-8-33-16,9 12-8 0,-9-1 0 0,4-3-1 15,-4-8 21-15,0 0 0 0,0 0 0 0,4-8-858 16,9-11-167-16</inkml:trace>
  <inkml:trace contextRef="#ctx0" brushRef="#br0" timeOffset="-164922.946">3546 15404 748 0,'0'0'67'0,"0"0"-54"0,0 0-13 0,0 0 0 16,0 0 175-16,0 0 32 0,0 0 6 0,0 0 2 16,0 0-95-16,0 0-20 0,0 0-3 0,4-8-1 15,9 0-15-15,-13 1-3 0,18-1-1 0,-18 4 0 16,8 0-23-16,5-3-5 0,-8 3-1 0,8 0 0 15,4-4-12-15,-13 0-2 0,18 1-1 0,-9 3 0 16,9 0-33-16,-5 0 0 0,5 0 0 0,0 0-9 16,-1 1 58-16,-3-1 12 0,-1 4 3 0,-4 0 0 0,4 0-52 15,5 0-12-15,-4 0 0 0,-1 0 0 16,0 0-21-16,-8 7-7 0,8-3-2 0,1 4 0 16,-14 0 30-16,9-4 15 0,-4-1-2 0,-1 5 0 0,-3 0 3 0,-1 3 1 15,5-3 0-15,-9 8 0 0,0 11 38 0,-9-4 7 16,5-4 2-16,-1 0 0 0,-3 1-52 0,-1-1-12 15,5 0 0-15,-9 1 0 0,13-1 0 0,-18-4 0 16,1 1 0-16,8 3 0 0,-8-7 15 0,0 3 0 16,4-3 0-16,4-1 0 0,-9 1-24 0,1-4-5 15,0-1-1-15,4 5 0 0,-5-8 34 0,10 3 6 16,-10 1 2-16,5 0 0 16,5 0-43-16,-10-5-9 0,14 5-2 0,-9-8 0 0,0 4 43 0,4 0 8 15,9 4 1-15,0-8 1 0,0 0-26 0,0 0 0 0,0 0 0 0,0 0 0 16,0 0-8-16,0 0 8 0,0 0-10 15,0 0 10-15,0 0-12 0,0 0 3 0,4-4 1 16,14 0 0-16,-1 4 8 0,-8 0-13 0,8-4 5 16,14 4 8-16,-14-4-10 0,5 4 10 0,-5 0 0 0,0 0-9 15,5 4 9-15,-4 0 0 0,-1-4 0 0,9 8 0 16,-9-4 0-16,1 3 0 0,-1-3 0 0,0 4 0 16,-8 0 0-16,4 3 0 0,5-3 0 0,-10 3 0 15,10-3 0-15,-10 4 8 0,-3-1-8 0,12 5 11 16,-13-1-11-16,9-7 8 0,-13-8-8 0,0 15 8 15,5-3-8-15,-1 7-14 0,-4 1 3 0,9-9 1 16,-9-11 59-16,0 12 12 0,0 3 3 0,-9 8 0 0,5-7-64 16,4-1-12-16,-5-3-2 0,5 3-1 0,-13-3 15 0,9-1 8 15,-13 1 0-15,12-4-8 0,-12-1 14 0,4 1-4 16,-4 0-1-16,-1 3 0 0,1-7-9 0,-9 4 0 16,8-8 0-16,-3 0 0 0,-1 0 0 0,-4 0 0 15,4-4 0-15,0 4 0 0,1-4 0 0,-1 0-9 16,5 1 9-16,-1-1-10 15,-12 0-18-15,17 0-3 0,0 4-1 0,-9-4 0 16,9 0-88-16,9 0-19 0,-14 1-3 0,18 3-654 16,0 0-132-16</inkml:trace>
  <inkml:trace contextRef="#ctx0" brushRef="#br0" timeOffset="-164050.285">4727 15462 1267 0,'0'0'56'0,"0"-8"12"0,9 0-55 0,-9 8-13 0,0 0 0 0,0-7 0 16,0-1 103-16,0 0 17 0,0 8 4 0,0-11 1 16,0 7-49-16,0-4-11 0,0 8-1 0,0-8-1 15,0 1-13-15,-9-1-2 16,9 4-1-16,-9-4 0 0,9 4 16 0,-17 4 3 15,13 0 1-15,-9 4 0 0,-5-4-11 0,10 0-3 0,-10 4 0 0,5-4 0 16,4 0-21-16,-8 4-4 0,0 0 0 0,4 0-1 16,4 3-27-16,-4-3 8 0,0 4-8 0,4 4 0 15,1 3 38-15,-1 4 2 0,-8 1 1 0,-1-5 0 16,14 1-23-16,-5 3-5 0,-4 0-1 0,0 0 0 16,9 5-3-16,-9-1-1 0,8 4 0 0,-3-4 0 15,3 4-8-15,1 0 0 0,4-4 0 0,0 4 8 16,4 0-8-16,-4 4 12 0,13-4-12 0,-8 4 12 15,8 0-12-15,4-4 0 0,-4 0-10 0,4 0 10 16,1-4 12-16,4 0 8 0,4-7 1 0,0 3 1 0,4-3-35 16,-4-1-7-16,9 0-2 0,-9-7 0 0,4-8 22 15,5 4 0-15,-9 0 0 0,5 0 0 0,-10-8 24 16,14 0 10-16,-18 0 2 0,5-4 0 0,-5 1-7 0,5 3-1 16,-4-8 0-16,-10 1 0 0,5-1-36 0,5-3-8 15,-1-1-2-15,-13 5 0 0,9-9 18 0,-4 5 0 16,4-1 0-16,-13 1 9 0,9-8-9 0,-1 4 10 15,-8-1-10-15,0-3 10 0,0 0-10 16,9-4 10-16,-18 8-10 0,9-8 10 0,-8 3-10 0,-1 1 12 16,9 4-12-16,-17-4 12 0,12 0-4 0,-3 3 0 15,-1 1 0-15,0 0 0 0,-8-8 0 0,8 0 0 0,-8 7 0 0,4 5 0 16,4-1-8-16,-8 1 10 16,12 3-10-16,-21-3 10 0,18 7-10 0,-14 4 0 15,9 0 9-15,-4-3-9 0,-5 3 0 0,9 4 0 0,-9 0 0 0,5 0 0 16,-5 0-19-16,9 4-5 0,4-4 0 0,-12 4-1 15,8-1 7-15,-5 5 2 0,10 12 0 16,-5-9 0 0,8-3-203-16,5-8-40 0</inkml:trace>
  <inkml:trace contextRef="#ctx0" brushRef="#br0" timeOffset="-163291.325">5287 15686 1728 0,'0'0'38'0,"0"0"8"0,0 0 2 0,0 0 0 0,5 4-39 0,-5-4-9 0,8 3 0 0,-8-3 0 15,0 0 84-15,5 0 14 16,-1 4 3-16,9 0 1 0,-13-4-61 0,0 8-12 16,4-4-2-16,1 3-1 0,-5-7 30 0,8 12 7 0,-8-4 1 0,9 7 0 15,-9 5 0-15,0-1 0 16,0-4 0-16,0 8 0 0,0 4-52 0,0-3-12 0,0-5 0 15,0 4 0-15,-9-4 0 0,9-3 0 0,0-16 0 0,-8 8 0 16,8 7 0-16,0 4 0 16,-5 8 0-16,5-15 0 0,0-12 0 0,0-12 0 0,0 12 0 0,0 0 0 15,0 0 0-15,0 0 0 0,5-15 0 0,3-4 0 16,-8-1 0-16,9 1 0 0,0 0 0 0,-5-4 0 16,5-1 0-16,-1 5 0 0,10 0 0 0,-18-8 0 15,8 0 0-15,10 4 0 0,-14 3 0 0,5 1 0 16,8 3 10-16,1 5-1 0,-14 3 0 0,0 4 0 15,9-7-9-15,-4 3 0 0,4 0 0 0,-9 8 0 16,9 0 0-16,-4 0 0 0,0 8 0 0,-1-4 0 16,5 4 0-16,0-1 0 0,-4 5 0 0,4-1 0 15,-4 5 8-15,0-1-8 0,-5 5 12 0,5-5-4 0,-1 4 2 16,-8 1 0-16,5-1 0 0,-5-4 0 0,0 5-2 0,0-9-8 16,0 5 12-16,0-5-4 0,0-11-8 0,0 0 12 15,0 0-12-15,0 0 12 0,0 0-12 0,0 0 0 16,0 0 0-16,13-3 0 0,-9-5-14 0,9 0 2 15,-4-7 0-15,4 3 0 0,-5-7 0 0,5-1 0 16,5 1 0-16,4 0 0 16,-5-4-13-16,0-1-3 0,1 5 0 0,-10 4 0 0,5-5 28 0,5 5-8 0,-1 3 8 0,-13 1 0 15,14 3 0-15,-14 0 0 16,9 8 0-16,-4-3 0 0,0 6 0 0,8 1 0 16,-13 4 0-16,-4 0 8 0,9 3 24 0,4 9 4 0,-13-5 2 15,13 8 0-15,-13-4-19 0,0 9-4 0,4-1-1 16,-4 3 0-16,5 9 2 0,-5-4 0 0,13-8 0 15,-13-12 0-15,0-15-6 0,0 16-1 0,0 3 0 0,0 4 0 32,8-7-58-32,-8-16-12 0,0 0-3 0,0 0-751 0,0 0-150 0</inkml:trace>
  <inkml:trace contextRef="#ctx0" brushRef="#br0" timeOffset="-162603.093">6234 15593 2070 0,'0'0'45'0,"0"0"10"0,0 0 1 0,0 0 3 0,0 0-47 0,13 0-12 16,-13 0 0-16,9 0 0 0,-9 0 63 0,0 0 10 15,13 0 3-15,-9 4 0 0,9 0-21 0,-4 4-4 16,-9 3-1-16,8-3 0 0,-3 0 3 0,-5 3 1 15,0 1 0-15,4 3 0 0,-4 1-24 0,9 3-5 16,-9-4-1-16,4 5 0 0,-4-1 13 0,-4 0 3 16,4-3 0-16,0 3 0 0,-9-4-26 0,5 1-5 15,4-1-1-15,0 1 0 0,0-5-8 0,-5 1 0 16,5-4 0-16,0-8 0 0,0 0 0 0,0 0 0 16,0 0 0-16,0 0 0 0,0 0 0 0,0 0-12 15,0-8 4-15,0-4 8 16,5-3-33-16,-5-1 1 0,0-3 0 0,4 0 0 0,5 0 19 0,-5-5 4 15,0 1 1-15,9-4 0 0,-13 4 8 0,9 0-12 16,8 0 12-16,-8 3-12 0,-4-3 4 0,3 4 0 0,1 3 0 16,8 1 0-16,-12 7 8 0,-1 1 0 0,9-1 0 0,-9 4 0 15,9 0 0-15,-13 4 14 0,5 4-3 0,12 4-1 16,-4-1 5-16,-4 5 1 0,4 3 0 0,-5 1 0 16,6-1-6-16,-10 5-1 0,9 3 0 0,-4 0 0 15,-1 0 5-15,-8 4 1 0,5-4 0 0,8 1 0 16,-9 3-3-16,-4-4-1 0,4-4 0 0,9-4 0 15,-13-3-30-15,0 0-5 16,0-5-2-16,0 1 0 0,0-8 50 0,0 0 11 0,0 0 1 0,0 0 1 16,0 0-59-16,0 0-12 0,18-4-2 15,-10-4-1-15,5-3 47 0,-4-5 10 0,4 1 1 0,0 0 1 16,5-5-22-16,-5-3-8 0,4 0 0 0,0 0 0 0,5 0-5 16,4-4-1-16,-4 0 0 0,-1 3 0 0,1 1 14 15,9 0 0-15,-10 8 0 0,-3-1 0 0,3 5 0 16,1 7 0-16,0 0 0 0,4 8 0 0,-4 0 0 15,-1-1 0-15,-3 9 0 0,-1-4 0 0,0 7 0 0,-8 5 0 16,8-1 0-16,-4 0 0 0,-8 4 30 0,12 0 9 16,-12 1 1-16,8-5 1 0,-5 0-24 0,1 1-5 15,-5 3 0-15,9-4-1 0,-8 0-11 0,-5 1 0 16,4-1 0-16,-4-4 0 0,4-3-15 0,-4 0-5 16,0-5 0-16,0-7-1 15,0 0-83-15,0 0-17 0,-4 4-3 0,4-4-1081 0</inkml:trace>
  <inkml:trace contextRef="#ctx0" brushRef="#br0" timeOffset="-156684.472">3168 16902 705 0,'0'0'15'0,"0"0"3"0,0 0 1 0,0 0 2 0,0 0-21 0,0 0 0 15,0 0 0-15,0 0 0 0,0-8 27 0,0 8 1 16,0 0 0-16,0 0 0 0,0 0 80 0,0 0 16 0,0 0 3 0,0 0 1 15,0 0-22-15,0 0-4 0,0 0-1 0,0 0 0 16,0 0-2-16,0 0-1 0,0 0 0 0,0 0 0 16,0 12-33-16,0-1-6 0,9 1-2 0,-1-1 0 15,-3 5-7-15,-1-1-2 0,5 5 0 16,-5 3 0-16,0 0-25 0,9 0-6 0,-13 4-1 0,0 0 0 16,0 4 39-16,0 0 7 0,0 0 2 0,0 0 0 15,0 0-73 1,0-4-15-16,0-8-2 0,0-7-1 0,0-12 43 0,0 15 9 0,0 4 2 0,0-3 0 15,0-16-82-15,0 0-16 16,0 0-3-16,0 0-666 0,9-8-132 0</inkml:trace>
  <inkml:trace contextRef="#ctx0" brushRef="#br0" timeOffset="-155995.166">3533 16886 1958 0,'0'0'43'0,"0"0"9"0,0 0 1 0,0 0 3 0,0 0-45 0,0 0-11 0,0 0 0 0,13-3 0 15,-9-1 77-15,9 4 14 0,5-4 2 0,-10-4 1 0,5-3-46 0,9 3-10 32,-5 8-2-32,9 0 0 0,5 0-2 0,-14 0-1 0,22-4 0 0,-21 0 0 0,8 8-3 0,4 0-1 31,-13-8 0-31,5 8 0 0,-4 4-29 0,-1 3 0 0,0-3 0 0,-8 3 0 16,8-3 0-16,1 0 0 15,-18-4 0-15,4 3 0 0,-4-7 0 0,9 12 0 0,-5 0 0 0,-4-1 0 16,0 1 43-16,0 3 2 0,-4-3 1 0,-5-1 0 15,5-3-25-15,-14 0-5 0,5 7 0 0,5-3-1 16,-10-4-6-16,1-1-1 0,0 1 0 0,-1 0 0 16,-8-1-8-16,9 1 0 0,-5-4 0 0,13 4 8 15,-12-1-8-15,16 1 0 0,-12 0 9 0,4-4-9 16,4 0 0-16,5 0 0 0,-9-1 0 0,0 1 0 16,13-4 0-16,0 0 0 0,0 0 0 0,0 0-8 0,0 0 8 15,0 0-13-15,0 0 5 0,0 0 8 0,13 0-12 0,4 4 12 16,-8-4-12-16,8 4 12 0,14-4-10 0,-14 4 10 15,0 0 0-15,5 3-9 0,4 1 9 16,-4 4 0-16,4-5 0 0,-4 5 0 16,-1-8 0-16,-3 0 0 0,-1-4 9 0,5 7-9 0,-5 5 11 0,1 0-11 15,-1-1 10-15,5 9-10 0,-5 3 0 0,0-4 0 16,-17 4 0-16,5 0 0 0,8 0 37 0,-9-3 2 16,-4-5 0-16,0 5 0 0,0-1-20 0,-4 0-4 15,-9-3-1-15,8-1 0 0,-8 0-2 0,0-3-1 16,0-4 0-16,-4 3 0 0,0 5-11 0,-14-8 8 15,5-1-8-15,9 1 8 0,-18 0-8 0,-4 3 12 16,13-7-12-16,-9 0 12 0,-4-4-12 0,22 0 0 0,-18 0 0 16,13-8 0-16,5 8-12 0,-14-4-5 15,18 1-1-15,-4 3 0 16,-9-4-20-16,17 0-4 0,-4-4-1 0,5 0 0 16,-10-3-109-16,18-1-23 0,-13 8-4 0,13-7-941 0</inkml:trace>
  <inkml:trace contextRef="#ctx0" brushRef="#br0" timeOffset="-155464.479">4888 17230 2005 0,'0'0'44'0,"0"0"8"0,0 0 3 0,0 0 2 0,0-8-45 0,0 8-12 0,0 0 0 0,0 0 0 15,-5-7 64-15,5-1 10 0,0 8 2 0,0 0 1 16,-8-4-33-16,8-4-8 0,-9 1 0 0,9 3-1 16,-17 4 4-16,17 4 1 0,-18-4 0 0,14 3 0 15,-13-3-11-15,-1 4-1 0,5 0-1 0,-4 0 0 16,8 4 29-16,-8 3 7 0,-1-3 1 0,-3 4 0 15,3 3-52-15,1 1-12 0,-5-1 0 0,0 0 0 16,5 1 0-16,0-1 0 0,4 5 0 0,4-1 0 16,-4 4 0-16,13 0 0 0,-13-3 0 0,13-1 0 15,0 4 0-15,0 0 0 0,9-4 0 0,-5-3 0 16,13-1 0-16,1 1 0 0,3-5 0 0,5 1 0 0,5 0 0 0,-5-5 0 16,13-7 0-16,-9 4 0 15,5-8-56-15,0 0-13 0,-9 1-3 0,9-1-1 16,-14 0-153-16,14-4-30 0</inkml:trace>
  <inkml:trace contextRef="#ctx0" brushRef="#br0" timeOffset="-154777.328">5213 17230 748 0,'0'0'67'0,"0"0"-54"15,0 0-13-15,0 0 0 0,-4-8 248 0,4-3 48 0,0 11 8 16,4-4 3-16,-4 4-179 0,0 0-36 16,0-4-8-16,0 4 0 0,0 0-28 0,0 0-4 0,0 0-2 0,0 0 0 15,13-4 6 1,-8 4 2-16,-1-4 0 0,-4 4 0 0,0 0-1 0,13 8 0 0,-13 4 0 0,0-1 0 16,4 12-26-16,-4 1-6 0,0 3-1 0,-4 0 0 15,4 0-8-15,0 3-3 0,0-2 0 0,0-1 0 16,0-4-13-16,0-4 0 0,0 0 0 15,-13-3 0-15,9-1 20 0,4-3 2 0,0-1 0 0,0-11 0 16,0 0-22-16,0 0 0 0,0 0 0 0,0 0-8 16,0 0-9-16,0-11-2 0,4-1 0 0,9-3 0 15,-13-5 2-15,4-3 0 0,5 0 0 0,-5-8 0 16,5 4 6-16,4 0 2 0,-8-4 0 0,8 0 0 16,4 4 9-16,-13 0 0 0,9 4 0 0,5 4 0 15,-14 0 0-15,13 3 0 0,1 8 0 0,-14-3 0 16,9 3 0-16,-4 0 0 0,4 5 0 0,-4 3 0 0,4 0 0 15,0 3 0-15,-9 5-10 0,13-4 10 0,-8 0 0 0,4 7 14 16,4 1-1-16,-8 7 0 0,0 4 19 0,-5 1 4 16,0 3 1-16,5 0 0 0,-5 0-29 0,-4 0-8 15,5 0 0-15,-5 0 0 0,0-4 0 0,0 0 9 16,8-4-9-16,-8-3 10 16,0-5-27-16,0-3-6 0,0 0-1 0,0-8 0 0,0 0 39 0,0 0 7 15,0 0 2-15,0 0 0 0,5-4-24 0,12-4-18 16,-17-3 3-16,9-1 1 0,0-7 5 0,-5 0 1 15,13-5 0-15,-12 1 0 0,8-4 8 0,4 0-13 16,-4 4 5-16,4-4 8 0,1 8-14 0,4-5 5 16,-9 9 1-16,8-4 0 0,-3 7 8 0,-5 4 0 15,4-3 0-15,0 3 0 0,5 8 0 0,0-4-10 0,-5 4 10 16,5 4 0-16,4-4 0 0,0 8 0 0,-4 0 12 16,-5-1-3-16,5 9-9 0,0-1 0 0,-1 4 0 0,-8 5-11 15,5-1 41-15,-14 0 8 0,9 4 2 0,-9-4 0 16,9 4-12-16,-8 0-3 0,-1-4 0 0,-4 1 0 15,9 3-14-15,-5-4-3 16,-4-4-8-16,0 0 12 0,0-3-12 0,4-5 0 0,-4 1 0 0,5-4 0 16,-5-8-24-1,0 0-10-15,0 0-2 0,0 0-860 0,0 0-171 0</inkml:trace>
  <inkml:trace contextRef="#ctx0" brushRef="#br0" timeOffset="-134407.146">18180 10408 1717 0,'0'0'37'0,"0"0"8"0,0-12 2 0,0 12 2 0,0 0-39 0,0 0-10 0,0 0 0 0,0 0 0 15,0 0 56-15,0 0 8 0,0 0 3 0,0-3 0 16,0-5 9-16,0 8 1 0,0 0 1 0,0 0 0 16,0 0-22-16,0 0-5 0,0 0-1 0,0 0 0 15,0-8 11-15,-4 0 3 0,-9 1 0 0,13 7 0 16,0 0 0-16,-5 11 0 0,-8-3 0 0,9 0 0 15,-9 3-52-15,4-3-12 0,1 0 0 0,-1-1 0 16,-4 5 0-16,9 0 0 0,-1-1 0 0,-3 1 0 16,3 3 0-16,1 1 0 0,4-5 0 0,0-11 0 15,0 0 0-15,0 12 0 0,4 11 0 0,1-4 0 16,-5-19 0-16,13 12-8 0,-5 7 8 0,5 0-13 0,0-3 13 16,-4-1 0-16,4 1 0 0,4-8 0 15,-8 3 0-15,4 1 0 0,5 3 0 0,-10 1 0 0,5-5 0 0,5 8 0 16,-1 1 0-16,-13-5 0 0,1 5 0 15,3-5 0-15,-3 4 10 0,-1-3-10 0,-4-5 16 0,0 5-3 16,0-1 0-16,0 1 0 0,-4 3 6 0,4-7 1 16,-5-5 0-16,-8 5 0 0,9-1 0 0,0 1 1 15,-14-4 0-15,1-4 0 0,4-4-9 0,4 3-3 16,-4-3 0-16,-4 0 0 0,12-7-9 0,-12 3 0 16,0-8 0-16,12 1 0 0,-8-1 0 0,9 1 0 15,-9-1-10-15,9-4 10 0,4 5-9 0,-5-5 9 16,-3 9-8-16,3-9 8 0,5 5 0 0,5-5 14 15,-5 5-2-15,8 3 0 0,-3-11-12 16,-1-1 0-16,9-7 0 0,4 4 0 16,-8-4-18-16,8-4-6 0,1 4-2 0,4-11 0 0,-1 3 26 0,5 0-8 0,-4 0 8 0,-5 8 0 15,5 0 0-15,-5 0 0 0,-8 4 0 0,4 4 0 16,5 0 0-16,-14 3 0 0,0 5 10 0,5 3-10 16,-9-4 12-16,0 8-3 0,0 0-1 0,0 1 0 15,-13-5 4-15,9 4 1 0,-1 8 0 0,-8-4 0 16,0-4-5-16,4 8-8 0,-8 0 11 0,4 3-11 15,4-3 0-15,-8 0 0 0,13 4-10 0,-9-8 10 32,-5 0-40-32,14 4 0 0,-9 4 0 0,9-8 0 0,-1 3-119 0,-3 1-24 15,3 4-5-15,1 0-938 0</inkml:trace>
  <inkml:trace contextRef="#ctx0" brushRef="#br0" timeOffset="-133869.94">18727 10350 2127 0,'0'0'47'0,"0"0"9"0,0 0 3 0,0 0 1 0,0 0-48 0,0 0-12 16,0 0 0-16,0 0 0 0,0 0 67 0,0 0 11 16,0 0 2-16,0 0 1 0,0 0-65 0,-4 8-16 0,-9-4 0 0,9 0 0 15,-9-1 55-15,8 5 7 0,-8-4 2 0,9 4 0 16,-9-1-52-16,4 1-12 0,-8 4 0 0,4-5 0 16,-5 9 0-16,10-1 0 0,-10 1 0 0,1-1 0 15,4 1 0-15,4 3 0 0,-8 0 0 0,17 4 0 16,-4 1 0-16,-9-1 0 0,13 4 0 0,-5 0 0 15,-4 4 0-15,9 0 0 0,0-1 0 0,9 1 0 16,-4-4 0-16,8 4 9 0,-9-8-9 0,13-3 8 16,-8-5-8-16,8 1 0 15,1-5 0-15,-1 1-11 0,5-8 11 0,-1 0 0 0,6-4 0 0,-6-8 0 16,-3-4 0-16,3-3 0 0,-3-1 0 0,3 1 0 0,-8-4 0 16,-4-1 0-16,4-3 0 0,-8 0 0 0,8 0 49 15,-9 3 12-15,0 1 3 0,9-4 0 0,-8 0-52 0,8 0-12 16,-13 0 0-16,0 3 0 0,0 1 0 0,0 0 0 15,0-1 0-15,0 1 0 0,0-8 44 0,-9 8 7 16,5 3 1-16,-1 1 0 0,1-1-32 0,-9 5-7 16,0-5-1-16,4 5 0 0,-8-1-12 0,-1 1 0 15,1-1 0-15,4 4 0 16,0 4-48-16,-4 1-13 0,-1 3-3 0,1 0 0 16,0 0-51-16,12 0-10 0,-8 3-3 0,9 5-1024 0</inkml:trace>
  <inkml:trace contextRef="#ctx0" brushRef="#br0" timeOffset="-133275.192">19196 10512 1324 0,'0'0'59'16,"0"0"12"-16,0 0-57 0,0 0-14 0,0 0 0 0,0 0 0 16,0 0 98-16,0 0 17 0,0 0 3 0,0 0 1 0,0 0-38 0,-8-4-7 15,3-7-2-15,1 3 0 16,4 0-23-16,0 8-5 0,0-7 0 0,0 7-1 0,0 0 6 0,-9-8 2 15,1 4 0-15,8 4 0 16,0-4 1-16,-13 0 1 0,8 4 0 0,1 4 0 0,-13-4-18 0,8 4-4 16,0 0-1-16,-4 0 0 0,4 4 27 0,-8 3 6 15,0 1 1-15,4-1 0 0,4 5-52 0,-4 3-12 16,9-4 0-16,-9 5 0 0,8-9-11 0,-8 12-5 16,5 5 0-16,-1-9-1 0,4-8 17 0,5 9 0 15,-4 14 0-15,-5-7 0 0,9-7-9 0,-4-5 9 16,8 1 0-16,5 3-9 0,-5 4 24 0,10-4 5 15,7-3 0-15,-3-1 1 0,-1-3-21 0,9-1 0 16,9-3 0-16,-9 0 0 0,9-8 0 0,-5-8 0 0,-4 0 0 16,4-3 0-16,1-8 0 0,-5-1 0 0,-4 5 0 15,-5-4 0-15,0-1 0 0,-8 1-13 0,0 0 1 0,-1-1 1 16,5-3 11-16,-13 4 0 0,9 0 10 16,0-1-10-16,-9 1 12 0,0 0-4 0,0-1-8 0,0 5 12 15,-9-4-2-15,5 3-1 0,-1 5 0 0,5 11 0 16,0 0 0-16,-8-12 0 0,-1 4 0 0,5 1 0 15,-14 3-9-15,5-4 0 0,-4 8 0 0,-5-4 0 16,5 0-13-16,-5 4-8 0,0 0-2 0,5 0 0 16,0 0-40-16,4 4-8 15,4 0-1-15,-8 4-1 0,4-1-188 0,8-3-38 16</inkml:trace>
  <inkml:trace contextRef="#ctx0" brushRef="#br0" timeOffset="-132738.11">19657 10458 691 0,'0'0'30'0,"4"12"7"0,-4-12-29 0,0 0-8 16,0 0 0-16,0 0 0 0,0 0 284 0,0 0 56 15,0 0 12-15,0 0 1 0,0 0-220 0,0 0-44 0,0 0-9 0,0 0-1 32,0 0-40-32,0 0-8 0,-9 0-2 0,-4 0 0 0,9 0-2 0,-9 0-1 0,13 0 0 0,-9 4 0 15,-8 0 1-15,8-1 0 0,0 5 0 0,-8 0 0 16,4 0-5-16,4 3-1 0,-8-3 0 0,4 3 0 16,4 1-12-16,1 0-9 15,-1 3 12-15,5 0-12 0,-9 1 0 0,8 3 0 0,-3 1 0 0,3 3 0 16,5 0 0-16,0 4 0 0,0 0-9 0,5-4 9 15,3 4 0-15,-3-4-10 0,8 0 10 0,-5 1 0 16,5-5 0-16,5-4 12 0,3-7 0 0,-3 4 0 16,3-5-12-16,14-3 0 0,-13-8 0 0,13 0 0 15,-5 1 0-15,0-5 0 0,-12-4 0 0,4-3 0 16,-1 3-8-16,1-3-5 0,-5-1-1 0,-4 1 0 16,5 3 14-16,-10-3 12 0,5 0-3 0,0-5 0 15,-8 5 7-15,-1-5 0 0,9 1 1 0,-13 0 0 16,9 0-1-16,0-1 0 0,-9 1 0 0,-9 0 0 15,9-1-1-15,-4 5-1 0,-1-1 0 0,-8 5 0 0,9-1 2 16,-9 1 1-16,4-5 0 0,-8 5 0 0,-1 3-5 16,1 0-2-16,13 1 0 0,-14-1 0 0,1 4-20 15,-5 0-4-15,0 4-1 0,-4 0 0 16,0 0-19-16,5 0-4 0,3 0-1 0,-3 4 0 16,3 0-32-16,1 4-6 0,4-1-2 0,4 1-1044 15</inkml:trace>
  <inkml:trace contextRef="#ctx0" brushRef="#br0" timeOffset="-125828.394">18102 13890 1072 0,'0'0'48'0,"0"0"9"0,0 0-45 0,0 0-12 15,0 0 0-15,0 0 0 0,0 0 90 0,0 0 16 16,0-7 3-16,4-1 1 0,1 0-46 0,-5 8-8 15,8-7-3-15,-8 7 0 0,0-8-3 0,0 8-1 16,0 0 0-16,0 0 0 0,0 0 20 0,0-8 4 16,0 8 1-16,0 0 0 0,0-4-4 0,0 4-1 15,-8-7 0-15,8 7 0 0,0 0-18 0,-5 0-4 16,1 0-1-16,-13 0 0 0,12 0-14 0,-8 0-4 16,0 3 0-16,5 1 0 0,-5 4-12 0,8-4-4 0,-12 4 0 0,4-1 0 15,4 1-12 1,-4-4 0-16,4 4 0 0,-8 3 0 0,4 5 0 0,4-1 0 15,-4 8 0-15,-8 8 0 0,8 0 0 0,4 4 0 0,-4-1 0 0,0 1 0 16,4-4 0-16,9 4 0 0,-9-8 0 0,9 4 0 16,9-8 0-16,-9 0 0 0,0 0 0 0,9 0 0 15,4-3 0-15,0-5 0 0,-4 1 0 0,8-5 0 16,0 5 0-16,1-5 0 0,-10-3 0 0,18 4 0 16,-4-9 21-16,-5 1 11 0,-8 0 3 0,13-4 0 15,-5-4-25-15,1 4-10 0,-5-4 8 0,-5 1-8 16,1-5 9-16,0 0-9 0,-1 0 10 0,-3 1-10 15,-1-1 12-15,5 0-4 0,-9-3-8 0,0-1 12 16,-9 4 0-16,9-3-1 0,-4-1 0 0,-1 1 0 16,5-1-3-16,-8 4-8 0,3-3 12 0,1 3-4 15,-5 0 1-15,1 1 0 0,3-1 0 0,-8 4 0 0,0 0-18 0,5-4-4 16,-10 5-1-16,1-1 0 0,4 4 14 0,4 4 0 16,-8-8 0-16,-1 8 0 0,5 3 0 0,5 1 0 15,-10-4 0-15,5 4 0 16,5-1-54-16,8 1-8 0,-9 0-2 0,9-8 0 15,0 0-165-15,0 0-34 0</inkml:trace>
  <inkml:trace contextRef="#ctx0" brushRef="#br0" timeOffset="-125163.657">18680 13952 748 0,'0'0'67'0,"0"0"-54"0,0 0-13 0,0 0 0 16,0 0 146-16,0 0 26 0,0 0 6 0,0 0 1 0,0 0-97 0,0 0-19 15,8-7-4-15,-3-1-1 16,-1 0-16-16,-4 8-3 0,0 0-1 0,9-8 0 16,-9 8 15-16,0 0 3 0,0-7 1 0,0 7 0 0,0 0 1 0,0-8 0 15,-13 0 0-15,8 4 0 0,5 0-10 16,-8 4-1-16,-1-3-1 0,5 3 0 0,-14 0-4 0,9 3-1 16,1 1 0-16,-10 0 0 0,1-4-13 0,4 8-2 15,-4-4-1-15,8 3 0 0,-13 5 1 0,5-4 0 16,0 3 0-16,3 1 0 0,10 0-26 0,0 3 0 15,-5 0-9-15,0 1 9 0,-4-1 0 0,5 5 0 16,-5-5 0-16,8 4 9 0,-3 5-9 0,-1-1 8 16,5-4-8-16,-5 4 8 0,0 4-8 0,9 0 12 15,5 0-12-15,-1 0 12 0,9 0-12 0,-9 0 8 16,9 0-8-16,-8-4 8 0,8 1-16 0,4-5-4 16,5 0-1-16,0 1 0 0,-1-9 13 0,14-3 0 15,-9 0 0-15,4-8 0 0,-4 0 0 0,5-4 0 0,-9-8 0 16,-1 4 0-16,-3-3 0 0,-1-1 0 15,0-3 0-15,-12 3 0 0,8-7 18 0,-9 0 6 16,0-1 2-16,5 1 0 0,-9-4-18 0,5 0-8 0,-1 3 0 0,-4-7 8 16,0 0-8-16,0 0 8 0,0 0-8 0,0 0 8 15,-4 0-8-15,-1 0 0 0,5 4 9 0,-9 0-9 16,5-4 0-16,0 8 9 0,-1 3-9 0,-8-3 0 16,-4 3 10-16,4 5-10 0,0 3 8 0,-4-4-8 15,-9 5 22-15,13-1-1 0,-5 4 0 0,-8 0 0 16,4 0-68-16,-4 4-13 0,9 4-4 0,0 0 0 15,4-4 0-15,4 8 0 0,-8 0 0 16,17-1 0-16,0-7-204 0,0 0-42 0,-5 20-8 0,14-5-2 0</inkml:trace>
  <inkml:trace contextRef="#ctx0" brushRef="#br0" timeOffset="-124681.272">19036 13929 1468 0,'0'0'65'0,"0"0"14"0,0 0-63 0,0 0-16 16,0 0 0-16,0 0 0 0,-9 0 115 0,9 0 20 0,0 0 4 0,-9-4 1 16,1 0-44-16,8 4-9 0,-13 4-2 0,13-4 0 15,0 0-44-15,-5 0-9 0,-12 4-1 0,13-4-1 16,-14 4-17-16,9 4-3 0,1-4-1 0,8-1 0 15,-5 5 3-15,-3 4 0 0,-1-1 0 0,9 5 0 0,-13-1-12 0,9 1 10 16,-5-1-10-16,0 12 10 16,5 0-10-16,-9 4 0 0,9 0 0 0,4-4 0 15,-9 4 0-15,9-4 0 0,0 0-8 0,0 4 8 16,9-8 0-16,-9 0 0 0,4-4 0 0,9-3 0 16,-4-1-9-16,4 1 9 0,4-5 0 0,5-3 0 15,-5-4 0-15,5-4 0 0,4-4 0 0,4-4 0 16,5 1-10-16,-13-5-2 0,13-4 0 0,-9 1 0 15,4 0 12-15,-8-1 0 0,-5-3 0 0,5 3 0 16,-5-3 0-16,-8 4 0 0,-1-1 0 0,1 1 0 16,0 3 49-16,-9-7 12 0,4 3 3 0,-4 1 0 15,0 0-52-15,0-5-12 0,-4-3 0 0,4-4 0 0,-13 0 0 16,8 0 0-16,-12-4 0 0,13 8 0 16,-14 0 0-16,1 7 0 0,0 1 0 0,-1 3 0 0,-3 1 0 0,3-1 0 15,-3 4 0-15,3 5 0 0,-4 3 0 0,-4 0 0 16,0 0 0-16,5 3 0 15,3 1-36-15,1 0-11 0,13 4-1 0,-14-4-1 16,9 3-98-16,1 1-19 0,3 0-4 0</inkml:trace>
  <inkml:trace contextRef="#ctx0" brushRef="#br0" timeOffset="-124062.726">19622 13987 288 0,'0'0'25'16,"0"0"-25"-16,9-4 0 0,-9-4 0 0,0 1 223 0,4-1 39 15,-4 4 8-15,0-7 2 0,0 3-167 0,0 0-33 16,0 0-6-16,0 4-2 0,0-3 0 0,0 7 0 16,-4-8 0-16,-5 4 0 0,9 4 0 0,-9-4 0 15,1 0 0-15,-1 4 0 0,9 0 0 0,-13 0 0 16,4 4 0-16,-4 0 0 0,0 0 0 0,4 0 0 15,-8 4 0-15,4-1 0 0,4 1-51 0,-8 0-13 16,13 3 0-16,-9 1 0 0,0 3 0 0,4 1 0 16,-9 3 0-16,14 4 0 0,-9-3 0 0,0 3 0 15,4 0 0-15,1 4 0 0,3-4 0 0,1 0 0 16,4 0 0-16,0 1 0 0,0-1 0 0,4 0 0 16,1 0 0-16,3-4 0 0,-3 1 54 0,12-1 8 15,-4-4 2-15,-4-3 0 0,8 0-52 0,1-1-12 0,8-3 0 16,4-4 0-16,-8-4 0 0,12 0 0 0,1-4 0 15,-4-8 0-15,3 5 0 0,-3-5 0 0,-10-3 0 0,1 3 0 16,-4-3 12-16,-1-1 0 0,0 1 0 0,1-1 0 16,-10 1-4-16,5-4 0 0,-8-1-8 0,8 1 12 15,-13-8-4-15,0 8 0 0,4-8-8 0,-4 0 12 16,0 3-12-16,-4-3 9 0,4 4-9 0,0 0 8 16,-13 0-8-16,8 4 0 0,5 3 9 0,0 1-9 15,-17 3 8-15,0 0-8 0,-5 1 8 0,0 3-8 16,0 0-25-1,-12 5-10-15,3-5-1 0,5 8-1 0,-8-4-135 16,3 4-26-16,-25-4-6 0,17 4 0 0</inkml:trace>
  <inkml:trace contextRef="#ctx0" brushRef="#br0" timeOffset="-120268.658">20334 10717 345 0,'9'-27'31'0,"-9"27"-31"0,0 0 0 0,0 11 0 0,0-3 133 0,0-8 21 16,0 0 4-16,0 0 1 0,0 0-52 0,0 0-11 16,0 0-1-16,0 0-1 0,0 0-22 0,0 0-4 15,0 0 0-15,0 0-1 0,0 0-3 0,0-8 0 16,0 1 0-16,0-1 0 0,0 8 0 0,0-8 0 15,0 8 0-15,0 0 0 0,-9-7 21 0,9 7 4 16,0-8 1-16,0 8 0 0,0-8-42 0,0 8-8 16,0 0-1-16,-13-4-1 0,4-3 14 0,-4 7 4 15,9-4 0-15,-13 4 0 0,12 0-20 0,-8 4-4 16,9-4-1-16,-9 3 0 0,9 1-11 0,-9 8-3 16,8-4 0-16,-8 3 0 0,4 1-8 0,9 3-1 15,-13 1-8-15,9-1 12 0,-9 0-12 0,9-3 0 16,4 4 8-16,-5-1-8 0,-3 0 0 0,8-3 0 0,0 3 0 15,8-3 0-15,-8-12 0 0,5 12 0 0,-1 7-9 0,9 0 9 16,-9-11-12-16,9 0 3 0,5 3 1 0,-9-3 0 31,8-4-37-31,5-4-7 0,-1 0-2 0,-3 0 0 16,-1-4-167-16,5 0-34 0,-9 0-6 0,4-4-2 0</inkml:trace>
  <inkml:trace contextRef="#ctx0" brushRef="#br0" timeOffset="-119634.49">20486 10705 748 0,'0'0'33'0,"0"0"7"0,0 0-32 0,0 0-8 15,0 0 0-15,0 0 0 0,0-7 271 0,0 7 52 16,0 0 10-16,0 0 3 0,0-12-218 0,0 12-43 16,0 0-9-16,0 0-2 0,0 0 0 0,0 0 0 15,0 0 0-15,0 0 0 0,0 0-51 0,0 0-13 16,0 0 0-16,0 0 0 0,0 0 54 0,0 0 8 15,4 8 2-15,1 7 0 0,-5-3-52 0,8 3-12 16,-8 1 0-16,0-1 0 0,0 1 0 0,0-5 0 0,0-11 0 16,0 12 0-16,0 3 0 0,0-3 0 15,0-1 0-15,0 1 0 0,0-12 0 0,0 0 0 16,0 0 0-16,0 0 0 0,0 0 54 0,0 0 8 16,0 0 2-16,0 0 0 0,0 0-52 0,0 0-12 15,5-8 0-15,8 0 0 0,-13 1 0 0,8-5 0 16,6 4 0-16,-14-7 0 0,8-4 0 0,1-1 0 15,0 1 0-15,-1 4 0 16,1-1-48-16,4-3-13 0,-9 3-3 0,9 5 0 0,-8-1 76 0,8 5 14 0,-9-1 3 0,-4 8 1 16,0 0-22-16,4-4-8 0,-4 4 0 0,13 4 0 15,-8 4 10-15,8 3-10 0,-13-3 10 0,4 7-10 16,0 1 12-16,5-1-4 0,-9 1-8 0,0-1 12 16,0 0-12-16,5 1 11 0,-5-1-11 0,0 1 10 15,0-5-10-15,0 5 0 0,0-8 0 0,0-8 0 16,0 0 0-16,0 0 0 0,0 0 0 0,0 0 0 15,0 0 0-15,0 0 0 0,13-8-12 0,-9-4 12 16,-4-7-16-16,9 4 4 0,-9 15 0 0,8-16 1 16,-3-7 11-16,12 4-8 0,-17 3 8 0,9 5-8 15,-1-5 8-15,1 5 0 0,0-1 0 0,-5 0-8 16,0 5 8-16,9-1 0 0,-8 0 0 0,-5 8 0 16,0 0 11-16,4 0-3 0,-4 0 0 0,9 4 0 15,-9-4 0-15,4 8-8 0,9 3 12 0,-9 1-4 0,1-4-8 0,4 3 12 16,-5 1-12-16,0 3 12 0,9 1-12 0,-13-1 0 15,9 8 0-15,0-3 8 0,-5-9-8 0,9 1 0 16,-9-1 9-16,-4 1-9 0,5 0 0 0,-1-5 0 16,5 1 0-16,-9 4 8 0,0-5-22 0,0-7-4 15,0 0-1-15,0 0 0 16,0 0-129-16,0 8-27 0,0-8-5 0</inkml:trace>
  <inkml:trace contextRef="#ctx0" brushRef="#br0" timeOffset="-118643.315">20230 14087 1144 0,'0'0'51'0,"0"0"10"0,0 0-49 0,0 0-12 0,0 0 0 0,0 0 0 16,0 0 90-16,0-4 15 0,0 1 3 0,0 3 1 15,0 0-41-15,0 0-8 0,0 0-1 0,0-8-1 16,0 8-20-16,0 0-4 0,-4-4-1 0,4-4 0 16,-5 4 9-16,5 4 2 0,0 0 0 0,0 0 0 15,-4-3-5-15,-9 3-1 0,13 0 0 0,-5 0 0 16,-3 3-24-16,-1 1-5 0,0-4-1 0,5 8 0 16,0-4 18-16,-1 4 3 0,-8-1 1 0,9 5 0 15,4 0-20-15,-13-1-10 0,9 1 10 0,4-1-10 16,0 1 0-16,0 3 8 0,-9 1-8 0,9-1 0 15,0-3 0-15,0 3 0 0,0-3 8 0,9-1-8 16,-9 5 0-16,4-5 0 0,9-3 0 0,-4 0 0 16,4-4 0-16,-5 0-13 0,10-1 2 0,-1-6 1 15,1-1-117 1,3 0-23-16,5-4-5 0</inkml:trace>
  <inkml:trace contextRef="#ctx0" brushRef="#br0" timeOffset="-117970.165">20430 14053 403 0,'0'0'17'0,"0"0"5"0,0-4-22 0,0 4 0 0,0 0 0 0,0 0 0 15,0 0 299-15,0 0 55 0,0 0 11 0,0 0 3 16,0 0-219-16,0 0-43 15,0 0-9-15,0 0-1 0,0 0-53 0,0 0-11 0,0 0-1 0,0 0-1 16,0 0-2-16,4 4 0 0,-4-4 0 0,4 11 0 16,5 1 9-16,-9-1 2 0,0 1 0 0,4 0 0 15,-4-1-39 1,0 5 0-16,0-1 0 0,0-3 0 0,0 3 0 0,5 0 0 0,-5-3 0 0,-5 3 8 16,5-3-8-16,0-12 0 0,0 12 0 0,0-12 0 15,0 0 0-15,0 0 0 0,0 0 0 0,0 0 0 16,0 0 0-16,0 0 0 0,0 0 0 0,0 0 0 15,0-4 0-15,13-4-12 0,-13-4 4 0,5 1 0 16,8-1 8-16,-9-3 11 0,0 3-3 0,1-3 0 16,3-1-8-16,-3-3 0 0,8 0 0 0,-5 3 0 15,6 1 0-15,-14 3 0 0,4 1 0 0,0 3 0 16,5 0 0-16,-9 8 0 0,0 0 0 0,0 0 0 0,9-7 0 16,-9 7 0-16,13 0 0 0,-13 0 0 0,13 3 53 0,-9 1 9 15,0 4 2-15,9 0 0 16,-8 3-77-16,-1-3-15 0,5 4-4 0,-5 3 0 0,-4-3 32 15,4 3 0-15,-4 1 0 0,9-5 0 0,-9 5 8 0,0-5-8 16,0 1 9-16,4-1-9 0,-4-11 25 0,0 0-1 16,0 0 0-16,0 0 0 0,0 0-36 0,0 0-7 15,0 0-1-15,0 0-1 0,0 0 33 0,5-4 8 16,8-3 0-16,-5-1 1 16,6 0-68-16,-10-3-13 0,5-5-4 0,-5 1 0 0,5 3 64 0,-1-3 21 15,1-5 0-15,4 5 0 0,-4 3-33 0,-1-3-8 16,1 3 0-16,0 5-1 0,-1-1 21 0,5 4 0 15,-8 0 0-15,-5 4 0 0,13 4 0 0,-9 4 0 16,9 0 0-16,-13-1 0 0,4 5 26 0,1-1 10 16,4 1 1-16,-5 3 1 0,0 1-26 0,1-4-12 0,3 3 10 0,-8 0-10 15,9 1 0-15,-9-5 8 0,9 1-8 16,-9 0 0-16,0-5 19 0,4 5 1 0,-4-12 0 0,4 8 0 31,5-5-68-31,-9-3-12 0,0 0-4 0,0 0 0 0,0 0-52 0,0 0-12 0,0 0-1 0</inkml:trace>
  <inkml:trace contextRef="#ctx0" brushRef="#br0" timeOffset="-113148.508">16421 15543 576 0,'5'-16'51'0,"-5"16"-41"0,0 0-10 0,0 0 0 16,0 0 184-16,0 0 34 0,0 0 7 0,0-7 2 0,0 7-107 0,4-8-22 16,-4 8-4-16,0-8-1 15,9 1-23-15,-9 7-5 0,0 0-1 0,0 0 0 16,0 0 35-16,0 11 6 0,4 5 2 0,1-1 0 0,-5 0-69 0,0 1-14 16,0-1-2-16,0 1-1 0,8 3 35 15,-8 0 6-15,0 5 2 0,0-1 0 0,0-4-52 0,0 12-12 16,-8-4 0-16,8 4 0 0,-5-4 0 0,5 4 0 15,0 3 0-15,0-3 0 0,0 4 26 0,0 0 2 16,0-4 1-16,-4 0 0 16,4-8-46-16,0 0-10 0,4-4-1 0,-4-7-1 15,5-1 29-15,3-3 0 0,-8-4 0 0,5 0-791 16,8-12-152-16</inkml:trace>
  <inkml:trace contextRef="#ctx0" brushRef="#br0" timeOffset="-112772.74">16769 15620 2271 0,'0'0'100'0,"0"0"22"0,0 0-98 0,0 0-24 0,0 0 0 0,0 0 0 15,0 0 38-15,0 0 2 0,0 0 1 0,0 0 0 16,0 0 0-16,0 0 0 0,0 0 0 0,9 12 0 0,-5-1-28 15,9 1-5-15,-13-1-8 0,4 5 11 16,-4-1 5-16,0 1 0 0,0-1 1 0,-4 8 0 16,-5-3 19-16,5-1 3 0,0 4 1 0,4-4 0 15,-9 5-14-15,5-1-2 0,-1 4-1 0,5 0 0 16,0-8-23-16,-9-3 0 0,9-1 0 0,0-15 8 16,0 0 0-16,0 0 1 0,9 19 0 0,-4 1 0 0,-1-9-9 0,5 1 0 15,-1-5-12-15,5-7 12 0,5-7-17 0,-1 3 4 16,5 12 1-16,-1-1 0 0,-3-7-9 0,3 0-2 15,10-4 0-15,-9 4 0 16,-1 0-7-16,-3 0-2 0,3 0 0 0,1 0 0 16,-9-3-44-16,5 3-8 0,-18 0-3 0,0 0 0 15,8-4-131-15,1 0-26 0,0 0-6 0,-1 0-1 0</inkml:trace>
  <inkml:trace contextRef="#ctx0" brushRef="#br0" timeOffset="-112443.784">17116 15832 806 0,'0'0'72'0,"0"0"-58"0,0 0-14 0,0 0 0 16,0 0 156-16,0 0 29 0,0 0 6 0,0 0 1 15,0 0-60-15,0 0-12 0,5-7-3 0,-5 7 0 16,0-4-33-16,0 4-8 0,4-8 0 0,-4 8-1 15,0 0-9-15,0 0-2 0,0 0 0 0,0 0 0 16,13 8 0-16,-13 0 0 0,0-1 0 0,0 9 0 16,4-5 0-16,-4 5 0 0,0 3 0 0,0 0 0 15,5 5-40-15,-5-5-9 0,-5 0-2 0,5 0 0 16,0 5-13-16,0 3-18 0,-4-4 4 0,4 0 1 16,0-4 13-16,0 4 0 0,-9-3 0 0,9-1 0 0,0 0 0 15,-4-3 0-15,4-1 0 0,-4-3 0 0,4-4 0 16,0-1 0-16,0-7 0 0,0 0 0 15,0 0-149-15,0 0-27 0,0 4-6 0,0-4-915 16</inkml:trace>
  <inkml:trace contextRef="#ctx0" brushRef="#br0" timeOffset="-109152.198">17650 15713 230 0,'0'0'10'0,"0"0"2"0,0 0-12 0,0 0 0 16,0 0 0-16,0 0 0 0,0-8 284 0,0 8 55 15,0 0 10-15,0 0 3 0,-4-8-238 0,4 8-47 16,0 0-10-16,0 0-1 0,0 0-31 0,0-7-5 15,4-1-2-15,-4 8 0 0,0 0-2 0,0 0-1 16,0-8 0-16,0 8 0 0,0 0 13 0,0 0 4 16,0-8 0-16,5 1 0 0,-5 7-20 0,0 0-3 15,0 0-1-15,0 0 0 0,0 0 36 0,0 0 8 16,0 0 0-16,0 0 1 0,0 0-33 0,0 0-8 16,0 0 0-16,0 0-1 0,0 0-11 0,0 0 0 15,0 0 0-15,0 0 0 0,0 0 0 0,0 0 0 16,0 0 0-16,0 0 0 0,0 0 0 0,0 0 0 15,0 0 0-15,0 0 0 0,0 0 0 0,0 0 0 0,0 0 0 0,0 0 0 16,0 0 0-16,0 0 0 0,0 0 0 0,0 0 0 16,0 0 36-16,0 0 6 15,0 0 1-15,0 0 0 0,0 0-32 0,0 0-11 0,0 0 0 0,0 0 9 16,0 0 7-16,0 0 2 0,0 0 0 0,0 0 0 16,0 0-27-16,0 0-6 0,-5 4-1 0,5-4 0 15,0 0 16-15,0 0 0 0,0 0 0 0,0 0 0 16,0 0 0-16,0 0 0 0,0 0 0 0,0 0 0 15,-4 3 0-15,4-3 0 0,0 0 0 0,0 0 0 16,0 0 0-16,0 0 0 0,0 0 0 0,0 0 0 0,0 0 0 0,0 0 0 16,0 0 0-16,0 0 0 0,0 0 0 0,0 0 0 15,0 0 0-15,0 0 0 0,0 0 0 0,0 0 8 16,0 0-8-16,0 0 0 0,0 0 8 0,0 0-8 31,0 0 0-31,0 0 0 0,0 0 0 0,0 0 0 0,0 0 0 0,0 0 0 0,0 0 8 0,0 0-8 16,0 0 0-16,0 0 0 0,0 0 10 0,0 0-2 15,0 0 0-15,0 0 0 0,0 0-8 0,0 0-11 16,0 0 3-16,0 0 0 0,0 0 8 0,0 0 0 16,0 0 0-16,0 0 0 0,0 0 0 0,0 0 0 15,0 0 0-15,-13 8 0 0,9-4 0 0,4-4-8 0,0 0 8 0,0 0 0 16,0 0 0-16,0 0-10 16,0 0 10-16,0 0 0 0,0 0 0 0,0 0 16 15,-9 4-2-15,9-4 0 0,0 0-28 0,0 0-6 16,0 0 0-16,0 0-1 0,0 0 11 0,0 0 10 0,0 0-13 0,0 0 5 31,0 0-23-31,0 0-4 0,-9 4-1 0,9-4 0 0,0 0 36 0,0 0 0 0,0 0 0 0,0 0 0 31,0 0-51-31,0 0-3 0,0 0-1 0,0 0-863 0</inkml:trace>
  <inkml:trace contextRef="#ctx0" brushRef="#br0" timeOffset="-107889.76">17694 15709 230 0,'0'0'20'0,"0"0"-20"15,0 0 0-15,0 0 0 0,0 0 225 0,0 0 41 16,0 0 8-16,0 0 2 0,0 0-131 0,0 0-25 16,0 0-6-16,0 0-1 0,0 0-22 0,0 0-5 15,0 0-1-15,-5-8 0 0,1 0-24 0,4 8-5 16,0 0 0-16,0 0-1 15,-9 0-32-15,9 0-7 0,0 0 0 0,-8 0-1 0,-1 0 39 0,0 4 8 16,5 0 2-16,-9 4 0 0,9-4-36 0,-9 3-6 16,4 1-2-16,-4 0 0 0,9 0 0 0,-9 3 0 15,8-3 0-15,-8 7 0 0,9-3-1 0,-14 3-1 16,18 1 0-16,-13 3 0 0,13-7-2 0,-4 7-1 16,0 4 0-16,-5 0 0 0,9 4-7 0,-4-3-8 15,4 3 11-15,4-4-11 0,5-12 8 0,-5 9-8 0,0 14 0 0,9-3 0 16,-13-8 0-16,18 1 0 15,-1-1 0-15,5-4 0 0,-5-3 0 0,9-5-20 16,5-3 2-16,-5 0 1 0,4-5 17 0,5-3 0 0,-9-3 0 16,4-1 0-16,-8-8 0 0,4 4 0 0,-4-3 0 15,4-1 0-15,-9 1 48 0,-8-1 12 0,4-3 4 0,-4-1 0 16,4-3-52-16,-9 3-12 0,0 5 0 0,5-5 0 16,-9-7 0-16,0 4 0 0,0-8 0 0,0 4 0 15,0-4 0-15,-9 0 0 0,1 4 0 0,-5-1 0 16,4 5 54-16,-4 0 8 0,-4-1 2 0,-1 5 0 15,-3 3-48-15,3 1-16 0,-4-1 9 0,1 1-9 16,3 3 12-16,-3 0-2 0,3 4-1 0,-3 4 0 16,-10-4-9-16,5 4 0 0,9 0 0 0,-5 0-11 15,-4 0-29-15,17 0-5 0,-4-3-2 16,13 3-856-16,0 0-171 0</inkml:trace>
  <inkml:trace contextRef="#ctx0" brushRef="#br0" timeOffset="-107250.347">18376 15709 1702 0,'0'0'76'0,"0"0"15"0,0 0-73 0,0 0-18 0,0 0 0 0,0 0 0 16,0 0 96-16,0 0 16 0,0 0 4 0,0 0 0 15,0 0-37-15,8-4-7 16,1-4-2-16,4 1 0 0,4-1-38 0,1 0-7 0,-14 4-1 0,13-3-1 16,1 3-23-16,17-4-12 0,-14 4 2 0,1 0 0 15,0 0 10-15,-1 4 0 0,-3 0 0 0,-1 4 0 16,-4 0 22-16,-4 4 6 0,0-4 2 0,-5 7 0 15,-4-3-16-15,0 4-3 0,-4-1-1 0,-9 1 0 16,8 3 2-16,-12-7 0 0,-5 3 0 0,-4 1 0 16,9 0 0-16,-5-1 0 0,5-3 0 0,-5 4 0 15,-4-5-12-15,8 5 0 0,1 3 0 0,0 1 0 16,-1-5 0-16,1-3 0 0,0 0 0 0,-1-4 0 0,10 3 0 16,-14 5 0-16,9-4 0 0,8-1 0 0,-8-7 12 15,13 0 1-15,0 0 0 0,0 0 0 16,-4 8-13-16,4-8 0 0,0 0 0 0,0 0 0 15,0 0-10-15,17 4-2 0,1 0 0 0,4 4 0 16,4-1 12-16,0-3 0 0,-5-4 0 0,1 4 0 0,0 0 0 16,8 0 0-16,-8 3 0 0,0 1 0 0,-1 0 0 0,1 3 0 15,4-3 0-15,-13-8 0 0,0-8 0 0,0 5 0 16,-13 3 0-16,0 0 0 0,5 19 0 0,-1-4 0 16,-4 5 0-16,0-5 0 0,-4 1 49 0,-1-1 12 15,-4 0 3-15,1 5 0 0,-10-9-52 0,1 1-12 16,-5-1 0-16,5 1 0 0,-5-4 0 0,5-1-12 15,0 1 3-15,-5-4 0 0,0 0 9 0,-8 0 0 16,8 4 0-16,-8-5 0 0,4-3 0 0,4-3 0 16,4-1 0-16,-3 0 8 0,-5 0-18 0,13-4-3 15,-5 0-1-15,1-7 0 16,4-4-30-16,4 3-7 0,-4 9-1 0,9-1 0 16,4 8-194-16,0 0-39 0</inkml:trace>
  <inkml:trace contextRef="#ctx0" brushRef="#br0" timeOffset="-106823.647">18997 15612 748 0,'0'0'33'0,"0"0"7"0,0 0-32 0,0 0-8 16,4 0 0-16,-4 0 0 0,0 0 389 0,0 0 76 15,9 0 15-15,-9 0 4 0,0 0-340 0,0 0-67 16,8 4-13-16,1 4-4 0,-9 0-9 0,0 7-3 16,0-3 0-16,0 3 0 0,0 4-38 0,-9 1-10 15,5-1 0-15,0 0 0 0,-5 5 8 0,9 3-8 16,-4-8 12-16,-1 4-4 0,5 0 4 0,-4 0 0 15,-5 4 0-15,9-11 0 16,0 3-12-16,0-3 10 0,0 3-10 0,9-8 10 0,-9-11-27 0,4 16-6 16,1 11-1-16,8 0 0 0,-9-8 24 0,9-3 0 0,-4-1 0 0,4-3 0 15,4-5 0-15,5-3 0 0,-5-4 0 0,5 0 0 16,0 0 0-16,8 0 0 0,-8-4 0 0,4 1 0 16,4-5 0-16,-8 0 0 0,0-11 0 0,-1 3 0 15,-3 1 0-15,8 7 0 0,-18 4 0 16,10-3 0-1,-1-5-158-15,0 4-27 0,-8 16-6 0,-9-8-897 0</inkml:trace>
  <inkml:trace contextRef="#ctx0" brushRef="#br0" timeOffset="-106495.268">19392 15890 2098 0,'0'0'46'0,"0"0"10"0,0-4 1 0,0 4 3 0,0 0-48 0,-5 4-12 15,5-4 0-15,0 0 0 0,0 0 73 0,0 0 13 16,0 0 2-16,0 0 1 0,0 0-71 0,0 0-18 16,0 12 0-16,0-12 0 0,0 0 55 0,0 12 7 15,0 7 2-15,0 4 0 0,0 4-52 0,0 4-12 16,0-12 0-16,0 8 0 0,0 4 54 0,0 4 8 15,0-8 2-15,5 4 0 0,-5-4-52 0,4 4-12 16,-4-4 0-16,9 0 0 0,-9-8 0 0,0 0 0 0,4-3 0 16,-4-1 0-16,4 5 0 0,-4-13 0 0,0-7 0 0,0 0 0 31,0 0-48-31,9 16-13 0,-9-1-3 0,4-7 0 16,-4-8-153-16,0 0-31 0,0 0-7 0,0 0-1 0</inkml:trace>
  <inkml:trace contextRef="#ctx0" brushRef="#br0" timeOffset="-104070.157">20017 16091 403 0,'4'-11'36'0,"-4"11"-36"16,0 0 0-16,0 0 0 0,0-20 222 0,0 20 38 15,0 0 7-15,0 0 1 0,0 0-137 0,0 0-28 16,0 0-6-16,0 0-1 0,0 0-11 0,0 0-2 16,9-8-1-16,-9-3 0 0,4-1-26 0,-4 5-6 15,0 7-1-15,0 0 0 0,0-4 11 0,0 4 3 16,0 0 0-16,0 0 0 0,0 0-15 0,-4-4-4 16,4 0 0-16,-9 0 0 0,1 4-18 0,3 0-4 15,-3 4-1-15,-1 0 0 0,0-4 35 0,5 4 6 16,0 0 2-16,-9-1 0 0,8 1-52 0,-8 0-12 15,5 8 0-15,-1-1 0 0,0 1 0 0,-4 0 0 0,4-1 8 0,-4 5-8 16,9-5 0-16,-5 5 0 0,1 3 0 0,8-4 0 16,-13-3 0-16,8 7 0 0,5 4 0 0,0-3 0 15,0-5 0-15,0 1 0 0,5 3 0 0,8-4 0 16,-9-3 0-16,9 3 0 0,-4-3 0 0,8-4 0 16,-4 3 0-16,5-7 0 0,3 0 0 0,-3-4 0 15,-1 4-29-15,5-4 1 0,-5 0 0 16,5 0 0-16,-9 0-108 0,-4-4-22 0,8 0-4 15,0 0-562-15,-8-7-113 0</inkml:trace>
  <inkml:trace contextRef="#ctx0" brushRef="#br0" timeOffset="-103284.585">20265 15941 1623 0,'8'23'72'0,"-8"-23"15"0,0 0-70 0,0 0-17 16,0 0 0-16,0 0 0 0,0 0 78 0,0 0 12 16,0 0 2-16,0 0 1 0,0 0-23 0,5 0-5 15,-5 0-1-15,0 0 0 0,0 0 0 0,8 0 0 0,1 0 0 16,-9 0 0-16,4 11-27 0,1 5-5 0,3-5-2 15,-3 1 0-15,-5 3 3 0,0 1 1 0,0 3 0 16,0 4 0-16,0 0-34 0,4 4 0 0,-4-7 0 0,0 7 0 16,0-8 9-16,0 4-9 0,0-3 0 0,0 3 9 15,0 0-9-15,0-4 0 0,0-3 0 0,0-1 0 16,-4 1 0-16,4-5 8 0,0-3-8 0,0 0 0 16,0-8 0-16,0 0 0 0,0 7 8 0,0-7-8 15,0 0 0-15,0 0-9 0,0 0 9 0,0 0-13 16,0 0 3-16,4-15 1 0,5-4 0 0,-5-1 0 15,-4 1 9-15,0-4-8 0,9 0 8 0,-1-1-8 16,-3 1 8-16,8 0-8 0,-5-4 8 0,6 4-8 0,-10 0 20 0,9 3 4 16,-4 9 0-16,4-1 1 15,-9 1-17-15,9-1 0 0,-9 0 0 0,9 5 0 0,-8-5 0 0,8 4 0 16,-9 5 0-16,5-5 0 0,-1 4 0 16,1 4 0-16,4 4 0 0,0 0 0 0,-13-4 0 0,5 4 0 15,12-1 0-15,-13 1 0 0,9 4 0 0,-8 0 0 16,-1-1 0-16,9 5 0 0,-9-4 0 0,-4 3 0 15,13 5 0-15,-13-1 0 0,0 5 29 0,0-1 3 16,0 4 0-16,0 0 0 0,0-3-19 0,0-1-3 16,0-4-1-16,-8 5 0 0,3-5 11 0,5-3 3 15,0-1 0-15,-4 1 0 0,4-5-23 0,0 5 0 16,0-8 0-16,-4 4 0 0,4-8 0 0,0 0 0 16,0 0 0-16,0 0 0 0,4-8 0 0,-4 0 0 15,4-3 0-15,1-1 0 0,3-3 0 0,1-5 0 16,4 1 0-16,-9-4 0 0,9 0 0 0,5-4 0 15,-14 0 0-15,14 0 0 16,-1-4-21-16,-8 0-9 0,8 0-2 0,-4-4 0 0,4 0 32 0,1 8-9 0,-10 12 9 16,10 3 0-16,-5 1 0 0,4 3 0 0,-8 4 0 0,4-4 0 15,4 5 0-15,-8 3 0 0,0 3 0 0,-1 1 0 16,5 8 27-16,-4 0 4 0,0-1 1 0,8 8 0 16,-13 5-32-16,9-1-8 0,-8 0-1 0,3 4 0 15,1 0 9-15,-5 0 12 0,10 4-2 0,-10-4-1 16,0-4-9-16,5 4 0 0,-5 0 0 0,-4-4 0 15,5-3 0-15,-1 3 0 0,-4-8 0 0,0 1 0 16,9-1 0-16,-9-3 0 0,0-1 0 0,-9-3 0 16,9-8-172-16,0 0-37 0,0 0-7 0,0 0-2 15</inkml:trace>
  <inkml:trace contextRef="#ctx0" brushRef="#br0" timeOffset="-102586.853">17329 16369 1036 0,'0'0'23'0,"0"0"5"0,0 0 0 0,0 0 1 0,0 0-29 0,0 0 0 0,0 0 0 0,0 0 0 15,0 0 57-15,0 0 6 0,0 0 1 0,0 0 0 16,0 0-32-16,0 0-5 0,0 0-2 0,0 0 0 15,0 12-5-15,0-5 0 0,0-7-1 0,0 0 0 16,0 0 4-16,0 0 1 16,0 12 0-16,4 0 0 0,-4-1 10 0,0-11 2 0,0 0 1 0,0 12 0 15,0 3 15-15,0 1 2 0,0-9 1 0,0 5 0 16,0-1-15-16,0 9-4 0,-4-1 0 0,4 0 0 16,-4 1-16-16,4-9-3 0,-9-3-1 0,5 0 0 15,4 3-16-15,-5 1 0 0,5-1 8 0,0-11-8 16,0 0-95-16,-8 12-22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29:22.48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17129 1011 1436 0,'0'0'32'0,"0"0"6"0,0 0 2 0,0 0 0 0,0 0-32 0,-4 0-8 0,0-8 0 0,4 8 0 16,0 0 66-16,0 0 12 0,0 0 2 0,4-8 1 16,-4 5-13-16,0 3-4 0,4-8 0 0,-4 8 0 15,0 0 0-15,0 0 0 0,9-12 0 0,-9 4 0 16,4 8-4-16,-4 0 0 0,0 0-1 0,0-11 0 15,-4 3-11-15,4-3-1 0,-9 3-1 0,5 8 0 16,4-12-18-16,0 5-4 0,0 7-1 0,0-12 0 16,-4 4 19-16,4 1 4 0,-13 3 1 0,4 4 0 15,-4 0-24-15,9 0-5 0,-14 11-1 0,5-7 0 16,-4-8 3-16,4 4 0 0,0 0 0 0,0 0 0 0,-5 0-5 0,5 0-1 16,-4 4 0-16,0 0 0 0,8 8-1 0,0-9 0 15,-4 5 0-15,4 0 0 0,-4 3-4 0,9 5-1 16,-13 7 0-16,12-7 0 0,-8-5 0 0,0-3 0 15,5 3 0-15,-5 5 0 0,8-1-8 0,1 5 0 16,-5 3 9-16,1 0-9 0,-1-4 0 0,5 4 0 16,-1 8 0-16,5-11 8 0,-9 3-8 0,5 11 0 15,4-3 0-15,0-4 0 0,0-7 0 0,4-1 0 16,5 8 0-16,-9-8 0 0,9-3 0 0,0 3 0 16,-5 4 0-16,13-3 0 0,1 7 8 0,-10-8-8 15,10 12 8-15,3-12-8 0,10-11 8 0,-5-8-8 16,4 0 8-16,-8 0-8 0,8 0 0 0,-8 0 0 15,4 0 0-15,5-4 0 0,-5 4-17 0,4 0-2 16,-4-4 0-16,4 0 0 16,-12 4-113-16,4 0-22 0,-5-7-5 0,5 3-1049 0</inkml:trace>
  <inkml:trace contextRef="#ctx0" brushRef="#br0" timeOffset="317.489">17724 1057 1674 0,'0'0'74'0,"0"0"15"0,0 0-71 0,0 0-18 16,0 0 0-16,0 0 0 0,0 0 67 0,0 0 9 15,0 0 3-15,0 0 0 0,5 12 28 0,8-5 5 16,-9-3 2-16,13 4 0 0,-17-4-68 0,0-4-14 16,0 0-2-16,22 4-1 0,-5-4-10 0,9 0-3 15,0 0 0-15,-4 0 0 0,-4 0 14 0,3 0 2 16,-3 0 1-16,-1 0 0 16,0 0-77-16,-17 0-16 0,9 4-4 0,-9-4 0 15,0 0-102-15,13 0-21 0,-13 0-4 0,17 7-1 0</inkml:trace>
  <inkml:trace contextRef="#ctx0" brushRef="#br0" timeOffset="578.698">17555 1324 1440 0,'0'0'128'0,"0"0"-103"0,0 0-25 0,0 0 0 16,0 0 119-16,0 0 18 0,0 0 4 0,0 0 1 16,0 0-61-16,9 11-12 0,-1-11-2 0,10 4-1 15,-14-4-9-15,9 8-1 0,0 3-1 0,13-7 0 16,-13-4-37-16,13-4-7 0,-4 4-2 0,0 0 0 16,-5 0-9-16,5-4 0 0,-5 4 0 0,5 0 0 0,-1 0 0 0,5 0 0 15,-8-7 0-15,4 3-715 16,-1 0-145-16</inkml:trace>
  <inkml:trace contextRef="#ctx0" brushRef="#br0" timeOffset="967.643">18597 972 1623 0,'0'0'36'0,"0"0"7"0,0 0 1 0,0 0 2 0,0 0-37 0,0 0-9 0,0 0 0 0,0 0 0 15,0 0 66-15,17 4 11 0,1 4 3 0,-14-8 0 16,-4 0-3-16,13 8 0 0,5 3 0 0,-10 1 0 15,5 3-10-15,-4 4-3 0,0-11 0 0,8 4 0 16,-13 7-30-16,5 8-6 0,0-8-2 0,-9 8 0 16,8-3 2-16,1 3 1 0,-9 0 0 0,0 3 0 15,0-10-10-15,0 7-3 0,-9-8 0 0,5 8 0 16,0-4 0-16,-5 4-1 0,5-7 0 0,-5 7 0 16,-4-8-7-16,0 0 0 0,4 1-8 0,-8-1 12 15,-5-8-12-15,5 5 0 0,-1-16-12 0,1 8 12 16,-5-4-99-16,9 3-13 0,-4-7-2 0,8-7-626 15,1 3-126-15</inkml:trace>
  <inkml:trace contextRef="#ctx0" brushRef="#br0" timeOffset="1330.395">19088 945 1497 0,'0'0'32'0,"0"0"8"0,0 0 0 0,0 0 4 0,0 0-36 0,0 0-8 0,0 0 0 0,0 0 0 16,0 0 104-16,0 0 20 0,0 19 3 0,0-11 1 15,-5 4-52-15,-3-4-9 0,-1 11-3 0,0-11 0 16,1 7 0-16,3 0 0 0,-8 5 0 0,9-1 0 15,-5 8-1-15,5-8-1 0,0 5 0 0,4 3 0 16,0 0-28-16,-9-8-6 0,9 8 0 0,0-4-1 16,9 0-7-16,-5 8-2 0,0-12 0 0,5 1 0 15,8-1-5-15,-4 8-1 0,0 0 0 0,5-8 0 16,-1-7-12-16,1 0 8 0,3-1-8 0,1-3 0 16,8 0 0-16,-8-5 0 0,-5 1-11 0,5-4 11 15,0 0-55-15,-5-4-3 0,1 1-1 0,-1-9-745 16,0 4-148-16</inkml:trace>
  <inkml:trace contextRef="#ctx0" brushRef="#br0" timeOffset="1749.628">18319 976 1728 0,'-9'8'38'0,"9"-8"8"0,0 0 2 0,0 0 0 0,-8 0-39 0,8 0-9 0,0 0 0 0,0 0 0 16,0 0 53-16,0 0 9 0,0 0 2 0,8 0 0 15,10 0 51-15,4 0 10 0,-5 0 3 0,0 0 0 16,5 0-52-16,-5 0-9 0,18 8-3 0,-9-8 0 16,9 0-21-16,4 3-5 0,0 5-1 0,0 0 0 15,-4-8 8-15,0 0 2 0,-5 0 0 0,0 0 0 16,-8 4-15-16,9 0-4 0,-5-1 0 0,8 5 0 16,-12-8-16-16,13 0-3 0,-9 0-1 0,13 0 0 15,4 0 0-15,-17 0 0 0,9 0 0 0,0 0 0 0,-13 0-8 16,12 0 0-16,-12-8-10 0,0 8 10 0,-1 8-12 15,1-8 12-15,-4 0-13 0,-1 0 5 16,0-8-31-16,-4 8-5 0,-4 0-2 0,8-3-835 16,-4 3-167-16</inkml:trace>
  <inkml:trace contextRef="#ctx0" brushRef="#br0" timeOffset="3056.61">20078 1146 1695 0,'0'0'37'0,"0"0"8"0,0 0 2 0,0 0 1 0,0 0-39 0,0 0-9 16,0 0 0-16,0 0 0 0,0 0 60 0,0 0 11 15,0 0 1-15,0 0 1 0,0 0-7 0,0 0-2 16,0 0 0-16,0 0 0 0,0 0-51 0,0 0-13 16,0 0 0-16,0 0 0 0,0 0 0 15,-4 8 0-15,-1 3 0 0,5 1 0 0,-13 3 54 0,9-7 8 16,-9 4 2-16,4 7 0 0,-4-11 0 0,4 11 0 15,-8 0 0-15,4-7 0 0,-4 7-52 0,-1 0-12 16,1 1 0-16,0-1 0 0,8-4 0 0,-9 5 0 16,5-9 0-16,5 5 0 0,-10-1 0 0,14 1 0 15,-5-5 0-15,5 1 0 16,0 3-18-16,-5 5-6 0,0-13-2 0,9 5 0 16,0-12-112-16,0 0-22 0,0 0-5 0,0 0-805 0</inkml:trace>
  <inkml:trace contextRef="#ctx0" brushRef="#br0" timeOffset="3339.385">19765 1262 1612 0,'0'0'144'15,"0"0"-116"-15,0 0-28 0,0 0 0 16,0 0 76-16,0 0 8 0,0 0 3 0,0 0 0 15,0 0-11-15,0 0-3 0,0 0 0 0,0 0 0 0,9 0-32 16,4 0-6-16,-9 0-2 0,-4 0 0 0,0 0-1 0,0 0-1 16,13 7 0-16,-13 1 0 0,9 0 26 0,4 4 6 15,0-1 1-15,-9 1 0 0,14 3-52 0,-10-11-12 16,5 11 0-16,5 5 0 0,-1-9 0 0,-12 5 0 16,8-5 0-16,-5-3 0 0,5 4 0 0,-4 3 0 15,0 1 0-15,8-1 0 16,-13-11-48-16,14 0-13 0,-14 7-3 0,9-11-682 15,-9 4-137-15</inkml:trace>
  <inkml:trace contextRef="#ctx0" brushRef="#br0" timeOffset="4005.968">20408 964 633 0,'0'0'56'0,"0"0"-44"0,0 0-12 0,0 0 0 0,0 0 228 0,0 0 44 16,0 0 9-16,0 0 2 0,0-11-159 0,0 3-31 16,9 0-6-16,-1 5-2 15,-3-5-68-15,-1 0-17 0,-4 8 0 0,13-4 0 16,4 0 51-16,-8 4 6 0,8 0 2 0,1 4 0 0,-1-8-15 0,1 8-4 16,3 0 0-16,-3 4 0 0,-1-8-16 0,0 0-3 15,-17 0-1-15,18 0 0 0,-10 8-3 0,10-5-1 16,-5 5 0-16,4 0 0 0,-12 3-4 0,8-3 0 15,-9-4-1-15,5 12 0 0,-1-5 7 0,-3-3 2 16,-1 0 0-16,5 3 0 0,-9 1 9 0,4-1 3 16,-4 5 0-16,-4-9 0 0,4 9 7 0,-13-1 1 15,8 5 1-15,-3-1 0 0,-1-4-11 0,5 5-2 16,-9 3-1-16,-5 4 0 0,5-16-12 0,4 9-3 16,-8-1 0-16,-5 4 0 0,5-7-4 0,4 7-8 15,-4-4 11-15,-1 4-11 0,-4-3 12 0,5 3-12 16,0-4 12-16,8 0-12 0,-13-7 13 0,9-4-4 0,9 3-1 15,4 1 0-15,-13-4 0 0,9 3-8 0,-1-3 12 0,5 0-4 16,-8 3 1-16,8-11 0 16,0 0 0-16,0 0 0 0,0 0-1 0,0 0-8 0,0 0 12 15,0 0-4-15,0 0-8 0,0 8 0 0,13-8 0 0,-5 4 0 16,18 0 0-16,-8-4 0 0,3 0 0 0,5 0 0 16,5 0 0-16,-9 0 0 0,-1 0 0 0,10 0 0 15,-10-4 0-15,1 8 0 0,-4 0 0 0,3 3 0 16,-3-7 0-16,-1 0 0 0,0 0 0 0,-8 4 0 0,4 0 0 0,4-4-9 15,-8 0 9-15,0 4-13 16,8 4-24-16,-13-8-5 0,10 3-1 16,-6 1 0-16,5-4-129 0</inkml:trace>
  <inkml:trace contextRef="#ctx0" brushRef="#br0" timeOffset="4415.704">21676 1119 979 0,'0'0'87'0,"0"0"-70"0,0 0-17 0,0 0 0 15,4-4 120-15,-4 4 21 0,13-8 4 0,-13 8 1 16,0 0-51-16,5 0-11 0,-5 0-1 0,0 0-1 16,-5-11-23-16,5 11-5 0,0 0-1 0,0 0 0 15,0 0-8-15,0 0-1 0,0 0-1 0,0 0 0 16,0 0 3-16,0 0 1 16,0 0 0-16,0 11 0 0,-13-11 0 0,9 8 0 0,-5-8 0 0,1 12 0 15,3-5-5-15,-12 5-1 0,8 0 0 0,0 3 0 16,-8-3-13-16,-5 3-4 0,5 0 0 0,4 1 0 15,-4 3-13-15,-1 0-3 0,-3-7-8 0,3 4 12 16,-4 3-12-16,5-8 0 0,-5 5 8 0,5 3-8 16,0-7 0-16,8-1 0 0,-8 5 0 0,-1-5 0 15,5-3-14-15,4 4-6 0,-4-1 0 0,5-3-1 16,-5 0-98-16,8-8-19 0,5 0-4 0,0 0-904 16</inkml:trace>
  <inkml:trace contextRef="#ctx0" brushRef="#br0" timeOffset="4692.013">21259 1173 1630 0,'0'0'72'0,"0"0"16"0,0 0-71 0,0 0-17 0,0 0 0 0,0 0 0 15,0 0 101-15,0 0 17 0,0 0 3 0,0 0 1 16,0 0-24-16,0 0-5 0,9 8-1 0,4-4 0 15,-9 3-45-15,9 1-10 0,-4 4-1 0,8-5-1 16,-4 5-10-16,5-1-1 0,-1 5-1 0,0-5 0 16,5 5-5-16,-5-1-1 0,5 1 0 0,-5 3 0 15,5 0-9-15,0-7-8 0,0 3 12 0,4 5-12 16,-5-1 0-16,-3-11 0 16,-10 7 0-16,5 1 0 0,-4-9-19 15,4 5-10-15,5-8-3 0,-14 4 0 0,9-1-191 0,4 1-38 0</inkml:trace>
  <inkml:trace contextRef="#ctx0" brushRef="#br0" timeOffset="5273.287">22110 1011 1209 0,'0'0'108'0,"0"0"-87"16,0 0-21-16,0 0 0 0,0 0 196 0,0 0 34 16,0 0 7-16,0 0 2 0,0 0-128 0,0 0-26 15,0 0-5-15,0 0 0 0,0 4-44 0,0-4-8 0,0 4-1 0,0-4-1 16,0 11-9-16,0-3-1 0,0 3-1 0,5-3 0 15,-1 4 5-15,-4 7 0 0,0-7 1 0,9 3 0 16,-9 8 4-16,4 0 1 0,-4-3 0 0,0 11 0 16,13-8-6-16,-9 4 0 0,-4 0-1 0,0 4 0 15,0-4-3-15,0 4-1 0,0 3 0 0,0-7 0 16,0-7-7-16,0-1 0 0,0 4-8 0,0-4 12 16,0-3-12-16,0 3 9 0,0 1-9 0,9-5 8 15,-9-15-8-15,9 12 12 0,-9-12-12 0,0 0 12 16,0 0 0-16,0 0 1 0,0 0 0 0,0 0 0 15,0 0 3-15,-13-16 1 0,13 1 0 0,-5-1 0 16,1-3-2-16,-5 0-1 0,5-8 0 0,0 0 0 16,-5 3-14-16,5-3 0 0,4-4 0 0,0 4 0 15,4-3 0-15,-4 3 0 0,-4-8 0 0,4 4 0 0,0 0 0 16,4 4 0-16,-4 0 0 0,0 0 0 0,9 4 0 16,-9 0 0-16,4-1 0 0,0 5 0 0,9 0 0 15,-8 11 0-15,8-11 0 0,-13 7-10 0,4-7 10 0,9 11 0 16,-4-3 0-16,4 7-8 15,4 0 8-15,-8-8 0 0,4 5-9 0,-9 7 9 0,9-12-8 0,-4 12 8 16,4 0-10-16,4-4 10 16,1 0-29-16,-1 4 0 0,-13 8 0 0,14-8 0 15,-10 0-85-15,1 4-17 0,8 4-3 0,-12-8-1002 16</inkml:trace>
  <inkml:trace contextRef="#ctx0" brushRef="#br0" timeOffset="7070.117">12900 8779 921 0,'0'0'40'0,"0"0"10"16,0 0-40-16,0 0-10 0,0 0 0 0,0 0 0 0,0 0 112 0,8 0 20 15,-3 0 4-15,8 0 0 0,0 0-83 0,-5 0-17 16,5 4-3-16,5-1-1 0,4-3-11 15,-5 0-2-15,9 0-1 0,-4 0 0 0,4 0 8 0,4 0 2 16,14 0 0-16,-5-3 0 0,4-1 16 0,9 0 3 16,-13-4 1-16,18 4 0 0,-1 0 0 0,5-3 1 15,8-1 0-15,1 4 0 0,12-4-7 0,-3 5-2 16,3-1 0-16,5 0 0 0,-5 0-32 0,10 0-8 16,-1 0 0-16,0-3 0 0,-13-1 0 0,0 4 0 15,-4 4 0-15,-17 0 0 0,3-8 0 0,-3 8 0 16,-5-4 0-16,4 1 0 0,-8-1 0 0,0 0 0 15,-5 0 0-15,-4-4 0 0,-8 4 0 0,-9 4 0 16,-1-4 0-16,1 4 0 0,4-3 0 0,-17 3 0 16,8 0 0-16,1-4 0 0,-10 0 0 0,5 4 0 0,-13 0 0 0,0 0 0 15,0 0 36-15,0 0 6 0,0 0 1 0,0 0 0 16,0 0-18-16,-13 0-3 0,5-4-1 16,-14 4 0-16,22 0-21 0,-13-4 0 0,-5 0 0 0,-8 4 0 15,9-4 0-15,-18 4 0 0,9-3 0 0,-9 3 0 16,-4 0 0-16,5-4 0 0,-5 4 0 0,-1 0 0 15,-7-4 0-15,3 0 0 0,-12 4 0 0,-1 0 0 16,-3 0 0-16,-6 4 0 0,1-4 0 0,-4 4 0 16,4 0 56-16,-9-1 6 0,4 1 2 0,5-4 0 15,-9 4-52-15,1 0-12 0,-6 0 0 0,6 0 0 16,12 3 0-16,4-3 0 0,1 4 0 0,-1 0 0 16,1 0 0-16,4-1 0 0,0-3 0 0,8 0 0 15,-8 0 0-15,9 0 0 0,8 0 0 0,0-1 0 0,9 1 0 16,-8-4 0-16,12 8 0 0,0-4 0 0,5-4 0 0,-1 0 0 15,1 4 0-15,13-4 0 0,-9 0 0 0,13 0 0 16,0 0 0-16,0 0 0 0,0 0 0 0,17 0 0 16,0-4 0-16,1 4 0 0,8-4 0 0,4-4 0 15,9 4 0-15,9 1 0 0,8-5 0 0,-3 0 0 16,7 4 0-16,10-3 0 0,4-1 0 0,8 4 0 16,9 0 0-16,1 0 0 0,-1 0 0 0,4 4 0 15,1 0 0-15,8-4 0 0,0 4 0 0,-4 4 0 16,4 4 0-16,-17-4 0 0,4 0 0 0,1 0 0 15,-14 3 0-15,-4-3 0 0,-1 4 19 0,-7 4 1 16,3-5 0-16,-8 5 0 0,-5-4-32 0,-4 3-7 16,-8-3-1-16,4 3 0 0,-18 1 20 0,0-4 0 0,-4-4 0 15,1 3 0-15,-6 9 0 0,-12-8 0 0,4-5 0 0,-9 1 0 16,5 0 23-16,-9-4 8 0,0 0 1 0,0 0 1 16,-13 8-1-16,0-4-1 0,-4 0 0 0,4-4 0 15,-18 3-31-15,5-3 0 0,-9 4-11 0,-4-4 11 16,-13-4 0-16,9 1 0 0,-5-5 9 0,5 4-1 15,-18 0-8-15,-9 0 0 0,9 0 0 0,-4 1 0 16,0 3 0-16,-4-4 0 0,4 0 0 0,-9 0 0 16,-22 0 0-16,9 0 0 0,5 0 0 0,-14 4 0 15,9 4 0-15,5-4 0 0,-9-4 0 0,8 4 0 16,-4 4 0-16,5-4 0 0,8-4 0 0,9 4 0 16,13-4-50-16,0 4-11 0,-5 0-3 0,5 0 0 15,9 0-102-15,4 0-21 0,4-3-4 0,13-1-1 0</inkml:trace>
  <inkml:trace contextRef="#ctx0" brushRef="#br0" timeOffset="8800.936">8818 8729 1036 0,'0'0'23'0,"0"0"5"0,8-4 0 0,-8 4 1 0,13 4-29 0,-4-4 0 0,8 0 0 0,-8 0 0 16,13 0 108-16,-5 0 16 0,5 3 4 0,-5 1 0 16,18-4-103-16,-5 4-25 0,18-8 0 0,-9 4 0 15,0 4 56-15,13-4 7 0,-8 4 1 0,8-4 0 16,4 0-52-16,1 4-12 0,-1-4 0 0,5 0 0 15,0 0 0-15,0-4 0 0,4 4 0 0,9 0 0 16,4-4 0-16,-4 4 0 0,0 0 0 0,-5-4 0 16,5 0 0-16,0 4 0 0,4-3 0 0,-4 3 0 15,-5 7 0-15,-4-3 0 0,0 4 0 0,-8 3 0 16,-1-7 0-16,1 4 0 0,-14-4 0 0,1 4 0 16,3 3 0-16,-8-3 0 0,-4-4 0 0,-4 4 0 15,-1-5 54-15,5 5 8 0,-18-8 2 0,0 0 0 0,-8 8-52 0,4-4-12 16,5 0 0-16,-18-4 0 0,0 0 54 0,0 0 8 15,0 0 2-15,0 0 0 16,-18 3 0-16,10-3 0 0,8 0 0 0,-9 0 0 0,-4 0-52 0,4 0-12 16,-8 0 0-16,-5 0 0 0,5-3 0 0,-9-5 0 15,0 8 0-15,-5 0 0 0,1-4 0 0,-1 0 0 0,-3 4 0 0,-5-4 0 16,-1 0 0-16,-3 1 0 16,4-1 0-16,-13 4 0 0,0-4 0 0,-5 0 0 15,1-4 0-15,-5 8 0 0,5 0 0 0,-5 0 0 16,4-8 0-16,-12 8 0 0,4-3 0 0,0-1 0 15,-1 0 0-15,6 0 0 0,-10 4 0 0,9-4 0 16,5 4 0-16,-1 0 0 0,1 0 0 0,0 0 0 0,-5 0 0 16,4 0 0-16,1-4 0 0,4 4 0 0,0 4 0 0,8-4 0 15,-4 4 54-15,9 4 8 0,0-8 2 0,13 4 0 16,-9-1-52-16,14 1-12 0,-1-4 0 0,5 0 0 16,-1 4 0-16,5-4 0 0,5 12 0 15,-5-12 0-15,13 0 0 0,0 0 0 0,0 0 0 16,0 0 0-16,0 0 0 0,17 0 0 0,-4 0 0 0,9 0 0 15,4-4 0-15,8 4 0 0,6 0 0 0,12-4 0 16,-5 4 0-16,19-4 0 0,-6 0 0 0,14 0 0 16,0 1 0-16,4 3 0 0,5-4 0 0,12 4 0 15,-4 0 0-15,1 0 0 0,-1 0 0 0,-9-4 0 16,14 8 0-16,-9 0 0 0,4-4 0 0,-9 3 0 16,10 1 0-16,-19 0 0 0,6 4 0 0,-6-4 0 15,-12-4 0-15,0 4 0 0,8 0 0 0,-16-4 0 16,-14 0 0-16,0 3 0 0,0 1 0 0,0 0 0 15,-13-4 0-15,4 0 0 0,-4 0 0 0,0 4 0 0,-4-4 0 16,-4 4 0-16,-18-4 0 0,4 0 0 0,13 0 0 16,-17 0 0-16,0 0 0 0,0 0 0 0,0 0 0 0,0 0 0 15,-13 0 0-15,-4-4 0 0,-5 4 0 16,0 0 0-16,1-4 0 0,-1-4 0 0,-17 5 0 16,-4-1 0-16,3-4 0 0,-3 0 0 0,0 0 0 0,-10 5 0 15,1-5 0-15,-4 4 0 0,-5 4 0 0,0 4 0 16,-4 0 0-16,0-4 0 0,-13 4 0 0,4-1 0 15,0-3 0-15,5 4 0 0,-5-4 0 0,4 4 0 16,-3-4 0-16,-1 4 0 0,0 4 0 0,-4-4 0 16,4 0 0-16,0-1 0 0,5 1 0 0,4 0 0 15,8-4 0-15,-12 0 0 0,8 8 0 0,0-8 0 0,5 4 0 16,-10-4 0-16,10 4 0 0,8-1 0 0,-4 1 0 0,9 0 0 16,8 0 0-16,-4-4 0 0,8 4 0 0,1-4 0 15,0 0 0-15,8 4 0 0,0-4 0 0,5 4 0 16,-1-8 0-16,14 4 0 0,-9 0 0 0,9 0 0 15,4-4 0-15,0 4 0 0,0 0 0 0,4-4 0 16,13 4 0-16,1-4 0 0,-1 0 0 0,5 0 0 16,13-3 0-16,-5 3 0 0,18-8 0 0,-5 5 0 15,27 7 0-15,-9 0 0 0,12-4 0 0,1 4 0 16,4 0 0-16,14 4 0 0,-19-1 0 0,10 1 0 16,8-4 0-16,0 4 0 0,-8-4 0 0,8 8 0 15,-9-8 0-15,1 4 0 0,-5-4 0 0,5 0 0 16,-5 0 0-16,4 0 0 0,-4 0 0 0,-12 4 0 15,3-4 0-15,-12 3 0 0,-1-3 0 0,-4 0 0 16,-8 0 0-16,-10-3 0 0,5 3 0 0,-4-4 0 0,-13 0 0 16,0 0 0-16,-5 0 0 0,0 0 0 0,-17 4 0 0,0 0 0 15,0-4 0-15,0 4 0 0,0 0 54 0,0 0 8 16,-8-3 2-16,-5 3 0 0,-5 7-52 0,-12-3-12 16,4-8 0-16,-5 4 0 0,-8 0 0 0,-4 0 0 15,4 0 0-15,-18-4 0 0,1 1 0 0,-1-1 0 16,-12 4 0-16,8 0 0 0,-8 4 0 0,4-4 0 15,-5 3 0-15,-4 1 0 0,-4-8 0 0,0 4 0 16,4 4 0-16,-4 0 0 0,0 4 0 0,4-4 0 16,0-4 0-16,0 7 0 0,0-3 0 0,14 0 0 15,-1-4 0-15,-4 4 0 16,8-4-48-16,9 0-13 0,9-4-3 0,-4 4 0 16,13 0-153-16,-5 0-31 0,13-8-7 0,9-3-1 0</inkml:trace>
  <inkml:trace contextRef="#ctx0" brushRef="#br0" timeOffset="10082.517">13191 8721 1728 0,'-5'0'76'0,"5"0"16"0,-8 0-73 0,-1 0-19 0,9 0 0 0,0 4 0 16,-13 0 0-16,9 3 0 0,-1-3 0 0,-4 0 0 15,1 0 0-15,-1 4 0 0,5-1 0 0,4-7 0 16,0 0 0-16,0 0 0 0,0 0 0 0,0 0 0 15,4 8 0-15,-4-8 0 0,9 12 0 0,-1-5 0 16,1 1 0-16,9 0 0 0,-5-4 0 0,13 0 0 16,-5-1 0-16,18 1 0 0,1-8 0 0,3 8 0 15,5 0 0-15,-5 0 0 0,9-4 0 0,5 0 0 0,17 4 0 0,-1-4 0 16,6 4 0-16,3 0 0 0,-4-1 55 16,9 5 7-16,4-4 2 0,5 4 0 0,-9-8-52 0,4 7-12 15,-4 1 0-15,-5-4 0 0,5 0 0 0,-9 0 0 16,0-4 0-16,1 0 0 0,-10 0 0 0,5 0 0 15,-13-4 0-15,-1 4 0 0,-3 4 0 0,-1 3 0 16,-4-3 0-16,1 0 0 0,-10 0 0 0,-8 0 0 16,-1 4 0-16,-8-8 0 0,-4 3 54 0,-4 1 8 15,3-4 2-15,-3 0 0 0,-5 0 0 0,-5 4 0 16,-8-4 0-16,0 0 0 0,0 0-52 0,0 0-12 16,0 0 0-16,-17 0 0 0,4 4 0 0,-4-4 0 15,-9-8 0-15,4 8 0 0,-4 0 0 0,-5-4 0 16,5 1 0-16,-13-5 0 0,0 0 54 0,4 4 8 0,-4-7 2 15,5 7 0-15,-5-4-52 0,-14 0-12 0,10 5 0 0,-5-1 0 32,0-4-21-32,-8 4-7 0,4 4-2 0,-5-4 0 0,-3-3 48 0,3 3 10 0,-4 8 1 0,-12-4 1 15,-1 0-30-15,-4-4 0 0,4 0 0 0,-4 4 0 16,-9 4 0-16,13-4 0 0,-4 0 0 0,0 0 0 16,4 0 0-16,0-4 0 0,9 4 0 0,0 0 0 15,8-4 0-15,9 0 0 0,-8 0 0 0,4 0 0 16,0 1 0-16,8 3 0 0,-8 0 0 0,9 0 0 15,4-8 0-15,4 4 0 0,-4 0 0 0,4 0 0 16,13 0 0-16,-8 0 0 0,8 4 0 0,1-3 0 16,3 3 0-16,1-4 0 0,8 4 0 0,-8 0 0 0,4 0 0 15,8 0 0-15,1-8 0 0,4 8 0 16,0 0 0-16,0 0 0 0,0 0 0 0,0 0 0 0,0 0 0 16,4-4 0-16,5 4 0 0,4-8 0 0,5 5 0 15,16-5 0-15,-8 0 0 0,5 4 0 0,8 0 0 0,4 1 0 16,14 3 0-16,-1 0 0 0,1 0 0 0,12 0 0 15,-4 0 0-15,13-4 0 0,9 4 0 0,9 4 0 16,-5-1 0-16,4 5 0 0,1-12 0 0,4 4 0 16,8 4 0-16,1 0 0 15,-9 0-45-15,-5 0-15 0,-3-4-4 0,-14 4 0 0,-4-1 35 0,-1 5 6 16,-7-8 2-16,-1 4 0 0,-18-4 21 0,1 4 0 16,-9 0 0-16,0-4 0 0,-17 4 0 0,13-1 0 15,-18-3 0-15,5 4 0 0,-18 0 20 0,-4-4-2 16,0 0 0-16,0 0 0 0,0 0 37 0,-17 8 7 0,0 0 2 0,-5-4 0 15,0-4-64-15,-4 0 0 0,-9 3-16 16,-12-3 3-16,-1 0 13 0,-4-3 16 0,0-1-3 0,-14-4-1 16,-7 0-12-16,-1 4 0 0,-4-3 0 15,-14 3 0-15,-3 0 0 0,-1 4 0 0,1-4 0 0,-1 0 0 16,1 4 0-16,-9 4 0 0,4 0 0 0,4-4 0 31,9 4-48-31,5-4-13 0,-14 0-3 0,1 0 0 0,17 0 52 0,-5 4 12 0,14-1 0 0,-1-3-720 16,9-7-140-16</inkml:trace>
  <inkml:trace contextRef="#ctx0" brushRef="#br1" timeOffset="40149.543">11588 10034 1036 0,'0'0'46'0,"0"0"10"0,0 0-45 0,0 0-11 0,0 0 0 0,0 0 0 15,0 0 53-15,0 0 9 0,0 0 2 0,0 0 0 16,9 0-52-16,-9 0-12 0,0 0 0 0,17 0 0 16,-8 0 0-16,4 0 0 0,-4 7 0 0,17-7 0 15,-5 4 0-15,1-4 0 0,-4 4 0 0,-1 0 0 16,5-4 54-16,-1 4 8 0,14-8 2 0,4 0 0 16,-4 4 0-16,8-4 0 0,9 0 0 0,-8 0 0 15,8 1 0-15,-9-1 0 0,5 0 0 0,9 4 0 16,3-4-52-16,1 4-12 0,-4 0 0 0,3 0 0 15,10 0 0-15,4 4 0 0,-5 0 0 0,1 0 0 16,-1-4 54-16,5 3 8 0,0 1 2 0,0 4 0 16,-5-4-52-16,5 0-12 0,-5 0 0 0,-12 3 0 15,-5-3 0-15,4-4 0 0,1 4 0 0,4 0 0 16,-1-4 0-16,10 4 0 0,-5 3 0 0,22-3 0 16,-5 0-16-16,-3 0-7 0,-6 0-1 0,-3 0 0 0,4 0 24 15,-9-1 0-15,4 5 0 0,5-4 0 16,0-4 0-16,-9 0 0 0,5 4 9 0,-10 0-9 15,1 3 9-15,-13-3-9 0,0 0 12 0,4 0-12 0,0-8 9 16,-4 4-9-16,4 0 0 0,4 4 9 0,1-4-9 0,17 4 8 16,-14 0-8-16,6-4 8 0,-19-4-8 0,5 0 0 15,-8 4 0-15,4 0 0 0,-9 0 12 0,4 0 0 16,-8 8 0-16,8-8 0 0,5-4 5 0,-9 0 2 16,0 4 0-16,5 4 0 0,3 0-11 0,-3 0-8 15,-9-4 9-15,4 4-9 0,-5-1 0 0,-8-3 8 16,5 0-8-16,-5 0 0 0,-4 0 0 0,8 0 9 15,-13 4-9-15,5-4 8 0,-5 0-8 0,5 0 0 0,-4 0 0 16,-1 0 0-16,-13 0 0 0,9 0 0 16,-13 0 0-16,9 4 0 0,0-4 9 0,-9 0-9 0,0 0 10 0,0 0-10 0,0 0 20 0,0 0-3 15,-13 0 0-15,0 0 0 16,0 0-7-16,-5-4-2 0,1 0 0 0,-1 1 0 16,-12-1-8-16,4 4 10 0,-4-8-10 0,4 0 10 15,-9 4-10-15,9 0 0 0,-9 1 0 0,-4-1 0 16,-13-4 0-16,8 4 0 0,-12 0 0 0,-1 0 0 15,1-3 0-15,0-5 0 0,-1 8 0 0,-8 0 0 16,9 1 0-16,-10-5 0 0,10 0 0 0,-18-3 0 16,0 7 0-16,9-4 0 0,-9 0-14 0,1 4 5 15,-1-3 9-15,0 3 0 0,0-4 0 0,13 4 0 16,0 0 0-16,-8 0 0 0,-5 1 0 0,0-1 0 16,-4 0 0-16,-4 0 0 0,-5 0 0 0,-30 0 0 15,8 0 0-15,9 1 0 0,5 3 0 0,3-4 0 0,14 4 0 16,-13-4 0-16,-9-4 0 0,5 4 0 0,16-3 0 15,-7 3 0-15,7 0 0 0,1 0 0 0,-9 4 0 0,5 0 0 16,-9 0 0-16,13 0 0 0,4 0 0 0,0 0 0 16,-4 0 0-16,8 0 0 0,5 0 49 0,9 0 12 15,-1 0 3-15,-12 0 0 0,-5 0-52 0,13 4-12 16,22 0 0-16,-22 3 0 0,5-3 0 0,-1 4 0 16,18-4 0-16,0 0 0 0,-9 0 0 0,9 3 0 15,0-3 0-15,9 4 0 0,-1-4 0 0,1 3 0 16,-5 1 0-16,9 4 0 0,5-8 0 0,3 0 0 15,-12-1 0-15,4 1 0 0,4-4 0 0,9 4 0 16,9 0 0-16,-9 0 0 0,-5-4 0 0,10 0 0 16,8 0 0-16,0 0 0 0,-13 0 0 0,13 0 0 0,0 0 0 0,17-4 0 15,-4 4 0-15,0-4 0 0,0 4 0 16,17-4 0-16,-4 4 0 0,5-7 0 0,-9 3 0 0,17-4 0 16,0 0 0-16,13 4 0 0,-9 0 0 0,9-3 0 15,-4 3 0-15,17-4 0 0,5 0 0 0,-14 5 0 16,9-5 0-16,9 4 0 0,-9 0 0 0,9 0 0 15,13-3 0-15,-5 3 0 0,10 0 0 0,25-4 0 16,-9 0 0-16,-3 1 0 0,3 3 0 0,1 0 0 16,-9 0 0-16,8 0 0 0,-12 4 0 0,-1-4 0 15,-3 1 0-15,3-1 0 0,5 4 0 0,-5-4 0 16,-3 4 0-16,-1-4 0 0,-4 4 0 0,4 0 0 16,-4-4 0-16,0 4 0 0,4 0 0 0,-4 0 0 0,-9 0 0 15,0 0 0-15,-4 0 0 0,0 0 0 0,-1 0 0 16,-7 4 0-16,3-4 0 0,5 4 0 15,-13 0 0-15,-1 0 0 0,-3-1 0 0,-5 5 0 0,0-4 0 0,-13 0 0 16,-4 0 0-16,-5 3 0 0,5 1 0 0,0-4 0 16,4 4 0-16,-4-1 0 0,4-3 0 0,-4 4 0 15,4-4 0-15,-13 0 0 16,4 0 0-16,9-1 0 0,-4 5 0 0,4-8 0 0,-13 0 0 0,4 4 0 0,1-4 0 0,4 0 0 16,-5 0 0-16,-4 0 8 15,-4 4-8-15,4 0 0 0,-5-8 0 0,-3 4 0 16,4 0 0-16,-14 0 0 0,5 4 0 0,0-4 0 15,-4 4 0-15,4-4 0 0,-9 0 0 0,1 0 0 16,3 0 0-16,-8 0 0 0,0 0 0 0,0 0 0 0,0 0 0 16,0 0 0-16,0 0 0 0,0 0 0 0,0 0 0 0,0 0 0 15,0 0 0-15,0 0 0 0,0 0 0 0,0 0 0 16,0 0 0-16,-17 0 0 0,0 0 0 0,-1-4 0 16,1 4 0-16,-5-4 0 0,0 4 0 0,1 0 0 15,-10-4 0-15,-3 0 0 0,-10 0 0 0,5-3 0 16,-17 3 0-16,-1 0 0 0,1-4 0 0,-5 4 0 15,-9-3 9-15,10 3 6 0,3 0 1 0,-17 0 0 16,1-4-26-16,-1 1-5 0,-9 3-1 0,5 0 0 16,-9 0 16-16,9 4 0 0,-17-4 0 0,-1 0 0 15,0 4 0-15,14 0 0 0,-1 0 0 0,-8 0 0 16,-4 4 11-16,-5 0 5 0,-4 0 0 0,-1 0 1 16,1 3-27-16,0-3-6 0,-5 4 0 0,-38 4-1 15,8-9 17-15,13 1 0 0,13 4 0 0,9-4 0 0,0 0 0 16,4 0 0-16,4-1 0 0,1 1 0 0,-10 0 0 15,18 0 0-15,1 0 0 0,7 0 0 0,6 0 0 0,8-1 0 16,-5 1 0-16,9 0 0 0,-4-4 0 0,9 4 0 16,-1 0 0-16,9 0 0 15,-4-4-157-15,13 0-28 0,4 0-6 0,9-4-1 16</inkml:trace>
  <inkml:trace contextRef="#ctx0" brushRef="#br1" timeOffset="43284.141">2074 10273 806 0,'0'0'36'0,"0"0"7"0,0 0-35 0,0 0-8 0,0 0 0 0,0 0 0 16,0 0 89-16,0 0 16 0,0 0 3 0,0 0 1 15,13 0-80-15,-5 0-16 0,10-4-3 0,-5 0-1 16,4 0 21-16,1 0 4 0,-10-3 1 0,10-1 0 16,-1-4 18-16,0-3 4 0,5 3 1 0,-5-3 0 15,1 3 9-15,-1-3 1 0,5 3 1 0,0-3 0 16,8 3-9-16,-8-3-1 0,-1-4-1 0,-3-1 0 16,4 5-32-16,-5 3-6 0,9-7-2 0,0 3 0 15,-4-3 0-15,-5 0 0 0,9 0 0 0,5 3 0 16,-5-3-1-16,4 3 0 0,-8 1 0 0,4-4 0 15,4 3-1-15,-4-3 0 0,0 3 0 0,-4-3 0 16,4 0 1-16,-4 3 0 0,8-3 0 0,-8 0 0 0,-5-4-5 16,9 3 0-16,5 1-1 0,-10 0 0 0,10-1 14 0,-9 1 3 15,-1 4 1-15,1-5 0 0,-5 1-15 0,14 0-3 16,-10-4-1-16,1 3 0 0,-5-3-10 0,10 4 8 16,3 3-8-16,-4-3 8 0,0 0 4 0,-4 3 1 15,-1 1 0-15,1-4 0 0,0 3-3 0,8 1-1 16,-8-1 0-16,-5-3 0 0,1 0-9 0,3-1 0 15,14-3 0-15,-17 0-11 0,3 4 11 0,-3-4 16 16,16-4-4-16,-12 7-1 0,0-7-11 0,4 4 0 16,4-4 0-16,-4 4 8 0,-8 0 12 0,12-1 1 15,-13 1 1-15,10 0 0 0,-10 0-22 0,18-4 0 16,-14 4 0-16,10-4 0 0,-5 4 0 0,-4-1 0 16,8-3-10-16,-8 4 10 0,12 0 0 0,-12 0 0 15,-5 0 0-15,5 3 0 0,4-3 0 0,0 0 0 16,-4 0 0-16,0 0 0 0,12 3 0 0,-16 1 0 15,17-4 0-15,-14 4 0 0,5-4 0 0,-4-4 9 0,4 0-9 0,0-1 8 16,-4 1-8-16,8-3 10 0,5 3-10 0,-5-4 10 16,1-4-10-16,8 0 0 0,-4 4 0 0,-5 0 8 15,0 1-8-15,5 2-14 0,-13 5 3 0,13 0 1 16,-9-4 10-16,-5 4 0 0,5 0 0 0,0 0 0 16,-4-1 0-16,0 1 0 0,-5 4 0 0,9 0 0 15,-4-8 0-15,-5 4 0 0,5-5 0 0,0 5 0 16,0-4 11-16,8 0-3 0,-8 0 0 0,4 0 0 15,4-4-8-15,-4 4 0 0,5-4 0 0,-10 1 0 16,10 2 0-16,-10 5 0 0,1-4 0 0,0 4 0 0,-9 8 0 16,4-1-9-16,1-3 9 0,-14 7-13 0,5 1 13 15,4-1 0-15,-13 4 0 0,4 1 0 0,-4 7 9 16,9-8-9-16,-9-4 0 0,0 12 9 0,0 0-9 0,-9-7 8 16,9 7-8-16,0-8 8 0,0 0-8 15,0 8 0-15,0-4 0 0,0-7 0 0,0-1 0 0,0 5 0 16,0 7 0-16,0-12 0 0,0 0 0 0,9 5 0 15,-9-1 0-15,0 0 0 0,0 8 0 0,-9-8 0 16,9 8 0-16,-4-3 0 0,-1-1 0 0,-8 0 0 16,9 4 9-16,0 0-9 0,-9 0 0 0,0 0 8 15,4 0-8-15,-4 0 0 0,4 8 8 0,-8-5-8 0,4-3 8 16,0 4-8-16,4 0 0 0,-4 4 0 0,-9-4 0 16,18 0 0-16,-18 0 0 0,5 3 0 0,-1 1 0 15,1 4 0-15,0-1 0 0,-1 1-8 0,-3-1 0 0,3 5 0 16,1-5 8-16,-9 9 0 0,8 3 0 0,-3 0-8 15,-5 0 8-15,4 0 0 0,0 4 0 0,1 0 0 16,3 4 0-16,-12-4 0 0,17-4 0 0,-18 4 0 16,10 0 0-16,-1 0 0 0,5-3 0 0,-18-1 0 15,13 0 0-15,-8 4 0 0,8-4 0 0,0 0 0 16,-12-3 0-16,8 3 0 0,-9 4 0 0,13-4 0 16,-8 0 0-16,4 4 0 0,0 0 0 0,0 0 0 15,-5 0 0-15,1 4 0 0,-1 4 0 0,-8-4 0 16,13 4 0-16,-9-1 0 0,5-3 0 0,4 4 0 15,-9-4 0-15,9 0 0 0,-9-4 0 0,1 4 8 16,3-4-8-16,1 0 0 0,-5-4 0 0,5 0 0 0,4 0 8 16,-9 4-8-16,9-8 8 0,-4 5-8 0,3-1 0 0,-7 0 9 15,3 4-9-15,5-4 0 0,-4 4 0 0,4 0 0 16,-5 4 0-16,5 0 0 0,5 0 0 0,-10 0 0 16,5 0 0-16,-9 3 0 0,14-7 0 0,-14 4 0 15,5-4 0-15,-1 4 0 0,-4 0 0 0,1 4 0 16,8-8 0-16,-9 4 0 0,5 0 8 0,3 0-8 15,-3-1 0-15,4 1 0 0,-4 0 0 0,8 0 0 16,-4 0 0-16,-5 4 0 0,5-4 0 0,-4 3 0 16,8 1 0-16,1 0 0 0,-10-4 0 0,9-4 0 15,-4 4 0-15,-4-4 0 0,4 0 0 0,-4-4 0 16,4 4 0-16,-5-4 0 0,5 0 8 0,4 0-8 16,-12 1 0-16,12-5 0 0,-13 0 0 0,13 4 0 15,-8-3 0-15,8-1 0 0,1 0 0 0,3-3 0 16,-12 3 0-16,12 0 0 0,5 1 0 0,-13-5 0 15,5 4 8-15,12 1-8 0,-8-5 0 0,-9 1 0 0,17 3 0 16,-13 0 0-16,14-3 0 0,-14-5 0 0,13 1 0 0,-8-1 0 16,-1 5 0-16,10-5 0 0,-1 1 0 0,-8 0 0 15,4-5 0-15,8 1 0 0,-3 0 0 0,8-1 0 16,-13-3 0-16,13 0 0 0,-5 0 8 0,5-4-8 16,0 0 0-16,0 0 0 0,0 0 8 0,0 0-8 15,0 0 0-15,0 0 0 0,0 0 0 0,0 0 0 16,0 0 0-16,0 0 0 0,5-12-10 0,12 5 10 0,0-5 0 0,-8 1 0 15,13-1 0-15,-5-4 0 0,0 1 0 16,1-4 0-16,12-1 0 0,-8-3 0 0,13 0 0 0,-9 0 0 16,8 0 0-16,-8 0 0 0,9-4 0 15,4 0 0-15,9 0 0 0,-18-1 0 0,14 1 0 16,-5-3-14-16,4-1 5 0,-8-4 1 0,9 0 8 16,-5 0 0-16,0-3 0 0,9 3 0 0,-1 0 0 15,1 1 0-15,-5-9 0 0,5 5 0 0,-4-9 0 0,12 5 0 16,1-1 0-16,-5 5 0 0,4-1 0 0,-12 0 0 15,8-7 0-15,-5 8 0 0,6-9 0 0,-1 9 0 16,4-5 0-16,-8-3 0 0,8 3 0 0,-4-3 0 16,1 4 0-16,3 3 0 0,-8 0 0 0,0 5 0 0,-1 3 0 0,5 0-8 15,-4-4 8-15,-9 0 0 0,9 4 0 0,0-3 0 16,8-1 0-16,-17 0 0 16,9-7 0-16,0-1 0 0,4-3 0 0,-4-4 0 15,0 3 8-15,-9 1-8 0,4 4 0 0,-4-5 0 16,-4 9 0-16,0-1 8 0,-1 4-8 0,-8 4 0 0,13 0 8 0,-4 1-8 15,-9 3 0-15,5-4 0 0,3 0 0 0,-8 0 0 16,5 8 8-16,-9-4-8 0,-1 4 8 0,10-1-8 16,-5-3 0-16,-5 4 0 0,10-4 0 0,-9 0-8 15,-1 8 23-15,1 0 5 0,0-5 0 0,4 5 1 16,-9 0-21-16,5 3 0 0,-5-3 0 0,1 0 0 16,-10-1 0-16,14 1 0 0,-9 4 0 0,4 3 0 15,-8 1 0-15,0 7 0 0,-5-4 0 0,-4 8 0 16,4-12 0-16,-4 12 0 0,0 0 0 0,0 0 0 15,0-4 0-15,0 4 0 0,0 0 0 0,0 0 0 16,-8-3 0-16,-1 3 0 0,0 3 0 0,-4 1 0 0,9-4 0 0,-9 0 0 16,9 0 0-16,-9 4 0 15,4 4 0-15,5 0 0 0,-14-1 0 0,10-3 0 0,-1 4 0 0,-9 4 0 16,1-1 0-16,-5 5 0 0,5-5 0 0,-5 5 0 16,5 3 0-16,-13 0 0 0,3 0 0 0,10 5 0 15,-18-1 0-15,9 4 0 0,0-8-14 0,5 0-7 16,-14 5-2-16,4-5 0 0,1 0 23 0,8 4 0 15,-8 1 0-15,4-1 0 0,4-4 0 0,0 4 0 16,-8-3 0-16,4 3 0 0,9 0 0 0,-22-4 0 16,8 4 0-16,5 0 0 0,-9 4 0 0,1 1 0 15,-5-5 0-15,12 4 0 0,-7 4 0 0,3-1 0 16,5 5 0-16,-8 0 0 0,3-4 0 0,-8 0 0 16,13 0 0-16,-13 3 0 0,8-7 0 0,-8 8 0 15,13-4 0-15,-8-4 0 0,-1 0 0 0,9 0 0 16,-9 0 0-16,-4 0 0 0,0 0 0 0,4 0 0 0,-4 0 0 15,4 0 0-15,9 0 8 0,-21 8-8 0,20-4 0 0,-12 0 8 16,5 0-8-16,-1 0 0 0,-4-1 0 0,8-2 0 16,5 2 0-16,-13-3 0 0,18 0 0 15,-14 0 8-15,13 0-8 0,-13 1 0 0,1-1 0 0,-5 0 0 16,13 0 0-16,-9-4 0 0,4 4 0 0,-8 0 0 16,13-4 0-16,-9 4 0 0,5-4 0 0,4 4 8 15,-4 0-8-15,8 0 0 0,-4 4 0 0,4 4 0 16,-4-8 0-16,0 0 0 0,4 0 0 0,-4 4 0 15,0-4 0-15,5 0 0 0,-1 0 0 0,-4 0 0 16,4-4 0-16,-4 4 0 0,9 4-9 0,-5-8 9 16,-13 0 0-16,18 1 0 0,-14-1 0 0,18-4 0 0,-17 4 0 15,8-4 0-15,1-3 0 0,-6 3 0 0,6-3 8 16,-1 3-8-16,0 0 11 0,9-3-11 0,-4 3 0 0,-5-4 0 16,5 1 0-16,-1-1-12 15,5 1 12-15,0-1 0 0,-8 1 0 0,8-1 0 0,4 1 0 0,-8-5 0 16,4 8 0-16,0-7 0 0,4 3 0 0,-4-3 0 15,4-4 0-15,1 3 0 0,-1 5 0 0,-9-5 0 16,5-3 0-16,9 4 0 0,0-5 0 0,-5-3 0 16,0 4 0-16,9-8 0 0,0 0 0 0,0 0 0 15,0 0-8-15,0 0 8 16,0 0-50-16,0 0-4 0,0 0-1 0,9-8-1141 0</inkml:trace>
  <inkml:trace contextRef="#ctx0" brushRef="#br2" timeOffset="47792.795">18567 9895 748 0,'-9'-4'67'0,"5"-4"-54"15,-14 4-13-15,5 0 0 0,5 0 75 0,-5-3 12 16,-5 3 2-16,14-4 1 0,-9 8-65 0,8-4-13 16,5 4-2-16,0 0-1 0,0 0 8 0,0 0 2 15,0 0 0-15,0 0 0 0,5-4-19 0,8 4 0 16,9 0 0-16,-5 4 0 16,0-4 0-16,5 4 0 0,4-4 0 0,9 8 0 0,4-4 0 0,0-4 0 15,9 0 0-15,-1 0 0 0,19 0 13 0,-1 3-4 16,13-3-1-16,9 4 0 0,-5-4 22 0,9 8 4 15,5-4 1-15,8-4 0 0,0 4-7 0,5 0 0 16,4 3-1-16,-5-7 0 0,-8 4-13 0,13 0-2 16,-4 4-1-16,-5-4 0 0,9 0-3 0,-4-1-8 15,-1-3 12-15,-4 4-4 0,5-4 10 0,-1 4 2 0,-8 0 0 0,0 0 0 16,4 0-20-16,-17 0 0 0,-4-1-11 0,-5 1 11 16,-4 0 16-16,-13 0 9 0,-1 0 3 0,-3 0 0 15,-5 0-5-15,-13-4-1 0,-4 3 0 0,-1 1 0 16,-12 0-2-16,-4-4 0 0,-10 4 0 0,-8-4 0 15,0 0 4-15,0 0 0 0,0 0 0 0,-8 4 0 16,-10-4 12-16,-12 0 4 0,-5 0 0 0,5 0 0 16,-5 0-32-16,-4 0-8 0,-13 0 0 0,8 0 0 15,-12 0 0-15,4 0 0 0,-9 0-8 0,-4 0 8 16,0 0 0-16,-14 0 12 0,6 0 0 0,-6 0-1 16,-3 0-11-16,4 0 0 0,0 4 0 0,-1 0 0 15,-7-4 8-15,7 0-8 0,1 0 8 0,0-4-8 16,0 8 9-16,0-4-9 0,-5 0 10 0,-4 0-10 0,1 0 8 15,3-4-8-15,-8 4 0 0,0 0 9 16,0 0-9-16,4 4 0 0,-5-4 0 0,6 0 0 0,3-4 0 0,-8 4 0 16,8-4 11-16,-3 0-11 0,7 0 11 0,6 4-11 15,12-4 12-15,-9 4-12 0,5 4 8 0,0-4-8 16,0 0 0-16,8 0 0 0,5 0 8 0,9 0-8 16,-9 0 0-16,13 0 0 0,-5 0 0 0,14 0 0 15,4 0 0-15,0-4 0 0,13 4 0 0,-5-4 10 16,5 1-10-16,13 3 8 0,0 0-8 0,0 0 0 15,0 0 0-15,0 0 0 0,13 0 0 0,9 0 0 16,13 0-10-16,-13 0 10 0,12-4-9 0,5 0 9 16,18 4-8-16,4-4 8 0,8-4 0 0,-8 4-8 15,13 1 8-15,4-5 0 0,13 4 0 0,13-4 0 16,1 1 0-16,-1-1 0 0,9 0 0 0,8 0 0 0,-4 5 0 16,5-1 0-16,0 0 0 0,-9 0 0 15,4 4 0-15,0-4 0 0,0 4 0 0,-4 0 0 16,-4 0 9-16,-1 4-9 0,-3-4 8 0,-1 0-8 0,0 4 0 15,0-4 0-15,-8 4 0 0,-1-4 10 0,-4 4-10 0,-12-1 8 16,-1 1-8-16,-4-4 0 0,-14-4 0 0,1 4 8 16,-4 4-8-16,-5 0 0 0,-4-4 9 0,-18 0-9 15,0 0 22-15,-4-4 0 0,-8 0 0 0,-5 4 0 16,-13 0-11-16,0 0-3 0,-5-7 0 0,-12 7 0 16,-9-4 8-16,0 0 2 0,-13 4 0 0,-9-4 0 15,0 0-10-15,-8 0-8 0,-14 4 12 0,-8 4-12 16,-4-4 10-16,-18 0-10 0,0 4 8 0,0 0-8 15,-4 0 0-15,0 0 0 0,-18 0 8 0,5-1-8 16,4 1 0-16,-4 4 10 0,4-4-10 0,-4 0 10 0,-9 0-1 16,4 3 0-16,-17-3 0 0,17 4 0 0,-3 0 2 0,7-1 0 15,1 5 0-15,4-4 0 0,5-1-23 0,16 1-5 16,10-4-1-16,4 4-706 16,4-5-142-16</inkml:trace>
  <inkml:trace contextRef="#ctx0" brushRef="#br2" timeOffset="50975.273">3828 8783 633 0,'0'0'56'0,"0"0"-44"0,0 0-12 0,0 0 0 0,0 0 143 0,0 0 26 16,0 0 6-16,0 0 1 0,4-4-90 0,-4 4-18 15,0 0-3-15,13 4-1 0,5-4 18 0,-9 3 3 16,4-3 1-16,4 4 0 0,0 0-23 0,-8 8-5 15,8-1-1-15,1 1 0 0,-5 3-3 0,0 1-1 16,4 3 0-16,1 4 0 0,-1 0-15 0,5 1-3 16,-1-5-1-16,5 8 0 0,-4 0-13 0,-5-4-2 15,1 4-1-15,4-4 0 0,-1 1-9 16,1 3-1-16,8 0-8 0,-4 0 12 0,5 0-12 0,8 7 0 16,0 1 0-16,-4 4 0 0,-5-1 0 0,1 1 0 15,3 3 0-15,1-3 0 0,-5 3 24 0,-4-3 0 16,1-4-1-16,7 0 0 0,-12-5-9 0,4-3-2 15,4 1 0-15,-12-9 0 0,-1 8-4 0,1-8-8 16,3 4 11-16,1 0-11 0,0 1 8 0,-1-1-8 16,5-4 0-16,0 12 0 0,-8-8 24 0,8 4-3 15,-9-8 0-15,1 1 0 0,-1-1-30 0,-4 0-7 0,4-3 0 16,-8-1-1-16,4 1 27 0,4-5 6 0,-12-3 0 16,8 0 1-16,-13 3-17 0,9-7 0 0,-9 0 0 0,13 0 0 15,-13-4 12-15,0 0-2 0,4 4 0 0,-4-4 0 16,0 4-10-16,0-4-14 0,0 0 3 0,0 0 1 15,0 0 22-15,0 0 5 0,-4-12 1 0,4 12 0 16,-13-8-18-16,4 1 0 0,-4-9 0 0,0 5 0 16,0-5-13-16,-5 5-3 0,10-5-1 0,-14-3 0 15,5 0 40-15,-1-5 8 0,1 5 1 0,-9-4 1 16,8-4-21-16,-8-4-12 0,-8 0 12 0,-1-4-12 0,-4-3 10 16,0-5-10-16,-9 1 8 0,5-8-8 0,-1-1 22 15,-4 1-1-15,5 0 0 0,-9-4 0 0,8 4-21 16,10 15 0-16,8 0 0 0,-9 1 0 15,-4-1-12-15,8 0-6 0,5 8-2 0,-13-4 0 0,9 0 20 0,-14-7 0 16,10-1 0-16,-1 4 0 0,0 1 0 0,9-1 0 16,-4 0 0-16,4 4 0 0,4 0 0 0,0 0 0 15,-8 4 0-15,13 4 0 0,-10 4 12 0,10 0 7 16,0 3 1-16,4 5 0 0,4 3-31 0,-8 0-5 16,17-3-2-16,-13 7 0 0,8-4 18 0,-12 4 0 15,13 0 0-15,-5-3 0 0,0 3 0 0,9 4 0 16,-4 0 0-16,4 0 0 0,0 0 18 0,0 0-2 15,0 0-1-15,0 0 0 0,0 0-24 0,4 11-5 16,18 5-1-16,-5 3 0 0,1 4 15 0,-10 0 0 16,18 0 0-16,-4 5-9 0,4-5 9 0,9 8-8 15,4-1 8-15,0 9-8 0,-4 0 8 0,0-8 0 16,-9-1 0-16,8 5 0 0,5 0 0 0,-8-4 0 0,8 7 0 16,0-3 0-16,0 4 15 0,4 11 5 0,5 4 0 0,-4 4 1 15,8-4-21-15,-4 0 0 0,-5-4 0 0,-4-3 0 16,0-9 0-16,-8 1-20 0,3-4 4 0,1-5 1 15,0-3 24-15,-9 0 5 0,0-3 1 0,0 3 0 16,-4-4-24-16,-1-4-5 0,5 0-1 0,-8 1 0 16,-5-5 24-16,4 4 5 0,5 5 1 0,-5-9 0 15,9 1-15-15,-4 3 0 0,-5 0 0 0,5 0 0 16,-5-7 0-16,1 3 0 0,-1-7 0 0,-8 4 0 16,4-5 0-16,-9 5 0 0,14 0 0 0,-5-5 0 0,-13-7 0 15,8 0 0-15,-3 0 0 0,8 0 0 16,-13 0 0-16,0 8 0 0,0-8 0 0,0 0 0 15,4 4 0-15,-4-4 0 0,0 0 0 0,0 0 0 0,13 0 0 16,-13 0 0-16,0 0 0 0,0 0 0 0,0 0 0 16,0 0 0-16,0 0 0 0,0 0 0 0,-17-8 0 0,17 8 0 15,0 0 0-15,-5-4 0 0,-8-3 0 0,13 7 0 16,0 0 0-16,-4-4 0 0,-13-4 0 0,4 4 0 16,8 0 0-16,-8-7 0 0,9 3 0 0,-13 0 0 15,8 1 0-15,-9-5 0 0,10 0 0 0,-5 1 0 16,-5-5 0-16,10 1 0 0,-14 0 13 0,5-1 0 15,-1-3 0-15,1-4 0 0,8 3-13 0,-21-3 0 16,17 0 0-16,-18 0 0 0,10 0 0 0,-14-8-16 16,9 0 1-16,-9-4 1 0,-13-3 14 0,5-1 0 15,4 4 0-15,0-3 0 0,0-5 0 0,0-3 0 0,4 7 0 16,-4-3 0-16,0-1 0 0,13 16 0 16,-5-4 0-16,1 0 0 0,4 1 0 0,8-1 0 0,-21 0 0 15,22 4 0-15,-18-4 0 0,-8-8 0 0,12 1 0 16,-8-1 0-16,5-3 0 0,8 3 0 0,4 0 0 15,-4 8 0-15,0 1 0 0,8-1 0 0,1 8 0 0,-5-1 0 16,18 5 0-16,-13 4 0 0,4-1 0 0,8 5 0 16,1 3 0-16,-5 4 0 0,9-4 0 0,-9 4 0 15,9 4 12-15,0-3 6 0,0-1 1 0,-17 0 0 16,17 4-31-16,0 0-5 0,0 0-2 0,0 0 0 16,0 0 19-16,0 0 0 0,17 11 0 0,-8 5 0 0,4-1 0 15,-4 5 0-15,17-1 0 0,-9 0 0 0,-8 4 0 16,26 1 0-16,-18-1 0 0,5 8 0 0,13-1 0 0,-9 5 0 15,4 0 0-15,-4 0 0 0,4 3 0 0,10 1 8 16,-14 3-8-16,13 1 12 0,-5-5-12 0,5 9-8 0,-4-1 8 0,4 8-13 16,-4-7 13-16,4-1 0 15,5-4 0-15,-10 5 0 0,5-9 0 0,-8 1 13 16,8 3-2-16,-4-3-1 0,-5-8-10 0,-4 4 0 16,0-5 0-16,5 1 0 0,-10 0 0 0,-3-8 8 15,8 4-8-15,-5-3 0 0,5 3 0 0,-8-4 0 16,4 4 8-16,-1-4-8 0,-3 0 0 0,8-4 0 15,4 1 0-15,-13-1 0 0,5 0 8 0,-5-3-8 16,10 3 0-16,-10-3 8 0,5-5-20 0,4 1-5 16,-18-1-1-16,10 1 0 0,-1-1 18 0,0-3 0 15,1 0 0-15,-14 3 0 0,14 5 21 0,-14-5 8 0,9-3 2 0,-9 0 0 32,1-4-50-32,3 4-9 0,1-5-3 0,-9-3 0 0,0 0 52 0,0 0 11 0,0 0 1 0,0 0 1 15,0 0-25-15,0 0-9 0,0 0 0 0,0 0 9 16,0 0-9-16,0 0 0 0,0 0 0 0,0 0 0 15,0 0 9-15,0 0-9 0,0 0 10 0,0 0-10 16,0 0 23-16,0 0-2 0,-9-3 0 0,9-5 0 16,-8 0-33-16,-1 4-8 0,9-4 0 0,0-3-1 15,-17 3 21-15,4-3 0 0,4-1 0 0,0-3 0 16,-13-1 0-16,18-3 0 0,-9 0 0 0,4-5 0 16,-8 5 0-16,-5 0 0 0,5-4-9 0,4 7 9 15,-4 1 0-15,-5-5 0 0,0 1 0 0,0 0 0 0,5-1 0 0,-5 1 0 16,-4-4 0-16,0-8 0 15,-4 0 0-15,4 0 0 0,-9 0 0 0,9-3 0 0,-13-5 0 0,4 4 0 16,-17-3 0-16,9-5 0 0,4-3 0 0,-9 0 0 16,4 3 0-16,5-7 0 0,5 8 20 0,-6-5 0 15,10 9 1-15,0-1 0 0,-1 8-21 0,10-4 0 16,-1 4 0-16,-9 1 0 0,10 6 0 0,-1-3 0 0,0 4 0 0,-4 0 0 16,13-4-12-16,-22 4-8 15,18 4 0-15,-5-5-1 0,-12-3 21 0,12 8 0 0,5-4 0 0,-18 0 0 16,22 0 0-16,-13-1 0 15,4 5 0-15,5 0 0 0,-5-4-8 0,5 3 8 0,4 5 0 0,-5-4 0 16,9 3 14-16,-8 1 7 16,17 3 2-16,-17 1 0 0,17 3-39 0,-5 0-7 0,-3 0-1 0,8 8-1 15,-9-4 25-15,9 4 0 16,0 0 0-16,0 0-8 16,0 0-24-16,0 0-5 0,0 0-1 0,0 0 0 0,0 0 38 0,0 0 0 15,0 0 0-15,0 0 0 0,0 0 0 0,0 0 0 0,0 8 0 16,9 4 0-16,4-1 0 0,4 1 0 0,-13 0 0 0,9 3 0 15,5 0 0-15,-9 1 16 0,8 3 0 16,13 0-1-16,-17 5-24 0,18-1-5 0,-5 0-1 0,4 8 0 16,-4 4 15-16,5-1 0 0,3 5 0 0,5 0 0 15,-4-1 0-15,-4 5 15 0,8-1-3 0,8 4-1 16,-12 1-11-16,4-1-16 0,0 4 4 0,0 0 1 16,1-11 11-16,3 4 0 0,5-5 0 0,-9 5 0 15,-4-5 0-15,-5 1 0 0,0-1 0 0,9-3 0 0,-17-4 9 16,9 0 4-16,-5-4 1 0,4 4 0 0,-8-4-14 0,12 0 0 15,-8 0 0-15,9 0 0 0,-17-4-8 0,8 0-5 16,4 0-1-16,-4 5 0 0,4-9 14 0,-3 4 0 0,3 0 0 0,-8-4 0 16,-1-3 0-16,1-1 0 15,4-3 0-15,-13 0 0 0,5-5 0 0,-5 5 0 16,4-1 0-16,-8 5 0 0,-1-5 0 0,10-3 0 16,-14-4 0-16,-4-4 0 0,0 0 0 0,4 8 0 15,-4-8 0-15,0 0 0 0,0 0 0 0,0 0 0 16,0 0 0-16,0 0 0 15,0 0-54-15,0 0-8 0,0 0-2 0,-4 0-1152 0</inkml:trace>
  <inkml:trace contextRef="#ctx0" brushRef="#br2" timeOffset="68937.879">2378 7122 57 0,'0'0'0'0,"0"0"0"15,0 0 0-15,0 0 0 0,0 0 0 0,0 0 0 0,0 0 414 16,4 8 78-16,5 0 15 0,-9-8 3 0,0 0-351 0,0 0-71 16,0 0-13-16,8 4-3 0,5 0-51 0,0-1-9 15,-8-3-3-15,-5 0 0 0,0 0-9 0,8 4 0 16,6 4 0-16,-10 0 0 0,9 0 0 0,-9 3 0 16,9-3 0-16,5 3 0 15,-14 5-112-15,0-5-28 0,9 5-6 0</inkml:trace>
  <inkml:trace contextRef="#ctx0" brushRef="#br2" timeOffset="69164.18">2751 7547 1573 0,'0'0'34'0,"0"0"7"0,0 0 2 0,0 0 2 0,9 8-36 0,0-4-9 0,-1 0 0 0,-8-4 0 16,9-4 39-16,-9 4 5 0,4 0 2 0,-4 0 0 16,13 0-20-16,-13 0-4 0,0 0-1 0,0 0 0 15,9 0-10-15,-9 0-3 0,0 0 0 0,0 0 0 16,0 0-92 0,13 7-20-16,-13 5-3 0</inkml:trace>
  <inkml:trace contextRef="#ctx0" brushRef="#br2" timeOffset="69353.591">2981 7744 864 0,'0'0'76'0,"0"0"-60"16,0 0-16-16,0 0 0 0,0 0 134 0,0 0 24 16,0 0 5-16,0 8 1 0,5 0-107 0,-5-8-21 15,0 0-4-15,0 0 0 0,13 7-44 0,-13 1-9 16,0-8-2-16,0 0 0 15,0 0-45-15,17 4-8 0,-17-4-3 0,0 0-313 16,0 0-62-16</inkml:trace>
  <inkml:trace contextRef="#ctx0" brushRef="#br2" timeOffset="69548.695">3194 7972 345 0,'0'0'31'0,"0"0"-31"0,0 0 0 0,0 0 0 16,0 0 313-16,0 0 57 0,0 0 11 0,0 0 3 15,9 8-205-15,-9-8-41 0,0 0-8 0,4 7-2 16,0 1-102-16,-4-8-26 0,0 0 0 0,0 0 0 16,13 12 0-16,-13-5 0 0,0-7 0 15,9 8 0-15,-9-8 0 0,0 0 0 0,0 0 0 16,9 8 0 0,-9 3-64-16,9 1-19 0,-9-12-3 0,8 8-800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2:35:51.7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7862 3343 1497 0,'0'0'66'0,"0"0"14"0,0 0-64 0,0 0-16 15,0 0 0-15,0 0 0 0,0 0 55 0,0 0 7 16,0 0 2-16,0 0 0 0,13-8 37 0,-13 8 8 15,0-8 2-15,0 8 0 0,5-7-59 0,-5 3-11 16,0-8-2-16,-5 4-1 0,5 1 4 0,0 3 1 16,-4-4 0-16,-5 8 0 0,9 0 17 0,-4-11 3 15,0 3 1-15,-5 0 0 0,9 4-4 0,-9-3-1 0,-4 3 0 0,9 0 0 16,-13 4-25-16,3-8-5 16,6 4-1-16,-1 4 0 0,-4-8-7 0,-4 8-1 15,4 0-1-15,-5 0 0 0,10-7 2 0,-10 7 1 16,1 7 0-16,4-7 0 0,-4 0-10 0,8 4-3 15,-9 0 0-15,1 8 0 0,4-8-9 0,4 3-12 16,-8 5 2-16,4 0 1 0,4-1 58 0,-8 1 12 16,8 3 3-16,-4 4 0 0,0 1-52 0,9-1-12 0,-14 0 0 15,10 1 0-15,3 7 0 0,1-4 0 0,4 8 0 0,-4-4 0 16,4 4 0-16,0 0 0 0,4-1 0 16,-4 9 0-16,4-12 0 0,9 4 0 0,-8 0 0 15,8-4 0-15,4 0 0 0,-4-4 0 0,0-4 0 0,5 5 0 16,-1-5 0-16,0-8 0 0,5 5 0 0,-5-5 0 15,1 1 0-15,-1-4 0 0,5-4 0 0,-5 3 0 16,1-3 0-16,-14-4-10 0,13 0 10 0,1 0-8 16,-10 0-18-16,5-4-3 0,5 0-1 15,-10 1 0-15,6-1-153 0,-10-8-30 0,9 4-7 16</inkml:trace>
  <inkml:trace contextRef="#ctx0" brushRef="#br0" timeOffset="426.259">8305 3439 1152 0,'0'0'102'0,"0"0"-82"0,0 0-20 0,0 0 0 16,0 0 210-16,0 0 38 0,0 0 7 0,0 0 1 15,0 0-112-15,0 0-22 0,0 0-5 0,0 0-1 16,13 0-46-16,-13 0-10 0,0 0-1 0,13 0-1 16,0 0-11-16,-4 0-3 0,4 0 0 0,-4 0 0 15,8-7-31-15,-4 7-13 16,-9 0 11-16,10 0-11 0,3 0 15 0,-8 0-3 0,8 0-1 0,-4 7 0 0,-13-7-11 0,9 0-16 16,-9 0 4-16,8 0 1 15,-3 4-93-15,8 0-20 0,-9-4-3 0,0 4-1025 16</inkml:trace>
  <inkml:trace contextRef="#ctx0" brushRef="#br0" timeOffset="744.604">8271 3632 748 0,'0'0'67'0,"0"0"-54"0,0 0-13 0,0 0 0 16,0 0 199-16,0 0 37 0,0 0 7 0,0 0 1 15,0 0-93-15,0 0-19 0,0 0-4 0,0 0-1 16,0 0-25-16,0 0-5 0,0 0-1 0,0 0 0 16,0 0-15-16,8 8-3 0,-8-8-1 0,13 4 0 15,5-4-17-15,-10 0-3 0,5 0-1 0,5 4 0 16,-1 0-25-16,0-1-6 0,1-3-1 0,-5 4 0 15,0 0-8-15,0 0-1 0,4 4-1 0,-8-8 0 16,4 0-14-16,-4 4 0 0,-9-4 0 0,0 0 0 16,0 0-91-16,13 3-14 0,4-3-3 0,-13 0-728 15,14 0-146-15</inkml:trace>
  <inkml:trace contextRef="#ctx0" brushRef="#br0" timeOffset="1925.762">9104 3277 403 0,'0'0'36'0,"0"0"-36"16,0 0 0-16,0 0 0 0,0 0 199 0,5-8 33 16,-1 5 6-16,-4 3 2 0,9-12-131 0,-5 8-25 0,0 0-6 0,-4 4-1 15,9-7 17-15,0 3 3 16,4 0 1-16,-13 4 0 0,0 0-14 0,0 0-2 0,0 0-1 0,0 0 0 16,4 4-13-16,9 0-4 0,-9 3 0 0,14 1 0 15,-18 4 0-15,13 3 0 0,-9 0 0 16,1-3 0-16,-1 3-51 0,5 1-13 15,-9-1 0-15,0 1 0 0,0 3 54 0,0 0 8 0,0-3 2 16,0 3 0-16,-9 4-37 0,5 8-7 16,-1-8-2-16,1 1 0 0,-9 3-6 0,-5-8-2 0,18 4 0 0,-4-4 0 15,-9-3-2-15,4-1 0 0,-4 1 0 0,0-1 0 16,5-3-8-16,-5-8 0 0,13-4 9 0,-9 3-9 16,-4-3-11-16,9 0-6 0,-9 0-2 0,8 0 0 15,-8 0-129-15,13 0-27 16,-4-3-5-16</inkml:trace>
  <inkml:trace contextRef="#ctx0" brushRef="#br0" timeOffset="2330.504">9486 3215 1918 0,'0'0'85'0,"0"0"18"0,0 0-83 0,0 0-20 0,0 0 0 0,0 0 0 16,0 0 125-16,0 0 21 0,0 0 4 0,0 0 1 16,0 0-62-16,0 0-12 15,0 0-2-15,0 0-1 0,0 0-37 0,0 0-7 0,0 0-2 0,0 0 0 16,13 8 3-16,-13 4 0 0,0-5 0 0,0 5 0 15,-8 0-4-15,3-1-1 0,5 8 0 0,-4-11 0 16,4 8-6-16,0 3-2 0,-4-4 0 0,-5 1 0 16,9 3-8-16,-4 0-2 0,4 1 0 0,0 3 0 15,4 4-8-15,-4-8 0 0,0 4 9 0,13 4-9 16,-13-3 0-16,4 6 0 0,9-3 0 0,-13-3 0 0,18-9 0 0,-9 4 0 16,4 1 0-16,4-1-8 15,0-7 8-15,-8-1-10 0,13 5 10 0,-5-13-10 16,0 1-23-16,1-4-5 0,3 0-1 0,1-4 0 15,-4 1-150-15,-5-5-31 16,4 4-5-16</inkml:trace>
  <inkml:trace contextRef="#ctx0" brushRef="#br0" timeOffset="2722.985">8996 3277 1267 0,'-5'0'112'0,"5"0"-89"0,0 0-23 0,0 0 0 16,-13 0 207-16,13 0 37 0,0 0 7 0,0 0 1 15,0 0-104-15,0 0-20 0,0 0-5 0,0 0-1 16,9-11-51-16,-9 11-11 0,0 0-1 0,9-8-1 16,8 0-5-16,-4 4-1 0,4-3 0 0,-8-1 0 15,9 8-4-15,-1-12-2 0,5 12 0 0,-5-4 0 16,0 0-9-16,1-3-1 0,3 3-1 0,-3 4 0 16,8-4-20-16,0 0-4 0,-4 4-1 0,-5 0 0 15,5 0-10-15,-1 4 0 0,10-4 0 0,-9 0 0 16,-5 4 0-16,5-4 0 0,-5-4 0 0,0 4 0 15,1 4-49-15,-5-4-12 0,4 0-3 16,-4 0 0-16,5 0-115 0,-1 0-23 0,0 0-5 16</inkml:trace>
  <inkml:trace contextRef="#ctx0" brushRef="#br0" timeOffset="3115.264">10390 3254 1728 0,'0'0'76'0,"0"0"16"0,0 0-73 0,0 0-19 0,0 0 0 0,0 0 0 16,0 0 106-16,0 0 18 0,0 0 3 0,0 0 1 16,0 0-14-16,0 0-2 0,0 0-1 0,0 0 0 15,0 0-53-15,-5 4-10 0,5-4-3 0,-13 8 0 16,9 3-9-16,-9-7-3 0,0 4 0 0,4-1 0 16,5 5-5-16,-13 3 0 0,3-3-1 0,-3 7 0 15,8-7 10-15,-8 3 3 0,0 5 0 0,-1-1 0 16,-3 0-32-16,3 1-8 0,1-1 0 0,4 0 0 15,-9-3 0-15,13-1 0 0,-8 4 0 0,0 1 0 16,-1-5-50-16,5 4-11 0,5-7-3 16,-5 0 0-16,8-5-68 0,-3 1-13 0,8-8-3 15,0 0-616-15,0 0-124 0</inkml:trace>
  <inkml:trace contextRef="#ctx0" brushRef="#br0" timeOffset="3368.823">10051 3343 2419 0,'0'0'53'0,"0"0"11"0,0 0 3 0,0 0 1 0,0 0-55 0,0 0-13 16,0 0 0-16,0 0 0 0,0 0 105 0,0 0 19 0,0 0 3 0,17 4 1 16,-8 3-103-16,0-3-25 0,8 4 0 0,-8 0 0 15,4 3 56-15,4 1 7 16,-8 3 1-16,8 1 0 0,1-1-52 0,-1 1-12 15,0 3 0-15,1-8 0 0,-1 5 26 0,0-5 2 0,-4 5 1 0,5-1 0 16,-5 1-29-16,4-8-10 0,1 3 0 0,-1-3 0 31,0-4-146-31,-12 3-28 0,3-7-7 0,-8 0-1 0</inkml:trace>
  <inkml:trace contextRef="#ctx0" brushRef="#br0" timeOffset="4226.565">10737 3196 2012 0,'0'0'44'0,"0"0"10"15,0-4 2-15,0 4 0 0,0 0-45 0,0 0-11 0,0 0 0 0,9 0 0 0,-5-8 74 0,-4 5 13 16,4-1 2-16,5 0 1 0,-5 4-38 0,-4 0-7 15,0 0-1-15,0 0-1 0,9 0-1 0,-9 0 0 16,0 0 0-16,9 4 0 0,-5 0 19 0,9 7 4 16,-13-7 1-16,5 11 0 0,-5 5-53 0,0-5-13 15,0 5 0-15,4 3 0 0,-4 4 0 0,0-8 0 16,0 4 0-16,9 0 0 0,-9 4 0 0,4-3 0 16,-4 3 0-16,0-4 0 0,0 0 26 0,0-4 2 15,4 1 1-15,-4-1 0 0,5-8-21 0,-5 1-8 0,8 3 0 0,-8-11 9 16,0-4-9-16,0 0 8 15,0 0-8-15,0 0 8 0,0 0-8 0,-8-4 12 0,8-15-12 16,-5 8 12-16,5-9-12 0,-4 9 0 16,4-9 0-16,0 5 8 0,-4-4-8 0,4 3 0 0,-9-3 0 0,9 0 0 15,0-1 0-15,0-3 0 0,-4-4 0 0,4 8 0 16,0-1 0-16,0 1 0 0,0 4 0 0,4 3 0 16,-4-7 0-16,9 7 0 0,-5-3 0 0,-4 3 0 15,4 4-11-15,9-3 11 0,-8 3-8 0,8-3 8 16,-9 3 0-16,0-4-10 0,9 8 10 0,-4 1 0 15,4-5-12-15,4 4 4 0,-8 0 8 0,9 0-13 16,12 4-23-16,-8-7-4 0,-5 7 0 16,5 0-1-16,12-4-110 0,-7 4-21 0,-1 0-5 0</inkml:trace>
  <inkml:trace contextRef="#ctx0" brushRef="#br0" timeOffset="4615.133">11597 3173 864 0,'0'0'38'0,"0"0"8"16,0 0-37-16,0 0-9 0,0-12 0 0,0 12 0 0,-9-4 245 0,9 4 47 15,0 0 10-15,0 0 2 0,0 0-166 0,0 0-33 0,0-3-6 0,0 3-2 16,9-12-53-16,-9 12-10 0,0 0-2 0,0 0-1 16,0 0 29-16,0 0 5 0,0 0 2 0,0 12 0 15,0-12-27-15,-13 7-4 0,9 5-2 0,-10-4 0 16,6 3-3-16,-5 1-1 0,8-1 0 0,-8 5 0 16,-4-8-9-16,13 7-1 0,-9-3-1 0,4 7 0 15,0-4-33-15,1 1-6 0,-10 3-2 0,5-7 0 16,13 3 22-16,-8 0 0 0,-10-3 0 0,5 7 0 15,9-7 0-15,4 0 0 0,-13 3 10 0,4-3-10 16,-4-5-49 0,9 5-17-16,4-12-3 0,-5 0-1 15,-12 4-69-15,17-4-13 0,0 0-4 0,0 0-865 0</inkml:trace>
  <inkml:trace contextRef="#ctx0" brushRef="#br0" timeOffset="4878.224">11336 3250 1638 0,'0'0'72'0,"0"0"16"0,5 0-71 0,-5 0-17 15,0 0 0-15,0 0 0 0,0 0 92 0,0 0 16 16,0 0 2-16,0 0 1 0,0 0-19 0,0 0-3 16,0 0-1-16,0 0 0 0,0 0-24 0,0 0-4 15,13 4-2-15,-9 8 0 0,0-1-11 0,5-3-3 16,0 3 0-16,4 1 0 0,4 0-10 0,1 3-2 15,-14 4-1-15,13-7 0 0,1 3-13 0,-10 1-2 16,5-1-1-16,0 1 0 0,0-1-15 0,0 1 0 16,0-13 0-16,5 13 0 15,-18-12-72-15,4 3-20 0,14 1-4 0,-10-4-702 0,-8-4-141 16</inkml:trace>
  <inkml:trace contextRef="#ctx0" brushRef="#br0" timeOffset="5588.227">12005 2918 1497 0,'0'0'32'0,"0"0"8"0,0 0 0 0,0 0 4 0,0 0-36 0,0 0-8 15,0 0 0-15,0 0 0 0,9-8 104 0,-1 4 20 0,5-11 3 0,-8 3 1 16,8 5-52-16,-9 3-9 16,9-8-3-16,9 5 0 0,-5-9 0 0,1 5 0 15,-14 3 0-15,13 0 0 0,5 4 0 0,-5-7 0 16,1 7 0-16,-1 0 0 0,1 4-51 0,-10 0-13 0,5 0 0 0,5 0 0 16,-10 0 54-16,5 0 8 0,0 8 2 0,-8 3 0 15,-1-3-52-15,0 4-12 0,5-1 0 0,-9 5 0 16,0 3 0-16,0 0 0 0,0-7 0 0,0 7 0 15,0 0 0-15,0 1 0 0,-9-5 0 0,9 4 0 16,-4-7 0-16,0 7 0 0,-1-3 0 0,-8 3 0 16,13 4 0-16,0-3 0 15,-4 3 0-15,-9-4 0 0,9 0 54 0,-14 4 8 0,5-3 2 0,5 7 0 0,-10-12-52 0,1 8-12 16,-1 4 0-16,1-7 0 16,-5-1 0-16,5 0 0 0,4-3 0 0,4-1 0 15,-8 1 0-15,4 3 0 0,4-11 0 0,-4 7 0 0,9 1 0 0,0-5 0 16,-10 1 0-16,14-8 0 0,-4 7 0 0,-5-11 0 15,5 8 0-15,0-4 0 0,4-4 0 0,0 0 0 16,0 0 0-16,0 0 0 0,0 0 54 0,17 4 8 16,-8-4 2-16,8-4 0 15,1 0-103-15,-1 0-20 0,5 0-4 0,-1 4-1 16,1-11 103-16,-5 7 20 0,1 0 4 0,-1 4 1 16,5-12-103-16,-5 12-20 0,-4-4-4 0,5 1-1 0,-10 3 52 0,10 0 12 15,-5 0 0-15,4 0 0 0,0 0 0 0,-12 0 0 16,12 0 0-16,-17 0 0 15,5 0-54-15,-5 0-8 0,13-8-2 0,-5 8 0 16,-8 0-102-16,0 0-21 0,13-4-4 0</inkml:trace>
  <inkml:trace contextRef="#ctx0" brushRef="#br0" timeOffset="7141.709">18914 3269 864 0,'0'0'76'0,"0"0"-60"0,0 0-16 0,0 0 0 15,0 0 167-15,0 0 30 0,9-3 7 0,-9 3 0 16,8-12-92-16,-3 4-20 0,-1 1-3 0,-4 7-1 15,4-4-24-15,5 0-4 0,-9 4-2 0,0-16 0 16,0 5 2-16,0 11 0 0,0 0 0 0,0-12 0 16,-9 4 0-16,9 8 1 0,0-11 0 0,-8 3 0 15,3 0-5-15,-3 5-2 0,-1-9 0 0,9 8 0 16,-17 0-14-16,4-3-4 0,8-1 0 0,1 4 0 16,4 4-36-16,-17-4 0 0,8 4 0 0,0-4 0 15,5 0 26-15,-9 1 4 0,9-1 1 0,-9 0 0 16,-1 8-15-16,6-4-2 0,8 4-1 0,-13-1 0 0,4-3 3 15,-4 8 0-15,0-4 0 0,4 8 0 0,-4-5-1 0,5 5 0 16,-10-1 0-16,5 5 0 0,5-5-5 0,-10 5-1 16,1 3 0-16,8-3 0 0,0-1-9 0,-8 1 0 15,13 3 9-15,-9 0-9 16,8 0-14-16,-3 1-7 0,-1 3-2 0,9 0 0 0,-13 0 23 0,13 4 0 16,-4 0 0-16,-1 8 0 0,10 0 0 0,-1 3 0 15,-4-3 0-15,13 0 0 0,-9 0 0 0,9-1 0 16,-4-3 0-16,8-8 0 0,-4 1 0 0,5-5 0 15,4 0 0-15,-1 1 0 0,1-9 0 0,-5 5 0 16,5-5 0-16,-5-3 0 0,9 3 19 0,-13-11 8 0,1 4 1 16,3 0 1-16,-17-4-29 0,17 12-8 0,5-12-1 15,0 0 0 1,-9 0-69-16,4 4-14 0,0-4-2 0,-8 0-1 16,8-4-171-16,-3 4-34 0</inkml:trace>
  <inkml:trace contextRef="#ctx0" brushRef="#br0" timeOffset="7529.966">19578 3389 403 0,'0'0'36'0,"0"0"-36"0,0 0 0 0,0 0 0 16,0 0 292-16,0 0 52 15,0 0 11-15,0 0 1 0,0 0-193 0,0 0-39 16,0 0-8-16,0 0-2 0,0 0-34 0,0 0-8 15,0 0 0-15,0 0-1 0,0 0-15 0,5 0-2 16,8-8-1-16,-4 4 0 0,-1 4-12 0,10 0-2 16,-10-3-1-16,5 3 0 0,5-4-26 0,3 0-4 15,-3 4-8-15,-1-4 11 0,-8 4-11 0,4 0-16 16,-4-4 4-16,4 4 1 16,4 0-45-16,-13-4-10 0,-4 4-2 0,13 0-680 0,-4 0-137 0</inkml:trace>
  <inkml:trace contextRef="#ctx0" brushRef="#br0" timeOffset="7807.248">19487 3582 1094 0,'0'0'97'0,"0"0"-77"15,0 0-20-15,0 0 0 0,0 0 196 0,0 0 35 16,0 0 7-16,0 0 2 0,0 0-90 0,0 0-18 16,13 0-3-16,-8 0-1 0,8-8-67 0,-9 5-13 15,5-5-4-15,8 8 0 0,-4-8-16 0,4 4-4 16,-8 4-1-16,9-4 0 0,8 1-23 0,-5-1 9 16,-3 0-9-16,3 4 0 15,-3-4-19-15,3 4-10 0,-8-4-3 0,-4 0-740 0,4 4-148 0</inkml:trace>
  <inkml:trace contextRef="#ctx0" brushRef="#br0" timeOffset="8215.921">20282 3204 1267 0,'0'0'56'0,"0"0"12"16,0 0-55-16,0 0-13 0,0 0 0 0,0 0 0 0,0 0 105 0,13 0 19 15,-13 0 3-15,9 0 1 0,4-4 0 0,-9 4 0 16,9 0 0-16,-4 0 0 0,-1 4-103 15,10 3-25-15,-14-3 0 0,14 0 0 0,-14 8 56 0,9-4 7 16,-4 3 1-16,4 1 0 0,-13 3 0 0,8 4 0 16,1-7 0-16,-9 7 0 0,4 1-52 0,-4-1-12 15,0 4 0-15,0-4 0 0,-4 1 0 0,-5 3 0 16,5 4 0-16,0-8 0 0,-1 4 54 0,-12 4 8 16,17 0 2-16,-17 0 0 0,12-7-52 0,-8-1-12 15,0-4 0-15,4 5 0 0,-8-9 0 0,17 9 0 16,-17-9 0-16,17-3 0 15,-13 0-48-15,13-8-13 0,-9 4-3 0,9-4 0 16,0 0-61-16,0 0-13 0,0 0-2 0,0 0-897 16</inkml:trace>
  <inkml:trace contextRef="#ctx0" brushRef="#br0" timeOffset="8620.77">20695 3157 1393 0,'0'0'61'0,"0"0"14"16,0 0-60-16,0 0-15 0,0 0 0 0,0 0 0 15,0 0 100-15,0 0 16 0,0 0 4 0,0 0 1 16,0 0-4-16,0 0-1 0,0 0 0 0,0 0 0 0,0 0-42 0,0 0-9 15,0 0-1-15,0 0-1 0,0 0-18 16,0 16-3-16,0-12-1 0,0 11 0 0,-5-7-13 0,5 3-4 16,-9 1 0-16,9 4 0 0,-4-1-6 15,0 8-2-15,4-11 0 0,-9 7 0 0,5 0-4 0,-1 8-2 16,5-11 0-16,0 11 0 0,-4-4-2 0,4-4-8 16,4 1 12-16,-4-1-4 0,0 0-8 0,0-3 0 15,5 3 0-15,8 0 0 0,-13 1 0 0,8 3 0 0,6 4 0 0,-1-16 0 16,-5 5 0-16,5-1 0 0,5-7 0 0,-5 0 0 31,0-5-32-31,4 1 2 0,0-8 0 0,1 1 0 16,-1-5-41-16,1 0-8 0,-10-3-1 0,5-1-1 15,-8 4-164-15,-1-3-33 0</inkml:trace>
  <inkml:trace contextRef="#ctx0" brushRef="#br0" timeOffset="9024.831">20186 3219 1897 0,'0'0'41'0,"0"0"9"0,0 0 2 0,0 0 2 0,0 0-43 0,0 0-11 16,0 0 0-16,0 0 0 0,0 0 67 0,0 0 11 16,0 0 2-16,0 0 1 0,0 0-13 0,0 0-4 15,0 0 0-15,0 0 0 0,0 0 0 0,13-4 0 16,-13 0 0-16,18-3 0 0,-9 3 0 0,4-4 0 16,4 8 0-16,0 0 0 0,5-11-37 0,0 7-8 15,-5 0-2-15,5 4 0 0,-5-12 2 0,1 8 0 16,-1 1 0-16,5 3 0 0,-1-8-7 0,1 8 0 15,0-4-1-15,4 4 0 0,-4 4-11 0,-1-4 0 16,1 0 0-16,-5 0 0 0,5 8 0 0,-5-8 0 16,-4 0 0-16,5 0 0 0,-1-8-19 0,-8 8-2 15,4-4-1-15,-9 4 0 16,1-4-33-16,3 0-6 0,10 4-2 0,-14 0 0 16,0-7-185-16,9 3-36 0</inkml:trace>
  <inkml:trace contextRef="#ctx0" brushRef="#br0" timeOffset="9440.133">21494 3115 518 0,'0'0'46'0,"0"0"-37"0,0 0-9 0,0 0 0 16,0 0 227-16,0 0 43 0,0 0 9 0,0 0 1 0,0 0-159 0,0 0-32 16,0 0-6-16,0 0-2 0,0 0-15 0,0 0-3 15,0 0-1-15,0 0 0 0,13 8-22 0,-13-8-5 16,0 0-1-16,0 11 0 0,0-11 8 0,-5 8 2 15,-3 4 0-15,-1-9 0 0,9 13-3 0,-13-8 0 16,0 3 0-16,4-3 0 0,-13 3-7 0,9 9-2 16,0-9 0-16,0 5 0 0,-13 3-14 0,5-7-3 15,3 3-1-15,9 4 0 0,-8-3-14 0,0-1 0 16,-5 1 0-16,5-5 0 0,4 5 0 0,-5-5-10 16,-8 5 2-16,13-1 0 15,4-11-28-15,1 12-6 0,-10-13-1 0,10 1 0 16,8-4-155-16,0 0-31 0,-13 12-7 0</inkml:trace>
  <inkml:trace contextRef="#ctx0" brushRef="#br0" timeOffset="9704.927">21111 3246 1890 0,'0'0'84'0,"0"0"16"16,13 0-80-16,-13 0-20 0,0 0 0 0,0 0 0 0,0 0 120 0,0 0 19 15,0 0 4-15,0 0 1 0,9 8-34 0,4 0-6 32,-9-4-2-32,-4-4 0 0,0 0-43 0,13 11-9 0,9 1-2 0,-13-1 0 0,0 5-14 15,8-9-3-15,0 5-1 0,-4 7 0 0,5-7-15 0,8-1-3 16,-13 1-1-16,4 7 0 0,1-7-11 0,3 0 0 16,-8 3 0-16,5-3 8 0,-10-1-8 0,5 5 0 15,0-5-12-15,-4-3 12 16,0 0-47-16,-5-1-1 0,0 1-1 0,-4-8 0 15,0 0-178-15,0 0-35 0</inkml:trace>
  <inkml:trace contextRef="#ctx0" brushRef="#br0" timeOffset="10758.794">21867 3103 172 0,'0'0'16'0,"0"0"-16"0,0 0 0 0,0 0 0 0,0 0 299 0,0 0 57 15,0 0 11-15,0 0 2 0,0 0-249 0,0 0-51 16,0 0-9-16,0 0-3 0,0 0 11 16,0 0 3-16,0 0 0 0,4-7 0 0,9 3-8 15,-13 4-2-15,0 0 0 0,0 0 0 16,0 0 14-16,0 0 2 0,0 0 1 0,0 0 0 15,5 4-17-15,-5-4-3 0,13 11-1 0,-13 5 0 0,0-5-19 0,8 9-4 16,-8-1-1-16,9 0 0 0,-9 0-21 0,0 1-4 16,4-1 0-16,-4 0-8 0,0 8 9 0,0-7-9 15,0-1 0-15,5-7 9 16,-5 3-9-16,8-3 0 0,-8 3 0 0,0-3 0 0,0-1 0 0,0 1 8 0,0-4-8 0,0-1 8 16,0-7-8-16,0 0 12 0,0 0-12 0,0 0 12 15,0 0-12-15,0 0 12 16,0 0-12-16,0 0 12 0,0 0-12 0,0 0 8 0,0 0-8 15,0 0 8-15,-13-7-8 0,13-5 0 0,0 0 0 0,-4-3 0 16,4-1 0-16,-9-3 0 0,18 4 0 0,-9-5 0 16,4 1 0-16,-4 0 0 0,0 0 0 0,5 3 0 15,-5-3 0-15,0-1 0 0,8 5 0 16,-8 0 0-16,5-1-8 0,-5 5 8 0,4-1 0 16,0 4 0-16,5-11 0 0,-4 7 0 0,-1 1-9 15,9-1 9-15,-9 1 0 0,9-5 0 0,-4 1-8 0,4 7 8 16,0-7 0-16,-9 3 0 0,5 4-8 0,4 4 8 15,-9-7 0-15,9 3 0 0,-8 4-8 0,8 0 8 16,-9 1-10-16,9 3 2 0,-4 0 0 0,4 0 0 16,0 3-28-16,-9 1-6 0,14-4-1 15,-10 4 0-15,5 0-95 0,5 0-19 0,-1 7-4 0,5-11-864 16</inkml:trace>
  <inkml:trace contextRef="#ctx0" brushRef="#br0" timeOffset="11158.886">22892 2999 1666 0,'0'0'74'0,"0"0"15"0,0 0-71 0,0 0-18 0,0 0 0 0,0 0 0 15,0 0 74-15,0 0 11 0,0 0 3 0,0 0 0 16,0 0-35-16,0 0-6 0,0 0-2 0,0 0 0 16,0 0-25-16,0 0-6 0,0 0-1 0,-5 12 0 15,5-12 23-15,-4 0 5 0,-5 11 1 0,1-3 0 16,-1 0-1-16,0 3 0 0,-4-3 0 0,9 4 0 15,-9 7-13-15,4-4-4 0,-8 1 0 0,4-1 0 16,-4 5-8-16,8-1-1 0,-9 0-1 0,1 0 0 16,0 1-14-16,-1-5 8 0,1 1-8 0,8-1 0 15,-17 4 0-15,18-7-8 0,-10 3-1 0,14-3 0 16,-9-4-31-16,9 3-7 0,-10-3-1 16,14-8 0-16,0 0-116 0,0 0-23 15,-4 8-5-15</inkml:trace>
  <inkml:trace contextRef="#ctx0" brushRef="#br0" timeOffset="11440.232">22536 3069 230 0,'0'0'10'0,"0"0"2"0,-5 0-12 0,5 0 0 0,0 0 0 0,0 0 0 16,0 0 367-16,0 0 70 15,0 0 15-15,0 0 2 0,0 0-276 0,0 0-55 16,18 0-11-16,-1 7-3 0,-4 5-45 0,0-8-10 0,0 7-2 0,5-3 0 16,-10 4-11-16,5-1-2 0,0 9-1 0,5-13 0 15,-10 9-6-15,5-1 0 0,5 4-1 0,-10 1 0 16,5-9-20-16,5 5-11 0,-9 3 12 0,4-11-12 16,4 7 0-16,-8 1 0 0,4-9 0 15,0 5 0 1,-5 0-23-16,5-5-11 0,-8 5-2 0,8-4-1 15,-13-8-192-15,4 7-39 0</inkml:trace>
  <inkml:trace contextRef="#ctx0" brushRef="#br0" timeOffset="12439.484">23209 2899 345 0,'0'0'31'0,"0"0"-31"16,0 0 0-16,0 0 0 0,0 0 264 0,0 0 46 15,0 0 10-15,0 0 1 16,0 0-159-16,0 0-32 0,0 0-6 0,0 0-2 0,0 0-34 0,4 0-8 15,1-4 0-15,3 0-1 16,-3 0-30-16,-1-4-5 0,5 5-2 0,-5-5 0 0,9 0-4 0,-4-3-1 16,4 3 0-16,-9-4 0 0,9 5-9 0,4-5-1 15,-12 4-1-15,3 8 0 0,5-11-15 0,0 7-3 16,-4 0-8-16,4 4 12 0,-4 0-12 0,0-8 0 16,-1 4 8-16,5 4-8 0,0 4 0 0,-8-4 0 15,12 8 0-15,-13-8 0 0,14 4 0 0,-14 0 8 16,9 7-8-16,-9-7 0 0,9 0 8 0,-8 4-8 15,8-1 0-15,-9 1 9 0,1 0-9 0,8 7 0 16,-9 1 0-16,0-1 0 0,5-3 0 0,-9 3 0 0,0 1 9 16,0-1-9-16,0 4 10 0,0-3-2 0,0 3-8 15,0-3 12-15,-9-1 3 0,9 4 0 0,-4 4 0 16,0-3 0-16,-5-1-5 0,5 4-1 0,-1-3 0 16,-8-1 0-16,4 4-1 0,1-4-8 0,-1 1 12 0,-4-1-4 15,4 4-8-15,-4-4 12 0,0 1-12 0,5-9 12 16,-10 9-12-16,5-5 8 0,5 0-8 0,-10 1 8 15,5-1 0-15,4 1 0 0,1-1 0 0,-1-7 0 16,0 4 6-16,5-5 1 0,0 5 0 0,4-4 0 16,-5 3 1-16,-8-7 0 15,9 0 0-15,4-4 0 0,0 8-2 0,0-1 0 0,0-7 0 0,-9 4 0 16,9-4-6-16,0 12-8 0,0-4 11 0,0-8-11 16,9 7 12-16,-5-3-12 0,-4-4 12 0,5 8-12 15,-5-8 13-15,13 8-4 0,-9-5-1 0,9 5 0 0,-9-8-8 16,9 0 12-16,-8 0-12 0,12 0 12 0,-12 0-12 15,8 0 8-15,-5 0-8 0,5 0 8 0,5-8-8 16,-10 5 0-16,5 3 0 0,5-4 0 0,-1 0 0 0,0-4 0 16,1 4 0-16,-9 4 0 15,4 0-9-15,4-4-1 0,-8 1 0 0,4 3 0 0,-5-4-12 0,5 4-2 16,0 0-1-16,5 0 0 16,-10 0-14-16,5 0-2 0,-4 0-1 0,0 0 0 15,-9 0-20-15,4 0-4 0,9 0-1 0,-13 0 0 16,0 0-22-16,5 0-5 0,-5 0-1 0,0 0-625 0,0 0-124 15</inkml:trace>
  <inkml:trace contextRef="#ctx0" brushRef="#br0" timeOffset="30711.081">16599 7424 748 0,'0'0'67'0,"0"0"-54"0,0 0-13 0,0 0 0 16,0 0 220-16,0 0 42 0,0 0 8 0,0 0 2 15,0 0-179-15,0 0-35 0,0 0-7 0,0 0-2 16,0 0-25-16,0 0-6 0,0 0-1 0,0 0 0 16,0 0 31-16,0 0 7 0,9-8 1 0,-9 8 0 15,0 0 14-15,0 0 3 0,0 0 1 0,0 0 0 16,0 0-11-16,0 0-3 0,0 0 0 0,0 8 0 16,9 7-48-16,0 0-12 0,-9-3 0 0,0 7 0 15,4 1 40-15,-4-1 6 0,0-4 1 0,0 5 0 16,0-5-24-16,0 4-5 0,0-7-1 0,0 4 0 0,-4-1-17 0,8-3 0 15,-4-12 0-15,0 0 0 16,0 0 0-16,0 0 0 0,0 0 0 0,0 0 0 0,0 0 0 0,4-8 0 16,5-4 0-16,-5 1 0 0,14-5 0 0,-14 1 0 15,9-5 0-15,-9 1 0 0,1-4 0 0,3 4 0 16,-3-8 0-16,-1 7 0 0,9 9 0 0,-9-1 0 16,1 1 0-16,8-1 0 0,-9 0 0 0,9 1 0 15,-13 3 0-15,0 8 0 0,0 0 12 0,0 0 0 16,0 0-1-16,9 4 0 0,-9-4-3 0,13 4 0 15,-13-4 0-15,4 8 0 0,5 7-21 0,-5 0-5 16,-4-3-1-16,5 3 0 0,-5 1 41 0,4-1 8 16,-4 1 2-16,9-1 0 0,-9 1-24 0,0-1-8 15,0-7 0-15,0-8 0 0,0 8 8 0,0-1-8 16,0-7 0-16,0 0 0 0,0 0 0 0,0 0 0 16,0 0 0-16,0 0 0 0,0 0 0 0,8-7-10 0,1-1 10 0,0-4-12 15,-1 1 12-15,-3-9-8 16,-1 1 8-16,9 4-8 0,4-1-13 0,-8-3-3 0,4 0 0 0,5 7 0 15,-1-3 38-15,-8 11 7 0,4 4 2 0,4 0 0 16,-8-8-23-16,4 0 0 16,0 8 0-16,-9 0 0 0,5 4-14 0,-1 4-7 0,1-4-2 0,4 0 0 15,-9 3 46-15,10 5 9 0,-10-1 1 0,0 1 1 16,5 3-23-16,-9 1-11 0,9-1 10 0,-1 1-10 16,-3 3 12-16,-5-3-4 0,4-5-8 0,0 8 12 15,5-7-12-15,-9 3 0 0,4-3 0 0,1-4 0 16,3 0-32-16,-8-8-12 0,-17 7-2 0,17-7-1 15,0 0-117-15,0 0-24 0,0 0-5 0,0 0-1 0</inkml:trace>
  <inkml:trace contextRef="#ctx0" brushRef="#br0" timeOffset="31974.79">4849 5192 288 0,'0'0'25'0,"0"0"-25"15,0 16 0-15,0-9 0 16,0-7 274-16,0 0 50 0,0 0 9 0,0 0 3 0,0 0-180 0,0 0-36 16,0 12-8-16,0-12 0 0,0 0-42 0,0 0-8 15,0 0-2-15,0 0 0 0,0 0-12 0,0 0-4 16,4 11 0-16,-4-11 0 0,0 0 8 0,0 0 0 15,0 0 1-15,0 0 0 0,0 0-5 0,13 8-2 16,-4 0 0-16,-1 7 0 0,-8 1-2 0,5-1-1 16,-5 1 0-16,0-9 0 0,0 1-14 0,0 4-2 15,0-1-1-15,0 1 0 0,0-1-15 0,0-3-3 16,0 0-8-16,4 3 12 0,-4 5-12 0,4-8 8 16,-4-8-8-16,0 0 0 0,0 0 0 0,0 0-8 15,9-8-1-15,-5 0 0 0,9 0 9 0,-8 1 12 16,-5 7-2-16,0-12-1 0,13-7-9 0,-5 7 0 0,-8 1 0 0,14-1 0 15,-10-3 0-15,0-5 0 16,9 13 0-16,-13-5 0 0,9-3 0 0,0 7-12 16,-9 8 2-16,8-8 1 0,5 0 9 0,-13 5 9 0,13 6-1 0,-8 5-8 15,-1 0 0-15,9 0 0 0,-4-5-10 0,-1 1 10 16,-8 0 0-16,18 8 0 0,-14-1 0 0,5-3 0 16,-1-8 0-16,-3 0 0 0,8 4 0 0,-13 4 0 15,0-8 0-15,9 11 0 0,-9 9 0 0,13-5 0 16,-9-7 20-16,-4-1 11 0,0-7 2 0,0 0 1 15,4 0-3-15,-4 0-1 0,0 0 0 0,0 0 0 16,0 0-46-16,9-3-10 0,0-9-2 16,4 0 0-16,0-7 28 0,-5 4-8 0,-3 15 8 0,8-16 0 15,4-3 0-15,-13 7 0 0,9 5 0 0,-4 3-8 0,4 0 8 16,0 4 0-16,-13 0 0 0,9 0 0 0,4 8 0 0,-4-1 0 16,-1 5 0-16,1 3 0 0,0 5 8 0,-5-5 0 15,0 12 0-15,1-4 0 0,-5-3 8 16,8 3 3-16,-8 0 0 0,5 0 0 0,-5-4-19 15,13-7 8-15,-13-12-8 0,0 12 0 0,0-12 0 0,4 7 0 16,-4-7-15-16,0 0 5 16,0 0-163-16,17-7-33 0</inkml:trace>
  <inkml:trace contextRef="#ctx0" brushRef="#br1" timeOffset="36161.34">12227 11864 403 0,'0'0'36'0,"0"0"-36"15,0 0 0-15,0 0 0 0,0 0 291 0,0 0 51 0,0 0 10 0,4-4 3 16,-4 4-190-16,9-4-37 0,-9 4-8 0,0 0-2 16,4-4-32-16,-4 4-6 0,0-4-2 0,4 0 0 15,-4-3-4-15,9-1-1 0,-18 0 0 0,5 0 0 16,0 8-58-16,4-7-15 0,0-5 0 0,0 4 0 15,-13 4 44-15,8 1 5 0,5 3 2 0,-13-4 0 16,9-4-31-16,-14 0-5 0,14 1-2 0,-9 3 0 16,0 4 41-16,4 0 8 0,-8-4 2 0,-5 8 0 15,5 0-52-15,0-1-12 0,-5 9 0 0,4-4 0 16,1-1 0-16,0 5 0 0,-1 0 0 0,-3-1 0 16,3 5 0-16,1-1 0 0,8-3 0 0,-8 7 0 15,0 4 0-15,12 0 0 0,-12 0 0 0,8 4 0 16,5 4 0-16,-1 4 0 0,5 0 0 0,0 0 0 15,5-1 0-15,8 1 0 0,-9 0 0 0,9-8 0 16,0 0 0-16,5 0 0 0,-1-4 0 0,5-4 0 0,8-3 21 16,-8-5 2-16,8 1 0 0,9-4 0 0,-13-4-23 15,5-1 0-15,8-6 0 0,-13-1-8 16,-4 0-50-16,4-8-10 0,-9 1-1 0,5-5-1 16,-5-11-108-16,-8 12-22 0,21 3-4 0,-13-7 0 0</inkml:trace>
  <inkml:trace contextRef="#ctx0" brushRef="#br1" timeOffset="36519.888">12656 11906 1094 0,'0'0'48'0,"0"0"11"0,0 0-47 0,0 0-12 0,0 0 0 0,0 0 0 15,18 4 286-15,-14 0 55 0,-4-4 11 0,13 0 3 16,0 0-229-16,0 0-46 0,5 0-8 0,-1 0-3 15,-8-4-33-15,8 4-8 0,0 0 0 0,5 0-1 16,-4-4-8-16,3 4-2 0,-3 0 0 0,-1 0 0 0,-4 0-8 0,4 0-1 16,-8 0-8-16,4 4 12 0,0 0-12 15,-9 0 0-15,5-4 0 0,0 0-10 16,-5-8-32-16,-4 8-6 0,13 8-2 0,-13-8-746 16,0 0-150-16</inkml:trace>
  <inkml:trace contextRef="#ctx0" brushRef="#br1" timeOffset="36837.237">12635 12072 2188 0,'0'0'48'0,"0"0"11"0,0 0 1 0,0 0 1 0,0 0-49 0,0 0-12 0,0 0 0 0,0 0 0 16,0 0 105-16,0 0 19 0,8 4 3 0,5-4 1 15,-8 4-52-15,12-4-9 0,-4 0-3 0,0-8 0 16,13-4-51-16,-13 5-13 0,13 14 0 0,-4 1 0 16,-5-8 54-16,1 4 8 0,4 0 2 0,-5 0 0 15,0-4-52-15,5 0-12 0,-13 0 0 0,8 0 0 16,-4 0 0-16,4 4 0 0,-8-4 0 0,4-4 0 15,0 4-48-15,-8-4-13 0,-1 4-3 0,9 0-819 16,-9-4-164-16</inkml:trace>
  <inkml:trace contextRef="#ctx0" brushRef="#br1" timeOffset="39963.373">13651 11636 1429 0,'0'0'63'0,"0"0"13"0,0 0-60 0,0 0-16 0,0 0 0 0,0 0 0 15,0 0 87-15,9 7 14 0,-5 1 3 0,9 0 1 16,-4 0-20-16,4 3-4 0,-9-3-1 0,9 0 0 15,-4 3-43-15,4-3-9 0,0 4-1 0,-9-1-1 16,14 1 51-16,-18 3 11 0,8-3 1 0,1-1 1 16,-9 5-42-16,0 3-8 0,0 0-1 0,0 1-1 15,-9-1 10-15,9 4 3 0,-8 4 0 0,8 0 0 16,-14-4-23-16,10 1-5 0,-9 6-1 0,4 1 0 16,-4-4-13-16,9 0-9 0,-9-7 12 0,9-1-12 15,4-19 8-15,-5 12-8 0,-8 7 0 0,9-4 0 16,4-3 0-16,-9-4-20 0,1 3 2 0,8-11 1 15,0 0-59-15,0 0-11 0,0 12-2 0,0-12-711 16,0 0-141-16</inkml:trace>
  <inkml:trace contextRef="#ctx0" brushRef="#br1" timeOffset="40323.26">14055 11655 2188 0,'0'0'48'0,"0"0"11"0,0 0 1 0,0 0 1 0,0 0-49 0,0 0-12 15,-9 4 0-15,9-4 0 0,0 0 82 0,0 8 14 0,-4-1 2 16,4 1 1-16,-5 4-56 0,5-5-11 0,0 1-3 0,0 4 0 15,-8-1-29-15,8 5 0 0,0-5 0 0,0 5 0 16,0-1 57-16,0 1 6 0,8 3 1 0,-8 0 0 16,0 1-52-16,5 3-12 0,-1 0 0 0,5 0 0 15,-5 0 0-15,9 4 0 0,-9-4 0 0,1 4 0 16,8 0 0-16,-4 0 0 0,-1-3 0 0,10-9 0 16,-10-7 0-16,5 7 0 0,5 5 0 0,-10-5 0 15,5-11 0-15,5 4 0 0,-1 7-9 0,-8-11 9 16,4-8-70-16,-4 0-8 15,-1 12-2-15,1-12-720 0,4-11-144 0</inkml:trace>
  <inkml:trace contextRef="#ctx0" brushRef="#br1" timeOffset="40690.916">13412 11647 2088 0,'0'0'185'0,"0"0"-148"0,0 0-29 0,0 0-8 15,0 0 75-15,0 0 13 0,0 0 4 0,0 0 0 16,0 0-23-16,0 0-4 0,4-4-1 0,9 1 0 15,-8-1-12-15,3 4-2 0,1 4-1 0,9-4 0 16,-1 0-1-16,-4 0-1 0,0 0 0 0,4 0 0 16,5 0-10-16,17 0-1 0,0 0-1 15,9-4 0-15,-9 4-14 0,4-4-2 0,5 4-1 0,-4 0 0 16,-10 0-18-16,1-4 0 0,-4 0 8 0,3 4-8 16,1 0-15-16,-13 0-6 0,-1-4-2 0,10 0 0 15,-14 1-34-15,5-1-7 0,0 4-2 16,-5-4 0-16,0 4-145 0,1-4-29 0,-1 0-5 15</inkml:trace>
  <inkml:trace contextRef="#ctx0" brushRef="#br1" timeOffset="41065.785">15075 11705 691 0,'0'0'61'0,"0"0"-49"16,0 0-12-16,0 0 0 0,0 0 328 0,0 0 64 0,0 0 12 0,0 0 2 15,0 0-266-15,0 0-54 0,0 0-10 0,0 0-3 16,0 0-7-16,0 0-2 0,0 0 0 0,0 0 0 16,-13 8-51-16,0 0-13 0,5-1 0 0,-10 5 0 15,1 3 54-15,-1 1 8 0,1-1 2 0,-5 5 0 16,5-1-52-16,-5 0-12 0,1-3 0 0,3 3 0 16,-4 0 0-16,5 1 0 0,-5-1 0 0,5-4 0 15,-5 1 0-15,5 3 0 0,-9-3 0 0,13 3 0 16,-5-8-151-16,1 1-33 0,4-4-6 0,4-4-898 15</inkml:trace>
  <inkml:trace contextRef="#ctx0" brushRef="#br1" timeOffset="41314.16">14671 11786 1324 0,'0'0'118'0,"0"0"-94"16,0-4-24-16,0 1 0 0,0 3 299 0,0 0 55 15,0 0 11-15,0 0 3 0,0 0-295 0,0 0-58 16,18-4-15-16,-5 8 0 0,4-1 54 0,1 5 8 16,3-4 2-16,-8 8 0 0,0 3-52 0,0 1-12 15,5-1 0-15,-1 4 0 0,-8 1 0 0,8 3 0 16,-4 0 0-16,-4-4 0 0,0 8 0 0,8-4 0 0,-8 1 0 16,8-5 0-16,-4-4 0 0,4 5 0 0,-8-5 0 0,8 0 0 31,-4-7-151-31,5 4-33 0,-1-8-6 0,-12-4-898 0</inkml:trace>
  <inkml:trace contextRef="#ctx0" brushRef="#br1" timeOffset="41962.395">15805 11331 2188 0,'0'0'48'0,"0"0"11"0,-5 0 1 0,5 0 1 0,0 0-49 0,0 0-12 15,0 0 0-15,0 0 0 0,13-4 54 0,-8 0 8 16,8 0 2-16,-13 4 0 0,0 0 0 0,0 0 0 15,9 12 0-15,4-1 0 0,-13 5-52 0,4-1-12 16,9 8 0-16,-9 1 0 0,9-1 21 0,-13 4 2 16,-8 4 0-16,8 0 0 0,13 3-6 0,-13 1-1 15,0 0 0-15,0-1 0 0,4 1-16 0,-4-4 10 16,4 0-10-16,-4 0 8 0,-4-4-8 0,4 0 0 16,4-4 9-16,-4 0-9 0,-4-3 0 0,4-1 0 15,0 0 0-15,0-3 0 0,0-1 0 0,-4 1 0 16,4-16 0-16,8 3-8 0,-8-3 8 0,0 0 0 0,0 0 0 15,0 0-8-15,9 0 8 0,-9 0 0 0,-9-3 0 0,9-1 8 16,9-4-8-16,-5 0 0 0,-4-7 8 0,-4 3-8 16,-5 1 8-16,5-1-8 0,4-3 8 0,-4 3-8 15,-18 0 8-15,9 1-8 0,9-1 10 0,-14 1-10 16,5 3 14-16,-4 0-3 0,8 1-1 0,-4-1 0 16,-4 4 2-16,-1-4 1 0,-8 4 0 0,5 0 0 15,8 1-3-15,-5 3-1 0,1 0 0 0,-1 0 0 16,5 0-1-16,-4 0 0 0,4 3 0 0,-4 1 0 15,8 0 0-15,-4 0-8 0,0 0 12 0,4 4-4 0,-4-1-8 0,9 1 12 16,-9 0-12-16,8 3 12 0,5 1-4 0,-4 0 0 16,4 3 0-16,-9 0 0 0,9 1 1 15,9 3 0-15,-9-3 0 0,9-1 0 16,4 1 2-16,4-1 0 0,-8 0 0 0,17 1 0 0,-4-5-2 16,4 1 0-16,4-4 0 0,-4 3 0 0,9-7-9 0,0-4 0 15,-1 0 0-15,-3-4 8 0,-1 4-17 0,-8 0-4 16,13-4-1-16,-9 1 0 15,0 3-80-15,-13-4-16 0,13 0-3 0,-9 4-1 16,-4 4-105-16,0-8-21 0</inkml:trace>
  <inkml:trace contextRef="#ctx0" brushRef="#br1" timeOffset="46543.668">19274 16064 1497 0,'0'0'32'0,"0"0"8"0,0 0 0 0,0 0 4 0,5-4-36 0,-5 4-8 16,0 0 0-16,0 0 0 0,0 0 103 0,0 0 18 0,13 0 4 0,-13 0 1 16,9-8-62-16,-9 8-12 0,13 0-2 0,-13 0-1 15,0 0-20-15,0 0-4 16,8-3-1-16,-8 3 0 0,9-4 8 0,-5 0 2 15,1-8 0-15,-5 1 0 0,8-1-5 0,-8 1-1 0,0-5 0 0,0 1 0 16,-8 7-8-16,3-4-1 0,1 1-1 0,-5 3 0 16,1 0 6-16,3 5 2 0,-8-5 0 0,9 0 0 15,-9 8-9-15,0-8-1 0,4 4-1 0,-8 4 0 16,4 4 39-16,-5 0 8 0,10-4 2 0,-14 4 0 16,9 0-52-16,-4 0-12 0,-1 4 0 0,-4 3 0 15,1 1 0-15,-1 3 0 0,5 1 0 0,-5 3 0 16,-4 0 22-16,13-3 2 0,-4 3 0 0,-1 4 0 15,5 4-16-15,9 0-8 0,-1 4 8 0,-3-4-8 0,3 0 12 16,5 0-3-16,0-4 0 0,5 4 0 0,3 0 0 16,1-4 0-16,4 5 0 0,5-1 0 0,-1-8-9 15,5 0 0-15,-5 0 9 0,5-3-9 0,-1-1 0 16,10-3 0-16,-9-4 0 0,12-5 0 16,-12-3-37-16,4 0-9 0,4-7-2 0,-4 3 0 15,5-4-130-15,-9 0-26 0,-5-3-6 0</inkml:trace>
  <inkml:trace contextRef="#ctx0" brushRef="#br1" timeOffset="46875.907">19865 16168 2109 0,'-4'4'46'0,"4"-4"10"15,0 0 1-15,-9 4 3 0,5 0-48 0,-1 0-12 0,5-4 0 0,0 0 0 0,0 0 123 16,0 0 21-16,0 0 5 0,0 0 1 0,0 0-120 0,18 0-30 15,-10 0 0-15,5 0 0 0,5 0 0 0,-1 0 0 16,1 0 0-16,3 0 0 0,-3 0 0 16,-1 0-18-16,0-4 2 0,-8 0 1 15,4 0-32-15,4 4-6 0,-12 0-2 0,12-4-681 16,-17 0-136-16</inkml:trace>
  <inkml:trace contextRef="#ctx0" brushRef="#br1" timeOffset="47125">19804 16338 691 0,'0'0'61'0,"0"0"-49"0,0 0-12 0,0 0 0 16,0 0 331-16,0 0 63 0,0 0 13 0,0 0 2 15,18 8-249-15,-10-8-51 0,5 4-9 0,5-4-3 16,-1 0-62-16,0 0-13 0,-3 0-2 0,12 0-1 16,-9 0-19-16,5-4-9 0,-5 4 1 0,5-8 0 15,-5 4-179 1,0-3-35-16</inkml:trace>
  <inkml:trace contextRef="#ctx0" brushRef="#br1" timeOffset="47493.578">20512 16033 1324 0,'-4'-19'118'0,"4"19"-94"0,0 0-24 0,0 0 0 0,0 0 94 0,0 0 14 15,0 0 4-15,0 0 0 0,13-4 12 0,-13 4 4 16,0 0 0-16,8 4 0 0,6-4-52 0,-14 0-9 16,0 0-3-16,8 8 0 0,5-1 0 0,0 1 0 15,-8 4 0-15,-1-1 0 0,-4-11-51 0,13 16-13 16,-13 7 0-16,4-4 0 0,-4 4 0 0,0 0 0 16,0-3 0-16,0 3 0 0,0 0 0 0,-4 0 0 0,4-3 0 15,-4-1 0-15,-5 0 0 0,5 0 0 0,-1 5 0 0,-8-5 0 16,9-4 0-16,-13 1 0 0,12 3 0 0,-12-3 0 15,4-1 0-15,8-3 0 0,-8-5 0 0,9 1 0 16,-13 0 0-16,4-1 0 0,13-7 0 0,0 0 0 16,0 0-161-1,0 0-35-15,0 0-8 0,0 0 0 0</inkml:trace>
  <inkml:trace contextRef="#ctx0" brushRef="#br1" timeOffset="47829.488">20881 16006 2016 0,'0'0'89'0,"0"0"19"0,0 0-87 0,0 0-21 16,0 8 0-16,0-8 0 0,0 0 100 0,0 0 16 15,0 8 4-15,0-1 0 0,0-7-58 0,-8 8-11 16,8 0-3-16,0-1 0 0,-5 5-21 0,5 0-5 16,0-1-1-16,-4 1 0 0,4 3 24 0,0 8 5 15,0 1 1-15,0-1 0 0,0 4-51 0,0 0-14 16,0-4-1-16,0 0 0 0,0 0 15 0,0 0 0 16,4 1 0-16,9-5 0 0,-13 4 9 0,9-4 5 15,0 1 1-15,-1 3 0 16,5-8-45-16,-4 1-9 0,4-1-1 0,4-3-1 15,1-1-85-15,-10-3-17 0,5-8-3 0,5 0-575 0,-1 0-115 0</inkml:trace>
  <inkml:trace contextRef="#ctx0" brushRef="#br1" timeOffset="48202.313">20360 16134 1728 0,'0'0'76'0,"0"0"16"0,0 0-73 0,0 0-19 16,0 0 0-16,0 0 0 0,0 0 128 0,13-4 23 15,-9 0 4-15,10 0 1 0,-10 0-75 0,9 0-14 16,-13-3-3-16,9 7-1 0,4-4-21 0,-5 0-4 16,5 4-1-16,0 0 0 0,9 0-29 0,-5 0-8 15,-8 0 0-15,17 0 0 0,-13 4 52 0,13-4 10 0,-4 4 2 0,-5-4 0 16,5 0-52-16,-5 0-12 16,1 7 0-16,4-3 0 0,-5-12 0 0,5 8 0 15,-5 8 0-15,9-8 0 16,-9 0-38-16,14 0-10 0,-14 4-3 0,5-4 0 15,0 0-121-15,8 0-25 0,-8 0-5 0,-1 4-794 0</inkml:trace>
  <inkml:trace contextRef="#ctx0" brushRef="#br1" timeOffset="48514.323">21646 16064 1728 0,'0'0'38'0,"0"0"8"0,0 0 2 0,0 0 0 15,0 0-39-15,0 0-9 0,0 0 0 0,0 0 0 0,0 0 104 0,0 0 20 16,0 0 3-16,13 4 1 0,-13-4-52 0,0 0-9 16,0 0-3-16,0 0 0 0,0 0-51 0,0 0-13 15,0 0 0-15,0 8 0 0,-5-1 54 0,-3 1 8 16,8 4 2-16,-9-5 0 0,9 5-52 0,-13 0-12 15,8-1 0-15,-8 1 0 0,5-1 0 0,-10 5 0 16,5-5 0-16,5 5 0 0,-10-5 0 0,1 1 0 16,0 3 0-16,-1-3 0 15,1 0-48-15,4-1-13 0,0 1-3 0,-5-5 0 16,5 1-6-16,0 0-2 0,5-4 0 0,-5 0-601 16,4-4-121-16</inkml:trace>
  <inkml:trace contextRef="#ctx0" brushRef="#br1" timeOffset="48774.358">21324 16080 2188 0,'0'0'48'0,"0"0"11"0,0 0 1 0,0 0 1 0,0 0-49 0,0 0-12 0,0 0 0 0,13 3 0 16,-4 5 54-16,4 0 8 0,0 0 2 0,-4 3 0 15,4 1 0-15,4-1 0 0,-8-3 0 0,4 4 0 16,4-1-52-16,-8 1-12 0,8 7 0 0,-4-3 0 16,5-1 54-16,-1 0 8 0,5 1 2 0,-5-1 0 15,-8-3-103-15,17 3-20 0,-9-7-4 0,-4 4-1 16,5-9-51-16,-1 1-10 0,0 0-3 0,5 0-580 16,-5-4-116-16</inkml:trace>
  <inkml:trace contextRef="#ctx0" brushRef="#br1" timeOffset="49432.986">22384 15697 2188 0,'0'0'48'0,"0"0"11"0,0 0 1 0,0 0 1 0,0 0-49 0,0-7-12 0,0 7 0 0,0 0 0 16,0 0 62-16,0 0 10 0,0 0 1 0,13 0 1 15,-9 0-44-15,-4 0-9 0,9 11-1 0,-5 5-1 16,-4-5-6-16,0 12-1 0,-4 1 0 0,4 3 0 15,-9-4 4-15,5 8 1 0,4 3 0 0,-5 1 0 16,5-4-3-16,5 4-1 0,-1-1 0 0,5 1 0 16,-5-8-13-16,-4 4 11 0,4-4-11 0,-4 0 10 15,14-4-10-15,-14 1 0 0,8-1 0 0,1-8 0 0,8 1 8 0,-17-1-8 0,-8-7 0 0,3 3 8 32,10-7-8-32,-5-4 0 0,-5 8 9 0,5-8-9 0,0 0 0 0,0 0 0 15,0 0 0-15,0 0 0 0,0 0 0 0,0 0 9 16,-4-12-9-16,4 5 0 0,0-5 20 0,0 4-2 15,0-3-1-15,0-1 0 0,0 1 11 0,0-5 1 16,-17 8 1-16,8-7 0 0,0-1-6 0,-8 9 0 16,-5-5-1-16,5 4 0 0,-5 1-14 0,5-5-9 15,-1 1 12-15,-3 3-12 0,-1 4 0 0,-4 0 0 16,4 4 0-16,0 0 0 0,1-8 0 0,3 8 0 16,-3 4-12-16,-6 0 12 0,1 0 0 0,5 4 0 15,-1 3-8-15,-4 1 8 0,4 3 0 0,1 1 0 16,3-5 0-16,9 5 0 0,-8 3 0 0,0-3 12 15,8-1-4-15,5 4-8 0,-1-3 17 0,5 7-3 16,5-4-1-16,8 4 0 0,-9 1 0 0,13-5 0 16,1 4 0-16,-1-4 0 0,9-3-5 0,-4-1 0 15,8 1-8-15,-8-5 12 0,0-3-4 0,8 0-8 0,-4-1 11 16,5-3-11-16,-5 0 0 0,4-4 0 0,-8-4 0 0,4 4 0 31,4-4-16-31,-12-3-11 0,3 3-1 0,-3 0-1 0,-1-8-146 16,-8 1-29-16,-1-1-5 0</inkml:trace>
  <inkml:trace contextRef="#ctx0" brushRef="#br2" timeOffset="-170374.234">1392 17809 403 0,'0'0'36'0,"0"0"-36"16,0 0 0-16,0 0 0 0,13-8 177 0,-13 8 29 16,0 0 6-16,0-7 0 0,4-5-148 0,-4 4-29 15,0 8-7-15,0 0 0 0,9 0 36 0,-9 0 7 16,0 0 1-16,0 0 1 0,0 0-14 0,0 0-3 15,0 0-1-15,0 0 0 0,0 0 7 0,0 0 2 16,0 0 0-16,0 0 0 0,9 8-19 0,-9-8-3 16,0 0-1-16,4 16 0 0,-4 3-17 0,0 4-3 15,4 4-1-15,-4 4 0 0,9-4-8 0,-9 8-3 16,0-1 0-16,0 1 0 0,0 0-9 0,0 0 10 16,0-1-10-16,0-3 10 0,0 0-2 0,0 0-8 15,0-4 12-15,-9-4-4 0,9 0 2 0,0 1 0 16,-4-5 0-16,4-4 0 0,0 1-10 0,-4-5 10 15,8-3-10-15,-8 0 10 0,4-8 2 0,0 0 0 0,0 0 0 0,0 0 0 16,0 0 12-16,-9-8 2 0,9 0 1 0,-9-7 0 16,9 0-11-16,0-9-3 0,-4 1 0 0,4-4 0 15,0-4-13-15,0 0 0 0,4-3 0 0,-4-5 0 16,0 0 0-16,9 1 0 0,-9-1 0 0,13 4 0 16,-13 8 0-16,13-3 0 0,-9-5 0 0,14 4 0 15,-10 0 0-15,10 0 0 0,-5 0 0 0,4 4 0 16,1 0 0-16,3 4 9 0,-3 0-9 0,-1 4 12 15,0-1-12-15,-4 1 12 0,13 7-12 0,-4 1 12 16,-4 3-4-16,-1 0 0 0,5 5 0 0,-5-1 0 0,-8 4 6 16,4 4 1-16,4-1 0 0,-13 5 0 0,9 0 3 15,-4 3 1-15,0 1 0 0,-5 0 0 0,1 3-19 0,-5-3-12 16,0 3 1-16,0 0 1 0,0 1 39 16,-5 3 8-16,10-3 2 0,-10-1 0 0,1 4-26 15,4-7-5-15,-18 3 0 0,18 1-8 0,-17-8 12 0,4 7-4 16,4-3 0-16,-8 3-8 0,0 4 12 0,-1 1-12 15,5-1 12-15,-4-4-12 0,8 1 12 0,-13-5-12 16,9 9 12-16,-4-5-12 0,8 1 8 0,-8-5-8 16,4 5 0-16,9-5 0 0,-9 1 0 0,4-1 8 15,0 5-8-15,1-5 0 0,8-3 0 0,0 0 0 0,0 3 0 16,0-11 0-16,0 12 0 0,8 0 0 16,-8-5 0-16,13 5 0 0,-8-4 0 0,8 3 0 0,4-3 0 15,-13 4 0-15,18-5 0 0,-5 1-9 0,-4 0 9 16,9 3 0-16,-4-7 0 0,-1 4 0 0,-8 3 0 0,4-3 0 15,4 4 0-15,0-1 0 0,-8 1 0 0,4 0 0 16,-9-1-16-16,9 1-2 0,-4-5 0 0,0 9 0 31,-5-8-125-31,1 3-25 0,-5 1-4 0,8-5-905 0</inkml:trace>
  <inkml:trace contextRef="#ctx0" brushRef="#br2" timeOffset="-169841.106">2265 18079 1094 0,'0'0'48'0,"0"0"11"0,0 0-47 0,0 0-12 15,0-11 0-15,-5 3 0 0,5 0 143 0,0 1 26 0,-4-1 6 0,-5 0 1 16,9 1-90-16,0 7-18 16,-4-4-3-16,4 4-1 0,-4-8 4 0,4 8 0 15,0 0 0-15,-9 0 0 0,0 0-18 0,1 0-3 16,-1 0-1-16,-4 0 0 0,4 4-18 0,-4 0-3 16,9 0-1-16,0-1 0 0,-9 5-24 0,-9 0-11 15,13 0 1-15,0 3 0 0,-4 1 25 0,5-1 5 16,-10 5 0-16,5-1 1 0,9 4-33 0,-9 1-8 0,4-1 0 0,1 4-1 15,8-3 21-15,-9 3 0 0,9-4 0 0,0 0 0 16,0 1 0-16,0-5 0 0,0 4 0 0,9-3 0 16,-1 3 23-16,1-7 9 0,4 3 1 0,4-3 1 15,1-5-19-15,3 1-4 0,-3 0-1 0,4-4 0 16,4-4 3-16,4 0 1 0,-4-4 0 0,0-4 0 16,-4-3-6-16,-5-1-8 0,5 0 11 0,-5-3-11 15,1 0 0-15,-10-1 0 0,5 1 0 0,-8-5 0 16,-1 1 12-16,5 0-4 0,-9-1 0 0,0-3-8 15,0 4 8-15,0-4-8 0,-9 0 0 0,5 3 0 16,-1-3 0-16,1 8 0 0,-5-5-15 0,1 5 5 16,-10 0 10-16,10 3 0 0,-1 4 8 0,-4-3-8 15,4 3-18-15,-8 0-8 0,4 4-2 16,4 4 0-16,-4 4-22 0,-9 0-5 16,14 4-1-16,-1 0 0 0,-8 3-147 0,4 1-29 0,8-1-7 15</inkml:trace>
  <inkml:trace contextRef="#ctx0" brushRef="#br2" timeOffset="-168911.186">2547 18068 1209 0,'0'0'108'0,"0"0"-87"0,0 0-21 0,13-8 0 15,-13 0 120-15,0 1 19 0,0-1 4 0,0 8 1 0,9-8-24 0,-9 8-4 16,0 0 0-16,0 0-1 15,0 0-82-15,0 0-16 0,0 0-3 0,0 0-1 16,0 0 41-16,0 0 8 0,0 0 2 0,0 0 0 16,0 12-52-16,-9-4-12 0,9 3 0 0,0-3 0 15,0 7 54-15,-13 1 8 0,13-1 2 0,-4 4 0 16,-9 1-64-16,8-1-16 0,1 8-2 0,-5-4 0 16,9-3 29-16,-4 7 5 0,4-4 2 0,0 0 0 15,4 0-18-15,-4-4-9 0,9 5 1 0,-5-5 0 16,14-4 8-16,-18 1 0 0,0-1 0 0,4-3 0 15,9-8 9-15,-4 0-9 0,8-8 12 0,-4 0-12 16,5 4 0-16,-1-8 0 0,-4-4 0 0,13 5 0 16,-4-9 0-16,-1 1 0 0,-3-4 0 0,-1 3 0 15,-8-3 12-15,0 3-12 0,-1-3 12 0,5 4-12 16,-8-5 8-16,3 5-8 0,-3-1 0 0,-1 1 0 16,9-4 0-16,-13 11 8 0,0-4-8 0,0 1 0 0,0-5 8 15,0 5-8-15,0-1 0 0,0-3 0 0,0 3 0 0,0-3 0 16,9-1 0-16,-9 5 0 0,0-1 0 0,0 1 0 15,0 7 0-15,0 4 0 0,0-4 0 0,0 4-16 16,0 0 5-16,0 0 1 0,0 0 18 0,-9 8 3 16,9 7 1-16,-13 0 0 0,9 1-12 0,4-1-17 15,-13 5 4-15,8 3 1 0,5-4 12 0,-4 4 0 16,-5 4 0-16,9-7 0 0,0-1 8 0,0 0 4 16,0 0 0-16,9 1 1 0,-5-5-13 0,1 1 0 15,8-1 0-15,-9-3 0 0,9-1 0 0,-4-3 0 16,8 0 0-16,-4-4-10 0,-4-1 10 0,4-3-10 15,8 0 10-15,-3-3-10 0,-5-5 10 0,9 0 0 0,-5-3-9 16,-8-5 9-16,4 1 0 0,4-1-9 0,0-3 9 0,-17 3 0 16,18-3 0-16,-14 0 0 0,0 0 0 0,5-1 0 15,-4 1 0-15,-1 0 0 0,-4-1 8 0,13 1-8 16,-13 4 0-16,0-1 8 0,0 1-8 0,0 3 0 16,0 1 8-16,0 3-8 0,0 0 0 0,0 8 9 15,0 0 7-15,0 0 0 0,0 0 1 0,0 0 0 16,0 0-5-16,0 0 0 0,0 16-1 0,0-5 0 15,-13 5-11-15,9-1 0 0,4 0 0 0,0 5 0 0,-5-1 0 0,5 0 0 16,0 1 0-16,0-5 0 16,5 4 0-16,-5-3 0 0,-5-1 0 0,5 1 0 0,5-1 0 0,-5-3 0 15,0-1 0-15,0-3 0 16,0-8 0-16,0 0 0 0,0 0 9 0,0 0-9 16,0 0 0-16,0 0 8 0,17-8-8 0,-13-3 0 15,9-5 0-15,-4 1 0 0,4-1 0 0,-4-3 0 16,-1 0-14-16,10-4 2 0,-5 0 1 0,0-1 0 0,0-3 11 0,-9 8-12 15,13 0 12-15,-8 3-12 0,0 1-8 0,8 7-1 16,-8 0-1-16,4 5 0 0,4-1 22 0,-8 8 0 16,0 3 0-16,-1 1 0 0,5 7 33 0,-8 1 11 15,8 3 3-15,4 0 0 0,-8 1-24 0,0 3-5 16,-1 4-1-16,5-8 0 0,-8 4-17 0,-1 1 0 16,9-5 0-16,-4 4 0 0,-9-4 0 0,13 1 0 15,-13-5 0-15,4 1 0 0,5-5 0 0,-5-3 0 16,-4-8 0-16,0 0 0 15,0 0-54-15,0 0-14 0,0 0-4 0,0 0 0 0,0-8-192 0,17 0-38 0</inkml:trace>
  <inkml:trace contextRef="#ctx0" brushRef="#br2" timeOffset="-168381.142">4024 17632 1324 0,'0'0'118'0,"0"0"-94"0,0 0-24 0,0 0 0 0,0 0 188 0,0 0 32 15,0 0 8-15,0 0 0 16,0 0-104-16,0 0-20 0,13 11-5 0,-9 5-1 0,0-1-56 0,5 4-11 16,-9 1-3-16,9 3 0 0,-9 4 4 0,0 4 0 15,0 7 0-15,8 1 0 0,-8-4-41 0,5 7-8 16,-5-3-2-16,-5 3 0 0,5-3 19 0,0-4 0 15,0-1 0-15,0-3 0 0,0-4 0 0,5 0 0 16,-5-7 0-16,0 3 0 0,0-8 0 0,0 1 0 0,4-1 0 0,-4 1 0 16,4-9 0-16,-4-7 0 15,0 0 0-15,0 0 0 16,0 0 0-16,0 0 0 0,0 0 0 0,0 0 0 0,0 0 0 0,0 0 0 16,0 0 0-16,9-7 0 0,-9-5 0 0,4 0 0 15,9 1 0-15,-13-5 0 0,-13 1 0 0,13-1 0 16,0-3 0-16,-4 4 0 0,-5-5 0 0,1 1 0 15,8 4 0-15,-13-1 0 0,4 1 0 0,-4 3 0 0,9-3 0 16,-14 3 0-16,14 4 48 0,-14-3 12 0,1 7 4 16,0 0 0-16,-5 4-52 0,5 0-12 0,-5 4 0 0,-4 0 0 15,13 7 0-15,-5-3 0 0,-12 8 0 16,13-1 0-16,-9 0 11 0,8 5-1 0,1 3 0 0,4 0 0 16,0 0-10-16,0 0-14 0,0 1 3 0,4-1 1 15,9 0 59-15,-9 4 12 0,9-4 3 0,0 0 0 16,9 0-55-16,0-3-9 0,4-1 0 0,4 0 0 15,5-7 0-15,0 3 0 0,8-3 0 0,-4-8 0 16,4-4 0-16,10-4 0 0,-1-4 0 0,0-3 0 16,-5-5-97-16,6-7-25 15,-14 4-5-15,4-1-1 0</inkml:trace>
  <inkml:trace contextRef="#ctx0" brushRef="#br2" timeOffset="-167827.729">5539 17898 723 0,'0'0'32'0,"0"0"7"0,-9 0-31 0,9 0-8 0,-17-4 0 0,17 4 0 16,0 0 64-16,0 0 12 0,0-8 3 0,-4 1 0 15,4-1 14-15,-9 0 3 0,9 0 1 0,0 1 0 16,0-1-9-16,0-4-1 0,0 5-1 0,0-1 0 16,-4 0 12-16,4 8 2 0,0-7 1 0,0-1 0 0,0 8-13 0,0 0-2 15,0-8-1-15,0 8 0 0,0 0-12 0,0 0-2 16,0 0-1-16,0 0 0 0,0 0-16 0,0 0-3 15,0 0-1-15,0 0 0 0,13 8-14 0,-9 7-4 16,0 5 0-16,9 3 0 0,-13 4-12 0,0 4-4 16,0 0 0-16,0 3 0 15,0 5-8-15,0 0-8 0,9-1 9 0,-9-3-9 0,0 0 0 0,0-1 0 16,0-3 0-16,0-4 0 16,0 0-25-16,0-7-5 0,0 3-1 0,0-4 0 15,0-3-109-15,0-5-21 0,0-3-5 0,0-8-930 0</inkml:trace>
  <inkml:trace contextRef="#ctx0" brushRef="#br2" timeOffset="-167598.627">5235 18076 2188 0,'0'0'48'0,"0"0"11"0,13-8 1 0,-13 0 1 0,0 8-49 0,13-8-12 0,0 1 0 0,0-1 0 15,0 0 105-15,9 4 19 0,-13 1 3 0,17 3 1 16,-5 0-103-16,1 0-25 0,4 0 0 0,0 0 0 16,-4 3 0-16,13 1 0 0,-14-4 0 0,14 4 0 15,-9 0 17-15,9 0-1 0,0-4-1 0,-9 4 0 16,13-4-119-16,-4 4-24 0,-1-4-5 0,5 3-935 0</inkml:trace>
  <inkml:trace contextRef="#ctx0" brushRef="#br2" timeOffset="-167151.876">6269 18049 345 0,'0'0'15'0,"0"0"4"0,0 0-19 0,0 0 0 16,0 0 0-16,0 0 0 0,0 0 230 0,0 0 42 16,0 0 9-16,-13 0 2 0,13 0-163 0,-9-4-32 15,9 0-6-15,0 4-2 0,0 0-18 0,-13-8-4 16,9 4-1-16,4 4 0 0,-9-4 5 0,9 4 1 15,-9-3 0-15,-4 3 0 0,4 0-9 0,1 0-2 16,-1 0 0-16,5 0 0 0,-9 0-7 0,8 0-1 16,-12 0-1-16,0 3 0 0,4 1-7 0,4-4 0 15,0 0-1-15,1 8 0 0,-10-4-15 0,1 4-4 0,12-5 0 16,-12 5 0-16,8 4-4 0,1-5 0 16,-10 5-1-16,14 0 0 0,-9-1-11 0,0 5 0 0,4-1 0 0,9 0 0 15,-4 1 0-15,4 3 0 0,0-3 0 0,0-1 0 16,4 4 0-16,1-3 0 0,8-1 0 0,-5 1 0 15,10-1 0-15,3-3 0 0,-3-1 0 0,12-3 0 16,-4 0 17-16,5-8 2 0,-10 0 0 0,14 0 0 16,0-8-10-16,-9-3-1 0,9-1-8 0,-9-4 12 15,0 5-2-15,-5-8-1 0,5 3 0 0,-12 1 0 16,3-1 2-16,0-3 0 0,-12 4 0 0,8 3 0 16,-9 0 5-16,0 1 2 0,-4 3 0 0,0-4 0 0,-4 1-10 15,-9-1-8-15,9 1 9 0,-1 3-9 0,-21 0 11 16,18 1-11-16,-14-1 12 0,4 0-12 15,1 0-16-15,-13 1-9 0,8 3-3 16,-4-4 0-16,0 4-184 0,4-3-36 16</inkml:trace>
  <inkml:trace contextRef="#ctx0" brushRef="#br2" timeOffset="-166654.536">7728 17655 1440 0,'0'0'128'0,"0"0"-103"0,0 0-25 0,0 0 0 0,0 0 145 0,0 0 24 16,0 0 5-16,0 0 1 0,0 0-67 0,0 0-12 16,0 0-4-16,4 11 0 0,-4-3-44 0,9 7-8 15,-9 1-3-15,0 7 0 0,4 4-13 0,0 4-2 16,-4 8-1-16,9-1 0 0,-9 5-9 0,0-1-1 16,0 1-1-16,0 3 0 0,0-4-10 0,0 1 0 15,0-5 0-15,-9 1 0 0,9-8 0 0,-4-4-9 16,4 0 0-16,-4-4 0 15,4-3-37-15,0-1-7 0,0-4-2 0,0-3 0 16,0-8-105-16,0-4-22 0,0 0-4 0</inkml:trace>
  <inkml:trace contextRef="#ctx0" brushRef="#br2" timeOffset="-166426.041">7506 18010 1324 0,'0'0'118'0,"0"0"-94"0,0 0-24 0,0 0 0 16,0 0 174-16,0 0 30 0,0 0 7 0,9-4 1 15,-5 0-101-15,9 0-20 0,9-3-4 0,-13 3-1 16,8 0-48-16,9 4-10 0,-4 0-1 0,13-4-1 16,-14 4-10-16,18 4-1 0,-4-4-1 0,-9 4 0 15,5-4 13-15,-10 4 2 0,14-1 1 0,-13 1 0 16,4 0-188-16,4 0-38 0,-8 0-7 0,0-4-769 15</inkml:trace>
  <inkml:trace contextRef="#ctx0" brushRef="#br2" timeOffset="-165810.05">8145 17971 1497 0,'0'0'32'0,"0"0"8"0,0 0 0 0,0-4 4 0,-5-3-36 0,5 7-8 16,0 0 0-16,0 0 0 0,0-4 101 0,0 4 19 15,-4-8 3-15,4 8 1 0,0 0-35 0,0 0-6 16,0 0-2-16,0 0 0 0,0 0-9 0,0 0-1 16,0 0-1-16,0 0 0 0,0 0-5 0,0 0-1 0,0 0 0 15,0 8 0-15,0 3-15 0,0 5-3 0,4-1-1 0,-4 9 0 16,0-1-36-16,5 4-9 0,-1 0 0 0,5 4 0 16,-9-4 0-16,4 0 0 0,9 0 0 0,-13-4 0 15,4-4 0-15,1 4 0 0,8-7 0 0,-5-1 0 16,1 1 0-16,-9-5 0 0,9-3 0 0,-1-4 0 15,-3 4 0-15,-5-8 0 0,0 0 0 0,13-4 0 16,-9-4 0-16,5 0 0 0,0-3 0 0,-5-1 0 16,0 0 0-16,9 1 0 0,-13-5 0 0,5 1 0 15,-5-4 0-15,8-1 0 0,-3 1 0 0,3-4 0 16,-8 4 0-16,9-1 0 0,-9-3 0 0,9 0 0 16,4 0 0-16,-9 4 0 0,5-1 0 0,-5 1 0 15,5 0 0-15,-1 7 0 0,1 0 0 0,-9 5 0 16,0 7-15-16,0 0 2 0,0 0 0 0,0 0 0 15,0 0 21-15,0 0 4 0,9 7 0 0,-5 5 1 16,-4 3-13-16,0 5 9 0,4-1-9 0,1 4 8 0,-5 4-8 16,9 4 0-16,-5 0 0 0,9-4 0 0,-4 4 0 0,8 0 0 15,-13-4 0-15,9 0 0 0,5 0 0 16,3-8 0-16,-3 1 0 0,3-1 0 0,10-4 0 0,-5-3 0 16,4-1 0-16,-8-7 0 0,4 0 0 0,4-8 0 15,-8 0 0-15,0-7 0 0,0 3 0 0,-14-7 0 16,10 3 0-16,-1-7 0 0,-8 3 0 0,4-3 0 15,-13 0 0-15,8-1 0 0,1 5 0 0,-9-4 0 16,4 3 0-16,-4-3 0 0,0 0 0 0,0 3 0 16,-4 1 0-16,4-5 0 0,0 5 0 0,-9-4 0 15,9 7 0-15,0-3 0 0,-8 3 0 0,-1-3 0 16,5 3 0-16,-1 1 0 0,1-1 0 0,-9 4 0 16,9 0 0-16,-9 1 0 15,8 3-56-15,-3 0-6 0,8 0-2 0,-9 0 0 16,5 0-51-16,4 4-10 0,0 0-3 0,0 0-580 0,0 0-116 0</inkml:trace>
  <inkml:trace contextRef="#ctx0" brushRef="#br2" timeOffset="-165334.77">9369 18103 1839 0,'0'0'81'0,"0"0"18"0,0-8-79 0,0 0-20 16,0 8 0-16,0-8 0 0,0-3 76 0,-4 3 12 15,4 8 3-15,0-8 0 0,-13 5-27 0,8-5-6 16,5 4-1-16,-8-4 0 0,-1 4-12 0,-4 1-2 16,9 3-1-16,-9-4 0 0,4 4-23 0,-8-4-5 15,4 4-1-15,4 4 0 0,-4-4-13 0,0 4 8 16,4-1-8-16,-8 1 0 0,4 0 12 0,-5 4-3 15,5 0-1-15,-4 7 0 0,0 0-8 0,-1 1 0 16,1-1 0-16,0 5 0 0,4-1 0 0,4 0 0 16,-4 1 0-16,4-1 0 0,-4 4 0 0,13-4 0 15,0 1-10-15,0-1 10 0,0 0 0 0,4 1 0 16,5-1 0-16,0-4 0 0,4-3 10 0,4 3-10 16,1-3 8-16,3-1-8 0,-3-3 27 0,3-4 0 0,14 0 0 15,-13-8 0-15,13 0-37 0,-1-4-7 0,-8-7-2 16,9 0 0-16,-13-5 19 0,13 1 0 0,-18 0 0 15,5-1 0-15,-5 1 0 0,0 0 0 0,-17-1 0 0,9 1 0 16,4 0 24-16,-13 0 9 0,4 3 2 16,-4-3 0-16,0-4-23 0,0 3-4 0,-4 1 0 0,4 4-8 15,-4-5 10-15,-9 5-10 0,8 3 8 0,-12-3-8 32,0 3-32-32,-1 4-11 0,1 1-2 0,-5-5-1 15,0 4-81-15,-8 5-16 0</inkml:trace>
  <inkml:trace contextRef="#ctx0" brushRef="#br2" timeOffset="-164446.075">10963 17574 345 0,'0'0'15'0,"0"0"4"0,0 0-19 0,0 0 0 16,0 0 0-16,0 0 0 0,0 0 294 0,0 0 55 15,0 0 11-15,0 0 3 0,0 0-230 0,0 0-45 16,0 0-10-16,0 0-2 0,13 0-30 0,-13 0-6 15,0 0-2-15,9 7 0 0,-1 5 14 0,-8 3 4 16,9 1 0-16,-9 7 0 0,0 4-8 0,9 4 0 16,-5 4-1-16,-4 3 0 0,0 1-23 0,0 3-4 15,4-3 0-15,5 3-1 0,-9-3-10 0,4 0-1 16,-4-5-8-16,5 1 12 0,8-8-12 0,-13 0 9 0,0-4-9 16,0 1 8-16,4-5-8 0,9-4 0 0,-13-3 0 15,-9-1 0-15,9-3 8 0,0-8-8 0,0 0 0 16,0 0 8-16,0 0-8 0,0 0 0 0,0 0-12 0,0-11 12 15,-8-1 0-15,-1-3 0 0,9-1 0 0,0 1 0 16,-4-1 0-16,-1-3 0 0,-8 0 8 16,5 3-8-16,8-3 12 0,-13 3-4 0,8-3 0 0,-12 4 0 15,13-1 1-15,-14 1 0 0,5 3 0 0,-4 1 0 16,8 3 0-16,-8-4 0 0,-1 8 0 0,5-3 0 16,-4 3 15-16,8 0 2 0,-8 4 1 0,0 0 0 15,-5 0-19-15,9 0-8 0,-5 4 8 0,1 0-8 16,0 0 32-16,8 3 0 0,-13 1 1 0,9 0 0 15,0 3-33-15,5 1 0 0,-10 7 0 0,14-3 0 16,-9 3 0-16,8 0 0 0,-8 1 0 0,13-1 0 16,-4 4 0-16,8-4 0 0,1-3 0 0,3 3 0 0,1-3 0 15,4-1 0-15,9-3 0 0,-5-1 0 0,5-3 0 16,8 0 0-16,-4-1 0 0,5-7 0 0,4 0 0 0,-9 0 0 16,8-7 0-16,1 3 0 15,4-4-111-15,-8 0-29 0,-5-3-5 0,-5 7-2 0</inkml:trace>
  <inkml:trace contextRef="#ctx0" brushRef="#br2" timeOffset="-163919.303">11419 18099 518 0,'-9'0'46'0,"9"0"-37"0,0 0-9 0,0 0 0 16,0 0 260-16,0 0 51 0,0 0 9 0,0 0 3 15,0 0-202-15,0 0-40 0,0 0-8 0,5 7-1 16,8 1-25-16,-13-8-5 0,0 0-1 0,0 8 0 15,4-4-8-15,9 3-1 0,-4-7-1 0,4 4 0 16,-13-4 0-16,4-4 0 0,13 1 0 0,1-1 0 16,-14-4-11-16,9 0-1 0,4-3-1 0,-8-1 0 15,4 4-8-15,-9-3-2 0,10-1 0 0,-10 1 0 16,9 3-8-16,-4-4 10 0,-9 1-10 0,8 3 10 16,-3-4-2-16,-5 1-8 0,0-1 12 0,0 1-4 0,-5-1 9 0,-3 1 2 15,8-1 0-15,-9 0 0 0,-4 5 4 16,0-5 1-16,8 4 0 0,-3 1 0 0,-10 3 0 0,10 0 0 15,-1 4 0-15,-8 0 0 0,4 4-16 0,4 0-8 16,-13 3 10-16,5 5-10 0,4 0 8 0,-4 3-8 16,-5-3 0-16,0 7 0 0,5-4 0 0,-1 8-21 15,-3-3 3-15,3 3 1 0,-3 0 37 0,8 0 7 16,8 0 1-16,-8-3 1 16,4 3-46-16,1-4-10 0,21 4-1 0,-9-3-1 0,0-1 74 0,10 0 15 15,7-3 4-15,10-1 0 16,-5-3-103-16,8-1-20 0,-3-3-4 0,-1-4-1 15,18 0-27-15,-9-8-5 0,-13-4-2 0,9 0-982 0</inkml:trace>
  <inkml:trace contextRef="#ctx0" brushRef="#br2" timeOffset="-163563.286">12079 17964 288 0,'0'0'12'0,"0"0"4"16,0-8-16-16,0 8 0 0,-9-8 0 0,9 8 0 15,5-4 397-15,-5 4 77 0,-5-11 15 0,-8 3 3 0,9 0-333 0,4 8-67 16,0 0-14-16,-4-7-2 16,-10-1-49-16,1 4-10 0,13 4-1 0,-8-4-1 0,-10 4 10 0,1 0 3 15,4 4 0-15,4 0 0 0,-8-4-13 0,0 8-3 16,-5-1 0-16,9 1 0 0,13 4 6 0,-9-1 1 15,-8 1 0-15,-1-1 0 0,18 5-4 0,-13-1-1 16,-4 5 0-16,8-1 0 0,-8 0 8 0,17 0 2 16,-9 1 0-16,5-5 0 0,-13 8-16 0,17 0-8 15,13-3 8-15,-9-1-8 0,-4-3 11 0,4-1-3 16,9 4 0-16,9-7 0 0,0-4-8 0,4-1 0 16,4 1-10-16,1-4 10 15,8-4-41-15,-5-4-3 0,1-4 0 0,-13 1 0 16,13-5-141-16,-9 0-29 0,-9-3-6 0</inkml:trace>
  <inkml:trace contextRef="#ctx0" brushRef="#br2" timeOffset="-163322.797">12296 17894 864 0,'-17'0'76'0,"17"0"-60"0,0 0-16 0,0 0 0 16,0 0 256-16,0 0 49 0,0 0 10 0,0 0 1 15,4 12-152-15,-4-1-32 0,-4 1-5 0,4 3-2 0,8 5-63 0,1-1-13 16,-18 4-2-16,9 0-1 16,9 8-20-16,-5-4-4 0,-4-8-1 0,0 8 0 15,-4-7-11-15,4-1-2 0,4 0-8 0,-4 1 12 16,0-5-12-16,0-3 0 0,5-1 0 0,3-3 0 16,-8-8-30-16,0 0-9 0,0 0-1 0,5 4-1 15,3 0-210-15,-8-4-41 0</inkml:trace>
  <inkml:trace contextRef="#ctx0" brushRef="#br2" timeOffset="-163130.637">12396 17635 1670 0,'13'-3'148'16,"-13"3"-118"-16,-13-12-30 0,9 4 0 0,4 8 144 0,0-7 22 15,-9-1 5-15,0 4 1 0,-4-4-122 0,13 8-24 16,0 0-5-16,0 0-1 15,0 0-63-15,0 0-13 0,0 0-2 0,0 0-933 0</inkml:trace>
  <inkml:trace contextRef="#ctx0" brushRef="#br2" timeOffset="-162522.307">12457 17855 460 0,'30'0'41'0,"-30"0"-33"0,0 0-8 0,0 0 0 16,0 0 358-16,0 0 70 0,0 0 13 0,0 0 3 16,0 0-261-16,0 0-53 0,0 4-10 0,9 0-3 15,-1 4-69-15,-8 4-13 0,9 3-3 0,4 0-1 16,-4 5 2-16,0-1 1 0,-9 0 0 0,4 1 0 16,9 3-21-16,-13 0-4 0,0 0-1 0,-9-4 0 0,18 5-8 0,-9-5 0 15,-9-4 0-15,5 1 8 0,0-5-8 0,4-3 0 16,0-8 0-16,0 0 8 0,-18 4-8 0,18-4 0 15,9 0 0-15,0-4 0 0,8-4-14 0,-8-3 2 16,-1-1 0-16,-3-3 0 16,3-5 12-16,1-3 0 0,0 0 0 0,4-8 0 0,4 4 0 0,0-4 0 15,-12 4 0-15,12 0 0 0,1 0 0 0,-1 4 0 16,-8 0 0-16,4 4 0 0,-5 3 0 0,1 1 0 16,8 3 0-16,-12 1 0 15,8 3-22-15,-9 0-8 0,-4 8-2 0,9 0 0 0,-9 0 52 0,8 0 9 16,-8 0 3-16,9 8 0 0,0 3-20 0,-5 1-3 15,9 3-1-15,-13 5 0 0,5-1-8 0,-5 4 8 16,4 0-8-16,0 4 8 0,-4-3-8 0,9-1 0 16,-9 0 0-16,0-4 0 0,4-3 0 0,-4-1 0 0,0 1 0 15,5-5 0-15,-5-11 0 0,0 0 0 0,0 0 0 0,0 0 0 16,0 0 0-16,0 0 0 0,8 0 0 16,10-8 0-16,-14 5 0 0,5-5-17 0,-1-4 4 0,1-3 1 15,4-1 12-15,0 1 0 0,0-4 0 0,0-1 0 31,5-3-29-31,-1 0-3 0,0 4-1 0,5-1 0 0,-5 1 20 0,1 4 4 0,-1 3 1 0,-4 0 0 16,0 1 8-16,0 3 0 0,-13 8 0 0,9 0 0 16,4-4 8-16,-13 4 0 0,0 0 0 0,4 8 0 15,1 0 28-15,3 3 7 0,-8 5 1 0,9 3 0 16,0 4-29-16,-9 4-6 0,0 0-1 0,-9 4 0 16,5-4-8-16,-1 4 8 0,5-4-8 0,0 0 8 15,5 0-8-15,-1-4 12 0,-8 0-12 0,4-3 12 0,13-1-12 16,-9-3 0-16,-4-5-12 0,0-11 12 15,13 8-54-15,-9-4-3 0,14-4-1 0,-10 0 0 16,5-4-178-16,5-4-35 0,21-15-7 0,-13 7-2 16</inkml:trace>
  <inkml:trace contextRef="#ctx0" brushRef="#br2" timeOffset="-161651.925">13877 17913 1267 0,'0'0'112'0,"0"0"-89"0,0 0-23 0,0 0 0 16,0 0 140-16,0-7 23 0,0-1 5 0,0 8 0 15,8-12-51-15,-8 12-10 0,0-7-3 0,0 7 0 16,0-12-56-16,0 12-11 0,-8-8-2 0,3 1-1 15,1-1-2-15,0 4 0 0,-5-8 0 0,0 9 0 16,-8-5-32-16,0 4 0 0,4-4 0 0,4 4 0 16,-8 4 0-16,-1-3 8 0,-4 3 1 0,-4 0 0 15,13 3-9-15,-4-3 0 0,0 8 0 0,-1-4 0 16,1 4 0-16,-1 3 0 0,1 1 8 0,8 3-8 16,-8 5 0-16,0-1 0 0,4-4 0 0,8 5 0 15,-12-1 15-15,13 4-3 0,-9 0 0 0,8 1 0 16,1-5-12-16,-5 4 9 0,9-4-9 0,0 1 8 0,0-1 0 15,13-4 0-15,-13 1 0 0,18-5 0 16,-10 1 0-16,5-4 0 0,5-1 0 0,-1-7 0 0,5 0-8 0,13 0 8 16,-14-7-8-16,14-1 8 0,-5-4 0 0,1 1 0 15,-5-1 0-15,4 1 0 0,-8-5 4 16,8 1 0-16,-12 3 0 0,-5-7 0 0,0 3-12 0,4-3 0 16,0 4 0-16,-12-5 0 0,8 5 8 0,-4-4 0 15,4-1 0-15,-13 1 0 0,8 7-8 0,1-3 0 16,-9 3 9-16,0 1-9 0,0-1 18 0,0 4-1 15,0 1 0-15,0 7 0 0,0 0-4 0,0 0-1 16,-9-4 0-16,1 4 0 0,8 4-12 0,-13 3 0 16,4 5 0-16,0 4-10 0,0-1 10 0,5 4-8 15,-9 1 8-15,13 3-8 0,-4 0 8 0,4 0 0 0,0-4 0 16,4 5-8-16,0-1 8 0,9-4 0 0,-8 0 0 16,8 1-8-16,9-5 8 0,-5-3 0 0,5-1 8 15,-5-3-8-15,9-4 0 0,0-4 0 0,-4-4 0 16,4 0 0-16,-4-4 0 0,8-3 9 0,-8-5-9 15,8 5 0-15,-8-9 0 0,0 9 0 0,-1-5 0 16,-3 1-9-16,3 0 0 0,-8-5 0 0,-4 5 0 0,4-1 0 16,0 1 9-16,4-1-10 0,-12-7 10 0,4 4-10 15,-1-4 10-15,-3 0 0 0,8-4 8 0,-9 0-8 16,0 0 0-16,9 0 0 0,-8-4 0 0,-1 0 0 16,5 4 0-16,-9 0 0 0,8 0-10 0,5 4 10 15,-13-1 0-15,0 5 0 0,5 4 0 0,3-1 0 16,-3 1 8-16,-5 7-8 0,0-4 0 0,4 5 9 0,0 3 3 15,-4 4 1-15,0 0 0 0,0 0 0 0,0 0 4 0,0 11 1 16,-4 1 0-16,0 7 0 0,-1 4 6 0,-3 1 0 16,3 3 1-16,1 4 0 0,-9-1-3 0,9 5-1 15,4 0 0-15,0 4 0 0,-9-1-6 0,5 1-2 16,8-1 0-16,5 1 0 0,-9 0 3 0,4-9 0 16,0-2 0-16,5-1 0 0,-5-4-16 0,9 0-12 15,-8-8 3-15,3 1 0 0,1-1 9 0,-5-3 11 16,1-5-3-16,-5-7 0 15,8 8-75-15,-3-4-15 0,12-4-3 0,-12 0-1 16,8 0-104-16,4-8-21 0,5-7-4 0,4-1-1 0</inkml:trace>
  <inkml:trace contextRef="#ctx0" brushRef="#br2" timeOffset="-160750.866">15331 17940 172 0,'0'0'16'0,"0"0"-16"0,0 0 0 0,0 0 0 16,0 0 272-16,0 0 52 0,0 0 11 0,0 0 1 16,0 0-193-16,0-7-39 0,0-1-8 0,0 0-2 15,0 1-7-15,0 7-2 0,0 0 0 0,0 0 0 16,0 0-6-16,0 0-2 0,0 0 0 0,0 0 0 16,9 11-5-16,-9 1 0 0,5 7-1 0,-1 8 0 15,-4 4-26-15,0 0-5 0,0 7 0 0,-4 1-1 16,4 0-23-16,-5-1-4 0,5-3 0 0,0 4-1 15,0-9-11-15,-9 1 0 0,9-7 9 0,-4-1-9 0,4 0 0 16,0-4 0-16,0-7 0 0,0-1 8 0,0-11-8 16,0 0-10-16,0 0 10 0,0 0-13 0,0 0 2 0,4-11 1 15,5-5 0-15,-4-3 0 0,8-4 10 0,-9-4 0 16,-4-4 0-16,4 0 0 0,9-8 0 16,-8 1 8-16,12-1-8 0,-13-3 0 0,9 3-9 0,5 1-7 15,-10-1 0-15,5 0-1 0,5 8 17 0,-10 4 17 16,5 4-3-16,5 0-1 0,-1 8-13 0,-8-1 0 15,0 5 0-15,8-1 0 0,-4 4 0 0,0 4 8 16,0 1-8-16,4-1 0 0,-8 8 16 0,8-1-4 16,-3 5 0-16,-6 0 0 0,10 3 1 0,-5 5 0 15,4-1 0-15,-13 9 0 0,9-1-3 0,-8 0-1 0,-1 0 0 16,0 4 0-16,-8 0 4 0,0 0 1 0,-1-8 0 16,-8 1 0-16,9-1 4 0,-9-4 1 0,0 1 0 15,0-5 0-15,-4 1-10 0,-1-4-1 0,-4 3-8 0,5-7 12 16,0-8-12-16,-1 4 0 0,-3 0 0 0,3-4-10 15,1-3-12-15,-5-1-2 0,9 0-1 0,-4 1 0 32,8-5-27-32,-8 0-4 0,4 5-2 0,8-5 0 0,1 1-118 15,-5-5-24-15,9 5-5 0,0-1-771 0</inkml:trace>
  <inkml:trace contextRef="#ctx0" brushRef="#br2" timeOffset="-160480.003">16078 17585 2314 0,'0'0'51'0,"0"0"10"0,0 0 3 0,0 0 1 0,0 0-52 0,0 0-13 16,0 0 0-16,0 0 0 0,0 0 60 0,0 0 10 15,0 8 2-15,5 7 0 0,-1 1-26 0,-4 7-5 16,9 0-1-16,-9 4 0 0,-9 4-25 0,9 4-6 15,-4 3-1-15,-1 1 0 16,5 0-28-16,0-1-5 0,-8 5-2 0,8-9 0 0,0 1 73 0,0-4 14 16,0-4 4-16,0 0 0 15,8-4-103-15,-8-3-20 0,0-5-4 0,9 1-1 16,0-9-50-16,-9-7-10 0,0 0-3 0,8 0-924 0</inkml:trace>
  <inkml:trace contextRef="#ctx0" brushRef="#br2" timeOffset="-159964.982">16643 17828 2026 0,'-13'-3'44'0,"13"-1"10"16,0 4 2-16,-13-8 1 0,4 4-45 0,9-4-12 0,-9 5 0 0,1-5 0 0,8 0 79 15,-13 4 13-15,4 0 4 0,0 1 0 0,1-1-32 0,-5 0-7 16,8 0-1-16,-8 0 0 0,5 4-12 0,-1 0-4 16,-8 0 0-16,8 4 0 0,-8 0-27 0,4 0-5 15,-5 0-8-15,5 3 11 0,-4 1-11 0,-5 4 8 16,5-1-8-16,-1 1 8 0,1 7-8 0,0 0 0 16,4 1 0-16,4-1 0 0,-9 0 0 0,5 4 0 15,5 1 8-15,-1-1-8 0,5 0 0 16,4-4 0-16,0 4 0 0,4-3 0 0,5-1 0 0,-5-4 0 15,9 1 0-15,-4-8 0 0,8-1 0 0,1 1 0 16,3-8 0-16,10 0 0 0,-10-8 0 0,14 1 0 16,-9-5 0-16,9-3 0 0,-9-9 0 0,4 5 0 15,-8-4-8-15,8 0 8 0,-17 3 0 0,14 1 0 16,-19 0 0-16,10 0 0 0,-14-1 0 0,5 5 0 16,-1-1 0-16,1 1 0 0,-5 3 0 0,-4-3 0 15,0 3 0-15,5 5 0 0,-5 7 0 0,0 0 0 0,-5-8 0 0,5 8 8 16,0 0-8-16,0 0 0 0,0 0 0 15,0 0 0-15,0 4 0 0,-4 7 0 0,4 1 0 16,-9 3-11-16,5 1 11 0,0 3 0 0,4 4 0 0,0 0 0 31,0 1-24-31,0 3-2 0,4 0-1 0,9 0 0 0,-9-4 27 0,1 4 0 0,8-8 0 0,-5 0 0 16,5 1 0-16,5-9 0 0,-1 1 0 0,1-4-790 16,-1-4-153-16</inkml:trace>
  <inkml:trace contextRef="#ctx0" brushRef="#br2" timeOffset="-159627.97">17273 17855 1821 0,'0'0'40'0,"0"-3"8"0,0 3 1 0,0 0 3 0,0 0-41 0,0-8-11 16,0 0 0-16,0 8 0 15,-5-8 104-15,-3 5 18 0,-1-1 4 0,0-4 1 0,5 8-53 0,0-4-10 16,-10 0-3-16,6 0 0 0,-10 1-27 0,5-1-6 0,5 0 0 0,-10 0-1 16,1 0 5-16,0 4 0 15,4 0 1-15,-5 0 0 0,10 0-17 0,-10 4-3 16,1 4-1-16,-1-1 0 0,10 1-4 0,-10 4 0 16,1-1-8-16,4 9 12 0,-4 3 0 0,12 0 0 15,-12-4 0-15,13 4 0 0,-5 1 3 0,4 3 0 16,1 4 0-16,8-8 0 0,-4 0-15 0,5 0 0 15,4-4 0-15,8 1 0 0,-8-1 0 0,8-4 0 0,0-3 0 0,5 0 0 32,8-9-48-32,-8 1-13 0,-4 0-3 0,-1-4 0 15,9-4-81-15,4 0-17 0,-8 1-3 0</inkml:trace>
  <inkml:trace contextRef="#ctx0" brushRef="#br2" timeOffset="-159145.883">17485 17983 288 0,'0'0'25'0,"0"0"-25"16,0 0 0-16,0 0 0 0,0 0 347 0,0 0 64 16,0 0 13-16,9 8 2 15,-5-5-274-15,1 5-54 0,8-4-11 0,-9 0-3 0,13-4-37 0,-12 4-8 16,8-4-2-16,-4 4 0 0,4-4-13 0,4 0-2 15,0 0-1-15,-8-4 0 0,8 0-5 0,1 0 0 16,-1-4-1-16,-4 1 0 0,9-1-7 0,-13 0 0 16,4 0-8-16,0 1 12 0,-5-1-12 0,5 0 8 15,-13 1-8-15,5-1 0 0,-5 8 0 0,4-8-18 16,5 0 2-16,-9 1 1 0,0 3 15 0,0-4 0 16,-9 0 0-16,5 1 0 0,-1-5 9 0,1 4 5 15,-9 1 1-15,9 3 0 0,-14-4-15 0,10 0 11 0,-1 1-11 16,-9 3 10-16,5-4 8 0,5 0 2 0,-10 4 0 15,1 1 0-15,4-1-4 0,4 4 0 16,-8 0 0-16,0 4 0 0,4-1-6 0,0 5-2 0,-1 0 0 0,-3 3 0 16,0 1 26-16,8 3 5 0,-8 1 1 0,4-1 0 15,0 5-23-15,4-1-4 0,-4-4-1 0,4 5 0 16,9-1 0-16,-8 0 0 0,3 5 0 0,5-1 0 16,5 0-12-16,3 0 0 0,-8-4 0 0,9 4 0 15,4-3 13-15,-4-1 0 0,8 0 0 0,9-3 0 16,-4-5-13-16,-1 1 0 0,-3-4 0 0,8-4 0 15,0-4 0-15,-4 0 0 0,4-4 0 0,4 0 0 16,-8-4-193-16,4-3-42 16,22-13-8-16,-14 9-1 0</inkml:trace>
  <inkml:trace contextRef="#ctx0" brushRef="#br2" timeOffset="-158523.673">18167 18249 172 0,'0'0'16'0,"0"0"-16"16,0 0 0-16,0 0 0 0,0 0 287 0,0 0 54 15,0 0 11-15,0 0 3 0,0 0-182 0,0 0-36 16,0 0-7-16,0 0-2 0,0 0-26 0,0 0-6 16,0 0 0-16,0 0-1 0,0 0-44 0,0 0-9 15,0 0-2-15,0 0 0 0,0 0-21 0,0 0-5 16,0 0-1-16,0 0 0 0,0 0-13 0,0 0 0 16,13 4 0-16,-13-4 0 0,0 0 12 0,0 0-3 0,5 0-1 0,-5 0 0 15,0 0-8-15,13 0 0 0,-9 0-12 0,-4 0 12 16,0 0-10-16,0 0 10 0,0 0 0 0,0 0-9 15,13 4-6-15,-13-4-1 0,0 0 0 0,0 0 0 32,0 0-25-32,0 0-6 0,0 0-1 0</inkml:trace>
  <inkml:trace contextRef="#ctx0" brushRef="#br2" timeOffset="21864.712">2321 3401 1710 0,'0'0'76'0,"0"0"15"15,0 0-73-15,0 0-18 0,0 0 0 0,0 0 0 0,0 0 59 0,0 0 8 16,0-8 1-16,0 4 1 0,0-4 21 0,0 8 4 15,0 0 1-15,5-7 0 0,3 3-27 0,-8 4-4 16,0 0-2-16,0 0 0 0,0 0-22 0,0 0-4 16,0 0 0-16,0 0-1 0,0 0 27 0,5 4 6 15,8-1 0-15,-5 9 1 0,-8 0-29 0,9 7-5 0,-9 4-2 0,4 12 0 16,-4-8-13-16,0 12-2 0,5 3-1 0,-5 0 0 16,0 5-5-16,0-5 0 15,0 5-1-15,4-13 0 0,5 1-11 0,-9 0 0 0,0-4 9 0,0 0-9 16,4-8 0-16,-4 4 0 0,4-8 0 0,9 4 8 15,-13-7-8-15,0-1 0 0,0-3 0 0,0-5 8 16,0 5-8-16,0-12 0 0,0 0-11 0,0 0 11 31,0 0-162-31,-13 0-26 0</inkml:trace>
  <inkml:trace contextRef="#ctx0" brushRef="#br2" timeOffset="22969.649">13186 3887 1324 0,'0'0'118'0,"0"0"-94"0,0 0-24 0,0 0 0 16,0 0 84-16,0 0 12 0,0 0 2 0,0 0 1 15,0 0-4-15,0 0-1 0,9-11 0 0,0 3 0 16,-5 8-26-16,9-8-6 0,-9 0-1 0,14 5 0 16,-10-5 7-16,10 0 0 0,3-4 1 0,6 5 0 15,-19-1-36-15,10 0-7 0,3 4-2 0,-3-3 0 16,-1 3-12-16,0-4-4 0,1 4 0 0,-10 4 0 15,6 0-8-15,-1 4 0 0,-5 4 0 0,5-8 0 0,-13 0 0 0,5 8 0 16,8-1 0-16,-9 1 8 16,0 4-8-16,5-1 0 0,-18 1 9 0,18-1-9 0,-9 5 26 15,0 3 1-15,0-7 0 0,-9 7 0 0,5 0-6 0,0 1-1 16,-5-1 0-16,0 4 0 16,9-4-6-16,-17 12-2 0,13-11 0 0,-9 7 0 0,8 0 16 0,-12-4 4 15,-1 4 0-15,1 0 0 0,0-8-32 0,-1 4 0 16,10-3 0-16,-5-5 0 0,-5 4 14 15,1 1 0-15,8-13 0 0,0 5 0 0,5-4 2 16,0-1 0-16,4-7 0 0,0 0 0 0,0 0-16 0,4 8 8 16,-4-8-8-16,13 8 0 0,-13-8 0 0,18 4 0 15,-5-8 0-15,13 4 0 0,-5 0 29 0,1 0 0 16,0-4 0-16,-1 0 0 0,-3 4-29 0,-1-4 8 16,14 4-8-16,-14 0 0 0,5 4 0 0,-5-4-16 15,5 8 3-15,-5-4 1 0,5-4 12 0,0 4 0 16,-5-4 0-16,0 3 0 0,1 1-26 0,-1 0 1 0,0 0 0 15,5 0 0 1,-13 0-124-16,4-4-25 0,0 0-5 0,4 0-1 0</inkml:trace>
  <inkml:trace contextRef="#ctx0" brushRef="#br2" timeOffset="23905.137">5973 11732 1566 0,'0'0'69'0,"0"0"15"0,0 0-68 0,0 0-16 0,9-7 0 0,-9 7 0 16,4-8 40-16,-4 8 4 0,0 0 0 0,18-4 1 15,-10 0-36-15,1 0-9 0,8 0 0 0,1 4 0 16,-9-3 36-16,4-1 6 0,4 4 1 0,5-4 0 16,-5 4-3-16,9-4-1 0,-13 0 0 0,13 4 0 0,5-4-12 15,-14 0-3-15,9 0 0 0,4 1 0 0,-8 3-6 16,-5 0-2-16,9 0 0 0,-8 0 0 15,12 3 44-15,-21 1 8 0,8 0 1 0,-4 4 1 16,-4-4-56-16,4 7-14 0,0-3 0 0,-9 4 0 0,1-5 54 0,-5 5 8 16,0 3 2-16,0-3 0 0,-5 3-52 0,5 1-12 15,5-1 0-15,-10 5 0 0,1-5 0 0,-13 4 0 16,-1 5 0-16,5-5 0 0,-8 0 0 0,3 0 0 16,-3 5 0-16,7-5 0 0,-7-4 54 0,3 5 8 15,1-5 2-15,0 4 0 0,-1-7-52 0,10 0-12 16,-14 3 0-16,9-3 0 0,9-5 0 0,-5 1 0 15,0 0 0-15,5-4 0 0,-5 3 0 0,9-7 0 16,0 0 0-16,0 0 0 0,0 0 0 0,0 0 0 16,13 8 0-16,-4 0 0 0,4 0 0 0,0-1 0 15,9 1 0-15,-14 0 0 16,10-1-20-16,-1 5-6 0,0 0-2 0,5-1 0 0,4 1 45 0,0 3 9 0,-4 4 2 16,0 1 0-16,-5-1-28 0,9 0 0 0,-22 5 0 15,14-1 0-15,-14 4 0 0,14 0 0 0,-18-4 0 0,4 4 0 16,-4 0 56-16,-4 0 7 0,4-4 1 15,0-3 0-15,-18-1-52 0,14-8-12 16,-14-3 0-16,1 4 0 0,4 3 0 0,-9 1 0 0,1-5 0 0,-10 5 0 16,1-5 28-16,-1-3 2 0,5-4 1 0,-8-4 0 15,-1 0 1-15,9-8 1 0,-9-4 0 0,-4 1 0 16,4-5-77-16,14-3-16 0,-19 4-4 16,6-1-887-16,3 1-177 0</inkml:trace>
  <inkml:trace contextRef="#ctx0" brushRef="#br2" timeOffset="24667.856">18462 10574 1432 0,'0'-4'64'0,"0"4"12"0,-13 0-60 0,5 0-16 15,8 0 0-15,-13-4 0 0,13 4 61 0,0-4 10 16,0 4 1-16,0 0 1 0,0 0 0 0,0 0 0 15,0 0 0-15,0 0 0 0,-5 0-27 0,5 0-6 16,0 0 0-16,0 0-1 0,0 4 3 0,0-4 1 16,0 0 0-16,0 12 0 0,-8-4-16 0,8 3-3 15,8 5-1-15,-8 3 0 0,0 0 19 0,0 1 4 16,0 3 1-16,-13 0 0 0,9 0-6 0,-13 8-1 16,12 4 0-16,-8-4 0 0,9-1-2 0,-9 1-1 0,9 0 0 0,-1 0 0 15,5 0-15-15,0-8-3 0,0 0-1 16,5 0 0-16,-1-3-7 0,9-5-2 0,-4 1 0 15,4-1 0-15,4-7-9 0,0 0 0 0,1-1 0 16,3-3 0-16,1 0 40 0,9-4 5 0,-5-4 2 0,8 0 0 16,1 4-37-16,-9-4-10 0,5-3 0 0,-5 3 0 15,4 0 0-15,-8 0 0 0,-1 0 0 0,-3 0-12 16,4 4-76-16,-5 0-16 16,-4 0-4-16,-4 0 0 0,4-3-117 0,4 3-24 0,-17 0-5 15,0 0-1-15</inkml:trace>
  <inkml:trace contextRef="#ctx0" brushRef="#br2" timeOffset="24952.604">18905 10914 1152 0,'0'0'51'0,"0"0"10"0,0 0-49 0,0 0-12 15,9-8 0-15,-9 8 0 0,0 0 244 0,0 0 45 16,0-4 10-16,0 4 1 0,9 0-173 0,-9 0-35 15,0 0-8-15,0 0 0 0,13 8-19 0,-9 3-3 16,0-3-1-16,5 8 0 0,-9-1-16 0,4 1-3 16,-4 7-1-16,0 0 0 0,-4 0-7 0,4 0-2 15,0 4 0-15,0-4 0 0,-9 4-12 0,9 0-4 16,-4-3 0-16,4-1 0 0,-4 0-8 0,4 4-8 16,0-4 9-16,-5 0-9 0,10 0 0 0,-5-3 0 15,-5 3 0-15,5-4 0 0,5-3-14 0,-5-1-6 0,0-3 0 16,0-12-1-1,0 0-143-15,0 0-28 0,0 0-5 0,0 0-943 0</inkml:trace>
  <inkml:trace contextRef="#ctx0" brushRef="#br3" timeOffset="47658.979">7493 4976 172 0,'0'0'16'0,"0"0"-16"16,0 0 0-16,0 0 0 0,0 0 296 0,0 0 56 0,0 0 11 0,0 0 2 15,0 0-217-15,0 0-43 16,0 0-9-16,0 0-1 0,0 0-47 0,0 0-10 0,0 0-2 0,0 0 0 16,13 0 28-16,-4 8 4 0,0 7 2 0,-1-3 0 15,14-24-22-15,-22 0-5 0,17 5-1 0,-8 3 0 16,0 0-10-16,12 0-3 0,-3-4 0 0,-9 5 0 15,17-1-8-15,-13 4-1 0,13-4-1 0,-18 0 0 16,14 4-19-16,-5-4 8 0,5 4-8 0,-5 0 0 16,-3 0 0-16,3-4 0 0,-13 0 0 0,9 4 0 15,5 4-28 1,-10 0-4-16,5-8 0 0,5 0 0 0,-14 1-128 16,9 3-25-16,-4-4-6 0,4 0-692 0</inkml:trace>
  <inkml:trace contextRef="#ctx0" brushRef="#br3" timeOffset="48072.263">7554 5115 1267 0,'0'0'28'0,"0"0"5"0,0 0 2 0,0 0 1 0,0 0-36 0,0 0 0 0,0 0 0 15,0 0 0-15,0 0 83 0,0 0 9 0,0 0 3 0,0 0 0 16,0 0-9-16,0 0-2 0,0 0 0 0,0 0 0 16,0 11 15-16,0-11 2 0,0 0 1 0,0 0 0 15,0 0-18-15,0 8-3 16,9 0-1-16,8-4 0 0,-17-4-22 0,9 0-5 0,-1 7-1 0,10-7 0 15,-1 0-18-15,5 0-4 0,-9 4-1 16,4-4 0-16,5-4-13 0,0 4-2 16,-5 0-1-16,9-7 0 0,-13 3-13 0,5 4 8 0,-1 4-8 0,0-4 0 15,1-8 0-15,-1 8 0 0,-4 0 0 0,0 0 0 16,-9-4 0-16,14 8-10 0,-5 4 0 0,-9-1 0 16,9-14 10-16,-13 7 0 0,0 0 0 0,5-8 0 15,-5 8-63-15,0 0-10 16,13 8-3-16,-13-8 0 0,4-8-107 0,-4 8-21 15,0 0-5-15</inkml:trace>
  <inkml:trace contextRef="#ctx0" brushRef="#br3" timeOffset="49084.178">19201 4930 1090 0,'0'30'48'0,"0"-30"11"0,0-7-47 0,0-1-12 16,0 8 0-16,0 0 0 0,0 0 82 0,0 0 14 15,0 0 4-15,0 0 0 0,0 0 2 0,0 0 1 16,0 0 0-16,0 0 0 0,0 0-27 0,0 0-6 15,0 0-1-15,0 0 0 0,8-4-5 0,1 4 0 16,-5 0-1-16,9 0 0 0,5-4-8 0,-10 0-2 16,5 8 0-16,-4-8 0 0,4 4-25 0,5-3-6 15,-1-1-1-15,0 4 0 0,1-4-12 0,-5 0-9 16,4 0 12-16,0 0-12 0,5 0 8 0,-4 4-8 16,-1-3 0-16,0 3 0 0,1 0 0 0,-1 0 0 15,0-4 0-15,1 4 0 16,-10 0-24-16,5 4-6 0,5-4-1 0,-14 0 0 15,1 3-45-15,3-3-8 0,1 0-3 0,0 0 0 16,-9 0-145-16,0 0-30 0</inkml:trace>
  <inkml:trace contextRef="#ctx0" brushRef="#br3" timeOffset="49557.763">19235 5134 1036 0,'-13'4'46'0,"13"-4"10"0,0 0-45 0,0 0-11 16,-4 4 0-16,4-4 0 0,-9 0 97 0,9 0 18 15,0 0 3-15,-4 11 1 0,0-11-52 0,4 0-11 16,0 0-1-16,0 0-1 0,0 4 8 0,0-4 2 16,0 0 0-16,0 0 0 0,0 0 15 0,0 0 3 15,0 0 1-15,0 0 0 0,0 0-15 0,0 0-4 16,0 0 0-16,8 4 0 0,1-4 0 0,8 0 0 16,-8 0 0-16,4 0 0 0,4 0 0 0,-8 0 0 15,4 0 0-15,5 0 0 0,-1 0-51 0,0 0-13 16,1 0 0-16,-5 0 0 0,4-4 0 0,0 4 0 15,1 0 0-15,-1 0 0 0,1-4 0 0,3 4-8 16,-8 0 8-16,9 0-13 0,-5 0 13 0,1 0 0 16,-1-7 0-16,-8 3 0 0,4 4 0 0,4 0 0 0,-12-8-9 0,8 4 9 15,-9 4-19-15,5 0 2 0,-1 0 0 0,1 0 0 32,-9 0-15-32,0 0-4 0,0 0 0 0,0 0 0 0,0 0-21 15,0 0-5-15,0 0-1 0,0 0 0 0,9 0-123 16,-9 0-25-16,0 0-5 0,0 0 0 0</inkml:trace>
  <inkml:trace contextRef="#ctx0" brushRef="#br3" timeOffset="50622.845">12457 13404 1497 0,'0'0'66'0,"0"0"14"15,0 0-64-15,0 0-16 0,0 0 0 0,0 0 0 0,0 0 55 0,0 0 7 16,0 0 2-16,0 0 0 0,0 0 24 0,0 0 6 15,0 0 1-15,13-12 0 0,4 9-50 0,-8-5-9 16,-9 8-3-16,13-4 0 0,4 0 20 0,1-4 4 16,-1 8 1-16,-8-7 0 0,8 3-14 0,-4 0-2 15,9 0-1-15,-1-4 0 0,-3 4-9 0,4 1-3 16,-5-1 0-16,5-4 0 0,-5 8-29 0,5-4 0 16,-5-4 0-16,-4 8 0 0,4-3 14 0,1-1-3 0,-1 4-1 0,-8 0 0 15,4 0-10-15,4 0 0 0,-12 0 0 0,12 0 0 16,-13 0-13-16,9 4 5 15,-13-4 8-15,5 0-13 16,-5 0-59-16,4 3-12 0,9 1-3 0,-13 4 0 16,0-8 9-16,0 0 2 0,0 0 0 0,0 0 0 15,0 0-26-15,0 0-5 0,0 0-1 0,0 0-700 0</inkml:trace>
  <inkml:trace contextRef="#ctx0" brushRef="#br3" timeOffset="51083.708">12465 13555 1321 0,'0'0'58'0,"0"0"13"0,0 0-57 0,0 0-14 16,0 0 0-16,0 0 0 0,-17 0 86 0,17 0 14 15,0 0 4-15,9 0 0 0,-9 0-34 0,0 0-6 16,0 0-2-16,0 0 0 0,13 3-13 0,-13-3-2 16,0 4-1-16,0-4 0 0,0 0-14 0,0 0-2 15,0 0-1-15,0 0 0 0,8 4 28 0,-8-4 6 16,0 0 1-16,0 0 0 0,18-4 0 0,-1 4 0 15,1-7 0-15,3 7 0 0,-3-4-52 0,-1 0-12 16,13 0 0-16,-8 0 0 0,-5 0 54 0,5 0 8 0,0 1 2 0,0 3 0 16,-1-4-52-16,-3 4-12 0,-1 0 0 0,0 0 0 15,-4 0 0-15,5 0 0 0,4 0 0 0,-14 0 0 16,1 4 0-16,-9-4 0 0,17 0 0 0,-8 0 0 31,4 3-20-31,-13-3-6 0,0 0-2 0,4 0 0 0,-4 0 14 0,0 0 2 0,13 4 1 0,-13-4 0 16,5 0-25-16,-5 0-6 0,0 0-1 0,0 0 0 15,0 0-123 1,0 0-25-16,0 0-5 0</inkml:trace>
  <inkml:trace contextRef="#ctx0" brushRef="#br3" timeOffset="52091.923">19596 17137 691 0,'0'-19'61'0,"0"19"-49"0,0 0-12 0,0 0 0 15,0 0 131-15,0 0 23 0,0 0 5 0,0 0 1 0,0 4-92 0,0-4-17 16,0 0-4-16,17 4-1 0,-12 0-22 0,8 0-5 15,-9-4-1-15,13 0 0 16,-17 0 54-16,5 3 12 0,8-3 1 0,-9 0 1 0,9 0 4 16,-9 0 1-16,14 0 0 0,-10 0 0 0,5 0-15 0,0-3-2 15,1 3-1-15,3 0 0 0,-4 0-2 0,4-4-1 16,-12 4 0-16,8-4 0 0,4 4-56 0,-4 0-14 16,0-4 0-16,0 4 0 0,9 0 0 0,-13 0 0 15,8-4 0-15,-4 4 0 0,4 0 0 0,-8-4 0 16,4 4 0-16,0 0 0 15,-9 0-56-15,-4 0-13 0,0 0-3 0,0 0-1 16,0 0-92-16,0 0-19 0,0 0-3 0,13-4-685 0</inkml:trace>
  <inkml:trace contextRef="#ctx0" brushRef="#br3" timeOffset="52539.243">19539 17327 1767 0,'0'0'78'0,"0"0"17"0,0 15-76 0,-8-3-19 16,8-12 0-16,0 0 0 0,0-8 74 0,0 8 11 15,0 0 3-15,0 0 0 0,0 0-50 0,8 8-10 16,-8-8-1-16,0 0-1 0,9-8-18 0,4 8-8 16,0 8 0-16,-9-1 8 0,14-3 45 0,-14-4 9 15,9 4 2-15,5-4 0 0,-10 0 0 0,10 0 0 16,-1 0 0-16,0 0 0 0,1 4 0 0,3-8 0 16,-3 4 0-16,-1 0 0 0,-17-4-64 0,9 4 0 15,4 0 0-15,4 0-10 0,1-4 10 0,-10 4 9 16,5 0-1-16,5-4-8 0,-1 8 0 0,-8-4 0 15,8 0 0-15,-4 0 0 0,5 0 0 0,-10 0 0 16,10 0 0-16,-5-4 0 0,-5 4 0 0,5-3 0 16,0-5 0-16,-4 4 0 0,-5 4-9 0,5-8-3 15,0 4 0-15,-1-7 0 0,-3-5-10 0,-5 9-2 16,0 7-1-16,0 0 0 16,0 0-35-16,0 0-8 0,0 0 0 0,0 0-703 0,0 0-140 0</inkml:trace>
  <inkml:trace contextRef="#ctx0" brushRef="#br3" timeOffset="79017.559">8839 4694 403 0,'0'0'17'0,"0"0"5"0,0 0-22 0,0 0 0 0,0 0 0 15,0 0 0-15,0 0 196 0,0 0 36 0,0 0 6 0,0 0 2 16,5 0-141-16,-5 0-28 0,0 0-6 0,13-4-1 16,-13 4 33-16,0 0 7 0,0 0 0 0,0 0 1 15,0 0-24-15,0 0-5 0,0-8 0 0,0 8-1 16,0 0-15-16,0 0-2 0,0-7-1 0,0 7 0 16,0-8-13-16,0 8-4 0,-9-8 0 0,9 8 0 15,-4-4-14-15,4 4-3 0,-5-7-1 0,1 3 0 16,-5-4-5-16,1 8-1 0,8 0 0 0,-13 0 0 15,8-4-3-15,-3 4-1 0,-1 4 0 0,-4-4 0 16,4 0-12-16,1 0-8 0,-1 4 8 0,0 0-13 16,0 0 13-16,5 0 0 0,-13-1 0 0,8 5 0 15,0 0 48-15,5 0 13 0,-9 3 3 0,0 1 0 0,9-5-52 0,-1 9-12 16,5-8 0-16,-13 3 0 16,9 1-20-16,4-1-6 0,0 5-2 0,0-1 0 15,0-3-6-15,4-1-2 0,9 1 0 0,-8 0 0 0,8-1 36 16,-5 1 0-16,5-8 0 0,-4 3 0 0,4 1 0 0,4-4 0 15,1 0 0-15,-9 0 0 0,8 0 19 0,-4-4 10 16,4 7 3-16,-8 1 0 0,4-4-32 0,4 0 8 16,-8 0-8-16,8 3 0 0,-8-3 0 0,9 4 0 15,-14 3 8-15,5 1-8 0,4 0 0 0,-9 3 0 16,13-3 0-16,-17-1 0 0,13 1 0 0,-13 3 0 16,9 1 0-16,4-1 0 15,0 1-23-15,-9-1-10 0,5 0-3 0,4 1 0 0,-13-5 59 0,4 9 11 16,5-1 2-16,-5-3 1 0,1-1-26 0,3-3-11 15,-8 7 8-15,0-8-8 0,0 5 9 0,0 7-9 16,0 0 10-16,-8-3-10 0,3-13 15 0,5-7-3 0,-4 12-1 16,-5-4 0-16,5 3 1 0,-9 1 1 15,4 7 0-15,5-7 0 0,-9-16-13 0,0 4 0 0,4 0-12 0,-4 0 12 16,-4-4 44-16,0 4 16 0,8 11 4 0,-13-11 0 0,5-15-52 0,-1 3-12 16,1 1 0-1,0-1 0-15,-5 1 0 0,5-1 0 0,-5 4 0 0,4-3 0 16,-3 3 0-16,3-4 0 0,1 9 0 0,0-13 0 15,-5 5 0-15,5 3 11 0,4 0-11 0,4 0 10 16,-9-3-10-16,5 3 0 0,5-3 0 0,-1-1 0 16,5 4-14-16,4-3 5 0,-5-1 1 0,5 4 0 15,-8-3-6-15,16 3-1 0,-8-4 0 0,5 1 0 16,-5-1 6-16,13 1 1 0,-5-5 0 0,5 5 0 16,5-9-22-16,4 9-4 0,-5-9-1 0,0 1 0 0,5 8 35 0,4-13 0 15,0 9 0-15,-17 0 0 16,13 3 0-16,-9-3 0 0,4 7 0 0,0-8 0 0,1 5 0 0,-10 3 0 15,5 0 0-15,5-3 0 0,-10-1 0 16,1 4 0-16,9 1 0 0,-14-1 0 0,5 0 15 0,4 1 9 16,-9-1 3-16,9 0 0 0,-13 0-27 0,4 1 8 15,5-1-8-15,-5 0 0 0,-4 1 8 0,0 7-8 16,0-4 8-16,5 0-8 0,-10-4 14 0,5 4-2 16,0-7-1-16,0 11 0 0,-4-8 1 0,4 8 0 15,-9 0 0-15,5-8 0 0,-9 0-4 0,4 5 0 16,1-1 0-16,-1 0 0 0,-4 0 1 0,4 0 0 15,0 0 0-15,-8 4 0 0,8 0-9 0,-4-4 0 0,5 4 0 0,-10 0 0 16,10 0 0-16,-1 0-11 0,5-3 3 0,-9-1 0 31,8 4-20-31,5 0-3 0,-13 0-1 0,13 0 0 16,0 0-103-16,0 0-21 0,0 0-4 0,0 0-632 0,0 0-126 0</inkml:trace>
  <inkml:trace contextRef="#ctx0" brushRef="#br3" timeOffset="79515.808">9269 4628 345 0,'0'0'15'0,"0"0"4"0,0 0-19 0,0 0 0 16,0 0 0-16,0 0 0 0,0 0 311 0,0 0 58 15,0 0 12-15,0 0 3 0,0 0-244 0,0 0-49 16,0 0-10-16,0 0-1 0,0 0-26 0,0 0-5 15,0 0-1-15,0 0 0 0,0 0 14 0,0 0 2 16,5 4 1-16,-5-4 0 0,8 4-1 0,1 4 0 16,-9 0 0-16,4-1 0 0,-4 5-13 0,5-1-3 15,-5 9-1-15,0 3 0 0,0-12-24 0,0 5-5 16,0 7-1-16,0 0 0 0,0 0-17 0,0 4 0 0,0 0 0 16,0-3 0-16,13-1 0 0,-13 4 0 0,0-4 0 0,0 8 0 15,0-4 0-15,0-4 0 0,0 4 0 0,4-4 0 16,-4 4 9-16,4-4-1 0,-4-3-8 0,0 3 12 15,0-4-12-15,0 1-8 0,0-1 8 0,0-4-13 16,0 1 13-16,0-1 0 0,0 1 0 0,0-9 0 16,0 9 0-16,-4-5 0 0,4-3 0 0,0 0 0 15,0-8-54-15,0 0-8 0,0 0-2 0,0 0 0 16,0 0-157-16,0 0-32 0</inkml:trace>
  <inkml:trace contextRef="#ctx0" brushRef="#br3" timeOffset="80172.101">9725 4879 403 0,'0'0'36'0,"0"0"-36"0,0 0 0 0,0 0 0 0,0 0 260 0,0 0 46 16,0 0 9-16,0 0 1 15,0 0-209-15,0 0-43 0,0 0-8 0,0 0-1 16,0 0-21-16,0 0-4 0,0 0-1 0,0 0 0 15,0 0 24-15,0 0 5 0,0 0 1 0,0 0 0 0,0 0-18 16,0 0-3-16,0 12-1 0,0-12 0 0,-8 8 11 0,8-8 1 16,-5 11 1-16,1-3 0 0,4-4-23 0,0 7-5 15,-9 5-1-15,9-5 0 0,0-11-8 0,-4 8-1 16,4 0-1-16,0 0 0 0,0-8-11 0,4 3 12 16,-4-3-12-16,9 8 12 0,-5-4 0 0,9 0 1 15,-13-4 0-15,9 0 0 0,4-4 3 0,-9-4 0 16,-4 8 0-16,13-4 0 0,-4 1-4 0,4-1-1 15,0-4 0-15,-9 0 0 0,-4 8-3 0,0 0-8 16,9-7 12-16,-9 7-4 0,9-8-8 0,-9 8-9 16,0-8 9-16,0 8-13 0,0 0 37 0,0 0 7 15,0 0 1-15,0 0 1 0,-13 4-10 0,13-4-3 16,-9 0 0-16,9 0 0 0,-9 4-20 0,1 0 0 0,-1-4 0 0,9 0-8 31,0 0-136-31,0 0-26 0,0 0-6 0</inkml:trace>
  <inkml:trace contextRef="#ctx0" brushRef="#br3" timeOffset="81728.743">10503 4570 691 0,'0'0'61'0,"0"0"-49"15,0 0-12-15,0 0 0 0,0 0 159 0,0-3 29 0,0-5 5 16,0 8 2-16,-5-8-133 0,5 8-26 0,-8-8-6 0,8 8-1 15,-5-3 28-15,5-5 6 0,-4 4 1 0,4 4 0 16,0 0 21-16,0 0 5 0,-13-4 1 0,8 0 0 16,-3 4-15-16,-1 4-4 0,5 0 0 0,-9 0 0 15,0-4-21-15,4 0-5 0,0 4-1 0,1 3 0 16,-10 1-17-16,14 0-3 0,-13 0-1 0,8 7 0 16,0-7-4-16,-4 3-2 0,5-3 0 0,8 4 0 15,-14-1-10-15,10 1-8 0,-5-1 12 0,1 5-12 16,8-5 0-16,-13 1 0 0,4 0 0 0,9 7 0 15,-13-8 58-15,9 5 5 0,-5 3 1 0,5 4 0 0,-1 4-52 0,1-3-12 16,-5 6 0-16,5-2 0 16,0 2 0-16,4 5 0 0,0-4 0 0,0 0 0 15,0 4 0-15,4-1 0 0,-4 5 0 0,4-4 0 0,9-20-11 16,-4 5-5-16,0-1 0 0,8 0-1 0,-8-3 17 0,8-1 0 16,-4 4 0-16,5-7 0 0,3-4 0 0,1-8 0 15,-5 0 0-15,9 0 0 0,0 0 0 0,-4 0 8 16,0-12-8-16,-5 8 0 0,1 0 13 0,-1-3 0 15,-8 3 0-15,4-4 0 0,-5 4-13 0,1 0 0 16,-9 4 0-16,0 0 0 0,4-15 0 0,9-1 0 16,-13 5 0-16,0-1 0 0,0-3 0 0,-8-1 0 15,3 5 0-15,1-9 0 0,4 5 0 0,-9 0 0 16,1-5 0-16,3 5 0 0,-3-1 0 0,-1 5 0 16,0-5 0-16,-4 9 0 0,-4-1 17 0,-1 0 1 15,1 4 0-15,0 0 0 0,-5 1-29 0,5 3-5 16,-5 0-2-16,5 3 0 0,-1 5 18 0,-3 0 0 0,3 0 0 15,1-1 0 1,-1 1-55-16,5 0-7 0,5 0-2 0,-1 3 0 0,0-3-181 0,9-8-37 0</inkml:trace>
  <inkml:trace contextRef="#ctx0" brushRef="#br3" timeOffset="82659.149">11106 4601 230 0,'-13'0'20'0,"9"0"-20"16,4 0 0-16,0 0 0 0,0 0 309 0,0 0 58 15,0 0 11-15,0 0 2 0,9-7-235 0,-9 7-47 16,-9-4-10-16,9 4-1 0,0 0-36 0,0 0-7 0,0-8-2 0,-13 8 0 16,8-12-12-16,1 9-2 15,4 3-1-15,-9-8 0 0,1 0 9 0,-5 0 1 0,13 8 1 0,-5-3 0 16,-8-5-3-16,5 4-1 0,8 0 0 0,-13 0 0 15,8 0 30-15,-3 4 5 0,-1 4 2 0,-4-4 0 16,4 0-63-16,1 0-8 0,-1 4-9 0,0 0 9 16,0 4 26-16,-4-1 13 0,5 5 2 0,-1 0 1 15,0 3-16-15,-4-7-3 0,9 7-1 0,0 1 0 16,-9-1-22-16,8 1 0 0,5-1 0 0,-8 4 0 16,3 1 0-16,5-1 0 0,-4 0 0 0,8 1 0 15,-4-5 0-15,5 4 0 0,3 1 0 0,-3-1 0 16,8 0 0-16,-5 0 0 0,10-7 0 0,-1 4 0 15,0-9 0-15,5 5-20 0,0-1 4 0,0-3 1 16,4 0 15-16,0-8 0 0,21 4 0 0,-20 0 0 16,-10-1 14-16,0 5-1 0,9-4 0 0,9 4 0 15,-13-1-13-15,-5 1 0 0,5 8 0 0,-5-9 0 16,5 9 0-16,-9 3 0 0,-9-7 0 0,5 3 0 0,8 1 0 16,-12-1 0-16,-5 4 0 0,0-7 0 0,0 3 0 0,0 1 0 15,0-1 0-15,-5-3 0 0,-8-1 0 0,9 5 0 16,4-1 0-16,-9-3 0 0,-8-1 0 0,8-3 0 15,5 0 0-15,-5 0 0 0,1-1 0 0,-5-3 0 16,-5 0 0-16,14 0 0 0,4-4 54 0,-18 8 8 16,-3-8 2-16,3 0 0 0,-3 0-52 0,-1-8-12 15,-8 0 0-15,3 4 0 0,-3-3 0 0,8 3 0 16,1-4 0-16,-5 4 0 0,0-4 25 0,4 1 3 16,4-1 0-16,1 4 0 15,4-7-45-15,4 3-9 0,-4 4-2 0,9-4 0 0,0 1 28 0,4 3 0 16,0 4 0-16,0 0 0 0,0-16 0 0,4 1 0 15,-4 3 0-15,9 4 0 0,4-11 8 0,4 4 6 0,0-1 2 0,5-3 0 16,0-4-16-16,8 3 0 16,9-3 0-16,-4 4-10 0,-18-4-2 0,5-4 0 0,17 0 0 15,-13 8 0-15,-8-5 12 0,-1 5 0 0,5-4 0 0,-5 7 0 16,-4-3 0-16,5 4 0 0,-18-1 0 0,4 1 0 16,13 3 0-16,-17-3 0 0,0 3 0 0,-4-3 0 15,4 3 0-15,-9 1 0 0,-8-1 0 0,-1 0 0 16,-8 1 0-16,9-1 0 0,4 1 0 0,-9-1 0 15,-8 4 15-15,0-3 5 0,12 3 0 0,1 0 1 16,-9 1-21-16,-5-1 0 0,10 4 0 0,-1 0 0 16,0 0 0-16,5 4-8 0,-1 0 8 0,1 4-12 15,4-4-1-15,-4 4-1 0,8 0 0 0,5 4 0 16,-14-1-40-16,18 1-8 0,0 0-2 0,0 3 0 16,0 1-180-16,5 0-37 0</inkml:trace>
  <inkml:trace contextRef="#ctx0" brushRef="#br3" timeOffset="83688.897">11527 4887 1497 0,'0'0'32'16,"0"0"8"-16,0 0 0 0,0 0 4 0,0 0-36 0,0 0-8 0,0 0 0 0,0 0 0 16,0 0 97-16,0 0 18 0,0 0 3 0,0 0 1 0,5 0-44 0,-5 0-9 15,0 0-2-15,0 0 0 0,8 8-44 0,-3 0-8 16,-5-8-3-16,0 11 0 0,4 1 44 0,5-1 9 15,-9 1 2-15,0 7 0 0,0-3-52 0,4 3-12 16,-4 8 0-16,0-12 0 0,0 1 0 0,0 3 0 16,0-3 0-16,4-1 0 0,-4-3 54 0,0 7 8 0,0-4 2 0,5 1 0 15,-5-16-52-15,0 0-12 16,0 7 0-16,0-7 0 0,0 0 0 0,0 0 0 16,0 0 0-16,0 0 0 0,0 0 0 0,0 0 0 15,0 0 0-15,0 0 0 0,0 0 54 0,0 0 8 16,0-7 2-16,0-1 0 0,-5 0-52 0,5 4-12 15,0-15 0-15,5 4 0 0,-5-1 0 0,0-3 0 16,9-4 0-16,-5 3 0 0,9 9 0 0,4-8 0 0,-17-1 0 0,5 5 0 16,12 3 0-16,0-3 0 0,-12 3 0 0,8-3 0 15,-5 3 0-15,5 1 0 0,-4 3 0 0,4-4 0 16,-13 5 0-16,18 3 0 0,-1-4 0 0,-8 4 0 16,-9 4 0-16,8-4 0 0,1 4 0 0,4 0 0 15,-13 0 26-15,0 0 2 0,4 4 1 0,9 0 0 16,9 4-17-16,-5 3-4 0,-17-11-8 0,5 16 12 15,8-1-4-15,4-3-8 0,-12-1 11 0,-5 5-11 16,0 3 12-16,4 4-4 0,-4-3 0 0,0-1-8 16,-9 0 12-16,0-3-4 0,23 3 0 0,-14 0-8 15,-5-3 10-15,-4-5-10 0,9 5 8 0,9-1-8 16,-18-3 0-16,9-5 8 0,0-7-8 0,0 0 0 0,14 8 8 16,-14-8-8-16,-5 4 8 0,5-4-8 0,5 4 10 15,-5-4-10-15,0 0 12 0,0 0-12 0,0 0 10 0,4-8-10 16,-4-3 8-16,13-5-8 0,-13 1 0 0,9-1 8 15,-1 1-8-15,-8-4 0 0,5-5 0 0,8-3 8 16,-9 12-8-16,5-12 0 0,8 11 0 0,-4-3 0 16,-9 4 0-16,9-1 0 0,5 1 0 0,-1-1 0 15,-13 5 0-15,1-5 0 0,8 5 0 0,4 3 0 16,-17-4 0-16,9 5 0 0,4 3 0 0,-9 0 0 16,9 4 0-16,-4 0 0 0,-9 0-9 0,13 4 9 15,4-4 0-15,-8 8 0 0,4 3 0 0,0 1 0 0,-4-1 0 0,8 5 0 16,1-1 0-16,-5 5 0 15,-5-1 0-15,5 0 0 0,-4-3 0 0,0-1 0 16,-1 4 9-16,1 1-9 0,-5-5 11 0,1 4-3 16,3 1-8-16,-3-1 12 0,-10 0-1 0,5 4-1 0,5-11 0 15,-5 0 0-15,-5 3-10 0,5-3 10 0,0-1-10 0,0-3 10 16,0 4-10-16,0-12 0 0,-8 7 0 0,8-7 0 16,8 8-16-16,-8-8 2 0,0 0 0 0,0 0 0 31,0 0-68-31,0 0-14 0,0 0-2 0,0 0-787 0,0 0-158 0</inkml:trace>
  <inkml:trace contextRef="#ctx0" brushRef="#br3" timeOffset="108524.567">20230 4551 172 0,'0'0'16'0,"0"0"-16"16,0 0 0-16,0 0 0 0,0 0 335 0,0 0 64 0,0 0 13 0,0 0 2 16,0 0-273-16,0 0-54 15,9-4-11-15,-9 4-3 0,0 0-11 0,0 0-2 0,0 0-1 0,0 0 0 16,8-7-7-16,-8 7 0 0,0 0-1 0,0 0 0 15,0 0 9-15,0 0 3 0,0 0 0 0,0 0 0 16,0 11-3-16,0 5-1 0,-4-1 0 0,4 4 0 16,-4-7-24-16,4 3-5 0,0 1-1 0,0 3 0 15,0 0-17-15,0 1-3 0,0-9-1 0,4 5 0 16,-4-1-8-16,4-3 0 0,5-4 0 0,-9-5 0 16,9 5 0-16,4-4 0 0,-9 0 8 0,9-4-8 0,9-4 0 15,-9 4 12-15,0-4-12 0,4 0 12 0,0 8-20 0,1-4-4 16,-5-4-1-16,9 4 0 15,-5 0 29-15,0 4 5 0,-8 4 2 0,8 0 0 0,1-1-9 16,-1 1-2-16,1 4 0 0,-10 3 0 0,5-3 2 16,0 3 0-16,-8 4 0 0,12-3 0 0,-13-1-2 0,1 5-1 15,3-9 0-15,-3 5 0 0,-1-1-11 0,5 0 0 16,-9 9 9-16,4-13-9 0,-4 1 0 16,0-1 9-16,0 5-9 0,-4-1 0 0,-5-3 12 15,0 3-12-15,1 5 12 0,-1-5-12 0,-8-7 12 0,4-1-12 16,-5 5 12-16,5 0-12 0,-13-5 12 0,4 5-4 15,5-4 0-15,-5-1-8 0,1-3 11 0,-1 0-11 16,5 0 10-16,-5-4-10 0,-4-4 0 0,4 4 0 16,5 0-8-16,-1-4 8 15,5-3-31-15,-4-1 1 0,0-4 0 0,-1 4 0 16,1 1-94-16,12-5-18 0,-8 4-4 0,9-11-677 0,-9 8-135 0</inkml:trace>
  <inkml:trace contextRef="#ctx0" brushRef="#br3" timeOffset="108830.541">20165 4551 1324 0,'0'0'118'0,"0"0"-94"0,0 0-24 0,0 0 0 0,0 0 196 0,0 0 36 16,0 0 6-16,0-8 2 0,0 1-108 0,0-1-22 16,0 8-4-16,0 0-1 0,8-8-30 0,1 4-7 15,-5 1 0-15,-4 3-1 0,0 0-5 0,13-4-1 16,5-4 0-16,-9 8 0 0,4-4-28 0,4 0-5 16,0 4-2-16,-4-4 0 0,5 4-18 0,12 0-8 15,-13 0 0-15,5 0 8 16,-4-3-44-16,3 3-8 0,5-4-3 0,0 4 0 15,5-4-185-15,-5-4-38 0</inkml:trace>
  <inkml:trace contextRef="#ctx0" brushRef="#br3" timeOffset="109480.959">20899 4478 1209 0,'0'0'53'0,"0"0"12"0,0 0-52 0,0 0-13 0,0 0 0 0,0 0 0 16,0 0 239-16,0 0 45 0,0 0 8 0,0 0 3 0,0 0-179 0,0 0-36 15,8 0-8-15,5 0 0 16,-8-8-35-16,8 8-6 0,8-4-2 0,-3 4 0 0,-10-4-19 0,10 4-10 16,8 0 10-16,-13 0-10 15,4 0 57-15,1 4 6 0,-5-4 1 0,4 12 0 0,-8-12-52 0,4 8-12 16,4-1 0-16,-8 1 0 16,-1 4 0-16,1-1 0 0,-9 1 0 0,9 3 0 15,-5-3 0-15,-4 7 0 0,-4-11 0 0,-5 7 0 16,9-7 0-16,-4 4 0 0,-1-1 0 0,-8 1 0 0,9-5 0 0,-9 5 0 15,4 0 0-15,-4-5 0 0,9 1 54 0,-13 0 8 16,8 3 2-16,0 1 0 0,-4-8-52 0,5 3-12 16,-10 1 0-16,5 0 0 0,9 0 0 0,0-1 0 15,-14-3 0-15,9 0 0 0,9-4 0 0,0 0-13 16,0 0 2-16,0 0 1 0,0 0 10 0,0 0 0 16,0 0 0-16,9 8-8 0,-9-4 8 0,4 3-8 15,14-3 8-15,-5 0-8 0,-4-4 8 0,4 4 0 16,-5 0 0-16,5 4 0 0,5-8 0 0,-10 3 0 15,5 1 0-15,5 8 0 0,-1-4 0 0,-8-1 0 16,4 9 0-16,4-12 0 0,-8 11 0 0,0-7 0 0,8 0 0 16,-17 7 11-16,9 0-11 0,-1 1 8 0,-3-5-8 15,-1-3 8-15,-4 4-8 0,0-5 10 0,4 5-10 16,-8 0 10-16,4-5-2 0,-4 5-8 0,-1-8 12 16,-3 3-4-16,-1 1 0 0,-4 0 0 0,0 4 0 15,0-5 0-15,-5-3-8 0,1 0 8 0,0-4-8 0,-1 4 8 16,5-4-8-16,-4 4-11 0,8-4 3 0,-12 0 0 15,3-4-24 1,1 0-5-16,-1 0-1 0,5-4 0 0,0 8-99 0,0-3-20 16,0-1-4-16,5-8-1011 0</inkml:trace>
  <inkml:trace contextRef="#ctx0" brushRef="#br3" timeOffset="110042.334">21741 4767 1497 0,'0'0'32'0,"0"0"8"0,0 0 0 0,0 0 4 0,0 0-36 0,0 0-8 0,0 0 0 0,0 0 0 15,0 0 53-15,0 0 9 0,0 0 2 0,0 0 0 16,9 4 31-16,-9-4 6 0,0 0 2 0,4 8 0 16,-4-8-35-16,4 8-6 0,-4-8-2 0,9 4 0 15,-9-4-8-15,0 0-3 0,0 0 0 0,0 0 0 16,0 0-7-16,0 0-2 0,0 0 0 0,0 0 0 15,0 0-28-15,0 0-12 0,4 7 8 0,-4-7-8 16,0 0 0-16,0 0 0 0,0 0 0 0,0 0 0 16,9 0 0-16,-9 0 0 0,0 0 0 0,0 0 0 15,0 0 21-15,0 0-1 0,0 0 0 0,0 0 0 16,0 0-32-16,0 0-6 0,0 0-2 0,0 0 0 0,0 0 46 16,0 0 9-16,0 0 1 0,0 0 1 0,0 0-15 15,0 0-3-15,0 8-1 0,0 4 0 0,-4-5-2 16,4 5 0-16,0-4 0 0,0 3 0 0,-5 1-6 0,5-5-2 15,0-7 0-15,0 12 0 0,0-12-8 0,0 0-17 16,0 0 4-16,0 0 1 16,0 4-15-16,0-4-2 0,0 0-1 0,0 0 0 15,0 0-7-15,5-4-2 0,8-4 0 0,-9-3 0 0,1-1 39 0,3 1 0 0,-3 3 0 0,8-4 0 32,-9 5-25-32,-4-1-4 0,0 8-1 0,0-8 0 15,0 0-54-15,0 8-12 0,0-7-1 0,0 7-935 0</inkml:trace>
  <inkml:trace contextRef="#ctx0" brushRef="#br3" timeOffset="114096.801">22206 4374 403 0,'0'0'17'0,"0"0"5"0,0 0-22 0,0 0 0 15,0 0 0-15,0 0 0 0,0 0 299 0,0 0 55 16,0 0 11-16,0 0 3 0,4-8-192 0,-4 8-39 15,0 0-7-15,0 0-2 0,13-8-51 0,-13 8-10 16,0 0-3-16,0 0 0 0,4 0 33 0,-4 0 7 16,5 0 0-16,-5 0 1 0,0 0-41 0,0 0-8 15,0 0-1-15,0 12-1 0,8 3-24 0,-16 4-5 16,8-3-1-16,-5 3 0 0,1 1-9 0,4 3-3 16,-9 0 0-16,5 4 0 0,0-4-12 0,4 4 11 15,-5 0-11-15,-3 0 10 0,3 0-10 0,5 0 0 16,-4-4 0-16,-5 8 8 0,5-11-8 0,0 3 8 0,4 0-8 15,0 0 8-15,0-4-17 0,0-3-4 0,0-5-1 0,0 1 0 16,0 0 22-16,0-12 4 0,0 0 0 0,0 7 1 16,8 1-13-16,5 0 11 0,-13-8-11 0,13 4 10 15,-4-4-10-15,8 0 10 0,1 0-10 0,-1-4 10 16,1 0-10-16,3 0 10 0,1 0-10 0,-5 0 10 16,1 0-10-16,-1 1 0 0,0-1 0 0,5 4 0 15,-4 4 0-15,-10-4 0 0,10 0 0 0,-1 0 0 16,-4 0-13-16,4 0-5 0,-12-4-1 0,12 8 0 15,-13-4-94-15,-4 0-19 0,13 3-4 16,-4 1-1-16,4 0-63 0,-13-4-12 0,0 0-2 0</inkml:trace>
  <inkml:trace contextRef="#ctx0" brushRef="#br3" timeOffset="114479.617">22544 4655 1324 0,'0'0'118'0,"0"0"-94"0,0 0-24 0,0 0 0 15,0-3 172-15,0 3 29 0,0 0 7 0,0 0 0 16,0 0-95-16,0 0-19 15,0 0-4-15,0 0-1 0,0 0-34 0,0 0-7 0,0 0-2 0,0 0 0 0,0 0 34 0,0 0 6 16,0 0 2-16,0 0 0 16,0 11-71-16,0 1-17 0,0 3 0 0,5 1 0 15,-5 3 55-15,0 4 7 0,0 0 2 0,0 4 0 16,0 4-52-16,-5 0-12 0,5-4 0 0,0 0 0 16,0 0 0-16,-8 0 0 0,8 0 0 0,0 0 0 15,0-4 0-15,0-3-12 0,0-1 3 0,0 0 0 16,0 1 9-16,0-9 0 0,-5 1 0 0,5-1 0 15,0 5-48-15,0-16-5 16,0 0-1-16,0 0 0 0,0 0-135 16,0 0-27-16,0 0-6 0</inkml:trace>
  <inkml:trace contextRef="#ctx0" brushRef="#br3" timeOffset="115348.779">23000 4265 115 0,'0'0'10'0,"0"0"-10"15,0 0 0-15,0 0 0 0,0 0 257 0,0 0 50 16,0 0 9-16,0 0 3 0,0 0-156 0,0 0-31 15,0 0-7-15,0 0-1 0,0 0-44 0,0 0-8 16,0 0-3-16,0 0 0 0,0 0-10 0,0 0-3 16,0 0 0-16,0 0 0 0,0 0-6 0,9 12-2 15,0-8 0-15,-9 11 0 0,0-7 0 0,4 4 0 16,0 7 0-16,-4-4 0 0,-4 9-25 0,4-1-6 16,0 8-1-16,-4 0 0 0,4-4-7 0,0 7-1 15,0-3-8-15,-9 4 12 0,9 0-12 0,0-8 8 16,-4 4-8-16,4-1 0 0,0 5 8 0,0-8-8 15,-5 4 0-15,5 0 0 0,0-4 0 0,0 0 8 16,0-4-8-16,-4 0 0 0,4 1 0 0,0-1 0 16,-9-4 8-16,9 0-8 0,-4-7 0 0,4 3 8 15,0 1-8-15,4-5 0 0,-4-3 0 0,0-8 8 0,0 0-8 16,0 0 0-16,0 8 0 0,0-8 11 0,0 0-11 0,0 0 10 16,0 0-10-16,0 0 0 0,0 0 0 0,0 0 0 15,0-12 0-15,0 1 0 0,9-9 0 0,-9 5 0 16,-9-4 14-16,9 3 1 0,0-3 0 0,0 3 0 15,0-7-24-15,0 0-5 0,0-4-1 0,0 0 0 16,0 0 63-16,0 0 13 0,9-4 3 0,-9 0 0 16,0 0-52-16,0 0-12 0,4 4 0 0,-4-3 0 0,0 6 0 0,5-10 0 15,-5 7 0-15,4-4 0 0,-4 4 0 0,0 7 0 16,9 5 0-16,-9-4 0 0,-9-5 0 0,9 9 0 16,9 3 0-16,-9 1 0 0,0-1 0 0,-9-3 0 15,18 11 0-15,-9-8 0 0,0 12 0 0,0 0 0 16,-9-3 0-16,5-1 0 0,4-4 0 0,-5 0 0 15,5 8 0-15,0-4 0 16,0-3-239-16,0 3-50 0,-4-16-11 0,8 9-1 0</inkml:trace>
  <inkml:trace contextRef="#ctx0" brushRef="#br3" timeOffset="117473.015">23304 4756 1267 0,'0'0'56'0,"0"0"12"0,0 0-55 0,0 0-13 15,13 4 0-15,-13-4 0 0,5 0 105 0,-5 0 19 16,0 0 3-16,4 0 1 0,0 0-25 0,5 4-5 15,0-1-1-15,-1 1 0 0,-3 0-40 0,-1 0-8 16,9 4-1-16,-13-1-1 0,0 1 1 0,5 4 0 0,8-1 0 0,-13 5 0 16,0-1 3-16,0 1 1 0,4-1 0 0,-4 4 0 15,0-3-32-15,0-1-7 0,0-3-1 0,4 7 0 16,-4-3-12-16,0-1 0 0,0-3 0 0,0-5 0 16,0 5 0-16,0-12 0 0,0 0 0 0,0 0 0 15,0 0 0-15,0 0 0 0,0 0 0 0,0 0 0 16,0 0 0-16,9-12 0 0,-9 5 0 0,4-5 0 15,1-3 0-15,3-1 0 0,-3 5 0 0,-5-5 0 16,4-3 54-16,9 0 8 0,-9 3 2 0,9-3 0 16,-8 3-75-16,8 1-14 0,-9 3-3 15,0 5-1-15,9-5 29 0,-8 4 0 0,8-3 11 0,-9 7-3 16,-4 4 5-16,5-4 2 0,8-4 0 0,-5 4 0 16,1 4-7-16,0 0 0 0,4 0-8 0,-9 4 12 15,9 0 2-15,-4 0 0 0,-1 4 0 0,1-1 0 0,4 5-4 16,-4 0-1-16,-1 3 0 0,1-3 0 15,0 3-25-15,0 0-6 0,4 1-1 0,-13-1 0 0,4 1 23 16,-4 3 0-16,4 4 0 0,-4-3 0 0,0-20 0 0,0 7 0 16,9 13 0-16,-9-17 0 0,0-3 16 0,0 0 8 15,0 0 2-15,0 0 0 16,0 0-42-16,0 0-8 0,4 4-1 0,9-8-1 0,-8 1 26 0,8-9 0 16,-9 0 0-16,5-3 0 0,-9 3 0 0,8-3 0 0,-3 0 0 0,8-5 0 15,-9 1 0-15,13 3 0 16,-8 1 0-16,4 0 0 0,5-9 0 0,-1 9 12 15,-13 0 0-15,9 3-1 0,5 0-11 0,-10 9-16 0,5-1 4 0,5 0 1 16,-10-4 11-16,5 4 0 16,-8 8 0-16,8 0 0 0,-5-4 0 0,1 8 0 15,0 3 0-15,4 1 0 0,-9-1 49 0,1 1 12 16,3 0 3-16,-3-1 0 0,8 5-52 0,-9 7-12 0,-4-4 0 16,4-3 0-16,5-5 0 0,-9 5 0 0,4-5 0 15,-4 1 0-15,0-5 0 0,0 5 0 0,0-4 0 0,0-1 0 31,0 1-48-31,0-8-13 0,0 0-3 0,0 0 0 0,0 0 52 0,0 0 12 0,0 0 0 0,0 0 0 32,0 8-208-32,0-8-38 0</inkml:trace>
  <inkml:trace contextRef="#ctx0" brushRef="#br3" timeOffset="181634.526">10164 12269 460 0,'-13'-19'20'0,"13"11"5"0,-9-4-25 0,9 1 0 0,-13-1 0 0,9 1 0 15,-1-1 97-15,-8 0 15 0,9-3 2 0,-13 0 1 16,-1-1-74-16,1 1-14 0,-5 3-3 0,1-7-1 15,-10 7-11-15,5-3-3 0,-13-1 0 0,4 1 0 16,-4-1 25-16,-9 5 5 0,-8-1 1 0,8 1 0 16,-4 3-12-16,-9-4-3 0,-4 5 0 0,-9 3 0 15,5 0-8-15,-18 0-1 0,9 4-1 0,-9 0 0 16,4 0 1-16,5 0 1 0,-9 0 0 0,5 4 0 16,-5 0 32-16,5 3 7 0,3 5 0 0,6 3 1 15,3 5-28-15,-4 3-5 0,13 0-2 0,1 4 0 16,-10 4-22-16,9 0 8 0,1 4-8 0,3 3 0 15,1-3 0-15,8 0 0 0,0 0 0 0,0 3 0 16,18 1 0-16,-5 3-8 0,5-3 8 0,8 3-8 16,0 12 8-16,5-3-8 0,4-1 8 0,13 0-8 15,-9 4 8-15,18-4 0 0,0-4 0 0,-1 1 0 16,10-5-8-16,4-3 0 0,8-1 0 0,5-3 0 0,-9-4 8 16,8-4-8-16,10 0 8 0,4-4-8 0,8 1 8 15,1-9 0-15,3 0 0 0,-3-7 0 0,-1 0 0 0,18-4 0 16,-9-4 0-16,18 0 0 0,-5-4 0 15,0 0 0-15,-4 0 0 0,4-4-8 0,-13-3 8 16,9-1 0-16,0 1 8 0,4-5-8 0,4-3 0 0,-3 3 8 16,-1-3-8-16,-4-4 0 0,-1 4 11 0,-7-8-3 15,-1 3 0-15,-4-3 0 0,-5 0-8 0,0-3 0 16,-16-1 0-16,3 0 8 0,-4 0-8 0,0 0 8 16,-4 4-8-16,-5-4 8 0,-4 4-8 0,5-4 12 15,-23 0-12-15,10 0 12 0,-5-3-12 0,-5-1 12 0,1 0-12 16,-9 4 12-16,0-7 4 0,0 3 2 0,-9 0 0 0,1-3 0 15,-1 3 2-15,-13-4 1 0,1 1 0 0,-1 3 0 16,-8 4-5-16,4 4-2 0,-9-4 0 0,0 4 0 16,-8 0-6-16,4 4 0 0,-9 0-8 0,0 3 12 15,-4 5-1-15,-5-1-1 0,-3 5 0 0,3 3 0 16,-12 4-10-16,4 4 10 0,-9 4-10 0,13 4 10 16,-9 0-10-16,10 7 12 0,-14 1-12 0,4 3 12 15,-8 0-12-15,4 0 0 0,1 5 0 0,-1 3-11 16,4-4 11-16,-4 4 0 0,9 0 0 0,9 0-8 15,-1 4 8-15,1 0 0 0,8 0 0 0,-8-1 0 16,4 9 0-16,8-4-10 0,-4 7 10 0,22 5-10 16,-4 3 10-16,4 0-12 0,9 0 12 0,12 0-12 15,-8 4-4-15,17 0 0 0,10-3-1 0,7 3-533 16,10 0-106-16</inkml:trace>
  <inkml:trace contextRef="#ctx0" brushRef="#br3" timeOffset="190982.299">15831 6262 288 0,'0'0'12'0,"0"0"4"0,0 0-16 0,-9 7 0 15,0-3 0-15,9-4 0 0,0 0 118 0,0 0 21 16,-8 4 4-16,-1-4 1 0,-8 0-110 0,17 0-22 15,-13-4-4-15,13 4 0 0,0 0-8 0,-9 0 9 16,9 0-9-16,0 0 10 0,0 0 5 0,0 0 1 0,0 0 0 0,0 0 0 16,0 0 37-16,0 0 8 0,0-8 2 0,0 8 0 15,0-7 1-15,0 7 0 16,0 0 0-16,-9-8 0 0,18-4-4 0,-9 1 0 0,4-1 0 0,9 1 0 16,-8-5-12-16,3 5-4 15,1-1 0-15,8-3 0 0,1-9-6 0,-5 1-2 0,4-4 0 0,9 4 0 16,-4-4 6-16,0 0 1 0,-1-4 0 15,10 4 0-15,-9-4-11 0,4 4-3 0,4-8 0 0,-8 5 0 16,12-9-21-16,-7 0-8 0,3-3 0 0,9 3 0 16,-4-3 17-16,-5 7-2 0,14-15-1 0,-5 11 0 15,0 1-14-15,0-1 0 0,4 0 8 0,5 1-8 16,-9-1 0-16,-9 4 0 0,5 1 0 0,0-1 0 16,0 0 17-16,-9 4 1 0,4-3 0 0,-8 3 0 15,13 4-10-15,-14 0-8 0,5-4 12 0,0 4-12 16,5 0 23-16,-1 0-3 0,-8 0 0 0,0 3 0 15,4-3-5-15,-13 4-2 0,17 0 0 0,-12 0 0 16,3 4-4-16,1-5-1 0,0 1 0 0,4 8 0 0,-13-1-8 16,13 1 0-16,-9 0 0 0,-4-1 8 0,0 8-8 15,5-7 0-15,-1-1 0 0,-8 5 0 0,-1 3 0 0,1-3 8 16,4 3-8-16,-9 0 0 0,9 0 14 0,-13 1-2 16,5-1-1-16,8 0 0 0,-13 1-11 0,4 3 0 15,0 0-12-15,5-4 12 0,-9 8 0 0,4-8 0 16,-4 8 0-16,0 0 0 0,0 0 0 0,0 0 0 15,0 0 0-15,0 0 0 0,0 0-13 0,0 0 1 16,0 0 1-16,0 0 0 16,0 0-113-16,0 0-24 0,0 0-4 0</inkml:trace>
  <inkml:trace contextRef="#ctx0" brushRef="#br3" timeOffset="191649.662">14624 5269 1425 0,'0'0'63'0,"0"0"13"0,-9 4-60 0,9-4-16 0,-4 0 0 0,4 0 0 15,0 4 86-15,0-4 14 0,0 0 4 0,0 0 0 16,0 0-31-16,0 0-5 0,0 0-2 0,0 0 0 16,0 0-44-16,0 0-9 0,4 12-1 0,5-5-1 15,-5 5-3-15,9-1 0 0,-13 5 0 0,9-1 0 16,4 1 3-16,-9 3 0 0,0 4 0 0,5-3 0 15,0 7 2-15,-1-4 1 0,-3 4 0 0,8 4 0 16,-9-8-14-16,5 4 0 0,0-8 0 0,-1 4 0 16,5 1 9-16,-8-5 6 0,8-4 1 0,-13-3 0 15,8-1-26-15,1-3-5 0,-5 0-1 0,9-8 0 16,-8 0-106-16,8-12-22 0</inkml:trace>
  <inkml:trace contextRef="#ctx0" brushRef="#br3" timeOffset="192084.253">14928 5130 1036 0,'0'0'92'0,"0"-4"-73"16,-13 1-19-16,4-1 0 0,9 0 121 0,0 4 21 0,0 0 4 0,-13-4 1 15,13 4-44-15,0 0-9 16,-4-8-2-16,4 8 0 0,0 0-16 0,0 0-3 0,0 0-1 0,0 0 0 15,0 0-50-15,0 0-10 0,0 0-3 0,0 0 0 16,17 0 33-16,-13 0 6 0,14 0 2 0,-1-4 0 16,-8-3-29-16,8-1-5 0,0-4-2 0,1 1 0 15,-1-1 40-15,1-3 8 0,-1 3 2 0,0 1 0 32,1-1-80-32,3-3-15 0,-3-1-3 0,-1 5-1 0,-4-1 35 0,0 0 0 0,5 5 0 0,-1-1 0 15,-8 0 12-15,-9 8 0 0,8-4 0 0,-8 4 0 16,0 0 12-16,0 0 1 0,0 0 1 0,0 0 0 15,0 0 0-15,9 8 0 0,4 4 0 0,-9-5 0 16,-4-7-12-16,0 0-2 0,5 12-1 0,-5 0 0 16,0 3-11-16,0 4 8 0,8 1-8 0,-16 3 8 15,8 0-8-15,-5 4 0 0,5 4 0 0,-4-4 8 16,4 4-8-16,0-4 0 0,-4 0 0 0,-5 0 8 16,9 0-8-16,0 0 0 0,-4 4 0 0,4-12 8 0,-5-3-8 0,5 3 0 15,0 4 0-15,0-8 0 16,0-15-25-16,0 0-7 0,5 8-2 0,-5-8 0 15,0 0-94-15,0 0-20 0,0 0-3 0,0 0-905 16</inkml:trace>
  <inkml:trace contextRef="#ctx0" brushRef="#br3" timeOffset="207405.704">13534 12956 230 0,'0'0'10'0,"0"0"2"0,0 0-12 0,0 0 0 16,0 0 0-16,0 0 0 0,0 0 181 0,0 0 34 16,0 0 6-16,0 0 2 0,13-8-85 0,-13 8-17 15,0 0-3-15,0 0-1 0,0 0 2 0,0 0 0 16,0 0 0-16,0 0 0 0,0 0-3 0,0 0 0 15,0 0 0-15,0 0 0 0,0 0-26 0,0 0-6 16,0 8 0-16,4 0-1 0,9 3-22 0,-13 5-4 0,0-5-1 0,0 5 0 16,0-1-26-16,0 1-6 0,0 3 0 0,0 0-1 15,0 1-14-15,0-5-9 16,-9 4 12-16,5-3-12 0,8-1 8 0,-4 1-8 16,9-5 0-16,-9 5 0 0,0-5 0 0,9-3 0 15,-9-8 0-15,8 8 0 0,-8-8 0 0,5 8 0 16,8-8 0-16,0 3 0 0,0-3 11 0,4 4-11 0,5-4 10 0,-5 0-10 15,5 0 11-15,0 4-11 0,8-4 12 16,-12 4-12-16,-1 0-9 0,-8 0-9 0,8 3-2 0,0 1 0 16,1 0 20-16,-1 0 0 0,0 3 0 0,1 1 0 15,-1 3 0-15,-4 1 0 16,0-1 0-16,5 1 0 0,-10 3 28 0,5 4 8 0,0-4 3 0,-8 4 0 16,8 1-21-16,-9-1-4 0,0-4-1 0,-4 4 0 15,5-3-5-15,3-1 0 0,-8-4-8 0,-8 1 12 0,3-1-2 0,1 1-1 16,-9-1 0-16,4-3 0 0,1-1-1 0,-10-3 0 15,5 0 0-15,-13-1 0 16,4 1 0-16,1-4-8 0,-1-4 12 0,-8 0-4 0,4-4-8 16,-5 0 0-16,5 4 0 0,4-4 0 0,-12 1 0 0,12-1-11 15,-4-4 1-15,0 4 0 16,8-4-36-16,1 1-7 0,0 3-2 0,-1-4 0 16,10 0-137-16,-10-3-27 0,1-1-5 0</inkml:trace>
  <inkml:trace contextRef="#ctx0" brushRef="#br3" timeOffset="207723.011">13490 13057 1209 0,'0'0'108'0,"0"0"-87"0,0 0-21 0,0 0 0 16,0 0 227-16,0 0 41 0,0 0 8 0,0 0 1 16,0-4-157-16,0 4-31 0,0-8-6 0,0 8-2 15,0 0-22-15,5-4-5 0,-1 0-1 0,5 0 0 0,-1 4 0 0,1-4 0 16,0 4 0-16,4-3 0 16,4 3-21-16,5 0-4 0,-5 0 0 0,1-4-1 15,8 4-18-15,-5-4-9 0,10 4 10 0,-5-4-10 16,4 4-20-16,-4 0-11 0,5-4-1 0,3 4-1 15,-8 0-209-15,9 0-42 0</inkml:trace>
  <inkml:trace contextRef="#ctx0" brushRef="#br3" timeOffset="208191.373">14450 13022 1152 0,'0'0'102'0,"0"0"-82"0,0 0-20 0,0 0 0 16,0 0 184-16,0 0 32 0,0 0 6 0,0 0 2 15,0 0-92-15,0 0-19 0,0 0-3 0,0 0-1 16,0 0-55-16,0 0-11 16,0 0-3-16,0 0 0 0,0 0-9 0,0 0-3 0,0 0 0 0,0 0 0 15,0 0 16-15,4 7 4 0,-4-7 0 0,0 0 0 16,0 0-14-16,5 12-2 0,-1 0-1 0,-4-5 0 16,0 5 12-16,0 0 2 0,0 3 1 0,0 0 0 15,0-3-22-15,0 7-5 0,0 1-1 0,0 3 0 0,0 0-18 16,0 0 0-16,0 4 0 0,0 0 0 0,0 0 19 0,0 0 0 15,0 0 0-15,0 0 0 16,0 0-31-16,0 4-5 0,0-4-2 0,0-4 0 0,0 1 39 16,0 3 8-16,0-4 2 0,9 4 0 0,-9-8-30 0,0 0 8 15,0 1-8-15,0-5 0 0,-9 4 0 0,9-7 0 16,0 3 0-16,0-3 0 0,0 0-14 0,0-5-2 16,0-7-1-16,0 0 0 15,0 0-99-15,0 0-20 0,0 0-4 0,0 0-1 16,0 0-87-16,0 0-16 0,-4-23-4 0,8 4-1 15</inkml:trace>
  <inkml:trace contextRef="#ctx0" brushRef="#br3" timeOffset="209260.376">14906 13354 576 0,'0'0'12'0,"0"0"4"0,0 0 0 0,0 0 0 0,0 0-16 0,0 0 0 0,0 0 0 0,0 0 0 15,0 0 54-15,0 0 8 0,0 0 2 0,0 0 0 0,0 0-52 0,0 0-12 16,0 0 0-16,0 0 0 16,0 0 66-16,0 0 10 0,0 0 3 0,0 0 0 15,0 0 25-15,0 0 6 0,0 0 1 0,0 0 0 16,0 0-8-16,0 0-2 0,0 0 0 0,0 0 0 16,0 0-57-16,0 0-12 0,0 0-3 0,0 0 0 0,0 0 12 15,0 0 3-15,0 0 0 0,0 0 0 0,0 0-20 0,0 4-3 16,-9 3-1-16,9-3 0 0,-4 4 20 0,4 0 3 15,0-8 1-15,-4 4 0 16,4-1-27-16,0 5-5 0,-9 0 0 0,9-8-1 0,0 0-2 0,0 0 0 16,0 8 0-16,0-8 0 0,0 0-9 0,0 0 0 15,0 0 0-15,0 0 0 0,0 0 0 0,0 0 0 16,0 0 0-16,0 0 0 0,0 0 0 0,0 0 0 16,9-4 0-16,-9 4 0 0,0 0 0 0,0 0 0 0,17-8 0 0,-17 8 0 15,0 0 0-15,0 0 0 16,0 0 0-16,0 0 0 0,0 0 0 0,0 0 0 0,0 0 0 15,0 0 0-15,0 0 0 0,0 0 0 0,0 0 0 0,0 0 0 16,0 0 40-16,0 0 5 0,0 0 2 0,0 0 0 16,0 0-31-16,0 0-7 0,0 0-1 0,0 0 0 15,0 0 1-15,0 0 0 0,0 0 0 0,0 0 0 16,0 0-9-16,0 0-12 0,0 0 2 0,0 0 1 16,0 0 9-16,0 0 0 0,0 0 0 0,0 0 0 15,0 0 0-15,0 0 0 0,0 0 0 0,0 0-8 16,0 0 8-16,0 0-13 0,0 0 5 0,0 0 8 15,0 0-15-15,0 0 5 0,0 0 1 0,0 0 0 32,0 0-23-32,0 0-4 0,0 0 0 0,0 0-1 0,0 0 37 0,0 0 0 0,0 0 0 0,0 0 0 15,0 0-168-15,0 0-27 0,0 0-5 16,0 0 0-16</inkml:trace>
  <inkml:trace contextRef="#ctx0" brushRef="#br3" timeOffset="211043.059">15531 13002 403 0,'0'0'36'0,"0"0"-36"0,0 0 0 0,0 0 0 16,0-3 148-16,0 3 22 0,0 0 5 0,0 0 1 0,9-4-90 0,-9 4-18 15,0 0-3-15,0 0-1 0,0 0 2 0,9-4 0 16,-5 0 0-16,-4 4 0 0,0 0-6 15,0 0 0-15,0 0-1 0,0 0 0 0,0 0 17 0,0 0 3 16,0 0 1-16,0 0 0 0,0 0-5 0,0 0-1 16,0 0 0-16,0 0 0 0,0 0-20 0,0 0-4 15,0 0-1-15,0 0 0 0,0 0-13 0,-4 0-2 16,4 0-1-16,0 0 0 0,0 0-14 0,-9 0-3 16,9 0-1-16,-9 0 0 0,-4 4-3 0,9 0-1 15,-9 0 0-15,8-1 0 0,5-3 1 0,-4 12 0 16,-9-8 0-16,9 4 0 0,-9 3-2 0,8-3 0 15,-12 4 0-15,13-5 0 0,-9 5-10 0,8-1 10 16,-8-3-10-16,9 4 10 0,0-5-10 0,-9 5 0 16,8 0 0-16,5-1 8 0,0 1-8 0,-8-1 0 15,3 1 0-15,5 0 0 0,0-1 0 0,0 1 0 16,5-1 0-16,3 1 0 16,-3-4-24-16,12 3-6 0,-13-3-2 0,9 3 0 0,5 1 52 0,-1 3 9 15,0-7 3-15,5 4 0 0,-4-1-24 0,3 1-8 0,-3 0 0 0,8-1 9 16,-5-3-9-16,5 3 0 0,-13 1 0 0,14 0 0 15,-6 3 8-15,-3 0-8 0,3 1 0 0,-8-5 8 16,-4 5 14-16,4-1 2 0,-4-3 1 0,4 3 0 16,-5 1-25-16,1-1 0 0,-9-3 0 0,9-1 0 15,-9 5 0-15,8-5-9 0,-8 1 0 0,-8-4 0 16,-1 3 29-16,9 5 5 0,-13-5 2 0,9 1 0 16,4 0-5-16,-5-1-1 0,-12 1 0 0,4-5 0 15,-4-3-9-15,-1 4-1 0,-3-8-1 0,-1 0 0 16,0 0-10-16,5-4 10 0,-5 0-10 0,-4-3 10 0,13-5-10 0,-4 0 12 15,-1 5-12-15,1-9 12 0,-1 1-12 16,14 3 0-16,-9-3 0 0,9 3 0 0,-1-3 0 0,-8-1 0 16,13 1 0-16,0-1 0 0,0-3 0 0,5-4 0 15,8 4-10-15,-9-5 10 0,9 1-10 0,5-4 10 16,-5-4-10-16,13 4 10 0,-5-4-8 0,1 4 8 16,0-3 0-16,8 3-9 0,-12 0 9 0,3 3 0 15,-3 1 0-15,3 4 0 0,-16 0 0 0,8-1 0 16,-9 1 0-16,9 4 0 0,-13-5 0 0,4 5 0 15,-4-1 0-15,0 1 0 0,-4-1 8 0,4 5-8 16,0-1 8-16,0 1-8 0,-9-1 10 0,1 4-2 16,3-3-8-16,-8 3 12 0,-4 0-12 0,4 1 8 15,0 3-8-15,-4 0 0 0,-1 0 0 0,1 0 0 0,-5 4 0 0,5-4 0 32,-1 4-24-32,5 0-4 0,-4 4 0 0,8 0-1 15,-8-4-128-15,13 8-26 0,-10-8-5 0</inkml:trace>
  <inkml:trace contextRef="#ctx0" brushRef="#br3" timeOffset="211528.381">16109 12840 2095 0,'0'0'46'0,"0"0"10"0,0 0 1 0,0 0 2 0,0 0-47 0,0 0-12 15,0 0 0-15,0 0 0 0,0 0 74 0,0 0 13 16,0 0 2-16,0 0 1 0,8 12-34 0,-8-4-8 16,0-1 0-16,5 1-1 0,-5 0-24 0,4 0-5 15,-4 3-1-15,9 1 0 0,-9 3 23 0,0 4 5 16,0-3 1-16,-9 3 0 0,5 4-22 0,-1 0-5 0,5 1-1 0,-8-1 0 15,3 4-18-15,1 0 0 16,0 0 0-16,-9 4 0 0,8 4 0 0,-3-1 0 0,-1 1 0 0,5 0 0 0,-5-8 0 0,5 0 0 31,-1 4 0-31,-3-4 0 0,8-4 0 0,0 4 0 0,-5-8 0 0,5 1 0 16,5-1 0-16,-5-8 0 0,8 5 0 16,-3-5 0-16,-5-3 0 0,0-8 0 0,13 4 0 0,-5 0 0 15,5-4 55-15,5 4 7 16,-10-8 2-16,10 0 0 0,12 4-64 0,-17-4-20 0,13 4 0 15,-4-4 0-15,-5 0 20 0,1 4 0 0,3-3 0 0,-3-1 0 16,-1 0 17-16,1 4 1 0,-10-4 0 0,14 4 0 31,-9 0-66-31,4 0-12 0,-8 4-4 0,4-4 0 0,4 0 8 0,-12 4 0 16,-1-4 1-16,5 4 0 0,-9-4-111 0,0 0-22 16,0 0-5-16,0 0-1 0</inkml:trace>
  <inkml:trace contextRef="#ctx0" brushRef="#br3" timeOffset="211919.525">16343 13211 1836 0,'0'0'40'0,"0"0"9"0,0 0 2 0,0 0 0 0,0 0-41 0,0 0-10 0,0 0 0 0,0 0 0 15,0 0 60-15,0 0 11 0,0 0 1 0,0 0 1 16,0 0-38-16,0 0-8 0,9 8-2 0,0 3 0 16,-5 1 31-16,-4-1 7 0,4 5 1 0,-4 3 0 15,9 0-1-15,-5 5 0 0,-4 3 0 0,0 0 0 16,0 0-50-16,0 4-13 0,5 3 0 0,-5-3 0 15,0-4 43-15,0 4 3 0,0 0 1 0,4-4 0 16,-4 0-33-16,-4-4-6 0,4 4-8 0,0-4 11 16,0-3-11-16,0-5 0 0,0 4 0 0,0-3 8 15,4-4 1-15,-4-1 0 0,0-3 0 0,0 3 0 16,0-3-26-16,0-8-6 0,0 0-1 0,0 0 0 16,0 0-38-16,0 0-8 15,0 0-2-15,0 0-712 0,0-11-144 0</inkml:trace>
  <inkml:trace contextRef="#ctx0" brushRef="#br3" timeOffset="-212811.88">16691 13431 460 0,'0'0'20'0,"0"0"5"0,0 0-25 15,0 0 0-15,0 0 0 0,0 0 0 0,0 0 257 0,0 0 47 16,0 0 8-16,8-4 3 0,-8 4-180 0,0 0-36 15,0 0-7-15,5 4-2 0,-5-4-26 0,0 0-4 16,8 4-2-16,1 4 0 16,-9-8-1-16,4 11 0 0,9 5 0 0,-8-1 0 0,-5 1-3 0,4-1-1 15,0 4 0-15,5 4 0 0,-9-3-14 0,0 3-3 16,0 0-1-16,0 0 0 0,0 0-12 0,0 1-3 16,0-5 0-16,0 0 0 0,0-3-12 0,0 3-8 15,0-8 10-15,5 5-10 0,-5-16-14 0,0 0-9 0,0 0-1 16,0 0-1-16,0 0 38 0,0 0 8 15,0 0 2-15,4-12 0 0,5-3-23 0,-9-1 0 16,8-3-10-16,5-4 10 0,-13 0-20 0,9-4 2 16,0 0 1-16,-1 0 0 0,5 0 26 0,0 0 6 0,-8 4 1 15,3-1 0-15,1 1-26 0,8 8-5 0,-12 3-1 16,8 1 0-16,-9-1 37 0,5 4 7 0,0 1 2 16,-1 7 0-16,5 0-16 0,-8 0-3 0,8 3-1 0,-9 1 0 15,0 0-1-15,5 0 0 0,0 8 0 0,4-5 0 16,-9 5 5-16,5 7 1 0,-5-3 0 0,-4 3 0 15,4-4-15-15,-4 5 11 0,0-1-11 0,0 0 10 16,5 1-10-16,-5-5 0 0,0 4-10 0,0-7 10 16,0-4 0-16,8-1 0 0,-8-7 0 0,0 0 0 15,0 0 0-15,0 0 0 0,0 0 11 0,5 0-3 16,-1-7-8-16,9-5-10 0,-9 1 10 0,10-1-13 16,3-4 13-16,-13-3 0 0,1-4 0 0,8 0 0 15,4-4 0-15,0 0 0 0,5 4 0 0,-5-1 0 16,5 1 0-16,4 4 0 0,0 7 0 0,-4 1 0 0,-5-1-11 0,-8 8 1 15,8-3 0-15,1 7 0 0,-5 4 10 0,4 3 0 16,-8 5 0-16,4-1 0 0,-9 1 8 0,9 3 0 16,-8 1 0-16,-1 7 0 0,5-4 12 0,-5 5 2 15,-4-1 1-15,4 0 0 0,-4 0 2 0,5 0 1 16,-5-4 0-16,0 1 0 0,8-1-14 0,-8-3-4 16,0-5 0-16,0 1 0 0,0-1-8 0,0-11 0 15,0 0-12-15,-8 12 12 16,8-12-111-16,0 0-14 0,0 0-3 0</inkml:trace>
  <inkml:trace contextRef="#ctx0" brushRef="#br3" timeOffset="-176504.905">19123 6555 460 0,'0'0'20'0,"0"0"5"0,0 0-25 0,0 0 0 16,0 0 0-16,0 0 0 16,0 0 236-16,0 0 41 0,0 0 9 0,0 0 2 0,0 0-128 0,0 0-26 15,0 0-5-15,0-4-1 0,0 4-20 0,0 0-5 16,8-4-1-16,-8 4 0 0,9-8-18 0,-9 5-4 16,4-1-1-16,-8-8 0 0,-5 4-3 0,5 1-1 15,0-1 0-15,-5 0 0 0,4-3-45 0,1 3-9 16,-9-4-1-16,4 5-1 0,-8-5 1 0,4 4 0 0,4 1 0 0,-8 3 0 15,4 0 4-15,0 0 0 0,0 0 1 0,-4 4 0 0,-1 0-25 0,1 4 0 16,4 0 0 0,-5 4 0-16,10-4 0 0,-10 3 0 0,1 5 0 15,4-1 0-15,4 1 0 0,5 0 0 16,-9-1 0-16,9 5 0 0,-9-1 0 0,8 0 0 0,-8 9 0 16,9-1 0-16,-1 0 19 0,5 12-2 0,-8 3 0 0,8 1 0 15,0-4-17-15,8-4 0 0,-3-1 0 0,3 1 0 16,1 0 0-16,9-4 0 0,-10-4 0 0,14-3 0 15,-5-1 0-15,5 0 0 0,4-3-8 0,4-5 8 16,1-3-64-16,4-4-11 16,4-4-1-16,-13 0-1 0,8-4-143 0,1-4-29 15</inkml:trace>
  <inkml:trace contextRef="#ctx0" brushRef="#br3" timeOffset="-176173.401">19587 6570 2196 0,'0'0'97'0,"0"0"20"0,0 0-93 0,0 0-24 0,0 0 0 0,0 0 0 16,13 0 54-16,0 4 6 0,5-4 2 0,-10 0 0 16,10 4-15-16,-1-4-3 0,5 4-1 0,-5-4 0 15,13 0-18-15,-16 0-3 0,-1 0-1 0,4 0 0 16,-4-4-40-16,0 4-8 0,4 0-1 0,-4 0-740 16,5 0-147-16</inkml:trace>
  <inkml:trace contextRef="#ctx0" brushRef="#br3" timeOffset="-175974.837">19613 6717 1094 0,'0'0'97'0,"0"0"-77"0,-8 4-20 0,8-4 0 0,0 0 193 0,0 0 35 16,0 0 8-16,0 0 0 0,-5 8-134 0,5-8-27 15,0 0-6-15,0 0-1 0,0 0-19 0,5 7-4 16,8-3-1-16,0 0 0 0,-9 0-22 0,13 0-5 16,1 4-1-16,-1-5 0 0,5-3-4 0,-1 0-2 15,-8 4 0-15,1-4 0 0,12 0-10 0,-5-4-9 16,1 4 9-16,0-3-726 16,-1-5-138-16</inkml:trace>
  <inkml:trace contextRef="#ctx0" brushRef="#br3" timeOffset="-175527.617">20412 6339 1728 0,'0'0'76'0,"0"0"16"0,0 0-73 0,0 0-19 15,0 0 0-15,0 0 0 0,0 0 108 0,0 0 19 16,0 0 3-16,0 0 1 0,0 0-56 0,0 0-11 15,5 11-3-15,3 1 0 0,-3-4-18 0,-1 3-4 16,0 5-1-16,5-5 0 0,0 1-19 0,-1 3-4 16,-8 1-1-16,5-1 0 0,-1 1-3 0,-4 7-1 15,-4-4 0-15,4 0 0 0,-5 5-10 0,5-1 0 16,-8 0 0-16,-1 0 8 0,0-4-8 0,1 4 0 16,8-3 0-16,0 3 0 0,-5-4 0 0,-8 4 0 15,9-7 0-15,-9 3 0 0,9-3 8 0,-1-5-8 16,-8 1 12-16,9-5-4 0,-9 1-8 0,8-4-9 15,5-4 9-15,0 0-13 16,-8-4-143-16,-1-4-29 0,9 8-6 0</inkml:trace>
  <inkml:trace contextRef="#ctx0" brushRef="#br3" timeOffset="-175168.663">20833 6300 2037 0,'0'0'44'0,"0"0"10"0,0 0 2 0,0 0 2 0,0 0-46 0,0 0-12 16,0 0 0-16,0 0 0 15,0 0 80-15,0 0 15 0,0 0 2 0,0 0 1 0,0 0-38 0,0 0-7 16,0 0-1-16,0 0-1 0,0 0-16 0,0 0-3 15,0 0-1-15,-4 8 0 0,0 3-17 0,4 9-3 16,-9-5-1-16,0 8 0 0,9-3-10 0,-13 7 0 16,9 0 0-16,4 4 8 0,-4-4-8 0,4 3 0 15,0 1 0-15,0-4 0 0,4 0-20 0,0 4 0 16,9-8 0-16,-4 1 0 0,0-1 29 0,8 0 7 16,-13-4 0-16,14 4 1 0,-1-7-27 0,1-5-6 15,3-3 0-15,-3 0-1 0,-1 0-6 0,0-5-1 16,-4-3 0-16,14-3 0 15,-23-5-217-15,13 0-44 0</inkml:trace>
  <inkml:trace contextRef="#ctx0" brushRef="#br3" timeOffset="-174860.704">20278 6285 230 0,'0'0'20'0,"0"0"-20"0,0 0 0 0,0 0 0 16,0 0 406-16,0 0 77 0,0 0 15 0,0 0 3 0,0 0-316 0,0 0-63 15,0 0-13-15,0 0-2 16,0 0-35-16,17-4-6 0,-8-4-2 0,4 4 0 15,4 0 0-15,0-3 0 0,1 3 0 0,-10 4 0 0,6-4-64 0,3 4-14 16,9 0-2-16,4-4-1 0,-8 4 27 0,4 0 6 16,5 4 0-16,3 0 1 15,-8-4-65-15,9 0-12 0,0 0-4 0,-9 0-751 16,4 4-150-16</inkml:trace>
  <inkml:trace contextRef="#ctx0" brushRef="#br3" timeOffset="-174563.083">21485 6250 1497 0,'0'0'66'0,"0"0"14"0,0 0-64 0,0 0-16 0,0 0 0 0,4 4 0 16,-4-4 38-16,13 0 4 0,-13 0 1 0,9-4 0 15,4 4 13-15,-9 0 2 0,9 4 1 0,-13-4 0 16,5 0-12-16,-5 0-3 0,0 0 0 0,0 0 0 15,0 0 34-15,0 0 6 0,0 0 2 0,0 11 0 16,0 5-26-16,-5-1-6 0,-3 1-1 0,-1-1 0 16,0-3-23-16,1 3-5 0,3 1-1 0,-8-1 0 15,0 4-12-15,4 1-4 0,-4-1 0 0,5 0 0 16,-10 1-8-16,5-1 0 0,0-4 0 0,5 1 0 16,-14-1 0-16,13-3-11 0,-8 3 3 0,8-3 0 15,-8-1-98-15,4 1-19 0,4-4-4 16,-4-1-901-16</inkml:trace>
  <inkml:trace contextRef="#ctx0" brushRef="#br3" timeOffset="-174266.642">21203 6339 2188 0,'0'0'97'0,"0"0"20"0,0 0-93 0,0 0-24 16,0 0 0-16,0 0 0 0,0 0 56 0,0 0 6 15,0 0 2-15,8 7 0 0,1 1 0 0,13 0 0 16,-14 3 0-16,5 5 0 0,5-1-52 0,-1 5-12 16,5-1 0-16,-5 8 0 0,1-8 54 0,-1 4 8 15,5-3 2-15,-5 3 0 16,0-8-103-16,5 5-20 0,-5-5-4 0,1-3-1 16,4-1-117-16,-5 1-24 0</inkml:trace>
  <inkml:trace contextRef="#ctx0" brushRef="#br3" timeOffset="-173710.932">22306 5779 2185 0,'0'0'48'0,"0"0"9"0,0 0 3 0,0 0 2 0,13 0-50 0,-9 4-12 15,9-4 0-15,-13 0 0 0,0 7 46 0,9 1 6 16,4 4 2-16,-13-1 0 0,8 5-34 0,1 3-8 16,0 8 0-16,-1 0-1 0,-3-4 42 0,8 4 9 15,-9 8 2-15,0 4 0 0,10-1-52 0,-14 1-12 16,8 3 0-16,1 1 0 0,-9-5 0 0,0 5 0 15,0-4 0-15,0-1 0 16,0-3-23-16,9-4-7 0,-1-8-2 0,-3 4 0 0,-1-4 52 0,0 0 9 16,5-3 3-16,-9-5 0 0,4-3-32 0,9-1 0 15,-13-11 0-15,0 0 0 0,0 0 0 0,0 0 0 0,0 0 0 16,0 0 0-16,0 0 0 0,0 0 0 0,0 0 0 16,0-11 0-16,0-1 57 0,0 0 6 0,-8-7 1 15,-1 4 0-15,-4-5-52 0,9 5-12 0,-9 0 0 0,4-1 0 16,9-7 0-16,-13 4 0 0,9 3 0 15,-14 1 0-15,5-1 0 0,-4 5 0 16,-5 3 0-16,0 0 0 0,5-3 0 0,-5 3 0 0,1 4 0 0,3-4 0 16,-4 8 0-16,-4 0 0 0,5-3 0 0,3 3 0 15,1 3 0-15,4 5 0 0,-4-4 0 0,-1 4 0 16,1-1 54-16,-1 5 8 0,5 0 2 0,5-1 0 16,-5 5-52-16,4 3-12 0,-4 0 0 0,9 1 0 15,-5 3 0-15,5 0 0 0,4 4 0 0,4-4 0 16,5 0 0-16,-5 0 0 0,9 1 0 0,-4-1 0 15,8-4 0-15,-4 0 0 0,9 1 0 0,-5-9 0 16,1 5 0-16,3-9 0 0,1 1 0 0,8-4 0 0,-8 0 0 16,4-8 0-16,-4 0 0 0,13-4 0 15,-5 1-48-15,-4-1-13 0,4-4-3 0,-8 1 0 0,0-5 52 16,0 5 12-16,-5-1 0 0,-4 1 0 16,9 3-183-16,-9 0-33 0,-5 0-8 0,5 1 0 0</inkml:trace>
  <inkml:trace contextRef="#ctx0" brushRef="#br3" timeOffset="-172247.02">20230 7482 1609 0,'0'0'71'0,"0"0"15"0,0 0-69 0,0 0-17 15,0 0 0-15,0 0 0 0,0 0 31 0,13 7 2 16,0-3 1-16,-9 4 0 0,14-8 10 0,-14 4 1 0,9 3 1 0,-4-3 0 16,4 0-11-16,-9 0-3 0,9 8 0 0,-9-5 0 0,9 1 16 15,-13 0 2-15,5 3 1 0,-1 5 0 0,-4-1-11 16,9 5-1-16,-18-1-1 0,9 4 0 16,-9-4-5-16,1 8-1 0,-1 0 0 0,5-3 0 15,-14 3-10-15,1 0-2 0,8 0-1 0,1-4 0 16,-10-4-10-16,5 0-1 0,5-3-8 0,-1-1 12 15,0-3-12-15,5-1 9 0,-9-3-9 0,8 0 8 16,-8-4-8-16,13-4 0 0,-4 0-12 0,4 0 12 16,-9-4-156-16,9 4-24 0,-4-4-5 0,4-4-755 15</inkml:trace>
  <inkml:trace contextRef="#ctx0" brushRef="#br3" timeOffset="-171913.567">20603 7497 1890 0,'0'-12'41'0,"5"9"9"0,3-5 2 0,-8 4 1 0,0-4-42 0,0 4-11 15,0 0 0-15,0 4 0 0,0-3 68 0,0 3 12 16,0 0 3-16,0 0 0 0,0 0-16 0,0 0-3 16,0 0-1-16,0 0 0 0,0 0-50 0,0 0-13 15,0 11 0-15,0 1 0 0,-8 3 48 0,3 1 4 16,1 3 0-16,4 4 1 0,-4 0-33 0,-5 4-6 15,5 4-2-15,-1 0 0 0,5 0-3 0,0 4-1 16,0-4 0-16,5 0 0 0,8-4-8 0,-9 0 0 16,5-4 9-16,4 0-9 0,4 0 0 0,0 0 0 0,1-3 0 15,4-5 0-15,-5 0-14 0,5-7-1 0,-5-4 0 0,5 0 0 32,-5 0-109-32,0-8-23 0,1-4-4 0,-10-3-866 0</inkml:trace>
  <inkml:trace contextRef="#ctx0" brushRef="#br3" timeOffset="-171691.273">20034 7528 1983 0,'0'0'88'0,"0"0"18"0,0 0-85 0,0 0-21 15,0 0 0-15,0 0 0 0,0 0 49 0,13-8 6 16,-8 8 1-16,8-8 0 0,-4 1 23 0,8-1 5 16,0 4 0-16,5-4 1 0,13 1-39 0,-9-1-8 15,4 0-2-15,5 0 0 0,8 1-22 0,-8-1-5 0,4 4-1 0,0 0 0 16,-4-3 45-16,4 7 9 16,-4 0 2-16,4 0 0 15,-4 0-130-15,-5 0-26 0,0 0-4 0,5 0-699 16,-4 3-139-16</inkml:trace>
  <inkml:trace contextRef="#ctx0" brushRef="#br3" timeOffset="-171355.159">21524 7420 1497 0,'0'0'66'0,"0"0"14"0,0 0-64 0,0 0-16 0,0 0 0 0,0 0 0 16,0 0 106-16,0 0 18 0,0 0 3 0,0 0 1 15,0 0-52-15,0 0-9 0,0 0-3 0,0 0 0 16,4 4 2-16,-4-4 0 0,0 0 0 0,0 0 0 0,0 11-3 0,-4-3-1 16,4 7 0-16,-9 1 0 0,5-1-62 0,0-3-12 15,-14 7-2-15,14-3-1 0,-14 7 15 0,1-4 8 16,4 0 0-16,-4 1-8 0,8-1 9 0,-8 0-9 15,-1 1 0-15,5-5 9 0,5 4-9 0,-10 1-14 16,5-5 3-16,4 1 1 16,-8 3-100-16,13-11-20 0,-9 3-4 0,8 1-554 15,-3-5-110-15</inkml:trace>
  <inkml:trace contextRef="#ctx0" brushRef="#br3" timeOffset="-171143.739">21146 7458 1728 0,'0'-15'76'0,"0"11"16"0,4 0-73 0,1 4-19 0,3 0 0 0,-8-4 0 15,0 4 85-15,5-4 14 0,-5 4 2 0,4 4 1 16,9 0-4-16,-8 4-1 0,8 3 0 0,-9 1 0 16,9 0-56-16,4 3-11 0,-8 1-2 0,8-1-1 15,1 8-11-15,-1 0-3 0,0 0 0 0,5 1 0 16,-4-1-13-16,-1 0 8 0,5-4-8 0,-5 1 0 15,0-1 0-15,1-4 0 0,-5 1-8 0,4-5 8 16,1 1-196-16,-1-4-32 16</inkml:trace>
  <inkml:trace contextRef="#ctx0" brushRef="#br3" timeOffset="-170794.649">22032 7207 2102 0,'0'0'46'0,"0"0"10"0,0 0 1 0,0 0 3 0,0 0-48 0,0 0-12 0,0 0 0 16,0 0 0-16,0 0 21 0,0 0 3 0,0 0 0 0,0 0 0 15,0 0 31-15,0 0 6 0,0 0 2 0,4 8 0 16,-4-8-40-16,0 12-8 0,5 3-2 0,-1 1 0 16,-4-1 2-16,9 4 0 15,-9 5 0-15,0 3 0 0,0 3-7 0,0 1 0 0,0 8-8 16,0-8 12-16,0 4-12 0,-9-1 8 0,9-3-8 0,0 0 0 16,0 4 0-16,0-8 8 0,0 4-8 15,0-8 0-15,0-4 0 0,0 1 0 0,0-5-12 0,9-3 12 16,-9-1-135-1,4-3-20-15,-4-8-4 0,0 0-1 0</inkml:trace>
  <inkml:trace contextRef="#ctx0" brushRef="#br3" timeOffset="-170335.886">22345 7196 1094 0,'0'0'97'0,"0"0"-77"16,0 0-20-16,0 0 0 0,0 0 185 0,0 0 34 16,0 0 6-16,0 0 2 0,0 0-106 0,0 0-21 15,0 0-4-15,13 4 0 0,-9 3-52 0,9-3-11 16,4 4-1-16,-8-4-1 0,4 0 0 0,5-4 0 16,3 0 0-16,5-4 0 0,5 4-13 0,-5-4-2 15,4 0-1-15,5 0 0 0,-13-3-15 0,12-1 9 16,-12 4-9-16,0 0 8 0,-1-4-8 0,1 5 12 15,-4-5-12-15,-1 4 12 0,0 0 4 0,-4 0 0 16,-4 4 1-16,4 0 0 0,0 0 4 0,-13 0 1 0,0 0 0 0,4 4 0 16,14 4 3-16,-14-4 1 0,-4-4 0 0,4 7 0 15,-4-7-10-15,9 12-3 16,-9 0 0-16,4-1 0 0,-8 5 1 0,4-5 0 16,-9 5 0-16,9-1 0 0,-4 8 0 0,0 0 0 0,-14 8 0 0,14-4 0 15,-9 0-6-15,0 4 0 0,4 4-8 0,-8-4 12 16,0 4-12-16,4-1 0 0,4 1 0 0,-9 0 0 15,5 0 0-15,-4-8 8 0,8 3-8 0,-8 1 0 16,4-4-20-16,4-3-6 0,-4-5-2 16,9 0 0-16,-13 0 28 0,17 1 0 0,-13-9 0 0,8-3 0 15,1 4 0-15,4-12 0 0,0 0 0 0,0 0 0 16,0 0-56-16,0 0-7 0,0 0-1 16,0 0 0-16,4-12-66 0,9-7-14 0,-8-1-2 15</inkml:trace>
  <inkml:trace contextRef="#ctx0" brushRef="#br3" timeOffset="-110970.2">20595 17176 1267 0,'0'0'56'0,"0"0"12"0,0 0-55 0,0 0-13 0,0 0 0 0,0 0 0 15,0 0 105-15,0 0 19 0,0 0 3 0,0 0 1 16,0 0 0-16,0 0 0 0,0 0 0 0,0 0 0 16,0 0-58-16,0 0-11 0,0 0-3 0,0 0 0 15,4-4-14-15,5 4-3 0,4-4-1 0,4 4 0 0,0 0-6 16,1 0 0-16,-1-4-1 0,1 8 0 0,3 0-13 0,1-4-2 16,-5 4-1-16,1-4 0 0,3 4-15 0,1 0 11 15,-5 0-11-15,1-1 10 0,4-3-22 0,-5 4-4 16,0-4 0-16,1 4-1 0,-1-4 29 0,0 4 7 15,-12-4 1-15,12 0 0 0,-8 0-12 0,4 0-8 16,-9 0 9-16,9 0-9 0,-13 0 9 0,0 0-9 16,0 0 8-16,0 0-8 0,0 0 26 0,0 0 0 15,0 0 0-15,0 0 0 0,0 4 4 0,0 4 1 16,0 3 0-16,0 1 0 0,-4-1-14 0,-9 1-2 16,13 0-1-16,-13 3 0 0,4 0-6 0,0 1-8 15,5 3 11-15,-5 0-11 0,-4 5 12 0,0-1-12 16,5 4 12-16,-5 0-12 0,8-4 13 0,-12 4-4 0,13 0-1 15,-9-4 0-15,8 0-8 0,-12 1 12 16,13-1-12-16,-10-4 12 0,10 4-12 0,-5-7 0 0,5 3 9 16,0 0-9-16,-5-7 0 0,9 3 0 0,-4-3 0 15,-1-1 0-15,5 1-9 0,0-4-7 0,0-8 0 0,0 0-1 32,0 0-100-32,0 0-20 0,0 0-4 0,9 0-1074 0</inkml:trace>
  <inkml:trace contextRef="#ctx0" brushRef="#br3" timeOffset="-110158.025">21667 17307 1382 0,'0'0'61'0,"0"0"13"0,0-4-59 0,-4 1-15 15,0-1 0-15,4-4 0 0,-5 0 236 0,5 4 45 16,0-3 9-16,-8 3 2 0,3-4-180 0,1 0-36 16,4 1-8-16,0 7 0 0,0-4-47 0,0 4-9 0,0 0-1 0,-13-4-1 15,8 0 7-15,1 0 2 0,-5 0 0 0,5 4 0 16,-9 0 1-16,4 0 1 0,-8 0 0 0,13 4 0 15,-9 0-11-15,0 0-2 0,4 0-8 0,-4 3 12 16,4 5-12-16,-8 0 0 0,8-1 0 0,0 5 0 16,-4-1 0-16,9 1-10 0,-9 3 10 0,9 0-8 15,-1 0 8-15,5 1 0 0,0-5-9 0,5 1 9 16,-1-1-8-16,9 1 8 0,-9-1-10 0,9 0 10 16,5-3-9-16,-9-4 9 0,8 3-8 0,0-3 8 15,5 0 0-15,-5-1-8 0,5 1 8 0,-5 0 0 16,5 0 0-16,-4-1 0 0,-1 1 0 0,0 0 0 15,1 3 9-15,-1-3-9 0,0 4 12 0,-12-1-12 16,-5 1 21-16,4-1-2 0,5 1-1 0,-1 0 0 16,5 3-5-16,-13 1-1 0,5-9 0 0,-1 5 0 15,5-1-3-15,-9-3-1 0,0 4 0 0,4-1 0 16,-4-11 0-16,0 8-8 0,-4 0 12 0,4-1-4 16,0-7-8-16,-9 12 10 0,0-4-10 0,-4-1 10 0,-4 5 1 15,0-4 0-15,4-4 0 0,-13 3 0 0,4 1-11 0,-4 0 12 16,8-4-12-16,-3 0 12 0,3-4-12 0,-3 0 8 15,3 0-8-15,1-4 8 0,0 0-8 0,-1 0 0 16,5-4 9-16,4 0-9 0,-4-3 0 0,9-1 8 16,-9 1-8-16,9-1 0 0,-1 1 0 0,5-5 0 15,0 1 0-15,0 3-8 0,0-3 8 0,0-1-12 16,0 1 12-16,5 3-12 16,-1-3 12-16,9 3 0 0,-9-3-9 0,9-1 9 0,-8 1 0 0,8-1 0 15,4-3-9-15,-4 0 9 0,13-1 0 0,-8 1-8 16,-5 0 8-16,0 3 0 0,4-3 0 0,0 0 0 15,1 0 0-15,-1-1 0 0,-8 5 0 0,8-5 0 16,-4 1 0-16,-4 4 0 0,4-1 0 0,-9 1 0 16,1 3 0-16,3 1 0 0,-8 3 0 0,0 8 0 0,0-12 0 0,0 9 0 15,0-5 15-15,-8 4 0 0,3 0 0 0,1 0 0 16,-9 0-2-16,4 4 0 0,-4 0 0 0,0-4 0 16,5 4-13-16,-10 0 0 0,5 4 0 0,4-4 0 15,-8 4 0-15,13 0-15 0,-9 4 3 0,0-4 1 16,4 3-29-1,-4 1-7-15,9-4-1 0,-1 0 0 0,-8 0-181 0,9 0-37 16,4-4-7-16</inkml:trace>
  <inkml:trace contextRef="#ctx0" brushRef="#br3" timeOffset="-109638.188">22240 17543 1728 0,'0'0'38'0,"0"0"8"0,0 0 2 0,0 0 0 0,0 0-39 0,0 0-9 0,0 0 0 0,0 0 0 16,0 0 89-16,0 0 16 0,0 0 3 0,0 0 1 16,0 0-72-16,0 0-14 0,0 0-3 0,0 0-1 15,0 0 15-15,0 0 3 0,0 0 1 0,0 0 0 16,0 0-18-16,0 0-3 0,0 0-1 0,0 0 0 16,0 0-5-16,0 0-2 0,0 0 0 0,0 0 0 15,0 0-9-15,0 0 0 0,0 0 0 0,0 0 0 16,0 0 0-16,0 0 0 0,0 0 0 0,0 0 0 15,0 0 0-15,0 0 0 0,0 0 0 0,9-4 0 16,4 0 0-16,-9 0-12 0,1 0 4 0,-5 4 8 16,0 0 0-16,9-7 0 0,-9 7 0 0,0 0 0 15,0 0 28-15,0 0 12 0,0 0 4 0,0 0 0 16,0 0 17-16,0 0 4 0,0 0 1 0,0 0 0 16,0 0-31-16,0 0-7 0,0 0 0 0,0 0-1 0,0 0-27 0,0 0 0 15,0 0 0-15,0 0 0 0,0 11 0 0,0-11 0 16,0 0 0-16,0 8 0 0,0-8-8 0,0 0-8 15,0 0 0-15,0 0-1 16,0 0-35-16,0 0-6 0,0 0-2 0,0 0-739 16,0 0-148-16</inkml:trace>
  <inkml:trace contextRef="#ctx0" brushRef="#br3" timeOffset="-105678.02">22562 17130 1958 0,'0'0'43'0,"0"0"9"0,0 0 1 0,0 0 3 0,0 0-45 0,0 0-11 0,0 0 0 0,0 0 0 16,0 0 64-16,0 0 10 0,4 7 2 0,-4-7 1 15,0 0-43-15,0 0-9 0,0 0-1 0,0 8-1 16,0-8-11-16,0 12-3 0,0-5 0 0,4 5 0 16,5 0 16-16,-9-1 3 0,5 1 1 0,-5-1 0 15,0 9 14-15,-5-5 2 0,5 1 1 0,-9 3 0 16,9 0-5-16,-4 0-1 0,4 1 0 0,0-5 0 16,0 1-18-16,0-1-4 0,0-3-1 0,4-5 0 0,5 5-17 0,-4-4 0 15,-1-4 0-15,9 3 0 16,-4-7 0-16,4 0 0 0,4 0 0 0,0 0 0 15,1-4 0-15,-5 4 0 0,4-3-10 0,0 3 10 16,-4 0 0-16,5 0 0 0,-9 0 0 0,4 3 0 16,0 1 8-16,-5 0 0 0,5 0 0 0,-4 0 0 15,4 0 4-15,-9 3 1 0,9-3 0 0,-4 4 0 0,0 0 1 16,-1 3 0-16,5-3 0 0,-4 4 0 0,0-1-4 16,-5-3-1-16,9 3 0 0,-8 1 0 15,8-4-9-15,-9 3 0 0,0 1 9 0,1 0-9 0,-5-5 12 16,0 5-1-16,8-4-1 0,-16 3 0 0,8-3 3 0,-5 7 1 15,1-7 0-15,4 4 0 0,-13-1 4 0,4 1 1 16,-4-1 0-16,9 1 0 0,-18-4-3 0,5-1-1 16,-1 1 0-16,5 0 0 0,-4 0-4 0,0-5-1 15,4 1 0-15,-13-4 0 0,8-4-10 0,-4 1 10 16,5 3-10-16,-5 0 10 16,1-4-38-16,-1 0-8 0,5-4-2 0,-5 0 0 0,5 5 38 0,-1-5 0 15,1 0 0-15,-1 4 0 16,1 0-110-16,8 1-14 0,-8-9-4 0,8 4-716 0,5 0-144 0</inkml:trace>
  <inkml:trace contextRef="#ctx0" brushRef="#br3" timeOffset="-105350.366">22414 17184 2336 0,'0'0'52'0,"0"0"10"0,0 0 2 0,0 0 1 0,0 0-52 0,0 0-13 0,0 0 0 0,0 0 0 0,0 0 78 0,0 0 13 16,0 0 2-16,9 0 1 0,0 0-30 0,8 0-5 16,0 4-2-16,-4-4 0 0,13 3-16 0,-4-3-3 15,0 0-1-15,8-3 0 0,-8 3-25 0,4 0-12 16,4-4 10-16,-8 4-10 0,13 0 0 0,-14 0 0 15,1 0-8-15,9 0 8 16,-18 0-87-16,17 0-10 0,-13 4-3 0,5-1-732 16,-5-3-146-16</inkml:trace>
  <inkml:trace contextRef="#ctx0" brushRef="#br3" timeOffset="-104954.029">23283 17091 2419 0,'0'0'53'0,"0"0"11"0,0 0 3 0,0 0 1 0,0 0-55 0,0 0-13 0,0 0 0 0,4-4 0 15,-4 4 105-15,13-8 19 0,-13 8 3 0,0 0 1 16,0 0-52-16,0 0-9 0,0 0-3 0,4 4 0 15,-4-4-51-15,13 4-13 0,-13-4 0 0,5 12 0 16,-5 3 0-16,0 1 0 0,0-1 0 0,0 4 0 16,-5 5 54-16,-3-1 8 0,3 0 2 0,1 4 0 15,-9 4-52-15,9-4-12 0,-9 4 0 0,8 0 0 16,-8-8-12-16,5 4-6 0,8 0-1 0,-13 0 0 16,8-4 31-16,-3 0 5 0,-1 0 2 0,9-3 0 15,0-5-31-15,0-3-5 0,0-1-2 0,0 1 0 16,0-4 31-16,0-8 5 0,4 7 2 0,-4-7 0 0,13 4-19 15,5 4 0-15,-10-8 0 0,10 0 0 16,-1 0-48-16,0 0-12 0,1-4-4 0,3 4 0 0,-3-4 52 16,-1 4 12-16,1-4 0 0,3 4 0 0,-8 0 13 0,0 0 6 15,0 0 1-15,5 0 0 0,-1 4-32 0,-8-4-7 16,-1 4-1-16,10-4 0 16,-14 4-124-16,5 0-26 0,0-8-5 0,-1 4-641 15,1 0-128-15</inkml:trace>
  <inkml:trace contextRef="#ctx0" brushRef="#br3" timeOffset="-104634.232">23587 17408 1036 0,'0'0'92'0,"0"0"-73"0,0 0-19 0,0 0 0 15,0 0 259-15,0 0 48 0,0 0 9 0,0 0 3 16,0 0-169-16,0 0-34 0,0 0-6 0,0 0-2 16,0 0-54-16,0 0-11 0,0 0-3 0,0 11 0 15,0-11-4-15,0 12 0 0,0 3-1 0,0 1 0 16,0-1-5-16,4 4-1 0,0 1 0 0,-4-1 0 0,9 4-8 16,-9 0-1-16,0 1-1 0,0 3 0 15,0-4-7-15,0 4-2 0,0-4 0 0,4 0 0 0,-4-4-10 16,0 5 0-16,0-5 0 0,0 0 8 0,0-3-8 15,0-1 0-15,0-3 0 0,0-5 0 16,5 1-40-16,-5-8 0 0,0 0 0 16,0 0 0-16,0 0-144 0,0 0-28 0,0 0-7 0</inkml:trace>
  <inkml:trace contextRef="#ctx0" brushRef="#br3" timeOffset="-103484.835">23834 17550 1911 0,'0'0'42'0,"0"0"9"0,0 0 1 0,0 0 2 0,0 0-43 0,0 0-11 0,0 0 0 0,0 0 0 15,0 0 104-15,0 0 18 0,0 0 4 0,0 0 1 0,0 0-39 0,0 0-8 16,0 0-2-16,18 4 0 16,-18-4-62-16,4 8-16 0,9 0 0 0,-13 0 0 15,9 3 54-15,-1 1 8 0,-8-1 2 0,5 5 0 16,-5-1-52-16,4 1-12 0,-8-1 0 0,4 0 0 0,0 5 0 0,4-5 0 15,-8-3 0-15,4-1 0 0,0 5 0 0,0-8 0 16,0-8 0-16,0 0 0 0,0 0 0 16,0 0 0-16,0 0 0 0,0 0 0 0,0 0 0 0,0 0 0 15,0 0 0-15,4-8 0 16,9-8-19-16,-9 1-6 0,9 0-2 0,-4-5 0 0,0 1 27 0,8 0-8 16,-8-5 8-16,4 5 0 0,-5-4 0 0,6 4-8 15,3-1 8-15,-8 5 0 0,-1 3 0 0,1-3 12 16,4 3 0-16,-9 5-1 0,9 3 6 0,-13-4 2 15,9 8 0-15,0-4 0 0,-1 4-3 0,5 0-1 16,-13 0 0-16,5 8 0 0,8 0-3 0,-5 3 0 16,1 1 0-16,-9-1 0 0,9 1 0 0,0 3-1 15,-5 5 0-15,0-1 0 0,-4-4-1 0,0 1 0 16,13-1 0-16,-13-3 0 0,0 7-10 0,-8-7 12 0,8 3-12 0,0-3 12 16,-5-1-12-16,5-3 0 0,-4 0 9 0,4-8-9 15,0 0 0-15,0 0 8 0,0 0-8 0,0 0 0 16,0 0 0-16,0 0 0 0,0 0 0 0,0 0-8 15,9-4 0-15,-1-4 0 0,1-3 0 0,0-1 0 16,-1 0-1-16,5-3 0 0,-4 0 0 0,4-5 0 0,0 5 9 0,9-4-8 16,-5-5 8-16,1 5-8 0,-1 0 8 15,-4 3 0-15,4 1 0 0,-4-1-8 16,0 1 8-16,-4 3 0 0,4 1 0 0,4 3 0 16,-8 0 0-16,4 5 0 0,-4-1 0 0,0 0 8 15,8 8-34-15,-8 0-6 0,-5 7-2 16,5-3 0-16,-5 7 65 0,0 1 13 0,5 3 2 0,-5 0 1 0,9 4-31 0,-8 1-5 15,-5-5-2-15,8 4 0 0,-8-4-9 0,9 1 10 16,-5-1-10-16,1-4 10 0,3 1-10 0,-8-4 0 16,5-1 0-16,-5-3 0 0,0-8 0 0,0 0-17 15,0 0 4-15,0 0 1 16,0 0-123-16,0 0-24 0,0 0-5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3:19:30.956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432 536 864 0,'-4'0'76'0,"0"0"-60"15,4 0-16-15,-9 0 0 0,0 8 122 0,1-8 22 16,-1-8 4-16,9 8 0 0,0 8-52 0,0-8-12 16,-18 0-1-16,14 11-1 0,4-11-58 0,-9 0-12 15,9 0-3-15,-4 12 0 0,0-4 9 0,-1-1 2 16,-3 5 0-16,8 3 0 0,0-3-20 0,0 7 0 16,0-11 8-16,-5 11-8 0,1 1 0 0,4 3 10 15,-13 4-10-15,13 0 8 0,-4 4-8 0,4 3 12 16,0-3-12-16,-18 4 12 0,18 4-12 0,-13 3 12 15,13 4-12-15,-8 1 12 0,-1-1 11 0,0 0 2 16,9 5 1-16,-13-5 0 0,9 0-36 0,4 4-7 16,0-3-2-16,-13-1 0 0,13 4 19 0,-5 0 0 0,5 5-8 15,0-9 8-15,5 12 0 0,8 0 0 0,-13-12 0 16,0 0 0-16,17 5 0 0,-8-13 0 0,0-3 0 16,-1 3 0-16,5-3 0 0,5 0 0 15,-1-8 0-15,-8 4 0 0,12-4 0 0,5 0 0 0,-12-8 0 16,12 4 0-16,-5-3 0 0,5-1 0 0,5-4 0 0,-5-3 0 15,-9 0 13-15,14-5 7 0,3-7 0 0,-8 0 1 16,0 0-21-16,5-4 0 0,-9 1 0 0,12-9-8 16,1 0 16-16,-18-7 4 0,9 0 1 0,9-8 0 15,-13-4 4-15,0 4 1 0,8-12 0 0,-21-7 0 16,21-4-2-16,-13 3-1 0,1-10 0 0,-10 3 0 0,1-4 5 16,-4 4 2-16,12-4 0 0,-17 7 0 0,0-6-22 15,4 10 0-15,9-7 0 0,-13 4 0 0,0 4 0 0,-13-5 0 16,9 1 0-16,4 4-12 0,-13 0 12 0,4-5 8 15,0-3-8-15,1 4 11 0,-10 4-11 0,1-1 0 16,0 1 9-16,4 4-9 0,0 7 0 0,-13-4 9 16,17 1-9-16,-8 3 0 0,-1 4 12 0,-4 0-4 15,9 4 0-15,-4 8-8 0,-5 0 20 0,5-1-2 16,8 1-1-16,-8 0 0 0,0 11 2 0,-1-4 0 16,-4 5 0-16,5 7 0 0,0 0-7 0,-1 0 0 15,1 0-1-15,0 0 0 0,-5 4-11 0,5 3 0 16,8 9 0-16,-9-5 0 0,1 9 0 0,0-9 0 15,4 8 0-15,-5 5 0 0,1-1-15 0,-9 4 5 16,9 0 1-16,-5 4 0 0,4 3 9 0,1 5 0 16,0 11 10-16,-5-3-10 0,18-1 0 0,-14 4 0 0,1 16-13 15,4-8 4-15,4-4 9 0,-4 0-10 0,9 8 10 16,4-5-10-16,-18 1 10 0,18 0 0 0,0 8-9 16,0-8 9-16,0 0 0 0,0 3 0 0,5-6-9 0,8-1 9 15,-13 0 0-15,17-4 0 0,-8-4 0 0,4 0 0 16,0-3-10-16,9 3 10 0,-5-11-8 0,0 0 8 15,5 3-30 1,0-3-1-16,0-8 0 0,-1-8 0 0,10 1 41 0,-5-1 8 0,-9-7 2 0,13-5 0 16,-3 1-20-16,7 4-17 0,-8-12 3 0,5-8 1 0,-10 4 13 0,1-4 0 15,9-11 0-15,-10 0 0 16,1-12 0-16,-5-4 0 0,5 0 0 0,0-7 0 0,4-8-8 0,-9-4 8 16,-8-12-13-16,8-3 5 15,-12-5 19-15,8-3 4 0,4-8 1 0,-17 8 0 16,0 0-26-16,9-4-5 0,-9-1-1 0,0 5 0 0,0 4 32 0,-9 3 5 15,9 5 2-15,0 3 0 0,-4 12-37 0,-9-4-7 16,13 4-2-16,-18 3 0 0,5 1 23 0,9 3 0 16,-5 5 0-16,-4-1 0 0,-9 4 22 0,5 5 9 15,-5-9 1-15,5 12 1 0,0-8-21 0,-1 12-4 16,-3 4 0-16,3-1-8 0,1 1 20 0,-1 4-4 16,-3 11 0-16,-1-4 0 0,0-3 2 0,5 3 0 15,0 8 0-15,-1 0 0 0,-4 0-18 0,5 4 8 16,0 0-8-16,4 7 0 0,-13 8 0 0,8 8 0 15,1-3 0-15,-5 10 0 0,5 5 0 0,-5 7 10 16,5-3-2-16,4 11 0 0,-9 0-24 0,18 4-6 16,-18 4-1-16,9 11 0 0,-9-7 23 0,9 3-11 15,9 16 11-15,4-12-8 0,0 5 8 0,-13-1-8 0,13 0 8 16,0 8-8-16,13-8 8 0,-13 0 0 0,4 1 0 16,9-5 0-16,-4-7 0 0,8-1-8 15,-4-7 8-15,5 0 0 0,3-12 0 0,1 1-10 0,-5 3 10 16,10-15 0-16,-10 3-11 0,13-7 11 0,-12-4-10 0,-1-8 10 15,5 1-13-15,-5-1 3 0,9-15 1 0,-8 0 0 16,12-8 9-16,-4 0 0 0,-4-8 0 0,8-3 0 16,-4-12 0-16,5 0 8 0,-5-8 0 0,4-7 0 15,-4-5-8-15,4-3 9 0,5-8-9 0,-9-7 10 16,5-5-10-16,-10-3 0 0,1 3 9 0,4-11-9 16,-9 4 8-16,-3 8-8 0,3-9 10 0,-13 5-10 0,9-4 10 15,-13 7-10-15,0 5 10 0,0-1-10 0,-17 0 12 16,4 8-4-16,4 4-8 0,-8 4 12 0,-1-4-12 0,1 12 0 15,0-5 0-15,-5 9 0 0,5-1 10 0,-14 4-10 16,18 4 10-16,-17 4-10 0,8 4 0 0,0 4 0 16,-8 4 0-16,8-5-10 0,1 9 10 0,-14 3 0 15,13-4 0-15,-13 5 0 0,14 7 0 0,-1-8 0 16,-8 16 0-16,12-8 0 0,-8 7 0 0,-4 5-8 16,4-4 8-16,8 11 0 0,-12 0-10 0,4 1 10 15,4 7-12-15,0 3 12 0,5 9-12 0,0-4 4 16,-14 15 8-16,14-4-13 0,8 12 4 0,-8 4 1 15,-1 4 0-15,1 7 0 0,4-3 8 0,4 3-10 16,9-4 10-16,-13 5-10 0,9-5 10 0,0 5 0 16,8-1 0-16,-4-4-8 0,4 5 8 0,9-5 0 0,-4 1-9 15,8-5 9 1,-8-3-28-16,13 0-2 0,-5-4 0 0,-8 0 0 0,8-4 46 0,-4-8 10 0,9-3 2 16,0-5 0-1,-5-3-45-15,13-4-9 0,-16-4-2 0,12-8 0 0,4-3 41 0,-4-5 8 0,-9-3 2 0,5-8 0 16,-5-4-23-16,10 0 9 0,3-11-9 0,-4-1 0 0,-4-11 37 0,12-4 1 15,1-3 0-15,-17-13 0 16,8-3-47-16,4-12-10 0,-4 1-1 0,-4-5-1 16,8-7 21-16,-17 3 0 0,0-7 8 0,0 0-8 0,5 3 9 0,-1 5-9 15,-17 3 10-15,0 1-10 16,9-5 10-16,-9 8-10 0,0-3 10 0,0 3-10 0,-9-4 10 16,9 8-10-16,0-3 10 0,-17 3-10 15,4 0 8-15,4 8-8 0,-4-8 0 0,4 11 9 16,-8-3-9-16,-9 4 0 0,13-1 0 0,-5 9 0 0,1-8 0 0,-5 15 12 15,-4-4-2-15,18 12 0 0,-10 3-10 0,-4 5 10 16,-4 3-10-16,18 5 10 0,-27-5-10 0,26 12 10 16,-21 12-10-16,13-5 10 0,-10 5-10 0,10 3 0 15,0 9 0-15,-5 3 0 0,5 11-19 0,-14-7 1 16,14 4 0-16,0 7 0 0,8 1 18 0,-13 7 0 16,9 4 0-16,-4 4 0 0,17 4 0 0,-9 3 0 15,-4 9 0-15,9 3 0 0,4-4 0 0,-13 5 0 16,13-1 0-16,0 0 0 0,-5 8-10 0,10 0 2 15,8 0 0-15,-13-8 0 0,4-4 8 0,9-3 0 16,4-5 0-16,-8-7 0 0,4 0 0 0,9-8 0 16,-13 5 0-16,8-17 0 0,-4 1-11 0,4-5 11 15,1 1-13-15,-1-8 5 0,0-4-4 0,-8-3-1 16,13-5 0-16,-5-7 0 16,1 0-18-16,12-8-3 0,-13-12-1 0,-4 4 0 0,18-11 35 0,-5-4 0 15,4-8 0-15,-12 0 0 0,8-15 0 0,4-4 0 0,-4-4 0 0,-4-8 0 16,4-4 21-16,-4-15 11 0,-1-4 3 0,-3-4 0 15,-1-3-24-15,0 3-11 0,-8 4 10 0,4-4-10 16,4 8 0-16,-17 4 8 0,0 0-8 0,0 3 0 16,-13 5 21-16,9 11 2 0,-13 0 0 0,4 12 0 15,4-12-23-15,-8 11-10 0,-1-3 1 0,-3 4 0 16,3 3 9-16,-12 1 0 0,8 3 8 0,-4 1-8 16,4 3 8-16,-4 8-8 0,0 4 8 0,-4-4-8 15,4 7 18-15,8 1-1 0,-8 0 0 0,9 7 0 0,-13 4-17 0,12 8-16 16,-8-7 4-16,4 14 0 0,-4-7 12 0,0 12 16 0,-4 7-3 15,13 8-1-15,-10 0-29 16,10 12-7-16,-5 7 0 0,1 12-1 0,3 0 9 0,5 8 1 16,-4 11 1-16,8 8 0 15,9 11-22-15,0 9-4 0,0-13 0 16,0 9-1-16,0-5 57 0,18-3 11 0,-10 3 2 0,10-3 1 0,12-8-30 0,-8-8 0 16,-1-11 0-16,14-8 0 15,-9-4-28-15,5-4 2 0,3-11 0 0,-3-1-634 16,4-3-128-16</inkml:trace>
  <inkml:trace contextRef="#ctx0" brushRef="#br0" timeOffset="198458.046">15722 3339 576 0,'0'0'25'15,"0"0"6"-15,0 0-31 0,0 0 0 0,0 0 0 0,0 0 0 0,0 0 229 16,0 0 40-16,13-4 8 0,-13 4 2 0,5 0-151 0,-5-12-31 15,4 5-5-15,-4 7-2 0,4-8-13 0,5 0-2 16,-9 8-1-16,0-4 0 0,0-7-4 0,0 3-1 16,0-3 0-16,0 11 0 0,-9-8-4 0,9 0-1 15,-8 0 0-15,8 1 0 16,-5 3-5-16,-3-4-2 0,-1 4 0 0,-4-4 0 0,9 8-17 0,-5-11-4 16,0 7-1-16,5 0 0 0,-13 4-12 0,8 0-3 15,0-8 0-15,-4 5 0 0,4 3-6 0,-8 0-2 16,4 0 0-16,9 0 0 0,-14 0-2 0,5 3-1 15,5 5 0-15,-10-4 0 0,5 0-1 0,5 0 0 16,-10 3 0-16,5 1 0 0,-4 4-8 0,8-4 10 0,-8 3-10 16,4 1 10-16,4 3-10 0,-4 4 0 15,-4 1 0-15,12-1 0 0,-12 0 0 0,4 1 0 16,4 7 0-16,0 0 0 0,1 4 0 0,8-4-9 16,-9 3 9-16,5-2 0 0,-1-1-8 0,5 3 8 0,5-3 0 15,-1-3 0-15,5-1 0 0,-9 0 0 0,8-4 0 16,1 1 0-16,0-5 0 0,4 0 0 0,4 1 0 15,1-8 0-15,-10-1 0 0,10-3 0 0,-5 0 0 0,8-4 0 16,-8-4 0-16,0 0 0 0,0-3 0 0,5-1 0 16,-9 0 0-16,-1-3 0 0,10-1 0 0,-1-3 0 15,-13 3 0-15,14-7 0 0,-14 3 8 0,9 1-8 16,-9-5 0-16,14 5 0 0,-14-4 8 0,9-1-8 16,-13 1 0-16,9 0 0 0,0-4 0 0,-1 3 0 15,1 1-9-15,-5 4-8 0,5-5-2 0,0 13 0 16,-9-13 32-16,4 9 7 0,0 3 0 0,5-4 1 15,-5 1-33-15,-4 3-8 0,0-4 0 0,0 12-1 0,0-3 21 0,0 3 0 16,0 0 0-16,0 0 0 0,13-8 0 0,-13 8 0 16,0 0 0-16,0 0 0 0,0-4 0 0,0 4 0 15,0 0 0-15,0 0 0 0,0 0 18 0,0 0 8 16,0 0 2-16,0 0 0 0,0 0-20 0,0 0-8 16,0 0 8-16,5 4-8 0,-1 4 14 0,0-1-2 15,-4 9-1-15,9-5 0 0,-9 5-3 0,0-1-8 16,4 5 12-16,1-1-4 15,-5 0-8-15,8-7 0 0,-8 7 9 0,0 0-9 0,0 5 0 0,0-5 0 16,0 4 0-16,0 8 0 0,0-8 0 0,0 4 0 16,0-8 0-16,5-3 0 0,-5-1-8 0,0 5-4 15,0-13 0-15,4 5 0 16,0-8-26-16,-4-4-6 0,0 0 0 0,0 0-1 16,0 0-114-16,0 0-22 0,0-4-5 0,9-8-1002 0</inkml:trace>
  <inkml:trace contextRef="#ctx0" brushRef="#br0" timeOffset="198977.672">15766 2737 864 0,'0'0'76'15,"0"0"-60"-15,0 0-16 0,0 0 0 0,0 0 181 0,0 0 34 16,0 0 6-16,0 0 2 0,0 0-83 0,0 0-16 16,0 0-3-16,0 0-1 0,13-4-35 0,-13 4-7 15,0-8-2-15,0 8 0 0,0 0-6 0,0 0-2 16,0 0 0-16,0 0 0 0,0 0 4 0,4 4 1 15,9 0 0-15,4 7 0 0,1-7-58 0,-9 12-15 16,8-9 0-16,0 9 0 0,1-1 34 0,-1 5 4 0,5 7 1 0,-1-4 0 16,-3 4-15-16,4 4-4 15,-1 3 0-15,-3 1 0 0,-1 4-12 0,-4-1-8 16,4-3 10-16,5 8-10 0,-13-13 28 0,4 9-1 16,0-4 0-16,-4 3 0 0,4 1-10 0,-5-8-1 15,1 4-1-15,0 3 0 0,-1 1 1 0,-3-8 0 16,-1 11 0-16,5-3 0 0,-5-4 0 0,-4 3 1 0,0 5 0 15,0-5 0-15,0-7 1 0,-4 4 0 0,-5 4 0 0,5-9 0 16,-1 1-6-16,5 0-2 0,-13-4 0 0,9 4 0 16,4-8-10-16,-13 4 10 0,9-4-10 15,-1-3 10-15,-3-1-10 0,3-4 0 0,1 5 0 16,-9-5 0-16,0-3 0 0,8-4-14 0,-3 3 3 0,-5-7 1 31,8 0-57-31,-12 0-11 0,13-4-2 0,-9-4-1 0,0 0-148 0,4-11-30 0</inkml:trace>
  <inkml:trace contextRef="#ctx0" brushRef="#br1" timeOffset="-203458.189">2994 1324 460 0,'0'0'41'0,"0"0"-33"0,0 0-8 0,0 0 0 15,0 0 138-15,0 0 26 0,0 0 4 0,0 0 2 16,0 0-99-16,0 0-20 0,-8 3-4 0,8-3-1 15,0 0-18-15,0 0-3 0,0 0-1 0,0 0 0 16,0 0 0-16,0 0-1 0,0 0 0 0,0 0 0 16,0 0-2-16,13 8 0 0,-9 0 0 0,9-4 0 15,-9 3 0-15,9-3 0 0,5 0 0 0,-10-4 0 16,23 4-13-16,-14-4-8 0,1 0 8 0,-5 0-8 16,13 0 19-16,-13 0-1 0,17 0 0 0,-4 0 0 15,5 0 3-15,3 0 1 0,-8 0 0 0,5 0 0 0,8 8-22 16,-13-8 9-16,9 0-9 0,-1 0 0 0,1 0 0 0,-9 4 0 15,13-4 0-15,-8 3 0 0,8-3 0 16,0 0 0-16,0 0 0 0,-4-3 0 0,4 3 0 16,4 0 0-16,5 0 0 0,-9 0 0 0,0 0 0 0,0 0 0 15,-4 0 0-15,4 0 0 0,4-4 0 0,-8 4 0 16,4 0 0-16,-4 0 0 0,4 0 0 0,4-8 0 16,-8 8 0-16,4 0 0 0,9 0 0 0,-4-4 0 15,-10 4 0-15,5 0 0 0,5 0 58 0,4 0 5 16,-18 4 1-16,9-4 0 0,-9-4-52 0,5 4-12 15,0 0 0-15,-9 0 0 0,9 0 0 0,-1 0 0 16,-8 0 0-16,9 0 0 0,-9 0 0 0,5-4 0 0,3 0 0 16,-3 4 0-16,4 0-12 0,-1 0-6 0,5 0-1 0,-4 0 0 15,4 0 19-15,-4 0 0 0,-9 0 0 0,9 0 0 16,-1 4 12-16,-7 0 5 0,3-4 2 0,5 0 0 16,-14 0-19-16,5-4-14 0,5 4 2 0,-5-4 1 15,-4 4 11-15,4 0 16 0,4-7-4 0,0 3-1 16,-3 4-11-16,-1-4 0 0,-5 0 0 0,5 4 0 15,-13 0 0-15,9 0-16 0,0-11 4 0,8 11 1 16,-8 0 11-16,0 0 16 0,8 0-4 0,-8 0-1 16,-1 0-11-16,10 0-16 0,-9-4 4 0,-5 4 1 15,5 0 11-15,-1-4 16 0,1 4-4 0,0 0-1 16,-5 0-11-16,5 0-12 0,-5 0 2 0,14 0 1 16,-23-8 9-16,10 8 12 0,-1 0-2 0,0-4-1 15,1 4-9-15,-5 0 0 0,9 0 0 0,-14 0 0 16,18 0 0-16,-17-4 0 0,8 4 0 0,-4-3 0 0,9 3 0 15,-5 0 0-15,-8 0 0 0,8-8 0 0,1 8 0 16,4 0 0-16,-9 8 0 0,8-8 0 0,-8 0 0 0,5 0 0 16,-1 0 0-16,-4 0 0 0,13 0 0 15,-22 0 0-15,18 0 0 0,-17 0 0 0,3 0 0 0,14 0 0 16,-22 0 0-16,4 3 0 0,-4-3 0 0,0 0 0 16,0 0 0-16,0 0 0 0,0 0 0 0,0 0 0 15,0 0 0-15,0 0 0 0,0 0 0 0,0 0 0 16,0 0 0-16,0 0 0 0,-4-3 0 0,-18 3 0 15,22 0 0-15,-13 0 0 0,5 0 0 0,-10 0 0 16,1 0 0-16,-1 0 0 0,-3 0 0 0,3 0 0 16,-3 0 0-16,-5 0 0 0,4 0 0 0,0 0 0 15,0-8 0-15,-8 8 0 0,8 0 0 0,1 0 0 0,3 0 0 16,-3 8 0-16,-1-8 0 0,4 0 0 0,1 0 0 0,0 0 0 16,4 0 0-16,-9 0 0 0,5 0 0 0,-5 0 0 15,0 0 0-15,0 0 0 0,-8-8 0 0,-5 8 0 16,5 0 0-16,-5 0 0 0,-4 8 0 0,9-8 0 15,4 0 0-15,-9 0 0 0,0 0 0 0,9 3 0 16,-13 1 30-16,4 0 4 0,1 4 1 0,-1-8 0 16,-4 8-56-16,13-8-11 0,-9 3-3 15,-4 5 0-15,4-8 55 0,0 0 10 0,1 4 2 0,3 0 1 16,1-4-53-16,-14 0-10 0,5 0-2 0,5 0-1 0,3 0 33 0,-8 0 0 16,9 0 0-16,-14 0 0 15,14 0 0-15,-9 0 0 0,4 0 0 0,0 0 0 0,5 0 44 0,0 0 16 16,-5-4 4-16,0 4 0 15,-4 0-52-15,0 0-12 0,0-4 0 0,-9 4 0 16,5 0 0-16,-1 0 0 0,14 0 0 0,-9 0 0 0,-5 4 0 16,10 0 0-16,-6-4 0 0,6 0 0 0,-10 4 0 15,10-4 0-15,-1 0 0 0,0 0 0 0,9 0 0 0,-9 0 0 16,-4 0 0-16,9 0 0 0,-1 0 0 0,-16 7 0 16,8-7 0-16,4 0 0 0,-4 4 0 0,8-4 0 15,-3 0 0-15,3 4 0 0,-8-4 0 0,4 4 0 16,9 4 0-16,-13-8 0 0,9 0 0 0,4 4 0 15,4-4 0-15,-13 3 0 0,14-3 0 0,-14 0 0 16,4 0 0-16,5 0 0 0,-8 0 0 0,12 0 0 16,-13 0 0-16,13 0 0 0,-12 0 0 0,8 0 0 0,8 0 0 15,-12 0 0-15,13 0 0 0,-1 4 0 0,-4-8 0 16,14 4 0-16,-10 4 0 0,1-4 0 0,13 0 0 0,-22 0 0 16,17 0 0-16,-4 0 0 0,4 0 0 0,-8 0 0 15,0 0 0-15,3 0 0 0,10 8 0 0,-9-8 0 16,4 0 0-16,-4 0 0 0,9 0 0 0,-9 0 0 15,9 0 0-15,-9 0 0 0,8 0 0 0,5 0 0 16,0 0 0-16,0 0 0 0,0 0 0 0,0 0 0 16,0 0 0-16,0 0 0 0,0 0 0 0,0 0 0 15,13 8 0-15,-4-8 0 0,4 0 0 0,4 0 0 0,5 0 0 0,-4 0 0 16,16 0 0-16,-12 0 0 0,-5 0 0 0,14 0 0 16,-1 0 0-16,5 0 0 15,4 0 0-15,-4 0 0 0,8 0 0 0,1 0 0 0,3 0 0 0,-8 0 0 16,0 0 0-16,14-8 0 0,3 8 0 15,-17 0 0-15,22-8 0 0,-9 8 0 0,13-4 0 16,-13 4 0-16,9 0 0 0,9 0 0 0,-23 0 0 0,10 4 0 16,-1-4 0-16,9 0 0 0,0 0 0 0,1 0 0 15,-6 0 0-15,6 8 0 0,7-8 0 0,-3 0 0 16,-5 0 0-16,0 0 0 0,-8 0 0 0,3 0 0 16,1 0 0-16,9-8 0 0,-14 8 0 0,5 0 0 15,0 0 0-15,4 8 0 0,-9-8 23 0,1 0 1 16,-14 0 1-16,14 0 0 0,-5 8-40 0,4-8-8 15,-12-8-1-15,8 8-1 0,-4 0 25 0,-1 0 0 16,-8 0 0-16,13 0 0 0,5 8 0 0,-18-8 0 16,4 0 0-16,10 4 0 0,-19-4 0 0,5 0 0 15,-13 0 0-15,9 0 0 0,0 0 0 0,-9 0 0 0,4 7 0 16,-8-7 0-16,0 0 0 0,8 0 0 0,-8 0 0 16,0 0 0-16,-1 0 0 0,-8 0 0 0,9 0 0 0,-5 0 0 15,1 0 23-15,4 0 9 0,-18 0 3 0,9 0 0 16,-4 0-5-16,4 0-1 0,0 0 0 0,-9 0 0 15,-4 0-40-15,0 0-8 0,0 0-1 0,0 0-1 16,0 0 21-16,0 0 0 0,-13 0 12 0,4 0-4 16,-8-7 5-16,8 3 1 0,1 4 0 0,-10-8 0 15,1 8-14-15,8 0 0 0,-17-8 0 0,4 4 0 16,5 1 0-16,-5-1-10 0,1 4 2 0,-10-8 0 16,5 4 8-16,4-4 0 0,-12 8 8 0,-1-7-8 15,-4 3 8-15,4 0-8 0,-13 0 8 0,-4 4-8 16,13-8 0-16,-13 5-8 0,0-1 0 0,4 4 0 15,-17 0 8-15,17 0 11 0,-8 0-3 0,-1-4 0 16,1 4-8-16,-1 0-12 0,1 0 2 0,-14 0 1 16,14-12 9-16,-5 12 12 0,-8 0-2 0,8-4-1 15,4 4-9-15,1-3 0 0,4 3 0 0,-13 0 0 0,4 0 0 0,5 0 0 16,-14 0 0-16,1 0 0 0,8 0 0 0,0 0 0 16,-9 3 0-16,10 1 0 0,-1-4 0 0,4 4 0 15,-16-4 0-15,12 0 0 0,-13 8 0 0,18-8 0 16,-1 0 0-16,1 0 0 0,-1 8 0 0,5-5 0 15,9 5 0-15,-5-8 0 0,4 4 0 0,18 0 0 16,-17 7 0-16,21-11 0 16,-4 0-49-16,-9 0-12 0,14 4-3 0,3-4-947 0</inkml:trace>
  <inkml:trace contextRef="#ctx0" brushRef="#br1" timeOffset="-200546.005">11189 1374 288 0,'17'0'25'0,"-17"0"-25"15,-4 0 0-15,-5 0 0 0,0 0 100 0,9 0 14 16,0 0 3-16,0 0 1 0,-13 0-92 0,13 0-18 16,0 0-8-16,0 0 0 0,-8-8 45 0,8 8 3 15,8-4 1-15,-8 4 0 0,0 0 16 0,0 0 3 16,0 0 1-16,0 0 0 0,18 0-31 0,-5 0-6 15,-13 0-2-15,0 0 0 0,8 4-6 0,1 4-2 16,-9-8 0-16,9 0 0 0,4 0-2 0,4 0 0 16,1 0 0-16,-10 0 0 0,5 0 20 0,5 0 3 15,-1 4 1-15,0-4 0 0,-4 3-26 0,5-3-5 16,8 0-1-16,-4 0 0 0,4 0 10 0,-5 0 2 16,-3-3 0-16,3 3 0 0,5-4-10 0,-4 4-2 15,0 0 0-15,8 0 0 0,-8 0 4 0,13-8 0 16,-9 8 0-16,9 0 0 0,-14 0-16 0,14 0 0 15,-9-4 0-15,4 4 0 0,-8 4 0 0,13-4 0 16,0 8 0-16,-5-8 0 0,0 0 12 0,5 0 0 0,-9 0 0 0,9 0 0 16,0 0 5-16,4 0 1 0,-18 0 0 0,14 0 0 15,4 0 13-15,0 0 2 0,-4 0 1 0,4 0 0 16,5 0-21-16,3 0-4 0,-16 0-1 0,4 0 0 16,4 0 4-16,-5 0 0 0,5 0 0 0,-4 0 0 15,4 0-12-15,-4 0 0 0,4 4 9 0,-4-1-9 16,-5-3 0-16,5 0 0 0,0 4 0 15,-1-4 0-15,6 8 22 0,-6-8 0 0,5 0 0 0,-13 0 0 16,13 0-22-16,1 0 0 0,3 0 0 0,-4 0 0 16,0 0 0-16,0 0 0 0,0 0 0 0,-4 0 0 15,-5 0 0-15,1 0 0 0,4 8 0 0,-1-8 0 0,-3 0 0 16,3 0 0-16,6 0 0 0,-1 0 0 16,-5 0 0-16,5-8 0 0,-4 8 0 0,4 0 0 0,0 0 0 0,0 0 0 15,-4 0 0-15,0 0 0 0,4 0 0 0,-4 0 0 16,-5 0 0-16,5 0 0 0,0 0 0 0,8-8 0 15,0 8 0-15,1 0 0 0,-9-4 0 0,4 4 0 16,0-3 0-16,-4 3 0 0,8 3 0 0,-4-3 0 16,0 0 0-16,9 4 0 0,-9 4 0 0,0-8 0 15,-4 0 0-15,-5 8 0 0,5-8 0 0,0 0 0 16,-1 4 0-16,-3-4 0 0,4 0 0 0,-1 0 0 16,1 0 0-16,0 0 0 0,-5 0 0 0,5 7 0 15,-5-7 0-15,9 0 0 0,-4 8 0 0,4-8 0 16,-8 0 0-16,12 4 0 0,-4 0 0 0,0 0 0 15,-4-4 0-15,-9 7 0 0,9-7 0 0,4 0 0 16,-22 0 0-16,18 0 0 0,-9 0 0 0,9 0 0 0,-14 0 0 16,14 4 0-16,-9 0 31 0,9-4 1 0,0 4 1 15,-1-4 0 1,6 0-53-16,-1 0-10 0,0 0-2 0,0 0-1 0,0 0 33 0,-4 0 0 0,-1 0 0 0,-3 0 0 0,-1 0 0 0,-4-4 0 16,5 4 0-16,-5-4 0 15,0 4 44-15,0-4 16 0,9 4 4 0,-9 0 0 16,4 0-52-16,5 0-12 0,-9-7 0 0,4 7 0 15,1 0 0-15,-1-4 0 0,9 0 0 0,-4 4 0 16,4 0-8-16,-13 0-5 0,9 0-1 0,-5-4 0 16,9 4 22-16,-13 0 5 0,5 0 1 0,-5-8 0 15,4 8-14-15,5-7 0 0,-13 3 0 0,-1 4 0 16,5 0 0-16,5 0 0 0,-14 0 0 0,9-8 0 0,5 8 0 16,-10 0 0-16,1-8 0 0,8 4 0 0,-4 4 0 0,5 0 0 15,-9-3 0-15,-1 3 0 0,-3 0 0 16,-1 0 0-16,-8 0 0 0,4-4 0 0,0 4 0 15,-9 0 0-15,13 0 0 0,-17-8 0 0,9 8 0 0,0 0 0 16,-9 0 0-16,0 0 0 0,4 0 0 0,-4 0 0 16,0 0 0-16,0 0 0 0,0 0 0 0,0 0 0 15,0 0 0-15,0 0 0 0,0 0 0 0,0 0 0 16,0 0 0-16,0 0 0 0,0 0 13 0,0 0 0 16,-4 0 0-16,-14 0 0 0,1 0-13 0,0 0-18 15,-1 0 4-15,-3 0 1 0,3-4 13 0,-3 4 0 0,-1 0 0 0,-9 0 0 16,5 0 0-16,-8-4 0 0,3 4 0 15,5-4 0-15,-9 4 0 0,9 0 0 0,-8 0 0 0,3 0 0 16,1-7 0-16,-5 3 0 0,5 0 0 0,4 0 0 16,-9 4 0-16,0 0 0 0,0-8 0 0,-4 5 0 15,0-1 0-15,0 0 0 0,-4 4 0 0,4-8 0 16,-9 4 0-16,13 4 0 0,5-4 0 0,-5 4 0 16,-4-3 0-16,4 3 0 0,-4 0 0 0,4-8 0 15,1 4 0-15,8 4 0 0,-9-4 0 16,9 4 0-16,-9-4 0 0,-4 4 0 0,4 0 0 0,-8-8 0 15,-9 8 14-15,13 0 6 0,-1 0 0 0,1 0 1 16,0 0-21-16,-4 0 8 0,13 0-8 0,-5 0 0 16,-4 0 0-16,4 0 0 0,5 0 0 0,-1 0 0 15,9 0-19-15,-8 0-1 0,-5 0-1 0,9 0 0 0,-13 0 33 16,4 0 8-16,-4-7 0 0,5 7 1 0,-5 0-21 0,4 0 0 16,-4 7 0-16,13-7 0 0,-9 0-15 15,4 0-4-15,5 0-1 0,5 0 0 0,-10 0 33 0,5 0 7 16,-4 0 0-16,4 0 1 0,-5 8-33 0,-12-8-8 15,8 0 0-15,-4 0-1 0,0 0 33 0,0 0 6 16,9 0 2-16,-5 0 0 0,-4 4-32 0,0 0-7 16,0-4-1-16,0 0 0 0,-1 4 32 0,1 4 7 15,0-8 1-15,5 0 0 0,-6 3-20 0,6 1 0 16,-1-4 0-16,5 0 0 0,-14 4 0 0,5 4 0 16,-4-8 0-16,4 0 0 0,4 0-12 0,-4 0-7 15,4 4-1-15,-8 0 0 0,4-1 20 0,-1 5 0 16,1-4 0-16,-4 0 0 0,4-4 0 0,0 4 0 15,8 3 0-15,-12-7 0 0,0 0 0 0,-1 4 0 16,-8-4 0-16,9 4 0 0,-5 0 0 0,4 4 0 0,-8-8 0 16,0 7 0-16,4-3 0 0,9 4 0 0,-13-8 0 0,9 8 0 15,-5-8 0-15,5 11 0 0,-10-11 0 0,10 8 0 16,-5-8 0-16,0 4 0 0,1 4 0 0,3-1 0 16,5-7 0-16,0 0 0 0,-9 8 0 0,5-8 0 15,4 4 0-15,4 4 0 0,-4-8 0 0,0 0 0 16,4 0 0-16,0 0 0 0,9 0 0 0,-13 0 0 15,-13-8 0-15,13 4 0 0,4 0 0 0,9 0 0 16,-13 4 0-16,5 0 0 0,12 0 0 0,-9 0 0 16,5-7 0-16,-4 7 0 0,4 0 0 0,-9 0 0 15,13 7 0-15,-8-7 0 0,4 0 0 0,-4 0 0 16,8 0 0-16,4 0 0 0,-3 0 0 0,3 0 0 0,-3 0 0 16,8 0 0-16,4 0 0 0,-8 0 0 0,-1 0 0 15,5 4 0-15,13-4 0 0,-8 0 0 16,-1 0 0-16,5 0 0 0,4 0 0 0,0 0 0 15,0 0 0-15,0 0 0 0,0 0 0 0,0 0 0 0,17 0 0 0,0-4 0 16,-17 4 0-16,18 0 0 0,-1 0 0 0,5 0 0 16,-5 0 0-16,0-7 0 0,5 3 0 0,13 4 0 15,-5-4 0-15,14 0 0 0,-18 4 0 0,13-8 0 16,17 1 0-16,1 3 0 0,4 4 0 0,4 0 0 16,-5 0 0-16,1-8 0 0,9 8 0 0,-9-12 0 15,8 9 0-15,-4-1 0 0,22 4 0 0,-9 0 0 0,-4 0 0 16,0-8 0-16,-5 4 0 0,14 0 0 0,-1 0 0 15,10 4 0-15,-14-7 0 0,13 7 0 16,-9-4 0-16,5 4 0 0,-4-4 0 0,4 8 0 16,8-8 0-16,1 4 0 15,-1 0-24-15,-4 4-2 0,5-4 0 0,-5 0 0 0,5 0 26 0,-14 4 0 0,9 3 0 0,-12-7 0 16,-1 0 16-16,0 8 8 0,-4-4 1 0,-5 4 1 16,5-8-40-16,-9 4-8 0,9-1-2 0,-22-3 0 15,9 4 39-15,8 4 7 0,-8-8 2 0,9 8 0 0,-10-8-35 0,6 4-6 16,-1-4-2-16,22 7 0 15,-5-7 31-15,-4 8 5 0,-4-8 2 0,-13 0 0 16,-5 4-19-16,-4 0 0 0,-8-4 0 0,-5 4 0 16,-4 3 0-16,-1-7 0 0,-3 0 0 0,-1 0 0 15,-8 0-48-15,0 4-12 0,4 0-4 16,-5-4 0-16,-3-4-102 0,-10 0-21 0,23-3-4 16,-14-5-1-16</inkml:trace>
  <inkml:trace contextRef="#ctx0" brushRef="#br1" timeOffset="-197888.523">10008 13203 1119 0,'0'0'49'0,"4"-7"11"0,-4-1-48 0,0 4-12 0,0-4 0 0,0 0 0 16,0 5 52-16,0-5 7 0,0 0 1 0,0 0 1 15,0 5 2-15,0 3 0 0,0-8 0 0,-4 4 0 16,4-4-6-16,-13 4-1 0,13 4 0 0,-5-7 0 16,-4 3-8-16,1 0-3 0,8-4 0 0,-9 1 0 15,0 3-3-15,5-4-1 0,-9 0 0 0,9 4 0 16,-14-3 7-16,5-1 2 0,-4 0 0 0,0 4 0 16,8-3-9-16,-8-1-1 0,-5 4-1 0,4-8 0 15,-3 9 4-15,3-5 1 0,-3 0 0 0,-5 4 0 16,0 0-4-16,4-3-1 0,4 3 0 0,-3-4 0 0,-5 8-13 15,4-4-2-15,0 0-1 0,5 1 0 0,-5-1-8 16,0 0-2-16,-8 0 0 0,8 0 0 0,1 0-5 0,-10 4-8 16,5-4 11-16,-4 4-11 0,4 0 0 0,-13 0 0 15,8 0 0-15,1 4 0 0,-5 0 20 0,0 0 9 16,1 0 3-16,-1 4 0 0,-4-1-32 0,0-3-8 16,0 4-1-16,4-4 0 0,5 3 9 0,-14-3 12 15,1 0-2-15,-1 0-1 0,9 4 3 0,-17-4 0 16,5-1 0-16,-6 9 0 0,14-4-12 0,-17-1 10 15,4 1-10-15,8 0 10 0,5 0-2 0,-8 3-8 16,7-3 12-16,1 4-4 0,0-1-8 0,0 1 8 16,0-1-8-16,-13 1 8 0,9 3-8 0,4 1 0 15,-9 3 0-15,4 0 0 0,-3 1 0 0,7 3 0 0,-3-4 0 0,4 8 0 16,4-4 0-16,1 4 0 0,3 0-8 0,-4 0 8 16,-4 4 0-16,13 0 0 0,-4 4-9 0,-5 0 9 15,0-4 0-15,14 3-8 0,-14 1 8 0,9 0 0 16,-9 3 0-16,5 1 0 0,4 0 0 0,4-1 0 15,-8 9-10-15,3 3 10 0,10-8-8 0,-5 5 8 16,-4-1 0-16,18 4 0 0,-10 0 0 0,-3 0-8 16,3 5 8-16,1-5 0 0,4-4 0 0,-5 8 0 15,10-4 0-15,-10 0 0 0,14 1 0 0,-13-1 0 16,8-4 0-16,0 4 0 0,9 4 0 0,-13-3 0 16,9-5 0-16,0 4 0 0,4-4 0 0,0 1 0 15,0 3 0-15,0-4 0 0,0 4 0 0,0 1 0 16,0-1 0-16,4 0 0 0,0-4 0 0,5 1 0 15,-5 3 0-15,5-4 0 0,0 1 0 0,-1-5 0 0,5 1 0 0,5-1 0 16,-10 4 0-16,5 1 0 0,0-1 0 16,9-4 0-16,-4 1 0 0,3-1 8 0,-3 5-8 0,-1-1 0 15,5 0 0-15,12 1 0 0,-12-1 0 0,4-4 0 16,5 1 0-16,-10-4 0 0,14-1 0 0,-13 1 0 16,13-4 0-16,-9 3 0 0,4-7 0 0,5 4 0 15,-14 3 0-15,6-7 0 0,3 4 0 0,-4-4 0 16,4 0 0-16,9 4 0 0,-12-5 0 0,7 1 0 15,1 0 0-15,0 0 0 0,4-4 0 0,0-4 0 16,-4 0 0-16,4 4 0 0,0-3 0 0,-4-5 0 0,4 4 0 16,-5 0 0-16,5-3 0 0,-12-1 0 0,7 0 0 15,5 4 0-15,-4-7 0 0,4 3 0 0,5 0 0 16,-5 1 0-16,0-5 0 0,9 4 0 0,-9-3 0 16,0-1 0-16,13-3 0 0,-13-1 0 0,0 5 0 15,0-8 8-15,0 3-8 0,0-3 0 0,5 0 0 16,-10-4 0-16,5 3 0 0,9 1 0 0,-9-4 0 0,0 4 0 15,5-8 0-15,4 3 8 0,-9 1-8 0,0-4 0 16,0 0 0-16,0 0 0 0,0 0 0 0,-4 0 8 16,-1 0-8-16,6 0 0 0,-14-4 0 0,4 1 8 15,9 3-8-15,-4-4 0 0,-9 0 0 0,9 0 8 16,-1 0-8-16,-3 0 0 0,12-3 0 0,-12-1 0 16,-1 4 0-16,5-4 0 0,-9 1 0 0,9-1 0 15,-9 0 0-15,4 0 0 0,5 1 0 0,-9-5-8 16,4 4 8-16,-4-3 0 0,5 3 8 0,-1-4-8 0,-4 5 0 15,-4-1 0-15,4-4 0 0,0 5 0 0,-4-5 0 16,8 4 0-16,0 1 0 0,5-5 0 0,-9 4 0 0,9-3 0 16,0-1 0-16,-1 1 0 0,-3-1 0 0,4-3 0 15,-1 3 0-15,1 0-8 0,-9 1 8 0,4-1 0 16,5 1 0-16,-9-5 0 0,-4 5 0 0,8-5 0 16,-8 1 8-16,-5-1-8 0,5 1 0 0,0-1 0 15,0-3 0-15,8 4 8 0,-8-5-8 0,8 1 0 16,-8-8 0-16,4 4 0 0,4-4 0 0,5 4 0 15,-13-4 0-15,4 0 0 0,-4 0 0 0,8 0 0 16,-8 0 0-16,-5 3 0 0,0-3 0 0,-8 0 0 16,21 4 0-16,-8-4 0 0,-9 0 0 0,5 4 0 15,3-4 0-15,-3 0 0 0,-1 0 0 0,5 0 0 16,-5 0 0-16,5-4 0 0,-5 4 0 0,5-4 0 16,-5-4 0-16,1 1 8 0,-1-5-8 0,5 8 0 0,-14-4 0 0,5 1 0 15,0-1 0-15,9 4 0 0,-4 0 0 0,-1-4 0 16,-8 4 0-16,4 1 0 0,4-1 0 0,-13-4 8 15,1 4-8-15,3-8 0 0,1 1 0 0,4-1 0 16,4 1 0-16,-12-1 0 0,8 0 0 0,-5-3 8 16,6-1-8-16,3 5 0 0,-17-5 0 0,4 1 0 15,9-1 0-15,-8 5 0 0,-1 3 0 0,-4 0 0 16,0-3 0-16,0 7 0 0,4-4 0 0,-4 0 0 16,-8 4 0-16,-5 1 0 0,13-5 0 0,0 4 0 15,-9 4 0-15,0-4 0 0,5 0 0 0,4-4 0 16,-4 4 0-16,4-3 0 0,-18 3 0 0,14 0 0 15,4-4-8-15,-9 8 8 0,0-4-8 0,-8 4 8 16,13 0 0-16,-9 0-8 0,8 0 8 0,-12 0 0 16,4 4-9-16,4-4 9 0,-4 0-10 0,-4 4 10 0,-1-4-8 15,10 4 8-15,-10-4 0 0,10 3-9 0,-1-3 9 0,-8 0 0 16,-1 0 0-16,5 0 0 0,5 4 19 0,3-4 5 16,-12 4 2-16,0 0 0 15,8-4-72-15,0 4-14 0,-8-4-4 0,-5 7 0 0,5-3 103 0,-5 0 20 16,-4 4 4-16,4-5 1 15,-4 5-103-15,9 0-20 0,-1 0-4 0,-3 3-1 0,-10-3 81 0,5-4 16 16,9 3 3-16,-5 1 1 0,0 0-29 0,-4-1-8 16,0 5 0-16,5-4 0 0,-5 3 0 0,13-3 0 15,-13 3 0-15,8 1 0 0,-8 0 0 0,4-1 0 0,5 1 0 16,-5-5 0 0,5 5-26-16,-5 0-10 0,5-1-1 0,-5 4-1 0,-8-3 38 0,8 3 0 0,0-3 0 15,-4 3 0-15,-4 1 0 0,4-1 0 0,0 5 0 16,-5-5 0-16,5 0 44 0,5 1 16 0,-14-1 3 15,9 5 1-15,-9-5-52 0,5 4-12 0,4 0 0 0,-5 1 0 16,5-1 0-16,-9-4 0 0,14 5 0 0,-14-1 0 16,13 0-11-16,-8-3-5 0,4 3 0 0,-9 0-1 15,9 1 17-15,-9-1-10 0,1 0 10 0,3 0-8 16,5 5 8-16,0-1 0 0,0-4 8 0,4 4-8 16,1-4 0-16,-1 4 0 0,-9 1 0 0,10-5-8 15,-1 4-29-15,0-4-6 0,5 1-1 16,0-1-828-16,-5-4-167 0</inkml:trace>
  <inkml:trace contextRef="#ctx0" brushRef="#br1" timeOffset="-195921.065">9374 13006 172 0,'0'0'16'0,"0"4"-16"15,-5-4 0-15,5 0 0 0,0 4 168 0,0-4 32 16,0 0 5-16,0 0 2 0,-4 4-88 0,4-4-18 16,0 0-3-16,0 0-1 0,0 0-26 0,0 0-6 15,0 0-1-15,0 8 0 0,0-1 0 0,0-7 0 16,-9 8 0-16,9 0 0 0,-4 0 9 0,4-1 2 16,0-7 0-16,0 12 0 0,0-1-27 0,-5 1-6 15,5 3-1-15,0-3 0 0,0 0-7 0,0 3-2 16,-8 0 0-16,3 1 0 0,5 3-7 0,0 1-1 15,0-1-1-15,0 4 0 0,0 0 0 0,0 8 0 16,-4-4 0-16,4 0 0 0,-9 4-6 0,9-4-1 16,0 8 0-16,-4 0 0 0,4-1 0 0,-4 1 0 0,4 0 0 0,0 0 0 15,-13-1 0-15,8 1-1 0,1 4 0 0,4-5 0 16,-9 5-2-16,5 3 0 0,0 1 0 0,4-4 0 16,-5-1-1-16,-3 5-1 0,3-1 0 0,5 1 0 15,-4 3-11-15,4-4-12 0,-9 1 2 0,5-5 1 16,0 9 58-16,4-9 12 0,-9 5 3 0,5-1 0 15,-1 5-52-15,5-5-12 0,-13 4 0 0,9-3 0 16,4-5 0-16,-5 5 0 0,-3 3 0 0,3 1 0 16,1-9 0-16,4 1 0 0,0-1 0 0,-9 1 0 15,18 0 0-15,-18-1 0 0,9-3 0 0,0 4 0 0,0-1 0 16,0 1 0-16,-4-1 0 0,0 1 0 16,4 0 8-16,0-5 0 0,-5 5-8 0,-3 0 12 15,3-1-12-15,5 1-8 0,0-1 8 0,-4 5-13 0,4-8 13 16,-13-1 0-16,13 5 0 0,0-4 0 0,0-1 0 0,0 1 15 15,-4 4-3-15,4-8-1 0,0 0-11 0,0-4-16 16,0 0 4-16,0 4 1 0,0-4 24 0,0 3 5 16,0-3 1-16,-9 4 0 0,9-7-31 0,0 3-5 15,0-4-2-15,0 4 0 0,0-8 67 0,-4 4 12 16,8-3 4-16,-4 3 0 0,-4-4-52 0,4 0-12 16,-5 1 0-16,5-1 0 0,0-4 0 0,0 5 0 15,0 3 0-15,0-4 0 0,0-3-17 0,0 3-7 16,0 0 0-16,0 0-1 0,0 1 25 0,0-1-10 15,-4 0 10-15,4 1 0 0,0-1 16 0,0 0 9 16,4 1 3-16,-4-5 0 0,0-3-28 0,-4 3 0 0,4 1 0 0,4-5 0 16,-8 1 0-16,4-1-19 0,0 5 3 0,0-5 1 15,4 1 15-15,-4 3 0 0,0 1 0 16,5-1 0-16,-5 1 0 0,0-5 0 0,-5 1 0 16,5-1 0-16,0 1 16 0,0 0-3 0,0-1-1 15,0-3 0-15,0 3-12 0,-4-3 0 0,4 0 0 0,0-8 0 16,-13 11 0-16,13-3-12 0,0 0 3 0,0 0 0 15,0-8 9-15,0 11 11 0,0-3-3 0,0 0 0 16,0-8-8-16,0 7-11 0,-4 1 3 0,4-8 0 16,0 0 8-16,0 0-10 0,-9 8 10 0,9-8-10 15,0 0-32-15,0 0-6 0,0 0-2 0,0 0 0 16,0 0-62-16,0 0-13 0,0 0-3 0,0 0 0 16,-9 4-102-16,9-4-21 0</inkml:trace>
  <inkml:trace contextRef="#ctx0" brushRef="#br1" timeOffset="-195388.184">8809 16859 1616 0,'0'0'72'0,"0"0"14"0,0 0-69 0,0 0-17 0,0 0 0 0,0 0 0 15,0 0 80-15,0 0 12 0,0 0 2 0,0 0 1 16,0 0-23-16,0 0-5 0,0 0-1 0,9 8 0 15,8-4-54-15,-13 0-12 0,5 0 0 0,0 3 0 0,-9-7 29 0,8 8 9 16,1 0 2-16,0 3 0 16,0 1-8-16,-5 0 0 0,5-1-1 0,-1 1 0 0,-3 3 6 0,-1 1 2 15,9-5 0-15,-9 9 0 0,9-9-7 0,-8 5-2 16,-1 3 0-16,5-8 0 16,8 5-30-16,-13-5-13 0,5 5 1 0,4-4 0 15,-9-1 33-15,5-3 7 0,0 3 2 0,4-3 0 16,-9 0-22-16,9-4-8 0,-8 3 0 0,8-7 0 0,-9 0 8 0,0 0-8 15,9 0 0-15,-8-3 9 0,8-1-1 0,-5-4 0 16,1 4 0-16,-5-4 0 0,9-3 4 0,-8 3 0 16,-1-3 0-16,0 3 0 0,5-8-3 0,-5 5 0 15,-4-1 0-15,13 1 0 0,-8-1-9 0,-5 4 0 16,4-3 0-16,5 3 0 0,-5 0 0 0,-4 1 0 16,5-1 0-16,-5 8 0 15,0-8-49-15,0 8-12 0,4-8-3 0,5 1 0 16,-9-1-139-16,-9 0-28 0</inkml:trace>
  <inkml:trace contextRef="#ctx0" brushRef="#br1" timeOffset="-194406.61">9295 12948 1490 0,'0'0'32'0,"0"0"8"0,0 0 0 0,0 0 3 0,0 0-35 0,0 0-8 0,0 0 0 0,0 0 0 16,0 0 38-16,0 0 6 0,0 0 0 0,0 0 1 16,0 0-28-16,0 0-5 0,0 0-2 0,0 0 0 15,0 0 15-15,0 0 3 0,0 0 1 0,0 0 0 16,0 0 33-16,0 0 6 0,0 0 2 0,0 12 0 16,-4-4-3-16,4-1-1 0,0 1 0 0,-13 4 0 15,9-5-25-15,-9 5-5 0,8 3 0 0,-8-3-1 16,5 4-13-16,-10-1-2 0,5 0-1 0,9 1 0 0,-14-1 23 15,5 5 5-15,5-5 1 0,-10 4 0 16,14 1-63-16,-9-5-12 0,9 4-2 0,-14 1-1 0,5-1 30 0,9-4 0 16,0 5 0-16,-14-5 0 0,5 1 9 0,9-1-1 15,-1-3-8-15,5-1 12 0,-13-3 6 0,13-8 1 16,0 0 0-16,0 0 0 0,0 0-19 0,0 0 0 16,0 0 0-16,0 0 0 0,0 0 0 0,13-4 0 15,-8-4 0-15,-1 1 0 0,9-9 58 0,-8 1 5 16,12-1 1-16,-13-3 0 0,9 4-52 0,-8-1-12 15,8-3 0-15,-5 3 0 0,1 1 0 0,8 0 0 16,-8-1 0-16,4 4 0 0,4-3 0 0,-8 0 0 16,4 3 0-16,5-3 0 0,-10 3-14 0,5 4-6 15,5-3 0-15,-10-1-1 0,5 1 21 0,5 3 0 16,-14 0 0-16,9 0 0 0,-4 4 0 0,-1-3 0 0,-8 7 0 0,0 0 0 16,18 0 0-16,-18 0 13 0,0 0-1 0,0 0-1 15,9 7 5-15,4 1 0 0,-9 0 1 16,0 4 0-16,5-1-3 0,-5 5-1 0,9 3 0 0,-8 0 0 15,-1 0-13-15,9 5 9 0,-9-5-9 0,9 4 8 16,-4 0-8-16,4 0 0 0,-9 1 0 0,9-1 8 16,-4 4-8-16,4-8 0 0,0 4 0 0,-4-7 0 15,4 3 0-15,-9-4 0 0,14 1 0 0,-14-1 0 16,5 1 0-16,-1-5 0 0,5 1-12 0,-8-4 12 16,8-4-136-16,-9 3-20 0,-4-7-4 15</inkml:trace>
  <inkml:trace contextRef="#ctx0" brushRef="#br1" timeOffset="-193301.106">9882 14524 1267 0,'0'0'56'0,"0"0"12"0,0 0-55 0,0 0-13 0,0 0 0 0,0 0 0 15,0 0 96-15,0 0 17 0,0 0 3 0,0 0 1 16,0 0-41-16,0 0-8 0,0 0-1 0,0 0-1 16,0 0-12-16,0 0-2 0,0 0-1 0,0 0 0 15,17 7 1-15,-13-3 1 0,5 8 0 0,-5-1 0 16,-4 1-12-16,0 7-2 0,5 4-1 0,-5-3 0 15,13-1-15-15,-13 8-3 0,0 4-1 0,0 0 0 16,4 0-7-16,-4 3 0 0,0 1-1 0,0 0 0 16,4 0-11-16,-4-4 10 0,9-1-10 0,-5 1 10 15,-4 0-10-15,9-4 0 0,0 0 9 0,-9-4-9 16,4 1 0-16,0-1 0 0,5-4 0 0,-9-3 8 16,0 3-8-16,5-4 0 0,8 1 8 0,-13-9-8 15,0-7 12-15,0 12-3 0,0-12 0 0,0 0 0 16,0 0-1-16,0 0 0 0,0 0 0 0,0 0 0 15,0 0 2-15,0 0 0 0,0 0 0 0,0 0 0 0,0 0 6 16,0 0 2-16,0-8 0 0,0 1 0 0,0-1 1 0,0 0 0 16,-13 0 0-16,8-3 0 0,5 3-7 0,-13-3-2 15,9-5 0-15,4 5 0 0,-9-1-10 0,0 0 8 16,5 1-8-16,-9-1 8 0,9 1-8 0,-14-1 0 16,14 0 0-16,-9 1 0 0,-4-1 0 0,4 5 8 15,4-1-8-15,-8 4 0 0,12-4 0 0,-12 4 0 16,4 1 0-16,4-1 0 0,-8 4 24 0,8 4-1 15,-13 3 0-15,5-3 0 0,8 0-14 0,-8 4-9 16,0 3 12-16,-1 1-12 0,-4-1 9 0,5 5-9 16,4-5 0-16,4 5 9 0,-4-1-9 0,5 1 0 15,-5 3 0-15,8 0 0 0,-8 1 8 0,9-1-8 0,4 0 0 16,-9 4 8-16,9-3 16 0,-4-1 4 0,4-3 0 16,4 3 0-16,5-4-28 0,0 5 0 0,4-5 0 15,0 0 0-15,-5-3 0 0,10 0 0 0,8-1 0 0,0-3 0 16,-4 0 0-16,-1-4 0 0,14-8 0 0,-9 0 0 15,0 0 0-15,-4 0 0 0,0-8 0 0,-1 9 0 16,1-5 0-16,-5 0 0 0,1 0 0 0,-1 1 0 16,0-5 0-16,-12 8 0 0,-5 4 0 0,13-7 0 15,-13 7-46-15,0 0-14 16,0 0-4-16,0 0 0 16,0 0-136-16,0-4-27 0</inkml:trace>
  <inkml:trace contextRef="#ctx0" brushRef="#br1" timeOffset="-189559.543">11163 12775 1357 0,'-35'0'60'0,"22"0"12"0,13 0-57 0,0 0-15 16,0 0 0-16,-4-4 0 0,-9 0 14 0,13 4 0 15,0 0 0-15,0 0 0 0,0 0-14 0,0 0 0 16,17 0 8-16,-4-4-8 0,-13 4 10 0,0 0-1 16,4 4 0-16,9-4 0 0,9 4 27 0,0 0 6 0,-9 0 1 0,4 3 0 15,5-3-23-15,-5 4-5 16,1 0-1-16,-10-1 0 0,14 5-5 0,-5-1-1 16,1 5 0-16,-5-1 0 0,-9-3 8 0,9 7 2 15,9-3 0-15,-5 3 0 0,-12-4 6 0,8 1 0 16,8-5 1-16,-3 9 0 0,-1-9 0 0,5 5 0 0,-5-1 0 15,0 1 0-15,5-5 2 0,-4 5 0 0,-1-1 0 0,5-3 0 16,-1 7-2-16,1-4 0 0,-5 1 0 0,-4-1 0 16,9 5-13-16,-4-5-4 0,3 4 0 15,-3 1 0-15,-14-1-8 0,9 4 0 0,4 0 0 0,5-3 0 16,-18-1 8-16,9 0-8 0,9 4 12 0,4-3-4 16,0 7-8-16,-4-4 0 0,-5 0 0 0,9 4 0 15,5 0 15-15,-10 0-3 0,-3 0 0 0,-1 0 0 16,1 0 0-16,3 0-1 0,-3 4 0 0,3 0 0 15,-3 0-11-15,-1 0-16 0,5 4 4 0,-5-1 1 16,-8 5 19-16,4 0 3 0,4-1 1 0,1-3 0 16,-10 3-12-16,5 1 0 0,9 4-12 0,-5-5 12 0,1 1 0 15,-1 3 0-15,1 1 0 0,3-5 8 0,-3 9-8 0,-1-5 0 16,-13 4 0-16,14 1 0 0,-1-1 8 0,5 0-8 16,-9 1 12-16,-4-5-4 0,4 5-8 0,4-1 0 15,-8-4 9-15,4 1-9 0,-9-1 0 0,9 1 9 16,-4 3-9-16,4-3 0 0,-13 3 8 0,13-4-8 15,-9 5 0-15,13-1 0 0,-12 0 8 0,8-3-8 16,-9-1 0-16,-4 5 0 0,5-1 10 0,-5 4-10 16,0-7 8-16,8-1-8 0,-8 4 0 0,5-3 0 15,-10-1 0-15,5 5 0 0,-8-5 0 0,3 4 0 16,5-3 0-16,0-1 8 0,-17 5-8 0,12-5 0 16,5 1 9-16,-8-1-9 0,-1 1 0 0,5-1 8 15,-9-3-8-15,13-1 0 0,-5 1 0 0,-12 0 0 0,4 3 0 16,9-3 8-16,-1-1-8 0,-3 1 0 0,-10-1 0 0,1 1 8 15,8 0-8-15,-4-8 0 0,-4 3 0 16,8-3 0-16,-8 4 0 0,4-4 11 0,4 0-11 0,-8 0 12 16,-14-1-12-16,10-3 0 0,16 4 0 0,-8-4 0 15,-9 0 0-15,5 0 0 0,0 0 0 0,8 0 0 16,-8 0 9-16,4-3-9 0,-9-1 10 0,5 4-10 16,4 0 0-16,0 4 0 0,-18-8 0 0,9 0 0 15,1 4 0-15,3-4 0 0,-12 4 0 0,4-4 0 16,-5 5 0-16,5-5 0 0,5 0 8 0,-14 0-8 15,-4 0 18-15,8-4 1 0,10 1 0 0,-1 3 0 16,-13-4-19-16,9 1 0 0,-8-1 8 0,3 0-8 16,5 0 0-16,4-3-19 0,-12 3 4 0,-1 1 1 0,13-5 14 15,-8 4 0-15,-1 1 0 0,-3-5 0 16,-5 4 0-16,4 1 0 0,-4-5 0 0,0 4 0 0,0-3 14 16,-1-1-4-16,6 1-1 0,-5-1 0 0,-9-3-9 0,4-1 0 15,10 9 0-15,-5-5 0 0,0-3 0 0,-1 3 0 16,6 1 11-16,-5-1-11 0,4-3 15 0,-9-1-3 15,5 5-1-15,0-5 0 0,-8 5-11 0,7-5 0 16,-3 5 0-16,-5-5-11 0,5 1 11 0,4-1 0 16,0-3 0-16,0 4 8 0,0-1-8 0,4-3 9 15,-4 0-9-15,4-1 10 0,9-3-10 0,-9 4 0 16,-4-4 0-16,4 0 8 0,-4 0-8 0,0-1 0 16,4 1 0-16,-4 0 0 0,0 0 0 0,0 0 0 0,0 0 0 15,-4 0 0-15,4-1 8 0,-1 1-8 0,1 0 0 16,0-4 8-16,5 4-8 0,-5 0 0 0,-1-4 9 15,14 0-9-15,-21 0 0 0,3-4 8 0,5 4-8 0,-9-4 0 16,9 4 0-16,-4-4 0 0,4 0 0 16,-9 1 8-16,5-1-8 0,8-4 0 0,-9 4 0 0,5-4 0 15,5 1 0-15,-6 3 0 0,6 0 0 0,-5-4 8 16,0 1-8-16,-1-1 11 0,-3 0-11 0,8-3 12 16,-12 3-12-16,3-4 0 0,5-3 9 0,0 3-9 15,0-3 0-15,-9-1 0 0,9-3 0 0,4 4 0 16,-4-5 0-16,9 5 0 0,-5-4-9 0,-4-1 9 15,4 1 0-15,-4 0 0 0,-9-1 0 0,5-3 0 16,4 0 0-16,0 0 0 0,0 0 0 0,0 3 0 16,0-3 0-16,-5 0 0 0,5 0-10 0,9 0 10 15,-5 0-12-15,-4 3 3 0,4-3 1 0,5 0 0 0,-1-4 8 16,5 0 0-16,-13 4 0 0,13-4 0 0,-4 0 0 16,-1-4 0-16,-3 4 0 0,3-4-8 0,5 4 8 0,-9-4 0 15,9 4-9-15,-8 0 9 0,3-4-11 0,5 4 3 16,4-4 0-16,-8 4 0 0,8-4 8 0,-8 4-10 15,4-4 10-15,4 4-10 0,5-4 10 0,-5 4 0 16,-4 0 0-16,4 0 0 0,14 0 0 0,-23-4 0 0,14 4 0 0,-1-4 0 16,10-3 0-16,-23 3-8 15,10 0 8-15,3 0 0 0,1 0 0 0,0 0 0 16,4-4 0-16,-5 1 0 0,1 3 0 0,-1 0 8 16,-3 0-8-16,3 4 8 0,1-4-8 0,0 4 0 15,4-4 0-15,-5 4 0 0,10-4 0 0,-6 4 0 0,10-4 0 16,-9 1 0-16,4-1-10 0,5 0 0 0,-13 0 0 15,4 0 0-15,8 0 10 0,-3 0 0 0,3 0 0 16,-12-3 8-16,13 3-8 0,-1-4-8 0,-12 4 8 0,8-4-12 16,1 4 12-16,8 1 0 0,-14 3 0 0,14-4 0 15,-8 4 0-15,-1-4 0 0,5 4 8 0,-1-4-8 16,5 4 0-16,-13-4 0 0,9-4 0 0,4 4-8 16,-4 0 8-16,-5 0 0 0,5 1 0 0,-1-5 0 15,-3 4 0-15,8-4 0 0,0 4 8 0,-9 0-8 16,9-3 12-16,0 3-3 0,0 0 0 0,0 0 0 15,0 0-9-15,0 0-11 0,0 0 3 0,0-3 0 16,9 3 8-16,-9 0 0 0,8-4 0 0,-3 0 0 16,-5 1 0-16,4-1 0 0,5-4 0 0,-5 5 0 15,0-5 0-15,9 0 9 0,-13 5-1 0,5-1-8 16,-1 4 8-16,5-4-8 0,-1 4 0 0,1 0 0 16,-4 1 8-16,3-1-8 0,1 0 0 0,8 0 0 0,-12 0 0 15,12-4 0-15,0 4 0 0,-8 0 0 0,4-3 0 0,0 3 0 16,-9-4 10-16,14 4-10 0,4-4 0 0,-18 1 0 15,18 3 0-15,-9 0 0 0,4 0 0 0,0 0 0 16,1 4 11-16,3 0-11 0,-3 4 0 0,3-4 0 16,1 0 0-16,-4 0 0 0,3 0 0 0,-3 0 0 15,-1 0 0-15,5-4 0 0,-1 4 0 0,-3-4 0 16,4 0 0-16,4 0 0 0,-5 0 0 0,-3 4 8 16,-1-4-8-16,5 1 0 0,-1 2 0 0,10-2 0 15,-9 3 0-15,-1 0 0 0,1 3 0 0,8-3 0 16,-8 4 0-16,-5 4 0 0,10-4 0 0,3 3 0 0,-8-3 0 15,4 4 0-15,4-4 0 0,-8 0 0 16,13 3 0-16,-9 5 0 0,0-4 0 0,-5 3 0 16,5-3 0-16,5 0 0 0,-1 3 0 0,-4 1 11 0,0-5-11 15,5 5 10-15,8-4-10 0,-13 7 0 0,9-3 0 0,4-1 0 16,-9 1 0-16,0-5 0 0,5 5 0 0,-4-1 0 16,8 1 0-16,-5 0 0 0,-7-1 0 0,12 5 0 15,-5-1 0-15,1 0 0 0,-13 1 0 0,4 3 0 16,4-3 0-16,-8 3 0 0,13 0 0 0,-9 4 0 15,8-3 0-15,1-1 8 0,0 0-8 0,4 4 0 16,-4-4 0-16,4 1 0 0,-9-1 0 0,14 4 0 16,-14-4 0-16,9 1 0 0,-4 3 0 0,4-4 0 15,-9 4 0-15,9-3 0 0,-4 3 0 0,-4 0 0 16,-5 0 0-16,4 0 0 0,0 0 0 0,5 4 0 0,4 0 8 16,-4 0-8-16,-9 0 0 0,13 0 8 0,-4 0-8 15,0 0 0-15,4 0 0 0,0 4 0 0,-4 0 0 0,-1 0 8 16,-3-4-8-16,3 4 0 0,1 0 0 0,-9-4 0 15,5 3 0-15,3 1 0 0,-12-4 0 16,13 4 0-16,-9 0 8 0,9 0-8 0,-9 4 0 16,4-5 0-16,-4 1 0 0,5 0 0 0,3 0 0 15,-3 0 0-15,-5 0 0 0,-5 0 8 0,5 3-8 0,5-3 0 16,-5 4 0-16,4 0 0 0,-8-1 0 0,4 1 0 16,0 0 9-16,-4 0-9 0,0-1 0 0,-1 5 0 15,1-4 0-15,-5-1 8 0,1 1-8 0,3 0 0 16,-3-1 0-16,-1 1 8 0,-4 0-8 0,5 0 0 0,-1-1 0 15,5 1 0-15,-5-4 0 0,0 0 0 16,-4 0 0-16,5-4 0 0,-1 3 0 0,1-3-12 0,-5-3 2 16,4 3 0-1,5-4-38-15,-14 4-7 0,5-4-1 0,0 0-679 0,-8 0-135 0</inkml:trace>
  <inkml:trace contextRef="#ctx0" brushRef="#br1" timeOffset="-189010.086">10255 12435 1152 0,'0'0'102'0,"0"0"-82"15,0 0-20-15,0 0 0 0,0 0 96 0,0 0 16 16,0 0 2-16,0 0 1 0,4-4-79 0,9 4-16 15,-13 0-4-15,9 4 0 0,8 0 12 0,1-4 1 0,-1 4 1 0,1 0 0 16,3-1 1-16,1 5 0 16,0 0 0-16,8 0 0 0,-8-1-4 0,13 5-1 15,-14 3 0-15,14-3 0 0,-13-1-10 0,4 5-3 0,4-5 0 0,-4 5 0 16,0-1-5-16,0 1-8 0,5-1 11 0,-10 1-11 16,-3-1 11-16,4-3-11 0,-1 3 10 0,1-3-10 15,-9 3 25-15,4-3-1 0,1-5 0 0,-10 1 0 16,5 8 10-16,-13-9 2 0,0-7 0 0,9 8 0 15,0 4 2-15,-9-5 1 0,0 5 0 0,0 0 0 16,0-5 1-16,-9 5 1 0,0-4 0 0,5 3 0 16,-9 1-14-16,9-1-3 0,-9 1-1 0,0 0 0 15,0 3-9-15,-5-3-2 0,1-1 0 0,4 5 0 16,-4-5-4-16,8-3-8 0,-9 3 11 0,5-3-11 16,9 0 0-16,-13 0 0 0,12-5 0 0,-12 5 0 0,17-4 0 15,-13 0-19-15,9 0 3 0,-1 0 0 16,5-4-125-16,0 0-25 0,0 0-5 0</inkml:trace>
  <inkml:trace contextRef="#ctx0" brushRef="#br1" timeOffset="-187724.17">12969 13342 1332 0,'0'0'59'0,"0"0"12"0,0 0-57 0,0 0-14 0,0 0 0 0,0 0 0 0,9-8 41 0,-9 8 6 16,0-7 1-16,0 7 0 0,0-8-28 0,0 8-6 15,4-12-1-15,1 9 0 0,-5 3 12 0,8-8 3 16,-8 8 0-16,5-8 0 0,-5 8 30 16,0 0 6-16,0 0 2 0,0-8 0 15,0 8 3-15,0 0 1 0,0 0 0 0,-13-3 0 16,13 3-46-16,-5-4-8 0,1 0-3 0,-9 4 0 0,8 0 32 0,-12 4 7 16,13-4 0-16,-9 4 1 0,0-1-33 0,4 5-8 15,-4 0 0-15,4-4-1 0,-4 3-11 0,9 5 0 16,-9-4 0-16,9 3 0 0,-9 1 0 0,4 0 0 15,9-1 0-15,-9-3 0 0,0 3 0 0,9 1 0 0,0 0 0 0,-8-1 0 16,8 1 0-16,0-1 0 0,8 1 0 0,-8 3 0 16,9-3 0-16,0 3 0 0,0-3 0 15,4 3 0-15,-5 1 0 0,10-1 0 0,-5-3 0 16,4-1 0-16,0 1 0 0,5 0 0 0,-5 3 0 0,1-7 0 16,4 3 0-16,-5 1 0 0,0 0 0 0,1-1 0 15,-5 1 53-15,0-1 9 0,0 1 2 0,-5 3 0 16,5-3-52-16,-4 3-12 0,0 1 0 0,-9-1 0 15,4 1 0-15,-4-5 0 0,0 9 0 0,0-9 0 16,0 5 0-16,-4-1 0 0,4-3 0 0,-13-1 0 16,4 1 54-16,-8-5 8 0,4 1 2 0,-5-4 0 15,-3 4-64-15,-1-8-8 0,5 0-4 0,-5 0-1 16,4-8 13-16,-3 4 10 0,3-4-2 0,1 1 0 16,-5-5-8-16,9 1 0 0,-4 3 9 0,8-4-9 15,-4 1 0-15,9-1 8 0,-9 1-8 0,8-1 0 16,5 0 0-16,0 1 0 0,0 3 0 0,0-4 0 0,9 1-10 15,0-5-6-15,0 1-2 0,4 0 0 0,4-1 29 0,0-3 5 16,1-4 2-16,-5 0 0 0,13-1-34 0,-5 1-8 16,-3-4 0-16,4 4-1 0,-5-4 40 0,-8 8 8 15,8-1 1-15,-4 1 1 0,-4 4-39 0,-1 3-8 16,-3 0-2-16,-1 1 0 0,-4-5 24 0,0 9 12 16,0-5-2-16,0 8 0 0,-4-3-10 0,-1-1 0 15,-3 4 0-15,-1 0 0 0,-4 0 0 0,4 0 0 16,-8 4 11-16,4 0-11 0,-4 0 0 0,8 4-21 15,-9 0 3-15,5-4 1 16,5 4-37-16,-10 4-7 0,5-1-2 0,5 5 0 16,-10 0-160-16,10-5-32 0</inkml:trace>
  <inkml:trace contextRef="#ctx0" brushRef="#br1" timeOffset="-187444.256">13360 13597 2109 0,'0'0'46'0,"0"0"10"0,0 0 1 0,0 0 3 16,0 0-48-16,0 0-12 0,0 0 0 0,13 0 0 15,-13 0 47-15,0 0 6 0,0 0 2 0,0 0 0 0,0 0-30 0,4 12-5 16,1-5-2-16,-1 5 0 15,-4 0-8-15,0-1-2 0,0-3 0 0,0 3 0 0,-4-3-8 0,-1 4 8 16,5-5-8-16,0 5 8 16,-4-4-28-16,4-8-5 0,0 0-2 0,0 0 0 15,0 0-162-15,0 0-33 0</inkml:trace>
  <inkml:trace contextRef="#ctx0" brushRef="#br1" timeOffset="-186928.726">13638 13338 1209 0,'0'0'108'15,"0"-7"-87"-15,0 3-21 0,4-4 0 0,-4 0 157 0,0 1 27 0,5-1 6 0,-1 4 1 16,5-4-111-16,-9 8-23 0,0-4-4 16,0 4-1-16,0 0-30 0,0 0-6 0,0 0-2 0,0 0 0 15,0 0 15-15,0 0 3 0,0 12 1 0,-9 0 0 16,5 3 2-16,-1 0 0 0,1 5 0 0,-9-5 0 15,9 1-10-15,-10 3-1 0,10 4-1 0,0-4 0 16,-5-3-23-16,9-1-15 0,0-3 3 0,0 3 0 16,9-3 26-16,-5 0 6 0,-4-12 0 0,4 7 1 15,10 5-21-15,-10-8 0 0,9 0 0 0,-4 3 0 16,4-3 0-16,4 0 0 0,0 0 0 0,-4 0 8 16,5 0-8-16,-1-1 0 0,-4-3 0 0,5 4 0 15,3 0-14-15,-3 0-7 0,-1 0-2 0,5 0 0 16,-5 3 70-16,-8-3 13 0,8 4 4 0,0-4 0 15,-4 0-52-15,5 4-12 0,-9-1 0 0,4-3 0 16,-5 4-8-16,5 0-5 0,0-1-1 0,-4 1 0 0,4 0 14 0,-4-1 0 16,-1 1 12-16,1 0-12 0,0 0 11 0,-5 3-11 15,-4 1 10-15,4-1-10 0,-4-11 8 0,0 12-8 16,0-4 0-16,0 3 9 0,-4 1-9 0,4-4 0 16,-4 3 0-16,-5-3 0 0,0 3 0 0,-4-3 0 15,9 0 0-15,-13 0 0 0,-1 3 0 0,5-3 0 16,0-4 0-16,-4 3 0 0,-5-3 53 0,5 0 9 15,-14 0 2-15,14-4 0 16,8 0-103-16,-8 0-20 0,-5-4-4 0,5 4-1 0,0-4 52 0,-1 0 12 0,-4 1 0 0,5-5 0 16,0 4 0-16,-1 0 0 15,1 0 0-15,4-3 0 16,4 3-136-16,-4-4-24 0,5 0-4 0,-6 1-521 16,10-1-104-16</inkml:trace>
  <inkml:trace contextRef="#ctx0" brushRef="#br1" timeOffset="-186653.943">13668 13446 1209 0,'0'0'53'0,"0"0"12"0,0 0-52 0,0 0-13 15,-8-3 0-15,8 3 0 0,0 0 221 0,0 0 42 16,0 0 8-16,0 0 1 0,0 0-165 0,0 0-34 16,17-12-6-16,-13 8-2 0,14 0-21 0,-14 0-5 15,13 1-1-15,-4-1 0 0,5 0 3 0,-5 0 1 16,-13 4 0-16,26 0 0 0,-9-4-26 0,5 0-6 16,0 4-1-16,-5-4 0 15,5 1-97-15,8 3-19 0,-8 0-4 0,0 0-997 0</inkml:trace>
  <inkml:trace contextRef="#ctx0" brushRef="#br1" timeOffset="-186241.854">14454 13640 1926 0,'0'0'42'0,"0"0"9"0,0 0 1 0,0 0 3 0,0-8-44 0,0 8-11 0,0 0 0 0,0-8 0 15,-4 0 56-15,4 8 8 0,4-7 3 0,-4 3 0 16,-4-4-38-16,4 8-7 0,-9-8-2 0,5 4 0 15,0-3-2-15,-5 3-1 0,5 0 0 0,-1 0 0 0,-8 4 4 0,4 4 1 16,-8-4 0-16,0 4 0 16,4 4-10-16,-5-1-1 0,1 5-1 0,0-1 0 0,-5 5-10 0,13-1 0 15,-8 1 0-15,-1-1 0 0,1 8 0 0,4-3 0 16,4-1-9-16,-8 0 9 0,13 1 0 0,-9 7 0 16,8-8 0-16,5 4 0 0,0 0 0 0,0 0 0 15,5-7 0-15,8 3 0 0,-9-3-8 0,13-1 8 16,1-7-12-16,3-4 12 15,6-4-112-15,3-4-16 0,5 0-4 0</inkml:trace>
  <inkml:trace contextRef="#ctx0" brushRef="#br1" timeOffset="-185556.014">14628 13651 1724 0,'0'0'76'0,"0"0"16"0,0 0-73 0,0 0-19 0,4-8 0 0,-4 8 0 16,9-3 87-16,-9 3 13 0,0 0 4 0,0 0 0 16,0 0-64-16,0 0-12 0,0 0-2 0,0 0-1 15,0 0 31-15,0 0 7 0,0 11 1 0,4 1 0 16,1 3 0-16,-5 1 0 0,8-1 0 0,-8 4 0 16,0 1-52-16,0-1-12 0,-8 0 0 0,8 1 0 15,0 3 0-15,0-4 0 0,0 0 0 0,-5 1 0 16,10-5 0-16,-5 0 0 0,0 1 0 0,0-4 0 15,0-1 0-15,8-7 0 0,-8-4 0 0,0 0 0 16,0 0 0-16,0 0 0 0,0 0 0 0,5-8 0 0,-5-3 0 16,8-1 0-16,1-3 0 0,-9-1 0 15,9-3-14-15,-1 0-6 0,-3-5 0 0,8 5-1 16,-9-4 21-16,5 4-11 0,0-5 11 0,-1 5-8 0,5-4 8 16,-8 4 0-16,8-1 0 0,-5 5 0 0,5 3 0 0,5 1 0 15,-14 3 0-15,9 0 0 0,-9 4 0 0,-4 4 0 16,13 0 8-16,-13 0-8 0,0 12 21 0,9-4 0 15,4 7 0-15,-13 1 0 0,5-1-21 0,-1 4 0 16,5 1 0-16,-9-1 0 0,8 4 0 0,1 4 0 16,-9-4 0-16,0 1 0 0,0 3 0 0,0-4 0 15,0 4 0-15,0-4 0 0,0 0 0 0,0 0 0 16,0-3 0-16,0-5 0 0,0-3 0 0,0-1 0 16,0-11 0-16,0 0 0 0,0 0 0 0,0 0 0 0,4-4 0 15,9 0 0-15,-8-3 26 0,-1-1 1 0,9-4 0 0,-9-7 0 16,9 4-27-16,5-5 0 0,-10 1 0 15,10-4 0-15,-5 4 0 0,4-1 0 0,-8 1 0 0,13 0 0 16,-9 3 0-16,4-3-14 0,-17 3 5 16,9 5 1-16,-1 3 8 0,10 0-13 0,-10 1 5 0,5-1 8 15,5 4-10-15,-10 0 10 0,6 4 0 0,-6 0-9 16,5 0 9-16,0 0 0 0,-4 0 0 0,4 4 0 16,4 0 0-16,-8 0 0 0,4 0 0 0,4 3 0 15,-12 1 0-15,8 4 0 0,-5-1 9 0,1 5-9 16,0-1 18-16,4 5-3 0,-13-1-1 0,4 0 0 15,-4 0 2-15,5 5 0 0,3-1 0 0,-8 0 0 16,0 0-8-16,-8 0 0 0,8-3-8 0,-5-1 12 16,5-4-12-16,-4 1 0 0,4-5 0 0,0 1 0 15,0-12-39-15,0 0-4 0,0 0-1 0,0 0 0 16,0 0-177-16,0 0-36 0</inkml:trace>
  <inkml:trace contextRef="#ctx0" brushRef="#br1" timeOffset="-163237.915">17607 3285 1267 0,'0'0'56'0,"0"0"12"0,0 0-55 0,0 0-13 15,0 0 0-15,0 0 0 0,0 0 144 0,4-4 27 16,-4 4 5-16,5-4 0 0,-1-11-77 0,5 7-16 0,-5-4-3 0,0 5-1 16,-4-5 6-16,0 4 2 15,9-3 0-15,-5 3 0 0,-4-4-37 0,0 1-7 0,0-1-2 0,0 5 0 16,0-5 14-16,-4 4 2 0,-9-7 1 0,9 7 0 15,4 8-12-15,0-8-2 0,-18-3-1 0,14 7 0 16,-9-8-8-16,9 8-2 0,-9 1 0 0,8-5 0 16,-12 4-9-16,17 0-3 0,-18 4 0 0,14-4 0 15,-9 4-3-15,9 0-1 0,-14 4 0 0,14 0 0 16,-13 0-1-16,8 4-1 0,0-8 0 0,-4 7 0 16,5 5-5-16,-10-8-1 0,5 7 0 0,0 1 0 15,0 7-9-15,-4-7 0 0,-1 3 0 0,1 5-11 16,4-1 11-16,-4 12 0 0,4-16 0 0,-5 16 0 15,1-4 0-15,4 4 0 0,-5-8 0 0,10 8 0 16,8 0 0-16,-13 0 0 0,8 4 0 0,5-5 0 16,0 5 0-16,0-4 0 0,5 0 0 0,8 0 0 15,-5-4 0-15,6-4 0 0,3 8 0 0,5-12 0 16,-5 1 9-16,5-1 4 0,4-4 1 0,0 1 0 0,-5-5-14 0,1-3 0 16,0 0 0-16,8 0 0 0,-12-16-8 0,3 8-2 15,1-4 0-15,0 0 0 16,8 0-32-16,-8 0-6 0,-5 0-2 0,5 1 0 15,0 3-194-15,-5-4-38 0,22-4-8 0,-17 8-2 0</inkml:trace>
  <inkml:trace contextRef="#ctx0" brushRef="#br1" timeOffset="-162833.474">18250 3327 1461 0,'0'0'64'0,"0"0"15"0,0 0-63 0,0 0-16 0,0 0 0 0,0 0 0 16,0 0 117-16,0 0 21 0,0 0 4 0,0 0 1 0,0 0-23 0,0 0-5 15,0 0-1-15,0 0 0 16,0 0-33-16,0 0-6 0,0 0-2 0,0 0 0 0,4 8 1 0,5-8 0 16,4 0 0-16,0 0 0 0,-5 0-29 0,10 0-5 15,4 0-2-15,-5 0 0 0,0 0-25 0,1 0-5 16,3 0 0-16,10 0-8 0,-10-8 0 0,5 8 0 15,5-4 0-15,-9 4 0 16,-1-3-42-16,1 3-9 0,4-4-1 0,-4 4-1 16,-14 0-111-16,6 0-23 0,3 0-4 0,-13-8-897 15</inkml:trace>
  <inkml:trace contextRef="#ctx0" brushRef="#br1" timeOffset="-162529.082">18158 3540 2052 0,'0'0'91'0,"0"0"18"0,0 0-87 0,0 0-22 0,0 0 0 0,0 0 0 16,0 0 124-16,0 0 20 0,0 0 4 0,0 0 0 15,0 0-42-15,0 0-9 0,18 0-1 0,-14-4-1 16,9 0-35-16,-4 4-8 0,4-4 0 0,9 0-1 16,-5 8-18-16,0-4-3 0,5 0-1 0,4-4 0 15,5 4-12-15,-5 4-2 0,-9-8-1 0,5 4 0 16,4 0-14-16,0 0 0 0,9 0 0 0,-1-4 0 16,-8 4-76-16,5 0-12 0,-1-7-3 0,-4 3-821 15,-4 4-164-15</inkml:trace>
  <inkml:trace contextRef="#ctx0" brushRef="#br1" timeOffset="-162081.182">19387 3173 2084 0,'0'0'92'0,"0"0"20"0,0 0-90 0,0 0-22 0,0 0 0 0,0 0 0 16,5 0 92-16,-5 0 13 0,13 0 3 0,-5 4 1 15,5 0-30-15,-4-1-7 0,0 5 0 0,8 0-1 0,-12 3-33 0,8 1-6 16,-9 0-2-16,5 3 0 16,-1 1 0-16,1 3 0 0,4 0 0 0,-13 0 0 15,0 5-8-15,4 3-2 0,-4-4 0 0,0 8 0 16,-4-8-2-16,4-4-1 0,0-7 0 0,-13 7 0 16,9 20-1-16,-9 3 0 0,4-11 0 0,5-4 0 0,-9 4-5 15,-5-8-2-15,5 8 0 0,4-12 0 0,-8 1-9 16,13-13 10-16,-14 5-10 0,1-1 10 0,4-7-10 15,4 4 0-15,-4-8-12 0,9 0 12 16,-9-4-46-16,9 0-2 0,-9-7 0 0,8 7 0 16,1-8-135-16,4 5-27 0,0-9-6 15</inkml:trace>
  <inkml:trace contextRef="#ctx0" brushRef="#br1" timeOffset="-161690.525">19974 3157 691 0,'0'0'61'0,"0"0"-49"0,0 0-12 0,0 0 0 16,0 0 229-16,0 0 43 0,0 0 9 0,0 0 2 15,0 0-134-15,0 0-26 0,0 0-6 0,0 0-1 16,0 0-7-16,0 0-1 0,0 0-1 0,0 0 0 15,0 0-21-15,0 0-4 0,0 0-1 0,0 0 0 16,0 0-18-16,0 0-4 0,0 8-1 0,-9 0 0 16,5 3-20-16,-1 5-4 0,1-1-1 0,-5 5 0 15,5-5-10-15,0 12-3 0,-5-8 0 0,5 5 0 16,-1-1-6-16,5 4-2 0,0 0 0 0,-8 0 0 16,8 0-12-16,8 4 8 0,-3-8-8 0,-1 4 0 0,5 4 0 15,-1-4 0-15,5-4 0 0,5 4 0 0,-10-8 0 16,10 1 0-16,-1-5 0 0,0 4 0 0,1 1 0 15,-1-9-8-15,5 9 8 0,-5-17-10 0,1 5-8 0,-1 0-2 16,-8 0 0-16,8-8 0 16,-4-4-15-16,4 0-3 0,-12 4-1 0,12-12 0 15,-8 5-77-15,4-5-15 0,0 4-3 0,-9-3-680 16,1-9-136-16</inkml:trace>
  <inkml:trace contextRef="#ctx0" brushRef="#br1" timeOffset="-161247.488">19140 3223 633 0,'-9'0'56'0,"1"0"-44"0,8 0-12 0,0 8 0 16,0-16 331-16,-14 8 64 0,14 0 13 0,-4 0 2 0,4 0-251 0,-13 0-51 16,13 0-9-16,0 0-3 15,0 0-34-15,0 0-7 0,0 0-2 0,0 0 0 16,0 0 10-16,0 0 1 16,13-8 1-16,-13 8 0 0,0-4-10 0,4-7-3 0,10 7 0 0,3 0 0 0,-8-4-5 0,12 5-2 15,5-5 0-15,0 8 0 0,9 0-7 16,0-8-2-16,4 8 0 0,-4 0 0 0,8 0-20 0,-8 8-5 15,8-8-1-15,9 0 0 0,-8 0 5 0,8 4 1 16,-9-4 0-16,-4 4 0 0,9-4-16 0,-9 0 0 16,0 0 0-16,5 0 0 0,-9 0 16 0,-1 0 0 15,1 0 0-15,-9 0 0 16,9 0-38-16,-18 0-7 0,5-4-2 0,0 0 0 0,-5 4 31 0,-4 0 0 16,4 0 0-16,-8 0 0 0,4-8-24 0,4 4 0 15,-12 4 1-15,8 0 0 16,-9 0-20-16,1 0-4 0,-5 0-1 0,13 0 0 15,-13 0-150-15,4 0-30 0</inkml:trace>
  <inkml:trace contextRef="#ctx0" brushRef="#br1" timeOffset="-160797.761">21546 3223 288 0,'0'0'25'0,"0"0"-25"15,0 0 0-15,0 0 0 0,0 0 396 0,0 0 73 16,0 0 15-16,0 0 4 0,0 0-328 0,0 0-66 16,0 0-13-16,0 0-2 0,0 0-27 0,0 0-4 15,0 0-2-15,0 0 0 0,0 0-6 0,0 0 0 16,0 8-1-16,-13-4 0 0,-5 0 7 0,10 3 2 16,-10 5 0-16,5-1 0 0,-4 1-13 0,-5 3-3 15,0-3 0-15,1 3 0 0,-1 1-11 0,5-1-2 16,-5-3-1-16,4-1 0 0,-3 5-8 0,-5-1-2 15,0 5 0-15,4-1 0 0,-8-4-8 0,3 9 0 16,-7-5 0-16,3 0 8 0,5 1-8 0,5-1 0 16,-1 0 0-16,5-11 0 0,-1 3-23 0,1-3 3 15,4 4 1-15,8-12 0 16,1 4-31-16,4-4-6 0,0 0-2 0,0 0 0 16,0 0-173-16,4-4-34 0</inkml:trace>
  <inkml:trace contextRef="#ctx0" brushRef="#br1" timeOffset="-160480.142">20994 3262 1152 0,'0'0'102'0,"0"0"-82"0,4-8-20 0,-4 8 0 0,0-8 173 0,0 1 31 16,0 3 5-16,0 4 2 15,0-4-55-15,0 4-10 0,0 0-2 0,0 0-1 0,0 0-39 0,0-12-8 16,0 12-2-16,0 0 0 0,0 0-24 0,0 0-5 15,0 0-1-15,18 0 0 0,4 0-12 0,-9 4-2 16,-13-4-1-16,8 8 0 0,5 3-9 0,-4 1-3 16,0 3 0-16,8 5 0 0,5-1-9 0,-1 0-3 15,1 1 0-15,9-1 0 0,3 4-9 16,-12-4-3-16,4 1 0 0,4-1 0 0,-8 0-13 0,-4 1 0 16,3-1 8-16,1 0-8 0,8 1 0 0,-8 3 0 15,-5-4 0-15,1 0 0 0,-9-3-24 0,4 3 1 16,-5-11 1-16,1-1 0 15,-9-7-23-15,0 0-5 0,0 0-1 0,0 0 0 16,0 0-136-16,0 0-27 0,0 0-6 0</inkml:trace>
  <inkml:trace contextRef="#ctx0" brushRef="#br1" timeOffset="-159367.901">22410 2717 460 0,'0'0'41'16,"0"0"-33"-16,0 0-8 0,0 0 0 15,0 0 288-15,0 0 55 0,0 0 11 0,0 0 2 0,4-4-183 0,-4 4-37 16,0 0-7-16,0 0-1 15,9 0-42-15,-9 0-8 0,0 0-2 0,0 0 0 16,0 0-12-16,0 0-2 0,9 12-1 0,-9-4 0 16,0 3-13-16,0 9-2 0,0-9-1 0,4 16 0 0,9-7-17 0,-9 10-4 15,-4 5-1-15,-4 4 0 0,4 3-11 0,0 5-3 16,0-1 0-16,0-4 0 0,0 1-9 0,0 3 0 16,0-7 0-16,0-4 0 0,4 3 0 0,1-7 0 15,3-4 8-15,-8 4-8 0,0-4 0 0,0-4 0 16,5 4 9-16,-1 0-9 0,-4-11 0 0,4-1 0 15,5-3 0-15,-9-1 8 0,4 1-8 0,-4-4 0 16,0-8 0-16,0 0 8 0,13 3-8 0,-13-3 0 16,0 0 0-16,0 0 0 0,0 0 0 0,0 0 0 0,0 0 0 15,5-7-8-15,-5-9 8 0,0 5 0 16,0 3 10-16,0-8-10 0,-5 5 16 0,-3-5-2 16,3 5-1-16,5-8 0 0,-4 7 3 0,-5-3 0 0,5 3 0 15,0-3 0-15,8-1-5 0,-8 4-1 0,-1 1 0 16,-12-1 0-16,4 1 4 0,0 3 1 0,0-4 0 15,-5 5 0-15,5-5-1 0,-4 8 0 0,0 0 0 16,-1-3 0-16,1 3-6 0,8 0 0 16,-4 0-8-16,5 4 12 0,-10 0-3 0,5 0-1 0,-4 0 0 0,8 0 0 15,-8 4-8-15,-1 0 10 0,-12 7-10 0,8-11 10 16,5 8-10-16,-1 4 0 0,-3-8 0 0,3 11 0 16,1-11 0-16,4 11 0 0,-4-7 0 0,8 4 0 15,0 3 0-15,-4-3 0 0,9 7 0 0,4-7 0 16,-4 7 0-16,4-8 0 0,4 5 0 0,0-8 0 15,9 7 0-15,-8 0 0 0,8 5 0 0,8-5 0 16,-3 5 0-16,-1 3 0 0,9-4 0 0,5 0 0 0,-10-3 8 16,5-5-8-16,0 1 8 0,-13-4-8 0,18-1 0 0,-10-3 0 15,1 0 8-15,9 0-8 0,-10-4 0 0,1 0 0 16,0 0 0-16,4 0 8 0,-13-4-8 0,4 0 0 16,1 0 0-16,-1 0 0 0,-4 4-15 0,9-3 2 15,-9-1 0-15,-5-4 0 16,5 4-57-16,5 0-11 0,-14 0-3 0,14-3 0 15,-10 3-120-15,1 0-25 0</inkml:trace>
  <inkml:trace contextRef="#ctx0" brushRef="#br1" timeOffset="-143973.859">17142 5030 1659 0,'0'0'73'0,"0"0"16"0,0 0-71 0,0 0-18 0,0-12 0 0,0 8 0 16,0 4 100-16,0 0 17 0,0-3 3 0,0-9 1 15,0 12-25-15,0 0-4 0,0 0-2 0,0 0 0 16,-4-4-21-16,-5 0-4 0,1-3-1 0,3 3 0 16,-3 0-10-16,-1 0-2 0,0 0-1 0,1 0 0 15,-6 0-12-15,10 4-3 0,-13-3 0 0,4 6 0 16,0-3-10-16,-5 8-2 0,1-4-1 0,0 0 0 0,-1 0-12 15,5 3-3-15,-4 9 0 0,8-1 0 0,-8-3-8 0,-1 3 0 16,14 1 0-16,-13-1 8 0,-1 5-8 0,14-5 0 16,-13-3 0-16,8 7 0 0,5-4 0 0,-1 1 0 15,1-5 0-15,-5 5 0 0,9-5 0 0,0 1 0 16,0 0 0-16,0-12 0 0,13 11 0 0,-13-3 0 16,18 3 0-16,-10-3 0 0,1 4 0 0,8-1 0 15,-4-7 0-15,13 0 0 0,-4 8 0 0,0-9 0 16,8 5 0-16,-4 4 0 0,9-4 0 0,-13-1 8 15,-5 5-8-15,1-1 8 0,-1 1-8 0,5-4 8 16,-5 7-8-16,0 1 8 0,5-1-8 0,-13 0 0 16,4 1 0-16,0 3 0 0,-9-3 0 0,9-1 0 0,-8 1 0 15,-1-1 0-15,-4 0 20 0,4 1 3 16,-4-8 0-16,-4 7 0 0,0 0-11 0,4 1-1 0,-14-4-1 16,6-1 0-16,-5 5 6 0,0-1 0 0,4-7 1 15,-8 3 0-15,12 5-3 0,-12-5-1 0,0-3 0 16,-5-4 0-16,-4 4-2 0,4-1-1 0,0-7 0 0,1 0 0 15,-10 0-10-15,10-7 12 0,3-1-12 0,1 0 12 16,4-3-12-16,-5 3 8 0,1-15-8 0,0 3 8 16,12 5-8-16,-8 0 0 0,9-1-10 0,-5 1 10 15,1-1-17-15,8 1 2 0,0 7 1 0,0-7 0 16,0-1 14-16,0 1 0 0,4-1 0 0,0-3 0 16,9 3 0-16,0-3 0 0,-4 0 0 0,4 0 0 15,4-1-8-15,1 1 8 0,-5 0-13 0,17-1 5 16,-12 1 8-16,8 4 0 0,0-12 0 0,0 7 0 0,-5 5 0 15,-3-1 0-15,-5 1 0 0,-4 0 0 0,8-1 0 0,-4 4 0 16,-9 5 0-16,9-9 0 0,-8 12 8 0,-1-7-8 16,-4 3 10-16,0 0-10 0,9 1 18 0,-9 7-2 15,0 0-1-15,-9-8 0 0,0 0-24 0,9 4-5 16,-8-3-1-16,3 3 0 0,1 0 15 0,-9-4 0 16,4 4 0-16,-8 4 0 0,0-3 15 0,-1 3 5 15,1-4 2-15,-5 4 0 0,9 0-22 0,-4 0-15 16,-1 0 3-16,10 0 0 15,-10 4-18-15,1-4-3 0,4 3-1 0,4-3 0 16,-4 8-97-16,4-4-19 0,9-4-4 0,0 0-717 0,0 0-143 16</inkml:trace>
  <inkml:trace contextRef="#ctx0" brushRef="#br1" timeOffset="-143646.696">17551 5265 691 0,'0'0'30'0,"0"0"7"0,0 0-29 0,0 0-8 15,4 8 0-15,-4-8 0 0,4-4 329 0,1-3 65 16,-5 7 13-16,8-8 2 0,-8 8-231 0,0-4-46 15,0 4-10-15,0 0-2 0,0 0-41 0,0 0-9 16,0 0-2-16,0 0 0 0,0 0-20 16,0 0-5-16,0 0-1 0,5 12 0 0,-5-5-21 0,4 5-4 15,-8-4-1-15,4 3 0 0,0 5-7 0,0-5-1 16,4 5-8-16,-4-1 12 16,0-15-53-16,0 0-11 0,0 0-3 0,0 0 0 15,0 0-139-15,0 0-28 0</inkml:trace>
  <inkml:trace contextRef="#ctx0" brushRef="#br1" timeOffset="-143071.695">18128 4984 403 0,'0'0'17'0,"0"0"5"0,0 0-22 0,0 0 0 0,0 0 0 0,0 0 0 16,0 0 399-16,0 0 75 0,0 0 15 0,0 0 3 0,0 0-340 0,0 0-68 16,0 0-13-16,0 0-3 15,0 0-4-15,0 0 0 0,-4 11 0 0,-1 5 0 16,5-16 0-16,0 7 0 0,-8 5 0 0,3 3 0 0,1 5-16 0,-5-1-4 16,5-4-1-16,0 5 0 0,4-1-23 0,-5-4-4 15,-3 5 0-15,8-9-1 16,-5 5-15-16,5-5 11 0,0 5-11 0,5-8 10 15,3 3-10-15,-3 1 0 0,-1-5 0 0,9 1 0 0,-4-4 0 16,-1 0 0-16,14-4 0 0,-5 4 0 0,1-4 0 0,4 0 0 16,-5-4 0-16,5 0 0 0,4 0 0 15,4 4 0-15,5-4 0 0,-13 0 0 0,12 4 0 0,-16-3 0 16,-14 3 0-16,13 3 0 0,5-3 12 0,0 8-4 16,-5 4 0-16,1-1 0 0,-1-7-8 0,0 0 8 15,-12 8-8-15,12-5 8 0,-13 1-8 0,9 4 10 16,-4 3-10-16,0-3 10 0,-5-5-10 0,0 5 8 15,9 0-8-15,-13-1 8 0,0-11-8 0,0 16 8 16,0 3-8-16,0-8 8 0,0 1-8 0,0 0 10 16,-4 3-10-16,-5 1 10 0,5-5-10 0,0 5 12 15,-14-1-12-15,10-3 12 0,-1 3 0 0,-4-7 0 16,-4 3 0-16,4 1 0 0,0-1 0 0,-1 5 1 16,-3-4 0-16,4-1 0 0,-13-3-13 0,4-4 8 15,-4 0-8-15,0-1 0 0,5 1 0 0,-1-4 0 0,0 4 0 0,0-8 0 16,1 0 0-16,-5 1 0 0,4-5 0 0,5 4 0 15,-5-4 0-15,0 1 0 0,5-1 0 0,-5 4 0 32,5-8-45-32,-5 1-15 0,5 3-4 0,-5 0 0 0,4-3-51 15,1 3-10-15,0-4-3 0,12 1-716 0,-8-8-144 0</inkml:trace>
  <inkml:trace contextRef="#ctx0" brushRef="#br1" timeOffset="-142773.147">18028 5088 1958 0,'0'0'87'0,"0"0"17"0,0-4-83 0,0 4-21 16,-13 0 0-16,13 0 0 0,-4-8 107 0,4 8 17 15,0 0 3-15,0 0 1 0,0 0-52 0,0 0-9 16,0 0-3-16,4-4 0 0,-4 4 0 0,13-7 0 15,-4-5 0-15,0 8 0 0,8 0 22 0,-8 4 4 16,8 0 1-16,0 0 0 0,1 0-38 0,3-4-7 16,10 4-2-16,-9 0 0 0,-1 4-23 0,14-4-5 15,-13 4 0-15,12-4-1 0,1 4-15 0,-13-4 0 16,0 0 0-16,-5 0-10 16,9 0-47-16,4 0-10 0,-8-4-1 0,13 0-1 15,-18 0-118-15,5 1-23 0,0 3-5 0</inkml:trace>
  <inkml:trace contextRef="#ctx0" brushRef="#br1" timeOffset="-142428.598">19387 5211 1998 0,'0'0'88'0,"0"0"19"0,0 0-86 0,0 0-21 16,0 0 0-16,0 0 0 0,0 0 115 0,0 0 18 16,0 0 4-16,0 0 1 0,0 0-37 0,0 0-7 15,0 0-2-15,0 0 0 0,18 0-32 0,-14-3-8 16,13-1 0-16,1 0-1 0,-9 8-8 0,8 0-2 15,0-8 0-15,5 4 0 0,8 4-15 0,-12-4-3 16,3-4-1-16,1 4 0 0,0 0-13 0,0 0-9 16,-5 0 12-16,0 0-12 0,1 0-11 0,-1-4-9 15,0 4-1-15,-4 0-1 16,-4 4-117-16,4-8-23 0,-4 0-5 0,4 4-1077 0</inkml:trace>
  <inkml:trace contextRef="#ctx0" brushRef="#br1" timeOffset="-142174.135">19309 5408 2088 0,'0'0'92'0,"0"0"20"16,0 0-90-16,0 0-22 0,0 0 0 0,0 0 0 15,0 0 135-15,0 0 22 0,0 0 5 0,0 0 1 16,0 0-48-16,5 8-10 0,-1 4-1 0,9-9-1 15,4 5-44-15,-8-8-9 0,4 4-2 0,4 0 0 16,5 0-9-16,-5 0-3 0,5-4 0 0,9 0 0 16,-10-4-20-16,1 4-5 0,-5 0-1 15,5-4 0-15,0 0-28 0,0 0-6 0,4 4 0 0,-5-8-1 16,-3 5-209-16,12-9-42 0</inkml:trace>
  <inkml:trace contextRef="#ctx0" brushRef="#br1" timeOffset="-141528.513">20456 4949 403 0,'0'0'36'0,"0"-4"-36"16,-5 0 0-16,5 4 0 0,13-4 352 0,-13 4 64 15,0 0 13-15,0 0 3 0,0 0-244 0,0 0-48 16,0 0-9-16,0 0-3 0,0 0 0 0,18 4 0 16,-14 0 0-16,13 0 0 0,-8 7-102 0,4 1-26 15,0 3 0-15,-8 9 0 0,3-5 44 0,1 0 3 0,-5 8 1 16,1 4 0-16,3 0-23 0,-8 4-4 0,-8-12-1 0,8 8 0 15,-5-4-8-15,1 4-1 0,-9 0-1 0,9-8 0 16,-14 0-10-16,14 4 12 0,-14-8-12 16,5 1 12-16,5-1-12 0,-5 0 0 0,8-3 0 15,-3-5 0-15,-1-3-18 0,0 0-6 0,1-4 0 0,3-1-1 32,-8-3-80-32,13 0-16 0,-4-7-3 0,-9-1-1 0,13 8-123 15,0-8-25-15</inkml:trace>
  <inkml:trace contextRef="#ctx0" brushRef="#br1" timeOffset="-141170.343">20886 4937 1728 0,'0'0'76'0,"0"0"16"0,0 0-73 0,0 0-19 15,0 0 0-15,0 0 0 0,0 0 144 0,0 0 24 0,4-7 6 0,-4 7 1 16,0 0-75-16,0 0-16 0,0-8-2 0,0 8-1 16,0 0-13-16,0 0-4 15,0 0 0-15,0 0 0 0,0 0 0 0,0 0 0 16,-9 8 0-16,9 3 0 0,-13-3-51 0,9 7-13 16,4 1 0-16,-4-1 0 0,-5 4 54 0,4 1 8 15,1 3 2-15,-5 4 0 0,5-4-64 0,0 4-15 16,4 4-1-16,0-4-1 0,0 4 17 0,0 0 0 15,0 0 0-15,0 0 0 0,8-8 10 0,1 0 6 16,0 4 0-16,4-4 1 0,4-4-30 0,1 1-7 16,-1-1 0-16,5-4-1 0,-1 1 11 0,1-1 10 15,9-3-13-15,-10-4 5 16,-3-4-62-16,3-4-12 0,5-4-2 0,5 0-1 16,-10-4-107-16,-3 0-22 0,-1-3-4 0</inkml:trace>
  <inkml:trace contextRef="#ctx0" brushRef="#br1" timeOffset="-140757.668">20286 4957 1036 0,'-8'-4'92'0,"3"0"-73"16,-8-4-19-16,9 8 0 0,4 0 264 0,0-4 50 16,-13 0 10-16,9 1 1 0,4 3-185 0,0 0-38 15,-9 0-7-15,9 0-2 0,0 0-13 0,-4 3-4 16,4-3 0-16,-5 4 0 0,5-4-14 0,0 0-3 16,0 12-1-16,0-12 0 0,0 0-11 0,9 8-3 15,0-5 0-15,8 5 0 0,5-8-11 0,-1 8-2 0,10 0-1 0,-1-5 0 16,5-6-9-16,4-1-1 15,13 4-1-15,0-4 0 0,-4 0-19 0,4-4 0 16,-13 1-11-16,13-1 11 0,-8 4 0 0,-5 0 0 0,0 0 0 0,0 0 0 16,-4 1 0-16,-1-1 0 0,1-4 0 0,-13 4 0 15,4 0-25-15,0 4 1 0,-13-4 1 16,4 1 0 0,9-1-15-16,-4 0-3 0,-5 0-1 0,-8 0 0 15,9-4-15-15,-1 4-3 0,-4-3-1 0,4 7 0 0,-8-8-83 16,4 4-16-16,4 0-3 0,-8 0-956 0</inkml:trace>
  <inkml:trace contextRef="#ctx0" brushRef="#br1" timeOffset="-140384.752">22232 4891 1911 0,'0'0'84'0,"0"0"19"0,0 0-83 0,0 0-20 16,0 0 0-16,0 0 0 0,0 0 115 0,0 0 18 16,0 0 4-16,0 0 1 0,0 0-49 0,0 0-9 15,0 0-3-15,0 0 0 0,0 0-37 0,0 0-8 0,0 0-2 0,-5 8 0 16,1 3-10-16,-5-3-1 0,5 4-1 0,0-5 0 15,-1 5 2-15,-8-1 0 16,0 1 0-16,-4 3 0 0,8 1-2 0,-12 3 0 16,3-3 0-16,-12 3 0 0,8 0-10 0,0 1-8 0,-12-1 9 0,12 0-9 15,-9 0 0-15,5 1 0 0,-4-5 0 0,17-3 0 16,-4 3-16-16,-1-3 4 0,-3-1 1 0,-5 1 0 31,17 0-16-31,-9-1-3 0,1-3-1 0,0 7 0 16,4-11-33-16,4 4-6 0,-4 0-2 0,9-8-728 0,4 0-147 0</inkml:trace>
  <inkml:trace contextRef="#ctx0" brushRef="#br1" timeOffset="-140089.447">21741 4999 1850 0,'0'0'82'0,"0"0"17"0,0 0-79 0,0 0-20 15,0 0 0-15,0 0 0 0,0 0 97 0,0 0 16 16,0 0 3-16,0 0 1 0,0 0-23 0,0 0-5 16,0 0-1-16,9-4 0 0,8 4-22 0,-13 0-5 15,-4 0-1-15,0 0 0 0,0 0 3 0,9 4 0 16,4 0 0-16,0 4 0 0,5 11-20 0,3-8-4 16,1 9-1-16,0-1 0 0,-1 4-17 0,10 0-3 15,-9 4-1-15,-1-3 0 0,10-5-17 0,-10 4 0 16,-3 0 8-16,-1-3-8 0,5 3-8 0,0-8-6 15,-9 4-1-15,8-3 0 16,-3-1-47-16,-1-7-10 0,-8 4-1 0,4-5-1 16,-5 1-142-16,1-4-28 0</inkml:trace>
  <inkml:trace contextRef="#ctx0" brushRef="#br1" timeOffset="-139341.976">23018 4424 2070 0,'0'0'92'0,"0"0"18"0,0 0-88 0,0 0-22 15,0 0 0-15,0 0 0 0,0 0 92 0,0 0 13 16,0 0 3-16,0 0 1 0,0 0-27 0,0 0-6 16,8 0 0-16,1 0-1 0,8 4-35 0,-12 7-6 15,-5-11-2-15,9 8 0 0,-1 4-13 0,-3 7-3 16,12 0-1-16,-17 4 0 0,4 4 1 0,-4 8 1 16,0-4 0-16,9-4 0 15,-5 8-3-15,-4-4-1 0,9 7 0 0,-9 1 0 0,9-1-1 0,-9 1 0 16,0 0 0-16,4 11 0 0,-4 0-3 0,4-8-1 0,-4 1 0 0,0-8 0 15,0-1-8-15,9-10 8 16,-9-1-8-16,4 0 8 0,-4-4-8 0,0 1 0 16,5-9 0-16,3 5 8 0,-3-5-8 0,-5-11 0 0,0 0 9 15,0 0-9-15,0 0 0 0,0 0 0 0,-5 4 0 16,-3 0 0-16,8-4 0 0,0 0-10 0,0 0 10 0,0 0-10 16,0-4 10-16,-5 0 0 0,5 0 0 0,-4-11 0 15,-5 3 8-15,5 1-8 0,0-1 10 0,-5 4-10 16,0-3 9-16,5-1-9 0,-5 1 8 0,5-5-8 15,-9 5 9-15,4-1-9 0,-4 0 10 0,4-3-10 16,-8 3 11-16,0-3-11 0,4 0 12 0,8-1-12 16,1 8 11-16,-9 1-11 15,9-1 10-15,-14 0-10 0,1 0 9 0,4 1-9 0,4 3 8 0,-8-4-8 16,-1 0 0-16,-3 5 8 0,3-5-8 0,1 4 0 16,-5 4 0-16,5 0 8 0,0 4-8 0,-5 4 0 0,4-8 0 15,-3 7 8-15,3 9-8 0,1-5 0 0,4-3 0 0,-4 4 0 16,-5-1 0-16,5 5 0 0,-1 3 0 0,10-7 0 15,-10 3 0-15,1 0 0 0,12 5 0 16,-3-9 0-16,3 5 0 16,5-1 0-16,5 5 0 0,3-5 0 0,-8 0 0 0,9 1 8 0,4-1-8 0,5 5 12 15,-1-9-12-15,5 5 12 0,4-1-12 0,4 1 10 16,-8-9-10-16,12 1 10 0,1 0-10 0,4-4 8 16,-17-4-8-16,13 3 8 0,-14-3-8 0,14 4 0 15,-13-4 0-15,0-4 0 0,8 1 0 0,-8-1 0 16,-5 4-10-16,5-4 10 0,-5 0-22 0,5-4 2 15,-9 4 0-15,0 4 0 16,-4-3-58-16,-9 3-11 0,21-4-3 0,-16-4 0 16,-5 8-107-16,13-4-21 0</inkml:trace>
  <inkml:trace contextRef="#ctx0" brushRef="#br2" timeOffset="-101416.172">21676 6254 1836 0,'0'0'40'15,"0"0"9"-15,0 0 2 0,0 0 0 0,0 0-41 0,0 0-10 0,0 0 0 0,0 0 0 16,0 0 80-16,0 0 15 0,0 0 2 0,0 0 1 16,0 0-27-16,0 0-6 0,0 0-1 0,17 11 0 0,-8-3 0 0,4-4 0 15,4 0 0-15,-12 0 0 0,8 0 0 0,-5-4 0 16,10-4 0-16,-1 4 0 0,5 0-22 0,0 0-5 15,8 0-1-15,-13 0 0 0,9-4-17 0,0 4-4 16,-4-4-1-16,0 4 0 0,-5 4-14 0,1-4 8 16,-1 4-8-16,-8 0 0 0,4-1 0 0,-5-3 0 15,-8 0-11-15,13 4 11 16,-13-4-93-16,13 4-11 0,-13-4-3 0,0 0 0 16,0 0-99-16,0 0-20 0,0 0-4 0</inkml:trace>
  <inkml:trace contextRef="#ctx0" brushRef="#br2" timeOffset="-101110.755">21967 5984 1836 0,'0'0'81'0,"0"0"17"16,0 0-78-16,0 0-20 0,0 0 0 0,0 0 0 0,0 0 129 0,0 0 23 16,0 0 4-16,0 0 0 15,0 0-62-15,0 0-13 0,0 0-2 0,0 0-1 16,0 0-34-16,0 0-8 0,13 11 0 0,-13-3-1 16,0-8-15-16,4 11-2 0,1 1-1 0,3 0 0 15,-8-5-17-15,0 5 0 0,0-12 8 0,5 11-8 0,-5 1 0 0,0 0 0 16,0-12 0-16,0 11 0 15,0-3-97-15,0 4-20 0,0-12-4 0,-5 7-1034 16</inkml:trace>
  <inkml:trace contextRef="#ctx0" brushRef="#br2" timeOffset="-100782.037">21884 6651 2005 0,'0'0'88'0,"0"0"20"0,0 4-87 0,0-4-21 0,0 8 0 0,0-8 0 15,0 0 117-15,0 0 19 0,0 0 4 0,0 0 1 16,0 0-56-16,0 0-11 0,0 0-2 0,5 8-1 16,-5-8-38-16,4 11-7 0,-4-11-2 0,9 12 0 15,-9 3-14-15,0-7-10 0,0-8 12 0,0 12-12 16,-9 3 0-16,5-3 0 0,-1-1 0 0,-8-3 0 16,9 4-113-16,0-5-17 0,-9-3-3 0</inkml:trace>
  <inkml:trace contextRef="#ctx0" brushRef="#br2" timeOffset="-100267.699">20577 6034 1638 0,'0'0'72'0,"0"0"16"0,0 0-71 0,0 0-17 0,0 0 0 0,0 0 0 16,0 0 100-16,0 0 16 0,9 7 3 0,4 1 1 16,4-4-29-16,-12 8-6 0,8-5-1 0,-9 9 0 15,9-5-32-15,-9 5-6 0,1-1-2 0,8 5 0 0,-13-1-18 16,4 4-4-16,-4-4-1 0,4 1 0 0,-4 3-7 15,0-4-2-15,-4 4 0 0,0-3 0 16,4 3 42-16,-9 4 8 0,0-4 2 0,9-4 0 0,-13 1-52 0,5-1-12 16,-10 4 0-16,5-8 0 0,5 1 0 0,-10-1 0 15,10 1 0-15,-1-5 0 0,-8 1 0 0,12 0 0 16,-12 3 0-16,4-7 0 0,8-4 0 0,-8-1 0 16,9-3 0-16,4 0 0 15,0 0-135-15,0 0-29 0,0 0-7 0,0 0-937 0</inkml:trace>
  <inkml:trace contextRef="#ctx0" brushRef="#br2" timeOffset="-99927.983">20998 6099 1152 0,'0'-7'102'0,"0"7"-82"0,0 0-20 0,0 0 0 16,0-8 224-16,0 8 41 0,0 0 8 0,0 0 2 16,0 0-159-16,0 0-31 0,0 0-6 0,0 0-2 15,0 0-6-15,0 0-2 0,0 0 0 0,0 0 0 16,0 0-22-16,0 0-5 0,0 0-1 0,0 11 0 16,0 5-13-16,0-4-2 0,-4 7-1 0,4-4 0 0,0 8-5 0,-9 1 0 15,5 3-1-15,4 4 0 0,-4-1-11 0,4-3-8 16,0 4 9-16,0 0-9 0,0-4 0 0,0 0 0 15,8 0 0-15,1-4 0 0,-5-3 0 16,14 3 0-16,-1-8 0 0,-8 1 0 0,8-1-26 16,1-3 2-16,-1-1 0 0,0-3 0 15,5 0-35-15,0-4-6 0,-5-4-2 16,1 0 0-16,-1 0-165 0,0 0-32 0,-4-8-8 16,-8 4 0-16</inkml:trace>
  <inkml:trace contextRef="#ctx0" brushRef="#br2" timeOffset="-99527.254">20434 6099 1267 0,'-4'4'112'0,"4"-4"-89"0,0 0-23 0,0 0 0 15,0 0 200-15,0 0 36 0,0 0 8 0,0 0 0 16,0 0-119-16,0 0-24 0,-5 0-5 0,5 0 0 16,0 0-25-16,0 0-5 0,0 0-1 0,5-4 0 0,12-3-17 15,-8 7-4-15,4-4-1 0,4 0 0 16,0 0 17-16,5 0 3 0,0 0 1 0,0 4 0 0,8-4-52 0,-4 1-12 15,4-1 0-15,-8 4 0 0,13-4 54 16,-9 4 8-16,4-4 2 0,-4 4 0 0,5 0-64 0,4 0-23 16,-5-4 1-16,5 4 0 0,-1 0 22 0,1 0-9 15,-13 4 9-15,13-4 0 16,-5 0-36-16,0 0 0 0,5 0 0 0,-18 0 0 16,10 0-96-16,-10 4-19 0,5 0-4 0,-5 0-676 15,-4-4-135-15</inkml:trace>
  <inkml:trace contextRef="#ctx0" brushRef="#br2" timeOffset="-98507.174">20239 4926 921 0,'0'0'40'0,"0"0"10"0,0 0-40 0,0 0-10 16,0 0 0-16,0 0 0 0,0 0 174 0,0 0 33 16,0 0 6-16,0 0 2 0,4 4-171 0,9-4-33 15,-4 3-11-15,4 1 0 0,4 0 13 0,0 0-2 16,1 0-1-16,3 7 0 0,-12-3 10 0,8 4 3 15,1-1 0-15,4 9 0 0,8-1 7 0,-8 0 2 16,4 8 0-16,0 0 0 0,4 0-8 0,-4 4-2 16,0-4 0-16,9 8 0 0,-9-4-14 0,9 11-8 15,-5-11 8-15,1 8-8 0,-1 3 0 0,5-3 8 16,0 3-8-16,4 1 0 0,0-1 12 0,0 1-3 16,0-1 0-16,4 1 0 0,9-1-9 0,0 1 0 15,-12-5 0-15,3 5 0 0,5-16 0 0,-5 7 8 16,-8 1-8-16,4 0 8 0,0 0 9 0,-4-4 2 15,4 7 0-15,-4-3 0 0,-5-4 4 0,0 0 1 0,10 3 0 16,-6-3 0-16,-8-4-6 0,5 0-1 0,-1-3 0 0,1 3 0 16,3 0-9-16,-12-4-8 0,13-4 9 0,-14 0-9 15,1-3 9-15,-4-1-9 0,-1-3 8 0,0 3-8 16,1-3 9-16,-1-1-9 0,-13-3 10 0,14 0-10 16,-10 0 0-16,1-1 0 0,-5 1 0 0,9 0 0 15,-8-4-10-15,-5-4-8 0,0 0-2 0,0 0 0 16,0 7-121-16,0-7-25 0,0 0-5 0</inkml:trace>
  <inkml:trace contextRef="#ctx0" brushRef="#br2" timeOffset="-97923.921">22262 4930 1191 0,'0'0'52'0,"0"0"12"0,0 0-51 0,0-8-13 0,0-4 0 0,0 1 0 16,0 11 8-16,4-8-8 0,1 4 11 0,-5 4-11 16,0 0 52-16,0 0 3 0,0-12 1 0,0 12 0 15,0 0 8-15,0 0 1 16,0 0 1-16,0 0 0 0,0 0-10 0,-9 0-3 0,5 12 0 0,-9-12 0 16,0 8-15-16,4 0-3 0,-4-1-1 0,4 5 0 15,-4-1-14-15,-4 5-4 0,4 3 0 0,0 0 0 16,-4 5 0-16,-1-1-1 0,1 8 0 0,-14-4 0 0,10 4 5 0,-5-1 0 15,-5 1 1-15,5 4 0 16,-9 0 7-16,1 0 2 0,-1-1 0 0,5 5 0 16,-5 3-6-16,-4 1 0 0,0-1-1 0,-5 5 0 0,5 7-9 15,0-4-2-15,0 0 0 0,0 0 0 16,-5 0 1-16,5 1 0 0,-13-5 0 0,13 4 0 0,-13-7 11 16,9-1 3-16,-5 1 0 0,9 3 0 0,-5-4-6 15,5 1-1-15,-4-1 0 0,-1 5 0 0,5-9 12 0,9 1 3 16,-5 0 0-16,0-5 0 0,5-3-3 0,0 0-1 15,4-8 0-15,0 4 0 0,4 0-31 0,0-4 0 16,-4-3 0-16,4-1 0 0,5-4 0 0,8 1 0 16,-8-5 0-16,4 1 0 0,4-4 0 0,9-4 0 15,0-4 0-15,0 0 0 16,0 0-86-16,0 0-17 0,0 0-3 0,9-12-669 16,4-7-133-16</inkml:trace>
  <inkml:trace contextRef="#ctx0" brushRef="#br2" timeOffset="-95888.316">16799 6246 262 0,'0'0'12'0,"0"0"2"0</inkml:trace>
  <inkml:trace contextRef="#ctx0" brushRef="#br2" timeOffset="-94884.019">16634 6173 403 0,'0'4'36'0,"0"-1"-36"16,0-3 0-16,0 0 0 0,0 0 224 0,0 0 37 0,0 0 8 0,9 0 2 15,-9 0-175-15,4 0-36 0,-4 4-6 0,5 0-2 16,-5-4-4-16,0 0-2 0,0 0 0 0,0 0 0 16,4 0 7-16,5 0 2 0,-9 0 0 0,0 0 0 0,0 0 9 0,4 0 1 15,9 0 1-15,-9 4 0 16,1-4-8-16,8 0-2 0,-9 0 0 0,9 4 0 16,-4-4-8-16,4 0-3 0,-5 0 0 0,6 0 0 15,-1-4-25-15,4 4-6 0,-8-4-1 0,4 4 0 0,4-4 21 16,5 4 4-16,-5-4 1 0,0 1 0 0,5 3-39 15,0-4 0-15,8 0-9 0,-8 4 9 16,13 0 0-16,-14 0 0 0,-3 0 9 0,-5-4-1 0,13 0-8 0,0 0 8 16,4 4-8-16,1-4 8 0,-1 4 0 0,5-3 0 15,-9-1 0-15,4 0 0 0,-4 4 3 0,5 0 1 16,-10 0 0-16,1-4 0 0,0 4 1 0,-5 0 1 16,5 0 0-16,-5 0 0 0,5 0-3 0,4 0-1 15,-4 0 0-15,-5-4 0 0,5 4-10 0,13-4 8 16,-14 4-8-16,14 0 8 0,-13 0 2 0,4 0 0 15,4-4 0-15,-8 4 0 0,8 0-10 0,-8 0 0 16,0 0 0-16,4 0 0 0,0 4 0 0,-4-4 0 0,-5 0 8 16,5 0-8-16,-5 0 8 0,5 0 0 15,-5-4 0-15,1 4 0 0,3 4-8 0,-3-4 0 0,-1 0 0 16,9 0 0-16,-4 0 0 0,4 0 0 16,-4 0 0-16,-5 0 0 0,5 4 0 0,-1-4 0 0,1 4 0 15,0-4 0-15,4 4 0 0,-4 0 0 0,4-4 0 0,0 0 0 16,-13 0 0-16,0 4 0 0,8-4 0 0,-3 0 8 15,3 0-8-15,6 0 12 0,-14 0-12 0,4 0 12 16,0 0-12-16,5 0 0 0,-5 0 9 0,1-4-9 16,-5 4 0-16,4 0 9 0,1 0-9 0,-5 4 0 15,0-4 8-15,0 0-8 0,4 0 0 0,-13 0 0 16,14 0 0-16,-14 3 0 0,13-3 0 0,-12 0 0 16,8 0 0-16,-9 0 0 0,9-3 0 0,-13 3 0 15,9 0 0-15,4 0 0 0,-9 0 0 0,9 3 0 0,-8-6 0 16,8 3 0-16,-9 0 0 0,9 0 0 15,-9 0 10-15,1 3-10 0,8 1 8 0,-13-4-8 0,0-4 8 0,8 4-8 16,-8 0 0-16,9 0 8 0,-9 0-8 0,0 0 10 16,0 0-10-16,9-3 10 0,-9 3-10 0,0 0 8 15,0 0-8-15,0 0 8 0,0 0-8 0,0 0 0 16,0 0 0-16,0 0 0 0,0 0 0 0,0 0 0 16,0 0-9-16,0 0 9 15,0 0-28-15,0 0 0 0,0 0 1 0,0 0 0 16,0 0-138-16,0 0-28 0,0 0-6 0,0 0-1 0</inkml:trace>
  <inkml:trace contextRef="#ctx0" brushRef="#br2" timeOffset="-94198.818">17451 6551 1792 0,'0'0'40'0,"0"0"8"0,0 0 1 0,0 0 1 0,0 0-40 0,0 0-10 0,0 0 0 0,0 0 0 16,0 0 58-16,0 0 10 0,0 0 1 0,0 0 1 15,8 0 4-15,-8 0 1 0,5 4 0 0,-5-4 0 16,13 8-11-16,-9-1-3 0,13 1 0 0,-17 0 0 16,5 3-11-16,-1 1-2 0,5 3-1 0,-9 1 0 15,4-5-6-15,-4 5-1 0,0-1 0 0,0 5 0 0,0-1-8 0,0 0-3 16,-4 8 0-16,4-7 0 0,0-1-13 0,-9 4-2 16,0 0-1-16,9 0 0 15,-4 1-13-15,-9-5 8 0,9 4-8 0,-5-4 0 16,5 1 8-16,-1-5-8 0,-3 1 0 0,-1-1 0 0,9-7 0 15,-13-1 0-15,9 1 0 0,-1 0 0 16,-3 0-18-16,3-5-6 0,5-3-2 16,0 0 0-16,-4 4-89 0,4-4-17 0,0 0-4 0,-13 0-647 15,13 0-129-15</inkml:trace>
  <inkml:trace contextRef="#ctx0" brushRef="#br2" timeOffset="-93774.234">17933 6474 1728 0,'0'0'76'0,"0"0"16"0,0 0-73 0,0 0-19 0,0 0 0 0,0 0 0 15,0 0 106-15,0 0 18 0,0 0 3 0,0 0 1 16,0 0-52-16,0 0-9 0,0 0-3 0,0 0 0 16,0 0 0-16,0 0 0 0,0 8 0 0,0 3 0 15,-5-3 0-15,5 0 0 0,-8 3 0 0,3 1 0 16,5-5-51-16,0 5-13 0,-13-4 0 0,9 3 0 16,0 5 0-16,4-5 0 0,0 5 0 0,0-1 0 15,0 5 36-15,0-1 5 0,0 4 1 0,0 0 0 16,0 0-27-16,4 1-6 0,0 3-1 0,9 3 0 15,-13-6-8-15,13-1 0 0,-8 0 9 0,-1 0-9 16,9 4 0-16,-9-4 0 0,14 0 0 0,-10-3 0 16,5-5 0-16,0 1 0 0,-4 3 0 0,4-7 0 15,5-5 0-15,-10 5 0 0,1-4 0 0,8 3 0 16,-12-11-16-16,3 4 3 0,1-4 0 0,0 0 0 16,-1 0-31-16,1-4-7 0,0 4-1 0,-5-4 0 15,-4 4-139-15,4-4-28 0,-4 4-5 0</inkml:trace>
  <inkml:trace contextRef="#ctx0" brushRef="#br2" timeOffset="-93231.45">17116 6570 1152 0,'5'-3'102'0,"-5"3"-82"0,0 0-20 0,0 0 0 0,0 0 128 0,0 0 22 15,0 0 4-15,0 0 1 0,0 0-83 0,0 0-16 16,0 0-3-16,0 0-1 16,0 0-6-16,0 0-2 0,0 0 0 0,0 0 0 0,0 0 12 15,0 0 1-15,0 0 1 0,0 0 0 0,0 0-12 0,0 0-2 16,0 0-1-16,17-4 0 0,0 0 17 0,1 4 3 16,-5-4 1-16,4 4 0 0,14-4 0 0,-10 4 0 15,14 4 0-15,-9-4 0 0,9-4-52 16,-1 4-12-16,1 0 0 0,4 0 0 0,-4-4 0 0,8 8 0 15,1-4 0-15,8 0 0 0,0 0 54 0,-8 0 8 16,8 0 2-16,-9 0 0 0,5 0-52 0,-5 0-12 16,-8 0 0-16,4 0 0 0,-13 0 0 0,5 0 0 15,-10 0 0-15,-3 4 0 0,3 0 0 0,-3-4 0 16,-1 4 0-16,-8 0 0 0,4-4 0 0,4 0 0 0,-4 0 0 16,-8 0 0-16,-5 0 0 0,0 0 0 0,17-4 0 15,-13 4 0-15,-4 0 0 0,0 0 0 0,18-4 0 16,-18 4 0-1,0 0-43-15,0 0-11 0,0 0-2 0,0 0-1 16,0 0-101-16,0 0-20 0,0 0-4 0,0 0-926 0</inkml:trace>
  <inkml:trace contextRef="#ctx0" brushRef="#br2" timeOffset="-85526.7">17277 8547 1958 0,'0'0'43'0,"0"0"9"0,0 0 1 0,0 0 3 0,0 0-45 0,0-8-11 16,0 8 0-16,0 0 0 0,0-3 74 0,0 3 13 16,0-8 2-16,0 8 1 0,0 0-57 0,0 0-11 15,-4-8-2-15,-9 8-1 0,8 0 0 0,-8 0 0 16,5 0 0-16,-10 0 0 0,1 8 16 0,4-4 3 16,0 0 1-16,-5-1 0 0,1 5-11 0,4 8-3 15,-4-5 0-15,-1 1 0 0,1 3-17 0,4 1-8 16,-5 3 0-16,1-4 8 0,0 9-8 0,-1-5 0 15,5 4 0-15,5 0 0 0,8-4 0 0,-13 1 0 0,8 3 9 0,5-8-1 16,0 5-8-16,13-5-10 0,-8 4 10 0,3-3-13 16,5-1 13-16,5-3 0 0,-1-1 0 0,5 1 0 15,-1-4 0-15,10-4 0 0,-9 3 0 0,-5-3 0 16,5 4 0-16,4-4 0 0,0 4 0 0,4-1 0 16,-4 1 48-16,-4 0 13 0,0-1 3 0,-5 1 0 15,0 4-52-15,1 3-12 0,-1-7 0 16,-8 7 0-16,4-3 0 0,-9-1 0 0,9 1 0 0,-13 4 0 15,5-5 0-15,8 5 0 0,-13-1 0 0,0 0 0 16,0-3 38-16,-9 0 5 0,5 3 1 0,-1-3 0 16,-3 3-27-16,-1 4-5 0,-9-3 0 0,5-1-1 15,-8-3-2-15,-1-1 0 0,-8 1 0 0,4-4 0 16,-9-4-9-16,9 3 0 0,0 1 0 0,0-8 0 0,-5-4 0 16,1 0 0-16,4 0 0 0,0 1 0 0,4-5 0 15,5 0 0-15,-5 0 0 0,5 1 0 0,-1-1 13 0,1 0 1 16,13 1 0-16,-10-5 0 0,10 0-14 0,4 5 0 15,0-5-12-15,0-3 12 0,0-1-16 0,9-3 3 16,4 3 1-16,4-3 0 0,5-8 1 0,0 0 1 16,8 0 0-16,-8-4 0 0,4 4 10 0,0-4 0 15,-4 4 0-15,4 0-8 0,0 0 8 0,-5 0 0 16,5 4 0-16,-4 0 0 0,-4 0 13 0,-1 3 2 16,5 1 0-16,-5 0 0 0,-4 3-15 0,4 1 0 15,-12 3 0-15,8 1 0 0,-13-1 0 0,8 1 0 16,-8-1 0-16,0 4 0 0,0 0 0 0,0 1 0 15,-4-1 0-15,0 0 0 0,-5 1 24 0,0-1 1 16,-4-4 1-16,5 5 0 0,-10-1-16 0,10 4-10 0,-5-8 12 16,-5 9-12-16,1-1 0 0,0 0 0 0,-5 0 0 0,-4 4 0 15,17 0 0-15,-8 4-16 0,-1-4 5 0,1 4 1 32,8 0-15-32,-8 3-3 0,0 1-1 0,8 0 0 0,9-8-175 15,-5 11-34-15,5-3-7 0,5 4-2 0</inkml:trace>
  <inkml:trace contextRef="#ctx0" brushRef="#br2" timeOffset="-85205.035">17898 8806 345 0,'0'8'31'0,"0"-8"-31"16,0 0 0-16,0 0 0 0,0 0 361 0,13-4 67 16,-9 4 12-16,-4-4 4 0,0 4-306 0,13 0-61 15,-8 0-12-15,-5 0-2 0,0 0 5 0,0 0 2 16,0 0 0-16,0 0 0 0,0 0-5 0,4 0-1 16,-4 0 0-16,4 4 0 0,-4-4 0 0,0 0 0 15,0 0 0-15,0 0 0 0,0 11-51 0,0 1-13 16,0-1 0-16,-4 1 0 0,0 3 0 0,4-3 0 0,-5 0 0 15,-3-1 0-15,8 5 0 0,-5-1 0 0,5-3 0 0,0-1 0 32,-4 1-172-32,4-12-36 0,0 0-8 0,0 0-846 0</inkml:trace>
  <inkml:trace contextRef="#ctx0" brushRef="#br2" timeOffset="-84666.587">18376 8578 2188 0,'0'0'97'0,"0"0"20"15,8-4-93-15,-3-4-24 0,-1 5 0 0,-4 3 0 16,13-4 56-16,-13 4 6 0,0 0 2 0,0 0 0 0,4-4 0 0,-4 4 0 16,0 0 0-16,0 0 0 0,0 0-14 0,0 0-2 15,0 0-1-15,-4 11 0 0,4 1-24 0,-4 0-5 16,-9-1-1-16,8 5 0 0,-8 3-17 0,9-4 0 15,-9 5 0-15,9-1 0 0,-9 0 30 0,4 1 2 16,9-5 1-16,-9 4 0 16,9 1-53-16,0-5-10 0,0 1-2 15,9-5-1-15,-5-3 49 0,1 3 11 0,8-3 1 0,4 0 1 16,0-8-46-16,5 4-10 0,-13-4-1 0,17 0-1 16,-5 0 29-16,-3 0 0 0,8 4 0 0,4-4 0 0,-8-4 0 0,4 4 0 15,0 7 0-15,-4-7 0 0,-5 0 45 0,5 4 15 16,-5 4 4-16,-8 0 0 0,4-8-52 0,4 7-12 15,-8 5 0-15,0-4 0 0,-1 3 0 0,1 1 0 16,-5 3 0-16,9-3 0 0,-8 3 0 0,-5 1 0 0,8-1 0 16,-8 1 0-16,9 3 0 0,-9-4 0 0,5 1 0 0,-5 3 0 15,0-7 0-15,0 7 0 0,0-7 0 0,0 3 0 16,-5-3 0-16,5-1 0 0,-9 1 0 0,5-1 0 16,0 5 0-16,-1-5 0 0,-8 1 0 0,-4 0 0 15,4-1 0-15,0 1 0 0,-13-1 0 0,0-3 0 16,4 0 0-16,-13 0 0 0,1-5 0 0,8 1 0 15,-9 0 35-15,13-4 4 0,-13-4 1 0,14 4 0 16,-14-4-40-16,5 1 0 0,4-5 0 0,4 0-12 16,-4 0-7-16,4-3-1 0,0 3-1 0,14 0 0 15,-10-3 6-15,1-1 2 0,4 1 0 0,4-1 0 16,-4 0-143-16,0 1-29 0,4-1-6 0,9 1-615 16,-8-9-123-16</inkml:trace>
  <inkml:trace contextRef="#ctx0" brushRef="#br2" timeOffset="-84341.494">18271 8609 460 0,'0'0'20'0,"0"0"5"0,0 0-25 0,0 0 0 15,0-8 0-15,0 8 0 0,0 0 402 0,0 0 75 16,0 0 15-16,0 0 4 0,0 0-326 0,0 0-65 15,0 0-13-15,0 0-2 0,0 0-17 0,9-4-3 16,4 4-1-16,4 0 0 0,1 0-2 0,-1 4-1 16,5 0 0-16,0 0 0 0,-1-4-20 0,1 4-4 0,8 0-1 0,10-4 0 15,-14 0-21-15,8 0-5 16,1 0-1-16,0 0 0 0,-13-4-14 0,4 0 0 16,0 4 0-16,-9 0 0 0,5 0 0 0,-14-4-16 15,10 4 1-15,-5 0 1 16,-5 4-16-16,6 0-3 0,-10 0-1 0,9-4 0 15,-13 0-18-15,0 0-3 0,4 3-1 0,-4-3 0 16,13 4-108-16,-13 4-23 0,9-4-4 0,0-4-1 16,-5 4-13-16,9 0-3 0,0-4-1 0,-4 0 0 0</inkml:trace>
  <inkml:trace contextRef="#ctx0" brushRef="#br2" timeOffset="-83607.206">16552 9721 1728 0,'0'0'76'0,"0"0"16"0,0 0-73 0,0 0-19 0,0 0 0 0,17 0 0 16,-13-4 55-16,9 0 7 0,-13 4 2 0,5 0 0 0,3-4 12 0,6 4 2 15,3-4 1-15,-13 0 0 0,9 4-39 0,-4 0-7 16,0 0-1-16,8 0-1 15,-8 0 17-15,4-3 4 0,4 3 1 0,-8-4 0 0,4 4-19 0,4-4-4 16,1 4-1-16,-1 0 0 0,-4-4 18 0,4 0 3 16,9 8 1-16,-4-8 0 0,13 0-19 0,-9-3-3 15,9 7-1-15,4 0 0 0,-13-4-9 0,8 0-3 16,6 4 0-16,7-8 0 0,-8 8-7 0,5-4-1 16,-5 4-8-16,9-4 12 0,-9 1-12 0,0-1 0 15,4 0 0-15,5 0 0 0,-5 0 8 0,1 0-8 16,12 4 0-16,-4-4 0 0,1-3 0 0,-6-1 0 15,10 4 0-15,-5 0 0 0,0 4 0 0,-9-4 0 16,1 1 0-16,4-1 0 0,-14 0 0 0,5 4 0 16,1-4 0-16,-1 4 0 0,-5-4 8 0,5 4-8 15,1 0 0-15,-6-4 0 0,-3 4 23 0,-5 4-2 0,4 0 0 16,1-4 0-16,3-8-21 0,-8 8-20 0,5 4 4 0,-10 0 1 16,1-4 15-16,0 0 0 0,-5 0 0 0,-4 4 0 15,5-4 0-15,-10 0 0 0,5 4 0 0,-13-4 0 31,0 0-40-31,5-4-8 0,-5 4-1 0,0 0-1 16,0 0-11-16,0 0-3 0,0 0 0 0,0 0-751 0,0 0-150 0</inkml:trace>
  <inkml:trace contextRef="#ctx0" brushRef="#br2" timeOffset="-83173.812">17316 10122 1324 0,'13'0'118'0,"-9"0"-94"0,9 0-24 0,-13 4 0 16,9 0 183-16,0 0 32 16,-1 0 6-16,5 0 2 0,-4 3-114 0,0 1-22 15,-5 0-5-15,9 3-1 0,-8 5-22 0,8-5-5 16,-9 5-1-16,-4 3 0 0,4 0-21 0,1 5-5 0,3-5-1 0,-8 0 0 16,0 1-7-16,0-1-2 0,0 4 0 0,-8-4 0 15,8 1 12-15,-5-1 3 0,1 0 0 0,0 1 0 16,-9-1-32-16,8 4 0 0,-12-4 0 0,4 4 0 15,4-3 0-15,-8-1 0 0,-1 4 0 0,-3-3 0 16,3-9 0-16,1 5 0 0,0-5 0 0,-5 1 0 16,5-5 0-16,-5 5 0 0,4-4 0 0,1-1 0 15,-5-3 0-15,14 0 0 0,-1 0 0 0,9-4 0 16,-9-4-118-16,9 4-30 0,0 0-5 0,-4-4-972 16</inkml:trace>
  <inkml:trace contextRef="#ctx0" brushRef="#br2" timeOffset="-82812.354">17859 10057 1728 0,'0'0'76'0,"0"0"16"0,0 0-73 0,0 0-19 15,0 0 0-15,0 0 0 0,0 0 97 0,0 0 16 16,0 0 3-16,0 0 1 0,0 0-33 0,0 0-8 0,0 0 0 0,0 7-1 16,-5 1-9-16,-3 4-2 15,3-1 0-15,1 5 0 0,4-5 0 0,-9 1 0 16,1-1 0-16,3 5 0 0,-3 7-51 0,3-4-13 16,1 5 0-16,4 3 0 0,0 0 54 0,0 0 8 0,0 4 2 0,0-4 0 15,-9 0-52-15,9 3-12 0,9 1 0 0,-5-4 0 16,9-3 0-16,-8 3 0 0,12 0 0 0,5 0 0 15,-5-8 0-15,5 0 0 0,0 1 0 0,8-1 0 16,-8-4-13-16,-1-3-6 0,-3-4-1 0,-1-1 0 16,1-3-29-1,-1 0-7-15,5-4 0 0,-18 4-1 0,9-8-149 0,-4 0-30 0,-1-4-5 16,-3 5-2-16</inkml:trace>
  <inkml:trace contextRef="#ctx0" brushRef="#br2" timeOffset="-82362.801">17099 10211 403 0,'0'0'17'0,"0"0"5"0,-9-4-22 0,9 4 0 15,-8-4 0-15,8 4 0 0,0-7 400 0,0 7 76 0,0 0 16 0,0 0 2 16,-9-8-335-16,18 4-67 0,-9-4-14 0,8 5-2 16,1-1-25-16,0 4-5 0,-1-4-1 0,1 0 0 15,4 0 23-15,9 4 4 0,4 0 0 0,4 0 1 16,5 0-58-16,-9-4-15 0,9 0 0 0,-1 4 0 15,5-4 54-15,-4 4 8 0,4 0 2 0,0-3 0 16,5-1-28-16,8 0-4 0,0 0-2 0,-13 0 0 16,5 0-21-16,-1 0-9 0,5 1 8 0,-9-1-8 15,0-4-22 1,0 4-10-16,-4 0-1 0,-1 0-1 0,-12 4 34 0,4-3 0 0,0-1 0 0,-4 0 0 16,-5 0 0-16,1 0 0 0,3 4 0 0,-12 4 0 15,4-8 12-15,5 0 8 0,-14 4 3 0,9-4 0 16,-9 4-83-16,14-3-17 0,-14 3-3 0,5-4-1 15,-9 4-151-15,4-8-31 0</inkml:trace>
  <inkml:trace contextRef="#ctx0" brushRef="#br2" timeOffset="-81770.704">19995 9339 864 0,'0'0'76'0,"0"0"-60"0,0 0-16 0,0 0 0 0,0 0 191 0,0 0 35 16,0 0 7-16,0 0 2 0,0 0-123 0,0 0-24 16,0 0-4-16,0 0-2 0,0 0-12 0,0 0-2 15,0 0-1-15,13 7 0 0,-13-7-6 0,5 8-1 16,-5-8 0-16,8 4 0 0,5-4 6 0,0 4 1 15,-4-4 0-15,4 4 0 0,5-4-15 0,-1 0-4 16,-8 3 0-16,8-3 0 0,5-3-25 0,-5 3-6 16,0 0-1-16,1 0 0 0,-1 0-16 0,1 0 8 15,-1 0-8-15,5 3 0 0,-5 1 0 0,0 0 0 16,1-4 0-16,-10 0-9 16,5 0-45-16,-8 0-9 0,8 0-1 0,-9 0-1 15,9 0-167-15,-13 0-32 0,0 0-8 0</inkml:trace>
  <inkml:trace contextRef="#ctx0" brushRef="#br2" timeOffset="-81438.272">19843 9659 2419 0,'0'0'53'0,"0"0"11"16,0 0 3-16,0 0 1 0,0 0-55 0,0 0-13 0,0 0 0 0,0 0 0 0,0 0 54 0,18 0 8 15,-10 0 2-15,5 0 0 0,5-4 0 0,-1 4 0 16,1 4 0-16,8-4 0 0,4 0 0 16,-8 0 0-16,4 0 0 0,4 0 0 0,-4-4-52 0,5 4-12 15,-10-4 0-15,5 4 0 0,0 0 0 0,-4 0 0 16,0 0 0-16,0 0 0 0,-1 0 0 0,5 0 0 15,-4 0 0-15,-5-4 0 0,-8 4 0 0,4 0 0 16,5 0 0-16,-10-3 0 16,1-1-56-16,8 0-13 0,-12 0-3 0,12 4-1 15,-8 0-148-15,-1-4-30 0,18 0-5 0,5 4-2 16</inkml:trace>
  <inkml:trace contextRef="#ctx0" brushRef="#br2" timeOffset="-80590.417">22041 8431 1209 0,'0'0'53'0,"-5"-7"12"0,5 7-52 0,0-8-13 15,0 0 0-15,5 0 0 0,-1 1 194 0,-4-1 36 16,0 8 7-16,9-4 2 0,-9 4-133 0,0-4-26 16,0 4-6-16,0 0-1 15,0 0-39-15,0 0-8 0,0 0-2 0,0 0 0 0,0 0 11 0,0 0 1 16,0 0 1-16,0 0 0 0,4 8-9 0,0 7-3 15,-4 1 0-15,9 3 0 0,-9 4-8 0,0 8-1 16,0 0-1-16,0 4 0 0,0 0 2 0,4 3 1 16,-4 12 0-16,5 1 0 0,-5 3-5 0,0 0-1 15,0 0 0-15,0 0 0 0,0 0-4 0,8 0-8 16,-8-8 11-16,5 4-11 0,-5-7 11 0,4-1-11 16,-4 5 10-16,0-9-10 0,4-7 9 0,-4 4-9 15,0 0 8-15,0-8-8 0,9-4 9 0,-9-4-9 16,-9 0 10-16,9 1-10 0,9-1 12 0,-9-7-4 15,0-1-8-15,0 1 12 0,-9-4-4 0,9-8 0 16,0 0-8-16,0 0 12 0,0 0-12 0,0 0 11 0,0 0-11 0,0 0 10 16,0 0-10-16,0 0 8 0,0 0-8 15,-4-12 8-15,0 0-8 0,4 1 0 0,-5 3 0 16,-3 0 0-16,3-7 0 0,1-1 0 0,-9-3 0 16,9 4 0-16,-9-1 0 0,8 1 0 0,-12-4 0 0,4 3 0 15,4 4 8-15,-8-3-8 0,-5 0 0 0,5-1 8 16,-5 5-8-16,5-5 0 0,-5 1 0 0,-4 3 0 15,4 1 8-15,1-1-8 0,8 4 8 0,-5 0-8 16,5 1-20-16,-4 3-8 0,-9 0-3 16,4 0 0-16,-4 0 63 0,9 4 13 0,-5 0 3 0,4 0 0 15,1 4-26-15,4 4-5 0,-4-4-1 0,4 3 0 0,0-3-16 16,-9 8 0-16,9-4 0 0,4-1 0 0,-8 5 0 16,4 3 0-16,8 1 0 0,-8-1 0 0,9 5 0 0,-9 3 0 15,9-4 0-15,-1 4 0 0,5 0 0 0,0 4 0 16,0-3 0-16,5-1 0 0,8 8 0 0,-9-4 0 15,5-4 0-15,4 0 0 0,0 0 0 0,9-4 0 16,-5-3 0-16,5-1 0 0,-5 1 0 0,5-8 0 16,8 3 0-16,-8-3 0 0,8 0 0 0,1-5 0 15,-10-3 0-15,10 0 0 0,-5-3 26 0,4-1 2 16,-8-4 0-16,0 4 0 0,-1-4-28 0,10 1 0 16,-14-1 0-16,0 0 0 0,-4 4 0 0,5-3 0 15,-5-1-12-15,4 4 12 0,-8 0-20 0,0 0 3 16,8 4 1-16,-17 0 0 15,4-7-12-15,-4 7-3 0,9 0 0 0,-9 0 0 16,9-8-37-16,-9 8-7 0,4-4-1 0,0-4-1 16,5 1-149-16,-9 7-30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3:26:27.75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17989 12145 1036 0,'0'0'46'0,"0"0"10"0,0 0-45 0,0 0-11 15,0 0 0-15,0 0 0 0,0 0 53 0,0 0 9 0,0 0 2 16,0 0 0-16,9 0 0 0,-9 0 0 16,0 0 0-16,8-3 0 0,-8 3 0 0,9-4 0 15,-9 4 0-15,0 0 0 0,0 0 0 0,13-4 0 0,-13 4 0 0,0 0 0 16,0 0 34-16,5-8 7 0,-1-4 2 0,5 5 0 16,-9-1-18-16,-9 0-3 0,5-3-1 0,-1 3 0 15,1-4-17-15,-9 5-3 0,8-1-1 0,-3 0 0 16,-1-3-51-16,-4 3-13 0,4 0 0 0,-8 1 0 15,8 3 37-15,1-4 5 0,-10-4 1 0,5 5 0 16,5 3-31-16,-10-4-12 0,5 0 8 0,4 4-8 16,-8 1 18-16,0-1-2 0,4 0 0 0,-5 0 0 15,10 4-16-15,-10 4 0 0,1 0 0 0,0 0 0 16,-5 3 24-16,4 1-3 0,1 4 0 0,4-1 0 16,-9 1-11-16,5 3-2 0,4 1-8 0,-4 3 12 15,-1 0-12-15,5 4 0 0,-4 4 0 0,8 4 0 0,-8 0 0 16,4 0 0-16,4 0 0 0,-4 0 0 15,0 0 0-15,9 4 0 0,-1-5 0 0,-3 1 0 0,3 4 0 16,5 0 0-16,0 0 0 0,0-5 0 0,5 5 0 16,3 0 0-16,-3-4 0 0,8 0 0 0,-5-8 0 0,5 0 11 15,5 4-11-15,3-8 10 0,6 1-1 0,3-1 0 16,-4-4 0-16,4-3 0 0,5 0 0 0,-4-5 0 16,12-3 0-16,-13 0 0 0,5 0 3 0,0-4 1 15,0 0 0-15,-9-4 0 0,4 0-13 0,-4 0 0 16,-4-3 0-16,4 7 0 0,-13-4 0 0,4 0 0 15,-4 8 0-15,5-4 0 0,-14-4 0 0,9 4 0 16,-13 0 0-16,9 0 0 16,-1 0-24-16,-8 0-4 0,0 0 0 0,0 0-1 15,0 0-165-15,0 0-33 0</inkml:trace>
  <inkml:trace contextRef="#ctx0" brushRef="#br0" timeOffset="725.312">16908 13203 1447 0,'0'0'64'0,"0"0"13"0,0 0-61 0,-13 4-16 0,13-4 0 0,-5 4 0 16,5-4 79-16,-13 4 13 0,9-4 2 0,4 0 1 16,0 0-23-16,0 0-5 0,0 0-1 0,0 0 0 15,0 0-27-15,0 0-6 0,0 0-1 0,4 0 0 0,9-4 38 16,5 4 7-16,4-4 2 0,-1 4 0 15,1 0-1-15,8 0 0 0,-4 0 0 0,9 0 0 16,4 0-36-16,5 4-7 0,3-4-2 0,10 0 0 16,-9 4 1-16,4-4 0 0,4 4 0 0,14 0 0 0,-5-4-34 0,13 0 0 15,9 0 0-15,-13 0 0 0,8 0 13 16,-4 0-4-16,-4 0-1 0,0-4 0 0,0 4-8 0,0-4 0 16,-18 4 0-16,9 0 0 0,0 0 0 0,-8 0 0 15,-9 0 0-15,-1 0 0 0,-12 0 0 0,-9 0 0 16,5 0 0-16,-10 0 0 0,-3 0 0 0,-10 0 0 15,5 0 0-15,-13 0 8 16,0 0-40-16,0 0-8 0,0 0-1 0,-13 4-818 16,5 0-163-16</inkml:trace>
  <inkml:trace contextRef="#ctx0" brushRef="#br0" timeOffset="1162.287">17385 13628 1976 0,'0'0'44'0,"0"0"8"0,0 0 3 0,18 4 0 0,-14-4-44 0,9 0-11 16,-8 4 0-16,12 3 0 0,-13-3 60 0,9 0 9 15,-4 4 3-15,0 3 0 0,-1-3-26 0,5 8-5 16,-4-5-1-16,0 1 0 0,-1-1-11 0,5 9-2 16,-8-5-1-16,8 0 0 0,-9 5 2 0,9-1 0 15,-13 4 0-15,0 0 0 0,0 4 6 0,0 0 2 16,0 4 0-16,0 0 0 0,0 0-2 0,-13 0 0 15,9 0 0-15,-14 4 0 0,5-4-13 0,5-1-2 16,-10 1-1-16,1-4 0 0,0 0-6 0,-1-3-2 16,1-1 0-16,0-8 0 0,-5 1-10 0,0-1 0 15,0-3 0-15,1-1 8 0,3-3-20 0,-3 0-5 0,-5-5-1 16,8-3 0 0,5 0-104-16,-4 0-21 0,-1-3-4 0,1 3-614 0,17 0-123 0</inkml:trace>
  <inkml:trace contextRef="#ctx0" brushRef="#br0" timeOffset="1573.408">18046 13651 2318 0,'0'0'51'0,"0"0"10"0,0 0 3 0,0 0 1 0,0 0-52 16,0 0-13-16,0 0 0 0,0 0 0 0,0 0 67 15,0 0 10-15,0 0 3 0,0 0 0 0,0 0-39 0,0 0-7 16,0 0-2-16,0 0 0 0,0 0-23 0,0 0-9 16,-13 8 0-16,8-4 9 0,5 3 3 0,-4 1 0 15,-9 0 0-15,8 3 0 0,5 1 8 0,-8 3 3 16,3 1 0-16,1-1 0 0,4 8-14 0,0 1-9 15,0-1 12-15,-9 4-12 0,9 4 40 0,9 3 0 16,-9 1 1-16,4 4 0 0,9-4-25 0,-8-1-6 16,12 1-1-16,-8 0 0 0,4 0-9 0,4-5 10 15,1-3-10-15,-1 1 10 0,0-9-10 0,5 4 0 16,0-8 9-16,8 5-9 0,-8-9 0 0,13 1 0 16,-9-8 0-16,8 3 0 15,-7-3-42-15,-6-4-13 0,5-4-2 0,-4 1-1 16,-5-1-56-16,1 0-11 0,-1 0-3 0,-8-4 0 15,8-3-102-15,-4 3-21 0</inkml:trace>
  <inkml:trace contextRef="#ctx0" brushRef="#br0" timeOffset="2027.7">17273 13705 1209 0,'-13'0'108'0,"8"0"-87"15,1-4-21-15,-5 0 0 0,1 4 157 0,8-3 27 16,-14-1 6-16,10 4 1 0,4 0-83 0,-4 0-16 15,-5-4-3-15,9 4-1 0,0 0-35 0,0 0-7 16,0 0-2-16,0 0 0 0,0 0-5 0,9-4-2 16,8 4 0-16,-8-4 0 0,8 4 18 0,1 0 3 15,3-4 1-15,10 4 0 0,-10 0-22 0,14-4-4 16,-4 4-1-16,3 0 0 0,1 0 16 0,8-3 2 16,5-1 1-16,9 0 0 0,-1 4-23 0,1 0-4 15,-1-4 0-15,5 4-1 0,-5 0-3 0,1 0-1 0,-5-4 0 16,-9 4 0-16,9 0-19 0,-8 0-14 0,-1 0 2 15,5 0 1-15,-9 0 19 0,-4-4 4 0,-5 4 1 0,-4 0 0 16,-4 0-13-16,0 0-10 0,-1 0 2 16,-3 0 0-16,-5 0 8 0,-5 0 0 0,6 0 0 0,-14 0 0 15,0 0-8-15,0 0-7 0,0 0-1 0,-14 4 0 16,14-4-113-16,-8 8-23 16,8-8-5-16</inkml:trace>
  <inkml:trace contextRef="#ctx0" brushRef="#br0" timeOffset="2616.621">20095 13014 806 0,'0'0'72'0,"0"0"-58"0,0 0-14 0,0 0 0 16,0 0 252-16,0 0 48 0,13-8 10 0,-13 8 2 16,5-4-185-16,8 1-37 0,-13-1-7 0,8 0-2 0,1 0-4 0,8 0-1 15,-4 0 0-15,0 4 0 0,0-4-42 0,9 4-9 16,-4 0-1-16,3 0-1 0,1-3 9 0,0-1 1 16,4 4 1-16,-5 0 0 0,1 0-34 0,-4 0-16 15,-1 0 2-15,5 0 0 16,-1 0 14-16,1 0 0 0,0 4 0 0,4-4 0 0,-9 3 0 0,-4-3 0 15,5 0 0-15,-5 4 10 16,4 0-62-16,-8-4-13 0,-1 0-3 0,-8 0 0 16,9 4-150-16,-9-4-30 0,0 0-7 0,0 0-564 0</inkml:trace>
  <inkml:trace contextRef="#ctx0" brushRef="#br0" timeOffset="2921.777">20152 13234 1267 0,'-9'0'112'0,"0"0"-89"0,1 0-23 0,8 0 0 16,-13 0 177-16,8 0 31 0,1 0 7 0,4 0 1 16,0 0-100-16,0 0-20 0,0 0-4 0,0 0-1 15,0 0-41-15,0 0-8 0,0 0-2 0,0 0 0 16,0 0 3-16,0 0 0 0,0 0 0 0,9 4 0 15,4 0 4-15,4 0 1 0,-8 0 0 0,8-4 0 16,-4 7-15-16,4-3-2 0,10-4-1 0,-6 4 0 16,10 0-13-16,-5-4-2 0,4 0-1 0,-4 0 0 15,5 0-14-15,-5 4 8 0,4 0-8 0,5-1 0 0,-9 1 0 16,9 0 0-16,-1-4 0 0,-8 4 0 16,9-4-91-16,0-4-14 0,0 4-3 0,-9 0-716 15,13-4-144-15</inkml:trace>
  <inkml:trace contextRef="#ctx0" brushRef="#br0" timeOffset="3850.229">22154 12157 1558 0,'0'0'69'0,"4"-8"15"0,5 4-68 0,-9-3-16 16,0-1 0-16,0 8 0 0,4-4 88 0,-4 4 13 15,0 0 3-15,0 0 1 0,4-12-5 0,5 9-2 16,-9 3 0-16,4-8 0 0,-4 8-43 0,0 0-9 16,0 0-2-16,0 0 0 0,0 0 3 0,5 4 0 15,8 0 0-15,-13-4 0 0,0 0-31 0,4 7-5 16,9 5-2-16,-9 7 0 0,9 1 44 0,-8 10 9 16,-1 5 2-16,9 0 0 0,-9 7-52 0,10 5-12 15,-10 3 0-15,0 4 0 0,9 8 30 0,-4 0 3 16,0 3 1-16,-1 1 0 0,1 3-19 0,0-11-4 0,4 0-1 15,-9-4 0-15,0 0-1 0,5-7 0 0,0 3 0 16,-1-8 0-16,1-3-9 0,0-1 0 0,-5-3 0 16,0 0 8-16,10-8 1 0,-14 0 0 0,0-8 0 0,0 4 0 15,4-7-9-15,-4-5 0 0,4 1 0 0,-4 0 0 16,0-12 0-16,0 0 0 0,0 0 0 0,0 0 0 16,0 0 0-16,0 0 0 0,0 0 0 0,-8-12 0 15,-6 8 0-15,10-7 0 0,-9-5 0 0,4 1 0 16,-8-5 0-16,4 1 0 0,4 0 0 0,-8-4 0 15,0-1 0-15,-1-3 0 0,1 4 0 0,-1 0 0 16,1 4 0-16,0-4 0 0,-5 3 0 0,5 5 0 16,-1-4 0-16,-3 3 0 0,3 1 0 0,-8-1 0 15,9 5 53-15,-14-5 9 0,5 5 2 0,-4-1 0 16,4 0-52-16,-5 5-12 0,5-1 0 0,-8 4 0 0,-1 4 0 16,9 0 0-16,-4 4 0 0,3 0 0 15,6 0-18-15,-10 3-6 0,5 5-2 0,0 3 0 16,5-3 26-16,-1 4-8 0,0-1 8 0,5 4 0 15,-1-3-34-15,10 7-2 0,-5 0 0 0,-5 0 0 16,14 4 36-16,-5 4 0 0,9 0 0 0,0 0 0 0,0 0 44 0,9 0 16 16,0 0 4-16,8-4 0 0,5 3-64 0,4-3-20 15,0 1 0-15,9-1 0 0,-1-8 32 0,5 0 7 16,9 0 1-16,0-3 0 0,4-5-20 0,-9-3 0 16,1-4 0-16,4-4 0 0,-9 4 0 0,-13-8 0 15,4 4 0-15,5-4 0 0,-13 0 0 0,4 0 0 16,-5-3 0-16,5 3 0 0,-17 0 0 0,13 0 0 15,-5-4 0-15,1 1 0 16,-5 3-48-16,4 0-12 0,-13 0-4 0,14-4-887 0,-10 5-177 0</inkml:trace>
  <inkml:trace contextRef="#ctx0" brushRef="#br0" timeOffset="5628.787">22996 11759 2077 0,'-30'-11'92'0,"17"7"19"0,0-4-89 0,-5 0-22 0,1 1 0 0,-5-1 0 16,5 0 45-16,-5-3 5 0,-4-1 1 0,4-3 0 0,1-1-43 0,-1-3-8 16,-9 0 0-16,5-1 0 0,5 1-21 0,-14 0-2 15,5-1 0-15,-1 5 0 0,-12-4 11 0,12 3 1 16,-8 1 1-16,5-5 0 0,-14 5 23 0,4 0 5 15,5-1 1-15,-4 1 0 0,-5 3 5 0,5 0 2 16,-14 1 0-16,5-1 0 0,-4 1-6 16,-5 3-2-16,4 0 0 0,-3 1 0 0,-10-1 6 0,14-4 2 15,-5 5 0-15,4-5 0 0,1 0-4 0,-14 1-1 16,10 3 0-16,-10 0 0 0,9 1-13 0,1-1-8 16,-10-4 8-16,9 5-8 0,1 3 12 0,-10-4-3 15,9 0 0-15,5 4 0 0,-14 1-9 0,10-1 0 16,-19 4 9-16,14 0-9 0,4-8 0 0,1 8 0 15,-1-4 0-15,4 0-8 0,-8 4 8 0,4-4 0 16,1 1 8-16,3-1-8 0,-12 0 9 0,4 0-9 0,8 4 12 0,-12-4-12 16,8 0 18-16,-9 0-3 0,10 1-1 0,-1-1 0 15,4 4 2-15,-8 0 0 0,0-4 0 0,9 4 0 16,-14 0-7-16,5 4-1 0,0-4 0 0,0 4 0 16,13-1-8-16,-5 1-11 0,1-4 3 0,-1 4 0 15,-4 0 8-15,1 4 11 0,3-4-3 0,-8 3 0 16,4 1-8-16,0 0 0 0,5-1 0 0,0 1 0 15,3 4 0-15,6-1 0 0,-5 1-10 0,-5-1 10 16,5 5 0-16,0-1 8 0,-9 5 1 0,5-1 0 16,12 0-9-16,-12 4 0 0,4-3 0 0,8-1 8 15,-8 0-8-15,9 5 0 0,-5-1 0 0,4 0 0 16,5 0 0-16,-8 0 12 0,3 4-12 0,-8 0 12 16,4 0-12-16,-4 0 0 0,9 4 0 0,4-4 0 15,-13 0 0-15,-1 0 0 0,6 0 0 0,-1 4 0 16,5-4 0-16,-10 4 0 0,10 0 0 0,-5 0 0 0,5 4 0 15,-9-1 0-15,4 1 0 0,-4 0 0 0,13 3 0 0,-9 1 0 16,0 4 0-16,0-1 0 0,5 0 8 0,4-3 0 16,4 4 0-16,0-1 0 0,9 0-8 0,-8 1 0 15,3 7 0-15,5-4 8 0,4 5-8 0,1-1 0 16,3 0 0-16,1-4 0 0,0 5 0 0,-1-1-9 16,5 0 9-16,5 0 0 0,8-4 0 0,-13 9-8 15,8-5 8-15,5 8 0 0,0 0 0 0,0-4 0 16,0 3 0-16,13 1 9 0,-8 0-9 0,-1-4-9 15,9-3 9-15,-4 3-13 0,8-4 13 0,-4 0 0 16,4 0 0-16,5 4 0 0,-5-4 0 0,5 4 0 16,0-3 0-16,8-1 0 0,-4 0 8 0,5 4-8 0,8-8 0 15,0 1 0-15,4-1 0 0,5 0 0 16,-4-3 0-16,8-1 0 0,-5 1 0 0,1-1 0 0,0-3 0 16,0 3 0-16,-1-7 0 0,6 4 0 0,-1-1 0 15,4-3 0-15,1-4 0 0,-1-4 0 0,1 8 10 16,8-4-10-16,0 0 0 0,-4-4 0 0,-5-4 0 0,5 4 0 15,0 0 0-15,4-4 0 0,0 0 0 0,4 0 0 16,5 0-9-16,0 1 9 0,-9-5 0 0,5 0 0 16,3 0 0-16,1 1 0 0,-4-1 0 0,12 0 0 15,-12-3 8-15,12-5-8 0,-4 1 0 0,1 3 0 16,-6-3 0-16,1-4 0 0,4 3 0 0,5-3 0 16,-1 4 0-16,1-5 0 0,4 1 0 0,-9 4 0 15,0-5 0-15,5 5 0 0,3-8 0 0,-12 4 0 0,9 3 0 16,4-7 0-16,-9 4 0 0,4-4 0 15,5-1 0-15,-13 1 0 0,4-4 0 0,0-4 0 0,-4 1 0 0,9 3 0 16,4-4 0-16,4-4 0 0,-9 0 0 16,5-3 0-16,-9 3 0 0,5-4 0 0,4-3 0 15,-5 0 0-15,9-1 0 0,0 1 0 0,-4-5 9 16,0 5-9-16,-9-4 8 0,9 3-8 0,-4-3 56 0,-5 0 7 16,9-1 1-16,-9-3 0 15,-4 4-104-15,4-4-21 0,-4-4-4 0,0 0-1 0,4-4 78 16,-4 0 16-16,8-4 4 0,-4 0 0 0,5-3-24 0,-5-5-8 15,-4 5 0-15,-5-5 0 0,5 1 0 0,0-5 0 16,0 5 0-16,-5-4 0 0,9 7 0 0,-13-4 0 16,1 1 0-16,-10-1 0 0,0 1 0 0,1 0 0 15,-14-5 0-15,9 1 0 0,-8 0 0 0,-1-1-8 16,5 1-1-16,-13 3 0 0,-5-3 9 0,1 4 0 0,-5-5 0 0,0 5 8 16,-5-1-8-16,-3 1 8 0,4-1-8 0,-5 1 8 15,0 0 1-15,-12-1 1 0,8 1 0 0,-9-1 0 16,0-7-10-16,-4 4 8 0,0-1-8 0,0 5 8 15,-4-1 1-15,0 1 0 0,-9 3 0 0,8-3 0 16,-8-1 2-16,0 5 0 0,0-9 0 0,-4 5 0 16,-1-8-11-16,1 3 0 0,13-3 0 0,-14 4 0 15,1-4 23-15,4-1 5 0,-9 1 2 0,5 0 0 16,0 4-22-16,-1-4-8 0,-4-1 0 0,5 5 0 16,0 0 12-16,-1-1-4 0,-3 5-8 0,-1-1 12 15,0 5-12-15,0 3 0 0,5-4 0 0,-18 5 0 16,14-5 0-16,-18 8 8 0,4-4-8 0,-4 5 0 0,-13-1 0 15,0 0-15-15,4 0 3 0,0 0 1 0,-13 0-6 0,5 0-2 16,4 0 0-16,4 4 0 0,-9-4-5 0,-3 4 0 16,-6-3-1-16,6-1 0 15,3 0-97-15,-4 4-19 0,5 4-4 16</inkml:trace>
  <inkml:trace contextRef="#ctx0" brushRef="#br0" timeOffset="28372.509">18102 16554 1602 0,'0'0'71'0,"0"0"14"0,0 0-68 0,-9 4-17 16,9-4 0-16,0 0 0 0,0 0 71 0,0 0 10 15,0 0 3-15,0 0 0 16,0 0-20-16,9-7-3 0,-9-1-1 0,4-4 0 0,1 5-22 0,3-5-5 16,1 4-1-16,4-3 0 0,4 3 8 0,1-4 2 0,-1 1 0 15,-4-1 0-15,13 4 2 0,-4 1 0 0,-5-1 0 0,1 0 0 16,-5 4-3-16,4 1 0 0,1 3 0 0,-1 0 0 16,-4 0-11-16,4 0-2 0,-12 3-1 15,-5-3 0-15,13 8-2 0,-5-4 0 0,5 4 0 0,5-1 0 16,-1 1-25-16,-8 4 0 15,4-1 0-15,-9 1 0 0,9-1 13 0,-8 1 1 0,-5 4 0 0,0-1 0 16,0 0-14-16,0 5-18 0,0 3 4 0,-14 0 1 16,10 0 60-16,-9 4 12 0,4 0 2 0,-4 0 1 15,5-4-38-15,8-3-7 0,-18-1-1 0,5 0-1 16,-4 1-6-16,8 3-1 0,-8-4 0 0,0 4 0 16,-5-3-8-16,4 3 10 0,-12 0-10 0,13 0 10 15,4-4 2-15,-5 1 0 0,-8-1 0 0,13 0 0 16,0-3 1-16,-9-1 1 0,5 4 0 0,4-3 0 0,4-4-4 15,-8-1-1-15,8 1 0 0,1-5 0 0,3 1-9 16,-8 0 12-16,13-8-12 0,0 0 12 0,0 0-12 0,0 0 0 16,0 0 9-16,0 0-9 0,5 11 0 0,-5-11 0 15,13 4 0-15,-5 0 0 0,10-4 0 0,-5-4 0 16,4 0 0-16,0 4 0 0,10-3 0 0,-6-1 9 16,10 4-9-16,-10-4 0 0,10 4 8 0,-5 0-8 15,4-4 0-15,-8 4 0 0,4-4 8 0,-9 4-8 16,14 0 0-16,-14-4 0 0,-4 4 0 0,4 0 0 15,1 0 0-15,-1 0 0 0,1-4 0 0,-1 4-9 16,-13 0 1-16,9-3 0 16,-8 3-48-16,-5 0-10 0,0 0-2 0,13 0 0 15,-13 0-112-15,4 0-22 0,-4 0-5 0</inkml:trace>
  <inkml:trace contextRef="#ctx0" brushRef="#br0" timeOffset="28740.377">19027 16832 1497 0,'0'0'66'0,"0"0"14"0,0 0-64 0,0 0-16 16,0 0 0-16,0 0 0 0,0 0 136 0,0 0 24 16,0 0 5-16,0 0 1 0,0 0-61 0,0 0-12 15,9-3-2-15,-9 3-1 0,13-4-33 0,-13 0-6 16,0 4-2-16,8 0 0 0,-8 0 2 0,9 4 0 16,-9-4 0-16,4 7 0 0,1-3-19 0,-5-4-3 15,0 8-1-15,0 4 0 0,0-12 11 0,-5 11 1 16,5 1 1-16,-4-1 0 0,4 1-30 0,-9-1-11 15,9-3 0-15,-4 4 9 0,4-12-27 0,0 0-6 16,0 0 0-16,0 0-1 16,4 7-156-16,-4-7-31 0,0 0-7 0,18-3-1 0</inkml:trace>
  <inkml:trace contextRef="#ctx0" brushRef="#br0" timeOffset="29538.507">19409 16330 1522 0,'0'0'33'0,"0"0"7"0,0 0 2 0,0 0 2 0,0 0-36 0,0-7-8 16,0-1 0-16,0 8 0 0,0 0 92 0,0 0 17 15,0 0 3-15,0 0 1 0,4-8-24 0,-4 8-5 16,0 0 0-16,0 0-1 0,0 0-12 0,0 0-3 16,0 0 0-16,9-4 0 0,-5 1-16 0,1-1-4 15,8 0-1-15,-9 4 0 0,9-4-13 0,-4 4-2 16,4 0-1-16,4 0 0 0,-8 0-5 0,13-4-1 16,-5 4 0-16,13 0 0 0,-12 0-1 0,8 0 0 0,4-4 0 15,-4 4 0-15,5-4-9 0,-10 1-3 0,6-1 0 16,3 0 0-1,-4 0-30-15,4 4-6 0,-4-8-2 0,5 4 0 0,-14 4 26 16,9-3 0-16,-4-1 0 0,4 4 0 0,-4-4 0 0,-5 0 0 0,-8 0 0 0,8 4 0 16,-4-4 18-16,5 4 9 0,-14-4 1 0,9 4 1 15,-4-3-20-15,4 3-9 0,-13 0 8 0,4 0-8 16,-4 0 12-16,13-4-4 0,-9 4 0 0,-4 0 0 16,0 0 4-16,0 0 1 0,0 0 0 0,13 0 0 15,-13 0-3-15,0 0-1 0,0 0 0 0,0 0 0 16,5 7-9-16,-5-7 10 0,0 0-10 0,0 12 10 15,-5 0-10-15,5-1 12 0,0-3-12 0,-8 7 12 16,8-3-4-16,-5 3 0 0,1 5 0 0,4-1 0 16,-13 4-8-16,9 0 8 0,-5 8-8 0,0-4 8 15,5 4-8-15,-9 4 12 0,9 0-12 0,-9 3 12 0,4-3-4 16,-4 4 0-16,0-5 0 0,4 5 0 0,0-4-8 0,1-1 0 16,3 1 9-16,-8-8-9 0,0 4 8 0,9-8-8 15,0 0 8-15,-9 4-8 0,8-3 21 0,5-1 0 16,-13-4 0-16,9 0 0 0,0-3-33 0,4 3-6 15,0-4-2-15,0-3 0 0,0 0 20 0,0-1 0 16,0 1 0-16,0-12 0 0,0 0 20 0,0 8-3 16,0-8 0-16,0 0 0 15,0 0-34-15,0 0-7 0,0 0-2 0,0 0 0 0,0 0 4 0,0 0 1 16,0 0 0-16,0 0 0 16,0 0-99-16,0 0-20 0,0-8-4 0,8 0-1121 0</inkml:trace>
  <inkml:trace contextRef="#ctx0" brushRef="#br0" timeOffset="31615.156">20625 16867 864 0,'0'0'38'0,"0"0"8"0,0 0-37 0,0 0-9 15,0 0 0-15,0 0 0 0,0 0 113 0,9-8 21 16,-5 5 4-16,-4 3 1 0,4-8-82 0,5 0-16 16,-5 0-3-16,-4-3-1 0,5 3 18 0,8 4 3 15,-13-4 1-15,0 1 0 0,0 7-6 0,0-8-1 16,0 0 0-16,0 4 0 0,-9-7 25 0,5 7 5 16,-1 0 1-16,-8-4 0 0,9 5-3 0,-9-1 0 15,4 0 0-15,-4-4 0 0,5 4-27 0,-10-3-5 16,1 3-2-16,0 0 0 0,-1 4 14 0,5 0 4 15,-4 4 0-15,8-4 0 0,-13 0-52 0,9 0-12 16,0 4 0-16,5-4 0 0,3 0 0 0,-8 3 0 16,9 1 0-16,-9 0 0 0,4 4 54 0,-4 0 8 15,9-1 2-15,-5 5 0 0,0-1-52 0,-4 1-12 0,9 3 0 0,-9 1 0 16,9 3 0-16,4 4 0 0,-5-3 0 0,10-1 0 16,-5 4 0-16,0-4 0 0,4 1 0 0,9-1 0 15,-4 0 0-15,4 1 0 0,4-5 0 0,1-3 0 16,-1 3 0-16,5-7 0 0,12 0 0 0,-8-1 0 15,5-3 0-15,-1-4 0 0,1 0 0 0,3 0 0 16,-8-8-48-16,5 8-13 16,-9-3-3-16,-1 3 0 0,-3-4-137 0,3 4-28 15</inkml:trace>
  <inkml:trace contextRef="#ctx0" brushRef="#br0" timeOffset="32309.463">20985 16744 1555 0,'0'0'68'0,"0"0"16"0,0 0-68 0,0 0-16 16,0 0 0-16,0 0 0 0,0 0 196 0,0 0 35 15,0 0 7-15,9-8 2 0,-9 8-129 0,4-4-26 0,10 4-5 0,-10 0 0 16,9 0-47-16,-9 4-9 15,5 4-1-15,0 3-1 0,-5-3 3 0,0 7 1 16,5 1 0-16,-5 3 0 0,-4 4 5 0,0 0 1 0,0 1 0 16,0-1 0-16,0 0-12 0,0 4-1 0,0-4-1 0,-4 0 0 15,-5-3-9-15,9-1-1 0,0 0-8 0,-4 0 12 16,4-7-12-16,-4 0 8 0,4-1-8 0,0-3 0 16,0-8 8-16,0 0-8 0,0 0 0 0,0 0 0 15,0 0 0-15,4-12 0 0,0 1-11 0,9-5 11 16,-13 1-17-16,5-4 4 0,-1-1 1 0,5 1 0 15,-9-4 12-15,8 0 0 0,1-4-10 0,0 3 10 16,4-3 0-16,-9 0 0 0,9 0 0 0,4 8 0 16,-8-4 0-16,9 4 0 0,-5 3 0 0,4-3 0 15,0 7-36-15,-8-3-2 0,8 7-1 16,1 0 0-16,-5 8 67 0,-5 0 12 0,5 0 4 0,5 4 0 16,-9 4-28-16,4 0-4 0,4 3-2 0,-8 5 0 0,4 3 2 15,-5 0 0-15,5 4 0 0,0 1 0 0,-13-1-4 0,5-4 0 16,-1 0 0-16,5 1 0 0,-9-1-8 0,0 0 0 15,0-3 9-15,0-1-9 0,0-7 0 0,0-8 0 16,0 12 0-16,0-12 8 0,0 0-8 0,0 0 0 16,0 0-8-16,0 0 8 0,0 0-20 0,4-8 2 15,0-4 0-15,9 1 0 0,-4-5 2 0,4-3 1 16,5-4 0-16,-1 0 0 0,0-1 7 0,5-3 8 16,0 0-13-16,8 0 5 0,-4 4 8 0,9 0 0 15,-9 8 0-15,4-1-8 0,5 1 8 0,-13 7 0 16,13 0 0-16,-14 4 0 0,5 1 0 0,5 3 9 15,-10 3-1-15,5 5-8 0,1 4 23 0,-14 3-3 16,4 1 0-16,0 7 0 0,-4 4 4 0,5 0 1 0,-14 0 0 16,9 0 0-16,-9 0 2 0,1-4 0 15,8 4 0-15,-13 0 0 0,0 0-27 0,4-4 0 0,0-3 0 0,-4-1 0 16,9-4 0-16,-9 1 0 0,0-1 8 0,-9-3-8 16,9 3-11-16,0-7-4 0,-4 4-1 0,4-12 0 15,-4 7-115-15,4-7-23 16,0 0-5-16,-5 0-701 0,-8 0-140 0</inkml:trace>
  <inkml:trace contextRef="#ctx0" brushRef="#br0" timeOffset="32759.955">18371 17732 1440 0,'0'0'64'0,"0"0"12"0,0 0-60 0,13-8-16 0,-13 1 0 0,18-1 0 15,-5-4 208-15,4 4 38 0,9 1 8 0,-4-1 2 16,17 0-182-16,0 1-36 0,4-1-7 0,5 4-2 16,9-4-8-16,3 4-1 0,1 1-1 0,13-1 0 15,13 0 4-15,0 0 1 0,17 4 0 0,-9-4 0 16,18 0-8-16,0 0 0 0,5 4-1 0,-1-3 0 15,9 3-15-15,-9 0 0 0,0 0 8 0,9 0-8 16,-4 0 11-16,-1 0-1 0,1 0 0 0,0-4 0 16,-5 4-45-1,-4 0-9-15,4-4-1 0,-9 0-1 0,-12 0-107 0,4-4-22 0,-9 5-4 0,-8-5-469 16,-10 0-93-16</inkml:trace>
  <inkml:trace contextRef="#ctx0" brushRef="#br0" timeOffset="33241.123">18957 18060 1828 0,'0'0'81'0,"0"0"17"0,0 0-78 0,0 0-20 0,0 0 0 0,0 0 0 16,-4-8 50-16,4 1 6 0,4-1 2 0,1 0 0 15,4 1 19-15,8-5 4 0,-8 8 1 0,12-4 0 16,5 1-22-16,0-1-5 0,5 0-1 0,-1 0 0 15,18 1-2-15,-9-5 0 0,9 8 0 0,4-3 0 16,4-5-15-16,5 4-3 0,13 1-1 0,0 3 0 16,0 0 2-16,4 0 0 0,9-4 0 0,0 4 0 15,4 1-21-15,0-1-4 0,4 0-1 0,5 0 0 16,9-4-9-16,4 4 0 0,-5-3 0 0,5-1-11 16,0-8 11-16,0 9-8 0,0-5 8 0,-13 1-8 15,-5 3-16-15,-3 0-4 0,-10 0 0 0,-4 5 0 16,-8-5-28-16,-9 8-7 0,-5-4-1 0,-8 4 0 15,-9 0 19-15,-13 0 3 0,4 0 1 0,-8 0 0 16,-5 0-1-16,-12 0 0 0,-5 0 0 0,0 0 0 16,0 0-5-16,0 0-1 0,0 0 0 0,0 0-614 15,-5-8-123-15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3:27:38.36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693 1698 288 0,'0'0'25'0,"0"0"-25"16,0 0 0-16,0 0 0 0,0-8 184 0,-5 4 31 16,5 4 6-16,-8 0 2 0,3-7-95 0,-8-1-20 15,13 4-3-15,-8-4-1 0,-5-3 0 0,4 3-1 0,-8 0 0 16,4-3 0-16,4 3-15 0,-4 0-2 0,0 5-1 0,4-9 0 15,-4 4-13-15,-4 1-4 0,-5 3 0 0,5 0 0 16,-1 0-32-16,-8 8-6 0,9-4-2 0,-13 4 0 16,3 0-19-16,6 7-9 0,-1-3 8 0,-13 7-8 15,18 1 14-15,-5 3-2 0,-13 0-1 0,14 4 0 16,3 4-11-16,-12 4 10 0,13-4-10 16,-9 4 10-16,8 0-10 0,5 4 0 0,9 4 0 15,-1-9 0-15,1 9 0 0,4 0 0 0,4 3 0 0,5 1 0 16,4 3 0-16,0 0 0 0,9-7 0 0,0-1 0 15,-9 9 8-15,8-16-8 0,23 3 0 0,4-7 8 16,-5-3-8-16,9-5 0 0,-4-4 0 0,0-3 0 16,8-12 11-16,1 0-3 0,-1-8-8 0,-8 0 12 15,0-3-1-15,8-1-1 0,-17-7 0 0,0-4 0 0,0 0 0 16,-4-12 0-16,-13 4 0 0,12 0 0 16,-16-11 7-16,4 3 2 0,-5 0 0 0,-13-3 0 0,9 0 1 0,-13-1 1 15,0-11 0-15,-17 4 0 0,4 0-4 0,4 3-1 16,-8-7 0-16,-1 4 0 0,1 11 10 0,-5-3 2 15,1 7 0-15,-10 1 0 0,5 6-15 0,-9 5-2 16,5-4-1-16,4 12 0 0,-22-1-10 0,5 9 12 16,4-1-12-16,0 4 12 0,-9 4-12 0,0 0 10 15,0 4-10-15,5 8 10 0,-1 3-10 0,-8 4 0 16,13-7 0-16,0 15 0 0,4 0 0 0,-4 12-11 16,9-1 3-16,4 1 0 0,-4 7 8 0,8 0 0 15,13 12 0-15,-8-7-8 0,17 6 8 0,0 1-8 16,8 0 8-16,5 0-8 0,5-4 8 0,-1 0-13 15,14-7 5-15,3-9 8 0,5-7-24 0,9-8 4 16,13-7 0-16,8-12 0 16,-8-1-113-16,13-10-23 0,0-5-4 0</inkml:trace>
  <inkml:trace contextRef="#ctx0" brushRef="#br0" timeOffset="1412.153">15853 3316 1267 0,'0'0'28'0,"0"0"5"0,0 0 2 0,0 0 1 0,0 0-36 0,0 0 0 0,-9-12 0 0,9 12 0 15,-4-4 128-15,4 4 20 0,-5-4 3 0,5 4 1 16,0-11-57-16,0 11-11 0,0-8-3 0,0 8 0 16,0 0 5-16,0 0 1 0,0-8 0 0,0 8 0 15,0 0-70-15,0 0-17 0,0 0 0 0,0 0 0 16,0 0 55-16,0 0 7 0,0 12 2 0,-4 3 0 0,4-3-52 0,0 7-12 15,0 1 0-15,0 3 0 0,0 4 39 16,0 8 5-16,0-1 0 0,0 5 1 0,4 3-21 16,1 1-4-16,-1-5 0 0,5 5-1 0,-9-1-19 0,4-3 0 15,0 0 0-15,5 3 0 0,-9-7 0 0,0 3 0 16,4-14 0-16,-4 6 0 0,5 1 0 0,-5-7 0 16,0-1 0-16,0 0 0 0,0 0 0 0,0-8 0 15,-5-3 0-15,5 0 0 0,0 3 37 0,0-7 4 16,0-8 1-16,0 0 0 0,0 0-23 0,0 0-5 15,0 0-1-15,-4-8 0 0,4-4-1 0,0 1-1 16,0-5 0-16,0-3 0 0,0 0-11 0,0-4 8 16,4 3-8-16,1 1 8 0,3-4-8 0,-3 0 12 15,-5 0-12-15,4-1 12 0,9 5-4 0,-9 0 0 16,9 0 0-16,-4 3 0 0,4-3 0 0,-4 3-8 16,4 1 12-16,4-1-4 0,-4 13 1 0,-4-13 0 0,8 12 0 15,1-7 0-15,-1 3-9 0,0 8 0 0,1 0 0 16,-5-8-11-16,0 16 11 0,4-8 0 0,1 0 0 15,-1 8 0-15,0 3 0 0,1 1 0 0,-5-1 0 0,0 5 0 16,0-1 0-16,-5 5 0 0,10-5 8 0,-5 4-8 16,-4 1 8-16,4-1-8 0,0 0 10 0,-9 1-10 15,5-1 8-15,-1 0-8 0,-3 4 0 0,-1-3 9 16,5-1-9-16,-5-7 12 0,-8 3-12 0,4 4 12 16,-9-3-1-16,5 3 0 0,-1 4 0 0,-8-3 0 15,9-13 2-15,-9 9 1 0,4-1 0 0,-8 1 0 16,-1-5-2-16,1 5 0 0,0-5 0 0,-1 1 0 15,1-1-3-15,-5-3-1 0,1-4 0 0,-1 0 0 0,-9 7-8 16,5-11 0-16,5 8 0 0,-10 4 0 16,5-20 0-16,-4 8 0 0,8 0-14 0,0 0 5 15,-4-4-52-15,13 0-11 0,-4 0-1 0,0-3-1 16,4-5-157-16,8-7-31 0</inkml:trace>
  <inkml:trace contextRef="#ctx0" brushRef="#br0" timeOffset="1975.502">16465 3022 1152 0,'0'0'102'0,"0"0"-82"0,0 0-20 0,0 0 0 15,0 0 132-15,0 0 23 0,0-4 4 0,0 4 1 16,0 0-43-16,0 0-8 0,9-7-1 0,-9 7-1 0,4 0-18 0,0-8-3 15,9 16-1-15,-4-8 0 0,4 0-68 0,4 0-17 16,-8 4 0-16,0 3 0 0,8 1 55 0,-8 0 7 16,8 3 2-16,1 9 0 0,-1-1 0 0,0 0 0 15,-8 8 0-15,4-4 0 0,4 4-52 0,1 0-12 16,-1 4 0-16,-13 4 0 0,14 4 0 0,-10-1 0 16,6 5 0-16,-1 3 0 0,-5 8 0 0,5-7 0 15,-8 3 0-15,8 0 0 0,-9 0 45 0,0 4 7 16,5-4 0-16,-5 1 1 0,1 6-21 0,-5-14-4 15,0 7 0-15,0 4-1 0,0-4-2 0,-5 8 0 16,1-8 0-16,-5 4 0 0,1-3-10 0,-1-1-3 16,0-4 0-16,5 1 0 0,-13-5-4 0,4 0 0 15,-1-3-8-15,1 0 12 0,-4-5-4 0,0-3-8 16,-5 0 11-16,5-12-11 16,-1 1 12-16,1-9-4 0,0 5 0 0,-1-5-8 0,-4-3 11 0,5 0-11 0,-5-4 10 0,1 0-10 15,-5-1 0-15,4-6-10 0,5-1 0 0,-1-4 0 31,-4 0-69-31,5 1-13 0,4-5-4 0,0-3-840 0,0-1-169 0</inkml:trace>
  <inkml:trace contextRef="#ctx0" brushRef="#br0" timeOffset="3967.013">3754 2605 1144 0,'-21'-4'51'0,"12"4"10"0,0 0-49 0,5 0-12 0,-9 0 0 0,13 0 0 16,0 0 0-16,-13 0-18 0,4 0 4 0,0 0 1 16,5 0 13-16,4 0 0 0,-4-7-10 0,4 7 10 15,-5-4 22-15,5 4 9 0,-13 0 1 0,13 0 1 16,0 0 37-16,0 0 7 0,0 0 2 0,0 0 0 15,0 0-48-15,13 0-10 0,-4 4-1 0,8 3-1 16,1-7-7-16,8 0-2 0,4 0 0 0,5 4 0 16,4 0 10-16,5-4 1 0,8 4 1 0,0-4 0 0,9-4 46 0,-5 4 8 15,9-4 3-15,0 0 0 0,13 4-12 0,14-11-3 16,-6 11 0-16,19-4 0 0,-18 0-51 0,17 4-13 16,-4-8 0-16,8 5 0 0,1 3 54 0,-9 0 8 15,8 0 2-15,-8 0 0 0,9 0-52 0,-5 3-12 16,-9 5 0-16,1-8 0 0,-5 8 0 0,-4-4 0 15,9 3 0-15,-23 1 0 0,-3 4 0 0,-5-12 0 16,-4 7 0-16,8 5 0 0,-8-8 0 0,0 4 0 16,8-1 0-16,-12-3 0 0,-1 0 0 0,-8 0 0 15,0 0 0-15,0-4 0 0,-1 4 0 0,-8-4 0 16,-4-4 0-16,4 4 0 0,0 0 0 0,-17 0 0 16,0 0 0-16,4 0 0 0,-5 0 0 0,-21 0 0 15,9 0 0-15,4-4 0 0,-13 4 0 0,0 0 0 16,0 0 0-16,0 0 0 0,-17-4 54 0,-1 0 8 0,1 0 2 15,0-3 0-15,-9 3-52 0,-9 0-12 0,0 0 0 0,9-4 0 16,-13 4 0-16,-9 1 0 0,5-1 0 0,4 4 0 16,-22-8 0-16,9 4 0 0,-5 4 0 0,1 0 0 15,-14-4 0-15,5 0 0 0,0 4 0 0,0 0 0 16,-13 0 0-16,0 0 0 0,-5-7 0 0,1 3 0 16,-14 4 0-16,1-4 0 0,-1 0 0 0,5-4 0 15,-5 5 0-15,-12-1 0 0,8 0 0 0,4 4 0 16,1-8 0-16,4 4 0 0,-5 0 0 0,1 4 0 15,-1 0 0-15,5 4 0 0,-5 0 0 0,9 4 0 16,9-4 0-16,4 3 0 0,-8 1 0 0,8-4 0 16,-4 4 0-16,9-1 0 0,8 1 0 0,4 4 0 0,5-8 0 15,9 3 0-15,4 1 0 0,4 0 0 0,9-4 0 0,-9 3 0 16,18-3 0-16,-1 0 0 0,14-4 0 0,4 0 0 16,0 0 0-16,0 0 0 0,0 0 0 0,17 0 0 15,5 0 0-15,13-4 0 0,8 0 0 0,9 4 0 16,14-11 0-16,3 7 0 0,9 4 0 0,13-4 0 15,-4-4 0-15,22 4 0 0,8-3 0 0,9 7 0 16,-13 0 0-16,17-8 0 0,0 4 0 0,5 4 0 16,13 0 0-16,-14 0 0 0,10 0 0 0,-1 0 0 15,5 0 0-15,-14 4 0 0,-12-4 0 0,4 8 0 16,-13-8 0-16,4 0 0 0,-4 0 23 0,-5 4 1 16,-25-1 1-16,12-3 0 0,-8 0-40 0,-22 0-8 15,0 0-1-15,-21 4-1 0,-1-4 44 16,5 8 9-16,-4-8 1 0,-14 0 1 0,-4 0-19 0,-9 0-11 0,-4 4 12 0,-13-4-12 15,-13 0 18-15,-8 0-3 0,-14 0-1 0,-9 0 0 16,-12 0 0-16,-9 0 0 0,0 0 0 0,-13 0 0 16,-9 0-14-16,-9-4 0 0,-4 4 0 0,-13 0 0 15,18 0 0-15,-18 0 0 0,0 0 0 0,-4 0 0 16,-9 0 0-16,9 0 0 0,4 0 0 0,26 0 0 16,-13 0 0-16,4 0 0 0,1 0 0 0,-1 4 0 15,1-4-48 1,8-4-13-16,5 4-3 0,-27 0 0 15,31-8-153-15,0 4-31 0,-35-15-7 0,39 11-1 0</inkml:trace>
  <inkml:trace contextRef="#ctx0" brushRef="#br0" timeOffset="4613.241">10546 2466 1728 0,'0'0'38'0,"0"0"8"0,0 0 2 0,0 12 0 0</inkml:trace>
  <inkml:trace contextRef="#ctx0" brushRef="#br0" timeOffset="6297.685">10455 2540 806 0,'0'0'36'0,"0"0"7"0,0 0-35 0,0 0-8 0,13 0 0 0,0-4 0 15,4 4 104-15,-4 0 20 0,5-8 3 0,3 4 1 16,5 4-103-16,5 0-25 0,-1-4 0 0,5 1 0 16,8 3 56-16,5-8 7 0,-4 4 1 0,12 0 0 15,0 0 0-15,5-3 0 0,13 3 0 0,0 0 0 0,0 0-52 16,-9 4-12-16,9 4 0 0,0-4 0 0,4 0 0 16,-9 0 0-16,-4 4 0 0,18-4 0 15,4 4 0-15,0 3 0 0,-14-7 0 0,10 4 0 0,4 0 0 16,-5 0 0-16,9 4 0 0,1-8 0 0,-10 3 22 0,5 1 2 15,0 8 0-15,0-12 0 0,4 8-12 0,-9-1-1 16,10-3-1-16,-14 4 0 0,13-4-10 0,-9 3 10 16,-8 1-10-16,4-4 10 0,-4 4-10 15,0-1 0-15,0-3 0 0,4 0 8 0,0 8-8 0,5-12 8 16,-14 7-8-16,14-3 8 0,-14 4-8 0,5-8 12 16,8 0-12-16,-12 0 12 0,-1 4-12 0,5 0 10 15,0-4-10-15,-9 4 10 0,0 3-10 0,-4-7 0 16,-4 4 0-16,-1-4 0 0,-8 0 8 0,0 0 0 15,4 4 0-15,-13-4 0 0,9 0-8 0,-1 4 0 0,1-4 0 16,0 4 8-16,-9-4-8 0,4 0 0 0,5 0 0 16,-9 0 0-16,0 0 0 0,0 4 0 0,-4-4 12 0,4 0-4 15,-4 0-8-15,-5 0-9 0,5-4 9 16,0 4-13-16,4 0 13 0,-4-4 15 0,-14 4-3 0,14 0-1 16,0 0-11-16,4 0-16 0,-13 0 4 0,4 0 1 15,1 0 11-15,-1 4 0 0,-4-4 0 0,5 0 0 16,-14 4 31-16,9-4 8 0,-9 4 1 0,14-1 1 15,-14 1-65 1,-4 0-14-16,5-4-2 0,-1 0-1 0,0 4 66 0,-4-4 14 0,5-4 2 0,-14 4 1 16,13 0-28-16,-12 0-6 0,8 0 0 15,-9 0-8-15,9 0 19 0,-8 0-3 0,-1-4-1 0,9 4 0 16,-13 0-15-16,0 0 0 0,4-4 0 0,-4 4 0 16,0 0 0-16,0 0 0 0,0 0 0 0,0 0 0 15,0 0 0-15,0 0 0 0,0 0 0 0,-4 0 0 16,-13 0 0-16,12 4 0 0,-12-4 0 0,4 4 0 0,-5-4 0 0,1 0 0 15,-5 0 0-15,-4 0 0 0,-4 0 35 0,-14-4 4 16,-8 0 1-16,0 1 0 0,4-1-13 0,-8 0-3 16,0 0 0-16,-1 0 0 0,1-4-24 0,-1 1 0 15,-4 3-14-15,14-4 5 16,-5 8 9-16,-1-12 11 0,-12 9-3 0,0-1 0 0,-9-4-8 0,5 4 0 16,-5 4 0-16,-22-4 0 0,1 0 0 0,-1 4 0 15,1-7 0-15,-5 7 0 0,4 7 0 0,5-7 0 16,-4 0 0-16,4 0 0 0,-5-7 0 0,5 7 0 15,-5 0 0-15,14 0 0 0,-9 7 0 0,34-7 0 16,-4 0 0-16,-12-7 0 0,-1 7 0 0,0-4 0 0,0 4 0 16,5-4 0-16,-1 4 0 0,-21-4 0 0,-5 4 0 15,18 0 0-15,-9-8 0 0,5 8 0 0,-9 0 0 16,17 0 0-16,4 8 0 0,5-8 0 16,-9 4 0-16,14 0 0 0,3 7 0 0,1-11 0 0,-1 4 0 0,1 0 0 15,-1 8 0-15,10-12 0 0,3 0 0 0,1 4 0 16,-22-1 0-16,17-3 0 0,-9 0 0 0,10 0 0 15,-10 0 0-15,9 0 0 0,9 0 0 0,-9 0 0 16,5 0 0-16,4 0 0 0,-9 0 0 0,9 4 0 16,4 4 0-16,-4-8 0 0,-4 4 0 0,4 0 0 15,0-4 0-15,0 4 0 0,0 3 0 0,-9-7 0 16,9 0 0-16,4 4 0 0,-4 0 0 0,13-4 0 16,-5 0 53-16,5 0 9 0,5 0 2 0,-5 0 0 15,4 0-52-15,5 0-12 0,-10 0 0 0,10 0 0 0,4 0 0 16,-4 0 0-16,8 0 0 0,-4 0 0 0,4-4 0 0,-4 4 0 15,0 0 0-15,9 0 0 0,0 0 0 0,4 0 0 16,0 0 0-16,0 0 0 0,0 0 0 0,0 0 0 16,0 0 0-16,0 0 0 0,8-4 0 0,5 4 0 15,0-7 0-15,9 3 0 0,0 4 0 0,-1-8 0 16,10 8 0-16,4 0 0 0,4-12 0 0,0 9 0 16,9-1 0-16,17-4 0 0,8 0 0 0,-7 4 0 15,3-3 0-15,-4-1 0 0,13 4 0 0,9-7 0 16,-9 3 0-16,9-4 0 0,9 1 0 0,-1 7 0 15,1 4 0-15,-1-12 0 0,-3 5 0 0,7-1 0 16,27 4 0-16,-8 0 0 0,-5 0 0 0,4 4 0 0,0-11-12 16,9 3 12-16,-4 8 0 0,-31 0 0 15,13 0 0-15,-4-8 0 0,-5 8-8 0,14-4 8 0,-5 4 0 0,5 0 0 16,-1 4 0-16,31-4 0 0,5 0 0 0,-18 8 0 16,-5-8 0-16,-4 8 0 0,-17 3 0 0,-4-11 0 15,8 4 0-15,-8 0 0 0,-1 8 0 0,1-9 0 16,-18 5 0-16,0 4 0 0,-4-5 0 0,-18 1 0 15,-4 0 0-15,5-8 0 0,-1 4 0 0,-8 0 0 16,8-1 0-16,-3 5 0 16,3-8 8-16,-4 0-8 0,5 0 0 0,-14 4 0 0,-4-4 0 0,0 0 0 15,-4 0 8-15,13 0-8 0,-18-4 0 0,0 4 0 16,5 0 0-16,-13 0 0 0,-5 0 0 0,5 0 0 16,-5 0 0-16,1 0 0 0,-1 0 0 0,-8 0 0 15,4 0 0-15,-4 0 0 0,-1 0-13 0,-3 0 4 16,-1 0 0-16,-4 0 0 0,0 0 0 0,0 0 0 0,0 0-1 0,0 0 0 15,-9 0 0-15,-8 0 0 0,-1 0 10 16,-12 0-13-16,13 0 5 0,-9-8 8 0,8 8-8 0,-8 0 8 16,-9-3 0-16,14 3 0 15,-10-4 24-15,5 0 8 0,-4 4 3 0,-5 0 0 0,-4 0-35 0,-4 0 0 16,-5 0 0-16,-17-8 0 16,4 8-19-16,-9 0-10 0,10-4-3 0,-14-3 0 0,-4 3 32 15,0 0 0-15,-14-4 0 0,1 4 0 0,0-3 0 0,8-1 0 16,-3 0 0-16,3 4 0 0,-12-11 0 0,21 11 10 15,-4-8-10-15,-1 8 12 0,-7 1-12 0,3-5 0 16,-26 0 0-16,14 4 0 0,-9-3 0 0,-22 3 0 16,13 0 0-16,-9 0 0 0,1 4 0 0,8-8 0 15,4 8 0-15,9 0 0 0,-4 0 24 0,9 0-1 16,-10 8 0-16,10-8 0 0,-14 0-33 0,18 0-6 0,0 4-2 16,8 0 0-16,5 7 29 0,0-11 5 0,-4 0 2 0,3 0 0 15,1 4-18-15,0 0 0 0,0 8 0 16,8-12 0-16,5 7 0 0,-4 5 0 0,-1-12 0 0,9 4 0 15,9 0 0-15,0 7 0 0,-17-7 0 0,8 0 0 16,5 8 0-16,-10-5 0 0,6 5 0 0,8-8 0 16,4 7 0-16,-4-7 0 0,13 4 0 0,-1-4 0 15,10 0 0-15,4-4 0 0,-4 0 0 0,8 0 0 16,0 0-99-16,5-4-23 16,-1 0-5-16,14 4-1 0</inkml:trace>
  <inkml:trace contextRef="#ctx0" brushRef="#br0" timeOffset="13790.145">17885 3470 518 0,'0'0'46'0,"0"0"-37"0,0 0-9 0,0 0 0 15,0 0 127-15,9 12 23 0,-5 3 5 16,0-7 1-16,-4-8-84 0,0 0-16 0,9 8-3 0,-9-8-1 16,0 0 10-16,0 0 2 0,0 0 0 15,0 0 0-15,9 7 51 0,-9-7 10 0,0 0 3 0,0 0 0 16,0 0-31-16,0 0-5 0,0 0-2 0,13-7 0 16,-13-1-21-16,0 0-4 0,4 0-1 0,-4 1 0 15,-4 3-12-15,4-8-4 0,-5 5 0 0,-3-1 0 16,3 0 5-16,-8 4 1 0,5-7 0 0,-5 7 0 15,4 0-43-15,-9-8-11 0,1 9 0 0,0-1 0 16,-1 0 40-16,5 4 5 0,5 0 2 0,-10 0 0 0,-3 0-27 16,8 0-6-16,-9 8-1 0,0-5 0 0,5 1-5 15,-5 4 0-15,5 0-8 0,-5 3 12 0,5 9-12 0,-9-1 8 16,4 0-8-16,4 8 0 0,10 0 0 0,-10 4 0 16,1 8 0-16,4-5 0 0,4 5 0 0,-4 0 0 15,9-1 0-15,0 1 0 0,-5 0 0 0,9-9 0 16,9 5 0-16,-5-4 0 0,13 4 8 0,-8-4-8 15,4-12 0-15,4 4 9 0,-8 0-9 0,17-3-12 16,-4-1 2-16,13 0 1 0,4-7 9 0,-9 3 16 16,5-3-4-16,4-12-1 0,0 4-11 0,4 0-11 15,-12-4 3-15,4 0 0 16,-1 0-88-16,-8-4-18 0,5 0-3 0,-10-4-737 0,1 8-147 16</inkml:trace>
  <inkml:trace contextRef="#ctx0" brushRef="#br0" timeOffset="14103.202">18458 3717 1728 0,'0'0'76'0,"0"0"16"16,0 0-73-16,0 0-19 0,0 0 0 0,0 0 0 16,0 0 106-16,0 0 18 0,0 0 3 0,0 0 1 15,0 0 0-15,9 0 0 0,4 0 0 0,4-4 0 0,5 1-103 0,-5-1-25 16,5 4 0-16,-5 0 0 0,9 0 39 0,-4-8 2 16,4 8 1-16,-4 0 0 0,-5 0-33 0,1 0-9 15,-10 0 0-15,5 0 0 16,-4 0-30-16,4 0-10 0,-13 0-3 0,13 8 0 15,-13-8-160-15,4 0-32 0,-4 0-6 0</inkml:trace>
  <inkml:trace contextRef="#ctx0" brushRef="#br0" timeOffset="14403.919">18276 3933 1807 0,'0'0'80'0,"0"0"16"0,0 0-76 0,0 0-20 0,0 0 0 0,0 0 0 16,0 0 109-16,0 0 19 0,0 0 3 0,0 0 1 16,0 0-40-16,0 0-8 0,17 4-2 0,-13 0 0 15,9-4-23-15,5 0-5 0,-1 0-1 0,-4 0 0 16,13 0-7-16,-8 0-2 0,-5-4 0 0,13 4 0 15,0-4-10-15,4 1-2 0,-8 3-1 0,4 0 0 16,4 0-9-16,-4 0-2 0,-4 0 0 0,4 0 0 16,-4-4-20-16,0 4 0 0,-5 0 0 0,0 0 0 15,1 0-96-15,3-8-23 0,-3 4-5 0,-1 0-1133 16</inkml:trace>
  <inkml:trace contextRef="#ctx0" brushRef="#br0" timeOffset="15196.758">19518 3420 979 0,'0'0'87'0,"0"0"-70"0,0 0-17 0,0 0 0 16,0 0 152-16,0 0 26 16,0 0 6-16,0 0 0 0,0 0-84 0,4 0-18 0,13 8-3 0,-12-4-1 15,8 3-27-15,-9-3-6 0,9 4-1 0,-9 0 0 16,5-1-12-16,0 5-2 0,0-4-1 0,-1 7 0 16,1-3 28-16,4 3 6 0,-13 1 1 0,9 3 0 15,-1 0-52-15,-8 0-12 0,0-7 0 0,0 7 0 16,-8 1 54-16,3 3 8 0,1 0 2 0,0 4 0 15,-9-8-52-15,8 4-12 0,-12-3 0 0,8-1 0 16,0 0 32-16,-4 5 4 0,5-5 1 0,-5 0 0 16,0 0-25-16,4-7-12 0,-8 3 10 0,12 1-10 15,-12-5 0-15,13 1 8 0,-9 0-8 0,0-1 0 16,4-3 0-16,0 0 0 0,0-4-12 0,9 3 12 16,-4 5-43-16,-5-4-1 0,9-8-1 15,0 0 0-15,0 0-142 0,0 0-28 0,0 0-5 0</inkml:trace>
  <inkml:trace contextRef="#ctx0" brushRef="#br0" timeOffset="15602.407">20039 3393 1209 0,'0'0'108'0,"0"0"-87"0,0 0-21 0,0 0 0 16,0 0 156-16,0 0 26 0,0 0 6 0,0 0 0 15,0 0-64-15,0 0-12 0,0 0-4 0,0 0 0 16,0 0-43-16,0 0-9 0,-5 4-1 0,1 0-1 16,-5 0-2-16,5-1 0 0,4-3 0 0,-4 12 0 15,-1-4-12-15,-3 3-2 0,3-7-1 0,1 12 0 16,4-9-12-16,-9 9-2 0,5-1-1 0,4 1 0 15,-4-1-22-15,4 8 8 0,0 8-8 0,0-8 0 16,0 0 0-16,0 8 0 0,0 0 0 0,0 4 0 16,4-4 0-16,9 0 0 0,-13 0 0 0,17 0 0 15,-12-4 0-15,12 3 0 0,-8-6 0 0,8-1 0 0,-4-4 24 16,9 0 0-16,-5 1 0 0,1-1 0 16,-1-11-24-16,0 3 0 0,5 1 0 0,-5-4 0 0,5-5-11 15,-13 1 0-15,8-4 0 0,-4 0 0 16,5 0-29-16,-10-4-5 0,1 1-2 0,-5-1 0 15,1 0-159-15,-5 4-32 0,13-8-6 0</inkml:trace>
  <inkml:trace contextRef="#ctx0" brushRef="#br0" timeOffset="16010.192">19314 3389 691 0,'-5'0'61'0,"-3"0"-49"0,3 0-12 0,1-4 0 16,4 4 233-16,-9-4 44 0,5 4 9 0,4 0 2 15,0 0-155-15,0 0-30 0,0 0-7 0,0 0 0 16,0 0-26-16,0 0-5 0,0 0-1 0,0 0 0 16,0 0-3-16,0 0-1 0,13 0 0 0,-4 0 0 15,4-4 14-15,4 4 2 0,0 0 1 0,1 4 0 16,3-4-25-16,1 4-4 0,13 0-2 0,0-4 0 16,4 0-20-16,0-4-4 0,9 4-1 0,-1 0 0 0,-3 0-13 15,3-4-8-15,-3 4 10 0,8-4-10 16,-9 4 0-16,1-3 0 0,-5-1 0 0,9 0 0 0,-9 0 0 15,-4 0 0-15,-9 0-11 0,4 4 11 16,-4-7-60-16,4 3-4 0,-8 4 0 0,4-4-1 16,5 4-135-16,-14 0-28 0,5 0-4 0</inkml:trace>
  <inkml:trace contextRef="#ctx0" brushRef="#br0" timeOffset="16401.2">21298 3370 1267 0,'0'0'28'0,"0"0"5"0,0 0 2 0,0 0 1 0,0 0-36 0,0 0 0 0,0 0 0 0,0 0 0 16,0 0 109-16,0 0 15 0,0 0 4 0,0 0 0 16,0 0 0-16,0 0 0 0,0 0 0 0,0 11 0 15,-4-3-52-15,-9 0-9 0,13 3-3 0,-5 1 0 16,-8-12 0-16,9 8 0 0,-9 3 0 0,9-7 0 16,-14 12-51-16,1-9-13 0,0 5 0 0,-1-1 0 15,-4 5 54-15,5-1 8 0,0-3 2 0,-1 3 0 0,1 5-52 16,-5-1-12-16,5-4 0 0,4 5 0 0,-4-1 0 15,-10-4 0-15,14 5 0 0,-4-1 0 0,0-3 0 16,-1-1 0-16,5 4 0 0,5-11 0 16,-5 4-33-16,8-1-10 0,-8-3-1 15,13-8-1-15,-4 4-111 0,4-4-23 0,0 0-4 0,0 0-841 16</inkml:trace>
  <inkml:trace contextRef="#ctx0" brushRef="#br0" timeOffset="16701.217">20773 3377 864 0,'0'0'38'0,"0"0"8"0,0 0-37 0,0 0-9 0,4-7 0 0,5-1 0 16,-9 4 288-16,0 4 56 0,8-4 12 0,-8 4 1 15,13 0-201-15,-8 0-40 0,8 0-8 0,-9 0-1 16,9 0-50-16,-9 8-9 0,14-4-3 0,-9 7 0 15,4-3-6-15,0 8-2 0,8 3 0 0,-3 0 0 16,-1-7-6-16,0 7-2 0,5 8 0 0,0-8 0 16,-9 5-12-16,0-1-2 0,4 0-1 0,5 4 0 15,4 0-34-15,-9-4-8 0,5 0 0 16,-5 1-1-16,5-1 74 0,0-4 15 0,-5 0 4 0,1-3 0 16,-1-1-103-16,-8-3-20 0,4-1-4 15,0-3-1-15,-9 0 0 0,-4-8 0 0,0 0 0 0,17 0-751 16,-8 0-150-16</inkml:trace>
  <inkml:trace contextRef="#ctx0" brushRef="#br0" timeOffset="17746.853">21811 3177 748 0,'0'0'67'0,"0"0"-54"0,0 0-13 0,0 0 0 16,0 0 169-16,0 0 31 0,0 0 7 0,4-4 1 16,-4 4-64-16,9-8-13 0,-5 0-3 0,0 5 0 15,9-9-51-15,-8 4-10 0,8-7-3 0,-9 7 0 16,13 0 0-16,-12-3 0 0,8-1 0 0,8 4 0 15,-8 5 0-15,0-9 0 0,5 4 0 0,-1 1 0 16,1 3-51-16,-1 0-13 16,0 4 0-16,-8 0 0 0,4 0 0 0,4 4 0 0,1-4 0 0,-14 11 0 15,9-11 0-15,-4 8 0 0,0 4 0 0,-1-5 0 16,1 5 0-16,-5-4 0 0,1 3 0 0,8 9 0 16,-13-5 54-16,0 4 8 0,4 1 2 0,-4-1 0 15,-4 0-52-15,4-3-12 0,0 7 0 0,-9-4 0 16,5 0 0-16,-1 1 0 0,1-1 0 0,-9 4 0 0,0-4 0 15,4-3 0-15,0 3 0 0,1 1 0 0,-14-1 0 0,9 8 0 16,0-8 0-16,0 4 0 0,-4 1 0 0,-14 6 0 16,10-3 0-16,-1-7 0 0,4 3 0 0,-3 0 0 15,3 0 0-15,1-3 0 16,-5-1 0-16,5 0 0 0,-5 0 0 0,5-3 0 0,8-1 54 0,0-3 8 16,-8-1 2-16,13 1 0 0,-5-4-56 0,9-8-8 15,0 0 0-15,-9 8-10 0,9-8 10 0,0 0 0 16,0 0 10-16,0 0-10 0,0 0 10 0,0 0-10 15,0 0 10-15,9 7-10 0,8-11 0 0,1 4 0 16,4 0 0-16,4 0 0 0,-5-3 0 0,5 3 0 16,5 0 0-16,-5-8-10 0,4 4 10 0,-8 4 0 0,0-4 0 15,8 4 0-15,-17 0 0 0,13-4 0 16,-4 0 0-16,0 4 0 0,-5-4 0 0,5 4 0 16,-5-3 0-16,5 3 0 0,8-4 0 0,-8 0 0 0,-5 0 0 15,1 0 0-15,3 0 0 0,-3 4 0 0,-1-4 0 0,0 1 0 31,-8-1-53-31,4 4-9 0,-13 0-2 0,9 0 0 16,4 0 19-16,0-4 3 0,-13 4 1 0,4 0 0 0,0 0-214 16,10 0-42-16</inkml:trace>
  <inkml:trace contextRef="#ctx0" brushRef="#br0" timeOffset="18188.242">23343 3177 691 0,'0'0'61'0,"0"0"-49"16,0 0-12-16,0 0 0 0,0 0 172 0,0 0 32 0,0 0 7 0,0 0 1 15,0 0-113-15,0 0-23 0,0 0-4 0,0 0 0 16,0 0-4-16,0 0-1 0,0 0 0 0,0 0 0 16,0 0 4-16,0 0 1 0,-4 4 0 0,-5 7 0 15,1-7-16-15,3 11-2 0,-12-7-1 0,4 4 0 16,0-1-13-16,0 1-2 0,-4 11-1 0,-9-11 0 15,4 3-13-15,-4 4-2 0,4 1-1 0,5-5 0 16,-1 4-9-16,1 1-3 16,0 3 0-16,-1-4 0 0,-4 1-9 0,5-1 0 0,0 4 0 0,-5-4 8 15,5 1-8-15,-1-5 0 0,10 4 0 0,-10-3 0 16,5-5 0-16,9 9-12 0,-14-13 2 0,14 5 1 16,-5-8-41-1,5 0-8-15,4-4-2 0,0 0-679 0,0 0-136 0</inkml:trace>
  <inkml:trace contextRef="#ctx0" brushRef="#br0" timeOffset="18519.303">22848 3142 921 0,'0'0'82'0,"0"0"-66"15,0 0-16-15,0 0 0 0,0 0 243 0,0 0 45 16,0 0 8-16,0 0 3 0,0 0-168 0,0 0-34 16,0 0-6-16,0 0-2 0,0 0-38 0,0 0-8 15,0 0-2-15,5 12 0 0,8-9-5 0,-5 13-2 0,5-12 0 0,5 11 0 16,-9 4-2-16,4 1 0 0,4-5 0 0,0 5 0 16,1 3-4-16,-1 4 0 15,5-4-1-15,-5 0 0 0,0 0-12 0,-8 0-3 0,13 1 0 0,-5-5 0 16,5 8-12-16,-5-8 8 0,1-7-8 0,-1 3 0 15,5 5 0-15,-9-1 0 0,4-11 0 0,-8 7 0 16,0 0 0-16,8-7-18 0,-13 4 2 0,-4-12 1 31,9 0-109-31,-9 0-23 0,9 0-4 0,-1 0-941 0</inkml:trace>
  <inkml:trace contextRef="#ctx0" brushRef="#br0" timeOffset="19284.088">23721 3161 691 0,'0'0'61'0,"0"0"-49"0,0-7-12 0,13-5 0 16,-13 8 204-16,0 4 37 0,5-4 8 0,-5 4 2 16,0-11-95-16,4 7-20 0,-4 4-3 0,0 0-1 15,0 0-46-15,0 0-10 0,0 0-1 0,0 0-1 16,0 0-28-16,0 0-6 0,0 0 0 0,0 0-1 16,0 0-12-16,0 15-3 0,9-3 0 0,-9 3 0 15,-9 5 0-15,18 3 0 0,-5 4 0 0,0-8 0 16,-4 8-4-16,5-4 0 0,3 4-1 0,-3 4 0 15,-1-4-3-15,5 0 0 0,-18 0 0 0,18-4 0 16,-5 4-5-16,0 0-2 0,-4-3 0 0,9-1 0 16,-9-4-9-16,4 0 12 0,-4-7-12 0,0 0 12 0,0 3-12 15,0-11 10-15,0 4-10 0,-4-1 10 0,4-7-10 0,0 0 12 16,0 0-12-16,0 0 12 0,-9 4-12 0,9-4 12 16,0 0-12-16,0 0 12 0,0 0 0 0,0 0 0 15,-4-4 0-15,4 4 0 0,-4-7 0 0,-9-5 0 16,8 0 0-16,-3-3 0 0,3-4-12 0,5-1 12 15,-4 1-12-15,4-4 12 0,0 4-12 0,0 3 0 16,-4-3 9-16,-5 0-9 0,5-8 0 0,-1 7 0 16,10-3 0-16,-5 4 0 0,0 3 0 0,-5-3 8 15,5 0-8-15,0-1 0 0,5 1 9 0,-5-4-9 16,0 4 12-16,0 3-12 0,13 1 12 0,-9 3-12 16,-4-7 12-16,4 3-12 0,1 1 9 0,8 7-9 15,4-11 0-15,-4 7 9 0,-4-3-9 0,4-1 0 0,9 1 0 0,-5 7 0 16,0-7 11-16,1 11 0 0,3-11 0 0,-3 3 0 15,-1 8-11-15,-4-4 0 0,4 8 0 0,1-7 0 16,-5 3 0-16,4 4 0 0,-12 0 0 0,12 0 0 31,-13 0-49-31,9 4-12 0,-8-8-3 0,8 8 0 0,-9 3-116 16,9-7-23-16,9 4-5 0,-5 0 0 0</inkml:trace>
  <inkml:trace contextRef="#ctx0" brushRef="#br1" timeOffset="40445.59">17464 6092 403 0,'0'0'36'0,"0"0"-36"0,0 0 0 0,0 0 0 16,0 0 213-16,0 0 36 0,0 0 7 0,0 0 2 15,0 0-137-15,0 0-27 0,0 0-6 0,0 0 0 16,0 0-20-16,13-4-3 0,-13 4-1 0,0 0 0 0,4-8 5 0,0 0 1 15,5 1 0-15,-9 7 0 0,0-8 4 0,0 0 1 16,4 0 0-16,-4-3 0 0,0 3-11 0,-4-3-3 16,4-1 0-16,-9 0 0 15,5 5-9-15,0-5-3 0,4 4 0 0,-13-3 0 0,8-1-12 0,-3 4-2 16,-1 1-1-16,5-5 0 0,-9 4-9 0,8 1-1 16,-8-5-1-16,9 4 0 0,-14 5-7 0,5-1-2 15,5 4 0-15,-5-8 0 0,0 0 1 0,4 4 0 16,-8 1 0-16,-1-1 0 0,1 4-2 0,0-4 0 15,-1 4 0-15,10 0 0 0,-14 0-13 0,4 4-15 16,1 0 3-16,-5 3 1 0,14-3 11 0,-1 8 0 16,-4-1 0-16,4 1 0 0,-8-4 20 0,0 3 7 15,-1 1 1-15,5 3 0 16,-4 5-45-16,8-1-9 0,-8 4-2 0,-1 0 0 0,5 0 47 0,5 4 9 16,-10 0 1-16,14 4 1 0,-5-4-30 0,1 4 8 0,8 4-8 0,-9-4 0 15,9 0 0-15,0-4 0 0,-5 4 0 0,10-4 0 16,4 0 0-16,-1-4 8 0,5 4-8 0,5-4 0 15,-10-4 0-15,18 1 11 0,-4-5-11 0,4 0 10 16,5-3-10-16,-10-4 12 0,14 3-12 0,4-3 12 16,-13-4-12-16,9 0 10 0,0-4-10 0,-1 0 10 15,-12 0-10-15,-5-4 0 0,5 4 0 0,-5-4 0 16,1 4 0-16,-1 0 0 0,-8 0-9 0,-9 0 9 16,0 0-32-16,13 0 0 0,-4 0 0 0,-9 0 0 15,0 0-126-15,0 0-25 0,0 0-5 0</inkml:trace>
  <inkml:trace contextRef="#ctx0" brushRef="#br1" timeOffset="41350.848">16309 6987 288 0,'0'0'25'16,"0"0"-25"-16,-5-4 0 0,5 4 0 15,-13 0 180-15,9-3 30 0,4-5 6 0,-9 4 2 0,9 4-122 16,0 0-24-16,0 0-4 0,0 0-2 16,-9-4 6-16,9 0 0 0,-13 0 1 0,13 4 0 15,0 0-6-15,0 0-2 0,0 0 0 0,0 0 0 0,0 0-2 0,0 0-1 16,-4-3 0-16,4 3 0 0,0 0 8 0,0 0 2 16,0 0 0-16,-4 3 0 0,-5 1-8 0,5 0 0 15,4-4-1-15,0 0 0 0,0 0-18 0,0 0-3 16,0 0-1-16,0 0 0 0,0 0-12 0,0 0-2 15,0 0-1-15,13 4 0 0,-5 0-4 0,5 0-1 16,5-4 0-16,-1 0 0 0,1-4-1 0,3 4-1 16,1-4 0-16,0 0 0 0,8 0 1 0,-8 0 0 15,17 4 0-15,-4-3 0 0,4-1-7 0,0 4-1 16,0-4 0-16,-4 0 0 0,4 0-2 0,0-4-1 16,0 8 0-16,0-3 0 0,4-1-9 0,5 4 0 15,9 0 0-15,-5-4 8 0,-9-4-8 0,14 0 0 16,-5 5 0-16,4-1 0 0,-8-4 0 0,4 4 0 15,0 4 0-15,-8-4 0 0,8 4 0 0,-9-4 0 0,9 1 0 0,-4-1 0 16,-9 4 8-16,9 4-8 0,-5-4 0 0,5 0 8 16,-5-4 2-16,1 4 0 0,4-4 0 0,-9 4 0 15,-5 0 6-15,6 0 2 0,-6 4 0 0,-3-4 0 16,-1 0-18-16,9-4 0 0,-13 4-11 0,5 0 11 16,3 0 0-16,-3 4 0 0,4 0 0 0,-1-1 0 15,-12-6-13-15,8 3 1 0,-4 0 0 0,5 0 0 16,4-4 20-16,-5 4 4 0,0 0 0 0,5-4 1 15,-9 4-13-15,5-4-18 0,-10 4 4 0,1-4 1 16,0 0 21-16,-1 4 4 0,5 0 0 0,-13 0 1 16,5 0-13-16,-1 0-18 0,-4 0 4 15,5 4 1-15,-10-4 21 0,5 4 4 0,5-8 0 0,-10 8 1 0,5 0-13 16,5 0-18-16,-10 0 4 0,1-4 1 0,0 3 13 16,0 1 16-16,-1-4-3 0,-8 0-1 0,13 4-12 15,-13-4-16-15,0 0 3 0,0 0 1 16,0 4-42-16,0-4-8 0,0 0-2 0,0 0 0 15,0 0-153-15,0 0-31 0</inkml:trace>
  <inkml:trace contextRef="#ctx0" brushRef="#br1" timeOffset="46038.766">16369 7582 460 0,'0'0'41'0,"0"0"-33"0,0 0-8 0,0 0 0 16,0 0 218-16,0 0 42 0,0-4 8 0,0 4 1 15,0 0-129-15,0 0-25 0,0 0-6 0,0 0-1 16,0 0-5-16,0 0-2 0,9-12 0 0,-5 5 0 0,-4 7-33 15,5-8-6-15,8 0-2 0,4 4 0 16,-8 1 8-16,4-1 0 0,-9 4 1 0,9 0 0 16,9-8-55-16,-5 4-14 0,1 4 0 0,8-4 0 15,4 0 54-15,-8 4 8 0,13 0 2 0,-9 0 0 0,8 0-52 16,-8 0-12-16,5 0 0 0,4 0 0 0,-14 0 0 0,14-3 0 16,-9-1 0-16,4 0 0 0,10 4 0 0,-6 0 0 15,-3 0 0-15,-1-4 0 0,-4 4 0 0,5 0 0 16,-14 0 0-16,0-4 0 0,5 4 0 0,-5-4 0 15,5 0 0-15,-5 1 0 0,-8-1 0 0,4 0 0 16,0 4 0-16,-8 0 0 0,3-4 0 0,-8 4 0 16,0 0 0-16,0 0 0 15,0 0-48-15,0 0-13 0,0 0-3 0,0 0 0 16,0 0-153-16,0 0-31 0,0 0-7 0,0 0-1 0</inkml:trace>
  <inkml:trace contextRef="#ctx0" brushRef="#br1" timeOffset="46459.144">16691 7578 1850 0,'0'0'40'0,"0"0"9"0,0 0 2 0,8 8 1 0,-8-8-41 0,5 7-11 16,-1 1 0-16,-4-8 0 0,13 4 26 0,-13-4 3 16,4 12 1-16,9-5 0 0,-13-7-30 0,5 8 0 15,-5-8 0-15,8 12 0 0,1-1 49 0,-9 1 4 16,5-1 1-16,-5 1 0 0,0 3-35 0,0 1-7 15,-5-1-2-15,5 1 0 0,-9-1 60 0,5 1 12 16,0-1 2-16,-1 4 1 0,-8 1-45 0,9-1-8 16,-9 0-3-16,4 4 0 0,-4-3-12 0,-8 3-2 15,8 0-1-15,4 0 0 0,-8-3-14 0,-1-1 0 16,1-4 0-16,-1 1 0 0,1 3 0 0,4-3 0 16,4-5 0-16,-8 1 0 15,0-5-48-15,4 1-13 0,4-4-3 0,9-4 0 16,0 0-73-16,0 0-15 0,0 0-4 0</inkml:trace>
  <inkml:trace contextRef="#ctx0" brushRef="#br1" timeOffset="46844.862">16912 7578 979 0,'0'0'43'0,"0"0"9"15,0 0-41-15,0 0-11 0,0 0 0 0,0 0 0 0,0 0 194 16,0 0 37-16,0-8 7 0,9 4 2 0,0-3-145 0,-9 7-29 16,0 0-6-16,0 0 0 0,0-8-18 0,0 8-3 15,0 0-1-15,0 0 0 0,0 0 19 0,0 0 4 16,0 0 1-16,0 0 0 0,0 0-5 0,4 15-1 15,0-3 0-15,-4 3 0 0,9 5-15 0,-9-5-3 16,0 1-1-16,0 7 0 0,0 0-17 0,4 8-4 16,-4-8-1-16,0 0 0 0,0 8-7 0,0-4 0 15,13-4-8-15,-8 4 12 0,-5-4-12 0,8 1 0 16,1 3 0-16,0-4 0 0,4-4 0 0,0 0 0 16,0-3 0-16,0 3 0 0,8 1 12 0,-7-5 2 15,-6-3 1-15,5-1 0 16,5 1-63-16,-1-5-13 0,0-3-3 0,5 0 0 15,-5-4-54-15,1 0-11 0,4-8-3 0</inkml:trace>
  <inkml:trace contextRef="#ctx0" brushRef="#br1" timeOffset="47405.242">18046 7570 403 0,'0'0'36'15,"0"0"-36"-15,0 0 0 0,0 0 0 0,0 0 301 0,0 0 54 0,0 0 10 0,0 0 3 16,0 0-249-16,0 0-50 0,0 0-9 0,0 0-3 15,0 0 1-15,0 0 0 0,0 0 0 0,0 0 0 16,8-4-6-16,-8 4 0 0,0 0-1 0,0 0 0 16,0 0 5-16,0 0 0 0,0 0 1 0,-4 8 0 15,0 4-19-15,4-1-4 0,-18 5-1 0,14-5 0 16,-9 5 11-16,0-1 3 0,-5 5 0 0,5-5 0 16,-4 4-31-16,0 1-7 0,-1-5-1 0,-3 4 0 15,3 1-8-15,1-1 0 0,-1-4 0 0,5 5 0 16,5-5 0-16,-5 1 0 0,4-1 0 0,-4 0-11 15,9-3 3-15,-14 4 0 0,14-1 0 0,-13-3 0 16,8-1-28-16,5 1-6 16,-1-5-1-16,-3 1 0 0,8-8-17 0,0 0-3 0,-5 8-1 15,5-8 0-15,0 0-116 0,0 0-23 0,0 0-5 0,0 0-658 16</inkml:trace>
  <inkml:trace contextRef="#ctx0" brushRef="#br1" timeOffset="47752.664">17707 7601 403 0,'0'0'17'0,"0"0"5"0,0 0-22 0,0 0 0 0,0-8 0 0,0 8 0 16,0 0 343-16,0 0 64 0,9-7 13 0,-9 7 2 15,0 0-244-15,8-8-49 0,-8 8-9 0,0 0-3 16,5-4-26-16,8 4-6 0,-9-4-1 0,9 0 0 16,-13 4-67-16,4 4-17 0,5 4 0 0,0 0 0 15,-5 3 0-15,9-3 0 0,-4 4 0 0,4-1 0 16,4 5 55-16,-8-1 7 0,4 4 2 0,4 1 0 31,1 3-73-31,3-4-15 0,-3 4-2 0,-10 1-1 0,10-5 43 0,-1-4 9 0,-4 5 2 0,4-5 0 16,-8 4-42-16,4-3-8 0,5-1-1 0,-14 1-1 15,9-5-11-15,-4 1-3 16,4-1 0-16,-13-3 0 0,0-8-71 0,8 4-14 16,1 0-4-16,-9-4-921 0</inkml:trace>
  <inkml:trace contextRef="#ctx0" brushRef="#br1" timeOffset="48544.618">18462 7462 864 0,'0'0'76'0,"0"0"-60"0,0-8-16 0,0 8 0 15,0 0 188-15,0-7 34 0,0-1 7 0,-4 0 2 16,4 1-127-16,0-1-24 0,9-4-6 0,4 1-1 16,-5 3-7-16,6 0-2 0,3 1 0 0,0-1 0 15,5 0 0-15,-5 4 0 0,1 0 0 0,3 1 0 16,-3-9 0-16,-1 8 0 0,5 0 0 0,-5 4 0 0,1-4-51 16,-10 4-13-16,5 0 0 0,5 0 0 0,-14 0 0 0,13 0 0 15,-12 4 0-15,-5-4 0 0,13 4 0 0,-13-4 0 16,4 4 0-16,9 4 0 0,-8-1 0 0,-1 1 0 15,5 0 0-15,-5 0 0 0,0-1 54 0,-4 5 8 16,0-1 2-16,0 1 0 0,0 0-52 0,0 3-12 16,-4 0 0-16,4 5 0 0,-4-5 0 0,-5 5 0 15,5 3 0-15,-1-4 0 0,-8 0 39 0,9 1 5 16,-14 7 0-16,14-8 1 0,-9 4-32 0,0-4-13 16,0 1 11-16,-4 3-11 0,-1-4 9 0,1 4-9 15,-5-3 8-15,5-1-8 0,4 4 9 0,-5-7-9 16,1-1 10-16,8 0-10 0,-8 5 11 0,0-9-11 15,-1 5 12-15,14-5-12 0,-9 1 10 0,9-4-10 16,-1 3 8-16,-4-3-8 0,9-8 12 0,0 0-4 0,0 0 0 16,0 0 0-16,0 0 0 0,0 0 0 0,0 0 0 0,0 0 0 15,18 0-8-15,-1 4 10 0,1-4-10 0,-1 0 10 16,0 0-10-16,1 0 0 0,-1-4 0 0,5 4 8 31,-5 0-28-31,1-4-7 0,-10 0-1 0,10 0 0 0,-1 4 28 0,0 0 0 0,1-3 0 0,-10 3 0 16,5 0 0-16,5 0 0 0,-10-4 0 0,6 4 0 15,-1-4 0-15,-5 4 0 16,5-4 0-16,-4 4 0 0,0 0 0 0,8-4 0 0,-13 4 0 0,5-4 0 16,4 0 0-16,0 4 0 0,-4-3 0 0,4-1 0 15,-9 4-56-15,9 0-7 0,-13 0-1 16,0 0 0-16,0 0-204 0,0 0-42 16,0 0-8-16,0 0-2 0</inkml:trace>
  <inkml:trace contextRef="#ctx0" brushRef="#br1" timeOffset="49335.493">20351 6570 1551 0,'5'0'34'0,"-5"0"7"0,0 0 2 0,0 0 1 0,0 0-36 0,0 0-8 0,0 0 0 0,0 0 0 16,0 0 92-16,0 0 17 0,0 0 3 0,0 0 1 16,0 0-49-16,0 0-11 0,0 0-1 0,17 4-1 15,-13 0 21-15,10-4 4 0,3 4 0 0,-17-4 1 16,0 0-10-16,4 0-3 0,14 0 0 0,-10 0 0 15,5 0-51-15,5 0-13 0,-1 0 0 0,5 0 0 16,-5 0 54-16,9 0 8 0,0 0 2 0,-4 0 0 16,-5-4-52-16,5 4-12 0,-5 0 0 0,5 0 0 15,0 0 0-15,-5 0 0 0,-4 0 0 0,9 0 0 16,-13 0 0-16,4 0 0 0,0 0 0 0,-5 0 0 16,5-4-48-1,-13 4-13-15,0 0-3 0,5 0 0 0,8 0-102 0,-13 0-21 16,0 0-4-16,0 0-478 0,0-4-96 0</inkml:trace>
  <inkml:trace contextRef="#ctx0" brushRef="#br1" timeOffset="49736.188">20351 6783 1497 0,'-8'19'66'0,"8"-19"14"0,0 0-64 0,0 0-16 0,0 0 0 0,0 0 0 16,0 0 101-16,0 0 17 0,0 0 3 0,0 0 1 15,0 0-42-15,0 0-8 0,0 0-1 0,0 0-1 16,0 0-26-16,0 0-4 0,13 4-2 0,0 0 0 15,-13-4 42-15,4 0 8 0,14 4 1 0,-10-4 1 16,5 0-72-16,5-4-18 0,-14 0 0 0,9 4 0 16,4-4 54-16,1 4 7 0,3 0 2 0,-3-4 0 15,4 0-50-15,4-3-13 0,4 3 0 0,-13 0 0 16,9 4 0-16,5 0 0 0,-9 0 0 0,-1 0 0 16,1-4 0-16,0 4 0 0,-5-4 0 0,9 0 0 15,-13 4 0-15,4 0 0 0,-4 0 0 0,5-4 0 0,-1 4 0 16,-8 0 0-16,0 4 0 0,8-4 0 15,-13 0-48-15,-4 0-12 0,18-4-3 0,-18 4-751 16,0 0-150-16</inkml:trace>
  <inkml:trace contextRef="#ctx0" brushRef="#br1" timeOffset="50644.605">21854 6312 1177 0,'0'-4'52'0,"0"4"11"0,9-4-51 0,-9 0-12 0,0 4 0 16,0-8 0-16,0 5 115 0,4-1 20 16,-4-4 4-16,0 8 1 0,0 0-51 0,0 0-9 0,0 0-3 0,4 0 0 15,9-4-10-15,-13 4-3 0,0 0 0 0,0 0 0 16,0 0 0-16,0 0 0 0,0 0 0 0,9 8 0 16,0 3 0-16,-5 1 0 0,0 3 0 0,5 5 0 15,-5-5-51-15,-4 4-13 0,5 5 0 0,-5-1 0 16,8 0 0-16,-8 4 0 0,0-4 0 0,0 4 0 15,0-4 34-15,5 1 4 0,-5-1 1 0,0 0 0 16,0 0-11-16,0-4-3 0,4 1 0 0,-4-1 0 16,0-4-25-16,0 5 0 0,0-5 0 0,4 1 0 15,-4-5-8-15,0 1-8 0,0-5 0 0,0-7-1 16,0 0 27-16,0 0 6 0,0 0 0 0,0 0 1 16,0 0-17-16,0 0 0 0,0 0 0 0,0 0 0 0,0 0 0 0,0 0 0 15,0 0 0-15,-4-7 0 0,0-5 0 0,4 1 0 16,-5-1 0-16,-3 0 0 0,8-3 22 0,-5 0 1 15,5 3 0-15,-4-7 0 0,4 3-37 0,0-3-7 16,0 3-2-16,0-3 0 0,0 4 43 16,0-5 9-16,0 1 2 0,0 0 0 0,4-1-21 15,-4 1-10-15,5-4 10 0,3 0-10 0,-3 4 0 16,-5-1 8-16,4 1-8 0,0 3 0 0,5 1 0 0,-4 0 0 16,8-1-12-16,-9 1 12 0,0 3 0 0,9-3 0 15,-8 3 8-15,8 4-8 0,-5-3 8 0,5 3-8 16,-8 8 0-16,8-8 0 15,4-3-25-15,-8 7-11 0,4 0-3 0,4 0 0 0,1 0 39 0,-10 0 0 16,10 4 0-16,3 0 0 0,-3-3 0 0,-1 3 0 16,5 0 0-16,4 0 0 15,-13 0-59-15,13-4-4 0,-13 4-1 0,13 0-751 0,-4 4-150 0</inkml:trace>
  <inkml:trace contextRef="#ctx0" brushRef="#br1" timeOffset="53771.574">22731 5250 230 0,'-17'-12'20'0,"4"9"-20"16,-5-5 0-16,10-4 0 0,-10 5 272 0,1-5 51 16,0-4 9-16,-5 9 3 0,5-9-284 0,-1 1-51 0,-4 3-22 15,5-3 2-15,-5-1 6 0,-4 1 2 16,18 0 0-16,-14-1 0 0,-4 1-4 0,0 7 0 16,4-11 0-16,-8 7 0 0,4 0 4 0,-5-3 0 0,5 3 0 0,-9-3 0 15,9 0 24-15,-8 3 4 0,-1-3 2 0,-4 3 0 16,4-4-18-16,-4 9 0 0,0-9 8 15,-13 5-8-15,8-5 16 0,-12 9 0 0,8-5 0 0,-8 0 0 16,8 5 19-16,-9-1 3 0,1 4 1 0,0-4 0 16,-14 5 0-16,5-1 0 0,0 0 0 0,0 0 0 15,4 4-15-15,-9-4-4 0,1 4 0 0,4 4 0 16,4-8-11-16,-9 4-9 0,-3 4 12 0,8-4-12 16,-5 0 0-16,-4 0 0 0,5 4 0 0,4 0 0 15,-9-4 0-15,4 4 0 0,5 3 0 0,-4-3 0 16,-14 0 23-16,9-4-3 0,5 4 0 0,-5 0 0 15,-4 0-20-15,4-1 0 0,5 5 0 0,-1 0 0 16,-4 0 0-16,9-5 0 0,-9 1 0 0,0 4 0 0,5 0 0 16,-5-1 0-16,9 1 0 0,0 4 0 0,0-12-10 0,8 7 0 15,-12 5 0-15,4-4 0 0,-9-4 18 0,4 3 3 16,5 1 1-16,0 0 0 0,0 0-1 0,4-5 0 16,-8 9 0-16,-1 0 0 0,5-1 12 0,-4 1 2 15,-5-1 1-15,9 1 0 0,-9 3 1 0,13 1 0 16,-4-5 0-16,4 5 0 0,5-1-27 0,-5 1 0 15,4-5 0-15,1 5 0 0,-1-1 0 0,-3 4 15 16,3 1-1-16,1-5 0 0,-1 5 0 0,1-1 0 16,-1 0 0-16,1 0 0 0,4 12-2 0,0-11-1 15,4 7 0-15,-8 0 0 0,-1 4-2 0,1-1 0 16,4-3 0-16,-5 8 0 0,1 0-9 0,4 0 0 16,4-1 0-16,-9 5 0 0,10-4 0 0,-1 0 0 15,-4-1 0-15,13 5 0 0,-14-4 0 0,10-1 0 0,-9 1 0 16,8 0 0-16,-8 0 0 0,9-1 10 0,4 1-10 0,-5 4 10 15,5-1-10-15,9 5 0 0,-5-5 9 0,-4 9-9 16,9-5 9-16,4 1-9 0,-9 3 12 0,13 0-12 16,-8 1 9-16,4-1-9 0,4 0 0 0,-4 1 9 15,4 3-9-15,1 0 0 0,-1 4 0 0,5-4 0 16,-1 0 0-16,1 1 0 0,12 3 0 0,-12-4 0 16,13 0-12-16,-5 0 12 0,0-3-12 0,9 3 12 15,0-4-8-15,5 4 8 0,8-3 0 0,-9 3 0 16,13-4 0-16,-8 4 0 0,8-3 0 0,1 3 0 15,-1 4 0-15,5-8 0 0,4 1 0 0,-4-1 0 16,-1 0 0-16,14 1 0 0,-13-1 0 0,13-4 0 16,4 1 13-16,-5-1-2 0,-3 1-1 0,17-1 0 0,-9 1-10 15,4-1 0-15,9-3 0 0,0-1 0 16,5-3-16-16,-9 0-4 0,4-4-2 0,4 0 0 0,1 3 22 16,-1-7 0-16,5 0 0 0,0 1 0 0,4-5 0 0,9 4 0 15,-14-4 0-15,5 4 0 0,1-4 0 0,-1 0 0 16,4 0-10-16,-4 1 10 0,5-1 0 0,4-4 0 15,4-4 0-15,0 5 0 0,0-5 0 0,5 1 0 16,-5-5 0-16,0 1 0 0,5-1 0 0,3 1 0 16,6-4 0-16,3 3 0 0,-12-3 0 0,3-4 0 15,1 4 0-15,0-8 0 0,4 0 0 0,-8-4 0 16,8 4 0-16,0-4 0 0,-8 0 0 0,4-4-12 0,-5 1 3 16,9-1 1-16,-8 0 8 0,8 0 0 15,0 1 0-15,0-1 0 0,-12 0 0 0,16 4 0 0,-12-3 0 16,12-1 0-16,-8-4 0 0,4 1 0 0,-8-1 0 0,8 4 0 15,-9 1 0-15,5-5 0 0,4 4 0 0,-8-7 0 16,4 0 0-16,-5-1 0 0,10 1 0 0,-10-1 0 16,5-3 0-16,-5 3 0 0,5-3 0 0,4 0 0 15,-4 0 0-15,9-1 8 0,-9-3-8 0,4 4 0 16,-13-1 0-16,13-3 0 0,-13 0 0 0,1-4 0 16,3 4 0-16,5-4 0 0,-13 0 0 0,4 0 0 15,-4-4 10-15,-9 0-2 0,9 0-8 0,-1-4 12 16,-3 1-12-16,8 3 0 0,-17-8 0 0,8 5 0 15,-12-1 0-15,-1 0 0 0,1-4 8 0,-1 5-8 16,-12-5 16-16,8 0 1 0,-4 5 0 0,-1-9 0 0,-8 5-17 0,-4-5 0 16,9 1 0-16,-1-1 0 0,-13 1 0 0,5-5-16 15,-4 5 5-15,-1-1 1 0,-4 1 10 0,0-4 0 16,-4 3 8-16,-5 1-8 0,0 3 0 0,5 1 9 16,-17-9-9-16,8 5 0 0,-5-1 12 0,1-3-12 15,-5 3 12-15,-4-3-12 0,5 4 15 0,-5-1-4 16,-5 1-1-16,5 3 0 0,-4-3 1 0,-9 3 0 15,9 0 0-15,-14-3 0 0,5-1-3 0,4-3-8 16,-8 8 12-16,0-5-4 0,-5 4-8 0,-4-3 0 16,0 0 9-16,4-1-9 0,-8 4 0 0,4 1 0 15,-9-1 0-15,9 1 0 0,-9-1 0 0,0 4 0 16,1 1 8-16,-5-1-8 0,4-4 0 0,-4 8 9 0,4-3-9 16,5-1 0-16,-9 0 12 0,-5 0-4 15,1 1 0-15,-1 3-8 0,-8-4 13 0,0 0-4 16,9 0-1-16,-14 1 0 0,5 3 1 0,-4 4 0 0,8-4 0 0,-9 4 0 15,5-4-9-15,-8 4 0 0,3 4 9 0,-8 0-9 16,4 3 0-16,0-7 0 0,-12 4-10 0,12 4 10 16,-9 0 0-16,9-1 11 0,-12 5 0 0,3-5 0 15,-4-3-11-15,5 4 0 0,-5 0 0 0,0 3 0 16,0 1 0-16,1 3 0 0,7-3 0 0,-7 3 0 16,3 1 0-16,1-1 0 0,-10 0 0 0,6 5 0 15,3-1 0-15,-4 0 0 0,1 1 0 0,-1-1 12 16,13 8-12-16,-13-4 0 0,0 0 0 0,0 4 0 15,1 4 0-15,-1 0 0 0,-4-4 0 0,-1 8 0 16,6-5 0-16,-1 5 0 0,0 0 0 0,-4 0 0 0,0-1 0 16,-1 5-11-16,-7-1 3 0,7 5 0 0,6-5 8 15,-1 5 0-15,0 3-9 0,-4-3 9 0,0-1 0 0,0 4 13 16,-1 1-1-16,6-1-1 16,-6 4-11-16,1-3-16 0,4 3 4 0,-4 0 1 0,-4 0 11 15,4 0 16-15,-1 0-4 0,1 4-1 0,4-3-11 0,1-1-16 16,3 4 4-16,5 0 1 0,-9 0 11 0,0 4 0 15,0-8 0-15,1 4 0 0,8 8 0 0,4-5 0 16,-13 1 0-16,9 0 0 0,0 8 0 0,8-12 0 16,-12 4 0-16,4 4 0 0,-1-5 0 0,1 5 14 15,4 0-2-15,-4-4 0 0,5 0-12 0,-1 0-15 16,9 3 3-16,0 5 1 0,4-4 11 0,-9-1 0 16,10 5 8-16,3 0-8 0,-8-1 0 0,9 5 0 15,-10 3 0-15,14-7 0 0,5 3 0 0,-1-3 0 0,-4-1 0 0,8 5 0 16,-3-5-8-16,-1 9-4 0,9-9 0 0,-5 5 0 15,10-1 12-15,-1 5-10 0,5 3 10 0,-1-4-10 16,1 0-4-16,0 1-1 0,4-1 0 0,4-3 0 31,9-1-28-31,-4 1-5 0,-5-1-2 0,9 0-623 0,0 1-125 0</inkml:trace>
  <inkml:trace contextRef="#ctx0" brushRef="#br1" timeOffset="126143.644">16747 10404 1400 0,'0'0'31'0,"0"0"6"0,0 0 2 0,0 0 0 0,0 0-31 0,0 0-8 16,0 0 0-16,0 0 0 0,0 0 74 0,0 0 14 0,0 0 2 0,0 0 1 16,0 0-19-16,0 0-3 0,0 0-1 0,0 0 0 15,0 0-14-15,0 0-3 0,0 0-1 0,0 0 0 16,0 0 0-16,0 0 0 0,0 0 0 0,4 8 0 16,-4-8-13-16,9 11-2 0,-9 1-1 0,5 0 0 15,-5 3-3-15,0-3-1 0,-5 3 0 0,5 1 0 16,0 3 0-16,-9 4 0 0,1-4 0 0,8 8 0 15,-13 0-2-15,8 4-1 0,1 0 0 0,4-4 0 16,-9 4-6-16,5 4-1 0,0 7 0 0,-1-7 0 16,-3-8-7-16,3 0-1 0,5-4-1 0,-4 0 0 15,4-3-11-15,0-1 0 0,0 0 0 0,0-3 0 16,4-1 0-16,-4-3 0 0,5-5 0 0,8 1 0 16,-9-4 0-16,9 4 0 0,-4-8 0 0,8 4 0 15,1-8 0-15,3-4 0 0,-3 4 0 0,12-4 0 16,-8 1 20-16,4-5 3 0,4 4 0 0,-4-3 0 0,5 3-23 15,3-3 0-15,-12 3 0 0,0 0 0 0,-5 0 0 0,1 5-16 16,-1-5 4-16,-8 4 0 16,4 0-50-16,4 0-10 0,-13 4-3 0,9-4 0 15,-13 4-196-15,0 0-39 0</inkml:trace>
  <inkml:trace contextRef="#ctx0" brushRef="#br1" timeOffset="126460.037">17125 10690 1868 0,'0'0'83'0,"0"0"17"0,0 0-80 0,0 0-20 0,0 0 0 0,0 0 0 15,0 0 126-15,0 0 22 0,4-8 4 0,-4 8 0 16,0 0-70-16,13 4-14 0,-13-4-4 0,13 8 0 15,-8 3-51-15,-1 5-13 0,5-1 0 0,-5 8 0 16,-4-3 54-16,4 7 8 0,-4 4 2 0,5 3 0 16,-5 1-24-16,8 0-5 0,-8 0-1 0,0 3 0 15,0 1-21-15,0-4-4 0,5-8-1 0,-1 0 0 16,-4 3-8-16,0-3 8 0,0 0-8 0,9-3 8 16,-9-1 8-16,0 0 2 0,0-4 0 0,0 1 0 15,4-5-58-15,-4-3-11 0,0-1-2 0,0-3-1 16,0-8-174-16,0 0-36 0</inkml:trace>
  <inkml:trace contextRef="#ctx0" brushRef="#br1" timeOffset="127368.974">15761 11844 345 0,'0'0'31'0,"0"0"-31"0,0 0 0 0,0 0 0 16,-4 4 148-16,-9-4 23 0,9 4 5 0,4-4 0 15,-18 0-146-15,14 4-30 16,-9 0 0-16,9 0-11 0,4-4-9 0,-13 3-3 16,4 1 0-16,-8-4 0 0,8 4 13 0,0 0 10 0,0-4-13 0,1 0 5 15,3 4 66-15,-3 0 14 0,-1 0 2 0,0-4 1 16,1 0 13-16,-1 0 2 0,0 0 1 0,5 0 0 15,-9 0 1-15,9 0 0 0,-5 0 0 0,9 0 0 16,0 0 5-16,-9 0 2 0,1 0 0 0,8 0 0 16,0 0-13-16,0 0-2 0,-5 0-1 0,5 0 0 15,0 0-30-15,0 0-5 0,0 0-2 0,0 0 0 16,0 0-10-16,13 0-3 0,5 3 0 0,-10 1 0 16,10-4-13-16,12 0-4 0,-8 0 0 0,13 0 0 15,-5 0 0-15,5 0 0 0,17-4 0 0,0 1 0 16,9 3 19-16,-5 3 3 0,5-3 1 0,8 4 0 0,5-4-18 15,-4 0-3-15,4 0-1 0,17 0 0 0,0 0-9 16,0 0-8-16,-8 0 12 0,16 0-12 0,6 0 10 16,3 0-10-16,-8 0 8 0,-9-4-8 0,-4 4 0 0,0-3 0 15,-4 3 0-15,-1-4 0 0,-12 4 0 16,-1-4 0-16,5 0 0 0,-9 4 0 0,-9 0 0 16,1 0 0-16,-9 0 8 0,-5 0-8 0,-4 4 0 0,-4-4 0 15,0 0 0-15,-18 0 8 0,9 4-8 0,-9-4 12 16,1 4-12-16,-1-4 12 15,1 0-32-15,-14 3-7 0,9 1-1 0,-9-4 0 16,-4 0-124-16,0 0-24 0,0 0-6 0,0 0-970 0</inkml:trace>
  <inkml:trace contextRef="#ctx0" brushRef="#br1" timeOffset="127861.169">16005 12632 1976 0,'4'-8'44'0,"-4"8"8"0,0 0 3 0,0 0 0 0,4-8-44 0,5 5-11 16,-9 3 0-16,4 0 0 0,9 0 76 0,-8 0 12 15,-1 0 4-15,9 0 0 0,-9 7-24 0,9-3-4 16,-8 0 0-16,8 4-1 0,-9 3-25 0,0 5-5 15,9-1-1-15,-8-3 0 0,-1 3-32 0,5 4 0 16,-5 5 0-16,1-5 0 0,3 4 41 0,-8 4 2 16,5 4 0-16,-10-4 0 0,5-4-23 0,-8 8-4 15,-1-4 0-15,9 0-1 0,-13 4-3 0,8-4-1 16,-8 0 0-16,5 0 0 0,-10 4-11 0,5 0 10 16,-4-4-10-16,0 4 10 0,-5-4-10 0,0 0-14 0,5 0 3 0,-5-4 1 15,0 0 10-15,-8-3 0 0,13-9 0 0,-5 1 0 16,5-5 0-16,8-3 0 0,-9 4 0 0,1-4 0 31,4-4-227-31,9 0-43 0,4 0-9 0,0 0-1 0</inkml:trace>
  <inkml:trace contextRef="#ctx0" brushRef="#br1" timeOffset="128223.9">16504 12578 1638 0,'-9'-4'72'0,"14"0"16"16,-1 0-71-16,5-4-17 0,-9 5 0 0,0-5 0 0,0 8 104 0,0 0 18 16,0 0 3-16,0 0 1 0,0 0-35 0,0 0-7 15,0 0-2-15,0 0 0 0,0 8-14 0,0-1-4 16,-9 1 0-16,5 4 0 0,4-1 8 0,-5 5 0 15,-8-1 1-15,9 4 0 0,4 5-58 0,0-1-15 16,0 0 0-16,-4 4 0 0,-9 0 0 0,13 4 0 16,-5 4 0-16,5-1 0 0,0 1 54 0,0 4 8 0,0-1 2 15,0-3 0-15,0 4-52 0,0-5-12 16,5 1 0-16,8 0 0 0,-9-4-11 0,13 4-5 16,1-8 0-16,3 0-1 0,-3-4 17 0,-1-4-10 15,5-4 10-15,4-3-8 16,0 0-28-16,-4-1-6 0,-1-7-1 0,-3 0 0 15,-1-8-113-15,0 0-24 0,-8 0-4 0,4-3-911 0</inkml:trace>
  <inkml:trace contextRef="#ctx0" brushRef="#br1" timeOffset="128684.626">15662 12659 1036 0,'0'0'92'0,"0"0"-73"15,0-8-19-15,0 0 0 0,0 1 265 0,0 3 50 16,0-4 9-16,0 8 3 0,0 0-204 0,0-8-41 16,8 1-8-16,1-1-2 0,-5 4-29 0,1 0-7 15,8 0 0-15,-9 1-1 0,9-5 1 0,-9 4 1 16,14 4 0-16,-10 0 0 0,5-4 3 0,5 4 1 16,-10 4 0-16,10-4 0 0,12 0 6 0,-8 4 1 15,13 0 0-15,-9 0 0 0,8-4-12 0,1 7-1 0,9-3-1 0,-5 0 0 16,0 0-18-16,9-4-4 0,8 4-1 0,-4 0 0 15,-4-1-11-15,8 1 0 0,14 0 9 0,-9-4-9 16,-5 4 0-16,5-4 0 0,-13 0 0 16,-1 4 0-16,1-4-10 0,-4 0-3 0,3 0-1 0,-8 0 0 31,1 0-23-31,-6 0-5 0,-8-4-1 0,5 4 0 0,-10 0-17 16,1 0-4-16,-4-4-1 0,-1 4 0 0,-17 0-140 0,0 0-28 15,4 0-6-15</inkml:trace>
  <inkml:trace contextRef="#ctx0" brushRef="#br1" timeOffset="129060.592">17768 12667 979 0,'0'0'87'0,"0"0"-70"15,0 0-17-15,0 0 0 0,0 0 272 0,0 0 52 0,0 0 9 16,0 0 3-16,0 0-167 0,0 0-33 0,0 0-6 0,0 0-2 16,0 0-72-16,0 0-16 0,4 7-2 0,5 5-1 15,-18-4-16-15,5 3-3 0,-1 1-1 0,-8-1 0 16,5 1-5-16,-10 3 0 0,1 5-1 0,-5 3 0 15,5 0-1-15,-1 0 0 0,-12 4 0 0,8 0 0 16,-4 0 2-16,9 4 0 0,-14-4 0 0,10 0 0 16,-1-4-12-16,0 4 8 0,5 0-8 0,-5-3 8 31,-4-1-28-31,4 0-5 0,5-4-2 0,0 1 0 16,4-5-29-16,-5 0-7 0,1-3-1 0,4-4 0 0,9-1-180 15,-9-3-36-15</inkml:trace>
  <inkml:trace contextRef="#ctx0" brushRef="#br1" timeOffset="129314.382">17329 12740 2070 0,'0'0'92'0,"0"0"18"0,0 0-88 0,0 0-22 15,0 0 0-15,0 0 0 0,0 0 103 0,0 0 16 16,0 0 3-16,0 0 1 0,0 0-66 0,0 0-13 15,17 8-2-15,-8 3-1 0,4-3-17 0,4 7-4 16,-12-3-1-16,8 7 0 0,4 4 5 0,1 1 0 16,-10 3 1-16,5 0 0 0,5 0-7 0,-10 0-2 15,5 4 0-15,-4-4 0 0,4 0-16 0,4-4 0 16,-12 0 0-16,12 0 0 0,-4-4-9 0,-4 1-9 16,4-5-2-16,4-3 0 15,1 3-209-15,-1-3-43 0</inkml:trace>
  <inkml:trace contextRef="#ctx0" brushRef="#br1" timeOffset="130448.238">19578 11416 518 0,'0'0'46'0,"0"0"-37"0,0 0-9 0,0 0 0 0,0 0 363 0,0 0 70 15,0 0 15-15,0 0 2 0,0 0-280 0,9 11-56 16,0 1-11-16,8-4-3 0,5-8-16 0,-5 3-3 16,9 13-1-16,5-12 0 0,-5-8-44 0,4 0-8 15,5 4-3-15,-9 0 0 0,9-4-25 0,-9 4 0 16,4 0 0-16,-4 4 0 0,5 4 0 0,-14-4 0 16,5-12 0-16,-14 0 0 15,10 4-122-15,-5 4-30 0,0-4-5 0,-9 1-964 0</inkml:trace>
  <inkml:trace contextRef="#ctx0" brushRef="#br1" timeOffset="130706.355">19544 11755 1267 0,'0'0'56'0,"-5"8"12"0,5 0-55 0,0-8-13 0,0 0 0 0,0 0 0 16,-8 8 208-16,8-8 40 0,0 0 7 0,0 0 1 16,8 7-128-16,-3 1-27 0,8-4-5 0,-5 0 0 0,10 0-36 15,4-4-8-15,8 0 0 0,-8 3-1 0,12 1-12 0,-12-4-3 16,13 4 0-16,-9-4 0 0,9 0-21 16,-1 0-5-16,1 0-1 0,4 0 0 15,-4 0-73-15,-5-4-14 0,5 4-3 0,0 0-1117 16</inkml:trace>
  <inkml:trace contextRef="#ctx0" brushRef="#br1" timeOffset="131281.068">21394 11014 2016 0,'0'0'44'0,"0"0"10"0,0 0 2 0,0 0 0 0,0 0-45 0,0 0-11 0,0 0 0 0,0 0 0 15,0 0 67-15,0 0 11 0,0 0 2 0,0 0 1 16,0 0-28-16,4 12-5 0,0-1-2 0,5 1 0 16,-5-1-18-16,9 9-4 0,-13-1-1 0,9 4 0 15,0 4-7-15,-5 0-2 0,0 12 0 0,1 0 0 16,3 7-4-16,-3 0-1 0,-5 4 0 0,4 1 0 0,5-1-9 16,-9 0 12-16,0-8-12 0,0 1 12 0,0-8-12 15,-9-1 12-15,9 1-12 0,-4-8 12 0,-1 0-2 16,5-4 0-16,0-3 0 0,-8-5 0 0,3-3 28 15,1-1 6-15,4-3 0 0,0-8 1 0,-4 8-45 0,4-8-8 16,0 0-3-16,-13-8 0 0,0 0 23 0,4-3 4 16,9-5 0-16,-13-3 1 0,9-4-17 0,-9-4 10 15,4-8-10-15,9 4 8 0,-9-8-8 0,5 5 8 16,0-5-8-16,4 1 8 0,0-1-8 0,0 4 8 16,0 0-8-16,0 1 8 0,0-1-8 0,4 4 8 15,9 4-8-15,-13 4 8 0,9 0-8 0,4 0 0 16,-5 3 0-16,5 5 0 0,0-1 8 0,9 1-8 15,-13-1 8-15,17 5-8 0,-9-1 0 0,5 1 8 16,0-1-8-16,-1 1 0 0,10 3 0 0,-10 0 0 16,14 0 0-16,-9 1 0 15,5-1-39-15,-10 0-6 0,5 0-2 0,5 1 0 16,-9-1-192-16,12 4-38 0</inkml:trace>
  <inkml:trace contextRef="#ctx0" brushRef="#br1" timeOffset="132495.383">17789 10520 1152 0,'-8'-4'102'0,"8"4"-82"0,-9-8-20 0,0 5 0 16,9-9 259-16,-4 4 47 0,-9-3 10 0,9 3 1 0,-5 0-196 15,5 0-39-15,4 8-8 0,0-7-2 0,-5-1-28 0,5 8-7 16,0 0-1-16,0 0 0 0,-8 0 15 0,-1 0 2 15,4 0 1-15,-8 4 0 16,9 4-43-16,-13 3-11 0,-1 1 0 0,1-1 0 0,4 1 21 0,4 3 3 16,-8 9 0-16,0 3 0 0,4 0-39 0,4 7-7 15,-9 5-2-15,5 0 0 0,5 3 24 0,-5 4 0 16,8 8 0-16,1-3 0 0,-5 3 0 0,9-8 0 16,9 4 0-16,-5-3 0 0,1-5 15 0,8-3 7 15,-5 3 2-15,10-3 0 0,12-5-24 0,-8-3 0 16,13 0 0-16,-5-12 0 0,13-3-17 0,-3-4-5 15,-1-9-1-15,0-3 0 0,4-7 23 0,-8-5 0 16,4-7 0-16,-4-4 0 0,-9-4 47 0,4-4 13 16,-12 4 4-16,-1-8 0 0,-8-4-49 0,4-3-15 15,-13-1 8-15,4 5-8 0,0-9 17 0,-4 9 0 16,-4-9 0-16,0 5 0 0,4 3 22 0,-13 1 4 16,4-5 1-16,-4 9 0 0,9-1-36 0,-14 4-8 0,5 0 0 15,-4 4 0-15,-1 0 0 0,-3 4 0 0,-1 4 0 16,0-1 0-1,-8 5-24-15,4-1-6 0,4 5-2 0,-8 3 0 16,8 0-72-16,0 1-16 0,1 3-2 0,3 4-760 0,-4 0-152 0</inkml:trace>
  <inkml:trace contextRef="#ctx0" brushRef="#br1" timeOffset="165576.712">15219 11952 1371 0,'0'0'30'0,"0"0"6"0,0 0 2 0,0 0 1 0,0 0-31 0,0 0-8 0,0 0 0 0,0 0 0 15,0 0 60-15,0 0 12 0,0 0 1 0,0 0 1 16,0 0-18-16,0 0-4 16,0 0-1-16,0 0 0 0,0 0-21 0,0 0-4 0,8 0-1 15,-3 0 0-15,8 0 17 0,-9 0 3 16,13 0 1-16,-12 0 0 0,8 0-2 0,-5 4 0 0,5-4 0 0,5 0 0 16,-10 0 0-16,6 0-1 0,3 0 0 0,-8 4 0 15,8-4-10-15,0 0-1 0,-4 0-1 0,5 0 0 16,-1 4-14-16,0-4-2 0,-4-4-1 0,14 4 0 15,-6 0-6-15,1-4-8 0,4 4 11 0,4-4-11 16,5 0 12-16,0 1-12 0,-13-1 12 0,12 0-12 16,-3 4 0-16,8-4 0 0,-4 0 0 0,-1 0 0 15,1 0 34-15,4 4 0 0,-13-3 0 0,9 3 0 16,0 0-34-16,-9-4 0 0,4 4 0 0,5-4 0 16,-13 4 13-16,12 0-4 0,-8-4-1 0,9 0 0 15,0 0-8-15,0 4 0 0,4-4 0 0,-9 1-11 0,5-1 11 16,0 4 8-16,4-4-8 0,0 0 11 0,-5 0-1 15,1 0 0-15,4 4 0 0,-4-4 0 0,-9 4-2 16,9-3 0-16,-9 3 0 0,4 0 0 0,-4-4-8 16,5 4 12-16,3 0-12 0,-3-4 12 0,-1 4-12 0,5 0 0 15,4-4 0-15,0 4 0 0,-4-4 0 0,4 4 0 16,0-4 0-16,-4 0 0 0,4 1 0 0,0-1 0 16,-4 4 0-16,-5-4 0 0,5 0 0 0,-5 4 0 15,1-4 0-15,3 4 0 0,-3-4 0 0,8 0 0 16,-4 4 0-16,-9 0 0 0,8 0 0 0,-12 0 0 15,13 0 0-15,-9 0 0 0,4-4 0 0,5 4 16 16,-9-3-2-16,9 3-1 0,-9 0-13 0,4 0 0 16,-4-4 0-16,5 4 0 0,3 0 0 0,-12-4 0 0,4 0 8 0,5 0-8 15,-14 0 0-15,9 4 0 0,-4 0 0 0,4-4 0 16,-4 4 0-16,-1-3 0 0,1 3 0 0,0 0 0 16,4 0 12-16,-5-4 5 0,-3 4 2 0,4 0 0 15,-5 0-9-15,0 4-2 0,5-1 0 0,-5 1 0 16,1 0-8-16,-10-4 0 0,1 4 0 0,-5-4 0 15,5 4-22 1,0 0-3-16,8-4-1 0,-8 4 0 0,4-4 42 0,-4 0 8 0,4 0 1 0,4 0 1 31,-13 0-42-31,9 0-8 0,-13 0-1 0,18 0-1 0,-14 3 26 0,-4-3 0 0,0 0 0 0,0 0 0 16,0 0 0-16,0 0 0 0,0 0 0 0,0 0 0 16,13 4 0-16,-13-4 0 0,0 0 0 0,0 0 0 15,0 0 16-15,0 0 9 0,0 0 2 0,0 0 0 0,0 0-27 16,0 0 0-16,0 0 0 0,0 0 0 0,0 0 0 0,-9 8 0 15,9-8 0-15,-8 4 0 0,-1 4 0 0,0-8 0 16,-4 4 0-16,9-1 0 0,-9-3-24 0,4 4 0 16,-8-4 0-16,4 0 0 0,9 0 40 0,-14 0 8 15,14 4 2-15,-9 0 0 0,4-4-26 0,-8 4 0 16,-1-4-12-16,1 0 12 0,-5 4 0 0,5-4 0 16,-5 4 0-16,-4-1 0 0,4-3 0 0,-4 4 0 15,5-4 0-15,-10 4 0 0,10-4 0 0,-10 4 0 16,1 0 0-16,-5 0 0 0,0 0-23 0,-4-4 3 15,0 3 1-15,0-3 0 0,4 4 19 0,-4-4 0 16,0 0 0-16,-9 0 0 0,5 4 12 0,4 0 5 16,0 0 2-16,0-4 0 0,4 0-19 0,-4 0 0 15,0 0 0-15,0 0 0 0,0 0 0 0,-9 4 0 0,4-4 0 16,5 4 0-16,-8-4 0 0,3 0 0 0,5 0 0 16,-13 0 0-16,9 0 0 0,3 3 0 0,-12 1-9 0,13 0 9 15,0-4 0-15,0 8 0 0,-9-8 0 0,5 4 11 16,-1 0-11-16,-3-1 0 0,-1 1 0 0,-4 0 0 15,13 0 0-15,-13 0 0 0,8 0 0 0,5 0-11 16,-9-1 11-16,5 1 0 0,4 0 0 0,0-4 0 16,0 0 0-16,-9 0 0 0,4 4 8 0,5-8-8 15,-13 0 0-15,9 0 0 0,-9 4 0 0,8-3 0 16,10-1 9-16,-6-4-9 0,6 4 12 0,-5-4-12 16,0 5 0-16,4-1-19 0,0 0 3 0,9 0 0 15,-9 4-104-15,5-4-21 16,4 4-4-16,-13 0-1 0</inkml:trace>
  <inkml:trace contextRef="#ctx0" brushRef="#br1" timeOffset="168998.782">18163 12578 1789 0,'0'0'39'0,"0"0"8"0,0 0 1 0,0 0 4 0,0 0-42 0,0 0-10 15,0 0 0-15,0 0 0 0,0 0 70 0,0 0 12 16,0-8 2-16,0 0 1 0,0 1-18 0,13-1-4 15,-9 0-1-15,14-3 0 0,-10 3-17 0,18-4-3 16,-8 5-1-16,3-5 0 0,10 4-9 0,-1 1-1 16,5-1-1-16,-13 4 0 0,-1 0 8 0,1 4 2 15,-5 0 0-15,5 4 0 0,-5 0-13 0,10 4-3 16,-19 3 0-16,5 1 0 0,5 3-12 0,-14 4-4 16,0 1 0-16,-4 3 0 0,-4 0 19 0,4 8 3 15,-13 0 1-15,4 4 0 0,-8-5-39 0,4 5-8 0,-9 0-2 16,5 0 0-16,8-1 41 0,-8 1 8 0,-9 4 1 0,0-4 1 15,4-5-17-15,0 5-4 0,-8 0-1 0,8-4 0 16,0 0-1-16,5 0 0 0,0-4 0 0,-5-4 0 16,9 0 5-16,4-4 1 0,-4 1 0 0,9-5 0 15,-5 0 0-15,5-3 0 0,4-4 0 0,0 3 0 16,0-11-31-16,13 4-5 0,-9 0-2 0,14 0 0 16,-10 0 45-16,10 0 9 0,12-8 1 0,5 0 1 15,-5 0-26-15,5 4-8 0,-5 0 0 0,1 0 0 16,3-4-22-16,1 4-11 0,0 4-3 15,4 0 0-15,-13 0-22 0,4 0-5 0,-8 0-1 16,9-1 0-16,-10 1-102 0,-3-4-21 0,12 8-4 16,-13-8-1-16</inkml:trace>
  <inkml:trace contextRef="#ctx0" brushRef="#br1" timeOffset="174584.963">9955 16423 1267 0,'-4'-4'56'0,"4"4"12"0,-9 0-55 0,9 0-13 0,-4 0 0 0,4 0 0 15,0 0 201-15,0 0 38 0,0 0 7 0,4 8 2 0,-4 4-141 0,9 3-28 16,-5 0-6-16,-4 5-1 0,0-1-57 0,-4 8-15 16,4 4 0-16,-9 4 0 0,5-4 54 0,0 3 8 15,-9 9 2-15,8-5 0 0,-8 9-52 0,9-9-12 16,-13 9 0-16,4-9 0 0,4 5 54 0,-8-5 8 15,3 1 2-15,6 0 0 0,8-5-52 0,0-3-12 16,0 0 0-16,-9-4 0 0,9-4 0 0,0-3 0 16,0-1 0-16,9-4 0 0,-1-3 0 0,10-4 0 15,-1-1 0-15,5-3 0 0,8 0 0 0,-8 0 0 16,4-8 0-16,5 4 0 0,3 0 16 0,-12-4 1 16,4 4 0-16,0-4 0 15,0-3-99-15,5-1-20 0,-10 0-4 0,-3 4-1 16,3-3-149-16,-3-1-31 0,8-4-5 0,-5 5-2 0</inkml:trace>
  <inkml:trace contextRef="#ctx0" brushRef="#br1" timeOffset="174848.591">10351 17110 1324 0,'0'0'118'0,"0"-4"-94"0,0-3-24 0,0-5 0 15,4 4 184-15,-4-3 33 0,0 7 7 0,0 4 0 16,0-8-124-16,0 8-26 0,0 0-5 0,0 0-1 16,0 0-27-16,0 0-5 0,0 0-2 0,4 12 0 15,-4-1-9-15,0 9-1 0,9 3-1 0,-9 4 0 0,-9 4 1 0,5 4 1 16,0-1 0-16,4 1 0 0,-9 4-25 0,5-1 0 16,4 1-12-16,-5-4 12 0,5-1 0 0,0-3 0 15,0-4 14-15,5 0-4 0,-1-3-27 0,5-1-6 16,-5-4-1-16,0-7 0 15,5-5-187-15,8 1-37 0</inkml:trace>
  <inkml:trace contextRef="#ctx0" brushRef="#br1" timeOffset="175350.502">11089 16635 2278 0,'0'0'101'0,"-5"-7"21"0,-8-1-98 0,13 0-24 0,-4-3 0 0,-9 3 0 16,0-4 68-16,4 5 9 0,5-1 2 0,-9 0 0 15,9 4-23-15,-14-3-4 0,10 7 0 0,-1 0-1 16,5 0-39-16,-9 0-12 0,0 4 8 0,4 3-8 16,-9 9 0-16,5-1 0 0,-4 1 8 0,0 7-8 15,4 0 8-15,-5 4-8 0,1 4 9 0,0 4-9 16,-5 3 11-16,4 5-11 0,5-1 12 0,5 1-12 15,-10 3 13-15,5 0-4 0,9 4-1 0,0 4 0 16,4 1 4-16,4-1 1 0,-4-4 0 0,17-4 0 16,-8 0-13-16,17-3 0 0,-4-1 0 0,0-7 0 15,12 4 0-15,-8-8-12 0,9 0 3 0,9-8 0 16,12-8 9-16,-8 1 9 0,-9-9-1 0,0-7-8 0,4-4 8 16,-4 1-8-16,0-13 0 0,-8 1 0 0,-5-5 29 0,0 1-1 15,-4-8 0-15,-5-4 0 0,0 0 7 0,-12-3 1 16,12-1 0-16,-8 0 0 0,0-4-36 0,-5 1-20 15,-4-5 2-15,4 5 1 0,9-1 17 0,-13 4 0 16,0-3 8-16,0 3-8 0,0 0 8 0,0 1-8 16,-13-1 0-16,5 0 0 0,-1 8 8 0,0-4-8 15,-8 4 0-15,-1-4 0 0,-3 4 12 0,-1 4-3 16,5 4-1-16,-1 3 0 0,-21 1-8 0,4 3 0 16,14 8 0-16,3 1 0 0,-16-5-10 0,8 4 10 15,-14 0 0-15,6 4-9 16,-1 0-15-16,5-4-2 0,-1 4-1 0,-4 0 0 15,14 0-117-15,3 4-23 0,-3-4-5 0</inkml:trace>
  <inkml:trace contextRef="#ctx0" brushRef="#br1" timeOffset="175808.033">12209 16979 403 0,'13'0'36'0,"-8"0"-36"16,-1 0 0-16,-4 0 0 0,0 0 368 0,9 0 68 15,12-4 12-15,-3 4 4 0,-1 0-276 0,5-4-54 0,17 4-11 0,0-3-3 16,-4 3-35-16,4-4-7 0,13 4-2 0,-9 0 0 16,14 0-46-16,-18 0-10 0,0 0-8 0,-4 0 12 15,-1 4-12-15,5-4 0 0,-12 0 9 0,-6 0-9 32,5-4-89-32,-4 4-23 0,-5 0-4 0,1 0-959 0</inkml:trace>
  <inkml:trace contextRef="#ctx0" brushRef="#br1" timeOffset="176038.801">12561 16527 403 0,'-26'0'17'0,"17"0"5"0,9 0-22 0,-13 0 0 15,4 0 0-15,1 0 0 0,-1 0 487 0,9 0 93 16,0 0 18-16,0 0 4 0,-9 4-465 0,9-4-93 16,0 0-18-16,26 4-4 0,-4 0-22 0,-4 0 0 15,-18-4 0-15,17 8 0 16,0-5-121-16,-8 5-29 0,4 0-6 0</inkml:trace>
  <inkml:trace contextRef="#ctx0" brushRef="#br1" timeOffset="176245.619">12474 17412 2649 0,'0'0'117'0,"0"0"25"0,0 0-114 0,0 0-28 0,0 0 0 0,13 0 0 16,-4-4 63-16,-9 4 6 0,-5-4 2 0,5 4 0 15,13-8-45-15,-4 0-9 0,-9 8-1 0,0 0-1 16,9-7-128-16,-5-1-26 0</inkml:trace>
  <inkml:trace contextRef="#ctx0" brushRef="#br1" timeOffset="177111.07">14103 16176 1645 0,'0'0'72'0,"0"0"16"0,0 0-70 0,0 0-18 0,0 0 0 0,0 0 0 16,0 0 89-16,0 0 15 15,0 0 2-15,0 0 1 0,0 0-22 0,0 0-4 0,0 0-1 0,0 0 0 16,0 0-22-16,0 0-5 0,-9 8-1 0,0-1 0 16,0-3 4-16,-4 4 1 0,5 4 0 0,-5-1 0 15,-5 5-19-15,1-1-4 0,0 1-1 0,8 3 0 16,-8 4-17-16,-5 0-3 0,0 4-1 15,5 4 0-15,-1 4-12 0,-3 3 0 0,-5 9 8 16,17 3-8-16,-8 0 0 0,4 4 0 0,4 4 0 0,-8 8 0 16,3-4 0-16,10-1 8 0,0 9-8 0,-5-1 0 15,5 1 0-15,4-1 0 0,0-3 0 0,13 3 0 16,-9-7 0-16,0-4 14 0,10-4-2 0,3-4-1 16,0-3-11-16,5-9 8 0,0 1-8 0,-1 0 8 15,10-12-8-15,-5 0 0 0,4 0 0 0,-4-4 0 16,5-8-12-16,-10 1-2 0,14-1 0 0,-13-11 0 15,4 4-2-15,-4-8-1 0,4 0 0 0,-5-8-827 16,-3 4-164-16</inkml:trace>
  <inkml:trace contextRef="#ctx0" brushRef="#br1" timeOffset="177471.568">14528 16593 1897 0,'0'0'84'0,"0"0"17"0,0 0-81 0,0 0-20 0,17 4 0 0,-8 0 0 16,9 7 63-16,-1-3 8 0,0 4 1 0,1 3 1 15,-1 1-21-15,5 3-4 0,-5 8 0 0,-8 0-1 16,8 0-25-16,-4 4-5 0,5 4-1 0,-14-5 0 16,0 5 0-16,5 0 0 0,-5 0 0 0,-4-1 0 15,-4 5-8-15,-5-4-8 0,1 3 12 0,-5 5-12 16,4-5 13-16,-9 1-4 0,-8 0-1 0,0-8 0 16,5 3-23-16,-10-7-5 0,5-4 0 0,-4-3-1 15,4-5 21-15,4 1 0 0,-4-9 0 0,0 1 0 16,4-4-107-16,5-4-17 15,-5 0-3-15</inkml:trace>
  <inkml:trace contextRef="#ctx0" brushRef="#br1" timeOffset="177799.132">15097 16639 2120 0,'0'0'94'0,"0"0"19"0,0 0-90 0,0-7-23 0,0-5 0 15,4 4 0-15,-4 8 66 0,0 0 9 0,0 0 1 0,0 0 1 16,0 0-26-16,0 0-6 0,0 0-1 0,0 0 0 16,0 8-21-16,13 4-5 0,-13 7-1 0,0 0 0 15,0 4-3-15,-8 4-1 0,-1 4 0 0,5 0 0 16,-9 8 0-16,8-1 0 0,-3 5 0 0,-1-5 0 15,9 1 7-15,0 4 2 0,0-5 0 0,0 1 0 16,9-1-22-16,4-3 0 0,0 4 0 0,0-8 0 16,0 0 17-16,8-4 9 0,-3 0 2 0,12-4 0 15,-4-4-74 1,9-4-14-16,0-7-4 0,-9 4 0 16,4-8-57-16,-4-4-12 0,5-4-3 0,-14 0-905 0</inkml:trace>
  <inkml:trace contextRef="#ctx0" brushRef="#br1" timeOffset="178130.125">14359 16581 2037 0,'0'0'90'0,"0"0"19"0,0-3-87 0,0 3-22 16,4-12 0-16,0 0 0 0,5 5 56 0,-5 3 8 15,9 0 0-15,-4 0 1 0,4-4-6 0,5 5-2 16,3-1 0-16,-3 0 0 0,3 4-14 0,5-4-3 16,5 0-1-16,4 4 0 0,-5-4 7 0,13 4 2 15,-12 0 0-15,8 4 0 0,-4-4-29 0,12 8-6 0,-8 0-1 0,5-5 0 16,8 5 15-16,-9 4 2 0,10-5 1 0,-1 1 0 31,-5-4-48-31,10 0-10 0,-1-4-1 0,1 0-1 16,-5 0-131-16,0-4-27 0,4 4-4 0,-3-4-2 0</inkml:trace>
  <inkml:trace contextRef="#ctx0" brushRef="#br1" timeOffset="178480.42">16456 16659 518 0,'0'0'23'0,"0"0"5"0,0 0-28 0,0 0 0 16,0 0 0-16,0 0 0 0,0 0 372 0,0 0 68 15,0 0 15-15,0 0 2 0,0 11-295 0,0-3-59 16,0 0-12-16,0-1-3 0,0-7-52 0,0 12-12 16,-13 0-1-16,9-1-1 0,-9 5 5 0,4 3 1 15,-8 0 0-15,-5-3 0 0,-4 7-13 0,4 0-3 16,1 0 0-16,-10 4 0 0,1-4-12 0,-1 0 0 0,-3 5 0 16,3-5 0-16,-4 4 8 0,-4 0-8 15,9 0 0-15,-5 0 0 16,9-8-36-16,-4 4-12 0,-1-3-4 0,5-5 0 15,13-3-196-15,-4-1-40 0,-13-3-8 0,25-8-2 0</inkml:trace>
  <inkml:trace contextRef="#ctx0" brushRef="#br1" timeOffset="178694.507">16000 16736 1267 0,'0'0'112'0,"0"0"-89"0,0 0-23 0,0 0 0 0,9 0 224 0,4 4 40 16,-4 0 8-16,8 3 1 0,-4 1-162 0,4 7-33 16,5 1-6-16,0 3-2 0,0 4-10 0,-1 4-1 15,5 0-1-15,0 0 0 0,5 4-49 0,-5-4-9 16,4 4 0-16,1-4 0 0,-1 4 0 0,5-4 0 16,-5-8 0-16,5 1 8 15,-5-5-161-15,5-3-32 0,-13-1-7 0</inkml:trace>
  <inkml:trace contextRef="#ctx0" brushRef="#br1" timeOffset="179208.624">16821 16442 1936 0,'13'-3'86'0,"-13"3"18"0,0 0-84 0,9-4-20 0,4 0 0 0,4 0 0 15,0 0 83-15,5 0 12 0,-4 0 2 0,8 4 1 16,4 0-29-16,5 0-5 0,-14 0-2 0,1 4 0 16,13 0-45-16,-9-4-9 0,4 8-8 0,-8-4 12 15,-5 0-1-15,5 3 0 0,-4 5 0 0,-1-4 0 16,-8 3-11-16,4 1 0 0,-9-5 0 0,9 9 0 15,-13-1 8-15,9-3 0 0,-9 3 0 0,0 1 0 16,-5 3 20-16,1 0 3 0,0 1 1 0,-9-1 0 16,0 4-12-16,-5-3-1 0,-4 7-1 0,1 0 0 15,3 3-3-15,-8-3-1 0,9 1 0 0,-5 2 0 16,-4-6-14-16,0 3 0 0,-4-4 0 0,4 4 0 0,-9 0 0 16,13-4 8-16,1-4-8 0,-10 4 0 0,9 1 8 15,1-1-8-15,-1-8 0 0,5 5 9 0,-1-1-9 0,-3-4 0 16,3 1 0-16,1-1 8 0,4-3 13 0,4-1 3 15,0-3 0-15,9 4 0 0,0-12-24 0,0 0 0 16,9 7 0-16,-5-3 0 0,14 4 0 0,-10-4 0 16,10-4 0-16,8 0 0 0,-4 0 0 0,4 0 0 15,4-4-10-15,5 0 10 0,-5 0-9 0,9 4 9 16,-4 0 0-16,0 0-9 0,-9 4-2 0,0 0 0 16,-4 0 0-16,4 0 0 15,4 0-20-15,-13 3-4 0,5 1-1 0,0-4 0 16,0-4-132-16,4 4-26 0,13 3-6 0,-13 1 0 0</inkml:trace>
  <inkml:trace contextRef="#ctx0" brushRef="#br1" timeOffset="179717.048">17429 16025 1681 0,'0'0'36'0,"0"0"8"0,0-7 2 0,0 7 2 0,0 0-38 0,0 0-10 15,0 0 0-15,9-4 0 0,-5-4 88 0,0 4 16 16,-4 4 4-16,13 0 0 0,-13 0-39 0,5 0-7 16,12 8-2-16,0 0 0 0,1-1-28 0,-1 5-7 15,5 3-1-15,-5 5 0 0,9-1 7 0,5 8 1 16,-5 0 0-16,4 4 0 0,1 4 25 0,-1 3 6 16,-4 1 1-16,4 3 0 0,-4 1-16 0,5 7-2 15,-5-4-1-15,4 5 0 0,-12 3-36 0,-1 0-9 0,5 0 0 0,-5 0 0 16,-8 4 53-16,-1-8 9 15,-3 4 2-15,-5-8 0 0,4 5-64 0,-4-1-12 0,0 0-2 0,0 0-1 16,0-4 15-16,-4 1 0 0,-1-5 0 0,-8 1 0 16,9-1 28-16,-13-3 3 0,4-4 0 0,4-1 0 15,-8-3-31-15,-5 0 0 0,5-8 0 0,-5 0 0 16,-4 1 0-16,0-5 8 0,8-4-8 0,1-3 0 16,-5-1 0-16,1-3 0 0,3 0 0 0,1-4 0 15,-1-4-36 1,1-4-8-16,0 0 0 0,-1 0-1 0,10-7-171 0,-5 3-33 15,-9-27-7-15,5 4-2 0</inkml:trace>
  <inkml:trace contextRef="#ctx0" brushRef="#br1" timeOffset="180924.057">18727 16628 1965 0,'0'0'87'0,"0"0"18"0,0 0-84 0,5-4-21 0,8 4 0 0,-9 0 0 16,13-4 68-16,1 4 10 0,-1 0 2 0,5 0 0 16,13 0-38-16,-9 0-7 0,4 0-2 0,9 4 0 15,0-8-25-15,-4 4-8 0,-5 0 0 0,1 0 0 16,4 0-119-16,-14 4-30 0,14-4-7 0,-13 8 0 0</inkml:trace>
  <inkml:trace contextRef="#ctx0" brushRef="#br1" timeOffset="181146.128">18710 16995 2260 0,'0'0'50'0,"0"0"10"0,13 0 3 0,-4-4 0 0,8 0-51 0,0 0-12 0,9-4 0 0,1 4 0 15,-1 1 44-15,8-1 7 16,1-4 1-16,8 4 0 0,10-4-27 0,-14 4-5 0,17 1 0 0,-12-1-1 16,3 0-19-16,-3 0-9 0,-5 0 1 0,0 4-1103 15</inkml:trace>
  <inkml:trace contextRef="#ctx0" brushRef="#br1" timeOffset="194328.238">20265 16744 345 0,'0'0'15'16,"0"0"4"-16,8-8-19 0,-3 0 0 0,-1 0 0 0,9 1 0 0,-9-5 208 15,1 1 39-15,8-1 7 0,-9 0 2 0,9 5-154 0,4-5-30 16,-12 0-7-16,8 1-1 0,-9-5 0 0,0 5 0 16,10-5 0-16,-14 5 0 0,0-5 0 0,4 9 0 15,-4-5 0-15,-4 1 0 0,4-1 31 0,0 4 5 16,-14 0 2-16,10 5 0 0,-9-1-10 0,4 0-1 16,-8 4-1-16,0 4 0 0,-1-4-42 0,1 4-9 15,-5 3-2-15,5 1 0 0,-5 4-17 0,0 3-3 16,5 1-1-16,-5 3 0 0,-4 8-8 0,5 0-8 15,-1 4 12-15,0 4-12 0,5-1 8 0,-5 9-8 16,5-1 0-16,-5 5 0 0,5-5 0 0,4 8 0 16,4 0 0-16,-8 1 0 0,17 3 0 0,-9-4 0 0,5 0 0 0,8-4 0 15,5 1 0-15,-5-5 0 0,13-3 8 16,-8-4-8-16,8-8 0 0,1-4 8 0,-1 0-8 0,5-8 0 16,4 1 10-16,-4-9-10 0,-1-7 8 0,1 0-8 15,8-7 9-15,-8-1-9 0,-5-4 10 0,5-3-10 16,0-4 13-16,-5 3-3 0,1-3-1 0,-10-4 0 15,1 3-1-15,0 1-8 0,-1 4 12 0,-3-1-4 16,-5-3 1-16,-5 4 0 0,-3-1 0 0,3 1 0 16,1-1-9-16,-9 5 8 0,4-5-8 0,-8 5 8 15,0 3-8-15,-1 0 10 0,1 0-10 0,-5 1 10 16,5 3-10-16,-5 0 0 0,5 4 0 0,-5 0 8 16,-4 0-8-16,4 4 0 0,0 0-10 0,1 3 10 15,3 1-83 1,1-4-10-16,4 4-3 0,4 3-743 0,5-3-149 0</inkml:trace>
  <inkml:trace contextRef="#ctx0" brushRef="#br1" timeOffset="194553.767">20786 16987 1267 0,'0'0'112'0,"0"0"-89"16,0 0-23-16,0 0 0 0,0 0 286 0,0 0 53 15,-13-4 10-15,13 4 3 0,0 0-256 0,0 0-52 0,0 0-9 16,0 0-3 0,0 0-128-16,0 0-25 0,0 0-6 0,0 0-1 0</inkml:trace>
  <inkml:trace contextRef="#ctx0" brushRef="#br1" timeOffset="195717.346">22601 16450 2221 0,'0'0'48'0,"0"0"11"0,-9-11 1 0,1 3 4 0,3 0-52 0,-8-3-12 0,9 3 0 0,-9 4 0 15,0-4 61-15,4 4 10 0,-4 1 1 0,4-1 1 16,-17 0-33-16,13 0-6 0,-4 4-2 0,4 4 0 16,-5 0-24-16,1 3-8 0,-9 5 0 0,9 0 0 15,-5 3 12-15,-4 4-2 0,0 4 0 0,4 4 0 16,5 4-10-16,-14 0 0 0,5 8 0 0,5 3 0 15,3 9 0-15,-3-5 0 0,3 12 0 0,1-4 0 16,-5 0-13-16,9 4 5 0,0 0 8 0,4 0-13 16,9 0 13-16,0-4 0 0,0 3 0 0,9-6 0 0,0-1 0 15,8-8 0-15,5-3 0 0,-5-4 0 0,1-4 0 16,3-4 0-16,14-4-9 0,-9-4 9 0,13-7 0 16,-4-1 0-16,4-3 0 0,-4-8 0 0,4 0 28 15,-4-8 2-15,-9 1 0 0,4-5 0 0,-8 0-16 0,-1 5-3 16,-3-5-1-16,-1-3 0 0,-4-1 2 0,-8 1 0 15,3-5 0-15,1 1 0 0,-5 0 0 0,-4-4 0 16,-4-1 0-16,4 1 0 0,-13-4 14 0,9 8 3 16,-10-8 1-16,6 8 0 0,-10-5-22 0,1 5-8 15,-5 4 0-15,-4-1 0 0,13 5 13 0,-17-1-3 16,4 4-1-16,-5 5 0 0,-3-1-9 0,8 4 0 16,-9 0 9-16,9 7-9 0,-9-3 0 0,5 8 0 15,4-4 0-15,-5 3 0 0,5 1 0 0,9 3-15 16,-14 1 3-16,14-1 0 15,4-3-186-15,-4-5-37 0</inkml:trace>
  <inkml:trace contextRef="#ctx0" brushRef="#br1" timeOffset="203502.994">21185 16608 1890 0,'0'0'41'0,"0"0"9"0,0 0 2 0,0 0 1 0,0 0-42 0,9-3-11 0,4-5 0 0,4 0 0 16,1-3 38-16,3-1 6 0,1 0 0 0,8 5 1 0,-8-5-29 0,0 4-5 15,0 1-2-15,-1 3 0 0,5 4-9 16,-4 4 0-16,-5 0 9 0,1 3-9 0,-1 1 10 0,-8 0-2 15,4 3-8-15,-4 1 12 0,-1 3 7 0,-8 5 1 16,0-5 0-16,-8 4 0 0,3 5 19 0,1 3 4 16,-9-4 1-16,9 4 0 0,-14-4-6 0,5 0-1 15,-4 0 0-15,4 0 0 0,-5-3-22 0,1 3-5 16,0-8-1-16,4 1 0 0,-5-5 6 0,10 1 1 16,-10-1 0-16,1-7 0 0,12 4-5 0,-12-4-1 15,17-4 0-15,0 0 0 0,0 0-10 0,0 0 12 16,0 0-12-16,0 0 12 0,0 0-12 0,9 4 0 15,4-4 0-15,4 0 0 0,1 4 0 0,3-4 0 16,-3 7 0-16,3-3 8 0,-3 4-8 0,3 0-14 16,-3 3 3-16,-1 1 1 0,1 3 34 0,-1-3 6 0,0 3 2 0,-12 1 0 15,12-1-15-15,-17 4-2 0,17-3-1 16,-17-1 0-16,5 5 2 0,-5-1 1 0,-5-4 0 0,5 5 0 16,-8-1 20-16,3 0 4 0,1 1 1 0,-13-1 0 15,4 0-19-15,4-3-4 0,-8 3-1 0,-1 0 0 16,1-7-9-16,-1 3-1 0,-3-3-8 0,-1 0 12 15,0-5-12-15,-4 1 0 0,0-8 8 0,-4 4-8 16,4-4-52-16,4-4-14 16,-8 0-2-16,4-4-803 0,4 1-160 0</inkml:trace>
  <inkml:trace contextRef="#ctx0" brushRef="#br1" timeOffset="204284.945">5096 17095 1555 0,'0'0'138'0,"0"0"-110"16,17 0-28-16,1-4 0 0,4 4 27 0,-1 0 0 0,14-4 0 0,4 4 0 15,0 0-27-15,0 0 0 0,13 0-9 0,5 0 9 16,4 0-16-16,12 0 3 0,1 0 1 0,9-4 0 16,4 4 12-16,8 0 0 0,1 4 0 0,-5-4 0 15,4 4 12-15,18 0-2 0,0 0 0 0,-9 0 0 16,9-1 5-16,-4 1 1 0,4 0 0 0,4 0 0 15,9 4-8-15,4-4-8 0,-17 3 11 0,4 1-11 16,14 0 24-16,-10 0-1 0,5-5-1 0,-13 1 0 16,-9 0-22-16,5-4 8 0,-9 4-8 0,4 0 0 15,-8 0-31 1,-18 0-10-16,0-4-3 0</inkml:trace>
  <inkml:trace contextRef="#ctx0" brushRef="#br1" timeOffset="204761.233">7498 16589 1731 0,'0'0'38'0,"0"0"8"0,0 0 2 0,8-4 0 0,5 4-38 0,5 0-10 16,-1 8 0-16,9-8 0 0,-9 4-11 0,14 0-4 0,-5 3-1 0,9 5 0 15,4-4 16-15,4 3 0 0,5 1 0 0,4 0-9 16,-4 3 9-16,4 4 0 0,4 1 0 0,1-5 0 16,-1 0 0-16,1 1 11 0,8 3-3 0,0-3 0 15,0-1-8-15,0 4 8 0,-4-3-8 16,-5-1 8-16,1 1-8 0,-1 3 8 0,-8 0-8 0,0-3 8 15,-5-1 6-15,-4 5 1 0,1-5 0 0,-6 4 0 16,-3 1 5-16,-5-5 0 0,-5 0 1 0,-3 1 0 16,-5 3 2-16,-9-3 0 0,1-1 0 0,-5 1 0 15,-5-1 7-15,-4 0 2 0,-8 5 0 0,4-1 0 16,-9 0 0-16,1 4 1 0,-10 1 0 0,-8 3 0 16,4 0-6-16,-12 0-2 0,-1 4 0 0,0-4 0 15,-8 0-9-15,-1 4-3 0,-8-4 0 0,9 0 0 0,-5 0-4 16,4 0-1-16,5-4 0 0,-4 0 0 15,8 0-8-15,-4-4 8 0,0 1-8 0,8-1 8 0,-12-3-8 16,17 3 0-16,0-8 0 0,0 5 0 0,0-5-16 0,4-3 0 16,13 0 1-16,-4 0-670 15,4-5-135-15</inkml:trace>
  <inkml:trace contextRef="#ctx0" brushRef="#br1" timeOffset="207078.174">15592 12203 1090 0,'0'0'48'0,"0"0"11"0,0 0-47 0,0 0-12 16,0 0 0-16,0 0 0 0,0 0 104 0,0 0 20 15,0 0 3-15,0 0 1 0,0 0-33 0,0 0-7 16,0 0 0-16,0 0-1 0,-4 0-24 0,4 0-5 15,0 0-1-15,0 0 0 0,0 0-9 0,0-4-1 16,-13 4-1-16,13 0 0 0,-5 4-9 0,5-4-1 16,-4 0-1-16,-5 0 0 0,1 0 1 0,-1 0 0 15,0 0 0-15,9 4 0 0,-8 4-3 0,-1-4 0 16,-4 3 0-16,4 1 0 0,0 0-5 0,1 3-2 16,3-3 0-16,-8 4 0 0,-4-1-9 0,13 1-1 15,-9 0-1-15,4-1 0 0,-4 5-7 0,0-5-8 16,4 1 11-16,-4-1-11 0,9 5 9 0,-9-5-9 15,4 1 0-15,-4-1 9 0,9 1-9 0,-14 4 10 16,14-1-10-16,-9 4 10 0,0-3-1 0,4-1 0 0,1 1 0 16,-1 3 0-16,5 0-9 0,-9 1 10 0,8 3-10 0,-8 0 10 15,9-4-10-15,-5 4 12 0,1 0-12 0,8 1 12 16,-5-1-12-16,-8 0 0 0,9 4 0 0,4 0 0 16,0 0 0-16,0 0 0 0,0 0 0 0,0 0 0 15,4 4 0-15,0-4 0 0,5 0 0 0,-4 0 0 16,-5 0 0-16,8-4 0 0,1 4 0 0,-5 0 0 15,9-4 0-15,-8 5 0 0,12-5 0 0,-13 0 0 16,9 4 31-16,5-8 4 0,-10 4 1 0,5 0 0 16,5-3-23-16,-10-1-4 0,10 4-1 0,-5-3 0 0,4 3-8 15,-8-4 12-15,4-4-12 0,4 1 12 16,-8 3-12-16,4-7 0 0,0 3 9 0,-9-3-9 16,14-4 0-16,-14-1 0 0,0 1 0 0,5-4 8 15,-9-4-23-15,4 4-4 0,-4-4-1 0,14-4-879 16,-10 0-176-16</inkml:trace>
  <inkml:trace contextRef="#ctx0" brushRef="#br1" timeOffset="208082.881">18706 12157 576 0,'0'0'25'0,"0"0"6"0,0 0-31 0,0 0 0 0,0 0 0 0,0 0 0 15,0 0 214-15,0 0 37 0,0 0 7 0,0 0 2 16,0 0-143-16,0 0-28 0,0 0-5 0,0 0-2 16,0 0-25-16,0 0-5 0,0 0 0 0,0 0-1 15,0 0-1-15,8 0 0 0,-8 0 0 0,13 0 0 16,-4 0-36-16,4 4-14 0,-13-4 11 0,17 4-11 15,-4 3 56-15,-8 1 6 0,12 4 1 0,-8-1 0 16,4 1-24-16,-9 3-5 0,9 1-1 0,-4-1 0 16,4 4 2-16,4 1 0 0,-12-1 0 0,8 0 0 15,4 1-12-15,0-1-3 0,-8 4 0 0,4 0 0 16,5 1-8-16,-1-1-1 0,-8 0-1 0,4 4 0 16,4-4-2-16,-8 0-8 0,8 4 12 0,-4 0-4 15,-4-4 1-15,4 4 0 0,0 0 0 0,-9-3 0 0,0 3 5 0,10 0 1 16,-14-4 0-16,8 0 0 0,1 4 6 0,-5-4 2 15,-4 0 0-15,5 1 0 0,-5-1-37 0,0 0-7 16,0-4-2-16,-5 0 0 0,10 5 57 0,-5-5 11 16,0 0 3-16,-5 4 0 0,10-3-34 0,-5-1-6 15,-5 0-8-15,5 1 11 0,0-5-11 0,0 4 8 16,-4 1-8-16,4-5 8 0,-13 4-8 0,9 5 0 16,4-9 0-16,-9 4 8 0,4-3-8 0,1 3 0 15,4-3 9-15,-13-1-9 0,9-3 9 0,4 3-9 16,-13-7 12-16,4 7-12 0,0-3 0 0,1-1 0 15,-5 1 0-15,4-1-9 0,-4 5 18 0,9-4 4 16,-14-1 1-16,14 1 0 0,-13-1-14 0,-1 1 0 16,9-4 8-16,1 3-8 0,-14-3 0 0,9 3 0 15,9-3 0-15,-9 4 0 0,4-5 0 0,0-3 0 0,9-4 0 16,0 0 0-16,-8 4 0 0,8-4-12 0,-9 4 12 0,9-4-10 31,0 0-14-31,0 0-2 0,0 0-1 0,0 0 0 16,0 0-71-16,0 0-14 0,0 0-4 0,0 0-716 0,9-8-144 0</inkml:trace>
  <inkml:trace contextRef="#ctx0" brushRef="#br1" timeOffset="-187319.163">22831 17234 864 0,'0'0'76'0,"0"0"-60"15,0 0-16-15,0 0 0 0,0 0 172 0,0 0 31 0,0 0 6 16,0 0 2-16,0 0-119 0,4 8-23 16,9 3-5-16,-13-3 0 0,9 0-12 0,0-1-3 0,-5 5 0 0,0 0 0 15,5 3-20-15,-5-3-4 0,-4-1-1 0,0 5 0 16,0 3 9-16,0 0 2 0,-4 1 0 0,4-1 0 16,-9 0-35-16,5-3-16 0,4 3 2 15,-4-4 0-15,4 1 40 0,0-5 8 16,0 1 2-16,-9-4 0 0,9-8-36 0,0 0 0 0,0 0 0 0,0 0 0 15,0 0-8-15,9-4-6 0,-5-8-1 0,0-3 0 16,9-5-6-16,-4-3-2 0,4-8 0 0,0 1 0 16,-4 2 23-16,4-2-11 0,4-5 11 0,-8 4-8 15,4 4 8-15,4 4 0 0,1 0 0 0,-10 3 0 16,1 5 24-16,8 3 0 0,-12 8 0 0,-1-3 0 16,9 7-4-16,-13 0-1 0,0 0 0 0,9 11 0 15,4 5 11-15,-9 3 2 0,5 4 1 0,-9 0 0 0,4 4 19 16,-4 4 4-16,0-4 1 0,0 4 0 0,-13-4-45 0,13 0-12 15,0 0 0-15,0-4 0 0,-4-3 0 0,4-1 0 16,0-4 0-16,4-3 0 0,5-4 0 0,-9-8 0 16,0 0 0-16,0 0 0 15,0 0-49-15,9-8-12 0,4-7-3 0,-5-5 0 0,10-7 37 0,-5 0 7 16,4-4 2-16,0 0 0 0,-3 1 0 0,-1-1 0 16,4-4 0-16,0 4 0 0,1 0 18 0,-10 4 0 15,10 0-8-15,-5 8 8 0,-5 7 0 0,1-3 0 16,0 7 0-16,-1 4 9 0,-8 4 5 0,9 0 1 15,-9 0 0-15,13 8 0 0,-4 4 5 0,0 3 0 16,-5 0 1-16,0 5 0 0,5 3 1 0,-5 0 0 16,-4 4 0-16,5-4 0 0,3 4-10 0,-8 0-1 0,5 0-1 0,-5-4 0 15,4 5-10-15,0-9 0 0,5 4 0 0,-9-8 0 32,4 5-20-32,1-9-8 0,3 1-3 0,-3-4-705 0,-5-8-140 0</inkml:trace>
  <inkml:trace contextRef="#ctx0" brushRef="#br1" timeOffset="-186706.285">23695 17064 1036 0,'0'0'92'0,"0"0"-73"15,0 0-19-15,5 8 0 0,-5-8 178 0,4 7 32 16,9 5 6-16,-9 3 2 0,9 1-87 0,-8-1-18 16,-5 9-3-16,0-1-1 0,4 4-45 0,5 0-10 15,-9-4-2-15,0 0 0 0,0 4-17 0,0-4-4 16,4 4-1-16,-4-4 0 0,0-3-17 0,-4-1-3 16,4-3-1-16,0-5 0 0,0-3-9 0,0-8 0 15,0 0 9-15,0 0-9 0,0 0 0 0,0 0 0 16,0 0 0-16,0-8-12 0,4-7-3 0,-4-1-1 15,4-3 0-15,-4-8 0 0,5 4-7 0,3-4-1 16,-3-8-1-16,12 8 0 0,-13-4 16 0,9 0 9 16,-4 0-10-16,4 4 10 0,0 4 0 0,-8 4 8 0,12 3 1 15,-17 1 0-15,9 7 23 0,-9 8 4 0,0 0 0 0,0 0 1 16,0 0-3-16,13 8-1 0,0 7 0 16,-9 1 0-16,0 7 1 0,1 4 0 0,3 8 0 15,-8-4 0-15,0 3-11 0,-8-3-3 0,8 4 0 0,0-4 0 16,0-4-11-16,0 0-9 0,0-4 12 0,8-4-12 15,-8-3 0-15,0-1 0 0,9-7 0 0,-9-8 0 16,9 8-10-16,8-8-9 0,-13-8-1 0,14 0-1 16,-1-7-10-16,-8-8-1 0,4 0-1 15,4-8 0-15,5-4 18 0,-5 0 4 0,1-3 1 0,3 3 0 16,-3-4 10-16,-1 1 0 0,5 3 0 0,0 8 0 16,-5 0 0-16,0 7 0 0,1 5 0 0,-1 3 0 15,0 9 14-15,-12 3 5 0,12 3 1 0,-8 9 0 0,4 0 1 16,4 7 1-16,-12 4 0 0,8 8 0 0,-9 0 8 15,9 4 2-15,-9 3 0 0,1-3 0 0,8 0-16 0,-13 3-2 16,4 1-1-16,0 0 0 0,9-5-5 0,0-3-8 16,-8 0 11-16,-1-4-11 0,0 0 0 0,5-8 0 15,-18 1-10-15,9-5 10 16,-4 1-212-16,4-9-36 0,-9 5-6 0,-8-4-2 0</inkml:trace>
  <inkml:trace contextRef="#ctx0" brushRef="#br1" timeOffset="-186284.799">20169 18022 1036 0,'17'0'92'0,"-4"3"-73"0,5 1-19 0,4-4 0 16,-1 8 128-16,14-4 21 0,8 0 5 0,10 0 1 0,3-4-73 0,9 3-14 16,9 1-4-16,13 0 0 0,0-4 24 0,17 0 4 15,4 0 0-15,10 0 1 0,12-4-57 0,5 0-11 16,4 1-2-16,13-5-1 0,-5 4-12 0,18-4-2 16,-8 1-8-16,8 3 12 0,-13 0-12 0,4 0 0 15,0-4 0-15,-8 8 0 16,-5-4-89-16,-21 4-21 0,-5 4-4 0,-13-4-778 15</inkml:trace>
  <inkml:trace contextRef="#ctx0" brushRef="#br1" timeOffset="-185808.252">20199 18381 806 0,'0'0'36'16,"0"0"7"-16,0 0-35 0,0 0-8 0,0 0 0 0,5 0 0 0,12 0 272 0,1-4 53 16,-1 4 11-16,13 0 1 0,5-4-235 0,13 4-47 15,0-4-10-15,17 0-1 0,-4-4 3 0,12 5 1 16,10-5 0-16,8 0 0 0,9-3-3 0,13 3 0 16,13-4 0-16,4 1 0 0,-8-1-27 0,21 0-6 15,0 1 0-15,5-1-1 0,13 1-11 0,-9-1 8 16,0 1-8-16,4-1 8 0,-4-3-8 0,0 3 0 15,-5 0 9-15,-8 1-9 0,-8-1 0 0,-14 4 0 16,-4 8 0-16,-9-3 0 16,-13 3-20-16,-13 0-4 0,-12 3-2 0,-10 1 0 15,-4 0-23-15,-13 0-5 0,-4 0-1 0,-13 0 0 16,-1-4 35-16,-8 4 6 0,5-4 2 0,-10 0 0 0,1 0 3 0,-9 0 1 16,5-4 0-16,-1-4 0 15,5-4-164-15,-9 5-32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.xml"/><Relationship Id="rId18" Type="http://schemas.openxmlformats.org/officeDocument/2006/relationships/customXml" Target="../ink/ink11.xml"/><Relationship Id="rId26" Type="http://schemas.openxmlformats.org/officeDocument/2006/relationships/image" Target="../media/image22.png"/><Relationship Id="rId3" Type="http://schemas.openxmlformats.org/officeDocument/2006/relationships/image" Target="../media/image13.png"/><Relationship Id="rId21" Type="http://schemas.openxmlformats.org/officeDocument/2006/relationships/image" Target="../media/image19.png"/><Relationship Id="rId34" Type="http://schemas.openxmlformats.org/officeDocument/2006/relationships/image" Target="../media/image26.png"/><Relationship Id="rId7" Type="http://schemas.openxmlformats.org/officeDocument/2006/relationships/customXml" Target="../ink/ink6.xml"/><Relationship Id="rId12" Type="http://schemas.openxmlformats.org/officeDocument/2006/relationships/image" Target="../media/image140.png"/><Relationship Id="rId17" Type="http://schemas.openxmlformats.org/officeDocument/2006/relationships/image" Target="../media/image17.png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2" Type="http://schemas.openxmlformats.org/officeDocument/2006/relationships/image" Target="../media/image12.png"/><Relationship Id="rId16" Type="http://schemas.openxmlformats.org/officeDocument/2006/relationships/image" Target="../media/image16.png"/><Relationship Id="rId20" Type="http://schemas.openxmlformats.org/officeDocument/2006/relationships/customXml" Target="../ink/ink12.xml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customXml" Target="../ink/ink8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23" Type="http://schemas.openxmlformats.org/officeDocument/2006/relationships/image" Target="../media/image20.png"/><Relationship Id="rId28" Type="http://schemas.openxmlformats.org/officeDocument/2006/relationships/image" Target="../media/image23.png"/><Relationship Id="rId10" Type="http://schemas.openxmlformats.org/officeDocument/2006/relationships/image" Target="../media/image130.png"/><Relationship Id="rId19" Type="http://schemas.openxmlformats.org/officeDocument/2006/relationships/image" Target="../media/image18.png"/><Relationship Id="rId31" Type="http://schemas.openxmlformats.org/officeDocument/2006/relationships/customXml" Target="../ink/ink17.xml"/><Relationship Id="rId4" Type="http://schemas.openxmlformats.org/officeDocument/2006/relationships/image" Target="../media/image14.png"/><Relationship Id="rId9" Type="http://schemas.openxmlformats.org/officeDocument/2006/relationships/customXml" Target="../ink/ink7.xml"/><Relationship Id="rId14" Type="http://schemas.openxmlformats.org/officeDocument/2006/relationships/image" Target="../media/image15.png"/><Relationship Id="rId22" Type="http://schemas.openxmlformats.org/officeDocument/2006/relationships/customXml" Target="../ink/ink13.xml"/><Relationship Id="rId27" Type="http://schemas.openxmlformats.org/officeDocument/2006/relationships/customXml" Target="../ink/ink15.xml"/><Relationship Id="rId30" Type="http://schemas.openxmlformats.org/officeDocument/2006/relationships/image" Target="../media/image24.png"/><Relationship Id="rId8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.xml"/><Relationship Id="rId5" Type="http://schemas.openxmlformats.org/officeDocument/2006/relationships/image" Target="../media/image36.png"/><Relationship Id="rId4" Type="http://schemas.openxmlformats.org/officeDocument/2006/relationships/customXml" Target="../ink/ink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customXml" Target="../ink/ink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1493" y="2693987"/>
            <a:ext cx="7735186" cy="3371887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7030A0"/>
                </a:solidFill>
                <a:latin typeface="Chalkboard"/>
                <a:cs typeface="Chalkboard"/>
              </a:rPr>
              <a:t>Topic: Measurement</a:t>
            </a:r>
            <a:br>
              <a:rPr lang="en-US" sz="6600" b="1" dirty="0">
                <a:solidFill>
                  <a:srgbClr val="0000FF"/>
                </a:solidFill>
                <a:latin typeface="Chalkboard"/>
                <a:cs typeface="Chalkboard"/>
              </a:rPr>
            </a:br>
            <a:r>
              <a:rPr lang="en-US" dirty="0">
                <a:latin typeface="Chalkboard"/>
                <a:cs typeface="Chalkboard"/>
              </a:rPr>
              <a:t>EQ: Using unit conversion how do we work out the perimeter and circumference? </a:t>
            </a:r>
            <a:endParaRPr lang="en-US" sz="6600" dirty="0">
              <a:latin typeface="Chalkboard"/>
              <a:cs typeface="Chalkboar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931" y="158174"/>
            <a:ext cx="3399060" cy="2152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14" y="158174"/>
            <a:ext cx="2723085" cy="22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3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EEF1-3E87-4254-9662-0A013CB3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Unit Conversion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17A19B-0033-42CC-9FB9-3B765CB4E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04" t="26194" r="4014" b="24237"/>
          <a:stretch/>
        </p:blipFill>
        <p:spPr>
          <a:xfrm>
            <a:off x="802758" y="1583549"/>
            <a:ext cx="7628861" cy="3037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1295B1-822F-4D90-B2BC-3F2BB2619949}"/>
              </a:ext>
            </a:extLst>
          </p:cNvPr>
          <p:cNvSpPr txBox="1"/>
          <p:nvPr/>
        </p:nvSpPr>
        <p:spPr>
          <a:xfrm>
            <a:off x="1206297" y="5264091"/>
            <a:ext cx="67314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Why do we need to know how to convert units??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08520B-D0FF-48C4-AC82-DA818B1D1428}"/>
                  </a:ext>
                </a:extLst>
              </p14:cNvPr>
              <p14:cNvContentPartPr/>
              <p14:nvPr/>
            </p14:nvContentPartPr>
            <p14:xfrm>
              <a:off x="3307320" y="648720"/>
              <a:ext cx="5593680" cy="4728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08520B-D0FF-48C4-AC82-DA818B1D14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7960" y="639360"/>
                <a:ext cx="5612400" cy="474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921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D1C8-BBA4-4573-95CC-D15AF7B5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Try these….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17A71-E8A7-4953-962D-883ED262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187"/>
            <a:ext cx="9144000" cy="14873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FEE7D5-A221-449F-A980-8C37A904A0F8}"/>
                  </a:ext>
                </a:extLst>
              </p14:cNvPr>
              <p14:cNvContentPartPr/>
              <p14:nvPr/>
            </p14:nvContentPartPr>
            <p14:xfrm>
              <a:off x="196200" y="3210480"/>
              <a:ext cx="8447040" cy="263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FEE7D5-A221-449F-A980-8C37A904A0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840" y="3201120"/>
                <a:ext cx="8465760" cy="26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791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Perimeter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soccer pitch has boundary lines along the perimeter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645" y="4692896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7839CC-25CF-433B-ABC4-027194653183}"/>
                  </a:ext>
                </a:extLst>
              </p14:cNvPr>
              <p14:cNvContentPartPr/>
              <p14:nvPr/>
            </p14:nvContentPartPr>
            <p14:xfrm>
              <a:off x="3304080" y="3033720"/>
              <a:ext cx="3750840" cy="203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7839CC-25CF-433B-ABC4-0271946531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4720" y="3024360"/>
                <a:ext cx="3769560" cy="205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 we can use the formula </a:t>
            </a:r>
            <a:r>
              <a:rPr lang="en-US" sz="2800" i="1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 = length</a:t>
            </a:r>
          </a:p>
          <a:p>
            <a:r>
              <a:rPr lang="en-US" sz="2800" dirty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20l + 10w</a:t>
            </a:r>
          </a:p>
          <a:p>
            <a:r>
              <a:rPr lang="en-US" sz="2800" dirty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1DD5A4-E140-441F-9388-6C37881E6619}"/>
                  </a:ext>
                </a:extLst>
              </p14:cNvPr>
              <p14:cNvContentPartPr/>
              <p14:nvPr/>
            </p14:nvContentPartPr>
            <p14:xfrm>
              <a:off x="6008760" y="3655080"/>
              <a:ext cx="2471760" cy="2466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1DD5A4-E140-441F-9388-6C37881E6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9400" y="3645720"/>
                <a:ext cx="2490480" cy="248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7A2F-27F0-4686-90E1-2FD8824E2808}"/>
              </a:ext>
            </a:extLst>
          </p:cNvPr>
          <p:cNvSpPr txBox="1">
            <a:spLocks/>
          </p:cNvSpPr>
          <p:nvPr/>
        </p:nvSpPr>
        <p:spPr>
          <a:xfrm>
            <a:off x="457200" y="13641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Try these….Find the perimeter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F7A15-CFBE-4E6B-87EA-07511CF7D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56" y="1125167"/>
            <a:ext cx="2257191" cy="17387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F8B2E0-E101-44FF-BADF-0ECA9F692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979" y="1236809"/>
            <a:ext cx="2556947" cy="1813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1714ED-BA42-4E34-9A6A-B6846E4C6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689" y="987136"/>
            <a:ext cx="2941674" cy="21690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10796F0-CBAF-4A52-A034-6F107CF92844}"/>
                  </a:ext>
                </a:extLst>
              </p14:cNvPr>
              <p14:cNvContentPartPr/>
              <p14:nvPr/>
            </p14:nvContentPartPr>
            <p14:xfrm>
              <a:off x="2087263" y="1874118"/>
              <a:ext cx="330120" cy="113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10796F0-CBAF-4A52-A034-6F107CF928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8263" y="1865118"/>
                <a:ext cx="3477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5E6A7A-5795-4836-B043-477DA4CF8B18}"/>
                  </a:ext>
                </a:extLst>
              </p14:cNvPr>
              <p14:cNvContentPartPr/>
              <p14:nvPr/>
            </p14:nvContentPartPr>
            <p14:xfrm>
              <a:off x="4163023" y="1473438"/>
              <a:ext cx="217800" cy="77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5E6A7A-5795-4836-B043-477DA4CF8B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54023" y="1464438"/>
                <a:ext cx="2354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A1FC830-B42C-47B2-8B03-3E0D5BB0C1B2}"/>
                  </a:ext>
                </a:extLst>
              </p14:cNvPr>
              <p14:cNvContentPartPr/>
              <p14:nvPr/>
            </p14:nvContentPartPr>
            <p14:xfrm>
              <a:off x="5062303" y="2168958"/>
              <a:ext cx="200160" cy="95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A1FC830-B42C-47B2-8B03-3E0D5BB0C1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3303" y="2160318"/>
                <a:ext cx="2178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6A6484-77CB-4AA9-8A66-5167A8A28C73}"/>
                  </a:ext>
                </a:extLst>
              </p14:cNvPr>
              <p14:cNvContentPartPr/>
              <p14:nvPr/>
            </p14:nvContentPartPr>
            <p14:xfrm>
              <a:off x="6414823" y="1993278"/>
              <a:ext cx="444240" cy="82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6A6484-77CB-4AA9-8A66-5167A8A28C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06183" y="1984638"/>
                <a:ext cx="4618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EB51420-0889-4362-A07A-76ABBFB63457}"/>
                  </a:ext>
                </a:extLst>
              </p14:cNvPr>
              <p14:cNvContentPartPr/>
              <p14:nvPr/>
            </p14:nvContentPartPr>
            <p14:xfrm>
              <a:off x="7469263" y="2240958"/>
              <a:ext cx="408240" cy="64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EB51420-0889-4362-A07A-76ABBFB634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60623" y="2232008"/>
                <a:ext cx="425880" cy="816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C6B6286-7960-4CFA-83A4-CA3B29BA094D}"/>
                  </a:ext>
                </a:extLst>
              </p14:cNvPr>
              <p14:cNvContentPartPr/>
              <p14:nvPr/>
            </p14:nvContentPartPr>
            <p14:xfrm>
              <a:off x="7339303" y="1252038"/>
              <a:ext cx="414000" cy="85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C6B6286-7960-4CFA-83A4-CA3B29BA094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30303" y="1243038"/>
                <a:ext cx="431640" cy="10296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FACD5130-18E0-4C70-95BC-044401D10F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256" y="3380214"/>
            <a:ext cx="2400619" cy="20796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8E7560-5D48-4B4C-B53A-7FB2BCF8446A}"/>
                  </a:ext>
                </a:extLst>
              </p14:cNvPr>
              <p14:cNvContentPartPr/>
              <p14:nvPr/>
            </p14:nvContentPartPr>
            <p14:xfrm>
              <a:off x="1903303" y="3734958"/>
              <a:ext cx="451440" cy="111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8E7560-5D48-4B4C-B53A-7FB2BCF844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94663" y="3726318"/>
                <a:ext cx="4690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0110AA5-1F27-475E-ACAA-F790B35A4301}"/>
                  </a:ext>
                </a:extLst>
              </p14:cNvPr>
              <p14:cNvContentPartPr/>
              <p14:nvPr/>
            </p14:nvContentPartPr>
            <p14:xfrm>
              <a:off x="2222983" y="4432638"/>
              <a:ext cx="464400" cy="121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0110AA5-1F27-475E-ACAA-F790B35A43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14336" y="4423638"/>
                <a:ext cx="482054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4C271E2-D516-4D34-BB66-DB9D0F333931}"/>
                  </a:ext>
                </a:extLst>
              </p14:cNvPr>
              <p14:cNvContentPartPr/>
              <p14:nvPr/>
            </p14:nvContentPartPr>
            <p14:xfrm>
              <a:off x="1474543" y="4917558"/>
              <a:ext cx="421200" cy="110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4C271E2-D516-4D34-BB66-DB9D0F33393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65551" y="4908558"/>
                <a:ext cx="438825" cy="128520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D8D19474-51DC-4CC0-9C9F-D58B1A24027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59934" y="3393375"/>
            <a:ext cx="2714802" cy="21690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0190744-136B-4B7C-9689-AC62768BF54D}"/>
                  </a:ext>
                </a:extLst>
              </p14:cNvPr>
              <p14:cNvContentPartPr/>
              <p14:nvPr/>
            </p14:nvContentPartPr>
            <p14:xfrm>
              <a:off x="5684743" y="3706878"/>
              <a:ext cx="359280" cy="217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0190744-136B-4B7C-9689-AC62768BF54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76103" y="3698238"/>
                <a:ext cx="3769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8AF4325-9DC1-4FCB-BD1A-B34F81006E7D}"/>
                  </a:ext>
                </a:extLst>
              </p14:cNvPr>
              <p14:cNvContentPartPr/>
              <p14:nvPr/>
            </p14:nvContentPartPr>
            <p14:xfrm>
              <a:off x="4833703" y="4372878"/>
              <a:ext cx="375480" cy="1245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8AF4325-9DC1-4FCB-BD1A-B34F81006E7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825063" y="4363878"/>
                <a:ext cx="3931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848B45A-AC8F-4D85-BE7F-43BE4C9304C4}"/>
                  </a:ext>
                </a:extLst>
              </p14:cNvPr>
              <p14:cNvContentPartPr/>
              <p14:nvPr/>
            </p14:nvContentPartPr>
            <p14:xfrm>
              <a:off x="6753583" y="4457838"/>
              <a:ext cx="399240" cy="114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848B45A-AC8F-4D85-BE7F-43BE4C9304C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744951" y="4449198"/>
                <a:ext cx="416864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9450A8C-8CC9-4C4A-A46A-11B371BC9377}"/>
                  </a:ext>
                </a:extLst>
              </p14:cNvPr>
              <p14:cNvContentPartPr/>
              <p14:nvPr/>
            </p14:nvContentPartPr>
            <p14:xfrm>
              <a:off x="5696983" y="4997118"/>
              <a:ext cx="406440" cy="1918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9450A8C-8CC9-4C4A-A46A-11B371BC937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88343" y="4988118"/>
                <a:ext cx="4240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6A85D-3B5A-4945-BD54-ABE2339A39F7}"/>
                  </a:ext>
                </a:extLst>
              </p14:cNvPr>
              <p14:cNvContentPartPr/>
              <p14:nvPr/>
            </p14:nvContentPartPr>
            <p14:xfrm>
              <a:off x="318240" y="968400"/>
              <a:ext cx="8614080" cy="5375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6A85D-3B5A-4945-BD54-ABE2339A39F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08880" y="959040"/>
                <a:ext cx="8632800" cy="539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07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29298E-3B92-4043-AA0E-5D9C43FDDA4D}"/>
              </a:ext>
            </a:extLst>
          </p:cNvPr>
          <p:cNvSpPr txBox="1"/>
          <p:nvPr/>
        </p:nvSpPr>
        <p:spPr>
          <a:xfrm>
            <a:off x="338101" y="261473"/>
            <a:ext cx="858695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Circumference of a Circle</a:t>
            </a:r>
          </a:p>
          <a:p>
            <a:endParaRPr lang="en-US" sz="2800" dirty="0"/>
          </a:p>
          <a:p>
            <a:r>
              <a:rPr lang="en-US" sz="2800" dirty="0"/>
              <a:t>The perimeter of a circle is called the </a:t>
            </a:r>
            <a:r>
              <a:rPr lang="en-US" sz="2800" b="1" dirty="0"/>
              <a:t>circumference.</a:t>
            </a:r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dirty="0"/>
              <a:t>If we know the circumference of a circle, we can use it to find the radius or diameter.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7A8ACD-7D9E-4918-963C-21284D876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7355"/>
            <a:ext cx="9144000" cy="20495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176FFE-C351-476E-B5E5-552D41248610}"/>
                  </a:ext>
                </a:extLst>
              </p14:cNvPr>
              <p14:cNvContentPartPr/>
              <p14:nvPr/>
            </p14:nvContentPartPr>
            <p14:xfrm>
              <a:off x="746640" y="315360"/>
              <a:ext cx="7316640" cy="340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176FFE-C351-476E-B5E5-552D412486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7280" y="306000"/>
                <a:ext cx="7335360" cy="342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213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BD881D-941C-4963-AA5E-EAB677CE1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91" y="1279414"/>
            <a:ext cx="2460267" cy="231307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EDABBF5-2C8C-4DD6-96B3-9845F7FAC997}"/>
              </a:ext>
            </a:extLst>
          </p:cNvPr>
          <p:cNvSpPr txBox="1">
            <a:spLocks/>
          </p:cNvSpPr>
          <p:nvPr/>
        </p:nvSpPr>
        <p:spPr>
          <a:xfrm>
            <a:off x="457200" y="13641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Try these…. Find the circumference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1442A-1346-4966-8D81-577142583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620" y="1077461"/>
            <a:ext cx="2371724" cy="23515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F6A5BE-DA0A-4B1B-8D1A-3779D0E0B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291" y="3764588"/>
            <a:ext cx="2533650" cy="2162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2D77DD-2787-4513-988A-89700DABF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869" y="3836830"/>
            <a:ext cx="2371725" cy="2133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C59CD7-961E-46D6-A597-97AE3A2877C3}"/>
                  </a:ext>
                </a:extLst>
              </p14:cNvPr>
              <p14:cNvContentPartPr/>
              <p14:nvPr/>
            </p14:nvContentPartPr>
            <p14:xfrm>
              <a:off x="501120" y="997560"/>
              <a:ext cx="8351640" cy="5667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C59CD7-961E-46D6-A597-97AE3A2877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760" y="988200"/>
                <a:ext cx="8370360" cy="56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4158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E6AD01-6F1D-4835-8280-D91395822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743"/>
            <a:ext cx="9144000" cy="7434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09A057-A0DC-4EDC-8ABE-E62CECF09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35157"/>
            <a:ext cx="5379610" cy="35144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E96F52-0866-4186-8BB4-AC4227783DD8}"/>
                  </a:ext>
                </a:extLst>
              </p14:cNvPr>
              <p14:cNvContentPartPr/>
              <p14:nvPr/>
            </p14:nvContentPartPr>
            <p14:xfrm>
              <a:off x="57240" y="124920"/>
              <a:ext cx="8284320" cy="645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E96F52-0866-4186-8BB4-AC4227783D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880" y="115560"/>
                <a:ext cx="8303040" cy="64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A15F50-02A0-455C-A909-77684A69D8C2}"/>
                  </a:ext>
                </a:extLst>
              </p14:cNvPr>
              <p14:cNvContentPartPr/>
              <p14:nvPr/>
            </p14:nvContentPartPr>
            <p14:xfrm>
              <a:off x="5755320" y="3998520"/>
              <a:ext cx="2853360" cy="2503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A15F50-02A0-455C-A909-77684A69D8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45960" y="3989160"/>
                <a:ext cx="2872080" cy="25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2640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E6AD01-6F1D-4835-8280-D91395822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743"/>
            <a:ext cx="9144000" cy="7434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FC8861-9D4D-4E73-8060-88910C2D4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14961"/>
            <a:ext cx="5497207" cy="35085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C33FC8-3BAC-44BB-9907-CA86BB893B12}"/>
                  </a:ext>
                </a:extLst>
              </p14:cNvPr>
              <p14:cNvContentPartPr/>
              <p14:nvPr/>
            </p14:nvContentPartPr>
            <p14:xfrm>
              <a:off x="16560" y="520920"/>
              <a:ext cx="8787600" cy="609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C33FC8-3BAC-44BB-9907-CA86BB893B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0" y="511560"/>
                <a:ext cx="8806320" cy="61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595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231</Words>
  <Application>Microsoft Office PowerPoint</Application>
  <PresentationFormat>On-screen Show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Chalkboard</vt:lpstr>
      <vt:lpstr>Office Theme</vt:lpstr>
      <vt:lpstr>Topic: Measurement EQ: Using unit conversion how do we work out the perimeter and circumference? </vt:lpstr>
      <vt:lpstr>Unit Conversion</vt:lpstr>
      <vt:lpstr>Try these….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Nine Stretch</cp:lastModifiedBy>
  <cp:revision>16</cp:revision>
  <dcterms:created xsi:type="dcterms:W3CDTF">2017-02-27T05:52:32Z</dcterms:created>
  <dcterms:modified xsi:type="dcterms:W3CDTF">2020-02-04T03:33:39Z</dcterms:modified>
</cp:coreProperties>
</file>