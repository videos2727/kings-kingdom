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6" d="100"/>
          <a:sy n="66" d="100"/>
        </p:scale>
        <p:origin x="51" y="3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2/17/2020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2/17/2020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2/17/2020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2/17/2020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2/17/2020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2/17/2020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2/17/2020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fabric, table, red, covered&#10;&#10;Description automatically generated">
            <a:extLst>
              <a:ext uri="{FF2B5EF4-FFF2-40B4-BE49-F238E27FC236}">
                <a16:creationId xmlns:a16="http://schemas.microsoft.com/office/drawing/2014/main" id="{6D3BA21E-E6C8-4E14-8E53-C5DF567E9D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64" name="Rectangle 59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37329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65" name="Rectangle 61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272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E4CDE68-6122-4F80-9FE5-27026BA004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6055" y="2350017"/>
            <a:ext cx="4775075" cy="1630906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Topic: Measurement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894C500-5D02-40FE-B256-8231B78F72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6055" y="3990546"/>
            <a:ext cx="4775075" cy="55965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EQ: How do we work out the surface area of composite prisms?</a:t>
            </a:r>
          </a:p>
        </p:txBody>
      </p:sp>
    </p:spTree>
    <p:extLst>
      <p:ext uri="{BB962C8B-B14F-4D97-AF65-F5344CB8AC3E}">
        <p14:creationId xmlns:p14="http://schemas.microsoft.com/office/powerpoint/2010/main" val="1736693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F0DF02-BD94-4428-AEBF-496B11D08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52" y="421594"/>
            <a:ext cx="10924096" cy="601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747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1ADA45A-A2FA-4E9A-94FC-7553E0FD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95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2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614612-0FA7-46D7-8D90-572E484FA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12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254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Custom 38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E462D"/>
      </a:accent1>
      <a:accent2>
        <a:srgbClr val="595A85"/>
      </a:accent2>
      <a:accent3>
        <a:srgbClr val="8D6F5B"/>
      </a:accent3>
      <a:accent4>
        <a:srgbClr val="FABD2F"/>
      </a:accent4>
      <a:accent5>
        <a:srgbClr val="AF8073"/>
      </a:accent5>
      <a:accent6>
        <a:srgbClr val="787880"/>
      </a:accent6>
      <a:hlink>
        <a:srgbClr val="CC8D00"/>
      </a:hlink>
      <a:folHlink>
        <a:srgbClr val="82829E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NE.pptx" id="{5330A5D3-B581-4B4A-9313-9275B6EF2E52}" vid="{516C64E9-C0AA-46DA-9991-9C0EC881A8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Floral Flourish</Template>
  <TotalTime>0</TotalTime>
  <Words>17</Words>
  <Application>Microsoft Office PowerPoint</Application>
  <PresentationFormat>Widescreen</PresentationFormat>
  <Paragraphs>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Avenir Next LT Pro</vt:lpstr>
      <vt:lpstr>Avenir Next LT Pro Light</vt:lpstr>
      <vt:lpstr>Garamond</vt:lpstr>
      <vt:lpstr>SavonVTI</vt:lpstr>
      <vt:lpstr>Topic: Measurement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2020-02-17T06:07:32Z</dcterms:created>
  <dcterms:modified xsi:type="dcterms:W3CDTF">2020-02-17T06:14:08Z</dcterms:modified>
</cp:coreProperties>
</file>