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1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33:02.41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6941 3934 806 0,'0'0'36'16,"0"0"7"-16,0 0-35 0,0 0-8 0,0 0 0 0,0 0 0 16,0 0 196-16,0 0 38 0,0 0 7 0,0 0 2 15,0 0-142-15,0 0-28 0,0 0-5 0,0 0-2 0,0 0-16 0,0 15-3 16,-6-15-1-16,-5 10 0 16,5 5 23-16,0-10 5 0,6 16 1 0,-17-11 0 0,17 10 5 15,-17 5 2-15,0 1 0 0,0 4 0 0,0 0-42 0,-6 1-8 16,6-1-1-16,-6 6-1 0,0-1-6 0,1 1 0 15,4 4-1-15,-4-10 0 0,5 6-8 0,-12-6-2 16,18 1 0-16,-18 4 0 0,12-10-13 0,6 1 9 16,-6-1-9-16,-6 0 8 0,6 1-8 0,0-6-9 15,0-5 9-15,11 10-13 16,-11-14-30-16,5 4-5 0,7-10-2 0,-1 0 0 16,6-5-144-16,-11 0-29 0,11 0-5 0</inkml:trace>
  <inkml:trace contextRef="#ctx0" brushRef="#br0" timeOffset="334.381">6337 4091 1612 0,'0'0'144'0,"0"0"-116"0,0 0-28 0,0 0 0 16,0 0 124-16,0 0 20 0,0 0 3 0,17-10 1 15,-11 10-62-15,5 0-12 0,0 5-2 0,6 0-1 16,12 0-23-16,-18 10-5 0,18 0-1 0,-12 5 0 16,6 6-2-16,0-1 0 0,-1 6 0 0,1 4 0 15,6 0-5-15,-7 1-2 0,13 4 0 0,-18-9 0 16,11 9-13-16,-5 1-4 0,5-6 0 0,-5 6 0 0,0-6-16 16,0-4 0-16,5-1 8 0,-5 0-8 0,0-4 0 0,0 9 8 15,-6-10-8-15,6-4 0 0,-6-1 0 0,0-5-16 16,0 5 2-16,0-9 0 15,-17-1-32-15,6 5-6 0,-6-15-2 0,0 0 0 16,0 0-110-16,0 0-21 0,0 0-5 0,0 0-1 16,-6-20-46-16,-17 4-10 0,-17-24-1 15,23 9-374-15</inkml:trace>
  <inkml:trace contextRef="#ctx0" brushRef="#br0" timeOffset="649.122">6747 3848 460 0,'0'0'41'0,"0"-10"-33"0,-6-1-8 0,6 1 0 16,0 5 264-16,0-10 50 0,0 15 10 0,0 0 3 15,-11-10-170-15,11 0-33 0,0 10-8 0,0 0 0 16,0 0-27-16,0 0-5 0,0 0 0 0,0 0-1 16,0 0-28-16,0 0-6 0,0 0-1 0,0 0 0 15,0 0-10-15,11 10-2 0,-5 15-1 0,5 1 0 16,-11-1 23-16,0 5 5 0,6 11 1 0,-6 9 0 15,6 1-49-15,0 0-15 0,-1 9 8 0,1 6-8 16,-6-15 15-16,11 10-1 0,-11-11 0 0,0 6 0 16,6 5-14-16,5-11 8 0,-11 6-8 0,0-5 0 15,12-1-10-15,-1-9-8 0,-11-1-2 0,0 1 0 16,6 0 20-16,-6-16 11 0,11 0-2 0,-11 0 0 16,0 1-57-16,0-6-12 0,0-5-3 0,0-15 0 15,0 0-121-15,0 0-25 0,0 0-5 0,0 0-765 16</inkml:trace>
  <inkml:trace contextRef="#ctx0" brushRef="#br0" timeOffset="959.572">6314 4552 806 0,'0'0'72'0,"-23"-5"-58"15,6 5-14-15,0-6 0 0,-6 1 208 0,6 5 38 0,6 0 8 0,11 0 2 16,-12 0-103-16,-5 0-20 15,0-10-4-15,17 10-1 0,0 0-51 0,0 0-10 0,0 0-3 0,0 0 0 16,0 0 0-16,0 0 0 0,0 0 0 0,0 0 0 16,0 0 0-16,17 0 0 0,-11-5 0 15,28 5 0-15,12 0-51 0,-6 0-13 16,-12-5 0-16,12 0 0 0,0 5 44 0,5-10 7 0,7 5 1 16,-7 0 0-16,-5 0-32 0,11 5-5 0,-16-10-2 0,5 5 0 15,-1 0-13-15,1-1 0 0,0 1 8 0,0 5-8 16,-6 0-9-16,6-5-5 0,-23 5-1 0,12-5 0 15,5 5-32 1,-17 0-6-16,6 0-2 0,-6 0 0 0,0 0-69 0,-6-5-13 16,-11 5-3-16,0 0-1 0,17 0-50 0,-17 0-9 0</inkml:trace>
  <inkml:trace contextRef="#ctx0" brushRef="#br0" timeOffset="14940.652">11738 8046 1072 0,'0'0'48'0,"0"0"9"0,0 0-45 0,0 0-12 16,0 0 0-16,0 0 0 0,0 0 84 0,0 0 14 0,0 0 3 0,0 0 1 15,0 0-26-15,0 0-6 0,0 0-1 0,0 0 0 16,0 0-19-16,0 0-4 0,0 0-1 0,0 0 0 15,0 0-3-15,0 0-1 0,0 0 0 0,0 0 0 16,0 0-8-16,0 0-1 0,12-5-1 0,-1 5 0 16,-11 0-3-16,17-5 0 0,-17 5 0 0,23-5 0 15,-6 5-2-15,0-5-1 0,0-1 0 0,0 1 0 16,12 5-25-16,-18 0 0 0,6 0 0 0,0 0 0 16,0-5 0-16,1 5 8 0,-1 0-8 0,0 0 0 15,6 0 0-15,-6-5 8 0,-17 5-8 0,11 0 0 16,6 0 10-16,-17 0-10 0,0 0 12 0,17-5-12 0,0 5 25 15,-17 0-1-15,0 0-1 0,0 0 0 0,0 0 33 16,0 0 6-16,0 0 2 0,0 0 0 0,0 0-52 16,0 0-12-16,0 0 0 0,0 0 0 0,0 0 26 15,0 0 2-15,0 0 1 0,0 0 0 0,0 0-14 0,0 0-3 16,0 10-1-16,-5-5 0 0,-1 6 6 0,-5-6 2 16,11 0 0-16,-18 0 0 0,7-5-3 0,-6 10-1 15,6-10 0-15,-7 5 0 0,7 0-4 0,0 0-1 16,-12 5 0-16,11-10 0 0,-5 0-2 0,0-5-8 15,6 0 12-15,-6 0-4 0,5 0 24 0,-10 5 4 16,5-5 0-16,-1 5 1 16,1 0-51-16,6 0-10 0,-18 0-3 0,18 0 0 0,-17 0 27 0,10 5 11 15,7-5-1-15,-12 5 0 0,12 0-10 0,5-5 0 16,-11 5 0-16,11 0 0 0,6-5 0 0,0 0 0 0,-11 0 0 0,11 0 0 16,0 0 16-16,0 0 0 0,0 0 1 0,0 0 0 15,0 0-17-15,0 0 0 0,0 0 0 0,0 0 0 16,0 0 0-16,17 5 0 0,-17-5 0 0,17 0 0 15,0 0 0-15,6 0 0 0,-6 0 0 0,6 0 0 16,-6 0 0-16,0 0 0 0,6-5 0 0,-12 5 0 16,6 0 0-16,6-5 0 0,-6 5 0 0,0-5 0 15,1 5 0-15,-1-5 0 0,0 0 0 0,0 5 0 16,-6 0 0-16,-11 0-14 0,0 0 2 0,17-5 1 16,6 0 11-16,-23 5 0 0,0 0 0 0,0 0 0 15,11 0 0-15,-11 0 16 0,0 0-4 0,0 0-1 16,0 0-11-16,18 0-12 0,-18 0 2 0,0 0 1 15,0 0 9-15,0 0 0 0,0 0 0 0,0 0 8 0,0 0-8 0,0 0 0 16,0 0 8-16,0 0-8 0,0 0 8 0,0 0-8 16,0 0 8-16,0 0-8 0,0 0 8 0,-6-5-8 15,0 5 8-15,-5 0-8 0,-1 0 8 0,7 0-8 16,-7-5 10-16,1 5-10 0,-6 0 12 0,5 0-4 16,1-5-8-16,0 5 12 0,-1 0-12 0,1 5 9 15,-1-5-9-15,-5 0 8 0,0 0-8 0,0 0 8 16,0 0-8-16,0 0 8 0,6 0-8 0,-7 0 0 15,-4 0 0-15,5 0 8 0,-1-5-8 0,-4 5 0 16,5 0 9-16,5 0-9 0,-11 0 0 0,12 0 9 16,-6 0-9-16,11 0 0 15,-5 0-20-15,-1 0-10 0,7 0-2 0,-7 0-1 0,12 0 53 0,0 0 12 16,0 0 1-16,0 0 1 0,0 0-34 0,0 0 0 0,0 0 0 0,0 0 0 31,0 0-23-31,0 0-8 0,12 5-1 0,16-5-1 0,-16 0 49 0,10 0 9 0,1 5 3 0,6-5 0 16,-7 5-28-16,7-5 0 0,-1 5 0 0,1-5 0 15,-12 5 0-15,12-5 0 0,-12 0-9 0,17 0 9 16,-17 0 0-16,11 0 0 0,-5-5 0 0,6 5 0 16,-7-5 0-16,1 0-8 0,0 5 8 0,6-5 0 15,-18 0 0-15,12 0 0 0,-6-1 0 0,0 1 0 16,0 0 0-16,-17 5-8 0,0 0 8 0,0 0 0 16,0 0 0-16,17-5 0 0,0 0 0 0,-17 5 0 15,0 0 0-15,0 0 0 0,0 0 0 0,0 0 0 16,0 0 8-16,0 0-8 0,0 0 0 0,0 0 9 15,0 0-9-15,-11-5 0 0,-1 5 9 0,1 0-9 0,0 10 0 16,-6-5 8-16,5 0-8 0,-5 0 0 0,-6 1 8 16,6-6-8-16,-11 5 8 0,-1 0-8 15,1-5 8-15,-1-5-8 0,1 5 10 0,-1 0-10 0,6-5 8 0,-5 10-8 16,5-5 0-16,-5 5 0 0,-1-10 0 0,12 0 0 16,-11-1 0-16,-1 6 0 0,6-5 0 0,6 10 0 15,-11 6 0-15,11-11 0 0,5-5 0 0,-11-1 0 16,6 1 0-16,6 5-10 15,0 0-21-15,-1 0-4 0,6 0-1 0,6 0 0 16,0 0-127-16,0 0-25 0,0 0-6 0</inkml:trace>
  <inkml:trace contextRef="#ctx0" brushRef="#br0" timeOffset="15871.917">11112 10461 460 0,'0'0'41'0,"0"0"-33"0,0 0-8 0,0 0 0 0,0 0 236 0,0 0 44 16,0 0 10-16,0 0 2 15,0 0-141-15,0 0-28 0,0 0-6 0,0 0-1 0,0 0-43 0,0 0-9 16,0 0-1-16,0 0-1 0,0 0-22 0,0 0-4 16,0 0 0-16,0 0-1 0,0 0 3 0,0 0 1 15,17 0 0-15,-17 0 0 0,0 0 9 0,11 5 1 16,6 6 1-16,6-1 0 0,-12 0-29 0,1 5-5 16,-1 0-2-16,6 0 0 0,-5 1 40 0,-1 4 8 15,0 0 2-15,1 0 0 0,-1 6-64 0,6-1-15 16,0 0-1-16,-5 1-1 0,11-1 17 0,-6 0 0 0,-17 1 11 15,5-6-11-15,12 0 8 0,1-5-8 16,-18 0 0-16,5-4 0 0,1-1 0 0,0 0 0 0,-6-10 0 0,11 5 0 16,-11-5 14-16,0 0-4 0,0 0-1 0,0 0 0 31,0 0-58-31,0 0-12 0,0 0-3 0,0-15 0 16,-6 0-102-16,1-6-21 0,-1 6-4 0</inkml:trace>
  <inkml:trace contextRef="#ctx0" brushRef="#br0" timeOffset="16486.038">10075 9236 864 0,'0'0'76'0,"0"0"-60"0,0 0-16 0,0 0 0 16,0 0 170-16,0 0 31 0,0 0 7 0,0 0 0 15,0 0-90-15,0 0-18 0,5 5-4 0,12-5-1 0,0 5-8 0,-5-5-2 16,-1 5 0-16,6-5 0 16,0 0-14-16,6 0-3 0,0 0-1 0,0 5 0 0,5-5-19 15,-11 5-3-15,12-5-1 0,-1 0 0 0,-5 0-20 0,0 5-4 16,5-5 0-16,-5 0-1 0,6 0-34 0,-7 0-6 15,-4 5-2-15,-1-5 0 0,-6 0 23 0,12-5 0 16,-12 5 0-16,18 0 0 0,-24-5 0 0,-5 5 0 16,12 0 0-16,-12 0 0 15,17-10-30-15,-17 10-2 0,11-5 0 0,1 0 0 16,-12 5-184-16,0-15-38 0</inkml:trace>
  <inkml:trace contextRef="#ctx0" brushRef="#br0" timeOffset="17105.033">10718 6111 2005 0,'0'0'44'0,"0"0"8"0,0 0 3 0,0 0 2 0,0 0-45 0,0 0-12 0,0 0 0 0,0 0 0 16,0 0 79-16,0 0 13 0,0 0 4 0,0 0 0 16,0 0-62-16,0 0-12 0,12 5-2 0,11 6-1 15,-18-6 22-15,7 5 5 0,-1 0 1 0,6 0 0 16,-5 5-24-16,5 5-5 16,5-9-1-16,-10 4 0 0,-1 5-9 0,6 0-8 0,0 6 12 0,1-1-12 15,4 0 12-15,-5 1-12 0,-5-1 12 0,5 0-12 16,6 0 8-16,-6 1-8 0,-6-1 0 0,6 0 0 15,-5 1 0-15,-1 4 8 0,0-15-8 0,1 6 0 16,-6-6 0-16,5-5 0 0,0 5 0 0,-5-5 0 16,5 0-10-16,-11-10-9 0,6 11-1 0,-6-11-1 15,0 0-97-15,0 0-19 0,0 0-4 16,0 0-887-16</inkml:trace>
  <inkml:trace contextRef="#ctx0" brushRef="#br0" timeOffset="17689.705">8496 6638 518 0,'0'0'46'0,"0"0"-37"0,0-10-9 0,6 0 0 16,-6 10 171-16,0-10 32 0,0-1 6 0,0 11 2 15,0 0-108-15,0 0-22 0,0 0-4 0,0 0-1 0,0 0 4 0,0 0 1 16,0 0 0-16,0 0 0 0,0 0-39 0,0 0-8 15,0 0-2-15,0 0 0 0,0 16 46 0,6-1 9 16,-1 0 1-16,-5-5 1 0,0 5-40 0,0 1-8 16,0-1-1-16,0 0-1 0,0 0 13 0,0 5 2 15,0 6 1-15,0-6 0 0,0-5-25 0,0 5-5 16,0-4-1-16,0 4 0 0,0-5-24 0,0 5-19 16,0 1 3-16,-5 4 1 0,5-15 15 0,0 10 0 15,0 1 0-15,0-1 0 0,0-5 0 0,0 5 0 16,-6-5 0-16,6 1 0 0,0-1 0 0,0 0 0 15,0 5 0-15,0-20 0 16,0 5-110-16,0-5-19 0,6 10-4 0</inkml:trace>
  <inkml:trace contextRef="#ctx0" brushRef="#br0" timeOffset="18192.494">9203 5134 1015 0,'0'0'44'0,"0"0"11"0,0 0-44 16,0 0-11-16,0 0 0 0,0 0 0 0,0 0 80 0,0 0 13 15,0 0 3-15,0 0 1 0,0 0-15 0,0 0-3 0,0 0-1 16,0 0 0-16,0 0-8 0,5 15-2 0,-5-15 0 0,6 5 0 16,0 5 6-16,0 0 1 0,-6-10 0 0,5 16 0 15,-5-1-14-15,0 0-2 0,0 0-1 0,0 0 0 16,0 1-18-16,0 4-4 0,0 5-1 0,0-15 0 16,0 11-15-16,0-1-4 0,0 5 0 0,0-5 0 15,6 6-16-15,-6-6 10 0,6 0-10 0,-6 6 8 16,5-11-8-16,-5 0 0 0,0 0 9 0,12 0-9 15,-12-5 0-15,0-10-12 0,0 11 2 0,0-11 0 16,0 0-173-16,0 0-34 16</inkml:trace>
  <inkml:trace contextRef="#ctx0" brushRef="#br0" timeOffset="18770.61">6394 5894 1126 0,'0'0'24'0,"0"0"6"0,0 0 1 0,0 0 1 0,0 0-32 0,0 0 0 0,0 0 0 0,0 0 0 15,0 0 73-15,0 0 8 0,-6 0 2 0,6 0 0 16,0 0-16-16,0 0-3 0,0 0-1 0,0 0 0 16,0 0-3-16,0 0-1 0,0 0 0 0,0 0 0 15,0 0 2-15,0 0 1 0,0 0 0 0,0 0 0 16,0 10 1-16,0-10 0 0,6 15 0 0,11-5 0 0,0-5-6 15,-6 5-1-15,1-5 0 0,5 5 0 0,0-5-24 16,11 6-4-16,-10-6-2 0,4 5 0 0,1-5-16 16,6 10-10-16,-12-10 12 0,5 5-12 0,7 0 8 0,-1-10-8 15,-10 5 0-15,10 1 0 0,-11-6 0 0,6 5 0 16,-6 5 0-16,0-10 0 16,0 0-41-16,0 5-6 0,-17-5-1 0,12 5 0 15,5 0-177-15,-6 0-36 0</inkml:trace>
  <inkml:trace contextRef="#ctx0" brushRef="#br0" timeOffset="19372.232">5459 8972 288 0,'0'0'25'0,"0"0"-25"0,0 0 0 0,0 0 0 0,0 0 187 0,0 0 32 0,-11 16 6 0,11-16 2 15,0 0-145-15,0 0-29 16,11 10-5-16,-11 0-2 0,0-10-5 0,0 15-1 0,0-15 0 0,6 10 0 16,-6-10 12-16,6 15 1 0,-1-4 1 0,1-1 0 15,-6-10 22-15,17 10 5 0,-11 0 1 0,5 0 0 16,1 0-13-16,-1 0-2 0,-11-10-1 0,17 10 0 15,-11-4-14-15,11 4-2 0,0-5-1 0,0 5 0 16,6-5-23-16,-6-5-5 0,-6 5-1 0,7-5 0 16,-1 5-20-16,5-5 9 0,-4 0-9 0,-1 0 0 15,-6 0 0-15,12-5 0 0,-6 5 0 0,6-5 0 16,-18 5-35-16,12-5-13 0,-5 0-4 16,11 5-963-16</inkml:trace>
  <inkml:trace contextRef="#ctx0" brushRef="#br0" timeOffset="20131.007">8029 11322 403 0,'0'0'36'0,"0"0"-36"16,0 0 0-16,0 0 0 0,11-10 159 0,-11 10 25 16,0 0 4-16,6-5 2 0,-6 5-62 0,12-10-13 15,-12 10-3-15,0 0 0 0,0 0-6 0,0 0-2 16,0 0 0-16,0 0 0 0,0-5-15 0,0 5-3 16,0 0-1-16,0 0 0 0,0 0-13 0,0 0-2 15,0 0-1-15,0 0 0 0,0 0-13 0,0 0-4 0,5 10 0 0,1 5 0 16,0 0-16-16,-1 1-4 0,1 4-1 0,5 5 0 15,-11 0-11-15,0 6-3 0,0 4 0 16,0 1 0-16,0-1-7 0,6 1-2 0,-6-1 0 16,12 0 0-16,-12-4-8 0,0-1 0 0,0-4 9 0,5-6-9 15,-5 0 0-15,6 0 8 0,-6-4-8 0,11-1 0 16,-11-5-14-16,0-5-7 0,0-5-2 0,0 0 0 16,0 0-144-1,0 0-29-15</inkml:trace>
  <inkml:trace contextRef="#ctx0" brushRef="#br0" timeOffset="31812.248">19943 3189 403 0,'0'0'36'0,"0"0"-36"0,0 0 0 0,0 0 0 15,0 0 222-15,0 0 38 0,0 0 7 0,0 0 1 16,0 0-144-16,0 0-28 0,0 0-7 0,0 0-1 16,0 0-20-16,0 0-5 0,0 0-1 0,0 0 0 15,0 0 5-15,0 0 1 0,0 0 0 0,0 0 0 16,0 0 4-16,0 0 0 0,0 0 1 0,6 16 0 15,-1-6-9-15,-5 10-1 0,6-5-1 0,-6 10 0 0,0-9 3 16,0 9 1-16,0 0 0 0,6 6 0 0,-6 9-37 0,0-14-7 16,0 9-2-16,0-5 0 0,0 1 10 15,6-1 2-15,-6 6 0 0,5-6 0 0,1 0-10 0,-6 6-2 16,0 4 0-16,0-4 0 0,0 4-8 0,0-14-1 16,6-1-1-16,-1-5 0 0,-5 5-22 0,0 1-5 15,6-1-1-15,-6-5 0 0,6 1 18 0,-6 4 0 16,0-15 0-16,0 5 0 0,0-15 0 0,0 0 0 15,0 0 0-15,0 0 0 16,0 0-144-16,0 0-26 0,0 0-5 0</inkml:trace>
  <inkml:trace contextRef="#ctx0" brushRef="#br0" timeOffset="32739.743">19801 6785 172 0,'0'0'8'0,"0"0"1"0,0 0-9 0,0 0 0 0,-6 0 0 0,6 0 0 15,0 0 379-15,0-10 73 0,0 0 16 0,6 5 2 16,-1 5-298-16,7-16-59 0,-7 1-12 0,1 5-2 16,5 0-36-16,1 5-7 0,-1-5-2 0,6-5 0 15,0 4 9-15,6-4 1 0,0 5 1 0,0-5 0 16,5 5-52-16,-5-5-13 0,-6 9 0 0,6-9 0 16,-6 5 0-16,6 0 0 0,0 5 0 0,-1 5 0 15,-4 0 34-15,-1 0 4 0,0 5 1 0,0 5 0 16,0-5-26-16,-6 5-5 0,-5 0 0 0,5 6-8 15,1-1 16-15,-6 5-4 0,-6 0-1 0,0-4 0 16,5 4-3-16,-5 5-8 0,0 6 12 0,0-6-4 16,-5-10-8-16,-1 0 0 0,-6 11 0 0,7-1 0 0,-7-5 33 15,1 11 5-15,0-1 1 0,-1-5 0 0,1-10-23 16,-6 1-4-16,0 9 0 0,-1-5-1 0,7 0 1 16,0 6 0-16,-1-6 0 0,1 5 0 0,-6-4 1 0,5 4 1 15,-5 0 0-15,6-5 0 0,-6 1-1 16,0 9 0-16,0 1 0 0,5-6 0 0,-5-15-1 0,0-5-1 15,6 10 0-15,-1-5 0 0,7 6 0 0,-7-1 0 16,6 10 0-16,1-5 0 0,5-20 5 0,0 0 0 16,-6 5 1-16,6-5 0 0,0 0-17 0,0 16 0 15,0 4-11-15,0-20 11 0,0 0 0 0,0 0 0 16,11 0 0-16,7-5 0 0,-7 0 0 0,12 5 0 16,-6 0 0-16,6 0 0 0,-1-5 0 0,-4 0 8 15,4-1-8-15,-5 6 0 0,0 6 0 0,1-6 0 16,4 5 0-16,7-5 0 0,-12 0 0 0,17 0 0 0,-5 0 0 15,-1 0 0-15,1 0 0 0,-7 0-8 0,1 0 8 16,0 0 0-16,0 0-17 0,-6 0 3 0,0 0 1 0,0 0 0 31,-6-5-13-31,1 5-2 0,-1-6-1 0,-5 6 0 16,0-10-32-16,-1 5-7 0,1 0 0 0,-6 5-1 16,0 0-195-16,0 0-40 0</inkml:trace>
  <inkml:trace contextRef="#ctx0" brushRef="#br0" timeOffset="33706.527">19789 9545 691 0,'0'0'61'0,"0"0"-49"0,0 0-12 0,0 0 0 16,0 0 233-16,0 0 44 0,0 0 9 0,0 0 2 16,17 0-131-16,-5-5-25 0,-1 5-6 0,0 0-1 15,7-5-46-15,-7 5-10 0,6 5-1 0,12-5-1 0,-7-5-16 16,1-6-3-16,0 11-1 0,5-5 0 0,7 0-19 16,-13 5-4-16,1 5-1 0,-6 0 0 0,6-15-23 0,0 15 0 15,0 0-10-15,-1 1 10 0,-4-6 0 0,4 5 0 16,-5 0 0-16,1 0 0 0,-7 0 25 0,6 0 12 15,-17-5 3-15,11 10 0 0,1 0-24 0,-7 0-4 16,7 0 0-16,-12-10-1 0,6 16 6 0,-6-1 2 16,0 0 0-16,-6-5 0 0,0 5 1 0,0 0 1 15,-5 1 0-15,0-1 0 0,-6 0-3 0,5-5-1 16,-11 5 0-16,6 1 0 0,-5-6-5 0,-1 5-2 16,0 0 0-16,6 5 0 0,0-10-10 0,0 6 12 15,-6-1-12-15,6 0 12 0,-12-5-12 0,7 0 0 16,4 0 0-16,1 1 8 0,0 4-8 0,0-5 0 15,0 0 9-15,0-5-9 0,11 5 0 0,6-10 0 16,-11 5 0-16,11-5 8 0,0 0-8 0,0 0 0 16,0 0 0-16,0 0-8 0,0 0 8 0,0 0 0 0,0 0-9 15,11 10 9-15,1-5 0 0,5 0 0 0,6-5-9 16,-1 6 9-16,-5 4 0 0,6-10-8 0,0 5 8 0,-6 0 0 16,6 10 0-16,0-5 0 0,5 5 0 0,-5 6 0 15,0-6 0-15,0 5 0 0,-6-5 0 0,5 5 0 16,1 1 0-16,-6 4 0 0,0-5 0 0,0 1 0 15,1-1 0-15,-1 0 0 0,-6 5 0 0,0-4 0 16,7-1 0-16,-13-5 0 0,1 5 0 0,0-4 0 16,-6 4 0-16,0 0 9 0,0 0-9 0,0-4 8 15,0-1 2-15,-6 0 0 0,0-5 0 0,1 5 0 16,-7-5 8-16,1 6 2 0,-1-1 0 0,-5-5 0 16,6-5-2-16,-6 5 0 0,-12-5 0 0,7 5 0 0,-7-10-5 15,1 5-1-15,-7 0 0 0,7-5 0 0,-1 0-12 0,1 0 9 16,-6-5-9-16,0 0 8 0,-1-5-8 15,1 5 0-15,0 0 0 0,0 0-11 16,5-5-17-16,1 0-3 0,-1 5-1 0,1-6 0 16,-1 1-148-16,7-5-31 0,-1 5-5 0</inkml:trace>
  <inkml:trace contextRef="#ctx0" brushRef="#br0" timeOffset="34351.358">22741 6430 1616 0,'0'0'72'0,"0"0"14"0,0 0-69 0,0 0-17 15,0 0 0-15,0 0 0 0,0 0 84 0,0 0 12 16,0 0 4-16,0 0 0 0,0 0-33 0,0 0-7 16,0 0 0-16,0 0-1 0,11 0 4 0,-11 0 1 15,0 0 0-15,6 10 0 0,-1 1-12 0,1-1-3 16,-6 0 0-16,6 5 0 0,-6 0-4 0,0 0-1 15,0 6 0-15,-6-1 0 0,0 5-8 0,1 6-1 16,-1 4-1-16,0 6 0 0,-5-11-8 0,5 11-2 16,-5-6 0-16,11 5 0 0,0-4-7 0,-6-6-1 15,-5 1-1-15,5-6 0 0,6 5-4 0,-6-4-1 0,6-1 0 16,0-5 0-16,0 6-10 0,6-6 12 0,0-5-12 16,-6 0 12-16,5 0-4 0,7-4 0 0,-1-1 0 0,1-5 0 15,5 0-8-15,0 0 10 0,0-10-10 16,6 0 10-16,0 5-10 0,5-5 0 0,0 0 0 0,1 0 0 15,-6 0 0-15,5 5 0 0,-5 0 0 0,6-6 0 16,-7 1-26-16,1-5 2 0,0 10 1 0,0-15 0 31,-6 15-86-31,0 0-18 0,0 0-3 0,0 0-1 0,0 0-113 0,0 0-24 16</inkml:trace>
  <inkml:trace contextRef="#ctx0" brushRef="#br0" timeOffset="34657.877">23208 6785 2113 0,'0'0'93'0,"-6"0"20"0,0 0-90 0,6 0-23 15,0 0 0-15,0 0 0 0,0 0 100 0,0 0 15 16,0 0 3-16,0 0 1 0,0 0-20 0,0 0-4 15,6 10-1-15,-6-10 0 0,0 0-75 0,0 0-19 16,0 15 0-16,6 5 0 0,5 1 55 0,-5 4 7 16,-6 5 2-16,11-4 0 0,-5 14-52 0,-6-14-12 15,11 9 0-15,-11 5 0 0,6 6 0 0,-6 0 0 16,6-6 0-16,0 1 0 0,-6-6 0 0,5 6 0 0,-5-1 0 16,6-4 0-16,-6-6 0 0,0 5 0 0,6-4 0 15,-1-11 0 1,1 0-46-16,0 1-12 0,-6-11-2 0,0-10-825 0,0 0-165 0</inkml:trace>
  <inkml:trace contextRef="#ctx0" brushRef="#br0" timeOffset="35467.967">26205 6415 172 0,'0'0'16'0,"0"0"-16"0,0 0 0 0,0 0 0 16,0 0 348-16,0 0 68 0,0 0 12 0,0 0 4 15,0 0-295-15,0 0-58 0,0 0-12 0,0 0-3 16,0 0-12-16,0 0-2 0,0 0-1 0,0 0 0 16,0 0-7-16,0 0-2 0,0 0 0 0,0 0 0 15,0 0 28-15,0 0 4 0,0 0 2 0,0 0 0 16,-6 15-36-16,0 1-7 0,1-1-2 0,-1 5 0 16,-5-5 28-16,5 5 6 0,0 6 1 0,1 4 0 15,-1-5-44-15,0 6-8 0,6-6-1 0,0 6-1 16,0-1-10-16,0-5 10 0,6-4-10 0,-6 4 10 15,11-5-20-15,-5-5-4 0,5-5-1 0,6 1 0 16,1-1 15-16,-7-5 0 0,6 5 0 0,-6-10 0 0,7 5 48 0,10 0 13 16,-5 0 3-16,0-5 0 0,-1-5-52 0,7 0-12 15,-1 0 0-15,1 0 0 0,-6 5 0 0,5 5 0 16,-5 5 0-16,0-5 0 0,0-5 0 0,-1 5 0 16,-5 0 0-16,1 10 0 0,-1-10 0 0,0 6 0 15,0-1 0-15,-6 5 0 0,6 0 0 0,0 0 0 16,-5 0 0-16,5 6 0 0,-6-6 0 0,1 5 0 15,-1 0 0-15,0 1 0 0,1-6 0 0,-6 0 0 16,5 5 8-16,-5-4-8 0,5-1 0 0,-5 10 0 16,-1 10 0-16,1-9 0 0,-6-16 13 0,0 0 7 15,-11 5 0-15,5 6 1 0,0-6-33 0,-5 0-8 16,0-5 0-16,-1 10-1 0,-5 1 68 0,0-1 13 0,-6-5 4 16,6 0 0-16,-11 0-52 0,5-5-12 0,-6 1 0 0,1-6 0 15,-1 0 0-15,-5 0 0 0,-6-10 0 0,6 0 0 31,-6 0-48-31,0 0-13 0,0-1-3 0,1-9 0 0,16 5 52 0,0-5 12 0,-6-5 0 0,7 5 0 32,-1-6-54-32,0 1-8 0,-5 5-2 0,11 0 0 0,-1-11-128 15,7 1-27-15,5 0-5 0,-5-1-831 0</inkml:trace>
  <inkml:trace contextRef="#ctx0" brushRef="#br0" timeOffset="35768.198">26211 6481 1555 0,'0'0'68'0,"-6"-5"16"0,-6 5-68 0,12 0-16 16,-11-10 0-16,5 5 0 0,-5-5 200 0,5 5 36 15,6 5 7-15,0 0 1 0,-5-11-126 0,5 11-26 16,5-10-4-16,1 0-2 0,-6 10-39 0,11-5-8 15,1 5-2-15,-1-10 0 0,6 5 22 0,-5 5 4 16,-12 0 1-16,11-5 0 0,6 5-52 0,6 0-12 16,0-5 0-16,0 5 0 0,5 5 0 0,1-5 0 15,5 5 0-15,0-5 0 0,0-5 0 0,0 0 0 16,0 5 0-16,1-10 0 16,-7 5-48-16,12-6-13 0,-6 1-3 0,6 5 0 15,0-10-139-15,0 10-28 0,45-15-5 0,-5 0-2 0</inkml:trace>
  <inkml:trace contextRef="#ctx0" brushRef="#br0" timeOffset="36575.692">29458 6329 921 0,'0'0'40'0,"0"0"10"0,0 0-40 0,6-10-10 0,-6-5 0 0,6 5 0 16,-6 10 179-16,0-10 33 0,0 10 8 0,5-6 0 15,-5 6-122-15,6-10-25 0,-6 0-5 0,0 10 0 16,0 0-12-16,0 0-1 0,0 0-1 0,0 0 0 16,0 0 14-16,0 0 2 0,0 0 1 0,-11 0 0 15,5 0-18-15,-11 5-3 0,6 0-1 0,-7 5 0 16,-4 1-15-16,-1 4-3 0,6 0-1 0,-6 5 0 16,0 0-30-16,-5 6-13 0,5-1 1 0,0 5 0 15,-5-4 60-15,-1-1 13 0,6 16 3 0,1-1 0 16,-7-9-52-16,1 9-12 0,5 1 0 0,6 4 0 15,-6 11 0-15,6-11 0 0,0-4 0 0,5 5 0 16,1-1 0-16,11 1 0 0,-6-1 0 0,12 1 0 16,-6-1 0-16,11-9 0 0,1 4 0 0,10-4 0 0,1-1 0 15,6 6 0-15,-1-1 0 0,1-9 0 0,5-6 0 0,0-5 0 16,0-5 0-16,0 1 0 0,1-6 0 0,-1-5 0 16,6-5 0-16,-6-5 0 0,0 0 0 0,6 0 0 15,-6-6 0-15,-5-4 0 0,5 10 0 0,-11-5 0 16,-1 0 0-16,-4-5 0 0,-7-5 0 0,-5 4 0 15,-1 1 0-15,1-5 0 0,0 0 0 0,-1-6 0 16,1 1 0-16,0 0 0 0,-6 4 0 0,0 1 0 16,0-5 0-16,0 0 0 0,0 4 54 0,-6 1 8 15,-5 0 2-15,-1-1 0 0,1 6-56 0,-6 5-8 16,-6-5-8-16,6 5 8 0,-12 0 0 0,7 0 0 16,-1 5 8-16,-6-1-8 0,1-4 0 0,-1 5 0 0,7 5 0 15,-7-5 0-15,6 5 0 0,1 0 0 0,-1 0 0 0,-6 5 0 16,6 0 0-16,6 0 0 0,-5 0 0 0,5 6 0 15,-6 4 0-15,6-5 0 0,-6 0 0 0,6 5 0 32,0-5-111-32,5 0-28 0,7 6-5 0,-7-6-690 0,12 5-138 0</inkml:trace>
  <inkml:trace contextRef="#ctx0" brushRef="#br0" timeOffset="72198.955">14986 13717 345 0,'-11'6'31'0,"11"-6"-31"0,0 0 0 0,0 0 0 15,0 0 211-15,0 0 36 0,0 0 7 0,0 0 2 16,22-6-154-16,-10 1-30 0,-12 5-7 0,0 0-1 0,-6-5 0 0,6 5 0 16,11-5 0-16,-11 5 0 0,0 0 32 15,0 0 5-15,0 0 2 0,12-5 0 0,11 5-20 0,-23 0-4 16,0 0-1-16,0 0 0 0,0 0-10 0,0 0-1 15,0 0-1-15,0 15 0 0,-12 1-14 0,7-1-4 16,16 0 0-16,-17 5 0 0,-11 6-18 0,6-1-4 16,11 5-1-16,-6 1 0 0,0 4 15 0,-5 1 2 15,-6 9 1-15,11-4 0 0,6 4-21 0,-11 1-4 16,-6-1-1-16,0 6 0 0,17 0-1 0,-6-1 0 16,-23-4 0-16,12-1 0 0,6-4-5 0,0-1-2 15,5 1 0-15,-11-6 0 0,0-4-9 0,5-1 0 16,7-4 0-16,-1-1 8 0,0 0-8 0,-5-10 0 15,11 1 0-15,0 4 0 0,0-5-16 0,0-15-4 0,0 0-2 0,0 0 0 32,17 0-138-32,-17 0-27 0,0 0-5 0</inkml:trace>
  <inkml:trace contextRef="#ctx0" brushRef="#br0" timeOffset="72880.937">15624 13758 1728 0,'-11'0'38'0,"11"0"8"0,0 0 2 0,0 0 0 0,0 0-39 0,0 0-9 15,17 0 0-15,-6 0 0 0,-11 0 53 0,0 0 9 16,0 0 2-16,6 0 0 0,11 0 0 0,-6 0 0 16,-11 0 0-16,0 0 0 0,12 5 51 0,-12-5 10 15,0 0 3-15,0 0 0 0,0 15-52 0,0 0-9 16,0 1-3-16,-6-1 0 0,-17-5-51 0,12 10-13 16,11 0 0-16,-11 1 0 0,-12 4 54 0,6 0 8 15,17 1 2-15,0-1 0 0,-6 5-52 0,-5-4-12 16,-7 4 0-16,13-10 0 0,5 1 0 0,-6 4 0 0,-5-5 0 15,5 5 0-15,6-4 0 0,0-6 0 16,0 5 0-16,0-5 0 0,-6-4 0 0,6-11 0 0,6 10 0 0,0 0 0 16,-6-10 0-16,5 5 0 0,12 5 0 15,1-10 0-15,-7 0 14 0,6 0 0 0,6-5 0 0,0 5 0 16,5-5-22-16,-5 5-5 16,-23 0-1-16,23 5 0 0,17-5 22 0,-12 0 5 0,-11 5 1 0,0-5 0 15,6 10-14-15,-6-5 0 0,0 5 0 0,6 5 0 16,-6-4 0-16,0 4 0 0,0 0 8 0,-5 0-8 15,-7 0 0-15,1 1 0 0,11 4 0 0,-5-5 0 16,-7 5 0-16,1 1 8 0,0-1-8 0,-1 0 0 16,7 0 0-16,-12 6 0 0,0-1 8 0,0-5-8 15,11 6 8-15,-11-6-8 0,-11 0 11 0,5 5-11 16,0-4 14-16,1 4-4 0,-7 5-1 0,1-4 0 0,-6-11-1 16,0 5-8-16,5 0 12 0,-5-4-4 0,-11-1 4 15,5 5 0-15,6 0 0 0,-6-5 0 0,6-10 3 0,-6 1 1 16,6-1 0-16,6 0 0 0,5 0-7 0,-11 0-1 15,-17-5 0-15,5 0 0 0,12-5 1 0,-6 0 0 16,1 5 0-16,-13-5 0 0,7-6-25 0,5 1-6 16,6 5-1-16,-12-5 0 0,1-5 23 0,0 5 0 15,16 5 12-15,-5-10-4 16,0-1-63-16,-6-4-13 0,12 10-2 0,-1-5-1 16,1-5-45-16,0 4-10 0,-1-4-2 0,6 5-716 15,6-5-144-15</inkml:trace>
  <inkml:trace contextRef="#ctx0" brushRef="#br0" timeOffset="73273.862">15675 13748 518 0,'0'0'46'0,"0"-5"-37"0,12-5-9 0,-12 10 0 15,-12-5 322-15,12 5 62 0,12-11 13 0,-12 11 3 16,0 0-218-16,0 0-43 0,11-5-9 0,1-5-2 16,-7 10-51-16,-5 0-10 0,0 0-3 0,17 0 0 15,12 0 0-15,-18 5 0 0,-11-5 0 0,0 0 0 16,23 5 7-16,-6 6 1 0,-17-11 0 0,17 5 0 0,0 5-32 15,6-5-7-15,11 0-1 0,-5 0 0 0,-1 0-17 0,1-5-4 16,11 0-1-16,0 5 0 0,-6-5-10 16,0 5 0-16,6-5 0 0,0 0 8 0,0 0-8 0,-6-5 0 15,-6 0 0-15,6 5 0 0,12-5-15 0,-12 5-1 16,0-5-1-16,-5 5 0 16,5 0-27-16,-11-5-6 0,0 5-1 0,-6 0 0 15,6 0-93-15,-6 0-20 0,0 5-3 0,-17-5-1020 0</inkml:trace>
  <inkml:trace contextRef="#ctx0" brushRef="#br0" timeOffset="73676.881">17516 14229 1904 0,'0'0'84'16,"0"0"18"-16,-6 0-82 0,6 0-20 0,0 0 0 0,0 0 0 0,-6 5 96 0,6-5 14 15,0 0 3-15,0 0 1 0,0 0-50 0,0 0-9 16,0 0-3-16,-5 5 0 0,-1 5-12 0,-5 0-4 15,-1 0 0-15,1 1 0 0,-6-1 12 0,5 5 3 16,-5-5 0-16,0 0 0 0,-11 5-5 0,11 6-1 16,-6-6 0-16,6 5 0 0,-12 0-16 0,6 6-3 15,-5-6-1-15,-1 5 0 0,7-5-15 0,-7 6-10 16,1-1 12-16,-7 0-12 0,7 1 0 0,-6-1 0 16,5 5 0-16,1-4 0 0,-6-1 0 0,-1-5 0 15,7 6 0-15,-1-1 0 16,12-10-33-16,-11 5-1 0,-6-4 0 0,17-6 0 15,17-10-116-15,0 10-23 0,-17-5-5 0,11-5-955 0</inkml:trace>
  <inkml:trace contextRef="#ctx0" brushRef="#br0" timeOffset="73942.468">16923 14209 1670 0,'0'0'148'0,"0"0"-118"0,0 0-30 0,0 0 0 16,0 0 172-16,0 0 29 0,12-10 6 0,-12 10 1 15,17 0-116-15,-6 0-22 0,1-6-5 0,-12 6-1 16,17 6-32-16,-6 4-8 0,6 0 0 0,0 5-1 16,0 5 7-16,-5 6 2 0,-1-1 0 0,0 5 0 15,7 1-4-15,-13-1 0 0,7 5 0 0,-7-4 0 16,7 4-14-16,-7-4-3 0,7-1-1 0,-6-5 0 0,5 6-10 0,-5-6-12 15,5 0 2-15,0-4 1 16,1 4-169-16,-1-10-34 0</inkml:trace>
  <inkml:trace contextRef="#ctx0" brushRef="#br0" timeOffset="74447.887">18388 13945 1497 0,'0'0'32'0,"0"0"8"0,0-10 0 0,5-5 4 0,-5 15-36 0,0-10-8 0,0 0 0 0,6 0 0 15,0 0 53-15,-6 10 9 0,0-11 2 0,0 1 0 16,5 0 0-16,1-5 0 0,-6 15 0 0,0 0 0 16,0-5 0-16,0 5 0 0,0 0 0 0,0 0 0 15,0-10 51-15,0 10 10 0,0 0 3 0,0 0 0 16,0 0-52-16,0 0-9 0,0 0-3 0,0 0 0 15,0 0 0-15,0 0 0 0,-6 5 0 0,6 10 0 0,6 0-51 0,-12 5-13 16,-11 6 0-16,0-1 0 0,0 11 0 0,0-1 0 16,0 6 0-16,0 4 0 15,0-4 32-15,0 9 3 0,-6 1 1 0,0 10 0 0,6-11-24 0,0 1-12 16,-6 0 12-16,6-1-12 0,6-4 10 0,-7-6-10 16,7 1 8-16,0-11-8 15,-1-4 0-15,7 4 0 0,-7-5 8 0,6 6-8 0,1-11 0 0,-1 0 0 16,-5 0 0-16,5 6 0 15,0-11-33-15,6 0-3 0,-5 0 0 0,5-10 0 16,0-5-111-16,0 0-22 0,0 0-5 0,0 0-652 16,11-10-130-16</inkml:trace>
  <inkml:trace contextRef="#ctx0" brushRef="#br0" timeOffset="74992.55">18929 13788 2188 0,'11'10'48'0,"-11"-10"11"0,12-10 1 0,-12 10 1 0,0 0-49 0,0 0-12 0,0 0 0 0,0 0 0 16,0 0 54-16,5 0 8 0,7 0 2 0,-12 0 0 16,0 0 0-16,0 0 0 0,0 0 0 0,0 0 0 15,0 10-52-15,-6 6-12 0,0-6 0 0,6 5 0 0,-5-5 54 0,-1 5 8 16,-5 1 2-16,-1-1 0 0,1 5-52 0,5 0-12 15,-5 0 0-15,-1 1 0 0,1-1 0 16,-1 5 0-16,1 1 0 0,0-1 0 0,-6 5 0 16,5-4 0-16,12-6 0 0,-6 5 0 0,1-10 25 15,5 6 3-15,0-1 0 0,11 0 0 0,-5-5-28 0,5-4 0 16,1-1 0-16,-1 0 0 0,6 5 0 0,0-5 0 16,0-5 0-16,6 0 0 0,0 5 0 0,-6-5 0 15,-6 0 0-15,12 6 0 0,0-11 0 0,-6 5 0 16,0 0 0-16,0 5 0 0,0 0 0 15,0 0 0-15,1 5 8 0,4 0-8 0,-5 1 0 0,6 4 0 16,0 0 9-16,-6 0-9 0,-5 6 8 0,-1-6-8 16,0 5 8-16,-5-4-8 0,5 4 0 0,-5-5 9 15,-6 6-9-15,6-1 0 0,-6 0 11 0,0-5-11 16,0 6 10-16,-6-6-10 0,0 5 11 0,-5-4-11 0,5-1 12 16,-11 0-12-16,6 5 15 0,-6 1-4 0,0-6-1 0,0-5 0 15,-12 0-1-15,1 1 0 0,-7-6 0 0,13 0 0 16,-7-10 0-16,1 5 0 0,-7 0 0 0,7-5 0 15,5 0-9-15,-5-5 10 0,-12 0-10 0,6 0 10 16,-1-10-18-16,1 4-4 0,6-4-1 0,-6 0 0 16,5-5-15-1,-5 0-4-15,11 4 0 0,-5-4 0 16,5 5-72-16,6-5-16 0,0-1-2 0,5 1-1 0,1-5-89 16,5 5-17-16</inkml:trace>
  <inkml:trace contextRef="#ctx0" brushRef="#br0" timeOffset="75284.508">18923 13844 1728 0,'0'0'76'0,"0"0"16"0,0 0-73 0,0 0-19 15,0 0 0-15,0 0 0 0,0 0 106 0,0 0 18 16,0 0 3-16,0 0 1 0,0 0-52 0,0 0-9 16,0 0-3-16,0 0 0 0,0 0 0 0,12-5 0 15,5 10 0-15,0-5 0 0,-6 0 0 0,12 0 0 16,-6 5 0-16,6 0 0 0,5 0-51 0,1-5-13 16,-1 0 0-16,6 5 0 0,1-5 0 0,-1 0 0 0,6 0 0 0,0 0 0 31,-1 0-100-31,1 0-22 0,-5 0-5 0,-1-5-1 0</inkml:trace>
  <inkml:trace contextRef="#ctx0" brushRef="#br0" timeOffset="75798.563">19647 13090 1958 0,'0'0'43'0,"0"0"9"0,5-6 1 0,7-4 3 0,-1 10-45 0,-11 0-11 16,0 0 0-16,0 0 0 0,17-5 69 0,-5 5 12 15,5 0 3-15,-6 5 0 0,6 0-32 0,6 0-7 16,0 11-1-16,-6-6 0 16,0 0 20-16,0 5 3 0,6 0 1 0,0 6 0 0,5 4-7 0,-5 0-1 15,6 1 0-15,5 9 0 0,0 5-48 0,0 1-12 16,-5 5 0-16,-1 4 0 0,-5 1 54 0,0-1 8 16,-1 6 2-16,-4 5 0 0,-7 5-52 0,-5 0-12 0,-1 5 0 0,-5 4 0 15,-5 1 0-15,-1 0 0 0,0 10 0 16,-5 1 0-16,-1-6 9 0,-5-5-9 0,0 5 8 15,0-5-8-15,-6-6 9 0,1 1-9 0,-7 0 10 0,6 0-10 16,-5-5 11-16,5 0-11 0,-5 0 12 0,5-6-12 16,0 1 14-16,0-5-4 0,0-5-1 0,6-1 0 15,-6-9-1-15,6-1 0 0,0-4 0 0,0-1 0 16,0-5-8-16,0 1 10 0,6-6-10 0,-6 0 10 16,-1-9-10-16,7-1 0 0,0-5 0 0,-1 0 0 15,1-5-20 1,11-5-5-16,-12 0-2 0,12 0 0 15,0 0-84-15,-5-5-17 0,-7-5-3 0,12 0-723 0,-5-5-145 0</inkml:trace>
  <inkml:trace contextRef="#ctx0" brushRef="#br0" timeOffset="76543.608">14958 12735 1958 0,'17'0'43'0,"-17"0"9"0,-12 0 1 0,12 0 3 0,0 0-45 0,0 0-11 16,0 0 0-16,-17 5 0 0,-6 0 68 0,6 0 11 15,17-5 2-15,-11 0 1 0,-12 10-39 0,6-5-8 16,17-5-2-16,-11 11 0 0,-7-1 3 0,1 5 1 16,-5-5 0-16,-1 0 0 0,0 5-8 0,0-5-1 15,-5 6-1-15,-1 4 0 0,6-5 13 0,-5 0 4 16,-1 6 0-16,1 4 0 0,-1 0-20 0,1 1-3 16,-6 9-1-16,0 5 0 0,-1 6 10 0,-4 5 2 15,-1 4 0-15,0 6 0 0,0 0-20 0,6 5-4 16,-6 10-8-16,6 0 12 0,5 10-4 0,1-5-8 15,-1 10 11-15,6 0-11 0,1 5 9 0,4-5-9 0,1 6 0 16,6-1 9-16,5-5-9 0,1-5 0 0,-1 5 0 16,12-10 0-16,5-5 0 0,-5-10 0 0,5-5 10 15,0 5-10-15,1-16 17 0,5 1-3 0,6 0-1 0,5-11 0 16,-5-4-1-16,0-1 0 0,-6 0 0 0,6-9 0 16,0-1-12-16,-1-5 0 0,-5-4 0 0,6-1 0 15,-6-5-48 1,0-5-13-16,0 5-3 0,1-5 0 15,-1-5-102-15,0 5-21 0,-17-5-4 0,34-15-1 0</inkml:trace>
  <inkml:trace contextRef="#ctx0" brushRef="#br0" timeOffset="77307.976">21897 13930 1497 0,'0'0'32'0,"0"0"8"0,0 0 0 0,0 0 4 0,0 0-36 0,0 0-8 16,0 0 0-16,0 0 0 0,0 0 53 0,12 0 9 16,-12 0 2-16,0 0 0 0,0 0 0 0,0 0 0 15,0 0 0-15,0 0 0 0,0 0 0 0,0 0 0 16,0 0 0-16,0 0 0 0,11 5 0 0,-11-5 0 16,-11 10 0-16,5 6 0 0,0-11 0 0,-5 5 0 15,0 0 0-15,-1 0 0 0,12 0 0 0,-11 5 0 16,-1 1 0-16,-5 9 0 0,-5-5-52 0,-13 5-12 0,7-4 0 0,-6 9 0 15,5-5 15-15,1 6 0 16,5-1 0-16,-6 1 0 0,7 4-6 0,-1-5-1 0,-11 1 0 0,11 4 0 16,-6-4-24-16,7-6-6 0,-7 0-1 0,6 1 0 15,-5-1 23-15,5-5 0 0,-5 5 0 0,-1-4 0 16,6-1 0-16,0 0 0 0,-5-5 0 0,11 6 0 16,-6-11 0-16,12 5 0 0,-1-5 0 0,-5 5 0 15,-6-5 0-15,12-5 0 0,0 6 0 0,-1-6 0 16,1 0-107-1,5-5-17-15,6 0-3 0,0 0-1 0,0 0-51 16,0 0-10-16,6-21-3 0,11 1 0 0</inkml:trace>
  <inkml:trace contextRef="#ctx0" brushRef="#br0" timeOffset="77659.975">21225 13890 1209 0,'0'0'108'0,"0"0"-87"16,0-10-21-16,0-1 0 0,6 1 142 0,-6 0 24 15,0 0 5-15,0 10 1 0,0 0-109 0,11-5-22 16,1-5-4-16,-12 10-1 0,0 0 23 0,11-5 4 16,-11 5 1-16,0 0 0 0,17 5 0 0,0 0 0 15,0 0 0-15,-5 5 0 0,5 5 0 0,-6 6 0 16,6-6 0-16,0 10 0 0,-5 0 0 0,5 11 0 0,0-1 0 15,0 6 0-15,6-1-64 0,0 6 0 16,-6-1-12-16,5 6 2 0,1-5 10 0,0 4 12 0,-6 1-2 0,6-6-1 16,0 1-9-16,5 0 0 0,6-6 9 15,1 1-9-15,-18-1 0 0,0-4 9 0,6-6-9 0,-12 5 0 16,0-4 10-16,1-6-10 0,-1 0 8 0,0 1-8 16,-5-6 0-16,0 0 0 0,0-4 0 0,5-1 0 15,6 0-11-15,-17-5-7 0,0-10-2 0,0 0 0 16,0 0-162-1,0 0-33-15</inkml:trace>
  <inkml:trace contextRef="#ctx0" brushRef="#br0" timeOffset="78992.399">23692 13677 1728 0,'0'0'38'0,"0"0"8"0,0 0 2 0,0 0 0 0,6-10-39 0,-6 10-9 0,-6-5 0 0,6 5 0 0,6-15 53 0,-6 15 9 15,-12-5 2-15,7-1 0 16,-1 1 0-16,6 5 0 0,0 0 0 0,0 0 0 0,0 0 0 0,-6-5 0 15,1 0 0-15,-7 0 0 0,1 5 0 0,0-5 0 16,-7 5 0-16,7 5 0 0,-6-5 0 0,-6 5 0 16,0 0 0-16,1 5 0 0,-7-4 0 0,1-1 0 15,-1 10 0-15,6 0 0 0,-5 0-52 0,-1 5-12 16,1 1 0-16,-1-1 0 0,1 0 0 0,-1 5 0 16,-5 6 0-16,6-1 0 0,-7 6 0 0,1 4-10 15,6 11 2-15,-6-6 0 0,-1-4 8 0,1 10 11 16,0-1-3-16,0 6 0 0,0 5-8 0,5-6 0 15,1 11 0-15,5-5 0 0,6 0 0 0,5-11 0 16,7-4 0-16,-1 10 0 0,12-6 0 0,-6 6 0 16,0-5 0-16,0-6 0 0,5 6 0 0,13 10 0 15,4-11 0-15,7 1-11 0,-1-5 11 0,1-11 0 16,11 0 0-16,0-4 8 0,-6-1-8 0,6-10 0 16,-6-4 8-16,0-1-8 0,-6-10 0 0,7 5 0 15,-7-5 0-15,6-5 0 0,-5 0 0 0,-1-5 8 0,-11 0-8 0,6-5 0 16,0 5 11-16,-6-10-3 15,0 4 0-15,0-4 0 0,-5 0-8 0,5-5 12 0,-6-6-12 0,6 1 12 16,-11 0-12-16,11-6 10 0,-6 1-10 0,1 5 10 16,-6-6-2-16,5 1-8 0,-11 0 12 0,0 4-4 15,0-4 1-15,0 0 0 0,-6 4 0 0,1 1 0 16,-7 0 3-16,1-1 1 0,-6 6 0 0,5 0 0 16,-5-1 0-16,0 6 0 0,0-5 0 0,0 5 0 15,-6-5-4-15,6 4-1 0,0 1 0 0,-12 0 0 16,1 0-8-16,5 5 8 0,-5 5-8 0,5-6 8 0,-6 6-8 15,1 5 0-15,-1 0 0 0,7 0 0 0,-1 5 0 16,-6 1 0-16,1-1 8 0,-1 5-8 0,7 0-10 16,-7 0-4-16,1 5-1 0,-1 0 0 15,12-4-39-15,0 9-8 0,0-5-2 16,11 0 0-16,6 0-153 0,0 1-31 0,0-1-7 0,17-10-1 0</inkml:trace>
  <inkml:trace contextRef="#ctx0" brushRef="#br0" timeOffset="79507.096">25647 14209 518 0,'0'0'23'16,"0"0"5"-16,0 0-28 0,0 0 0 0,0 0 0 0,0 0 0 0,0 0 223 0,-12 0 39 16,12 0 8-16,0 0 2 0,-11 0-116 0,11 0-22 15,0 0-5-15,0 0-1 0,0 0-51 0,0 0-10 16,0 0-3-16,0 0 0 0,0 0 0 0,0 0 0 16,0 0 0-16,0 0 0 0,0 0 0 0,0 0 0 15,17-5 0-15,-6 5 0 0,6 0-51 0,0-5-13 16,6-1 0-16,0 1 0 0,0 5 54 0,5 0 8 15,1-5 2-15,-1 5 0 0,-5 0-52 0,6-5-12 16,-1 0 0-16,6 5 0 0,-11 0-11 0,5 0-5 16,1-5 0-16,5 5-1 0,-5 0 27 0,-1 0 6 15,-16-5 0-15,5 5 1 16,11 5-65-16,-11 0-12 0,-11-5-4 0,-6 0 0 16,0 0-51-16,0 0-10 0,0 0-3 0,0 0-580 15,0 0-116-15</inkml:trace>
  <inkml:trace contextRef="#ctx0" brushRef="#br0" timeOffset="79891.457">25607 14523 1958 0,'0'0'87'0,"0"0"17"0,0 0-83 0,0 0-21 16,0 0 0-16,0 0 0 0,0 0 56 0,0 0 6 16,0 0 2-16,0 0 0 0,0 0 0 0,0 0 0 15,0 0 0-15,0 0 0 0,0 0-52 0,0 0-12 16,0 0 0-16,17 5 0 0,0 0 54 0,-6 0 8 16,6 0 2-16,0 0 0 0,0-5 0 0,1 5 0 15,4-5 0-15,-5 0 0 0,6 0-52 0,6 5-12 16,-6-5 0-16,-1 0 0 0,1 0 0 0,0 0 0 15,0 0 0-15,-1 0 0 16,-4 5 0-16,4-5 0 0,-5 0 0 0,6 0 0 0,0 0 0 0,-6 0 0 16,6 0 0-16,0 0 0 0,5 0 0 0,-11 0 0 0,6 0 0 15,-6 0 0-15,0 0 0 0,0 0 0 16,-5 0 0-16,-1 0 0 16,-5 0-48-16,-6 0-13 0,0 0-3 0,0 0 0 15,0 0-102-15,0 0-21 0,0 0-4 0,0 0-1 0</inkml:trace>
  <inkml:trace contextRef="#ctx0" brushRef="#br0" timeOffset="88362.699">27327 13576 1497 0,'0'0'66'0,"0"0"14"0,0 0-64 0,0 0-16 16,0 0 0-16,0 0 0 0,0 0 137 0,0 0 24 16,0 0 5-16,0 0 1 0,6 10-63 0,5 0-12 15,-11-10-2-15,6 20-1 0,0 0-20 0,-6 1-4 16,0-1-1-16,0 5 0 0,0 6 0 0,0 9 0 16,-6 6 0-16,0 9 0 0,-5 1-51 0,5 5-13 15,-5 0 0-15,0 10 0 0,-1-1 0 0,6-4 0 16,-5 0 0-16,0 5 0 0,-1-10 0 0,1 0 0 15,5-6 0-15,-5 1 0 0,5-15 0 0,0 4 0 0,1-4 0 16,-1-1 0-16,0-4 32 0,6-6 3 16,-5 0 1-16,5-9 0 15,0-1-58-15,5-5-11 0,-5 0-3 0,0-5 0 16,0-10-92-16,0 0-20 0,0 0-3 0,12-10-977 0</inkml:trace>
  <inkml:trace contextRef="#ctx0" brushRef="#br0" timeOffset="89032.617">27840 13702 633 0,'0'0'28'0,"0"0"6"0,0 0-34 0,0 0 0 16,0 0 0-16,0 0 0 0,0 0 336 0,12-5 60 16,-1 5 12-16,6-5 2 0,-6 0-260 0,7-5-52 15,4 5-10-15,1 0-3 0,11-5-57 0,6 5-12 16,0 0-3-16,-6 0 0 0,6-1 1 0,0 6 0 16,-12 0 0-16,12 0 0 0,-11 0-3 0,-1 0-1 15,1 11 0-15,-6-6 0 0,-1 0 2 0,-4 0 1 16,-1 0 0-16,-6 5 0 0,-11-10 15 0,11 15 2 15,-5 5 1-15,-6 1 0 0,6-6-2 0,-6 5 0 16,-6-5 0-16,0 11 0 0,1-6-1 0,-7 5 0 16,-5-5 0-16,6 1 0 0,-6 4-12 0,-6 0-4 0,0-4 0 15,0 4 0-15,-5 0-2 0,5-4-1 0,-11-1 0 16,5 0 0-16,-5 0-9 0,6-5 10 0,-6 1-10 16,5-6 10-1,-5 0-58-15,11 5-11 0,0-5-2 0,6 0-1 0,0 0 102 0,6-4 20 0,-1-1 4 0,1 0 0 16,11-5-52-16,0 0-12 0,0 0 0 0,0 0 0 15,0 0 0-15,0 0-12 0,0 0 12 0,0 0-12 16,0 0 12-16,17 5-11 0,0-5 11 0,12 5-10 16,-1 0 10-16,-5 5-8 0,5 0 8 0,1 0-8 15,5 5 8-15,-11 1 0 0,11 4 0 0,-11 0 0 16,0 0 0-16,-1 6 0 0,1 4 0 0,-6-5 0 16,0 1 0-16,-5-1 0 0,5 0 0 0,-11 6 0 15,5-6 10-15,-5 5 1 0,-1 1 0 0,-5-6 0 0,6 1 6 16,-6-1 2-16,-6 0 0 0,1 0 0 0,-1-4-6 0,0 4-1 15,-5-5 0-15,-6 1 0 0,0-1 0 0,-6-5 0 16,0 5 0-16,-5-5 0 0,-1-4 1 0,1-1 0 16,-7-5 0-16,-4 0 0 0,4-5-5 0,1 0 0 15,-6 0-8-15,6 0 12 0,0-5-12 0,0 0 0 16,0 0 8-16,-1-5-8 0,1-6 0 0,11 6-18 16,1 5 4-16,-1-5 1 15,-6-5-23-15,12 0-4 0,0-1 0 0,6-4-1 16,5 0-106-16,-5-5-21 0,11 4-4 0,5-4 0 0</inkml:trace>
  <inkml:trace contextRef="#ctx0" brushRef="#br0" timeOffset="89619.39">29230 13667 1958 0,'0'0'87'0,"0"0"17"0,0-5-83 0,0 5-21 0,0 0 0 0,0 0 0 15,6-10 107-15,-6 10 17 0,0 0 3 0,0 0 1 16,0 0-52-16,0 0-9 0,0 0-3 0,0 0 0 0,0 0-51 16,0 0-13-16,0 0 0 0,0 0 0 0,-6 15 54 0,-5 0 8 15,0 0 2-15,-1 5 0 0,7-4-52 0,-13 9-12 16,1 0 0-16,-5 1 0 0,4 4 0 0,-4 0 0 15,5 1 0-15,-1 4 0 0,1 1 0 0,0-6 0 16,0 6 0-16,6-1 0 0,11-10 0 16,-6 1 0-16,0-6 0 0,6-5 0 0,12 10 21 15,-7-9 2-15,7 4 0 0,-1-5 0 0,6 0-23 0,6-5 0 16,0 0 0-16,0-4 0 0,0-6 0 0,5 0 0 16,1 0 0-16,-7 0 8 0,7-6-8 0,-6 6 8 15,-6 0-8-15,5 0 8 0,-4 0-8 0,4 0 0 16,-5 0 8-16,6 6-8 0,-6 4 0 0,6 0 8 15,-6 0-8-15,6 5 0 0,-6 5 0 0,-6 1 9 0,7-1-9 16,-7 5 0-16,0-5 9 0,1 6-9 0,-1-1 0 16,-5 5 9-16,-6-4-1 0,6 4 0 0,-6 1 0 15,0-11 0-15,-6 5 1 0,6 0 0 16,-6-4 0-16,-5 4 0 0,5 0 3 0,-5 6 0 0,5-6 0 0,-11 0 0 16,5-4-2-16,-5 9 0 0,-5-5 0 0,5 1 0 15,-6-6-2-15,6 0 0 0,-6-5 0 0,0-5 0 16,0 1 0-16,0-6 0 0,-11 0 0 0,0-5 0 15,0 0-8-15,0-5 0 0,-6 0 9 16,11 0-9-16,1-6 0 0,-6 6-12 0,-1-10 2 0,7 10 0 16,0-10-17-1,-1 0-3-15,1 0-1 0,-7-6 0 0,1 6-25 16,6-5-6-16,5 0-1 0,0-1 0 0,6 6-134 16,0-5-27-16,0 0-6 0</inkml:trace>
  <inkml:trace contextRef="#ctx0" brushRef="#br0" timeOffset="89934.977">28985 13743 864 0,'0'0'76'0,"0"0"-60"16,0 0-16-16,0 0 0 0,0 0 297 0,0 0 57 16,0 0 11-16,0 0 3 0,12-5-244 0,-1 0-48 15,1-5-9-15,-12 10-3 0,17 0 0 0,0 0 0 0,6-6 0 16,-6 1 0-16,11 5 0 0,1-5 0 0,-7 5 0 0,7 0 0 16,-1-5-51-16,-5 10-13 15,11-5 0-15,-11 0 0 0,6 0 0 0,-1 0 0 0,6 0 0 0,6 0 0 31,0-5-100-31,0 0-22 0,-6 5-5 0,0-5-649 0,12 0-131 16</inkml:trace>
  <inkml:trace contextRef="#ctx0" brushRef="#br0" timeOffset="90597.016">30410 13728 1497 0,'0'0'66'0,"0"0"14"0,0 0-64 0,0 0-16 15,0 0 0-15,0 0 0 0,0 0 157 0,0 0 28 16,0 0 6-16,0 0 1 0,0 0-103 0,0 0-20 16,0 0-4-16,0 0-1 0,0 0 0 0,0 0 0 15,-12-5 0-15,1-1 0 0,0 1-51 0,-6 5-13 16,5-5 0-16,12 5 0 0,-17 5 54 0,6 0 8 15,-1 1 2-15,1-1 0 0,-6 0-52 0,0 5-12 16,0 0 0-16,0 5 0 0,-6 0 0 0,-6 0 0 16,1 11 0-16,-1-1 0 0,6 0 0 0,-5 6 0 15,-1 4 0-15,1 6 0 0,5-1 0 0,-5 1 0 0,-1 4 0 16,1 6 0-16,-1 0 0 0,6 4 0 0,6 1 8 16,0-10-8-16,6-1 0 0,-1 1 0 15,7-1 0-15,5 1 0 0,0 0 0 0,11-6 0 0,-5 11 0 16,11-11 0-16,-6 1 0 0,18 9 0 0,-1-4 0 0,7-6 0 15,-7-9 0-15,12 4 0 0,-6-9 0 16,0-1 0-16,0-5 0 0,1-5 0 0,-7 1 0 0,1-1 0 16,-1-5 0-16,1-5 0 0,-1 0 0 0,1-5 0 15,-7 0 0-15,7-5 8 0,-6 0-8 0,5-5 0 16,1-5 10-16,-1 4-10 0,1-4 10 0,-1-5-10 16,6-5 13-16,-5-1-3 0,-1-4-1 0,1 0 0 15,-1-6 0-15,-5 1 0 0,0-1 0 0,5-4 0 16,-5 4 3-16,-6 1 1 0,6-1 0 0,-12 6 0 15,1 5-1-15,-1-6-1 0,1 6 0 0,-7-10 0 0,1 4-1 16,0 1 0-16,5-6 0 0,-11-9 0 0,6 4 2 16,-6 1 1-16,-6-1 0 0,6 6 0 0,-6-6-13 0,1 1-15 15,-7-1 3-15,1 1 1 0,-1 4 11 0,1 6 0 16,-12-6 0-16,6 6 0 0,-11 5 0 0,5 4 0 16,0-4 0-16,0 10 0 15,6-5 0-15,0 4 0 0,0 1 0 0,0-5 0 0,0 5 49 0,-6 0 12 16,6 5 3-16,-6-1 0 15,-5-4-103-15,5 10-20 0,0-5-4 0,0 5-1 0,6 0 52 16,0 5 12-16,0 0 0 0,0 0 0 16,6 0-54-16,-7 5-8 0,7-5-2 0,0 5 0 15,11-5-102-15,0 0-21 0,-12 5-4 0,12-5-1 0</inkml:trace>
  <inkml:trace contextRef="#ctx0" brushRef="#br0" timeOffset="91963.311">31099 14431 1447 0,'0'0'64'0,"0"0"13"0,0 0-61 0,0 0-16 16,0 0 0-16,0 0 0 0,0 0 74 0,0 0 12 15,12-10 2-15,-12 10 1 0,0 0-35 0,5-5-7 16,7-5-2-16,-7 5 0 0,7 0 1 0,-12 5 0 15,0 0 0-15,0 0 0 0,0 0 10 0,0 0 3 16,0 0 0-16,0 0 0 0,0 0-2 0,0 0 0 16,0 0 0-16,0 0 0 0,0 15-15 0,-6 0-3 15,6 1-1-15,0 4 0 0,-6 0-12 0,1 5-2 16,-1-4-1-16,0 4 0 0,-5 5-7 0,0-4-2 16,5 4 0-16,-6 1 0 0,7-6-5 0,-1 0-1 15,-5 0 0-15,5 6 0 0,0-6-8 0,1-5 0 16,-1 1 0-16,-6-1 8 0,7 0-8 0,-1-5 8 0,0 1-8 0,1-6 8 15,5 0-8-15,0-10 8 0,0 0-8 0,0 0 8 16,0 0-8-16,0 0 8 0,0 0-8 0,0 0 8 16,0 0-8-16,0 0 8 0,5-20-8 0,7 4 8 15,-1-4-8-15,1-5 0 0,-1 5 0 0,6-6 0 16,0-4 0-16,0-1 0 0,0 1-8 0,0 0 8 16,1 4 0-16,-1-4 0 0,5 0 0 0,1 4 0 15,0 1 0-15,5 0 0 0,1-1 0 0,-1 1 0 16,-16 5 0-16,5-1 0 0,-6 1 0 0,1 0 0 15,-1 0 0-15,6 10 0 0,0-6 0 0,0 6 0 16,1 0 0-16,-1 5 0 0,0 0 0 0,0 0 0 16,6 5 0-16,-6 0 0 0,-17 0 0 0,0 0 0 15,17 5 0-15,-6 5 0 0,-5 5 0 0,0 1 0 0,5 4 0 16,-5 0 0-16,-6 5 0 0,0-4 8 0,0 4-8 0,-6 5 8 16,6-4-8-16,-6 4 8 0,1 0-8 0,-1-4 0 15,0 9 9-15,0-9-9 0,12-1 0 0,-12 5 0 16,-5-4 0-16,-6-1 8 0,6-5-8 0,5 5 0 15,-11-4 8-15,11-6-8 0,0 0 0 0,1 0 0 16,-7 0 0-16,7-4 8 0,5-11-8 0,0 0 0 16,0 0 8-16,0 0-8 0,0 0 0 0,0 0 0 15,0 0 0-15,0 0 8 0,5-16-8 0,1 1 0 16,0 0-11-16,5-5 11 0,6-1-9 0,-5-4 9 16,5 0-8-16,5 0 8 0,1-6-8 0,6 6 8 15,-6-6-8-15,-1 6 8 0,1 0 0 0,0-1-10 16,0 1 10-16,0 0 0 0,-1 5 0 0,-5 4 0 0,0 1 0 15,1 0 0-15,-1 0 0 0,-6 5 0 0,6 5 0 16,-5 0 0-16,5-6 0 0,0 6 0 16,-17 5 0-16,11 0 0 0,6 5 0 0,-5-5 0 0,-12 0 8 0,11 11-8 15,0-6 13-15,-5 0-3 0,0 5-1 0,0 5 0 16,-1 0 1-16,-5 0 0 0,12 6 0 0,-12 4 0 16,0 0-1-16,0 1 0 0,0-1 0 0,0 5 0 15,0 1-9-15,-6-6 8 0,0 10-8 0,6-9 8 16,6 4-8-16,-6-10 0 15,0 6 0-15,-6-1 8 0,6 0-8 0,-5-4 0 0,-1-1 0 0,0-5 0 16,0 0-17-16,6 0-6 0,-5-4-1 0,5-11 0 16,0 0-113-16,0 0-23 0,0 0-5 0,0 0-973 15</inkml:trace>
  <inkml:trace contextRef="#ctx0" brushRef="#br0" timeOffset="92815.875">32216 13829 1497 0,'0'0'32'0,"0"0"8"16,0 0 0-16,0 0 4 0,0 0-36 0,0 0-8 0,0 0 0 0,0 0 0 0,0 0 53 0,0 0 9 15,0 0 2-15,0 0 0 16,0 0 0-16,0 0 0 0,0 0 0 0,0 0 0 0,0 0 0 0,17 0 0 16,-5-5 0-16,5 5 0 0,0-10 0 0,-6 5 0 15,6 0 0-15,0-1 0 0,0 1-52 0,0 0-12 16,1 0 0-16,4 5 0 0,-5 0 0 0,6 0 0 15,-6 0 0-15,0 0 0 0,6 0 0 0,-6 0 0 16,-17 0 0-16,17 5 0 0,0 0 54 0,-17-5 8 16,0 0 2-16,0 0 0 0,6 16-52 0,0-1-12 15,-6-5 0-15,6 5 0 0,-6 0 0 0,-6-5 0 16,0 6 0-16,0-1 0 0,1 0 0 0,-7 0 0 16,7 0 0-16,-1 1 0 0,0-1 0 0,1 0 0 15,-12 5 0-15,5 1 0 0,1-11 0 0,-1 10 0 0,-10-5 0 16,4 5 0-16,1-10 0 0,6 6 0 15,-12-6 0-15,0 5 0 0,6 0 35 0,0 0 4 16,0 1 1-16,0-6 0 0,0 5-28 0,0 0-4 16,0-5-8-16,0 5 11 0,5 1-11 0,-5-6 10 15,6 5-10-15,-1-5 10 0,7 0-10 0,-1 0 0 0,-11-5 0 0,17-5 8 16,0 0-8-16,0 0 0 0,-12 5 0 0,12-5 8 16,0 0-8-16,0 0 12 0,0 0-12 0,0 0 12 15,0 0-4-15,0 0 0 0,0 0 0 0,0 0 0 16,6 0 0-16,6 5 0 0,-1-5 0 0,0-5 0 15,1 5-8-15,-1 0 0 0,6-5 0 0,6 5 0 16,-6-5 0-16,6 5 0 0,0 0 0 0,-1 0 0 16,-4 0 0-16,4 5 0 0,-5-5 0 0,1 5 0 15,4 0 0-15,-5-5 0 0,1 0 0 0,-1 6 0 16,-6-1 0-16,0-5 0 0,1 5 0 0,-1 0 0 0,6-5 0 16,-5 5 0-16,-1-5 0 0,-5 5 0 0,5 0 0 0,1 0 0 15,-7-5 0-15,7 5 0 0,-1-5 0 16,-11 0-11-16,0 0 3 0,0 0 0 15,0 0-32-15,0 0-5 0,0 0-2 0,0 0 0 16,0 0-156-16,0 0-31 0</inkml:trace>
  <inkml:trace contextRef="#ctx0" brushRef="#br0" timeOffset="99258.803">1824 12614 1036 0,'0'0'92'0,"0"0"-73"0,0 0-19 0,0 0 0 16,0 0 144-16,0 0 24 0,0 0 6 0,0 0 1 15,0 0-75-15,0 0-16 0,17 5-2 0,-17-5-1 16,0 0-65-16,0 0-16 0,0 10 0 0,12 5 0 16,-12-5 55-16,0 5 7 0,0 0 2 0,0 6 0 15,-12-1 0-15,12 5 0 0,-5 1 0 0,5-1 0 16,-12 10 0-16,6 1 0 0,1-1 0 0,-7 6 0 15,12 4-42-15,-5 1-8 0,-7 10-2 0,7-6 0 16,-12 6-12-16,11-5-16 0,-6 4 3 0,7-4 1 16,-12-5 27-16,11-1 5 0,-5 1 2 0,5-6 0 15,-6-4-22-15,7-1 0 0,5-5 0 0,-6 1 8 16,-5-6-8-16,5-5-10 0,-5 1 10 0,5-6-13 16,6-5-102-16,-6 5-20 0,6-15-4 0,0 0-924 15</inkml:trace>
  <inkml:trace contextRef="#ctx0" brushRef="#br0" timeOffset="99597.183">1739 12750 1432 0,'0'0'64'0,"0"0"12"0,0 0-60 0,0 0-16 15,0 0 0-15,0 0 0 0,0 0 96 0,0 0 17 0,0 0 3 0,0 0 1 16,0 0-39-16,5 0-8 0,-5 0-2 0,18 0 0 16,-1 0 9-16,0 0 2 0,0 0 0 0,-12-5 0 15,13 5-4-15,4 0-1 0,1 0 0 0,6 0 0 16,-7 0-8-16,18 0-2 0,-17 5 0 0,11-5 0 15,6 5-51-15,-17 0-13 0,11-5 0 0,-11 0 0 16,11 5 0-16,-11-5 0 0,0 6 0 0,5-6 0 16,-5-6-48-16,-6 6-13 15,6 0-3-15,-6 0-751 0,0-5-150 0</inkml:trace>
  <inkml:trace contextRef="#ctx0" brushRef="#br0" timeOffset="99923.849">1779 13165 806 0,'0'0'36'0,"0"0"7"0,0 0-35 0,0 0-8 0,0 11 0 0,0-11 0 15,0 0 207-15,0 0 39 0,0 0 8 16,0 0 2-16,0 0-154 0,0 10-30 0,0-10-7 0,0 10-1 16,5 0 16-16,7-5 4 0,5 0 0 0,-6 0 0 15,-11-5-2-15,12 0 0 0,5 0 0 0,5 10 0 16,-4-5-20-16,4-5-4 0,1 0-1 0,6 5 0 16,-7 1-44-16,7-6-13 0,-1 0 0 0,1 0 8 15,-1 0-8-15,-5 5 0 0,0-5 0 0,0-5-8 31,5 5-88-31,-5-6-16 0,0 1-4 0,0 0-631 0,-6-5-125 0</inkml:trace>
  <inkml:trace contextRef="#ctx0" brushRef="#br0" timeOffset="100238.831">2514 13155 907 0,'0'0'40'0,"0"0"8"0,0 0-38 0,0 0-10 16,0 0 0-16,0 0 0 0,0 0 117 0,0 0 22 16,0 0 4-16,0 0 1 0,0 10 3 0,0-4 1 15,0 4 0-15,0-10 0 0,0 0-68 0,0 15-12 16,0-5-4-16,0 0 0 0,0 0 52 0,0 0 9 16,0 6 3-16,0-1 0 0,0 0-79 0,0 0-15 15,0 5-3-15,0 1-1 0,-12-1 1 0,12 5 0 16,-5 1 0-16,-1-1 0 0,-6 0-11 0,7 1-3 15,5-1 0-15,0 0 0 0,-12 0-9 0,12 1-8 16,-5-6 9-16,5 0-9 0,-6 1 0 0,-5-6 0 16,5 5 0-16,6-5 0 0,0 0-11 0,0-4-8 0,-17-1-1 0,17-10-1 31,0 0-91-31,0 0-19 0,0 0-3 0,0 0-636 0,0 0-127 0</inkml:trace>
  <inkml:trace contextRef="#ctx0" brushRef="#br0" timeOffset="100433.238">2713 12857 1728 0,'-17'0'76'0,"17"0"16"16,-6-5-73-16,6 5-19 0,0 0 0 0,0 0 0 0,0 0 157 0,0 0 28 15,0 0 6-15,0 0 1 16,0 0-133-16,0 0-27 0,0 0-4 0,0 0-2 15,0 0-166-15,0 0-34 0,0 0-6 0,0 0-2 0</inkml:trace>
  <inkml:trace contextRef="#ctx0" brushRef="#br0" timeOffset="100941.608">2844 13216 1497 0,'0'0'66'0,"0"0"14"0,0 0-64 0,0 0-16 0,0 0 0 0,0 0 0 16,0 0 55-16,0 0 7 0,0 0 2 0,0 0 0 15,0 0 18-15,0 0 4 0,0 15 1 0,0-5 0 16,0-10 14-16,0 0 3 0,0 11 1 0,-11-1 0 16,11-10-33-16,0 10-6 0,-6 5-2 0,6-5 0 15,0 0 0-15,-6 5 0 0,6 1 0 0,-11 4 0 16,5 5-51-16,6 1-13 0,-11-6 0 0,5 10 0 15,6-4 0-15,-17-1 0 0,11 0 0 0,-5 0 0 16,5 1 0-16,6-1 0 0,-17-5 0 0,11-4 0 16,-5-1 15-16,11 0 0 0,-6-5 0 0,6 0 0 15,0-10-15-15,0 0 0 0,0 0 0 0,0 0 0 16,0 0-9-16,0 0-5 0,0 0-1 0,17-15 0 16,-5-5 5-16,5 0 1 0,0-6 0 0,6 1 0 15,-6 0 9-15,6-6 12 0,5-4-2 0,-5-1-1 0,0 6-9 16,11 5 0-16,-11-1 0 0,0 1 0 0,5 5 0 0,-5-6 0 15,0 6 0-15,-6 5 0 16,5 0-49-16,-4 5-12 0,-1 5-3 0,0-6 0 0,0 11 52 0,-6-5 12 16,1 5 0-16,5 5 0 0,6-5 0 0,-18 11 0 15,7 4 0-15,5-5 0 0,-12 0 48 0,1 5 13 16,6-5 3-16,-7 11 0 0,7-1-52 0,-12 5-12 16,5 0 0-16,-5 6 0 0,0-1 0 0,0-4 0 15,0 4 0-15,-5-5 0 0,5 1 0 0,0-1 0 16,0-5 0-16,0 5 0 0,-12-9 0 0,12-1 0 15,0 0 0-15,0-5 0 16,0-10-100-16,0 0-22 0,0 0-5 0,0 0-649 16,0 0-131-16</inkml:trace>
  <inkml:trace contextRef="#ctx0" brushRef="#br0" timeOffset="101527.475">4177 12745 518 0,'0'0'46'0,"0"0"-37"0,0 0-9 0,0 0 0 16,0 0 317-16,0 0 62 0,0 0 12 0,0 0 2 15,0 0-262-15,12 10-53 0,-1 0-10 0,-11 6-3 16,0-16-12-16,0 15-2 0,6 0-1 0,-6 5 0 15,-6 1-2-15,6 4 0 0,0 5 0 0,-11 1 0 0,5-1-2 0,0 5-1 16,-5 6 0-16,5-11 0 16,6 1-21-16,-17-1-5 0,17 6-1 0,-11 4 0 0,5-4-18 0,0 4 8 15,-5-5-8-15,5 11 0 0,6-5 8 0,-11-1-8 16,-1-10 0-16,12 1 0 0,0-6 0 0,-11-5 0 16,11-4 0-16,-6 4 0 0,6-10 0 0,0-10 0 15,0 0 0-15,0 15 0 0,0-15 0 0,0 0 0 16,0 0 0-16,0 0-9 0,0 0 1 0,0 0 0 15,0 0 0-15,0 0 0 0,0 0 0 0,0-10 0 16,0-5 0-16,0 5 0 0,0-11 8 0,6 1 0 16,-6-5 0-16,0 10 0 0,0-6 0 0,0 1 0 0,0-5 0 15,0 0 0-15,0-1 8 0,-6 11 1 0,-5 0 0 16,5 0 0-16,6-1-25 0,-11 6-4 0,0 5-2 16,-1-5 0-16,6 0 69 0,-16 10 13 0,5-5 4 15,-1 5 0-15,-4-5-52 0,5 10-12 0,-6 0 0 16,6-5 0-16,-12 5 0 0,6 0 0 0,1 5 0 0,5-5 0 15,-6 0 17-15,6 6 1 0,0-1 0 0,-6 5 0 16,17 0-6-16,-11 0 0 0,6 0-1 0,5 11 0 16,-6-6-1-16,12 0 0 0,0 1 0 0,0 4 0 15,12 0-10-15,5 0 10 0,-11-4-10 0,11-1 10 16,0 0-10-16,6 1 0 0,11-1 0 0,-11-5 0 16,11 0 0-16,-11-5-9 0,11 0 9 0,-6-5-10 15,6-5-81-15,1-5-16 0,-7-5-3 0,6 0-1120 16</inkml:trace>
  <inkml:trace contextRef="#ctx0" brushRef="#br0" timeOffset="102053.315">5710 12771 979 0,'0'0'43'0,"0"0"9"15,0 0-41-15,0 0-11 0,0 0 0 0,0 0 0 16,0 0 220-16,0 0 41 0,0 0 9 0,0 0 2 0,0 0-167 0,0 0-33 15,0 0-6-15,0 0-2 16,0 0 0-16,0 10 0 0,6 5 0 0,-6 0 0 0,0 10 0 0,0-4 0 16,-6 9 0-16,-5 0 0 0,5 6 0 0,-5 4 0 15,-7 6 0-15,7 5 0 0,-6-1-51 0,-6 1-13 16,6 5 0-16,0-6 0 0,0-4 0 16,0-6 0-16,0 6 0 0,5-6 0 0,-5-4 0 0,-6 4 0 15,18-9 0-15,-7-6 0 16,1 0-107-16,5-4-24 0,6-1-5 0,-11-5 0 15,11-15-89-15,0 0-18 0,-23 10-3 0,23-10-1 0</inkml:trace>
  <inkml:trace contextRef="#ctx0" brushRef="#br0" timeOffset="102267.63">5351 13186 1267 0,'0'0'112'0,"0"0"-89"0,0 0-23 0,0 0 0 16,11-10 192-16,7 5 35 0,4 5 6 0,-5 0 2 16,6-11-120-16,0 11-24 0,11-5-5 0,-5 5-1 15,5 0-68-15,0-5-17 0,-5 5 0 0,5-5 0 16,0 10 0-16,-11-5 0 0,11-5 0 0,-17 5 0 16,12 0-48-1,-7-5-12-15,7 0-4 0,-12 0-614 0,11 5-123 0</inkml:trace>
  <inkml:trace contextRef="#ctx0" brushRef="#br0" timeOffset="102801.388">6223 12700 288 0,'0'0'25'0,"0"0"-25"16,0 0 0-16,0 0 0 0,0 0 360 0,0 0 66 16,0 0 14-16,0 0 2 0,0 0-277 0,0 0-55 15,0 0-11-15,0 0-3 0,0 0-24 0,0 0-4 0,17 10-2 0,-11 10 0 16,-6-5-7-16,0 5-2 0,0 1 0 0,-6 4 0 16,6 5-13-16,-6 1-2 0,-5 4-1 0,5 6 0 15,6-6-19-15,-11 6-4 0,-1-1-1 0,1 6 0 16,-6-1-17-16,0 1 0 0,5-6 0 0,1 6 0 15,-12-5 0-15,6-1 0 0,11 1 0 0,-11-6 0 16,0-5 0-16,0 1 0 0,11-6 0 0,-11 0 0 16,12-9 0-16,-7-1 0 0,12 0 0 0,-5-5 0 15,-7-5 0-15,12-5 0 0,0 0 0 0,0 0 0 16,0 0 0-16,12-20 0 0,5 0 0 0,-6-11 0 16,0-4-48-1,7-1-12-15,4 6-4 0,1-5 0 0,0-1 52 0,5 1 12 0,-16 4 0 0,16 1 0 16,-11 0-14-16,6-1 0 0,6 11 0 0,-1-5 0 15,-11 4 14-15,6 6 0 0,-6 5 0 0,-5 5 0 16,16 0 0-16,-17 5 0 0,6-5 0 0,1 5 0 0,-7 0 0 0,12 5 10 16,-6 5-10-16,-6 0 8 0,-11-10 4 15,12 15 0-15,5 6 0 0,0-1 0 0,-17 5 3 0,6 0 1 16,-1 1 0-16,-5-1 0 0,0 5-4 0,0-4 0 16,0-1 0-16,-5 6 0 0,5-6-12 0,-6 0 9 15,6 0-9-15,-12 1 8 0,7-6-19 0,5-10-4 16,0 5-1-16,-12-5 0 15,12-10-109-15,0 0-23 0,0 0-4 0,0 0-904 0</inkml:trace>
  <inkml:trace contextRef="#ctx0" brushRef="#br0" timeOffset="103282.644">6924 13353 1674 0,'0'0'74'0,"0"0"15"0,0 0-71 0,0 0-18 0,0 0 0 0,11 5 0 16,-11-5 81-16,17 10 13 0,-17-10 2 0,6 5 1 16,11-5-47-16,0 0-10 0,0-10-1 0,6 10-1 15,-17 0-24-15,11-5-5 0,0-5-1 0,0 5 0 16,6-5 45-16,-6-1 9 0,0 6 2 0,0-5 0 15,6-10-31-15,0 10-5 0,-6-5-2 0,0 5 0 16,-17-6-14-16,11 1-4 0,-5 5 0 0,0-5 0 16,-1 5-8-16,7 0 8 0,-12-1-8 0,0 6 8 0,0-5-8 15,0 0 12-15,0 0-12 0,-12 0 12 0,12 0 0 16,-5 5 0-16,-7-5 0 0,1 5 0 0,11-6 4 16,-17 1 2-16,5 0 0 0,1 5 0 0,-6 0 1 15,-12 5 0-15,6-5 0 0,6 5 0 0,-5 5-2 0,-7-5 0 16,12 10 0-16,0 0 0 0,-6 0-8 0,6 6-1 15,-6-1-8-15,6 5 12 0,0 5-12 0,-6 1 0 16,12-1 0-16,5-5 0 16,-5 1 8-16,-1 4-8 0,7 0 0 0,-1 0 9 0,0 1-9 0,6-1 0 15,0 0 0-15,6 11 8 0,0-6-8 0,-1 1 0 16,18-6 0-16,-6-5 8 0,6 0-8 0,-6 1 0 16,12-6 0-16,5-5 0 0,6-5 0 0,-6 0-17 15,11-10 4-15,-5-5 1 16,12 0-168-16,-24 0-32 0</inkml:trace>
  <inkml:trace contextRef="#ctx0" brushRef="#br0" timeOffset="104436.928">8832 12973 979 0,'0'0'87'0,"0"0"-70"15,0 0-17-15,0 0 0 0,0 0 142 0,0 0 25 0,0 0 5 0,0 0 0 16,0 0-95-16,0 0-19 0,0 0-4 0,0 0-1 16,0 0-10-16,0 0-3 0,0 0 0 0,0 0 0 15,0-5 16-15,-11 0 4 0,5 0 0 0,6 5 0 16,0 0-4-16,0 0-1 0,-11-5 0 0,0 0 0 16,-7 0-10-16,7 5-1 0,0 0-1 0,-6 5 0 15,5-5-15-15,-5 0-2 0,6 5-1 0,-6 0 0 16,-1 0-8-16,-4 5-1 0,10 0-1 0,-5 5 0 15,0 1-7-15,6 4-8 0,-12 0 11 16,6 0-11-16,0 6 8 0,0 4-8 0,0 0 0 0,-1 6 0 16,1-6 0-16,6 1 0 0,0-1 0 0,5 0 0 15,-6 1 0-15,1-1 0 0,11 1-13 0,-6-6 5 16,12 0 8-16,0-5 0 0,-1-4 0 0,7-1 0 16,5-5 0-16,-11-5 0 0,-6-5 0 0,17 5 0 0,0 0 0 15,0-10 0-15,6 0 0 0,-6 0 0 0,0 0 0 0,6-5 14 16,-6-5-3-16,6-1-1 0,-6-4-10 0,-6 0 0 15,6 5 9-15,0-6-9 0,-5 1 0 0,10 0 8 16,-4 0-8-16,-7-1 0 0,-5-4 0 0,5 0 0 16,-11-1 0-16,11 6 0 0,-5-5 0 0,6 5 0 15,-7-1 0-15,12 1 0 0,-17 0 0 0,6 5 8 16,5-1-8-16,-11 6 0 0,6 0 0 0,0 0 8 16,-6 0-8-16,0 0 0 0,0 10 0 0,0 0 9 15,0 0-9-15,0 0 0 0,0 0 12 0,0 0-12 16,0 0 12-16,-12 15-12 0,12-5 11 0,-17 0-11 0,6 0 10 15,0 11-10-15,11-6 8 0,-6 10-8 0,6 0 0 0,0-4 0 16,-6-1 0-16,6 0 0 0,0 6 0 0,6-6 0 31,-6 0-27-31,6 0-5 0,-12 1 0 0,6-6-1 0,6 0 49 0,5 5 9 0,6-10 3 0,-6 1 0 16,7-1-28-16,4 0 0 0,-5-5 0 0,12 0 0 16,-6-5 0-16,5 0 0 0,-11-5-9 0,6-5 9 15,6 0 0-15,-1-6 0 0,-11 6 0 0,12-10 0 16,-12 5-11-16,5-11 11 0,-4 1-10 0,-1 0 10 15,0 0 0-15,-6-1 0 0,1-9-8 0,-1 9 8 16,12 1 0-16,-18 0 0 0,7-1 0 0,-1 6 0 16,1 0 0-16,-7 0 0 0,1-1 0 0,0 11 0 15,5 0 0-15,-11 0 0 0,0 10 0 0,6-10 0 0,-6 10 0 16,0 0 0-16,0 0 0 0,0 0 0 0,0 0 12 0,0 0-12 16,0 0 12-16,0 0-12 0,0 20 13 0,0-5-4 15,0 11-1-15,-6-1 0 0,0 0-8 0,1 1 12 16,-1 4-12-16,0 0 12 0,1 1-12 0,-7-1 0 15,7-4 0-15,-1-1 0 0,0-5 0 0,6 0 0 16,-6-10 0-16,1 6 0 0,5-16 0 0,0 10 0 16,0-10 9-16,0 0-9 0,0 0 0 0,0 0 9 15,0 0-9-15,0 0 0 0,0 0 10 0,0-10-10 16,5-6 8-16,1 1-8 0,0-5 0 0,5-5 0 16,1-1 0-16,-1 1 0 0,0-10 0 0,7 4 0 15,-1-4-8-15,0 4 8 0,6 1-10 0,-12 5 10 16,12-1-13-16,-1 1 5 15,-4 10-24-15,4-5-4 0,1 4 0 0,-6 6-1 16,0 0-73-16,-5 0-14 0,5 5-4 0,0 0-580 0,0 5-116 0</inkml:trace>
  <inkml:trace contextRef="#ctx0" brushRef="#br0" timeOffset="104922.846">9847 13181 1497 0,'-17'5'32'0,"17"-5"8"0,0 0 0 0,0 0 4 0,0 0-36 16,0 0-8-16,0 0 0 0,11 10 0 0,17-10 91 0,-10 0 16 15,-18 0 3-15,17 5 1 0,0-10-75 16,5 5-16-16,-4-5-2 0,-1 0-1 0,0-5 38 0,-6-1 7 15,6 1 2-15,-5 0 0 0,-1 0-52 0,6 0-12 16,-5-5 0-16,5 5 0 0,-6-6 49 0,0 6 7 16,1-5 2-16,5 5 0 0,0-5-38 0,-6 5-8 15,1 0-2-15,-7-6 0 0,7 1-10 0,-12 0 12 16,0 5-12-16,-6 0 12 0,12-5-12 0,-12 4 12 16,0 1-12-16,1-5 12 0,-1 5 0 0,0 5 1 15,-5-5 0-15,5 5 0 0,1 0 11 0,-12 0 1 16,-1 5 1-16,1-5 0 0,0-1-6 0,0 6-2 0,-6 0 0 15,6 0 0-15,12 0-8 0,-24 6-2 0,1-1 0 16,5 0 0-16,6 5-20 0,-12 0-4 0,-5 5 0 16,17 0-1-16,-12 0 17 0,7 6 0 15,-7 4 0-15,12-5 0 0,-17 6 0 0,17-1 0 16,17 5 0-16,-6 1 0 0,-17-1 0 0,12 6 0 0,5-1 0 0,-5-5 0 16,11 1 22-16,0-6 8 0,11 0 2 0,6 1 0 15,12-6-32-15,5 0 0 0,-17-5-8 0,12-4 8 31,10 4-42-31,7-10-2 0,-12-5 0 0,12 0-742 0,-6-5-149 0</inkml:trace>
  <inkml:trace contextRef="#ctx0" brushRef="#br0" timeOffset="105514.194">10998 12943 1497 0,'0'0'32'0,"0"0"8"0,0 0 0 0,0 0 4 0,0-10-36 0,-6-1-8 16,0 6 0-16,6 5 0 0,0-10 53 0,0 0 9 15,-11 0 2-15,11 10 0 0,0 0 0 0,0-10 0 16,-17 0 0-16,11 5 0 0,6 5 0 0,-11-10 0 15,-6 4 0-15,-1 6 0 0,1-10 18 0,6 10 4 16,-6 0 1-16,-6 0 0 0,6 0-37 0,-6 5-7 0,0 0-2 0,1-5 0 16,-7 6-33-16,1-1-8 15,-1 0 0-15,18 5 0 0,-1 0 0 0,-5 0 0 0,-11 0 0 0,-1 5 0 16,1 6 0-16,5-6 0 0,6 5 0 0,0 0 0 16,5-4 53-16,1 9 9 0,-6 0 2 15,5-5 0-15,1 6-52 0,0 4-12 0,5-5 0 0,-5 11 0 16,11-6 0-16,0 1 0 0,0-11 0 0,11 0 0 15,-5 0 0-15,5 1-12 0,6-11 3 0,6 5 0 16,0-5 9-16,5-10 0 0,1 0 0 0,5-5 0 16,0-5 0-16,-5 5 0 0,-1 0 0 0,6-10 0 15,0-6 0-15,-5-4 11 0,-1 0-1 0,-10-1 0 16,10 1-59-16,-5-5-12 16,5-1-3-16,-11 6 0 0,1 0 103 0,-1-1 20 0,0 1 4 0,0 0 1 15,-6-1-52-15,-5 6-12 0,0 5 0 0,-1 0 0 0,1 0 0 16,-6 15 0-16,0 0 0 0,0 0 0 0,6-6 0 0,-6 6 0 15,0 0 0-15,0 0 0 0,0 0 0 0,0 0 0 16,-6 11 0-16,0 9 0 0,-5 0 0 0,5 0 0 16,6 1 0-16,0 4 0 0,-11 5 0 0,11-4 0 15,0 4 0-15,11-5 0 0,-11 6 0 0,0-1 0 16,6-10 0-16,0 6 0 0,11-11-11 0,-6 5-5 16,0 0 0-16,7 1-1 15,10-21-139-15,-11 5-27 0,0 0-5 0</inkml:trace>
  <inkml:trace contextRef="#ctx0" brushRef="#br0" timeOffset="106435.72">3522 14786 230 0,'0'0'10'0,"0"0"2"0,0 0-12 0,6-5 0 0,-6 5 0 0,0 0 0 16,11-10 276-16,-11 10 53 0,0 0 11 0,0 0 1 15,0-10-213-15,0 10-44 0,0-5-8 0,0 5-1 16,-11-11-9-16,11 11-2 0,0 0 0 0,0 0 0 16,-6-5 29-16,-11 0 6 0,17 5 1 0,0 0 0 15,-6 0-7-15,-11 0-1 0,6 0 0 0,-1 5 0 16,-5 0-73-16,6 1-19 0,-6-1 0 0,5 5 0 0,-5 0 0 15,0 0 10-15,0 10-10 0,0-5 8 0,0 11-8 16,6-1 0-16,-18 11 9 0,18-1-9 16,-6-5 0-16,5 6 0 0,-5 9 0 0,6-4 0 0,-1 4 0 15,7-4 0-15,-7-1 0 0,7 1 0 0,5-11 0 0,0 1-8 16,5-1 8-16,7-5-12 0,-12-4 12 0,17-1 0 16,-12-5 0-16,13-5 8 0,-1 0-8 0,0-5 0 15,6 1 0-15,-6-6-8 0,5-6 8 0,-5-4 0 16,6-5-9-16,0-5 9 0,0 0 0 0,5-6-9 15,-5-9 9-15,-6 5 0 0,0-6 0 0,-5 1 0 16,5-6 8-16,-6 6-8 0,6 4 0 0,-11 1 0 0,0-6 0 16,5 1 0-16,-5 5 0 0,-6-1-12 0,-6 1 1 0,6 5 0 15,0 4 11-15,-11 1 0 16,5 0 0-16,6-1 8 0,-17 1-8 0,11 10 0 16,-11 5 0-16,6 0 8 0,-1-5-8 0,-5 5 11 0,0 0-11 0,0 5 12 15,-6 5-27-15,12 0-5 0,-1 5 0 0,-5 0-1 16,0 5-3-16,0 0-1 0,0 6 0 0,11 4 0 31,-11 0-118-31,12 1-23 0,5 4-5 0</inkml:trace>
  <inkml:trace contextRef="#ctx0" brushRef="#br0" timeOffset="106768.007">4354 14345 1958 0,'-17'-25'43'15,"17"15"9"-15,0-5 1 0,0 0 3 0,-12-1-45 0,7 1-11 0,-1 5 0 0,6 0 0 0,-17 0 53 0,17 0 9 16,-17 5 2-16,11 0 0 0,-11 5 0 0,6 0 0 16,5 5 0-16,-11 0 0 0,11 0 0 0,-11 10 0 15,-6 0 0-15,12 5 0 0,5 1-52 0,-11 4-12 16,0 10 0-16,11 1 0 0,-11-1 54 0,0 6 8 15,11 4 2-15,-11 6 0 0,0 0-52 0,6-1-12 16,0 6 0-16,-7 0 0 0,7-1 0 0,0 6 0 16,-1-5 0-16,7-5 0 0,-13-1 0 0,7 1 0 15,5-6 0-15,1-4 0 0,-12-1 0 0,5-4 0 16,6-1 0-16,1-9 0 16,-7-6-48-16,7-5-13 0,5 0-3 0,-12-5 0 15,12-10-51-15,0 0-10 0,0 0-3 0,0 0-580 0,-5-10-116 0</inkml:trace>
  <inkml:trace contextRef="#ctx0" brushRef="#br0" timeOffset="106966.787">3818 14821 1897 0,'0'0'41'0,"0"0"9"0,0 0 2 0,0 0 2 0,0 0-43 0,0 0-11 0,0 0 0 0,0 0 0 15,0 0 67-15,0 0 11 0,0 0 2 0,0 0 1 16,0 0-13-16,0 0-4 0,17 5 0 0,1 6 0 0,-1-6 0 0,0 0 0 15,6-5 0-15,5 0 0 0,1 5-51 0,-1-5-13 16,6 0 0-16,6 0 0 0,0 0 0 0,0-5 0 16,0 5 0-16,11-5-782 15,-5-5-159-15</inkml:trace>
  <inkml:trace contextRef="#ctx0" brushRef="#br0" timeOffset="107660.068">5271 15034 921 0,'0'0'40'0,"0"0"10"0,0 0-40 0,0 0-10 15,0 0 0-15,0 0 0 0,0 0 181 16,0 0 35-16,0 0 6 0,12 10 2 0,-7 0-128 0,13 0-26 16,-13-4-5-16,7 4-1 0,-12-10 0 0,5 5 0 15,12 0 0-15,0 0 0 0,-11-5-4 0,11 0-2 16,0 5 0-16,0-5 0 0,6-5-16 0,-6 5-3 15,0-10-1-15,6 5 0 0,-6-5-12 0,-5 4-2 16,5-9-1-16,0 5 0 0,-11-5-6 0,5 0-1 16,-5 0 0-16,5-6 0 0,-5 6-3 0,5 0-1 15,-11 0 0-15,0 0 0 0,0-1-4 0,0 1 0 0,0 5-8 16,0-5 12-16,-11-5-4 0,5 4 0 0,6 1-8 0,-11 5 12 16,-1 0-4-16,1 0 0 0,5 0-8 0,-11 5 12 15,0-5 0-15,0 4-1 0,0 6 0 16,0 0 0-16,-6 0 0 0,0 0 0 0,0 6 0 0,1-1 0 15,4 0-11-15,1 5 8 0,-5 5-8 0,5 0 8 16,-6 5-8-16,-6 1 0 0,6-1 0 0,1 10 0 16,5-4 0-16,-6 4 0 0,6 0 0 0,0 1 0 15,11 4 0-15,-11-4 0 0,17 4 0 0,-12 1 0 16,7-6 0-16,-1 0 0 0,17-4 0 0,1 4 0 16,-12 0 0-16,17-4 0 0,-6-6 0 0,18 0 0 15,-6-5 0-15,11-4 0 0,-6-1 0 0,6-5 0 16,6 0-188-16,12-10-34 0,-13 0-6 0</inkml:trace>
  <inkml:trace contextRef="#ctx0" brushRef="#br0" timeOffset="108222.151">6371 14847 633 0,'0'0'28'0,"0"0"6"0,0 0-34 0,0 0 0 16,0 0 0-16,0-5 0 0,0 5 303 0,0-10 53 16,-11-1 12-16,5 6 1 0,6 0-257 0,-11 0-52 15,-1-5-11-15,1 10-1 0,5-5-11 0,-17 0-1 16,23 0-1-16,-17 0 0 0,0 0 17 0,-6 0 4 16,23 5 1-16,-17 0 0 0,0 0-7 0,0 0-2 0,0 0 0 0,0 0 0 15,-6 5-17-15,0-5-4 0,0 5-1 0,6 5 0 16,-5-5-8-16,-7 5-2 0,18 0 0 0,-18 5 0 15,12 1-3-15,-11 4-1 0,5 0 0 0,6 6 0 16,-12-1-12-16,6 10 8 0,6-9-8 0,-5 9 0 16,-1-5 0-16,6 6 8 0,0-6-8 0,-1 1 0 15,7-1 0-15,11 0 0 0,-11-4 0 0,11-1 0 16,11-5 0-16,-11 1 0 0,6-6 0 0,11 0 0 16,0 0 0-16,-6-10 0 0,6 5 0 0,1-5 0 15,4-5 0-15,7 0 0 0,-12-5-8 0,11 0 8 16,-5-5 0-16,6-5 0 0,-1-5-8 0,1-1 8 15,-1-4-8-15,6-5 8 0,1-1-12 0,-13 1 12 0,-5-5-13 16,6 4 4-16,11 6 1 0,-11-6 0 0,-6 1 8 16,6 5 0-16,-6-6 0 0,0 6-8 0,6 0 8 0,-6 4 0 15,-5 1 0-15,-1 0 0 0,6 5 0 16,-11 0 0-16,-1 4 0 0,-5 11 0 0,0 0 0 0,0 0 0 16,0 0 0-16,0 0 0 0,0 0 0 0,0 0 0 15,0 0 0-15,-5 11 0 0,-1 9 0 0,-5 0 0 16,5 5 0-16,-5 6 0 0,-1-6 0 0,1 0 0 15,5 1 0-15,-5 4 0 0,11-5 0 0,0 1 0 16,0 4 0-16,0-10 0 0,11 6-10 0,-5-11 10 16,5 5-12-16,1-5 12 15,-1-5-124-15,6 1-19 0,0-6-3 0,6-5-578 16,-6-5-116-16</inkml:trace>
  <inkml:trace contextRef="#ctx0" brushRef="#br0" timeOffset="108585.795">7021 14776 1695 0,'0'0'75'0,"0"0"16"0,0 0-73 0,0-5-18 0,11-5 0 0,-11 10 0 16,0-16 32-16,0 16 2 0,0 0 1 0,0 0 0 15,-11-10-1-15,11 10 0 0,-6-15 0 0,6 15 0 16,-6-10 28-16,-11 5 6 0,6-5 0 0,11 10 1 15,-17-5 5-15,5 0 1 0,-5 5 0 0,-6 0 0 0,6-5-28 0,-11 5-6 16,16 5-1-16,-5 0 0 0,-6 0-14 0,12 0-3 16,5 5-1-16,-16 0 0 15,10 5-6-15,-5 1 0 0,0 4-1 0,6 5 0 0,-7 0 0 0,-10 6 0 16,5 4 0-16,6 1 0 0,6-1-3 16,-1 1-1-16,7-1 0 0,-7-5 0 0,7 6-11 0,5-6 0 15,0 6 9-15,17-11-9 0,-12-5 0 0,12 1 0 16,0-1 0-16,1-10-8 0,-7-5-14 0,6 0-2 15,12-5-1-15,-7-5 0 16,1-5-83-16,11 0-16 0,-5-11-3 0,16-14-1 16,1 0-96-16,-6 4-19 0,68-70-4 0,-28 20-1 0</inkml:trace>
  <inkml:trace contextRef="#ctx0" brushRef="#br0" timeOffset="109032.15">7476 14254 1972 0,'0'0'88'0,"0"0"17"0,0 0-84 0,0 0-21 0,0 0 0 0,0 0 0 16,0 0 61-16,0 0 8 0,0 0 2 0,0 0 0 15,0 15-21-15,0 1-4 0,-11 4-1 0,11 0 0 16,-11 5 8-16,5 6 2 0,0 4 0 0,0 1 0 16,-11 4 9-16,6-4 3 15,0-1 0-15,5 6 0 0,-6-1-18 0,1 11-3 0,-6-6-1 0,6 6 0 16,-1-5-21-16,-5 14-4 0,0-9 0 0,6-10-1 15,-6-1-19-15,5 1 10 0,1-11-10 0,-1 0 8 16,7-4-8-16,5-11 10 0,-12 0-10 0,7-5 10 16,5-10-10-16,0 0 0 0,0 0 0 0,0 0-11 15,5-10-8-15,7-5-1 0,5 0-1 0,-12-6 0 16,7-4 5-16,11-5 0 0,-6-6 1 0,6 1 0 0,-1-1 4 0,1-4 1 16,0 4 0-16,5 1 0 0,-5-1-3 0,11 6-1 15,-11 5 0-15,0-1 0 0,0 6 5 0,5 5 1 16,-16 0 0-16,5 5 0 0,0 0 8 0,6 5 0 15,-6-1 0-15,0 6-8 0,-6 0 8 0,12 6 0 16,-6-1 8-16,0 10-8 0,6 0 19 0,-17 0-1 16,5 10 0-16,0 6 0 0,7-1-2 0,-7 6 0 15,-11 4 0-15,6-4 0 0,-6-1-4 0,0 1-2 16,-6-1 0-16,6 0 0 0,0-4-10 0,0-6 0 16,-11 0 0-16,11-4 0 15,-6-6-20-15,6 0-8 0,0 0-3 0,0-5 0 16,0-10-196-16,0 0-39 0</inkml:trace>
  <inkml:trace contextRef="#ctx0" brushRef="#br0" timeOffset="109628.166">9590 14411 1152 0,'0'0'102'0,"0"0"-82"16,12-10-20-16,-1 5 0 0,6-5 198 0,-11 0 35 0,-6 10 7 0,11-10 2 15,-11 5-132-15,6-11-26 0,-6 1-6 0,6 0-1 16,-1 5-41-16,-5-5-9 0,-5 5-2 0,-1-6 0 16,6 1 3-16,0 0 1 0,-6 0 0 0,-5 0 0 15,-6 4 11-15,0 1 3 0,5 0 0 0,-11 5 0 16,6-5-35-16,0 5-8 0,0 5 0 0,0 0 0 16,0 0 0-16,0 5 0 0,5 5 0 0,-10 0 0 15,5 0 25-15,0 11 3 0,-1-1 1 0,-4 10 0 16,5 6-17-16,-1 4-4 0,1 6-8 0,0-1 12 15,0 6-4-15,6 0 0 0,-6-1-8 0,5 6 12 16,-5 0-3-16,6-1-1 0,-6 1 0 0,5 0 0 16,1-5-8-16,11-1 12 0,-23-4-12 0,12-1 12 15,-1-4-12-15,7-6 0 0,-1 1 0 0,-5-11 0 16,-7 0-36-16,13-4-4 0,-1-6 0 0,6-5 0 16,-11 0-172-16,-6-10-34 0,5 0-7 0</inkml:trace>
  <inkml:trace contextRef="#ctx0" brushRef="#br0" timeOffset="109849.278">8901 14644 1209 0,'0'0'108'0,"0"0"-87"15,0 0-21-15,0 0 0 0,0 0 220 0,0 0 39 16,17 0 8-16,0 0 1 0,0 0-175 0,6 0-35 0,11 0-7 0,-11 0-2 15,11 0-37-15,-11 0-12 0,5 0 0 0,6 0 0 16,-5-5 0-16,-1 5 0 0,7-5 0 0,-1 5 0 31,0-5-108-31,0 0-23 0,0 5-4 0,1-5-775 0</inkml:trace>
  <inkml:trace contextRef="#ctx0" brushRef="#br0" timeOffset="110376.1">10075 14568 1828 0,'0'0'40'0,"0"0"9"0,0 0 2 15,0 0 0-15,0 0-41 0,0 0-10 0,0 0 0 0,0 0 0 16,0 0 35-16,0 0 5 0,0-5 0 0,-12 0 1 0,6 5-2 0,6 0-1 16,0 0 0-16,-11-5 0 0,-6 0 2 0,6 5 1 15,-1 0 0-15,-5 0 0 0,-6 0 8 0,6 0 2 16,-6 0 0-16,6 0 0 0,0 0 5 0,-6 0 0 15,-5 0 1-15,-1 5 0 0,12-5-45 0,-11 5-12 16,-12 0 0-16,6 5 0 0,17 0 0 0,0 1 0 16,-6-1 0-16,6 5 0 0,0 0 0 0,5 5 0 15,-11 1 0-15,6 4 0 0,6-5 53 0,0 11 9 16,-7-1 2-16,1-5 0 0,6 6-52 0,0-1-12 16,11 0 0-16,0 1 0 0,0-1 0 0,0 1 0 15,5-6 0-15,1 0 0 0,5-5-14 0,1 6-6 16,-7-11 0-16,13 5-1 0,4-5 21 0,1-4 0 0,0-6 0 15,0 0 0-15,5-10 0 0,-5 0 0 0,5-6 11 0,1-4-11 16,5-5 0-16,0 0 8 0,-5-1-8 0,-1-4 0 16,7 0 0-16,-1-6 0 0,-17 6 0 0,0-5-10 15,6-1 10-15,-12-4-8 0,6 10 8 0,-5-1-8 16,-1 1 8-16,6 5 0 0,-6-6 0 0,7 1-8 16,-18 10 8-16,5-5 0 0,7 4 0 0,-7 1 0 15,1 0 0-15,-6 5 0 0,11 0 0 0,-11 0 0 16,0-1-8-16,0 11 8 0,0 0-8 0,0 0 8 15,0 0 0-15,0 0-10 0,-17 16 10 0,6-1 0 16,5 5 0-16,1 0 0 0,-13 6 0 0,7 4 0 16,0 0-9-16,5 1 9 0,-5-1 0 0,11 11-9 15,-12-6 9-15,6-4 0 0,6-1 0 0,6 0 0 16,-6-4-44-16,12-1-4 0,5-5-1 0,-6-5 0 16,0 6-142-16,7-11-28 0</inkml:trace>
  <inkml:trace contextRef="#ctx0" brushRef="#br0" timeOffset="110720.661">10998 14523 1958 0,'0'0'87'0,"0"0"17"0,0 0-83 0,0 0-21 0,-6-10 0 16,6 4 0-16,-6-4 56 0,6 10 6 0,0 0 2 0,0-5 0 15,0 5-52-15,-11-10-12 0,-1 5 0 16,7 0 0-16,5 5 0 0,-12 0 0 0,-5-5 0 0,0 5 0 16,6 5 54-16,-12-5 8 0,0 0 2 0,0 0 0 15,-5 5 0-15,16-5 0 0,-10 5 0 16,5 5 0-16,-23 0 0 0,23-5 0 16,-12 11 0-16,18-6 0 0,-18 5-52 0,12 0-12 0,-6 5 0 0,6 6 0 15,-6-1 0-15,-5 5 0 0,11 6 0 0,-6-1 0 16,6 1 0-16,6 4 0 0,-1-4 0 0,12 4 0 15,0-4 0-15,6-6 0 0,11-5 0 0,-11 1 0 16,11-6-14-16,6 0-6 0,-1-5 0 0,7-4-1 16,11-1-94-16,-12-5-18 15,6-10-4-15,6-5-611 0,0-1-123 0</inkml:trace>
  <inkml:trace contextRef="#ctx0" brushRef="#br0" timeOffset="111157.396">11322 14710 1497 0,'-34'-5'66'0,"34"5"14"0,0 0-64 0,0 0-16 16,-11 5 0-16,11-5 0 0,0 0 55 0,0 0 7 16,0 0 2-16,0 0 0 0,0 0-52 0,0 0-12 15,0 0 0-15,0 0 0 0,0 10 96 0,5 0 17 16,7-5 3-16,11 0 1 0,5 0-33 0,-11-5-8 0,-17 0 0 15,17 0-1-15,18-5-60 0,-18 0-15 16,-6 0 0-16,17-5 0 0,-5 0 54 0,0 5 8 16,0-5 2-16,5 0 0 0,-16 0-52 0,5-6-12 0,0 6 0 0,-6-5 0 15,1 5 0-15,-1-5 0 0,6 5 0 0,-17-6 0 16,6 1 0-16,0-5 0 0,-6 5 0 0,5 0 0 16,-5-6 0-16,-5 6 0 0,-1 0 0 0,0-5 0 15,-5 10 0-15,-1-11 0 0,1 6 0 0,-6 0 0 16,0 10 54-16,0-5 8 0,-6 10 2 0,0 0 0 15,0 5-52-15,-5 5-12 0,-1 5 0 0,1 0 0 16,-1 0 0-16,-5 6 0 0,6 4 0 0,-1 5 0 16,6-4 0-16,1 4 0 0,-1 1 0 0,6 4 0 15,5 0 54-15,-5 1 8 0,6 4 2 0,11 1 0 16,0-1-52-16,0 6-12 0,0-5 0 0,0-6 0 16,6 0-13-16,5 1-6 0,12-6-1 0,0-4 0 0,-1-1 8 15,7-5 0-15,11-5 1 0,0-10 0 16,0 0-117-16,-6-10-23 0,6-10-5 0</inkml:trace>
  <inkml:trace contextRef="#ctx0" brushRef="#br0" timeOffset="112589.762">2981 16452 172 0,'0'0'8'0,"0"0"1"0,0 0-9 0,0 0 0 0,0 0 0 0,0 0 0 16,6-10 348-16,-6 10 67 0,11-10 13 0,-11 10 4 16,0 0-315-16,17-10-62 0,-17 10-13 0,0 0-2 15,6-5-12-15,-6 5-3 0,0 0 0 0,0 0 0 16,0 0 31-16,5-11 7 0,-5 11 1 0,0-10 0 15,-5 5 0-15,-1-5 0 0,-5 5 0 0,5 0 0 16,-11 5-52-16,11 0-12 0,-11-5 0 0,0 5 0 16,-6 5 54-16,6-5 8 0,0 5 2 0,-6 0 0 15,-5 5-52-15,5-5-12 0,0 5 0 0,6 6 0 16,0-6-11-16,0 5-5 0,5 0 0 0,-16 5-1 16,17-4 27-16,-7 9 6 0,-4 0 0 0,5 11 1 15,-1-1-29-15,1-4-7 0,0-1-1 0,12 0 0 16,-7 6 32-16,6 4 7 0,1-9 1 0,5-1 0 0,5 5-33 15,-5-9-7-15,18-1 0 0,-13 0-1 0,12-4 21 16,0-6 0-16,1 0 0 0,-1-5 0 0,-6 0 0 0,18-5 0 16,-7-5 0-16,1-5 0 0,11 0 12 0,-11-5 8 15,11-5 0-15,-5 0 1 0,-1-5-21 0,-5-6 0 16,0 1 0-16,11-6 0 0,-11 1 0 0,-6 5 0 16,0-6 0-16,6 6 0 0,-6 0 0 0,-11-6 0 15,11 1 0-15,-12 0 0 0,7 4 0 0,-7 6 0 16,7-5 0-16,-12 4 0 0,6 1 0 0,-1 10 0 15,-5-5 0-15,12 5 0 0,-24 0 0 0,12 10 0 16,0-11 0-16,0 11 0 0,0 0 0 0,0 0 0 16,0 0 0-16,0 0 0 0,-11 6 0 0,-1-1 0 15,7 5 0-15,-7 0 0 0,7 5 0 0,-12 0 0 0,0 6 0 0,11 4 0 16,-6 0 0-16,1 0 0 0,-6 1 0 0,6-1 0 16,-1 5 0-16,1 1 0 0,5-6 0 0,6 6 0 15,0-1 0-15,0-5 0 0,6-4 0 0,5-1 0 16,-5 0 0-16,11-5 0 0,0-5 0 15,-6 1 0-15,7-1 0 0,-1-5 0 0,5-5 0 16,7 0 0-16,-18-5 0 0,18-5 0 0,-6-1 0 0,-1-9 0 31,1 0-47-31,6-5-13 0,-12-1-4 0,6 1 0 0,-6-5 52 0,5 4 12 0,-5-4 0 0,6-1 0 16,-6-4-10-16,-11 5 1 0,11-6 0 0,0 6 0 16,0 4 9-16,-11 1 0 0,11 0 0 0,-17 5 0 15,17-1 0-15,-11 6 0 0,5 0 8 0,1 0-8 16,-1 10 8-16,-5-5-8 0,-6-1 8 0,0 11-8 0,0 0 0 15,0 0 0-15,0 0 0 0,0 0 8 16,0 0 44-16,0 0 10 0,0 0 2 0,-6 21 0 0,-5-6-64 16,5 5-15-16,0 5-1 0,-5 1-1 0,5 9 27 0,-5-4 6 15,5 9 0-15,0 1 1 0,-11-6-17 0,6-5 0 16,-6 6 0-16,5-6 0 0,1 1 0 0,5-6 0 16,-5 0 0-16,5-10 0 0,6 1 0 0,-5-6 0 15,5-10 0-15,0 0 0 0,0 0 0 0,0 0 0 16,0 0 0-16,0 0 0 0,5-10 0 0,12-6 0 15,-11-9 0-15,11 5 0 0,0-10-16 0,6 4-8 16,0-4 0-16,5-1-1 16,-5-4-11-16,0 0-3 0,11-1 0 0,-11 1 0 0,11-1 27 0,6 11 12 15,-12 0-12-15,1-1 12 0,-6 6 0 0,0 5 0 0,-1 5 0 0,7 5 0 16,-18 0 0-16,6 5 0 0,0 5 0 16,-5 0 12-16,-1 5 3 0,1 5 1 0,5 0 0 0,-17 5 0 15,5 6 2-15,1-1 1 0,-6 5 0 0,11 1 0 16,-11-1-9-16,0 6-2 0,0-1 0 0,0 6 0 15,0-6-8-15,0 1 8 0,-11-6-8 0,11-5 8 16,-6 1-8-16,6-6 0 0,0-5 0 0,0-5 8 31,0-10-86-31,0 0-18 0,0 0-3 0,0 0-954 0</inkml:trace>
  <inkml:trace contextRef="#ctx0" brushRef="#br0" timeOffset="113150.035">4947 15849 1728 0,'0'0'38'0,"0"0"8"0,0 0 2 0,0 0 0 0,0 0-39 0,11 0-9 15,-11 0 0-15,0 0 0 0,0 0 49 0,6 5 8 16,-6-5 2-16,11 11 0 0,-5-1-2 0,5 5 0 15,-11 0 0-15,0 10 0 0,0 1 8 0,-11 4 2 16,5 6 0-16,6-1 0 0,-11 6-17 0,5 4-3 16,-5 1-1-16,-1-1 0 0,12 1-12 0,-11-1-2 15,5 6-1-15,-5 0 0 0,-1-1-19 0,12 1-3 16,-11 0-1-16,5-6 0 0,-5-4-8 0,5-6 0 0,6 1 9 16,0-1-9-16,-11-10 0 0,5 6 8 0,0-11-8 15,6 0 0-15,0-5 9 0,0-4-9 0,-11-1 12 0,11-10-12 16,0 0 0-16,0 0 0 0,0 0-12 0,0 0 3 15,0 0-3-15,0 0 0 0,11-21 0 0,-11 6 0 16,0-5 12-16,0-5 0 0,0 4-9 0,0-4 9 16,0 0 0-16,0-1 0 0,-11 1 0 0,11-5 0 15,0-1 0-15,-6 6 0 0,6 0 0 0,-17-1 0 16,11 1 0-16,-5 5 0 0,5 0 8 0,-11 4-8 16,0 1 8-16,0 10 0 0,0 0 0 0,-6-5 0 15,0 5 4-15,6 0 1 0,-6 5 0 0,1 5 0 16,-12 0-13-16,11 0 9 0,-6 0-9 0,6 10 8 15,6-5-8-15,6 11 12 0,-6-6-12 0,0 10 12 16,0 1 0-16,0-1 0 0,11 5 0 0,-6 1 0 16,7-6 0-16,-1 5 0 0,-5 6 0 0,11-6 0 0,0 6-4 0,11-6 0 15,-5 0 0-15,11 6 0 0,0-11-8 0,-6 0 0 16,18 1 0-16,-6-6 8 0,-1-5-8 0,13 0-11 16,5-10 3-16,5 1 0 15,-5-12-129-15,6-4-26 0</inkml:trace>
  <inkml:trace contextRef="#ctx0" brushRef="#br0" timeOffset="113960.334">6644 16477 979 0,'0'0'87'0,"0"0"-70"15,0 0-17-15,0 0 0 0,0 0 160 0,0 0 28 16,0 0 5-16,6-5 2 0,-6 5-108 0,0 0-22 16,0 0-4-16,0 0-1 0,12-10-22 0,-12 10-5 15,0-10-1-15,0 10 0 0,0-10 5 0,0 10 1 16,0-15 0-16,0 0 0 0,-12 4 9 0,6 1 1 16,6 0 1-16,-11 0 0 0,0-5-13 0,-1 5-2 0,7 5-1 15,-7-5 0-15,1 4-11 0,-1 1-2 0,7 0-1 16,-12 5 0-16,0 0-4 0,11 0-1 0,-11 5 0 0,5 0 0 15,-5 6-6-15,6-1-8 0,-6 5 11 0,0 0-11 16,0 5 9-16,-1 6-9 0,1-1 0 0,-5 0 9 16,-1 6 0-16,17 4 0 0,-11-4 0 0,0 4 0 15,11 0-9-15,-5-4 0 0,5-1 9 0,6 1-9 16,6-6 0-16,5 0 0 0,-11 1 0 0,12-6 0 16,5 5 0-16,0-10 0 0,0 0 0 0,0-4 0 15,6-1 0-15,0-10 0 0,-6 0 0 0,5-10 0 16,1 5 0-16,6-6 0 0,-12-9 0 0,6 0 0 15,-6 0 0-15,0-6 0 0,6 6 0 0,-6-10 0 16,5-6 0-16,-4 11 0 16,-7-5-10-16,0 4 10 0,6-4-11 0,1 5 11 0,-7-1-10 0,0 1 10 0,6 5 0 15,-11-6 0-15,0 6 0 0,5 5 0 0,-5 0 0 0,5 10 0 16,-11 5 0-16,0 0 0 0,0 0 0 0,0 0 0 16,0 0 0-16,0 0 0 0,0 0 8 0,0 0-8 15,-11 10 9-15,5 5-9 0,1 0 8 0,-1 5-8 16,0 6 0-16,0-1 9 0,-5 5-9 0,5 1 0 15,6-1-10-15,0 11 10 0,-11-6-8 0,11 1 8 16,11-11 0-16,-11 0-9 16,6 1-32-16,5-11-7 0,1 0 0 0,5-5-696 15,11-10-140-15</inkml:trace>
  <inkml:trace contextRef="#ctx0" brushRef="#br0" timeOffset="114469.903">7687 15905 1382 0,'0'0'123'0,"0"0"-99"0,0 0-24 0,0 0 0 16,12 0 133-16,-12 0 22 0,11-5 4 0,-11 5 1 16,0 0-89-16,0 0-18 0,0 0-3 0,0 0-1 15,0 15-1-15,6 0 0 0,5 6 0 0,-11-1 0 16,-11 10 12-16,11 6 3 0,-6-1 0 0,6 1 0 15,-11 9-11-15,-1-4-3 0,1 9 0 0,5-4 0 16,-5-5-17-16,5 9-4 0,0-4-1 0,1-6 0 16,-1 6-14-16,0-1-2 0,6-4-1 0,-11-1 0 15,5-9-10-15,6-1 0 0,-11 1 9 0,11-6-9 0,-6-5 0 16,6-5 0-16,-6 1 0 0,6-16 0 16,0 0 0-16,0 0-8 0,0 0 0 0,0 0 0 15,0 0-17-15,0-16-3 0,0-4-1 0,0 0 0 16,-5-6 13-16,-1 1 2 0,6 0 1 0,-6 0 0 0,6-6 13 0,-11 6 0 15,-1-6-10-15,7 1 10 0,-7 5 0 0,12 4 0 16,-17 1 0-16,0 0 0 0,6 0 0 0,-1 5 0 16,-10-1 0-16,4 6 0 0,1 0 12 0,-11 5-4 15,5 0 0-15,-5 0 0 0,11 5-8 0,-18 0 0 16,7 0 0-16,11 5 0 0,-17 0 0 0,11 5 0 16,-6 5 0-16,6 6 0 0,1-6 8 0,5 10-8 15,0-5 0-15,5 11 8 0,1-6-8 0,5 5 8 16,6 1-8-16,0 4 8 0,0-9-8 0,6 4 0 0,5 0 0 15,12 1 8-15,-6-1-8 0,-6-5 0 0,18 1 0 16,-6-1 0-16,11-10-12 0,-6 0 1 0,12-9 1 0,12-6 0 31,-18 0-109-31,6-6-21 0,-1-9-5 0</inkml:trace>
  <inkml:trace contextRef="#ctx0" brushRef="#br0" timeOffset="114979.901">8559 15885 1958 0,'0'0'87'0,"0"0"17"0,0 0-83 16,0 0-21-16,0 0 0 0,0 0 0 0,0 0 56 0,0 0 6 15,11 5 2-15,-11-5 0 0,0 0-35 0,0 0-6 16,12 10-2-16,-12 0 0 0,0 10 19 0,0 1 4 15,0-1 1-15,0 10 0 0,-12 1 19 0,12-1 4 16,-11 6 1-16,5 4 0 0,1 6-15 0,-1-1-3 16,-6 1-1-16,7 4 0 0,-7-4-27 0,7 5-6 15,-1-1-1-15,0-4 0 0,-5 5-16 0,11-6 0 16,-12-4 0-16,12-1 0 0,-5-4 8 0,5-6-8 16,-6-5 0-16,6 6 0 0,-6-16 0 0,6 0 0 15,0-15 0-15,0 0-9 0,0 0-6 0,0 0-1 0,0 0 0 16,0 0 0-1,0 0-18-15,0-15-4 0,0-10-1 0,0-1 0 0,0-4 19 0,0-1 4 0,0 1 1 0,0-5 0 16,0-1 15-16,0 1 0 0,0-6-10 0,0 11 10 16,-5-1 0-16,-1 1 0 0,-5 5 0 0,5 4 0 15,-6 6 9-15,-5 0 0 0,6 5 0 0,-6 0 0 16,-6 5 2-16,6 5 0 0,-6 0 0 0,-5 0 0 16,-1 5-2-16,12 5 0 0,-17-5 0 0,5 10 0 15,1 0 2-15,0 1 0 0,-1-1 0 0,6 5 0 16,0 0 1-16,6 6 1 0,0-1 0 0,12 5 0 15,-7 1-3-15,1 4-1 0,5-4 0 0,6-1 0 16,6 0-9-16,5 1 8 0,1-1-8 0,5 0 8 16,-6 1-8-16,18-6 0 0,-7-5 0 0,13-4 0 15,4-1-22-15,1-5-3 16,0-5-1-16,-6-10-813 0,12-5-162 0</inkml:trace>
  <inkml:trace contextRef="#ctx0" brushRef="#br0" timeOffset="115492.29">10371 15713 864 0,'34'-5'38'0,"-34"5"8"15,0 0-37-15,0 0-9 0,0 0 0 0,0 0 0 0,0 0 348 16,0 0 67-16,0 0 13 0,0 0 4 0,6 15-295 0,-1 0-58 16,-5 5-12-16,0 6-3 0,6-1-51 0,-12 0-13 15,1 11 0-15,-1-1 0 0,6 11 28 0,-11-1 4 16,-1 1 0-16,1 4 0 0,5 1-8 0,-17 0 0 15,12-6-1-15,0 6 0 0,-1 0-9 0,-11-1-2 16,6-4 0-16,6 4 0 0,-1-4-12 16,-5 5 8-16,12-11-8 0,-7 1 0 0,1-6-10 0,-1 1-8 15,7-6-2-15,-7-10 0 16,12 1-100-16,-11-11-20 0,5 5-4 0,6-15-607 16,0 0-121-16</inkml:trace>
  <inkml:trace contextRef="#ctx0" brushRef="#br0" timeOffset="115701.754">9978 16209 864 0,'0'0'76'0,"0"0"-60"0,0 0-16 0,0 0 0 16,0 0 249-16,0 0 47 0,11-5 10 0,-11 5 2 15,11-5-200-15,7 0-39 0,-7 0-8 0,6 5-1 16,12 0-24-16,-12 0-4 0,11 0 0 0,1 0-1 15,-1 5-17-15,6-5-3 0,-11 0-1 0,11 0 0 16,6-5-10-16,-6 0 0 0,6 0-10 0,-11 0-1023 16</inkml:trace>
  <inkml:trace contextRef="#ctx0" brushRef="#br0" timeOffset="116140.83">11037 16118 1843 0,'0'0'40'0,"0"0"9"0,0 0 2 0,0 0 1 0,0 0-42 0,-5-5-10 15,-7 0 0-15,7 5 0 0,5 0 21 0,0 0 3 16,0 0 0-16,-12 0 0 0,-5 0-13 0,6 0-3 16,-1 5 0-16,1-5 0 0,-6 5 25 0,6 0 5 15,-7-5 1-15,1 5 0 0,-5 0 21 0,4 0 5 16,-4 0 1-16,-1 5 0 0,11 0-14 0,-10 1-2 0,-7-1-1 15,1 5 0-15,16 0-29 0,-5 5-7 16,-11-5-1-16,-1 6 0 0,12 4 12 0,6 0 1 0,-6 6 1 0,5-1 0 31,1 6-44-31,-1-1-9 0,1 0-1 0,11 1-1 0,-6-1 29 0,12 1 0 16,5-6 0-16,1 1 0 0,-1-6 0 0,6 0 0 0,-5-10 0 0,11 6 0 16,11-6 0-16,-6-5 0 0,-5-5 8 0,5-5-8 15,7 0 16-15,-1-10-3 0,-11 5-1 0,11-10 0 16,-6-11-12-16,1 1 8 0,-6-10-8 0,5 4 0 15,-11-4 0-15,0 4-8 0,0 1-1 0,0-5 0 16,-11 4 9-16,6 1 0 0,-7-1 0 0,7-4 0 16,-1 5 0-16,-11-1 0 0,-11 6 0 0,11 0 8 15,-6-1-8-15,0 6 0 0,-5-5 0 0,5 9 8 16,-5-4-23-16,-1 5-4 0,1 5-1 0,0 0 0 16,-1 5-42-16,-5 0-9 0,6 0-1 0,-1 5-1 15,-10 10-154-15,4-5-30 0</inkml:trace>
  <inkml:trace contextRef="#ctx0" brushRef="#br0" timeOffset="116781.808">11715 16189 1267 0,'0'0'56'0,"6"-5"12"0,-6 5-55 0,0-16-13 16,0 6 0-16,0 0 0 0,0 10 211 0,0-10 39 0,0 10 8 0,0-5 2 16,0 5-199-16,-6-10-39 0,6 10-8 0,0 0-2 15,0 0 0-15,-11-5 0 0,-12 5 0 0,6 0 0 16,-6 5 25-16,-5 0 5 0,-6 0 1 0,-6 0 0 16,11 5 1-16,1 0 1 0,-6 0 0 0,5 6 0 15,1 4-23-15,11-5-5 0,-6 10-1 0,0 1 0 16,-11-1-8-16,17 5-8 0,-12 1 12 0,6 4-12 15,6 1 0-15,0-1 0 0,6 1 0 0,11-1 0 16,0 1 0-16,0-1 0 0,6-5 0 0,-1-4 0 16,12-6 0-16,0-5 0 15,6-5 0-15,-6 5 0 0,-5-4 0 0,11-1 0 0,-1-5 0 0,7-5 0 16,-6 0 0-16,17-10 0 0,-6-1 0 0,0-4 0 16,0-5 11-16,-5-5-11 0,-7-1 10 0,7 1-10 15,-6-5 0-15,-6 4 8 0,11-4-8 0,-16 5 0 16,5-6 0-16,-6 6 0 0,-5 5 0 0,5-1 0 0,1 11 0 15,-7-5 0-15,-5-5 0 0,0 10 0 0,0-5 10 0,0 15-10 16,0 0 10-16,0 0-10 0,0 0 14 0,0 0-3 16,0 0-1-16,-11 0 0 0,11 0-2 0,-6 10-8 15,-5 0 12-15,5 5-4 0,6 5-8 0,-11 1 0 16,-1 4 0-16,7 5 0 0,5 6 0 0,-6 4 0 16,0 11 0-16,-11-1 0 0,11 1 0 0,1-10 0 15,-7 4 0-15,7 6 0 0,-7-1 0 0,1 1 8 16,-1 5-8-16,1-6 8 0,5 1-8 0,-16 10 12 15,10-5-12-15,-5-6 12 0,0 1-4 0,0-1 0 16,-6-4 0-16,6-5 0 0,-6-6 0 0,0-5 0 16,1-4 0-16,-7-6 0 0,6 0 0 0,-5 1 0 15,11-6 0-15,-12-10 0 0,6 5-8 0,6-10 0 16,-11 0 0-16,5-5 0 0,0 0-12 0,1-5-5 16,-1 0-1-16,-6-11 0 15,6-4-14-15,1-11-2 0,5 1-1 0,5-5 0 16,-11-6-91-16,18-5-18 0,-1 1-4 0,12-1-913 0</inkml:trace>
  <inkml:trace contextRef="#ctx0" brushRef="#br0" timeOffset="117275.178">11995 16442 1897 0,'0'0'41'0,"0"0"9"0,0 0 2 0,0 0 2 0,0 0-43 0,0 0-11 16,0 0 0-16,11 10 0 0,0-5 16 0,-11-5 0 15,0 0 1-15,0 0 0 0,18 10-17 0,-18-10 0 16,0 0 0-16,0 0 0 0,11 10 55 0,-11-10 7 16,11 5 2-16,1-5 0 0,11 0-52 0,-12-10-12 15,6 5 0-15,0-5 0 0,6-5 54 0,5 5 8 16,-5-10 2-16,0 4 0 0,-17 1-52 0,-1-5-12 15,7 5 0-15,-7 5 0 16,7-6 0-16,-1 1 0 0,1 5 0 0,-1-5 0 0,-5-5 0 0,-1 4 0 16,-5 1 0-16,0-5 0 0,0 5 0 0,-5 0 0 0,-1-1 0 0,-5 1 0 15,5 0 0-15,0 5 0 0,-11 0 0 16,0 5 0-16,0-5 54 0,0 4 8 0,-6 6 2 0,6 0 0 16,-6 11-52-16,6-6-12 0,-6 5 0 0,1 5 0 15,10 0 0-15,-5 5 0 0,-6 1 0 0,0 4 0 16,12 0 0-16,-12 16 0 0,6-6 0 0,0-4 0 15,11-1 0-15,-5 6 0 0,5-1 0 0,6 0 0 16,0 1 0-16,6-6 0 0,0 6 0 0,5 4 0 16,0-9 18-16,7-6 1 0,-1 0 0 0,11-5 0 15,-5-9-19-15,5-1 0 0,7-10 0 0,-1-5-9 16,11 0-5-16,-10-11-1 0,4-14 0 0,7 0 0 16,-6-6-141-16,0 1-29 15,0-6-6-15,-6 1-1 0,0-1-51 0,0 1-10 0,29-41-3 0,-23 15 0 16</inkml:trace>
  <inkml:trace contextRef="#ctx0" brushRef="#br0" timeOffset="117500.485">12821 15860 1267 0,'0'0'56'0,"6"-6"12"0,-6-4-55 0,0 0-13 16,5 5 0-16,1-5 0 0,0 5 105 0,-6 0 19 15,0 5 3-15,11-5 1 0,-11-5 0 0,0 10 0 16,0 0 0-16,0 0 0 0,0 0-52 0,0 0-9 16,0 0-3-16,0 0 0 0,0 20 0 0,-11 0 0 15,5 0 0-15,-5 11 0 0,5-1-32 0,-6 6-8 16,7 9 0-16,-7-4-1 0,7 4 9 0,-7 6 1 15,-5 0 1-15,6-6 0 0,-6-4-2 0,5 4-1 16,1 1 0-16,0-6 0 0,5 1-31 0,-6-1 0 16,7-4 0-16,5-1 0 0,-12-4 0 0,7-6-18 0,-7 0 4 15,7-4 1 1,-1-6-42-16,6-15-8 0,0 0-1 0,0 0-1 16,0 0-135-16,0 0-26 0,-6 10-6 0,6-10-727 0</inkml:trace>
  <inkml:trace contextRef="#ctx0" brushRef="#br0" timeOffset="117712.562">12519 16260 864 0,'0'0'38'0,"0"0"8"16,0 0-37-16,0 0-9 0,11-5 0 0,-11 5 0 15,0 0 240-15,17-6 45 0,0 6 10 0,-5-5 1 0,5 5-193 16,6 0-39-16,-6 0-8 0,6 0-2 0,-1 0-33 0,7-5-6 15,-6 5-2-15,11-5 0 0,-11 0-13 0,5 0 9 16,6 0-9-16,-5 0 8 16,-1-5-160-16,1 0-32 0,28-16-6 0,-17 16-2 0</inkml:trace>
  <inkml:trace contextRef="#ctx0" brushRef="#br0" timeOffset="118224.633">13225 15758 403 0,'0'0'17'0,"0"0"5"0,0-5-22 0,0 0 0 0,0 0 0 0,6 5 0 16,-6-5 299-16,0 0 55 0,6 5 11 0,-6 0 3 15,5-5-244-15,-5 5-48 0,6 0-9 0,-6 0-3 16,0 0 31-16,0 0 5 0,0 10 2 0,0 0 0 15,0 0-10-15,-6 5-1 0,6 1-1 0,-5 4 0 16,-1 10-21-16,0 1-4 0,-5 4-1 0,5 11 0 16,-5 4-51-16,0 1-13 0,-1 0 0 0,-5 4 0 15,6 1 0-15,-1-5 0 0,-5-1 0 0,6-4 0 16,5-1 0-16,-11-4 0 0,6-1 0 0,5-4 0 16,-6-1 31-16,7-9 3 0,-1-1 1 0,0-5 0 15,1-10-22-15,5 1-4 0,0-11-1 0,0 5 0 16,5-5-8-16,-5 0 8 0,12-11-8 0,-7-4 8 15,1 5 8-15,11-15 0 0,-5-6 1 0,5 1 0 16,6 0-65-16,-6-6-12 0,5 6-4 0,7-6 0 0,-1 1 52 0,7 0 12 16,-1-1 0-16,0 11 0 0,-6-6 0 0,7 6 0 15,-7 5 0-15,1 5 0 0,-7 4 0 0,1-4 0 16,-6 5 0-16,0 5 0 0,0 0 0 0,1 5 0 16,-18 0 0-16,11 5 0 15,0 0 0-15,-5 5 0 0,0 0 0 0,5 6 0 0,-5-1 0 0,0 0 0 16,-1 5 0-16,-5 11 0 0,6-6 48 0,-6 5 13 15,-6 1 3-15,6-6 0 0,-5 0-52 0,5 1-12 16,-6-1 0-16,6 0 0 16,-6-4-48-16,6-1-13 0,6-5-3 0,-6-5 0 15,0 0-102-15,0 0-21 0,11-10-4 0,1 0-1 0</inkml:trace>
  <inkml:trace contextRef="#ctx0" brushRef="#br0" timeOffset="119013.493">13829 16361 1497 0,'0'0'66'0,"0"0"14"0,0 0-64 0,0 0-16 0,0 0 0 0,0 0 0 16,0 0 106-16,12 10 18 0,-1-5 3 0,1 0 1 16,-1-5-103-16,0 5-25 0,1 0 0 0,-1 0 0 15,1 0 56-15,5 0 7 0,0-5 1 0,0 0 0 0,6 0 0 16,-1-5 0-16,1 0 0 0,0 0 0 0,0-5-52 15,0 0-12-15,-6 0 0 0,5 0 0 0,-4-5 54 0,-1 4 8 16,0-4 2-16,0 0 0 0,-6 5-52 0,1 0-12 16,-1 0 0-16,-5-6 0 0,-1 6 0 0,7-5 0 15,-12 0 0-15,5 0 0 0,1 0 0 16,-6-1 0-16,0 1 0 0,-6 0 0 0,1 0 0 0,-1 0 0 16,-5-1 0-16,5 6 0 0,-11-5 0 0,0 10 0 15,0-5 0-15,0 5 0 0,5-5 0 0,-5 10 0 16,6-5 0-16,-6 5 0 15,5 5 54-15,-5 0 8 0,-6 5 2 0,1 0 0 0,-1 5-52 0,0 0-12 16,-6 6 0-16,1 4 0 0,11 0 0 0,-6 1 0 16,6 4 0-16,0 0 0 0,11-4 0 0,1 4 0 15,-1 1 0-15,6-1 0 0,-6 0 0 0,12 1 0 16,0-1 0-16,-1 0 0 0,1-4 0 0,5-1 0 16,6 0 0-16,6-9 0 0,-6 4 0 0,6-10 0 0,6 0 0 15,-1-5 0-15,-5-5 0 0,11-5 0 0,-5 0 0 0,-1 0 0 31,6-5-48-31,-5-5-13 0,-1-1-3 0,1-4 0 0,-7 5 52 0,1 0 12 0,0-5 0 0,0-1 0 16,0 1 0-16,-1 5 0 0,-4-5 0 0,-1 4 0 16,0-4 0-16,0 0 0 15,0 0 0-15,0-1 0 0,0 1 0 0,0 0 0 0,-5 0 0 0,-1-1 0 16,0 6 0-16,6-5 0 0,-5 5 0 0,-1 5 0 16,-11 10 0-16,0 0 0 0,0 0 0 0,0 0 0 15,0 0 0-15,0 0 0 0,0 0 0 0,0 0 0 16,0 0 0-16,0 15 0 0,-5 5 0 0,5 0 0 15,-6 6 0-15,0-6 0 0,0 5 0 0,-5 6 0 0,5-6 0 16,6 0 0-16,-5-5 0 0,-1 6 0 0,0-1 0 0,6 0 0 16,-11-9 0-16,11 4 0 0,-6-5 48 0,6-15 13 15,0 0 3-15,0 0 0 0,0 0-52 0,0 0-12 16,0 0 0-16,0 0 0 0,0 0 0 0,0 0 0 16,0 0 0-16,0-10 0 0,6 0 0 0,-6-5 0 15,11-1 0-15,-5 1 0 0,0-5 0 0,-1 0 0 16,7-1 0-16,-1-9 0 0,6 0 0 0,0 4 0 15,0-4 0-15,1 0 0 0,4-1 0 0,-5 11 0 16,6-5 0-16,-11-1 0 0,-1-4 0 0,6 5 0 16,0 4 0-16,-5-4 0 0,5 10 0 0,0-10 0 15,0 4 0-15,0 1 0 0,0 5 0 0,-6 0 0 0,1 5 0 16,5 4 0 0,-6-4-48-16,1 5-13 0,-7 0-3 0,7 0 0 15,-6 5-102-15,5 0-21 0,-5 0-4 0,-1 5-1 0</inkml:trace>
  <inkml:trace contextRef="#ctx0" brushRef="#br0" timeOffset="119472.244">15282 16508 518 0,'0'0'46'0,"0"0"-37"16,0 0-9-16,0 0 0 0,0 0 168 0,0 0 32 15,0 0 7-15,0 0 1 0,0 0-167 0,0 0-33 16,0 0-8-16,0 10 0 0,0 5 53 0,0-15 9 16,-11 10 2-16,11-10 0 0,6 15-1 0,-6 1 0 15,-6-6 0-15,6-10 0 0,0 15 1 0,0-15 1 16,0 0 0-16,-6 10 0 0,6 0-52 0,0-10-13 16,6 10 0-16,-6-10 0 0,0 0 0 0,11 0 0 15,6 0 0-15,0 0 0 0,-17 0 34 0,12-5 4 0,-1-5 1 0,6 0 0 16,0 0-11-16,-5 0-3 0,-6-5 0 15,5 4 0-15,6 6-25 0,-17 5 0 0,0 0 0 0,0 0 0 16,6-10 0-16,-6 10 0 0,0 0 0 16,-6-10 0-16,6 10 0 0,0 0 0 0,0 0 0 0,-6-10-644 15,-11 0-133-15</inkml:trace>
  <inkml:trace contextRef="#ctx0" brushRef="#br0" timeOffset="126600.343">27293 14983 990 0,'0'0'44'0,"0"0"8"0,0 0-41 0,0 0-11 0,0 0 0 0,0 0 0 16,0 0 47-16,0 0 7 0,0 0 2 0,0 0 0 16,0 0-13-16,0 0-3 0,6 0 0 0,-6 0 0 15,11 11-16-15,-11-11-3 0,12 5-1 0,-12-5 0 0,5 5 18 16,-5-5 3-16,0 0 1 0,0 0 0 0,12 5 6 16,-12-5 2-16,0 0 0 0,5 10 0 15,1 5 6-15,-6 0 0 0,0-5 1 0,0 11 0 0,0-6 4 0,-6 5 1 16,1 0 0-16,-1 1 0 0,-5-1-45 0,5 0-9 15,-5 0-8-15,5-4 12 0,-6 4 41 0,1 0 9 16,0-5 2-16,5 6 0 0,-5-6-52 0,-7-5-12 16,7 5 0-16,0-5 0 0,11-10-17 0,-12 10-7 15,7 0 0-15,5-10-678 16,0 0-135-16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35:58.56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13960 3519 403 0,'0'0'36'0,"0"0"-36"0,0 0 0 0,0 0 0 15,0 0 186-15,0 0 30 0,0 0 7 0,0 0 1 16,0 0-100-16,0 0-20 0,0 0-4 0,0 0-1 0,0 0-28 0,0 0-6 16,0 0-1-16,0 0 0 0,0 0-35 0,0 0-7 15,0 0-2-15,0 15 0 0,0 5 20 0,-5 0 3 16,5-10 1-16,-6 6 0 0,0-1-36 0,-5 5-8 15,-6 0 0-15,5 6 0 0,1-6 9 0,0 15 3 16,-1-9 1-16,-11 4 0 0,1 5-1 0,-1 1 0 16,0-1 0-16,0 16 0 0,6-21 8 0,0 16 0 15,0-6 1-15,-6 6 0 0,6-16-21 0,0 1 0 16,-6 9-10-16,12-14 10 0,-6-1 0 0,5 0 0 16,-5-4 0-16,6-1 0 0,-1 0 0 0,1-10 0 15,5 5 0-15,-5-4 0 16,5-6-122-16,6-5-21 0,-5 10-4 0</inkml:trace>
  <inkml:trace contextRef="#ctx0" brushRef="#br0" timeOffset="339.142">13487 3736 1850 0,'0'0'82'0,"0"0"17"0,0-15-79 0,0 15-20 0,0 0 0 0,0-10 0 15,0-5 56-15,0 5 7 0,0 0 1 0,0 10 1 16,0 0 10-16,0 0 1 0,0 0 1 0,0-16 0 16,0 16-43-16,0 0-9 0,12-5-1 0,-12 5-1 15,0 0-6-15,0 0-1 0,6 0 0 0,5 5 0 16,0 0-16-16,-5 6 10 0,5 4-10 0,1 0 8 16,-1 5-8-16,6 6 0 0,-5 9 0 0,-1-10 0 15,6 11 0-15,-5-1 0 0,5 6 0 0,0-6 0 0,0 6 0 0,0-6 0 16,0 1 0-16,6 4 8 0,5-5-8 0,-5 6 0 15,0-16 0-15,0 1 0 0,-6-1 30 0,0-5 4 16,0 6 1-16,0-6 0 16,0 0-79-16,0-10-16 0,-5 5-4 0,5-4 0 0,-6 4 36 0,-5-15 8 15,-6 0 0-15,0 0 1 16,0 0-114-16,6 5-23 0,5-5-5 0,-11 0-1 0</inkml:trace>
  <inkml:trace contextRef="#ctx0" brushRef="#br0" timeOffset="688.232">13681 3498 1836 0,'0'0'81'0,"0"-5"17"0,-5 0-78 0,5 5-20 0,0-15 0 0,-6 10 0 16,6 5 52-16,0-5 6 0,-6-10 2 0,6 15 0 15,0 0 11-15,0 0 2 0,0 0 1 0,0 0 0 16,0 0-43-16,0 0-9 0,0 0-2 0,0 0 0 16,0 0 6-16,0 0 1 15,6 15 0-15,-6 10 0 0,6-15-18 0,-1 16-9 0,-5-1 10 0,6 10-10 16,0 6 8-16,-1-6-8 0,1 11 0 0,0-6 9 16,-1 6-9-16,1 0 0 0,0 9 0 0,-1 1 8 15,1-5-8-15,6-1 0 0,-7 1 0 0,7 10 0 0,-12-6 8 16,0-9-8-16,5-6 8 0,1-4-8 0,-6-1 0 15,6-4 0-15,-1-6 0 0,-5 5 0 16,6-4-27-16,-6-1-4 0,0-10-1 16,-6 6 0-16,6-6-112 0,0 0-22 0,0-5-5 0,0-10-442 15,0 0-89-15</inkml:trace>
  <inkml:trace contextRef="#ctx0" brushRef="#br0" timeOffset="1022.497">13476 4192 230 0,'0'0'20'0,"0"0"-20"0,-11 0 0 0,-1-5 0 15,1 5 300-15,0 0 55 0,-1-15 11 0,6 15 2 16,-5-5-226-16,5 0-46 0,1-5-8 0,5 10-3 16,0 0 3-16,0-6 1 0,-12-4 0 0,12 10 0 15,0 0-24-15,0 0-5 0,0 0 0 0,0 0-1 16,12 0 1-16,-7-15 1 0,12 5 0 0,1 10 0 15,-1-15-21-15,0 5-5 0,5 5-1 0,7-5 0 16,-6 4-18-16,0-4-3 0,5 5-1 0,6-5 0 16,6 5-12-16,0 0 0 0,-6 5 8 0,6-5-8 15,6 5 0-15,-6 0 0 0,-1-10 8 0,1 10-8 16,-6 0 8-16,-5 0-8 0,-1 0 11 0,1 0-11 16,-1-5 0-16,-5 5-9 0,0 0-1 0,-6 0 0 15,-5 0-9-15,-12 0-1 0,17-5-1 0,-17 5 0 16,17-5-31-16,-17 5-7 0,11 0-1 0,-11 0 0 15,0 0-146-15,0 0-30 0</inkml:trace>
  <inkml:trace contextRef="#ctx0" brushRef="#br0" timeOffset="119188.589">16462 7175 230 0,'0'0'10'0,"0"0"2"0,-12 0-12 0,12 0 0 0,0 0 0 0,0 0 0 16,0 0 228-16,-11-5 44 0,0 5 8 0,11 0 1 16,0 0-145-16,0 0-30 0,0 0-6 0,0 0 0 0,0 0-52 15,0 0-11-15,5-10-1 0,1-1-1 0,5 1 41 0,-5 5 8 16,5-10 1-16,7 5 1 0,-1 0-35 0,-6 5-7 16,0-5-2-16,1 5 0 0,-1-1 18 15,1 1 3-15,10 5 1 0,-5-5 0 0,-17 5-52 0,12 0-12 16,5 0 0-16,-17 0 0 0,0 0 0 0,17 5 0 15,6 0 0-15,-12 6 0 0,-11-11 31 0,6 10 3 16,11 5 1-16,-11 0 0 0,5 0-17 0,-11-5-3 16,0 6-1-16,6-1 0 0,5 0 1 0,-5 5 0 15,-12-5 0-15,6 6 0 0,6-1-15 0,-6 0 0 16,-6 11 0-16,-5-6 0 0,-6 5 27 0,11-4 2 16,-11-1 1-16,6 0 0 0,-12 1 3 0,11 4 1 0,7-15 0 15,-12 11 0-15,-6-6-34 0,0 0 0 0,17 0 0 0,-5 1 0 16,-1-6 0-16,-5 5 0 0,-5-5-15 0,5 0 5 15,17 1 10-15,-12-1 8 0,-5 0-8 16,6 0 11-16,11-15-2 0,0 0 0 0,-12 10 0 0,7 0 0 16,5-10 3-16,0 0 0 0,0 0 0 0,0 0 0 15,-6 11-12-15,6-11 10 0,0 0-10 0,0 0 10 16,0 0-10-16,0 0 8 0,11 5-8 0,1 5 8 16,10-10-8-16,-4 5 0 0,-13 5 0 0,18-10 0 15,11 0 0-15,-5 0 0 0,-12 0 0 0,0 0 0 31,6 0-20-31,-1 5-5 0,-10 0-2 0,5-5 0 0,6 0 37 0,-6 0 7 0,-6 0 2 0,-11 0 0 16,0 0-54-16,0 0-10 0,23 0-3 0,-12 0 0 16,-11 0-115-16,0 0-23 0,17 5-5 0,1-5-850 15</inkml:trace>
  <inkml:trace contextRef="#ctx0" brushRef="#br0" timeOffset="119862.129">17163 7215 1126 0,'0'0'50'0,"0"0"10"0,0 0-48 0,0 0-12 0,-6 0 0 0,6 0 0 15,-6-5 110-15,0 0 19 0,-5 5 4 0,11 0 1 16,-6-5-37-16,1 0-7 0,-7 0-2 0,7 5 0 16,-1-5-18-16,0 0-4 0,0 0-1 0,6 5 0 15,-11 0 1-15,5-5 0 0,-5 5 0 0,5 0 0 16,1 0-10-16,-7 0-3 0,1 0 0 0,5 5 0 15,6-5-15-15,-11 10-3 0,-1 10-1 0,7-10 0 16,5-10-12-16,0 0-2 0,-17 5-1 0,11 5 0 16,-6 6-7-16,7 4-2 0,-7 10 0 0,7-4 0 15,-1-16-2-15,0 10-8 0,1 0 12 0,-1 6-4 16,0-1-8-16,0 5 0 0,6 6 0 0,6-6 8 16,-6-5-8-16,6 6 0 0,-6-1 0 0,6-4 0 15,5-1 0-15,-5 0 0 0,-1 6 0 0,7-6 0 0,5-10 0 16,-6-5 0-16,1 5 0 0,5-4 0 0,-6-6 0 0,6 5 0 15,0 15 0-15,6-20 0 0,-6-10 0 0,0-5 0 16,6 5 0-16,-6 0 8 0,6-5-8 0,-6 5 0 16,0 5 0-16,0 0 8 0,0-16-8 0,-5 6 0 15,-1-5 9-15,0 5-9 0,1 0 0 0,-1-5 0 16,1 4 0-16,-7 1 8 0,1-5-8 0,0 0 11 16,-1 0-11-16,1-5 12 0,-6 4-12 0,-6 1 0 15,6 15-10-15,0-15 10 0,0-20 19 0,-5 4 9 16,5 1 3-16,0-1 0 0,-6 6-16 0,0 10-3 15,1 10-1-15,-7-5 0 0,7-16-3 0,-1 1 0 16,-11 10 0-16,5 0 0 0,1-1-8 0,0 6 12 16,-1-5-12-16,-5 10 12 0,0 5-4 0,0 0 0 0,0-5 0 15,5 0 0-15,-5 5-8 0,0-5 0 0,0 0-10 16,6 5 10-16,-6-5-15 0,0 5 3 0,5-5 1 16,1 5 0-1,-1 0-83-15,-5 0-17 0,12 5-3 0,-1-5-1128 0</inkml:trace>
  <inkml:trace contextRef="#ctx0" brushRef="#br0" timeOffset="125268.141">18690 3696 1036 0,'0'0'46'0,"0"0"10"0,0 0-45 0,0 0-11 15,0 0 0-15,0 0 0 0,0 0 53 0,0 0 9 16,0 0 2-16,0 0 0 0,0 0 0 0,0 0 0 16,0 0 0-16,0 0 0 0,0 0 8 0,0 0 3 15,0 0 0-15,0 0 0 0,0 0-16 0,0 0-3 16,0 0-1-16,0 0 0 0,0 0 7 0,0 0 2 15,0 20 0-15,5 0 0 0,-5-4-11 0,0 4-1 16,0 5-1-16,0 0 0 0,0 1-15 0,0 4-4 0,0 0 0 16,0 1 0-16,0 4-12 0,6-9-2 0,-6-1-1 0,0 5 0 15,0-4-7-15,6 4-2 0,-6-5 0 0,0 1 0 16,5-1-8-16,-5 0 0 0,0 1 9 0,0-16-9 16,0 10 0-16,0-5 0 0,0 0 0 0,0-4 8 15,0-11-8-15,0 0-13 0,0 0 3 0,0 0 1 16,0 0-92-16,0 0-19 0,0 0-3 15,0 0-893-15</inkml:trace>
  <inkml:trace contextRef="#ctx0" brushRef="#br0" timeOffset="125893.561">19020 3701 403 0,'0'0'36'0,"0"0"-36"15,0 0 0-15,0 0 0 0,0 0 332 0,0 0 60 16,0 0 12-16,0 0 3 0,11-5-255 0,1 0-50 15,-1 0-10-15,1 0-3 0,5 0-34 0,-6 5-7 16,6 0-2-16,6-11 0 0,-6 6-23 0,0 5-5 16,6-5-1-16,-6 0 0 0,-6 5-17 0,1 0 0 15,-1 0 0-15,1 0 0 0,-1 0 0 0,6-10 0 0,-17 10 0 0,12 0 0 16,-12 0 0-16,0 0 0 0,11 10 0 0,0 0 0 16,-11-10 0-16,12 5 0 0,-12-5 0 0,5 11 0 15,1 4 58-15,0-5 5 0,-1 5 1 0,-5 5 0 16,-5-10-52-16,5 6-12 0,-6-1 0 0,6 5 0 15,-6 0 0-15,1 1 0 0,-1 4 0 0,0-10 0 16,-5 5 54-16,0 6 8 0,-1-16 2 0,6 5 0 16,-5 10-56-16,11-9-8 0,-11 4 0 0,-1 0-10 15,1 0 10-15,-1-10 14 0,1 11-3 0,-6-6-1 16,6 0-1-16,-1 0 0 0,1 0 0 0,-1 6 0 0,1-16-1 16,0 5 0-16,5 0 0 0,6-10 0 0,-6 10 1 0,6-10 0 15,0 0 0-15,0 0 0 0,0 0-1 0,0 0 0 16,0 0 0-16,0 0 0 0,0 0 1 0,0 0 0 15,0 0 0-15,12 5 0 0,5 5-9 0,0-10 12 16,6 0-12-16,-6 0 12 0,-6 0-12 0,6 0 0 16,12 0 0-16,-7 5 8 0,-4-5-8 0,4 0 0 15,1 0 0-15,0 5 0 0,0-5 0 0,-1 6 0 16,-4-6 0-16,-1 10 0 0,0-10 0 0,0 0 12 16,0 0-2-16,0 0 0 15,-17 0-59-15,17 0-12 0,-5 0-3 0,-12 0 0 16,11 0 0-16,-11 0 0 0,11 0 0 0,-11 0 0 15,0 0-92-15,0 0-18 0,0 0-4 0</inkml:trace>
  <inkml:trace contextRef="#ctx0" brushRef="#br0" timeOffset="128703.356">20917 7200 288 0,'0'0'12'0,"0"0"4"0,0 0-16 0,0 0 0 0,0 0 0 0,0 0 0 16,0 0 200-16,0 0 38 0,0 0 7 0,0 0 2 16,0 0-142-16,0 0-28 0,0 0-5 0,0 0-2 15,0 0-8-15,0 0-2 0,0 0 0 0,0 0 0 16,0 0 5-16,0 0 1 0,0 0 0 0,0 0 0 15,0 0 2-15,6-10 0 0,-6 10 0 0,11-5 0 16,-5-5-41-16,-6 10-8 0,0 0-2 0,0 0 0 16,12-15 37-16,-1-1 7 0,0 11 2 0,1 0 0 0,-1-5-50 0,-11 10-13 15,0 0 0-15,12 10 0 0,5-25 56 0,-17 15 7 16,0 0 1-16,0 0 0 0,17 5-64 0,-17-5-16 16,0 0-2-16,5 15 0 0,-5-15 27 0,12 10 6 15,-6 6 1-15,-6-1 0 0,0 0-16 0,-6 10 0 16,-6 1 8-16,7-6-8 0,-7 0 0 0,1-5 0 15,0 6 0-15,-7-6 0 0,1 5 54 0,6 10 8 16,0 11 2-16,5-11 0 0,-6-9-52 0,-5 9-12 16,6-10 0-16,0 6 0 0,-1-6 0 0,1 0 0 15,-6 10 0-15,5-9 0 0,12-21 0 0,-5 10 0 16,-1 0 0-16,6-10 0 0,-6 15 0 0,1 0 0 16,5 1 0-16,0-16 0 0,0 0 12 0,0 0-1 15,0 0 0-15,0 0 0 0,11 0-11 0,0 5 8 16,1 0-8-16,-1-5 8 0,6-5-8 0,0 5 0 0,0 5 0 15,-5-5 0-15,11-5 0 0,-6 0 0 0,5 5 0 16,-4 0 0-16,4 0-10 0,-5-6-4 0,1 6-1 0,4 0 0 31,-5 0-39-31,6 0-8 0,-6-5-2 0,0 10 0 0,0 1-143 16,1-1-29-16</inkml:trace>
  <inkml:trace contextRef="#ctx0" brushRef="#br0" timeOffset="129259.17">21424 7236 691 0,'0'0'30'0,"0"0"7"0,0 0-29 0,0 0-8 16,-5-6 0-16,5 6 0 0,0-15 288 0,0 15 57 15,0 0 11-15,0 0 3 0,-6-10-210 0,0 0-41 16,6 10-9-16,0 0-2 0,-11-5-53 0,11 5-10 16,-6-10-2-16,6 10-1 0,-11 0-1 0,5-5 0 15,-5 5 0-15,-1 5 0 0,1-5-7 0,0 5-2 16,-1-5 0-16,1 5 0 0,-1 0-12 0,1 5-9 16,-6 0 12-16,6 0-12 0,-1 6 27 0,1-1-2 15,-6 5 0-15,5-5 0 0,7 16 11 0,-7-16 3 16,-5 15 0-16,11-4 0 0,1 4-31 0,-1 5-8 0,6 1 0 15,0-1 0-15,6-4 0 0,-6 4 0 0,5 1 0 16,7-1 0-16,-1-15 0 0,1 6 0 0,-1-1 0 16,6 0 0-16,0-10 0 0,6 1 0 0,-6-6 0 0,0 0 0 15,6 0-10-15,0 0-3 0,-6 5-1 0,11-10 0 16,-11-15 23-16,6 5 5 0,0-5 1 0,-6 5 0 16,0-10-5-16,0 10-1 0,0 0 0 0,0-5 0 15,1-11-1-15,-1-4 0 0,0 5 0 0,-6-1 0 16,6 1-20-16,-5-5-5 0,-1 0-1 0,-5-1 0 15,-1-9 18-15,7 4 0 0,-12 6 0 0,5-5 0 16,-5-1 28-16,0 6 8 0,0 0 3 0,-5-1 0 0,-7 6-23 16,7 0-5-16,-1 5-1 0,0-11 0 0,-11 11-10 15,6-5 12-15,-6 5-12 0,5-1 12 0,1 1-12 16,-6 5 0-16,0 5 0 0,0-5 0 0,-6 5 0 0,6 5-14 16,0 5 2-16,0 0 0 15,-6-15-27-15,6 5-5 0,-6 5 0 0,6-5-1 16,-6 5-127-16,6-5-24 0,-6 5-6 0</inkml:trace>
  <inkml:trace contextRef="#ctx0" brushRef="#br0" timeOffset="130143.095">22000 3498 288 0,'0'0'12'0,"0"0"4"0,0 0-16 0,0 0 0 16,0 0 0-16,0 0 0 0,0 0 220 0,0 0 42 15,0 0 8-15,0 0 2 0,0 0-169 0,0 0-34 16,0 0-6-16,0 0-2 0,0 0 4 0,0 0 1 0,-6 10 0 0,6-10 0 15,0 0-10-15,0 0-1 0,0 0-1 0,0 0 0 16,0 0 7-16,0 0 2 0,0 0 0 0,0 0 0 16,0 0-5-16,0 0-1 0,0 0 0 15,6 11 0-15,5-11-9 0,1 5-1 0,-1-5-1 16,1 0 0-16,5 0-18 0,0 5-4 0,0-5-1 16,0 0 0-16,6 0-7 0,-6 0 0 0,0-5-1 0,6 5 0 15,-6 5-5-15,0-5-1 0,0 0 0 0,0-5 0 16,-6 5 3-16,7 0 0 0,-1 0 0 0,-6 0 0 15,6 0 0-15,-5 0 1 0,-7 0 0 0,7 0 0 16,-1 0 1-16,-5 0 0 0,-6 0 0 0,11 0 0 16,0 5-2-16,-11-5 0 0,0 0 0 0,0 0 0 15,0 0 0-15,0 0 0 0,0 0 0 0,0 0 0 0,0 0 0 16,0 0-1-16,0 0 0 0,0 0 0 0,0 0 2 0,-5 10 1 16,5-10 0-16,-6 10 0 0,6-10-3 15,-6 10-1-15,1 5 0 0,5-5 0 0,-6 6 1 0,0-6 0 16,-5 5 0-16,0 10 0 0,-1-15-3 0,1 11 0 15,-1-1 0-15,1 5 0 0,0 1-8 0,-1-1 12 16,1 0-12-16,-6 0 12 0,5 11-12 0,1-11 10 16,-1 11-10-16,1-11 10 0,0 0-10 0,5 6 0 15,-5-6 0-15,5 0 8 0,0 1-8 0,-5-6 0 16,11 0 0-16,-6 5 0 0,0-9 0 0,1 9 0 16,5-15 0-16,0 5 0 0,0-15 0 0,0 0-17 15,0 16 4-15,0-16 1 16,0 0-42-16,0 0-8 0,0 0-2 0,0 0 0 15,0 0-66-15,0 0-14 0,11-6-2 0</inkml:trace>
  <inkml:trace contextRef="#ctx0" brushRef="#br0" timeOffset="134181.016">27230 2729 1407 0,'0'0'62'0,"0"0"14"0,0 0-61 0,0 0-15 15,0 0 0-15,0 0 0 0,0 0 108 0,0 0 20 16,0 0 3-16,0 0 1 0,0 0-24 0,0 0-4 15,12 0 0-15,-1 0-1 0,6 0-46 0,-5 0-9 16,-1 0-1-16,6 0-1 0,0-5 5 0,0 5 1 16,1-6 0-16,-1 6 0 0,0-5-15 0,0 5-2 15,0 0-1-15,0-10 0 0,0 5-10 0,0 5-1 16,0-5-1-16,0 0 0 0,-5 5-9 0,5 0-1 16,-6-10-1-16,6 10 0 0,-5-5-3 0,-12 5 0 15,11 0 0-15,1 0 0 0,-1 0 2 0,-11 0 0 16,0 0 0-16,0 0 0 0,6 0 0 0,-6 0 0 15,0 0 0-15,11 5 0 0,-11-5 4 0,0 0 1 16,0 0 0-16,6 10 0 0,-6-10 1 0,0 15 0 0,0 0 0 0,-6 6 0 16,12-11-3-16,-12 5 0 0,0 5 0 0,1 1 0 15,-1 4-3-15,-5 0-1 0,5 0 0 0,-6 6 0 16,1-6-9-16,5 11 0 0,-5 4 9 0,5-15-9 16,1 11 0-16,-1-6 8 0,0 6-8 0,-5-11 0 15,5 11 0-15,0-11 0 0,1 0 0 0,-1 0 8 16,6 1-8-16,-6-11 0 0,1 0 0 0,-1 0 0 15,6-15 0-15,0 16-8 0,0-16 8 0,0 0-12 16,0 0-28-16,0 0-7 0,0 0-1 0,0 0 0 16,0 0-185-16,6-21-38 0</inkml:trace>
  <inkml:trace contextRef="#ctx0" brushRef="#br0" timeOffset="134729.289">25242 1103 1036 0,'0'0'23'0,"0"0"5"0,0 0 0 0,0 0 1 15,0 0-29-15,0 0 0 0,0 0 0 0,0 0 0 0,0 0 96 0,0 0 12 16,0 0 4-16,0 0 0 0,0 10-30 0,6 5-6 16,-6-15 0-16,5 10-1 0,1 1-15 0,-6 4-4 15,6-5 0-15,-1 5 0 0,-5-5 2 0,6 5 0 16,0-4 0-16,0 9 0 0,-1 0-3 0,-5 5-1 15,6 1 0-15,-6-6 0 0,0 0-20 0,0 6-4 16,0-1-1-16,0 5 0 0,0 1-29 0,6 4 0 16,-6-10 0-16,5 11 0 0,-10-11 57 0,5 0 6 15,-6 11 1-15,6-11 0 16,6-10-78-16,-6 6-15 0,0-6-3 0,0-5-1 16,0-10 1-16,0 0 1 0,0 0 0 0,0 0-700 0,0 0-140 15</inkml:trace>
  <inkml:trace contextRef="#ctx0" brushRef="#br0" timeOffset="135314.441">25544 1204 864 0,'0'0'76'15,"0"0"-60"-15,0 0-16 0,11-5 0 0,-5-5 160 16,5 10 30-16,1-10 6 0,-6 5 0 0,-1-5-76 0,7 10-15 16,-1 0-3-16,0-10-1 0,1 5-37 0,-1 0-7 15,1-1-1-15,-1 6-1 0,0 0-15 0,6-10-4 16,-17 10 0-16,18 0 0 0,-1 0-11 0,-6 10-2 16,6-10-1-16,-5 0 0 0,5 6-8 0,-6-1-2 15,0 0 0-15,1 5 0 0,-1-10-2 0,1 10-1 16,-1-5 0-16,0 5 0 0,-5 0 5 0,6-5 1 15,-1 5 0-15,-5 1 0 0,-1 4 27 0,1-10 6 16,0 0 0-16,-1 10 1 0,1-5-39 0,-6 5-10 16,0-4 0-16,-6 4 0 0,6 0 32 0,0 5 4 15,-5-10 0-15,-1 5 1 0,0 1-12 0,-5 4-2 16,5 0-1-16,-11 0 0 0,6 6-8 0,-1-11-2 16,7 5 0-16,-12 6 0 0,5-11-12 0,1 5 9 15,-6 0-9-15,5 0 8 0,-5 6-8 0,6-16 8 16,-1 15-8-16,-5-15 8 0,6 6 0 0,-1-1-8 0,7-5 12 0,-7 5-4 15,7-5 4-15,-7 0 0 0,12-10 0 16,0 0 0-16,0 0 1 0,0 0 1 0,0 0 0 0,0 0 0 16,0 0-6-16,0 0 0 0,0 0-8 0,17 5 12 15,0 6-12-15,-5-11 8 0,5 0-8 0,6 0 0 16,0 0 0-16,-1 0 8 0,1 0-8 0,6-11 0 16,-7 11 0-16,7 0 0 0,-1 0 0 0,1 0 0 15,-1 0 0-15,1 11 0 0,-6-11 0 0,5 0 0 16,-5 0 0-16,0 0 0 0,-6 5 0 0,6-5 0 15,-6 5 0-15,-6-5 0 0,-11 0 0 0,11 0-10 16,1 0-18-16,-6 0-4 16,5 0-1-16,-5-5 0 0,5 5-128 0,0-5-26 15,-5 5-5-15</inkml:trace>
  <inkml:trace contextRef="#ctx0" brushRef="#br0" timeOffset="136780.288">25151 4096 172 0,'0'0'8'0,"0"0"1"0,0 0-9 0,0 0 0 16,0 0 0-16,0 0 0 0,0 0 254 0,0 0 49 15,0 0 9-15,0 0 3 0,0 0-159 0,0 0-31 16,0-10-6-16,0 10-2 0,0 0-3 0,0 0-1 15,0 0 0-15,0 0 0 0,0 0-27 0,0 0-6 16,0 0 0-16,0 0-1 0,0 0-33 0,0 0-6 0,0 0-2 0,5 15 0 16,1 5-10-16,0-5-1 15,0 11-1-15,-6-11 0 0,5 5 5 0,1 5 1 0,-6 1 0 0,0 4 0 16,6-5-20-16,-6 6-4 0,0-1-8 0,0-4 12 16,0 4 11-16,0-5 1 0,0-4 1 0,0-1 0 15,5 5-33-15,-5-10-8 0,0 6 0 0,0-6-1 16,0-15 0-16,0 0 0 0,0 10 0 0,6 5 0 15,-6-15-139-15,0 0-28 16,11 0-6-16,1-10-1 0</inkml:trace>
  <inkml:trace contextRef="#ctx0" brushRef="#br0" timeOffset="137340.651">25510 4050 1936 0,'0'0'86'0,"0"0"18"0,-6 0-84 0,6 0-20 16,-11-15 0-16,11 15 0 0,0 0 37 0,0 0 3 15,0 0 1-15,0 0 0 0,0 0-1 0,0 0 0 16,0 0 0-16,0 0 0 0,17 0-28 0,0 0-12 16,-6 0 11-16,6-5-11 0,0 5 36 0,-5 0 0 15,5 0 1-15,0 0 0 0,-6 5 4 0,1-5 1 16,5 0 0-16,-6 5 0 0,1 5-14 0,5-5-2 15,-17-5-1-15,11 16 0 0,1-11-10 0,-1 5-3 16,0 0 0-16,1 5 0 0,-1-10-12 0,-5 15 11 16,5-15-11-16,-5 16 10 0,5-16-10 0,-5 15 8 15,-6-20-8-15,6 10 8 0,-1 5 2 0,-5-5 0 16,0 6 0-16,0-1 0 0,0 0 9 0,-5 0 1 0,-1 0 1 0,-5-4 0 16,5 9 4-16,-5 0 1 0,-1-5 0 0,1 6 0 15,-1-1-8-15,1-5-2 0,0 5 0 0,-7 0 0 16,1 6-4-16,6-16-2 0,-6 10 0 0,0 0 0 15,5-4-2-15,-5-1-8 0,6 5 12 0,-6-15-4 16,0 10 14-16,5-5 2 0,1 1 1 0,5-1 0 16,-5 0-25-16,5 0 0 0,-5 5 0 0,5-15 0 15,6 0 0-15,-6 10 0 0,6-10 0 0,0 0 0 16,0 0 0-16,0 0 0 0,0 0 0 0,0 0 0 16,0 0 0-16,12 5 0 0,5 5 0 0,-6-20 0 0,12 10 0 15,-6-5 0-15,6 0 0 0,0 0 0 0,-6 5 0 0,6 0 0 16,-1-10 0-16,7 5 0 0,-6 5 16 15,-6-5-1-15,6 5-1 0,-1-5 0 0,-5 5-14 16,6 0 0-16,0 0 0 0,-6 5 0 0,0-5 0 0,0 0 0 16,0 0 0-16,0 0-10 15,-5 0-25-15,5 0-5 0,-6 5 0 0,6-5-1 16,-5 0-199-16,-1 0-39 0,6 0-8 0,-17 0-1 0</inkml:trace>
  <inkml:trace contextRef="#ctx0" brushRef="#br0" timeOffset="139516.77">28387 3893 932 0,'0'0'41'0,"0"0"9"0,0 0-40 0,0 0-10 0,0 0 0 0,0 0 0 16,0 0 98-16,0 0 18 0,0 0 3 0,0 0 1 16,0 0-34-16,0 0-6 0,0 0-2 0,0 0 0 15,0 0-11-15,0 0-3 0,0 0 0 0,0 0 0 16,0 0 7-16,0 0 1 0,0 0 0 0,0 0 0 16,0 0-4-16,0 0 0 0,0 0 0 0,0 0 0 15,0 0-17-15,0 0-4 0,0 0-1 0,0 0 0 16,0 0-1-16,0 0 0 0,0 0 0 0,17 0 0 15,-5-5-37-15,-1 5-8 0,6-5 0 0,-5 5 0 16,5 0 9-16,0-5 3 0,5 5 0 0,-4 0 0 16,-1-5-12-16,5 5 0 0,1-5 0 0,-6 5 0 0,6 0 0 15,0 0 0-15,0 0 0 0,0-5 0 0,-6 5 0 0,0 0 0 16,0-10 0-16,0 5 8 0,-6 5 2 0,1 0 0 16,-1 0 0-16,-5-5 0 0,11 5 0 0,-6-5 0 15,-5 5 0-15,0 0 0 0,-6 0-10 0,11 0 0 16,-11 0 0-16,11 0 8 0,-11 0 20 0,12-11 3 15,-6 6 1-15,-6 5 0 0,0 0-32 0,0 0 0 16,0 0 0-16,0 0 0 0,0 0 12 0,0 0-4 16,0 0-8-16,0 0 12 15,0 0-30-15,0 0-6 0,0 0-2 0,0 0 0 0,0 0 26 0,0 0 0 16,0 16 0-16,-6-6 0 0,0 5 29 0,-5 5 11 16,-1 0 3-16,1 1 0 0,0 9-29 0,-1 0-6 15,6-4 0-15,-5 14-8 0,0-9 8 0,-1 9-8 16,1 1 0-16,-6-6 0 0,11 6 16 0,-5-11-3 0,-1 5-1 0,1-4 0 15,0-1-12-15,-1 6 0 0,6-16 0 0,-5 10 0 16,11-4 0-16,-6-6-10 0,1 5 2 0,-1-5 0 16,0 1 8-16,6 4 0 0,0-10 0 0,0 0 8 15,0 6-8-15,-5-11 0 0,5 0 0 0,0 5 0 16,0-15 0-16,5 10 0 0,-5-10 0 0,0 0 0 16,0 0-8-16,0 0 0 0,0 0 0 0,6 0 0 15,5 15-22-15,-11-15-4 16,0 0-1-16,0 0 0 0,6-15-189 0,5 5-37 0,1-30-8 15,5 4-2-15</inkml:trace>
  <inkml:trace contextRef="#ctx0" brushRef="#br0" timeOffset="142485.857">24946 10157 230 0,'0'0'20'0,"0"0"-20"0,0 0 0 0,0 0 0 0,0 0 309 0,0 0 58 15,0 0 11-15,0 0 2 0,5-5-276 0,-5 5-55 16,12-5-11-16,-7-5-2 0,7 10 20 0,-12 0 5 16,0 0 1-16,0 0 0 0,0 0-18 0,0 0-3 15,0 0-1-15,0 0 0 0,0 0 24 0,0 0 4 16,6 5 0-16,5 5 1 0,-5 11-10 0,-1-1-3 15,-5 5 0-15,0 1 0 0,6-1-20 0,0 5-5 16,-6 1-1-16,0 4 0 0,5 1-18 0,-5-1-3 0,0 6-1 16,0-6 0-16,0 5-8 0,0-4 0 15,6-1 9-15,-6-4-9 0,0 4 0 0,0-9 0 16,6-1 0-16,-6-5 0 16,0-5-19-16,0 0-8 0,6 1-1 0,-1-11-1 15,-5-5-137-15,0 0-27 0,0 0-6 0</inkml:trace>
  <inkml:trace contextRef="#ctx0" brushRef="#br0" timeOffset="142963.976">25322 10183 1807 0,'0'0'40'0,"0"0"8"0,0 0 1 0,0 0 2 0,0 0-41 0,0 0-10 16,0 0 0-16,0 0 0 0,0 0 73 0,0 0 13 15,0 0 2-15,11-5 1 0,1 0-57 0,5 0-12 16,5-6-3-16,-4 6 0 0,-1-5 38 0,0 5 7 16,5 0 2-16,1 0 0 0,0 0 0 0,0 0 0 15,-6 0 0-15,6 5 0 0,0 0-64 0,-6 0 0 16,0 5-16-16,0 0 3 0,0 0 22 0,-6 0 5 16,-11-5 1-16,12 10 0 0,-7 0 3 0,7 1 1 15,-7 4 0-15,1 0 0 0,-6 5 2 0,0-5 1 16,0 1 0-16,-6-1 0 0,1 5 1 0,-1 0 0 15,0-5 0-15,-5 6 0 0,0-1-6 0,-6 0-1 16,5 0 0-16,-5 1 0 0,0-6-28 0,0 5-5 0,0 0-2 16,0-4 0-16,-6 4 52 0,0 0 11 0,0 0 1 0,6 1 1 15,0-6-32-15,0-5-6 16,6 0-8-16,-1 0 11 0,-5 5-3 0,6-4-8 0,-1-1 12 0,7 0-4 16,-1 0-8-16,0 0 10 0,6 0-10 0,0-10 10 15,6 5-10-15,-6-5 0 0,0 0 0 0,17 5 0 16,0 0 0-16,6-5 0 0,0 0 0 0,-1 0 0 15,7-5 0-15,-6 5 0 0,5-5 0 0,-5 5 0 16,-6 0 0-16,6 5 0 0,0 0 0 0,-6-5 0 16,6 5 0-16,-6-5 0 0,5 0 0 0,1 6 0 15,0-6-10-15,0 0-4 0,0 5-1 0,-6-5 0 16,0-5-136-16,0 5-27 0,6 0-6 0</inkml:trace>
  <inkml:trace contextRef="#ctx0" brushRef="#br0" timeOffset="143705.591">28182 10051 1836 0,'0'0'40'0,"0"0"9"0,0 0 2 0,0 0 0 0,0 0-41 16,0 0-10-16,0 0 0 0,0 0 0 0,0 0 76 0,0 0 14 16,0 0 2-16,0 0 1 0,0 0-36 0,0 0-7 15,17 10-2-15,-6-5 0 0,7-5-16 0,-1 0-3 16,5 0-1-16,1 0 0 0,0-5-4 0,6 5 0 16,-1-5-1-16,1 0 0 0,-7 0-8 0,7 0-2 15,-1-10 0-15,1 10 0 0,-1 0-13 0,-5-5 9 16,6 4-9-16,-7-4 8 0,1 10-8 0,-6-5 0 15,6-5 9-15,-6 10-9 0,-5 0 20 0,-1 5 0 16,-11-5 0-16,6 0 0 0,5 5 11 0,-5 0 1 16,-6-5 1-16,0 0 0 0,5 10-4 0,-5 6-1 15,0-16 0-15,-5 10 0 0,-1 10-1 0,0-5-1 16,-5 0 0-16,5 6 0 0,-5-6-7 0,-1 10-2 0,1 1 0 16,-6-1 0-16,6 0-7 0,-7 0-2 0,7 6 0 15,-6-1 0-15,6-4 0 0,-7 4-8 0,1 0 12 16,6 1-4-16,-6 4 0 0,5-4-8 0,1-1 12 15,0 0-4-15,-1-4-8 0,1-1 0 0,0 0 0 16,5-4 8-16,0 4-8 0,0-5 0 0,1 0 0 0,5-4 8 16,0-6-8-16,-6-5 0 0,6-5-10 0,0 10 10 15,0-10-76-15,0 0-10 16,0 0-2-16,0 0-1211 0</inkml:trace>
  <inkml:trace contextRef="#ctx0" brushRef="#br0" timeOffset="149079.958">2035 12132 1436 0,'0'0'32'0,"0"0"6"0,0 0 2 0,0 0 0 0,0 0-32 0,0 0-8 0,0 0 0 0,0 0 0 16,0 0 66-16,0 0 12 0,0 0 2 0,0 0 1 16,0 0-13-16,0 0-4 0,0 0 0 0,0 0 0 15,0 0 0-15,0 16 0 0,0-1 0 0,-6 0 0 16,6 5 52-16,-11 1 9 0,11 4 3 0,-11 0 0 15,-1 0-103-15,6 6-25 0,-5 4 0 0,5-4 0 16,1-1 31-16,-12 6 1 0,-1-1 0 0,1 5 0 16,12-4-9-16,-7-1-2 0,7 6 0 0,-13-1 0 15,13 1-6-15,-12-1-2 0,17-4 0 0,-12-1 0 16,7-9-13-16,-7 9 0 0,6-10 0 0,1 6 0 16,-7-11 0-16,7 5 0 0,-7 1 0 0,7-6 0 0,-12-5 48 15,11 0 12-15,6 6 4 0,-12-11 0 0,12-10-52 16,-5 10-12-16,5-10 0 0,0 0 0 0,0 0 0 0,0 0 0 15,0 0 0-15,0 0 0 0,0-10 0 0,-6 0 0 16,6-6 0-16,6-4 0 0,-6-5 0 0,5 0 0 16,7-6 0-16,-6 1 0 0,11-6 0 0,0 1-13 15,0-6 2-15,-12 1 1 0,13-6 10 0,4 6 0 16,-5-1 0-16,6 1 0 0,11-1 0 0,-11 1 0 16,11 4 0-16,-5-4 0 0,5 4 0 0,0 1 9 15,-5-1-1-15,-1 6-8 0,12 0 12 0,-17 4-4 16,11 1 0-16,-11 10-8 15,-6 0 0-15,6-1 0 0,-6 1 0 0,6 5 0 0,-1 0 0 0,-4 0 15 0,-1 10-2 16,5 0 0-16,-4 0-13 0,-1 0-18 0,0 5 4 0,0 5 1 16,-6 0 61-16,1 5 13 0,-7 1 3 0,7 4 0 15,-12 0-52-15,5 5-12 0,7 6 0 0,-12-1 0 16,0 1 0-16,0-6 0 0,0 0 0 0,0 11 0 16,0-11 16-16,-12 10 1 0,12 1 0 0,-5-1 0 15,5 1-17-15,-12 9 10 0,7-4-10 0,-7-6 8 16,7 1-8-16,-1-6 0 0,6 0 0 0,-12-4 0 15,7-1 0-15,-7-5 0 0,7 1 8 0,5-1-8 16,-6-5 0-16,-5 0-14 0,5 0 3 0,6-4 1 16,-12-1-31-16,12-10-7 15,0 0 0-15,0 0-1 0,-5 5-137 0,5-5-27 16,0 0-6-16,0 0-600 0,0-5-120 0</inkml:trace>
  <inkml:trace contextRef="#ctx0" brushRef="#br0" timeOffset="149351.762">2126 12634 576 0,'0'0'51'0,"0"0"-41"15,0 0-10-15,-11-5 0 0,-1 5 321 0,12 0 63 16,0 0 12-16,0 0 2 0,0 0-230 0,0 0-47 15,0 0-9-15,0 0-1 0,12-5-28 0,-1 5-6 0,6 0-1 16,0 0 0-16,6 0-15 0,-6 0-3 0,-5 0-1 16,16 5 0-16,-5-10-31 0,-6 5-6 15,6 0-2-15,0 0 0 0,5-5-18 0,-5 0-11 16,-6-1 2-16,6-4 0 16,0 5-143-16,11 0-28 0,-17-5-5 0,6 5-926 0</inkml:trace>
  <inkml:trace contextRef="#ctx0" brushRef="#br0" timeOffset="149774.978">2987 12436 1728 0,'0'0'76'0,"0"0"16"0,0 0-73 0,0 0-19 15,0 0 0-15,0 0 0 0,0 0 106 0,0 0 18 16,0 0 3-16,0 0 1 0,17 0-52 0,-17 0-9 15,17 0-3-15,0 5 0 0,0-5 0 0,6 0 0 0,-6 0 0 16,6-5 0-16,-6 10 0 0,0-5 0 16,6-5 0-16,-1 5 0 0,-5-10-51 0,6 5-13 15,-6 5 0-15,0-5 0 0,1 5 0 0,-1-5 0 16,-6 5 0-16,6 0 0 0,0 0 0 0,0 0 0 0,-11 0 0 0,5 0 0 16,-5 0-17-16,5 0-7 0,1 0 0 15,-1 5-1 1,6 0-105-16,-17-5-21 0,0 0-4 0,0 0-1 15,0 0-88-15,0 0-19 0,0 0-3 0,0 0-1 0</inkml:trace>
  <inkml:trace contextRef="#ctx0" brushRef="#br0" timeOffset="150141.261">2958 12674 172 0,'0'0'16'0,"0"0"-16"16,0 0 0-16,-11 0 0 0,5 5 338 0,6-5 65 15,0 0 13-15,0 0 2 16,0 0-248-16,0 0-50 0,0 0-9 0,0 5-3 0,0-5-23 0,0 0-5 16,0 0 0-16,0 0-1 0,0 0-5 0,0 0-1 15,0 0 0-15,0 0 0 0,0 0-5 0,0 0 0 16,6 5-1-16,11 6 0 0,-17-11-14 0,17 0-2 15,6 5-1-15,-1 0 0 0,-4-5-14 0,10 0-2 16,-5 5-1-16,-6-5 0 0,6 0-15 0,-6 0-3 16,6 0-1-16,-1 0 0 0,-5 0-14 0,1 0 0 15,-1 0 0-15,0 0 0 0,-17 0 0 0,11-5 0 16,18 5 0-16,-18 0 0 0,0-5-17 0,-11 5-3 0,17-5-1 16,1 5 0-1,-18 0-17-15,5-5-3 0,1-1-1 0,5 1 0 16,-11 5-24-16,0 0-5 0,0 0-1 0,0 0 0 15,0 0-152-15,0 0-30 0</inkml:trace>
  <inkml:trace contextRef="#ctx0" brushRef="#br0" timeOffset="151639.313">4394 12340 345 0,'0'0'31'0,"0"0"-31"15,0 0 0-15,-12 5 0 0,12-5 211 0,0 0 36 0,-5 10 7 0,5-10 2 16,-6 5-103-16,6-5-20 0,0 0-4 0,0 0-1 16,-17 16-4-16,17-16 0 0,0 0-1 0,0 0 0 15,0 0-43-15,0 0-9 0,0 0-2 0,17-11 0 16,-11 1 2-16,11 0 0 0,0 5 0 0,6-5 0 15,-6-5-11-15,0 5-3 0,6-1 0 0,-6 1 0 16,6 5-48-16,5-5-9 0,1 0 0 0,-12 5 0 16,11 0 9-16,-5 5 7 0,-6 0 2 0,0 0 0 15,-17 0 1-15,17 5 0 0,0 0 0 0,-17-5 0 16,17 10 1-16,-11 0 1 0,11 5 0 0,-11 1 0 16,-6-16-9-16,11 15-3 0,-11 0 0 0,0 5 0 15,0 6 10-15,0-6 1 0,0 0 1 0,-17 0 0 16,6-4 18-16,-1 9 3 0,1-5 1 0,-6 5 0 15,6-4-35-15,-7 4-8 0,1-5 0 0,-5 6 0 16,4-6 0-16,-4 0 12 0,5 0-12 0,-12 6 12 16,6-6-12-16,6 0 0 0,6 6 0 0,-18-11 0 0,7 5 0 15,4 0 10-15,-4 1-10 0,16-6 10 0,-11 5-10 0,0-10 0 16,0 5 9-16,11 6-9 0,-11-11 0 0,17 0 9 16,0-10-9-16,-12 10 0 0,12-10 8 0,0 0-8 15,-5 10 0-15,5-10 0 0,0 0 0 0,0 0 0 16,5 5 0-16,7 0 0 0,-6-5 0 0,11 5 0 15,0-5 0-15,0-5 0 0,0 5 0 0,-6 0 0 16,6-5 0-16,12 5 0 0,-18-5 0 0,18 5 0 16,-6 0-8-16,-1 0 8 0,1-5 0 0,6 5 0 15,-7-5 0-15,-4 5 0 0,-7-5-13 0,17 5-3 16,-10 0-1-16,-13 0 0 0,-5 0-5 0,17-5-1 16,0 0 0-16,-17 5 0 15,12 0-26-15,5 0-6 0,0-5-1 0,-17 5 0 16,0 0-95-16,11-5-19 0,-11 5-4 0,12-11-624 15,5 6-125-15</inkml:trace>
  <inkml:trace contextRef="#ctx0" brushRef="#br0" timeOffset="152268.548">5442 12411 1400 0,'0'0'62'0,"0"0"13"0,0 0-60 0,0-10-15 16,0-5 0-16,0-6 0 0,0 6 75 0,0 0 12 16,0 5 2-16,0 10 1 0,0-15-10 0,0 15-1 15,0 0-1-15,0-16 0 0,-11-4 1 0,5 5 0 16,6 15 0-16,-6-10 0 0,-5 0 2 0,5 0 1 15,6 10 0-15,-17-10 0 0,12 4-20 0,-13 6-4 16,1-5-1-16,6 5 0 0,11 0-25 0,-11 0-6 16,-6 0-1-16,-1 5 0 0,1-5-25 0,0 11 0 15,0-1 0-15,6-5 0 0,-6 5 0 0,-6 0 0 16,11 5 0-16,-5 0 0 0,0 1 56 0,6 4 7 16,-1-5 1-16,-5 10 0 0,6 6-52 0,0-6-12 15,5-5 0-15,-5 6 0 0,5-6 0 16,6 10 0-16,-12 1 0 0,7-1 0 0,-1 6 0 0,6-6 0 0,0 0 0 15,0 6 0-15,0-1 0 0,6 1 0 0,11-6 0 16,-11-5 0-16,5 1 0 0,6-6 0 0,6-5 0 0,0 5 0 16,11-10 0-16,-11 1 0 0,16-1 0 15,-4 0 0-15,5-10 0 0,-1 0 0 0,-16 0 8 0,11-5-8 16,6 0 8-16,-17-5 0 0,0 5-8 0,5-11 12 16,-5 6-4-16,0-5 0 0,0-5-8 0,-6 5 12 15,-6-6-12-15,12-4 11 0,-17 5-11 0,5-6 10 16,-5 6-10-16,-1-5 12 0,-5-6-12 0,6 1 12 15,-6-5-12-15,0 4 10 0,0-4-10 0,0 9 10 16,-6 6-10-16,1-5 0 0,-1-5 9 0,-5 4-9 16,5 6 0-16,-11 0 9 0,11 5-9 0,-11-6 0 15,-6 1 0-15,6 5 0 0,0 5 0 0,-6 0 0 0,6-1-8 16,-11 6-3-16,5 5 0 0,-6 0 0 0,1-10-9 16,5 10-1-16,6 5-1 0,0-5 0 15,6 5-18-15,-1 5-4 0,-5 1-1 0,17-11 0 16,0 10-135-16,0-10-28 0,0 0-4 0,0 15-889 15</inkml:trace>
  <inkml:trace contextRef="#ctx0" brushRef="#br0" timeOffset="152611.656">6399 12376 2095 0,'12'-11'46'0,"-12"11"10"0,0 0 1 0,0 0 2 0,0 0-47 0,0 0-12 0,0 0 0 0,0 0 0 16,0 0 44-16,0 0 6 0,0 0 2 0,0 0 0 16,0 0-12-16,0 11-1 0,0-11-1 0,-17 10 0 15,5 0 21-15,7 0 4 0,-12 0 1 0,11 5 0 16,-17-5 0-16,6 0 0 0,-6 11 0 0,6-6 0 15,0 5-15-15,-6-5-2 0,6 11-1 0,-6-1 0 16,6-5-26-16,0 6-4 0,-6-6-2 0,6 0 0 16,-5 5-14-16,-7-4 0 0,12 4 0 0,-6-5 0 15,6 1 0-15,6-6 0 0,-1 0 0 0,-5-5-10 16,6 5-21-16,-1 0-4 16,7-4-1-16,-7-6 0 0,7 0-108 0,5-5-21 0,-12 5-5 15,12-5-602-15,0 0-120 0</inkml:trace>
  <inkml:trace contextRef="#ctx0" brushRef="#br0" timeOffset="152868.567">6012 12370 1324 0,'0'0'118'0,"0"0"-94"15,0 0-24-15,0 0 0 0,0 0 216 0,0 0 40 0,0 0 7 0,0 0 1 16,0 0-152-16,0 0-32 0,0 0-5 0,0 0-2 15,11 16-34-15,7-6-7 0,-13 5-2 0,12 0 0 16,-11 5-1-16,11 6 0 0,0-11 0 0,0 10 0 16,0-5 7-16,6 6 2 0,0-1 0 0,0 0 0 15,-6 1-12-15,6-1-2 0,5-5-1 0,1 1 0 16,-1-1-23-16,-5-5 8 0,0 0-8 0,-1 0 0 31,-4-4-73-31,4-1-19 0,-5-5-4 0,1 5-729 0,-7-5-146 0</inkml:trace>
  <inkml:trace contextRef="#ctx0" brushRef="#br0" timeOffset="153450.992">7009 12208 403 0,'0'0'36'0,"0"0"-36"0,0 0 0 0,0 0 0 15,0 0 148-15,0 0 22 0,0-10 5 0,0 10 1 16,0 0-90-16,0-10-18 0,0 10-3 0,0 0-1 15,0 0 52-15,0 0 9 0,0 0 3 0,12-5 0 16,-12 5 5-16,0 0 2 0,0 0 0 0,0 0 0 16,11-10-11-16,-11 10-3 0,0 0 0 0,0 0 0 15,0 0-45-15,0 0-10 0,0 0-2 0,6 15 0 16,-12 0 0-16,6 6 0 0,0 4 0 0,0 5 0 16,0 1-51-16,-11 4-13 0,-1-4 0 0,12 4 0 15,-11 5 0-15,5 1 0 0,6 5 0 0,-11-1 0 16,5-4 0-16,0-6 0 0,1 1 0 0,-1-1 0 0,0-5 0 0,-5-4 0 15,5-6 0-15,6 0 0 0,0 0 0 0,-11-4 0 16,11-6 0-16,0 5 0 16,-6-5-48-16,6-10-13 0,0 0-3 0,0 0 0 15,0 0-204-15,0 0-42 0,23-30-8 0,-6 4-2 0</inkml:trace>
  <inkml:trace contextRef="#ctx0" brushRef="#br0" timeOffset="154017.882">7397 12234 864 0,'0'0'76'0,"0"0"-60"0,0 0-16 0,0 0 0 16,0 0 239-16,0 0 45 0,0 0 8 0,0 0 3 15,0 0-127-15,11-5-24 0,0 0-6 0,6 0-1 16,-5 5-58-16,-1-6-12 0,6 6-3 0,0-5 0 16,6 0-51-16,-6 5-13 0,-5-5 0 0,5 5 0 15,0-5 54-15,6 5 8 0,-6-5 2 0,0 5 0 16,0 0-52-16,0 0-12 0,-6 0 0 0,-11 0 0 0,6 5 0 16,-6-5 0-16,23 5 0 0,-23 10 0 0,0-15 0 15,0 11 0-15,6 4 0 0,-6 0 0 0,-6 0 54 0,6 0 8 16,0 6 2-16,0-6 0 0,-11 5-64 0,5-5-15 15,-6 0-1-15,1 6-1 0,11-1 27 0,-17 5 6 16,6-4 0-16,-1-1 1 0,1 0-3 0,-6 5-1 16,0-4 0-16,5 4 0 0,-11-5-1 0,6 6 0 15,0-1 0-15,0 0 0 0,0-5-2 0,0 6-1 16,0-6 0-16,5 0 0 0,-5-5-1 0,-5 1 0 16,10-1 0-16,6-5 0 0,-16 0 2 0,10 5 0 15,7-10 0-15,5 5 0 0,-17 1-10 0,5-6 12 16,12-5-12-16,0 0 12 0,0 0-12 0,0 0 0 15,0 0 9-15,0 0-9 0,0 0 0 0,0 0 8 16,17 5-8-16,0-5 0 0,0 0 0 0,6-5 0 0,-11 5 0 0,10-5 8 16,-5 0-8-16,1 5 0 0,4-6 0 0,-10 1 0 15,5 5 0-15,0-5 0 0,6 5 0 0,-6 0 0 16,0 0-12-16,-6 0 2 0,12 0 1 0,-6 0 0 31,-5 0-18-31,5 0-3 0,0 0-1 0,-6 0 0 16,12 5-28-16,-6-5-5 0,-6 0-2 0,7 0 0 0,4 0-166 15,-5 0-34-15</inkml:trace>
  <inkml:trace contextRef="#ctx0" brushRef="#br0" timeOffset="154764.971">7926 11748 921 0,'0'0'40'0,"0"0"10"0,0 0-40 16,0 0-10-16,18 0 0 0,-18 0 0 0,0 0 229 0,0 0 44 15,0 0 9-15,5 0 2 0,12 5-173 0,-5 0-35 16,11 5-6-16,-18-5-2 0,7 10 48 0,10-5 10 16,-4 0 2-16,-1 6 0 0,5 4-103 0,-4 0-25 15,4 5 0-15,-5-4 0 0,0 4 56 0,6 5 7 16,-11 6 1-16,5-6 0 0,0 6 0 0,-6-1 0 16,1 1 0-16,-7 4 0 0,7 1-52 0,-1 4-12 15,-5 1 0-15,0 9 0 0,-1-4 19 0,1 0 1 16,-6-1 0-16,-6 1 0 0,6 5-4 0,-5-11-1 15,5 1 0-15,-6-1 0 0,0-4-3 0,-5-1-1 16,5 1 0-16,0-1 0 0,-5-4-11 0,5-1 12 16,-11-4-12-16,6 4 12 0,-6-4-12 0,5 4 8 15,1-5-8-15,-6 1 8 0,5-6-8 0,1 0 0 0,-6-4 9 16,6-6-9-16,-1 0 0 0,-5-5 0 0,6 5 0 0,-1-5 0 16,-5-4-16-16,11-1-5 0,-11-10-1 0,17 5 0 31,-5 0-63-31,5 0-13 0,0 0-2 0,0 0-1 15,0 0-95-15,0-11-18 0</inkml:trace>
  <inkml:trace contextRef="#ctx0" brushRef="#br0" timeOffset="155566.156">4320 11778 403 0,'0'0'36'0,"0"0"-36"0,0 0 0 0,0 0 0 0,0 0 228 0,0 0 40 16,-6 0 7-16,6 0 1 0,0 0-148 0,0 0-29 16,0 0-7-16,0 0 0 0,0 0 28 0,0 0 7 15,-17 10 1-15,17-10 0 0,0 0-103 0,0 0-25 16,-17 5 0-16,17-5 0 0,-6 10 84 0,-5 0 11 16,5-5 2-16,-5 6 1 0,5-1-32 0,-5-5-6 15,5 5-2-15,0 5 0 0,-11 0-14 0,0 0-2 16,11 1-1-16,-11 4 0 0,0 0-8 0,0 0-1 15,-6 6-1-15,6-1 0 0,0 11-12 0,11-6-3 16,-11 0 0-16,-5 11 0 0,4-6-4 0,1 11-2 16,0-1 0-16,12 1 0 0,-13 0 0 0,-4-1 0 15,10 1 0-15,7 4 0 0,-18 1-1 0,23 0 0 16,-12-1 0-16,12-4 0 0,-5-6 1 0,5 6 0 0,5-6 0 16,7 1 0-16,-12-1-1 0,11 1 0 0,1-11 0 15,5 6 0-15,-6-1-9 0,0-4 10 0,7 4-10 0,-1-10 10 16,5-4-10-16,-4 4 0 0,4-10 9 15,-5 5-9-15,6-4 0 0,0-1 0 0,-6-5 0 0,6 0 0 32,-6-5-30-32,6-5-1 0,-6 0 0 0,0-5 0 0,0 0-85 15,0 0-18-15,0-5-3 0,-5 5-1123 0</inkml:trace>
  <inkml:trace contextRef="#ctx0" brushRef="#br0" timeOffset="156372.041">9425 12264 403 0,'0'0'36'0,"0"0"-36"15,6-5 0-15,-6 5 0 0,11-10 199 0,-11 10 33 16,11-5 6-16,-5 0 2 0,-6 5-90 0,0 0-18 15,0 0-3-15,12-5-1 0,-7-5-51 0,-5 10-10 16,0 0-3-16,0 0 0 0,0 0 12 0,0 0 1 16,0 0 1-16,0 0 0 0,0 0 1 0,0 0 0 15,0 0 0-15,0 0 0 0,0 0-15 0,0 0-2 16,0 0-1-16,-5 10 0 0,5-10-18 0,-18 15-4 16,18 0-1-16,-22 0 0 0,5-5 21 0,5 6 4 0,-5-1 1 15,0 0 0-15,6 5-48 0,-18 1-16 0,12 4 9 0,6-5-9 16,-18 0 16-16,6 1-3 15,1-1 0-15,-1 0 0 0,0 5-13 0,6-4 11 0,-17 4-11 16,11 0 10-16,0-4-10 0,6-1 8 0,-6 0-8 0,6-5 8 16,-11 6-8-16,11-6 0 0,5 0 0 0,-11-5 0 15,6 0 0-15,6 0 0 0,5 0-8 0,-11 1 8 16,6-6-20-16,5 0 0 0,6-5 0 0,0 0 0 16,0 0-78-16,0 0-15 15,0 0-3-15,0 0-1 0,0-10-91 0,6-6-19 16,-1-4-3-16</inkml:trace>
  <inkml:trace contextRef="#ctx0" brushRef="#br0" timeOffset="156663.183">8986 12203 1958 0,'0'0'43'0,"0"0"9"0,0 0 1 0,0 0 3 0,6-10-45 0,0 5-11 15,-6 5 0-15,0 0 0 0,17-10 104 0,-6 5 20 16,-5 0 3-16,-6 5 1 0,0 0-52 0,11 0-9 16,12 0-3-16,-17 5 0 0,5 5-51 0,1 0-13 15,-1 5 0-15,0 1 0 0,-5 4 44 0,5 5 5 16,6 0 2-16,-5 6 0 0,-1-1-9 0,6 1-2 16,-5 4 0-16,-1-5 0 15,6 1-53-15,0-1-11 0,-5 6-3 0,5-6 0 0,-6 0 27 0,6-4 0 0,-5-1 0 16,-1 0 0-16,1-4 0 0,5-6 0 0,-12 0 0 0,1 0 0 31,0-5-108-31,5 1-16 0,1-6-3 0,-12-5-649 0,0 0-131 0</inkml:trace>
  <inkml:trace contextRef="#ctx0" brushRef="#br0" timeOffset="157508.415">10177 12006 1839 0,'0'0'81'0,"0"0"18"0,0 0-79 0,0 0-20 0,0 0 0 0,0 0 0 16,0 0 61-16,0 0 9 0,11-5 2 0,-11 5 0 16,12-10-13-16,-1 5-3 0,6 5 0 0,0-5 0 15,-5-6-3-15,-1 1-1 0,1 5 0 0,5 0 0 16,6-5-16-16,-6 0-3 0,0 5-1 0,6-5 0 15,5 5-3-15,-5 5-1 0,0-11 0 0,-6 6 0 16,0 5 17-16,0 0 3 0,6 0 1 0,-6 5 0 16,0-5-39-16,-6 6-10 0,-11-6 0 0,12 10 0 15,5 5 0-15,-12-5 0 0,-5 5 0 0,0 0 0 16,0 6 0-16,0-1 0 0,-5 5 0 0,-7-5 0 16,1 6 40-16,0-1 5 0,-7 0 2 0,7 6 0 0,5-6-10 0,-11 6-1 15,6-1-1-15,-12 0 0 0,12 1-23 16,-6 4-4-16,-1 1 0 0,1-11-8 0,-5-5-13 0,5 5-10 15,-6 1-1-15,0 4-1 0,0-5 71 0,0 1 14 16,6-1 4-16,0-5 0 0,-6 1-52 0,6 4-12 16,-6-5 0-16,6 0 0 0,0 1 0 0,0-6 0 15,0 5 0-15,11-5 0 0,-16 1 0 0,10-6 0 16,7 5 0-16,-7-10 0 0,1 5 0 0,11-10 0 16,0 0 0-16,0 0 0 0,0 0 0 0,0 0 0 15,0 0 0-15,0 0 0 0,0 0 20 0,23 5 2 0,-1-5 0 16,1 0 0-16,0 0-22 0,5 0 0 0,-11 0 0 15,12 0 0-15,-1 0 0 0,-5-5 0 16,6 5 0-16,-6-5 0 0,5 5 0 0,1 0 0 0,-1 5 0 16,-5-5 0-16,11 5 0 0,-23-5 0 0,6 0 0 0,1 5 0 15,10-5-11-15,-5 0-3 0,-12 0-1 0,6 0 0 32,0 0-11-32,1 0-2 0,-7 0-1 0,0 0 0 15,-11 0-15-15,12 5-2 0,-12-5-1 0,0 0 0 0,17 0-81 16,-6 0-16-16,-11 0-3 0,0 0-679 0,0 0-136 0</inkml:trace>
  <inkml:trace contextRef="#ctx0" brushRef="#br0" timeOffset="158747.076">2947 14072 172 0,'0'0'16'0,"0"0"-16"0,0 0 0 0,0 0 0 15,0 0 297-15,0 0 57 0,0 0 11 0,0 0 3 16,0 0-218-16,0 0-43 0,0 0-9 0,0 0-2 16,0 0-51-16,11-5-10 0,6 0-3 0,-5 5 0 15,-12 0 70-15,17 0 14 0,0 0 2 0,0 0 1 16,0 0-43-16,6-5-9 0,-6 0-2 0,6 0 0 15,-6 5-17-15,0 0-3 0,6 0-1 0,-6 5 0 16,0-5-24-16,-6 0-6 0,6 5-1 0,0-5 0 16,0-5-13-16,1 5 0 0,-1 5 0 0,-6 0 0 15,0-5 0-15,-5 5 0 0,-6-5-8 0,0 0 8 16,17 0-42-16,-17 0-2 0,0 0 0 0,0 0 0 16,0 0-16-16,0 0-3 0,0 0-1 15,0 0 0-15,0 0-153 0,0 0-31 16,0 0-7-16</inkml:trace>
  <inkml:trace contextRef="#ctx0" brushRef="#br0" timeOffset="159123.98">2884 14381 1497 0,'0'0'66'0,"0"0"14"0,0 0-64 0,0 0-16 0,0 0 0 0,0 0 0 15,0 0 96-15,0 0 15 0,-6 5 3 0,6-5 1 16,0 0-31-16,0 0-7 0,0 0-1 0,0 0 0 16,0 0-9-16,0 0-3 0,0 0 0 0,0 0 0 15,12 0 1-15,5 0 0 0,0 5 0 0,0-5 0 16,6-5-15-16,-6 0-3 0,6 5-1 0,-6-5 0 15,6 5-23-15,5-5-5 0,-17 5-1 0,18 0 0 16,-6-5-17-16,-6 5 10 0,6 0-10 0,-6 0 8 16,5 0-8-16,1-5 0 0,-6 5 0 0,0 0 8 15,1 0-8-15,-1 0 0 0,5 0 0 0,-5 0 0 16,-11 0-17-16,11 0 1 0,0 0 0 0,0 0 0 16,-11 0-28-16,0 0-6 0,5 0-1 0,-11 0 0 15,0 0-113-15,6 0-22 0,5-5-5 0,-11 5-794 16</inkml:trace>
  <inkml:trace contextRef="#ctx0" brushRef="#br0" timeOffset="181612.398">4531 13793 1267 0,'0'0'28'0,"0"0"5"0,0 0 2 0,0 0 1 0,0 0-36 0,0 0 0 0,0 0 0 0,0 0 0 0,17-10 109 0,-12 5 15 15,-5 5 4-15,0 0 0 0,0 0-52 16,0 0-9-16,0 0-3 0,0 0 0 0,0 0 0 0,0 0 0 15,0 0 0-15,0 0 0 0,0 0 52 0,0 0 9 16,0 0 3-16,0 15 0 0,0 1-103 0,-5-1-25 16,-7 0 0-16,7 0 0 0,-7 5 56 0,1 1 7 15,-1-1 1-15,-5 5 0 0,12 6-36 0,-12-1-8 16,11 0 0-16,-11 1-1 0,-6-6-4 0,6 0-1 16,5 6 0-16,1-1 0 0,-6 1 2 0,0-1 1 15,5-5 0-15,7 6 0 0,-12-1-1 0,11-5-1 16,-5 1 0-16,5-6 0 0,6 0-15 0,-6 0 9 15,6-4-9-15,0-1 8 0,6-5-8 0,0 0 0 16,5 0 0-16,-5-5 0 0,5 0 0 0,12 0 0 16,-6-5 0-16,0 0-11 0,6-5 2 0,-6 0 0 15,-6 5 0-15,6-5 0 0,1 0-11 0,-1 0-1 0,0 5-1 16,6-5 0 0,-6 5-10-16,0 0-3 0,-6-5 0 0,6 5 0 15,-5 0-125-15,5 0-24 0,-17 0-6 0,11 0-898 0</inkml:trace>
  <inkml:trace contextRef="#ctx0" brushRef="#br0" timeOffset="182133.754">4684 14097 806 0,'0'0'36'0,"0"0"7"0,0 0-35 0,0 0-8 0,0 0 0 0,6-10 0 16,-6-5 104-16,0 15 20 0,12-5 3 0,-12 5 1 16,0 0-11-16,0 0-1 0,0 0-1 0,0 0 0 15,0 0-9-15,0 0-2 0,0 0 0 0,0 15 0 16,0 0-16-16,0-5-4 0,0 1-1 0,0 4 0 15,0 0-15-15,-12-5-4 0,6 10 0 0,-5 1 0 16,5 4-19-16,-5 0-4 0,0 1-1 0,-1 4 0 16,6 0-7-16,-11 1-1 0,12-6-1 0,-12 5 0 15,5 1-16-15,7-6-3 0,-13 5-1 0,13-9 0 16,5-1-11-16,-12 5 0 0,7-4 0 0,5-6 0 16,0 0 0-16,0-5 0 0,0 0 0 0,0-10 0 15,0 0 0-15,0 0 0 0,0 0 0 0,0 0 0 16,0 0-254-16,5-10-53 0</inkml:trace>
  <inkml:trace contextRef="#ctx0" brushRef="#br0" timeOffset="182878.378">5419 13854 864 0,'0'0'76'0,"0"0"-60"0,0 0-16 0,0 0 0 0,0 0 154 0,0 0 28 0,0 0 6 0,0 0 0 16,0 0-73-16,0 0-15 0,0 0-4 0,0 0 0 15,0 0-8-15,0 0-3 0,-17 0 0 0,17 0 0 16,0 0-14-16,-11 0-3 0,0 0-1 0,-7 0 0 15,18 0-14-15,0 0-2 0,-11 0-1 0,-6-5 0 16,6 5-18-16,-6 0-3 0,17 0-1 0,-18 5 0 16,1 0-5-16,0 5-2 0,12 6 0 0,-13-11 0 15,13 5-6-15,-12-5-2 0,5 0 0 0,1 5 0 16,-1 0-13-16,7 5 9 0,-7 1-9 0,7 9 8 16,-7 0-8-16,7 1 0 0,-1-6 0 0,6 5 0 15,6 0 8-15,-1 1-8 0,7-1 12 0,-7 0-4 16,7-4-8-16,5 4 0 0,-11-5 0 0,11 0 0 15,0 6 0-15,-6-6 0 0,6 0 0 0,-5 1 0 16,5-6 0-16,-6 5 0 0,1 0-10 0,-7 0 10 0,-5-4 0 0,0-1 0 16,12 0 0-16,-12 0 10 0,0 0-2 0,5 1-8 15,-5-6 12-15,0 5-4 0,-5 0-8 0,-7 0-9 16,7-5 9-16,-7 1-13 0,1-1 31 0,-1 0 6 16,-5-5 2-16,0 5 0 0,6-5 10 0,-6 0 1 15,-6 0 1-15,11-5 0 0,-5 0-38 0,-5 0-20 16,4 5 3-16,-4-10 0 0,5 0 17 0,0 0 0 15,11 0 0-15,-11-5 0 0,11 5 10 0,-11-5 6 16,17 0 0-16,-11 5 1 16,5-6-65-16,6 11-12 0,0 0-4 0,0-15 0 0,0 0 52 15,6 0 12-15,5 0 0 0,6-1 0 0,-11 6 0 0,11-5 0 0,6-5 0 16,-1 0 0-16,13-1 0 0,-1-4 0 0,-11 0 0 16,11-1 0-16,6 1-16 0,-18 0-1 15,13-1 0-15,-13 6 0 0,13 0 17 0,-13 0 0 0,-5-1 0 16,6 1 0-16,-6 0 0 0,0-5 0 0,6 4 8 0,-17 1-8 15,5 10 0-15,-11-5 8 0,0 0-8 0,6 4 0 16,-6-9 9-16,0 10-9 0,-6-5 8 0,6 5-8 16,-11 0 9-16,5-1-9 0,-5-4 10 0,-1 5-10 15,1 0 8-15,5 0-8 0,-11 0 0 0,-6 0 0 16,6 5 0-16,0 0 0 0,12-1-11 0,-13 1 11 16,1 0-33-16,6 5 1 15,11 0 0-15,0 0 0 0,-6 0-97 0,6 0-19 0,0 0-4 16,0 0-569-16,0 0-114 0</inkml:trace>
  <inkml:trace contextRef="#ctx0" brushRef="#br0" timeOffset="183461.108">6137 13844 2188 0,'0'0'48'0,"0"0"11"0,0 0 1 0,0 0 1 0,0 0-49 0,0 0-12 16,0 0 0-16,0 0 0 0,0 0 54 0,0 0 8 15,0 0 2-15,0 0 0 0,0 0-52 0,0 0-12 0,-17-5 0 0,0 5 0 16,12 0 54-16,-7 0 8 0,-5 0 2 0,11 5 0 16,-11-5 0-16,0 5 0 0,0-5 0 0,6 0 0 15,-6 10-52-15,5-5-12 0,-5 5 0 0,-6 1 0 16,6 4 0-16,6 0 0 0,-6 5 0 0,-6 0 0 15,6 1 0-15,0 4 0 0,-6 5 0 0,6 1 0 16,0-1 0-16,5 1 0 0,1 4 0 0,-6 0 0 16,5 1 20-16,1-1 2 0,-6 1 0 0,17-1 0 15,-11 1-22-15,5-1 0 0,12-4 0 0,5 4 0 16,-11-10 0-16,6 1 0 0,11-1 0 0,0-5 0 16,0 0 0-16,-6-4-8 0,6-1 8 0,12-5 0 15,-18 0 0-15,18-5 0 0,-12 0 0 0,6-5 0 16,-1 0 0-16,1 0 0 0,0 0 0 0,6-5 0 15,-12 0 0-15,5 0 0 0,-4-5 0 0,4 0 0 16,-5 0 0-16,1-6 9 0,10 1-9 0,-5-5 0 0,-12 0 10 0,6-6-10 16,0 1 8-16,6 0-8 0,-17-6 0 0,11 1 8 15,0 5-8-15,0-6 0 0,0-4 8 0,6-1-8 16,-17 11 0-16,5 0 8 0,1-1 20 0,-1-4 3 16,-11 5 1-16,6-1 0 0,-6 1-32 0,0 0 0 15,0 5 0-15,-6-6 0 0,-5 6 0 0,5 5 0 16,0 0 0-16,-11-6 0 0,-6 6 0 0,6 0 0 15,0-5 0-15,0 10 0 0,11-1 0 0,-11-4 0 16,-6 5 9-16,6 0-9 0,0 5 0 0,6-5 0 16,-1 5 0-16,-5 0 0 0,-5 0-18 0,4 5 1 15,7-5 0-15,-6 5 0 16,6-6-98-16,11 6-19 0,-12 6-4 0,12-6-1077 0</inkml:trace>
  <inkml:trace contextRef="#ctx0" brushRef="#br0" timeOffset="184213.012">6895 14254 1170 0,'0'0'52'0,"0"0"10"0,0 0-50 0,0 0-12 0,0 0 0 0,0-10 0 16,0 0 86-16,0 5 14 0,0 5 4 0,-11-5 0 15,11 5-34-15,0 0-6 0,0-5-2 0,-12-5 0 16,7 10-7-16,-1-5-2 0,0 0 0 0,6-6 0 15,-11 11 9-15,5-5 2 0,-11 0 0 0,11 5 0 16,6-5 0-16,0 0 0 0,-11 0 0 0,11 5 0 0,-6 0 0 0,-5 0 0 16,5 5 0-16,-5-5 0 0,-1 5-52 0,1-5-12 15,5 5 0-15,-5 0 0 0,0 5 31 16,-1 1 3-16,-5 4 1 0,6 0 0 0,-1 0-27 0,7 5-8 16,-13 1 0-16,7 4 0 0,0-5 11 0,-1 6-11 15,7-1 10-15,5 0-10 0,-12-5 0 0,7 1 8 16,5-1-8-16,0 0 0 0,0-5 0 0,5 1 0 15,7-1 0-15,-12 0 0 0,5-5 0 0,7 0 0 16,-1 0 0-16,6 1-10 0,-17-11-10 0,17 5-1 16,6-5-1-16,-6 0 0 15,0 0-101-15,6-5-20 0,-6-6-4 0,0 1-1 16,6-5-81-16,0 5-17 0</inkml:trace>
  <inkml:trace contextRef="#ctx0" brushRef="#br0" timeOffset="184883.627">7089 14214 403 0,'0'0'36'0,"0"0"-36"0,0 0 0 0,0 0 0 0,0 0 250 0,0 0 43 0,0 0 9 0,0 0 2 15,0 0-148-15,0 0-30 0,0 0-6 0,0 0 0 16,0 0-38-16,6-5-7 0,5-5-2 0,-11 10 0 16,0 0-14-16,0 0-3 0,0 0-1 0,0 0 0 15,0 0 7-15,0 0 2 0,0 10 0 0,-11 0 0 16,11 5-11-16,-6 0-1 0,6 0-1 0,-17 6 0 15,5-1-19-15,7 0-4 0,-1 5-1 0,-5 1 0 16,5-6-15-16,-5 5-2 0,5-4-1 0,0-1 0 16,-5 0-9-16,5 0 0 0,-5 1 9 0,-1-6-9 0,7 0 0 15,-1-5 8-15,6-10-8 0,0 0 0 16,0 0 0-16,0 0 9 0,0 0-9 0,0 0 0 16,0 0 0-16,0 0 0 0,0 0 0 0,0 0 0 0,6 0-19 15,5-5 3-15,6-5 0 0,0-5 0 0,-11 0 2 0,11-6 1 16,6-4 0-16,-6 5 0 0,6-6 13 0,-6 6-9 15,17-5 9-15,-11 5-8 0,-1-6 8 0,1 11 0 16,6-5 0-16,-12 5-8 0,11-6 8 0,-11 11 0 16,1-5 0-16,-1 0 0 0,5 5 0 0,-5 0 0 15,-5 5 0-15,-1-1 0 0,6 1 0 0,-17 5 0 16,17 5 0-16,-17-5 0 0,0 0 0 0,0 11 0 16,12 9 8-16,-6-5-8 0,-6 0 13 0,5 0-1 15,-5 6-1-15,0-1 0 0,-5 5-2 0,5 1 0 0,-6-6 0 16,0 0 0-16,0 5-9 0,-5-4 8 0,5-1-8 15,-5 0 8-15,5-5-8 0,1 1 8 0,5-1-8 0,0-15 8 16,0 0-8-16,0 0 0 0,0 0 0 0,0 0 0 16,0 0 0-16,0 0 0 0,0 0 0 0,0 0 0 15,11-10-11-15,6-6 3 0,0 6 0 0,6-10 0 16,-6 0 0-16,0 0 0 0,6-6 0 0,0 6 0 16,-6-5 0-16,6-6 0 0,5 6 0 0,-5-5 0 15,11 4 8-15,-17 6-13 0,12 5 5 0,-7-5 8 16,7 4 0-16,-12 6 21 0,6 0-2 0,-6 5-1 15,6 0-18-15,-6 0 0 0,6 5 0 0,-6 5 0 16,-12 0 0-16,7 10-11 0,-12-5 2 0,5 11 0 16,1-6 9-16,-6 5 16 0,12 0-4 0,-12 6-1 15,0-1 0-15,0 0 0 0,0 1 0 0,0-1 0 16,0 0-11-16,5 1 10 0,-5-6-10 0,-5 0 10 0,5 0-10 16,0 1 0-16,0-6 0 0,0 0 8 0,-12-5-16 15,12-10-4-15,0 0-1 0,0 0 0 16,0 0-112-16,0 0-23 0,0 0-4 0</inkml:trace>
  <inkml:trace contextRef="#ctx0" brushRef="#br0" timeOffset="211033.795">22273 4623 806 0,'0'0'72'0,"0"0"-58"0,0 0-14 0,0 0 0 0,0 0 148 0,0 0 28 15,6-6 4-15,-6 6 2 0,6-10-62 0,5 5-13 16,1 5-3-16,-1-5 0 0,0 0-18 0,7 0-4 16,-7 5-1-16,0 0 0 0,6 0-40 0,-5 0-8 15,-1 0-1-15,6 0-1 0,0-10-5 0,0 5-1 16,1 5 0-16,-1 0 0 0,0-5-16 0,0 5-9 16,6-5 10-16,-12 5-10 0,12 0 0 0,-6 0 8 15,-6 0-8-15,1-10 0 0,-1 5 24 0,0 5 1 16,-11 0 1-16,6 0 0 0,-6 0 6 0,0 0 0 15,0 0 1-15,0 0 0 0,6-6 13 0,-6 6 2 16,0 0 1-16,0 0 0 0,0 0-18 0,0 0-4 16,-12-5-1-16,-10 5 0 0,-1 0 10 0,-6 0 3 15,7 0 0-15,-7 0 0 0,1 0-23 0,-1 0-5 16,1 0-1-16,-7 0 0 0,1 0-10 0,6 0 0 0,-12 0 9 0,6 0-9 16,-12 0 0-16,6 5 0 0,0-5 0 15,0 6 0-15,1-1 0 0,-1-5 0 0,6 0 0 0,-1 10 0 16,7-10 0-16,5 10 0 0,0-10 0 0,0 5-12 15,6 5 12-15,0-10-10 0,6 10 10 0,5-10-10 16,6 0 10-16,0 0 0 0,0 0 0 0,0 0-8 16,0 0-1-16,17 0 0 0,0 0 0 0,6-5 0 15,11 0 9-15,1 5 0 0,4-10 0 0,7 5 0 16,5 5 0-16,-5 0 0 0,5-10 0 0,-5 10 0 16,-1 0 0-16,7 0 0 0,5 0 0 0,-6 0 0 15,0 0-8-15,0 5-4 0,6-5 0 0,-11 5 0 16,-6 0 12-16,-6 5 0 0,0-10 0 0,-5 5 8 15,-1 0-8-15,-5-5 0 0,-6 0 0 0,0 5 0 0,-5 0 16 16,-12-5 0-16,5 10-1 0,-5-10 0 0,0 0-2 0,0 0 0 16,-5 6 0-16,-7 4 0 0,-5-5 7 0,-6 0 2 15,6 5 0-15,-11-5 0 0,-12-5-9 0,0 0-1 16,0 0-1-16,0-5 0 0,-5 5 0 0,-1-5 0 16,-5 5 0-16,-1-5 0 0,1 5-11 0,0 0 0 15,-12-5 0-15,1 0 0 0,-1 5 0 0,-5 0 0 16,-1 0 0-16,6 0 0 0,-5 0 0 0,11 0 0 15,0 5 0-15,6 0 0 0,11-5 0 0,-6 5 0 16,12 0 0-16,0 0 0 0,6-5 0 0,5 0 0 16,0 0 0-16,6 5 0 0,5-5 0 0,12 0 0 0,0 0 0 15,0 0 0 1,0 0-25-16,18 0-7 0,4 0-2 0,13 0 0 0,4 0 22 0,7-5 12 16,11 5-12-16,11 0 12 0,6 0 0 0,6 0 0 15,0-5 0-15,11 0 0 0,-17 0 0 0,12 5 0 0,-1-10 0 0,1 10 0 16,-1 0 0-16,-5 0 0 0,0 0 0 0,-1 0 0 15,-10 0 0-15,-1 0 0 0,-11-5 0 0,-6 5 0 16,-5-5 0-16,-18 5 8 0,1-6-8 0,-6 6 0 16,-12 0 8-16,-11 0-8 0,0 0 0 0,0 0 0 15,0 0 29-15,0 0 0 0,-11 0 0 0,-18 0 0 16,1 0-5-16,-6 0-2 0,-12-5 0 0,-5 0 0 16,-6 5-22-16,0 0 9 0,-6-5-9 0,0 5 0 15,1 0 8-15,-1 0-8 0,6 5 0 0,-6-5 0 16,1 0 0-16,-1 0 0 0,-5 0 0 0,-6 5 0 15,11 0 0-15,6 6 0 0,-6-6 0 0,12 0 0 16,-6 0 0-16,11 0 0 0,12 0 0 0,-6 0 0 0,12 0 0 16,-1 5-12-16,12-10 12 0,6 5-12 0,11-5 4 15,0 0 8-15,0 0-13 0,0 0 5 0,0 0-1 0,17 0 0 16,6 0 0-16,11-5 0 0,6 5 9 0,5 0 12 16,1 0-2-16,11 0-1 0,6-15-9 0,-1 15 0 15,-5-5 0-15,-5 0 0 0,5 0-11 0,-6 0 3 16,-11 5 0-16,5-5 0 15,-10 0-24-15,4-6-5 0,-4 6-1 0,-1 0 0 16,-11 0-181-16,-1 0-36 0,1 5-7 0</inkml:trace>
  <inkml:trace contextRef="#ctx0" brushRef="#br0" timeOffset="211948.768">18940 4714 1958 0,'0'0'174'0,"0"0"-139"16,-5-5-35-16,-7 5 0 0,1-5 87 0,-1-1 10 15,1 6 3-15,11 0 0 0,-11 0-80 0,-1 0-20 16,1 0 0-16,-1 0 0 0,12 0 28 0,0 0 1 16,0 0 1-16,0 0 0 0,-5 0-11 0,5 0-3 15,0 0 0-15,0 0 0 0,0 0 12 0,0 0 3 16,0 0 0-16,0 0 0 0,0 0 11 0,0 0 2 15,0 0 1-15,0 0 0 0,0 0-3 0,17-10-1 16,-6 5 0-16,12 5 0 0,0 0-15 0,0 0-3 16,11-5-1-16,6 5 0 0,0 0-12 0,-1 0-2 15,13 0-8-15,-7 0 12 0,-5 0-12 0,6-5 8 16,-1 5-8-16,1-10 0 0,-1 10 0 0,1-5 0 16,-6 0 0-16,0 0 0 0,0-5 8 0,-12 5-8 15,1 5 0-15,-7 0 9 0,1-10-9 0,0 4 10 16,-6-4-10-16,-5 5 10 0,5 0-10 0,-12 0 10 0,-5 5-10 15,0 0 10-15,0 0 2 0,0 0 1 0,0 0 0 0,0 0 0 16,0-5 2-16,-5-10 0 0,-7 10 0 0,7 0 0 16,-13-5-7-16,7 5 0 0,-12 5-8 0,6 0 12 15,-6-6-12-15,-5 1 9 0,-6 5-9 0,0 0 8 16,-6 0-8-16,-6 0 0 0,0 0 9 0,1 0-9 16,5 0 0-16,0 0 0 0,-5 5 0 0,-7 1 0 15,7-6 0-15,-7 5 0 0,13-5 0 0,-1 10 0 16,-6-10 0-16,12 10 0 0,-6-5 0 0,6 5 0 15,5-10 0-15,1 0-8 0,-6 5 8 0,11 0 0 16,0 0 0-16,6 0-10 0,0 0 10 0,0 0 0 16,5-5-10-16,1 0 10 0,0 0-8 0,11 0 8 0,0 0-12 15,0 0 4-15,0 0 0 0,17 6 0 0,0-6-1 16,6-6 0-16,5 6 0 0,-5-5 0 0,11 0 9 16,6 0-10-16,0 5 10 0,5-5-10 0,12 0 10 0,0 0 0 15,0 5 0-15,0 0-8 0,-5 0 8 0,-7-10 0 16,12 20 0-16,-11-10-8 0,-1 0 8 0,1 0 0 15,-6 0 0-15,-6 0 0 0,0 0 0 0,-5 0-12 16,-7 0 2-16,1 0 0 0,-6 0 19 0,-5 0 4 16,5 0 1-16,0 0 0 0,-17 0-6 0,0 0-8 15,0 0 11-15,6-10-11 0,-6 10 14 0,0 0-4 16,0 0-1-16,0 0 0 0,-6-5 1 0,-6-5 0 16,-5 10 0-16,-5-10 0 0,-7 10-2 0,-5-5-8 0,-6-1 12 15,-11 6-4-15,-1 0 0 0,-5 0 0 0,1 6 0 0,-7-6 0 16,-6 5-8-16,1 5 0 0,11-10 9 0,6 0-9 15,-6 5 0-15,6 0 0 0,5 0 0 16,0 5 0-16,1-10 0 0,5 5 0 0,11 0-8 0,1-5 8 16,5 0-20-16,0 0 0 0,1 0 1 0,10 0 0 15,12 0-162 1,6-10-33-16</inkml:trace>
  <inkml:trace contextRef="#ctx0" brushRef="#br0" timeOffset="-214448.133">1699 15475 691 0,'0'0'61'0,"0"0"-49"0,0 0-12 0,0 0 0 16,0 0 172-16,0 0 32 0,0 0 7 0,0 0 1 16,6-5-88-16,-6 5-18 0,0 0-3 0,0 0-1 0,0 0-36 0,0 0-7 15,0 0-2-15,0 0 0 0,0 0-21 0,0 0-5 16,11 15-1-16,-5 0 0 0,-6 0 16 0,11 0 3 15,-11 6 1-15,0-1 0 0,0 10-2 0,0 1-1 16,-11-6 0-16,5 16 0 0,6-6-20 0,-11 5-4 16,5-4-1-16,6 4 0 0,-17-4 2 0,11 4 0 15,-5-4 0-15,5 4 0 0,-5-4-24 0,5-1 0 16,6-4 0-16,-6-1 0 0,-5-5 0 0,5 1 0 16,6-1 0-16,-11-5 0 0,5-5 12 0,6 1-1 15,-11-6-1-15,11-10 0 0,0 0-2 0,0 0-8 16,0 0 12-16,0 0-4 0,0 0 9 0,0 0 2 15,0 0 0-15,0-10 0 0,0-11-9 0,0-4-2 16,11-5 0-16,-11 4 0 0,0-9-8 0,6-1 0 16,5-4 0-16,6-1 0 0,-11 1 0 0,0-1 0 15,5 1 9-15,6 4-9 0,-6-4 0 0,7-1 0 0,10 6 0 0,-17 5-12 16,18-1 12-16,-6 1 0 0,-6-1 8 0,6 6-8 16,-1 5 0-16,1 0 0 0,6 4 0 0,-7-4-8 15,-4 10 8-15,4 0 12 0,1 0-2 0,-6 5-1 16,6 0-9-16,5 5 0 0,-16 0 0 0,5 0 0 15,0 0 28-15,0 10 3 0,0 0 1 0,0 0 0 16,-11 5-20-16,11-5-4 0,-11 0-8 0,5 6 12 16,-5-1 1-16,11 0 0 0,-17 0 0 0,6 5 0 15,5-4-2-15,-11 4-1 0,0 0 0 0,0-5 0 16,0 6 18-16,-11-6 3 0,5 5 1 0,-5-5 0 16,5 0-18-16,-11 1-3 0,0-1-1 0,5-5 0 15,-16 0-10-15,5 0 8 0,6 5-8 0,-6-4 8 0,-11-1-8 16,11-5 0-16,0 0 0 0,6 0 8 15,-5 5-32-15,-7-5-8 0,6 0 0 0,0 0-1 16,6 5 53-16,12-5 10 0,-12 0 2 0,5 1 1 0,1-6-33 0,11 0 0 16,0 0 0-16,0 0 0 0,0 0 0 0,0 0-9 15,0 0 9-15,0 0-12 0,0 0 0 0,0 0 0 16,11 5 0-16,18 0 0 0,-12-5 12 0,6 5-10 16,-6-5 10-16,5 0-10 0,13 5 10 0,-13 5 0 15,1-5 0-15,0 5-8 0,5-5 8 0,-16 5-12 16,5 5 12-16,0 1-12 0,0-1 12 0,0 0 11 15,-11 0-3-15,11 0 0 0,-11 6-8 0,5-6 0 0,-5 5 9 16,5-5-9-16,-11 1 0 0,0-1-13 16,0 0 1-16,0 0 1 0,-11 5 32 0,5 1 7 0,6-6 0 0,-11 0 1 15,-1 5-9-15,-5-5-3 0,0 6 0 0,-6-11 0 16,6 5 1-16,-17 0 0 0,11 0 0 0,-11-4 0 16,6-1-18-16,-7 0-11 0,1-5 2 0,11-5 0 15,-11 0 9-15,6-5 0 0,-6 0 0 0,11 0 8 16,-11-5-8-16,11-1 0 0,0 1 0 0,-5 0-8 15,5 0-13-15,6-5-3 0,-6 5 0 0,6-5 0 32,0 4-108-32,11 1-21 0,0 0-5 0,-11 0-1115 0</inkml:trace>
  <inkml:trace contextRef="#ctx0" brushRef="#br0" timeOffset="-214079.493">2924 15946 1267 0,'0'0'56'0,"0"0"12"0,0 0-55 0,0 0-13 15,0 0 0-15,0 0 0 0,-6 10 105 0,6-10 19 16,0 0 3-16,0 0 1 0,-11 15-52 0,11-15-9 16,0 0-3-16,0 0 0 0,0 0 0 0,0 0 0 15,0 0 0-15,0 0 0 0,0 0 52 0,0 0 9 0,0 0 3 0,0 0 0 16,11 10-103-16,1-5-25 0,5 5 0 0,0-10 0 16,0 0 56-16,6 0 7 0,-6 0 1 0,0 0 0 15,6 0-64-15,-6-5 0 0,0 0-12 0,0 0 2 16,-6 0 10-16,6 0 0 0,-5 0 0 0,5 0 0 31,-11 0-42-31,11 5-3 0,-12-5-1 0,7 0 0 0,-7 0-168 16,-5 5-34-16</inkml:trace>
  <inkml:trace contextRef="#ctx0" brushRef="#br0" timeOffset="-213758.894">2958 16108 921 0,'0'0'40'0,"0"0"10"0,0 0-40 0,-11 5-10 16,5 0 0-16,6-5 0 0,0 0 205 0,-11 5 39 16,5 0 8-16,6-5 2 0,0 0-158 0,0 0-32 15,0 0-7-15,0 0-1 0,0 0 9 0,0 0 2 16,0 0 0-16,0 0 0 0,17 10 8 0,-11-5 1 15,-6-5 1-15,17 5 0 0,6-5-12 0,5 0-2 16,-17 0-1-16,7 0 0 0,10 5-20 0,-5-5-4 0,-6-5-1 16,-6 0 0-16,18 5-22 0,-12 0-5 15,-6 0-1-15,6 0 0 0,-5 0-9 0,11 0 0 0,-18 0 0 16,12 0 0 0,0 0-32-16,-11-5-4 0,11 5-2 0,0-5 0 15,0 5-159-15,0-5-32 0,1 0-7 0</inkml:trace>
  <inkml:trace contextRef="#ctx0" brushRef="#br0" timeOffset="-212869.015">4400 15809 979 0,'0'0'43'0,"0"0"9"0,0 0-41 0,0 0-11 0,0 0 0 0,0 0 0 0,11-5 221 0,-5-5 43 15,-6 10 8-15,5-5 1 0,7-5-164 16,5 4-33-16,-11 1-6 0,11-5-2 16,0 5-26-16,0-5-6 0,6 5 0 0,-1 0-1 0,-4 0 5 0,4 0 2 15,1 0 0-15,6 5 0 0,-7-5-18 0,-5 5-3 16,-17 0-1-16,23 0 0 0,-23 0-12 0,23 5-8 16,-6 0 8-16,-17-5-8 0,0 0 11 0,17 10-3 15,-17-10 0-15,17 15 0 0,-17 0 29 0,6 1 6 16,-6-1 1-16,0 0 0 0,0-5-20 0,-6 5-3 15,6 0-1-15,-17 6 0 0,6-6-5 0,5 0-2 16,-11 5 0-16,11-4 0 0,-16-1-13 0,4 5 0 16,1-5 0-16,-5 5 0 0,4 1 54 0,-4-1 8 15,-12 5 2-15,11-5 0 0,6 6-52 0,-6-6-12 16,-6 0 0-16,7 1 0 0,4-1 0 0,-10 5 0 0,-1-5 0 16,1 1 0-16,11-1 0 0,-6 0 0 15,-5-5 0-15,16 1 0 0,-5 4 12 0,0-5-3 16,6 0-1-16,-1-5 0 0,12 0 0 0,-11 6-8 0,11-16 12 15,-6 10-4-15,6-10-8 0,0 0 10 0,0 0-10 0,17 5 10 16,-11 0-25-16,11-5-5 0,0 5 0 0,6-5-1 16,11 0 37-16,-11 0 8 0,0 0 2 0,11 0 0 15,-17-5-42 1,6 5-8-16,0 0-1 0,-1 5-1 0,7-10 26 0,-6 5 0 0,-1 0 0 0,1 0 0 16,6-5 0-16,-18 5 0 0,18 0 0 0,-18 0 0 15,6 0-159-15,0-5-26 16,0 5-6-16,0 0-999 0</inkml:trace>
  <inkml:trace contextRef="#ctx0" brushRef="#br0" timeOffset="-212221.964">5619 15844 1728 0,'0'0'76'0,"0"0"16"0,0 0-73 0,0 0-19 0,-6-10 0 0,6 10 0 16,0-10 106-16,0 10 18 0,-11-10 3 0,5 0 1 15,-5 0 0-15,-1 0 0 0,7 5 0 0,5 5 0 16,-12-11-103-16,12 1-25 0,-17 5 0 0,6 0 0 15,-1 0 56-15,1 5 7 0,5 0 1 0,-17-5 0 16,6 5-52-16,0 0-12 0,-6 0 0 0,6 5 0 16,-5-5 54-16,-7 5 8 0,12 5 2 0,-6-5 0 15,0 0-64-15,6 0 0 0,0 6-12 0,-6-1 2 16,6 5 10-16,-5-5 0 0,-1 5 10 0,6 5-10 16,0-4 0-16,-1 9 0 0,1 0 0 0,6 1 0 15,-6-1 10-15,0 5-10 0,0 1 10 0,11 4-10 16,-5-4 0-16,5-1 0 0,6 5-8 0,-11-4 8 15,5-1 0-15,12 1 0 0,-6-1 8 0,11-5-8 16,-5 6 0-16,5-11 0 0,0 0-13 0,7 5 4 16,10-4 9-16,-5-6 0 0,0 0 0 0,11 0 0 0,-6-5 0 15,6 1 8-15,1-6-8 0,-13 0 11 0,13-5-11 16,-7 0 12-16,1-5-12 0,-1 0 12 0,6-6-4 0,-17 1 0 16,0-5 0-16,6 5 0 0,-6-5-8 0,6 0 12 15,-6-1-12-15,-5 1 12 0,-1-5-12 0,6 0 8 16,-11-1-8-16,5 1 8 0,-5-5-8 0,11 0 0 15,-17-1 9-15,6-4-9 0,5-1 0 0,-5 1 8 16,-6 0-8-16,5-1 0 0,-5 1 0 0,0 5 0 16,0-6 0-16,-5 6 8 0,-1 0 22 0,6 4 5 15,0 1 1-15,-11 5 0 16,-6 0-80-16,5-1-16 0,-5 6-4 0,0 0 0 0,0 0 75 0,-6 5 14 0,0-5 3 16,6 5 1-1,-6 0-46-15,-5 5-10 0,11 0-1 0,5 0-1 16,-16 5-28-16,17 0-6 0,-1-5-1 0,12 0 0 15,0 0-51-15,-6 10-10 0,6-10-3 0,0 0-648 0,0 0-131 0</inkml:trace>
  <inkml:trace contextRef="#ctx0" brushRef="#br0" timeOffset="-211877.136">6525 15930 2188 0,'0'0'48'0,"0"0"11"0,0 0 1 0,0 0 1 0,0 0-49 0,0 0-12 15,0 0 0-15,0 0 0 0,0 0 0 0,0 0 0 16,0 0 0-16,0 0 0 0,0 0 0 0,0 0 0 16,0 0 0-16,0 0 0 0,0 6 54 0,-17-1 8 15,5 0 2-15,1 5 0 0,5-5 0 0,-5 5 0 16,-6 0 0-16,-6 5 0 0,6-5 0 0,-12 6 0 15,1 4 0-15,5-5 0 0,-11 5-52 0,11 1-12 16,-11-1 0-16,11 0 0 0,0 5 0 0,-5-4 0 16,11-1 0-16,5 0 0 0,-16 0 0 0,17 1 0 15,-7-1 0-15,1-5 0 0,-5 5 0 0,10-9 0 16,-5 4 0-16,6-5 0 16,11 0-48-16,-17-5-13 0,17-5-3 0,0 10 0 15,0-10-102-15,0 0-21 0,0 0-4 0,0 0-1 0</inkml:trace>
  <inkml:trace contextRef="#ctx0" brushRef="#br0" timeOffset="-211632.814">6109 15971 1958 0,'0'0'87'0,"0"0"17"0,0 0-83 0,0 0-21 0,0 0 0 0,0 0 0 16,11 0 107-16,-11 0 17 0,17 5 3 0,-11 0 1 15,11 0-96-15,-11 5-20 0,-6-10-3 0,11 10-1 16,-5 11 29-16,5-1 6 0,12 0 1 0,-17 0 0 16,5 6 11-16,1-1 2 0,5 0 1 0,0 1 0 0,-6-1-28 0,1-5-6 15,5 6 0-15,6-6-1 0,-6 5-23 0,0-10 0 16,-6 6 0-16,12-6 0 16,-6-5-27-16,-11 0-9 0,-6-10-3 0,17 10-796 15,-17-10-159-15</inkml:trace>
  <inkml:trace contextRef="#ctx0" brushRef="#br0" timeOffset="-210858.861">7203 15768 230 0,'0'0'10'0,"0"0"2"0,0 0-12 0,0 0 0 15,0 0 0-15,0 0 0 0,0 0 322 0,0 0 62 16,0 0 12-16,0 0 2 0,0 0-254 0,0 0-50 16,0 0-10-16,0 0-3 0,0 0-13 0,0 0-4 15,0 0 0-15,11 11 0 0,6-6 0 0,0-5 0 16,1 0 0-16,-1 0 0 0,0 0 0 0,6 0 0 16,-1 0 0-16,1 0 0 0,0-5-51 0,5 5-13 15,1-11 0-15,-1 11 0 0,1-5 0 0,-1 0 0 16,1 5 0-16,-6-5 0 0,5 0 54 0,-11 0 8 15,12 0 2-15,-7 5 0 16,-4 0-103-16,-1 0-20 0,0 0-4 0,-6 0-1 0,1 0 103 0,-1 5 20 0,0-5 4 0,1 0 1 16,-12 0-52-16,0 0-12 0,0 0 0 0,0 0 0 15,0 0 0-15,0 0 0 0,5 10 0 0,-5-10 0 16,0 0 0-16,0 0 0 0,0 10 0 0,0-10 0 16,0 10 54-16,-11 6 8 0,11-16 2 0,-6 15 0 15,1 0-52-15,-1 0-12 0,-11 5 0 0,0 1 0 16,11 4 18-16,-11 0 1 0,-12 6 0 0,7-1 0 15,5 6-8-15,-6 4-2 0,-6-4 0 0,12 4 0 16,-6-4-1-16,6-1-8 0,-11 0 12 0,11 1-4 16,-6-1-8-16,6-4 10 0,5-1-10 0,-5 0 10 15,0 1-10-15,0-6 8 0,11 6-8 0,-11-6 8 0,6-5-8 16,0 0 0-16,11 1 9 0,-12-6-9 0,7-5 18 16,-7 0-1-16,12 0 0 0,0-10 0 15,0 0-65-15,0 0-12 0,0 0-4 0,17-5 0 16,-5-5-102-16,5-10-21 0,-6-6-4 0,12 6-1 0</inkml:trace>
  <inkml:trace contextRef="#ctx0" brushRef="#br0" timeOffset="-210418.305">8154 15292 2016 0,'0'0'44'0,"0"0"10"0,0 0 2 0,0 0 0 0,0 0-45 0,0 0-11 0,12-5 0 0,-1 5 0 16,6 0 71-16,-5 0 12 0,5 5 2 0,0 0 1 15,0 6-48-15,6-1-10 0,-6 5-1 0,0 0-1 16,0 5 30-16,0 6 7 0,-5 4 1 0,5 0 0 16,-6 6 0-16,0 4 0 0,1 1 0 0,5 10 0 15,-17-1-52-15,6 11-12 0,-6-5 0 0,11 4 0 16,-22 6 54-16,11-5 8 0,-6 0 2 0,-6 0 0 16,12 4-52-16,-11-9-12 0,0 0 0 0,5 0 0 15,-5-1 0-15,-6-4 0 0,5 5 0 0,-5-6 0 0,0-4 0 16,0-6 0-16,-6 1 0 0,6-6 0 0,-6 6 31 0,6-16 3 15,0 0 1-15,0 1 0 0,-12-6-26 0,12 5-9 16,-5-15 0-16,10 1 9 0,-5-1-24 0,0-5-5 16,6-5 0-16,-7 0-1 15,7-10-99-15,0 5-19 0,-1-11-4 0,7-4-710 16,-7-5-143-16</inkml:trace>
  <inkml:trace contextRef="#ctx0" brushRef="#br0" timeOffset="-209610.196">4382 15034 1897 0,'0'0'41'0,"-11"0"9"0,11 0 2 0,0 0 2 0,0 0-43 0,0 0-11 0,-17-5 0 0,17 5 0 16,0 0 44-16,0 0 6 0,0 0 2 0,0 0 0 16,-11 0-4-16,11 0-1 0,-6 0 0 0,-11 5 0 15,11 0-3-15,-11 5-1 0,6 0 0 0,5 6 0 16,-11-1-2-16,0 5 0 0,0 5 0 0,5 1 0 16,-5 4-9-16,-6 0-1 0,-5 1-1 0,11 4 0 15,-6 1-6-15,-6 4-2 0,12 1 0 0,-11-1 0 16,5 11-2-16,-5 0 0 0,-1-1 0 0,6 1 0 0,1 5-8 0,-1 4-3 15,-11 6 0-15,16 0 0 0,-4 0 1 16,-1 0 0-16,6-1 0 0,0 1 0 0,0-5-10 0,11 0 10 16,-11 0-10-16,17-1 10 0,-12-4-10 0,24 0 0 15,-6 0-12-15,5-6 12 0,-5-4 8 0,11-6 8 16,0 1 3-16,0-1 0 0,11-9-19 0,-5 4 10 16,-6-10-10-16,12-4 8 0,-6-1-8 0,5-5-14 15,1 0 3-15,-12-5 1 16,11-4-120-16,-5-6-24 0,5 0-5 0</inkml:trace>
  <inkml:trace contextRef="#ctx0" brushRef="#br0" timeOffset="-208968.258">9499 15844 288 0,'0'0'12'0,"0"0"4"0,0 0-16 0,0 0 0 0,0 0 0 0,0 0 0 16,0 0 408-16,0 0 80 0,0 0 15 15,6-5 3-15,-6 5-354 0,0 0-70 0,0 0-14 0,0 0-4 16,0 0-19-16,0 0-4 0,0 0-1 0,0 0 0 16,0 0-20-16,0 0-4 0,0 0 0 0,0 0-1 15,0 0 37-15,-6 10 7 0,0 1 1 0,-11-1 1 16,6 0-22-16,-1 5-5 0,-10-5-1 0,5 5 0 15,0 6 25-15,-6-6 5 0,6 5 1 0,-18 0 0 16,13 6-64-16,-7-6-12 0,1 10-2 0,-1-10-1 16,-5 6 15-16,5-1 13 0,7 0-2 0,-1 1-1 15,-17-1-10-15,12 0-16 0,-1 1 4 0,1-6 1 16,5 0 19-16,6 1 3 0,-6-1 1 0,6 0 0 16,0-5-12-16,5-5 0 0,-5 6 0 0,6-6-11 15,-1 0-24-15,12-5-5 0,0-5 0 16,0 0-1-16,0 0-118 0,0 0-23 0,0 0-5 0,0 0-1 15,0-10-38-15,12 0-8 0,5-6-2 0,0 1 0 0</inkml:trace>
  <inkml:trace contextRef="#ctx0" brushRef="#br0" timeOffset="-208693.689">8946 16006 1335 0,'0'0'59'0,"0"0"13"0,0 0-58 0,0 0-14 15,0-5 0-15,0 5 0 0,0 0 112 0,0 0 19 0,0 0 4 16,6-10 1-16,-6 10-42 0,0 0-8 0,0 0-2 16,0 0 0-16,0 0-19 0,17-10-4 0,-17 10-1 0,0 0 0 15,17 5 0-15,6 0 0 16,-17 0 0-16,11 10 0 0,0 1-12 0,0-1-4 0,-6 5 0 16,1 0 0-16,5 6-19 0,-6-1-4 0,1 0-1 0,5 6 0 15,0-1-12-15,-6-5-8 0,6 1 8 0,-5-1-8 16,5-5 0-16,0 1 0 0,6-1 0 0,-12 0 0 15,6 0 0-15,-5-4 0 0,-1-1 0 0,6-5-8 16,-5 0-93 0,5 0-19-16,-6-5-3 0,0 0-629 0,7-5-125 0</inkml:trace>
  <inkml:trace contextRef="#ctx0" brushRef="#br0" timeOffset="-208048.841">10137 15637 1036 0,'0'0'46'0,"0"0"10"0,0 0-45 0,0 0-11 0,0 0 0 0,0 0 0 16,6-5 207-16,5 0 39 0,6-6 8 0,-5 1 2 16,5 5-154-16,0 0-30 0,6-5-7 0,5 5-1 15,-11 0 0-15,18 0 0 0,-1-5 0 0,0 0 0 16,6 5-51-16,-6 0-13 0,-6-1 0 0,12-4 0 15,-5 5 31-15,-1 5 3 0,-6-5 1 0,1 5 0 16,-12 5-14-16,6-5-2 16,-12 5-1-16,0 5 0 0,1 1-6 0,-1-1 0 0,1 5-1 0,-12 5 0 15,0-5 21-15,0 6 4 0,0-1 0 0,-12 5 1 16,-5 1-8-16,6-1-1 0,-1 5-1 0,-5-4 0 16,6-1-27-16,-6 0 0 0,-6 0 0 0,6 6 0 15,0-1 0-15,0 1 0 0,-6-1 0 0,0 0 0 16,-11 6 0-16,5-6 0 0,7 6 0 0,-7-6 0 15,1 6 56-15,-1-6 7 0,1 0 1 0,-1-4 0 0,6-1-64 16,6 0-15-16,-11 1-1 0,11-1-1 0,-6-5 27 0,6 0 6 16,5-4 0-16,1-1 1 0,5 0-17 0,1-5 0 15,5-10 0-15,0 10 0 0,0-10 0 0,11 10 0 16,0-5 0-16,1 6 0 0,5-11 0 0,0 5 0 16,6 0 0-16,5-5 0 0,1 0 0 0,5 0 0 15,12-5 0-15,-7 0 0 0,7 5 0 0,-18 0 0 16,1-6 0-16,-1 12 0 0,1-6 0 0,-1 5 0 15,-5 0 0-15,6 0 0 0,11 0 0 0,-18-5 0 16,1 5 0-16,-6-5 0 16,6 5-48-16,-6 5-12 0,-17-10-4 0,17 0 0 15,0 5-102-15,6 0-21 0,-6-5-4 0,0 0-1 0</inkml:trace>
  <inkml:trace contextRef="#ctx0" brushRef="#br0" timeOffset="-204611.799">3038 17384 1497 0,'0'0'32'0,"0"0"8"0,0 0 0 0,0 0 4 0,0 0-36 0,0 10-8 15,0-10 0-15,6 10 0 0,5-5 66 0,-5 0 11 16,-6-5 3-16,11 10 0 0,-5-5-13 0,-1 6-3 16,-5-11 0-16,12 5 0 0,-12-5-12 0,17 5-4 15,-6 0 0-15,6 0 0 0,-5-5 13 0,5 5 3 16,-6 0 0-16,1-5 0 0,5 5-52 0,-6-5-12 16,1 0 0-16,5 0 0 0,0 5 0 0,-12-5 0 15,13-5 0-15,-1 5 0 16,-12-5-78-16,1 0-18 0,5 0-4 0,-11 5-875 0</inkml:trace>
  <inkml:trace contextRef="#ctx0" brushRef="#br0" timeOffset="-204288.097">2947 17693 864 0,'0'0'76'0,"0"0"-60"0,0 0-16 0,0 0 0 16,0 0 195-16,0 0 36 0,0 0 7 0,0 0 2 0,0 0-141 0,0 0-28 15,0 0-6-15,11 0-1 0,6 0 0 0,-11 0 0 16,11 0 0-16,-11 5 0 0,5-5 0 0,0-5 0 15,1 10 0-15,5-5 0 0,6 0 0 16,-6 0 0-16,0 5 0 0,6 0 0 0,-6-5-64 0,0 0-24 16,-6 0 1-16,18 0 0 0,-18 0 37 0,6 0 7 15,12-5 2-15,-6-5 0 16,-1 5-223-16,1 0-45 0</inkml:trace>
  <inkml:trace contextRef="#ctx0" brushRef="#br0" timeOffset="-203682.722">4457 17242 1951 0,'0'0'43'16,"0"0"9"-16,0 0 1 0,0 0 2 0,0 0-44 0,0 0-11 0,0 0 0 0,0 0 0 0,0 0 43 0,0 0 6 15,0 0 2-15,0 0 0 0,0 0-29 0,17-5-6 16,0 0 0-16,0 0-1 0,-6-5 29 0,6 5 5 15,6 0 2-15,6 0 0 0,-12-1-20 0,5 1-4 16,-4 0-1-16,4 5 0 0,1-5 1 0,0 5 0 16,-6 0 0-16,6 0 0 0,-6 0-7 0,-6 5-2 15,-11-5 0-15,0 0 0 0,17 10 0 0,-17-10 0 16,0 11 0-16,6 4 0 0,-6-15 2 0,-6 20 0 16,6-5 0-16,0 5 0 0,-11-4-4 0,5 4-1 15,-5 0 0-15,-6-5 0 0,5 6-3 0,1 4 0 16,-6-10 0-16,6 5 0 0,-7 6-12 0,-10-1 11 15,-1-5-11-15,7 6 10 0,-7-11-10 0,6 10 0 16,1-5 0-16,-13 6 0 0,13-1 24 0,-1-5 4 16,6 6 0-16,-6-6 0 0,-6 0-18 0,7 0-10 15,5 1 12-15,-1-6-12 0,7 0 10 0,-6 0-10 0,6 0 8 0,5-4-8 16,6-11 26-16,0 0 0 0,0 0 0 0,0 0 0 16,0 0-34-16,6 10-8 0,5 0 0 0,6-5-1 15,-11 0 17-15,17 0-10 0,5-5 10 0,-5 0-8 16,-6 0 8-16,6-5 0 0,11 5 0 0,-11 0 0 15,5 0-14-15,1 0-1 0,-1 0 0 0,1-5 0 16,-1 5-30 0,-5-5-7-16,5 5 0 0,-10 0-1 0,4-5-137 15,1 0-27-15,-6 5-6 0</inkml:trace>
  <inkml:trace contextRef="#ctx0" brushRef="#br0" timeOffset="-202885.704">5682 17343 1728 0,'0'0'38'0,"0"0"8"0,0 0 2 0,11-10 0 0,-11 0-39 0,0 5-9 16,0-5 0-16,0 10 0 0,6-10 53 0,5 0 9 15,-11-1 2-15,0 1 0 0,0 10-52 0,0-5-12 16,0 5 0-16,0-10 0 0,0 0 54 0,0 0 8 0,0 10 2 0,-11-10 0 16,5 5 51-16,-5-5 10 0,-1 5 3 0,6-6 0 15,1 6-103-15,-1 0-25 0,-11 5 0 0,-6 0 0 16,12-5 56-16,-6 5 7 0,-6 5 1 0,6-5 0 16,-6 5-52-16,6 0-12 0,-6 6 0 15,6-6 0-15,-6 5 0 0,0 0 0 0,-5 5 0 16,17 0 0-16,-7-5 0 0,1 6 0 0,17-1 0 0,-11 5 0 15,5-5 0-15,1 0 0 0,5 6 0 0,0-6 0 16,0 5 0-16,5-5 0 0,1 6 0 0,5-1 0 16,6-5 0-16,1 5 0 0,4 0 0 0,-5-4 0 15,12-6 0-15,-6 5 0 0,5 0-9 0,1 5 9 16,-1-4 0-16,-5 4 0 0,11-5 0 0,-11 5 0 16,-6 1 0-16,0-6 10 0,6 5-10 0,-6-5 12 15,-11 5-4-15,11 1 0 0,-11-6 0 0,5 0 0 16,-11 5 8-16,0-4 0 0,0-1 1 0,0 0 0 0,0-5-1 15,0 5 0-15,0-5 0 0,-17 1 0 0,5 4 1 16,1-5 0-16,-6 5 0 0,-6-10 0 0,-5 5-5 16,-1-5 0-16,12 0-1 0,-17 5 0 0,11-10-11 15,-17-5 10-15,12 0-10 0,-1 5 10 0,6-10-10 16,-11 5 0-16,11-5 0 0,6-5 0 0,0 5-12 0,0-5-2 16,0 4 0-16,6-4 0 0,-6-5 0 0,0 5 0 15,5 0 0-15,6-1 0 0,1 1 3 0,5 0 1 16,0 5 0-16,0-5 0 0,0 5-1 0,0-1 0 15,11-4 0-15,1 5 0 0,-7 0-4 0,12-5-1 16,-5 5 0-16,11 0 0 0,-6-1 16 0,5 1-12 16,1-5 12-16,11 5-12 0,6 0 12 0,-6 0-11 0,6-5 11 15,0-1-10-15,0-4 10 0,0 0 0 0,-6 5 0 0,6-6 0 16,-11 1 0-16,-1 5 0 0,1 0 0 0,-7 5 0 16,7-6 0-16,-18 1 0 0,6 0 0 15,-5 5 0-15,5-5 0 0,-12 5 0 0,13-6 0 0,-18 1 0 16,5 5 0-16,7 0 0 0,-24 0 0 0,12 0 0 15,0-6 0-15,-5 6 0 0,5 5 0 0,-12-5 0 16,1 0 0-16,-1 5 0 0,-5 0 0 0,0 5 0 16,6-5 0-16,-6 5 0 0,-6 0 0 0,6 0 0 15,-6 0 0-15,12 5 0 0,-6-5 0 0,-1 0 0 16,7 10-53-16,-6-5-9 16,-6 0-2-16,12 5 0 0,5-5-68 15,-5 5-15-15,11-10-2 0,0 0-546 0,0 0-109 0</inkml:trace>
  <inkml:trace contextRef="#ctx0" brushRef="#br0" timeOffset="-202298.884">6690 17272 1638 0,'0'0'72'0,"0"0"16"0,0 0-71 0,11-5-17 16,7 0 0-16,-18 5 0 0,5-5 75 0,-5 5 11 15,0 0 2-15,17 0 1 0,-17 0-24 0,0 0-5 16,6-10 0-16,-6 10-1 0,0 0-43 0,0 0-16 0,0 0 11 0,0 0-11 16,0 0 57-16,0 0 6 0,-6-5 1 15,-5 0 0-15,5 0 0 0,1 0 0 0,-7 0 0 0,6 5 0 16,-16-5 0-16,10 5 0 0,7 0 0 0,-13 0 0 16,1 5-52-16,0-5-12 0,0 5 0 0,6 0 0 15,-6 0 0-15,0-5 0 0,-6 5 0 16,6 5 0-16,-12 0 0 0,6 0 0 0,-5 1 0 15,11 4 0-15,-17 0 0 0,11 5 0 0,0-5 0 0,6 6 0 16,-6 4 40-16,-5 0 6 0,11 1 1 0,5 4 0 16,-5 0-47-16,17 1 0 0,-11-1-10 0,5 6 2 15,0-1 8-15,6 6 0 0,0-6 0 0,-11-5-8 16,22 6 8-16,-5-1 0 0,11-9 0 0,0-1 0 16,6 0 0-16,11-5 9 0,-11-4-1 0,6-1-8 15,-1 0 15-15,12-10-4 0,0 0-1 0,-12 0 0 16,1-5-2-16,-1 0 0 0,6-5 0 0,-11 0 0 15,6 0-8-15,-18-5 10 0,18 5-10 16,-18-5 10-16,6-5-10 0,0-1 10 0,0 1-10 0,0-5 10 0,0 0-10 16,1-11 0-16,4-4 0 0,-5 4 8 0,-5 1-8 0,-1 0 0 15,6 4 9-15,-11-4-9 0,0 5 0 0,-1-6-16 16,1-4 2-16,0 9 1 0,-6-4 13 0,0 0 0 16,0 4 0-16,0 1 0 0,-6 0 0 0,0 4 0 15,1-4 0-15,-7 5 0 0,1 0 0 0,5 4 0 16,-5 1 0-16,-1 0 0 15,12 0 0-15,-17 5 0 0,6 0 0 0,0 0 0 0,-1-1 0 0,-5 6 0 16,11 0 0-16,-16 0 0 16,4 0-54-16,-4 5-8 0,10 0-2 0,-5 5 0 15,17-5-153-15,0 0-31 0,-17 5-7 0,17-5-1 0</inkml:trace>
  <inkml:trace contextRef="#ctx0" brushRef="#br0" timeOffset="-201858.629">7357 17495 1267 0,'0'0'56'0,"0"0"12"0,0 0-55 0,0 0-13 15,0 0 0-15,0 0 0 0,0 0 105 0,5-10 19 16,-5 10 3-16,0 0 1 0,0 0-52 0,0 0-9 16,0 0-3-16,0 0 0 0,0 0 0 0,0 0 0 15,-5-5 0-15,-1 0 0 0,-5 0 0 0,11 5 0 16,-17 0 0-16,-12 5 0 0,18 0 0 0,-12 0 0 15,6 5 0-15,0 0 0 0,-6 6-51 0,-6-1-13 16,7 0 0-16,-1 0 0 0,0 0 21 0,6 6 2 16,0-1 0-16,0 0 0 0,11 5-15 0,-11 1-8 15,6-1 10-15,11 0-10 0,0 1 0 0,0-1 8 16,11 0-8-16,-11-4 0 0,17-1 0 0,-11 0 0 16,5 0 0-16,12 1 0 0,0-6-12 0,11-5-3 15,-6 0 0-15,7 0 0 16,-1-10-117-16,11 0-24 0,-5-5-5 0,-6-5-541 0,1 0-108 15</inkml:trace>
  <inkml:trace contextRef="#ctx0" brushRef="#br0" timeOffset="-201264.963">7738 17551 1958 0,'0'0'43'0,"0"0"9"0,0 0 1 0,0 0 3 0,0 0-45 0,0 0-11 0,0 0 0 0,0 0 0 16,0 0 53-16,0 0 9 0,0 0 2 0,0 0 0 0,0 0 0 15,0 0 0-15,0 0 0 0,0 0 0 0,0 0 0 0,-5 10 0 16,-1 0 0-16,-5 5 0 0,5 1-31 0,-5-1-5 16,-1 5-2-16,6 5 0 0,1 1 14 0,-1-1 2 15,-11 5 1-15,11-4 0 0,-5-1-23 0,5 5-4 16,-5-4 0-16,5-6-1 0,-5 5-15 0,-1-10 8 16,7 1-8-16,-1-1 0 0,0-5 0 0,6-10 0 15,0 0 0-15,0 0 0 0,0 0 0 0,0 0-20 16,0 0 4-16,12-10 0 0,-7-5-5 0,18-6-1 15,-17-4 0-15,11 0 0 0,6-1 13 0,-1-4 9 16,-4 0-12-16,10-6 12 0,-5 6-10 0,5-1 10 16,1 11-8-16,-1-5 8 0,1 5 15 0,-12-1 8 15,6 6 1-15,-6 0 1 0,-6 5-25 0,6 5 0 16,0-5 0-16,-5 10 0 0,11 0 0 0,-6 5 0 0,-6 0 0 0,0 5 0 16,7 5 0-16,-13-5 0 0,-5-10 0 0,6 15 0 15,0 11 9-15,-1-6-9 0,1 5 10 0,-6 1-10 16,0-1 11-16,-6 0-11 0,1 1 12 0,-1-1-12 15,6-5 10-15,-6 0-10 0,1-4 8 0,5-1-8 16,0-5 0-16,0-10 0 0,0 0 0 0,0 0 0 16,0 0-9-16,0 0-4 0,0 0-1 0,0 0 0 15,0 0 14-15,5-5 0 0,7-5 0 0,-1-5 0 16,6 4 0-16,6-4 0 0,-6-5 0 0,6 5 0 16,5-5-54-16,-16 4-8 0,16 1-2 15,-11 0 0-15,0 0 52 0,6 0 12 0,-6 4 0 0,6 6 0 16,-6 0 9-16,-5 0 5 0,-1 5 1 0,6 5 0 15,-17-5-6-15,6 10-1 0,-1 6 0 0,1-1 0 16,0 0 2-16,-1 5 0 0,-5 1 0 0,0-1 0 0,0-5 0 0,-5 0 0 16,5 5 0-16,0-4 0 0,-6-1-10 15,0 0 0-15,6-5 0 0,0-10 0 0,0 0-10 0,-5 15-7 16,5-15-2-16,0 0 0 16,0 0-100-16,0 0-20 0,0 0-4 0,0 0-930 15</inkml:trace>
  <inkml:trace contextRef="#ctx0" brushRef="#br0" timeOffset="-200725.316">8724 17217 518 0,'0'0'46'0,"0"0"-37"0,0 0-9 0,0 0 0 16,0 0 220-16,0 0 41 0,0 0 9 0,12-5 2 15,-1 0-116-15,0 0-22 0,-11 5-5 0,17-6-1 16,-5 1-51-16,-6 0-10 0,-6 5-3 0,22-5 0 16,-16 5 0-16,11-5 0 0,-5 5 0 0,10 0 0 15,-10-5 0-15,5 5 0 0,0 5 0 0,-6 0 0 16,6-5-51-16,-17 0-13 0,12 5 0 0,5 0 0 15,-17-5 0-15,11 11 0 0,-11-11 0 0,12 10 0 16,-1 0 0-16,-11-10 0 0,0 0 0 0,0 15 0 16,0-15 0-16,6 15 0 0,-12-5 0 0,6 5 0 15,0-9 54-15,-11 4 8 0,-1 5 2 0,7-5 0 0,-7 5-52 16,-5-5-12-16,6 5 0 0,-1-4 0 0,-5 4 0 16,-11 0 0-16,16 0 0 0,-5-5 0 0,0 6 0 15,11-6 0-15,-11 5 0 0,-5-5 0 0,10 0 0 16,6 0 0-16,-11 0 0 0,6 0 0 0,0 1 0 0,-1-6 0 15,12-5 0-15,0 0 0 0,0 0 0 0,-6 10 0 16,-5 0 0-16,11-10 0 0,0 0 32 0,0 0 4 16,0 0 1-16,0 0 0 0,11 5-25 0,-5-5-4 15,6 5-8-15,-1-5 11 0,0-5-11 0,6 5 0 16,-5 0 0-16,5-5 8 0,0 0-8 0,0 5 0 16,0-5 0-16,0 5 0 15,0-5-34-15,6 5-9 0,-6-5-1 0,0 5-1 0,6 0 36 16,-17 0 9-16,5 5 0 0,12-5 0 15,-23 0-207-15,0 0-39 0,0 0-8 0,17 5-2 0</inkml:trace>
  <inkml:trace contextRef="#ctx0" brushRef="#br0" timeOffset="-199586.061">8177 13702 230 0,'0'0'10'0,"0"0"2"0,0 0-12 0,0 0 0 15,0 0 0-15,0 0 0 0,0 0 237 0,0 0 45 0,0 0 9 0,0 0 1 16,17-5-147-16,-17 5-29 0,17-5-7 0,-17 5-1 15,0 0-21-15,12-5-5 0,5-5-1 0,-17 10 0 16,11-5-12-16,6 0-2 0,6 0-1 0,-23 5 0 16,12-10-19-16,-1 5-4 0,6 5-1 0,0 0 0 15,-17 0-16-15,0 0-3 16,12-5-1-16,-12 5 0 0,17 0-5 0,-6 0-1 0,-11 0 0 0,0 0 0 16,0 0 7-16,0 0 1 0,0 0 0 0,11 5 0 15,-11-5 0-15,0 0 0 0,0 0 0 0,6 10 0 16,-6-10-9-16,0 0-2 0,6 15 0 0,-6-15 0 15,0 10-1-15,0-10-1 0,-6 15 0 0,0-5 0 16,1 0-3-16,-1 1 0 0,6-1 0 0,-17 0 0 16,11 0 0-16,-5 0-8 0,5 0 12 0,-5 0-4 15,-6 0 0-15,5 1-8 0,1 4 12 0,5-5-4 16,-17 5-8-16,12-5 8 0,-6 0-8 0,11-5 8 16,-17 6-8-16,12-1 0 0,5-5 9 0,-5 0-9 0,-6 0 0 15,5 0 0-15,12-5 0 0,0 0 8 0,0 5-8 0,0-5 8 16,0 0-8-16,0 0 8 0,0 0 0 0,0 0 0 15,0 0 0-15,0 0 0 0,0 0 2 0,0 0 1 16,0 0 0-16,0 0 0 0,17 0-11 0,6 0 10 16,-6 0-10-16,6 0 10 0,-6 0-10 0,6 0 0 15,0 0 0-15,0 0 0 0,-6 0 0 0,0 0 0 16,0 0 0-16,0 0 0 0,0 5 0 0,-6 0 0 16,7-5 0-16,-7 0 0 0,0 0 0 0,1 5 0 15,-12-5 8-15,17 0-8 0,-17 0 0 0,6 0 0 16,5 0-10-16,-11 0 10 15,11-5-32-15,-11 5 0 0,0 0 0 0,0 0 0 16,12-5-110-16,-12 5-22 0,0 0-5 0</inkml:trace>
  <inkml:trace contextRef="#ctx0" brushRef="#br0" timeOffset="-197629.486">14006 14467 1285 0,'0'0'56'0,"0"0"13"0,11 5-55 0,-11-5-14 0,0 0 0 0,0 0 0 16,0 0 100-16,0 0 18 0,0 0 3 0,0 0 1 16,0 0-46-16,0 0-8 0,0 0-3 0,0 0 0 15,0 0 35-15,0 0 6 0,6-10 2 0,-6 10 0 0,0 0-38 16,0-10-7-16,0 0-2 0,0 10 0 15,0-16-4-15,6 6-1 0,-12-5 0 0,0 5 0 0,-5 0-20 0,5 0-4 16,-5 0 0-16,11 10-1 0,-6-11-2 0,-5 6 0 16,-1-5 0-16,12 10 0 0,-17-5-4 0,6 0-1 15,-6 5 0-15,0-5 0 0,0 5-8 0,5 5-1 16,-5 0-1-16,0 5 0 0,0-5 0 0,6 11 0 16,-12-1 0-16,6 5 0 0,0 0-2 0,-1 6-1 15,1-1 0-15,-5 0 0 0,5 6-3 0,-1-1-8 16,7 0 12-16,-6 1-4 0,0 4 0 0,5-4 0 15,-5 4 0-15,6 1 0 0,0-1-8 0,5-5 8 16,0 6-8-16,0-6 8 0,6 1-8 0,0 4 8 16,6-5-8-16,0 1 8 0,0-6-8 0,5 0 0 15,0-4 0-15,1-1 0 0,5-5 0 0,6 0 0 0,-6-5 0 16,6-4 0-16,-1-6-24 0,1 0 0 0,6 0 0 16,-1-11 0-1,1 1-103-15,-1 0-21 0,6-5-4 0,0 0-704 0,-5 0-140 16</inkml:trace>
  <inkml:trace contextRef="#ctx0" brushRef="#br0" timeOffset="-197253.362">14661 14675 748 0,'0'0'33'0,"0"0"7"0,0 0-32 0,0 0-8 15,-11 5 0-15,-6-5 0 0,17 0 271 0,0 0 52 16,0 0 10-16,0 0 3 0,-12 0-209 0,12 0-42 15,0 0-8-15,0 0-1 0,0 0-15 0,0 0-2 16,0 0-1-16,12 5 0 0,5-5 1 0,-6 5 0 16,6-5 0-16,6 0 0 0,6 0-19 0,-12 0-3 15,0 0-1-15,6-5 0 0,11 5-22 0,-11 0-5 16,-1-5-1-16,-5 5 0 0,-5-5-8 0,-1 5 0 16,12 0 0-16,-12-5 0 15,-11 5-109-15,0 0-21 0,18 0-4 0,-1-6-978 0</inkml:trace>
  <inkml:trace contextRef="#ctx0" brushRef="#br0" timeOffset="-196912.73">14553 14872 1746 0,'0'0'77'0,"0"0"16"0,0 0-74 16,0 0-19-16,0 0 0 0,0 0 0 0,0 0 128 0,0 0 23 15,0 0 4-15,0 0 1 0,17 5-68 0,-6-5-12 16,-11 0-4-16,18 5 0 0,-7-5-16 0,6 0-4 16,0 5-1-16,-5 0 0 0,-1 0-11 0,6-5-1 15,6 0-1-15,-6 0 0 0,-17 0-11 0,17 0-3 16,6 0 0-16,0 0 0 0,-6 0-16 0,0 0-8 15,0 0 0-15,6 0 8 0,5 0-8 0,-5 0 0 16,-23 0 0-16,6 0 0 0,22-5 0 0,-11 5-16 16,-17 0 4-16,12 0 1 15,5-5-33-15,-6 5-6 0,0-5-2 0,-11 5 0 16,0 0-88-16,12 0-19 0,11-5-3 0,-12 0-901 0</inkml:trace>
  <inkml:trace contextRef="#ctx0" brushRef="#br0" timeOffset="-195455.563">16097 14381 633 0,'-11'5'56'0,"11"-5"-44"0,0 0-12 0,0 0 0 15,-12 0 112-15,12 0 20 0,0 0 4 0,0 0 0 16,0 0-77-16,0 0-16 0,0 0-3 0,0 0-1 16,0 0 20-16,0 0 4 0,0 0 1 0,0 0 0 15,0 0 46-15,0 0 10 0,0 0 1 0,0 0 1 16,0 0 10-16,0 0 1 0,0 0 1 0,0 0 0 15,-11 10-56-15,5 0-11 0,0 5-3 0,1 1 0 16,5-6 0-16,0 5 0 0,-6 5 0 0,0 0 0 16,12 6 0-16,-12 4 0 0,1 6 0 0,-12-1 0 0,0 6-54 15,5-1-10-15,1 11 0 0,-1-6 0 0,-5 6 0 16,0 0 8-16,0-1 2 0,11-4 0 0,1-1-10 0,-1 1 12 16,-5-6-12-16,-7-4 12 0,7-6-12 0,5 1 0 15,1-6 0-15,-7 0 0 0,-11-10 0 0,12 1-16 16,11-1 3-16,6-5 0 15,-6-10-92-15,0 0-19 0,0 0-3 0,0 0-1 16,23-5-102-16,-6-10-21 0,0-21-4 0,23-4-1 0</inkml:trace>
  <inkml:trace contextRef="#ctx0" brushRef="#br0" timeOffset="-194912.31">16296 14619 288 0,'0'0'25'0,"0"0"-25"0,0 0 0 0,0 0 0 16,12-5 325-16,-12 5 60 0,0 0 12 0,17-10 3 16,6 0-218-16,-6-1-43 0,-6 6-9 0,-11 5-2 15,0 0-51-15,12-5-10 0,5-5-3 0,6 5 0 16,-6 5 0-16,0-5 0 0,0 0 0 0,11 5 0 15,6 0-51-15,-5 0-13 0,-6 0 0 0,-12 5 0 16,-11-5 0-16,0 0 0 0,17 5 0 0,-5 0 0 0,-1 5 26 0,0-5 2 16,-11-5 1-16,18 10 0 0,4 1-15 15,-5-1-3-15,-17-10-1 0,6 15 0 0,0-5-2 0,5 5-8 16,-16-5 12-16,-1 6-4 0,-6-1 11 0,1 5 1 16,11 0 1-16,-11-5 0 15,-6 1 10-15,5-1 1 0,-5 5 1 0,6 5 0 0,-12-4-8 0,0-1-1 16,-5 5-1-16,10 1 0 0,1-6-7 0,0 5 0 15,-17 0-1-15,11 1 0 0,1-1-4 0,4 0-1 16,-10 1 0-16,11-6 0 0,0 5-24 0,0 1-5 16,-6-11-1-16,6 5 0 0,5 0 54 0,1-4 10 15,-6-6 3-15,6 5 0 0,5-5-31 0,6 0-7 16,-12-5-1-16,12-5 0 0,0 0-8 0,0 0 0 16,0 0 0-16,0 0 0 0,0 0 0 0,23 5-11 0,-6-5 3 15,6 0 0-15,6 0 8 0,-7-5 0 16,1 5 0-16,6-5 0 0,11 0 0 0,-12 0 0 0,1 0 0 0,-7 0 0 15,1 0 0-15,0 5-12 0,0-5 12 0,-6 5-12 16,-17 0-4-16,11-5-2 0,12 10 0 0,-6-5 0 31,-17 0-24-31,17 0-5 0,0 0-1 0,0 0 0 16,6 5-104-16,-6-5-20 0,-17 0-5 0,23 5-611 0,0 0-123 0</inkml:trace>
  <inkml:trace contextRef="#ctx0" brushRef="#br0" timeOffset="-194538.363">17721 14751 921 0,'0'0'40'0,"0"0"10"0,0 0-40 0,0 0-10 16,0 0 0-16,0 0 0 0,0 0 276 0,0 0 52 16,11-11 12-16,-11 11 1 0,0 0-225 0,0 0-44 15,0 0-10-15,0 0-2 0,0 0-11 0,0 0-2 16,0 0-1-16,0 0 0 0,0 0 7 0,0 0 2 16,-5 5 0-16,-1-5 0 0,-5 6-9 0,-1 4-2 15,1 0 0-15,-12 0 0 0,0 0-8 0,-5 5-1 16,5 0-1-16,6 6 0 0,-6-1-14 0,0 0-2 0,-5 6-1 15,5-1 0-15,-6 5-17 0,1 1 0 0,5-6 8 16,-5 5-8-16,11-4 0 0,-6-1 0 16,0 0 0-16,6-4 0 0,0-1-17 0,5 0-4 0,-5-5-1 15,6 0 0 1,5-4-98-16,-5-6-20 0,11-5-4 0,0 0-658 0,0 0-131 0</inkml:trace>
  <inkml:trace contextRef="#ctx0" brushRef="#br0" timeOffset="-194272.56">17362 14756 1036 0,'0'0'46'0,"0"0"10"0,0 0-45 0,0 0-11 16,0-11 0-16,0 11 0 0,0 0 265 0,0 0 51 16,0 0 11-16,0 0 1 15,0 0-218-15,0 0-44 0,0 0-9 0,0 0-1 0,0 0-16 0,0 0-2 16,17 0-1-16,-6 6 0 0,1-1 11 0,5 0 1 15,-6 10 1-15,1 0 0 0,-1 0-9 0,1 5-1 16,-1 1-1-16,0 9 0 0,6-5-18 0,-11 1-3 16,-6 4-1-16,0-5 0 0,12 1-17 0,5-6 8 15,-6-5-8-15,0 11 0 0,1-6-9 0,5 0-9 16,0-10-2-16,-6 5 0 16,1-4-169-16,5-1-35 0,-6-5-6 0</inkml:trace>
  <inkml:trace contextRef="#ctx0" brushRef="#br0" timeOffset="-193708.743">18222 14416 1731 0,'0'0'38'0,"0"0"8"0,0 0 2 0,0 0 0 0,0 0-38 0,0 0-10 0,0 0 0 0,0 0 0 16,0 0 52-16,0 0 9 0,-11 0 2 0,11 0 0 0,-11 0-4 0,11 0-1 16,0 0 0-16,0 0 0 0,0 0-7 15,0 0-2-15,0 0 0 0,0 0 0 0,0 0 5 0,0 0 1 16,0 0 0-16,17 0 0 0,-6 0-15 0,6 0-4 15,6 5 0-15,11-5 0 0,6 0-18 0,-12 0-4 16,1 0-1-16,-6-5 0 0,5 5-13 0,6-5 9 16,-5 5-9-16,-1-5 8 0,-5 0 0 0,0 0-8 15,5 5 12-15,-5 0-4 0,-23 0 5 0,17 0 1 16,-5 0 0-16,5-5 0 0,0 5 6 0,-17 0 0 16,0 0 1-16,0 0 0 0,17 5-3 0,-17-5-1 15,0 0 0-15,0 0 0 0,0 0-5 0,0 0 0 16,0 0-1-16,0 0 0 0,0 0 3 0,0 0 1 15,6 15 0-15,-12 0 0 0,-5 6 0 0,5-6 0 16,0 5 0-16,-5 5 0 0,-12 1-3 0,6 4-1 0,-6 1 0 16,0 4 0-16,-11 0 0 0,6 6 0 0,-1-1 0 0,6 1 0 15,6-1-11-15,-5 1 12 0,-13 0-12 0,1 4 12 16,6-4-12-16,-1-6 10 0,6 6-10 0,6-6 10 16,0 0-10-16,6-4 0 0,-6-6 9 0,11 0-9 15,-5 1 0-15,5-6 0 0,6-5 0 0,-6 0 8 16,6-4-18-16,0-11-3 0,0 0-1 0,0 0 0 15,0 0-85-15,17 0-17 0,0-11-3 16,6 1-749-16,6-10-151 0</inkml:trace>
  <inkml:trace contextRef="#ctx0" brushRef="#br0" timeOffset="-193138.772">19288 13945 1497 0,'17'0'32'0,"-17"0"8"0,0 0 0 0,0 0 4 0,0 0-36 0,0 0-8 0,0 0 0 0,0 0 0 16,0 0 53-16,0 0 9 0,0 0 2 0,0 0 0 15,0 0 51-15,0 0 10 0,0 0 3 0,0 0 0 16,0 0-52-16,0 0-9 0,17 0-3 0,0 10 0 16,6 1 0-16,-6 4 0 0,-11 0 0 0,5 10 0 15,6 1-51-15,-5 4-13 0,-7 0 0 0,-5 6 0 16,6 4 52-16,0 6 7 0,-6 5 1 0,5 4 1 16,1-4-27-16,-6 0-6 0,-6 4 0 0,1 1-1 15,-1 5-7-15,-5-6 0 0,-1 1-1 0,-5 5 0 0,0-5-2 16,0-1 0-16,0 1 0 0,0 5 0 0,0-11-3 0,-6 6-1 15,11-5 0-15,-5-6 0 0,0 1-13 16,-6-6 11-16,6 1-11 0,0-6 10 0,0 1-10 16,-6-6 10-16,6-4-10 0,6-6 10 0,-1 5-10 15,1-10 0-15,0 6 0 0,-1-11 0 0,7 0-12 0,-1-5-4 16,-5 0 0-16,11-5-1 16,0 0-95-16,0 0-18 0,0 0-4 0,0-10-709 15,5-10-141-15</inkml:trace>
  <inkml:trace contextRef="#ctx0" brushRef="#br0" timeOffset="-192362.437">16097 13798 1378 0,'0'0'61'0,"0"0"13"0,0 0-59 0,0 0-15 0,0 0 0 0,0 0 0 16,0 0 51-16,0 0 7 0,0 0 2 0,0 0 0 15,0 0-4-15,0 0 0 0,0 0 0 0,-17-5 0 16,0 0-16-16,11 5-3 0,6 0-1 0,-17 10 0 16,-6-10 44-16,6 6 9 0,17-6 2 0,-11 5 0 15,-12 5-21-15,6 0-4 0,0-5-1 0,5 5 0 16,1 0-28-16,0 5-5 0,-6 1-2 0,-1-1 0 16,13 5 13-16,-18 0 2 0,-6 6 1 0,7 4 0 15,5 0-30-15,0 6-7 0,-1-1-1 0,-16 11 0 16,6-1 14-16,-1 6 2 0,12 5 1 0,-6-1 0 0,-11 6-25 15,6-10 0-15,16 10 0 0,-5-6 0 0,0 1 0 16,-6 10 0-16,12-5 0 0,0 4 0 0,11 1 0 0,-6-5 0 16,-6 0 0-16,7 0 0 0,5-1 0 15,0-4 8-15,-6-10-8 0,6-1 0 0,11 1 8 0,1-6-8 16,-6 1 8-16,-1-6-8 0,1-4 0 0,0-1 0 16,11-5 0-16,0-4 0 0,-17-6 0 0,11 0-12 15,12 0 0-15,-6-5 1 16,-6 0-100-16,7-4-20 0,-1-1-4 0,11-5-1 0</inkml:trace>
  <inkml:trace contextRef="#ctx0" brushRef="#br0" timeOffset="-191717.464">20501 14523 864 0,'0'0'38'0,"0"0"8"0,0 0-37 0,0 0-9 15,0 0 0-15,0 0 0 0,0 0 236 0,0 0 46 0,0 0 9 0,0 0 1 16,0 0-194-16,0 0-39 0,0 0-8 0,0 0-2 15,0 0-24-15,0 0-5 0,-11 10 0 0,11-10-1 16,-11 5 18-16,-1 5 4 0,-5 0 1 0,6 0 0 16,-6 0 10-16,0 6 3 0,-1-1 0 0,-4 0 0 15,-1-5-11-15,-6 10-1 0,-5-4-1 0,6 4 0 16,-1 0-23-16,6 0-5 0,1 6-1 0,5-6 0 16,-1 5-24-16,-4-5-5 0,5 6 0 0,5-1-1 15,-5-10 17-15,-6 6 0 0,6-1 0 0,0 0 0 16,6-10-32-16,-1 5-2 15,7-5-1-15,5-10 0 0,0 0-207 0,0 0-42 16,0 0-8-16,0 0-1 0</inkml:trace>
  <inkml:trace contextRef="#ctx0" brushRef="#br0" timeOffset="-191459.124">20137 14543 864 0,'0'0'76'0,"0"0"-60"16,0 0-16-16,0 0 0 0,0 0 239 0,0 0 45 16,0 0 8-16,0 0 3 0,0 0-173 0,0 0-34 0,0 0-8 0,0 0 0 15,5 10-29-15,1 5-6 16,0-5-1-16,5 6 0 0,1-1-11 0,5 5-2 0,-6-5-1 0,1 11 0 16,5-11-5-16,0 10-1 0,-6 0 0 0,6-4 0 15,0-1-16-15,0 0-8 0,0 0 0 0,1 1 8 16,-1-1-8-16,0 0-16 0,-6-5 4 0,6 1 1 31,-5-1-198-31,-1-10-40 0,12 5-8 0,0-15-2 0</inkml:trace>
  <inkml:trace contextRef="#ctx0" brushRef="#br0" timeOffset="-190822.443">20923 14320 345 0,'0'0'15'0,"0"0"4"0,0 0-19 0,0 0 0 15,6-5 0-15,-6 5 0 0,0 0 383 0,5-10 73 16,7 0 14-16,5 0 3 0,0 0-337 0,0-1-67 16,-5 1-13-16,-1 0-4 0,17 0-28 0,1 0-7 15,-1 5-1-15,-5 0 0 0,6 0 8 0,-1 5 2 16,6-5 0-16,-11 5 0 0,0 0-2 0,-6 0 0 16,6 0 0-16,0 0 0 0,-6 5-6 0,-17-5-2 0,17 0 0 0,0 5 0 15,-6 0-1-15,1 0-1 0,5 5 0 0,-6 0 0 16,-11-10 1-16,0 0 0 0,0 0 0 0,0 15 0 15,6 11 5-15,-6-6 2 0,0-5 0 0,0 10 0 16,-6-9 8-16,-5 9 2 0,11 0 0 16,-12-5 0-16,-5 6-5 0,0-1-1 0,0 6 0 0,-6-6 0 15,-5 5-6-15,5-4 0 0,-5-1-1 0,-1 5 0 16,-11 6-7-16,0-11 0 0,6 10-1 0,11 1 0 16,6-6-3-16,-11 1-8 0,-6 4 12 0,-1-4-4 15,13-1 5-15,-1-5 1 0,0 1 0 0,0-1 0 16,0-5-5-16,12 5-1 0,-6-4 0 0,11-6 0 15,-5 0 8-15,5 0 0 0,0-5 1 0,6-10 0 16,0 0-9-16,0 0-8 0,6 11 12 0,11-6-12 16,-5 0 0-16,-1-5 0 0,6-5 0 0,12 5 0 15,10 0 0-15,-10-5 0 0,-6-1 0 0,0 1 0 0,11 5 0 16,0 0 0-16,0-5 0 0,0 5 0 0,-11-5 0 0,11 5 0 16,-5 5-8-16,-1-5 8 0,-11 0-10 0,0 0 1 15,1 5 0-15,4-5 0 16,-10 0-14-16,-1 5-2 0,-11-5-1 0,17 6 0 15,0-6-21-15,-17 0-4 0,0 0-1 0,12 0 0 16,5 0-68-16,-6 0-13 0,-11 0-3 0,0 0-639 16,0 0-127-16</inkml:trace>
  <inkml:trace contextRef="#ctx0" brushRef="#br0" timeOffset="-182009.335">14570 16401 1036 0,'0'0'46'0,"0"0"10"15,0 0-45-15,0 0-11 0,0 0 0 0,0 0 0 0,11-5 254 0,1 0 49 16,-1 0 9-16,-11 5 3 0,0 0-208 0,17 0-42 15,0 0-8-15,1 0-1 0,-1 0-28 0,0 0-4 16,0 5-2-16,6-5 0 0,5 5 3 0,-5-5 1 16,-6 5 0-16,6-5 0 0,5 5-11 0,-5-5-3 15,-12 0 0-15,7 6 0 0,4-6-12 0,-10 0 0 16,-12 0 0-16,11 0 0 0,-5 0 0 0,11 0-21 16,-6 0 3-16,-11 0 1 15,0 0-164-15,0 0-33 0,17 0-6 0</inkml:trace>
  <inkml:trace contextRef="#ctx0" brushRef="#br0" timeOffset="-181718.147">14593 16639 864 0,'-17'5'38'0,"17"-5"8"0,-6 0-37 0,6 0-9 0,-6 0 0 0,-5 0 0 16,5 6 270-16,6-6 52 0,0 0 10 0,0 0 3 16,0 0-242-16,0 0-48 0,0 0-9 0,0 0-3 15,0 0 25-15,0 0 5 0,0 0 1 0,12 5 0 16,-1-5 0-16,0 0 0 0,-11 0 0 0,23 5 0 16,-6 0 0-16,0-5 0 0,1 0 0 0,-1 0 0 0,0 0-52 15,6 5-12-15,5-5 0 0,0 0 0 16,-10 0 0-16,4 0-13 0,13 0 4 0,-7-5 1 15,-5 5-128-15,0 0-24 0,11 0-6 0</inkml:trace>
  <inkml:trace contextRef="#ctx0" brushRef="#br0" timeOffset="-181326.125">16240 16108 1609 0,'0'0'71'0,"0"0"15"0,-6 0-69 0,6 0-17 0,0 0 0 0,0 0 0 16,-6-5 72-16,6 5 12 0,0 0 1 0,0 0 1 15,0 0-6-15,0 0-2 0,0 0 0 0,0 0 0 16,0 0-18-16,0 0-4 0,0 0-1 0,0 0 0 16,6 15 9-16,-12 0 3 0,-5 0 0 0,5 5 0 15,0 1-15-15,1-1-2 0,-12 5-1 0,5 6 0 16,-5-1-14-16,0 0-3 0,0 6-1 0,0 4 0 16,-12-4-13-16,12 4-2 0,6 1-1 0,-6-1 0 15,-6-4-15-15,0 4 8 0,6-4-8 0,11-6 0 16,1 1 0-16,-1-1 0 0,-11 0 0 0,17-4 0 15,11-6-16-15,-5 5-10 0,-6-10-2 16,0 1 0-16,11-1-151 0,1-10-30 16,-12-5-7-16</inkml:trace>
  <inkml:trace contextRef="#ctx0" brushRef="#br0" timeOffset="-180784.927">16980 16143 2134 0,'0'0'47'0,"0"0"9"0,-5-5 3 0,5 5 1 0,0 0-48 0,0 0-12 0,-6 0 0 0,6 0 0 16,0 0 52-16,0 0 7 0,0 0 1 0,-12 0 1 16,1 5-31-16,0-5-6 0,11 0-2 0,-12 5 0 15,-5 0 3-15,6 0 1 0,-1-5 0 0,1 5 0 16,0-5 16-16,-7 5 3 0,1-5 1 0,6 6 0 15,11-6-7-15,-11 5-2 0,-12 0 0 0,6 5 0 16,5-5-13-16,1 5-2 0,-18 0-1 0,7 5 0 16,5 0-7-16,-1 1-2 0,1-1 0 0,-5 10 0 15,-1-5-12-15,6 6 9 0,-6-1-9 0,6 5 8 16,-6 1-8-16,12-1 0 0,-6 6 0 0,5-6 0 16,6 11 0-16,-5-6 0 0,11-5 0 0,0 6 0 15,-6-1-8-15,6 1 8 0,0-11 0 0,6 0 0 16,11 6 0-16,-5-6 0 0,-7-5 0 0,7 1 0 0,-1-1 0 15,12-5 0-15,0-5 0 0,-1 0 0 0,-10 0-10 0,5-10 10 16,23 6 0-16,-12-6-9 16,1 0 9-16,-1-6-8 0,1 1 8 0,-1-5-8 0,-5 0 8 0,0 0 0 15,-6 0 0-15,6-10 0 0,-6 4 0 0,0 1 0 16,-6-5 0-16,1 0 0 0,-1 5 0 0,-5-6 0 16,-1 6 0-16,-5 0 0 0,0 0 0 0,0-6 8 15,-5 6-8-15,-1 0 8 0,0 0-8 0,-5 5 9 16,0 0-9-16,-7-1 10 15,7 1-10-15,-6 5 0 0,-6-5 0 0,6 5 8 0,-11 0-8 0,5 0 0 16,0 0 0-16,-11 0-11 0,5 5-1 0,1-5 0 16,5 5 0-16,0 0 0 15,0 0-22-15,6 0-5 0,6 5-1 0,-6 0 0 16,11 0-102-16,6-5-21 0,0 0-4 0,0 0-549 0,0 0-109 16</inkml:trace>
  <inkml:trace contextRef="#ctx0" brushRef="#br0" timeOffset="-180012.603">17732 16158 1504 0,'0'0'67'0,"0"0"13"0,0 0-64 0,0 0-16 15,0 0 0-15,0 0 0 0,12-5 133 0,-12 5 23 16,0 0 5-16,0 0 1 0,0 0-50 0,0 0-11 16,0 0-1-16,0 0-1 0,-12-10-38 0,7 5-7 15,5 5-2-15,-12-5 0 0,1 0-20 0,-6 5-4 16,5-5 0-16,1 5-1 0,-6 0-6 0,0 0-1 16,0 5 0-16,0 0 0 15,5-5-4-15,1 5 0 0,-1 0-1 0,1 0 0 0,0 5-6 0,-6-5-1 16,5 0 0-16,-11 11 0 0,6-6-8 0,0 5 0 15,0-5 0-15,6 5 0 0,-1-5 0 0,7 6 0 16,-1-1 0-16,0 0 0 0,6 0 0 0,0 0 0 16,6-4 0-16,0 4 0 0,-1 0 0 0,7 0 0 0,5 0 0 15,0 0 0-15,0 1 0 0,6-6 8 0,5 5-8 16,1 0 8-16,-7 0-8 0,13-5 0 0,-7 6 0 16,-11-6 8-16,6 0-8 0,0 5 0 0,0 0 0 0,-6 1 8 15,0 4-8-15,6 0 0 0,-6-5 0 0,5 11 0 16,-10-1 8-16,-1-5-8 0,1 5 0 0,-7-4 8 15,7-1-8-15,-12 0 12 0,0 0-12 0,-6-4 12 16,6 4-3-16,-6 0 0 0,1-5 0 0,-7 1 0 16,1-1 0-16,-1 0 0 0,-5-5 0 0,0 0 0 15,0 0 5-15,-6 0 1 0,1-4 0 0,-1-1 0 16,-17-5 1-16,11 0 0 0,1 0 0 0,5 0 0 16,-5-5-7-16,5 5-1 0,-6-6 0 0,7 1 0 15,-1 0-8-15,0-5 12 0,0 5-12 0,0-10 12 16,1 5-12-16,5-5 0 0,-6 4 0 0,6-4 0 0,-6 0 0 15,11 5 0-15,1 0 0 0,0-5 0 0,-1 5 0 16,7-1-11-16,-1-4 11 0,6 15-8 0,0-10 8 0,0 10-12 16,11-15 12-16,6 0-12 0,-5-6 3 0,-1 6 0 15,6 0 0-15,6 0 0 0,0-5 9 0,11-1-12 16,0-4 12-16,6 0-12 0,0-1 12 0,17-9 0 16,-11 10-9-16,-7-6 9 0,1 1 0 0,0 5 0 15,-6-1 0-15,-11 6 0 0,-6 0 0 0,6 5 0 16,-6-1 0-16,0 1 8 0,-11 0-8 0,-6 5 10 15,11 0-10-15,-11-6 10 0,0 6-2 0,0 0-8 16,-5 0 12-16,-1 5-4 0,0-10-8 0,-5 5 10 16,-6 0-10-16,0-1 10 0,0 1-10 0,0 5 0 15,-6-5 0-15,-6 0 0 0,6 5 0 0,1-5 0 16,-7 5-12-16,1 0 12 16,5-5-34-16,6 4 1 0,0 6 0 0,5-5 0 15,1 5-191-15,5 0-39 0</inkml:trace>
  <inkml:trace contextRef="#ctx0" brushRef="#br0" timeOffset="-179222.408">18410 16437 288 0,'0'0'25'0,"0"0"-25"0,0 0 0 0,0 0 0 0,12-5 254 0,-12 5 46 16,0 0 8-16,-12-5 3 0,12 5-160 0,0 0-32 15,0 0-7-15,0 0 0 0,0 0-44 0,0 0-8 16,0 0-1-16,0 0-1 0,0-5-3 0,0 5-1 16,0 0 0-16,-5 0 0 0,-7-5 6 0,12 5 2 15,0 0 0-15,0 0 0 0,0 0-11 0,-5-5-3 16,-7 5 0-16,1 0 0 0,-1 0-13 0,1 5-3 15,0 0-1-15,-7 0 0 0,1 0-11 0,6 0-1 16,-6 5-1-16,6-5 0 0,-7 5-4 0,7 5-1 16,-6-5 0-16,6 11 0 0,-7-6-13 0,13 5 8 15,-12 0-8-15,11 6 0 0,-5-1 0 0,-1 0 0 16,6 1 0-16,1-6 0 16,5 0 0-16,-6 6 0 0,6-1 0 0,6 0 0 0,-6-5 0 0,11 6-8 15,-5-6 8-15,5 5 0 0,6-4-16 0,0-6 3 0,6-5 1 16,0-5 0-1,6 5-100-15,-7-10-20 0,12 0-4 0,-11-5-604 0,6-5-121 0</inkml:trace>
  <inkml:trace contextRef="#ctx0" brushRef="#br0" timeOffset="-178541.643">18672 16538 288 0,'0'0'12'0,"0"0"4"16,0 0-16-16,0 0 0 0,0 0 0 0,0 0 0 16,0 0 402-16,0-10 78 0,6 5 15 0,-6 5 3 0,6-5-345 15,-6 5-69-15,0 0-13 0,0 0-3 0,0 0-24 16,0 0-5-16,6 10-1 0,-1 0 0 16,1 5-2-16,-6 1-1 0,-6 4 0 0,1 0 0 0,5 0-11 0,-6 6-3 15,0-1 0-15,-5-5 0 0,5 0-6 0,-5 6-2 16,-1-1 0-16,1-5 0 0,-1 1-3 0,1-1-1 15,0 0 0-15,-1-5 0 0,1 0-9 0,-1-4 8 16,7-1-8-16,5-10 8 0,0 0-8 0,0 0 0 16,0 0 0-16,0 0 8 0,0 0-8 0,0 0-14 15,0 0 3-15,0 0 1 0,11-15-6 0,1-1-2 16,-1-4 0-16,0 0 0 0,6 0 9 0,-5-6 9 16,11 1-13-16,-1 0 5 0,1-6 8 0,0 1 0 15,0-1-9-15,0 6 9 0,-1-5 0 0,1 10 0 16,6-6 0-16,-7 11 0 0,-4-5 0 0,4 10 0 0,-5-1-9 15,1 1 9-15,4 0 0 0,-5 5 14 0,-5 0-2 16,-1 5-1-16,6 0 9 0,-5 0 1 0,-12 0 1 16,17 10 0-16,-6-5-2 0,1 5-1 0,-7 6 0 0,1-1 0 15,-6 5-5-15,6-5-1 0,-12 6 0 0,6 4 0 16,0 0-4-16,-6 0-1 0,6-4 0 0,-5 4 0 16,-7-5-8-16,7 1 8 0,5-1-8 0,0-5 8 15,0 0-8-15,0 0 0 0,-6-4 0 0,6-11 8 16,0 0-8-16,0 0 0 0,0 0 0 0,0 0 8 15,0 0-17-15,0 0-4 0,0 0-1 0,6-11 0 16,5 1-1-16,0-5 0 0,6-5 0 0,0 0 0 16,1-6 28-16,4 6 6 0,1-5 1 0,0-1 0 15,-6 1-20-15,0 0 0 0,12-1 0 0,5 1 0 16,-6 10-48-16,1-5-12 16,-6 4-4-16,-1 1 0 0,1 10 52 0,0 0 12 0,-6 5 0 0,0 0 0 0,-5 0 0 0,5 5 0 15,-6 5 0-15,0 0 0 0,-5 6 0 0,0-1 0 16,5 5 0-16,-5 5 0 0,0-4 41 0,-6 4 11 15,0 0 3-15,0 1 0 0,0-6-36 0,0 0-7 16,-6 5-2-16,6-4 0 0,-6-6-10 0,1 5 10 16,-1-5-10-16,0 1 10 0,6-16-10 0,0 10-16 15,0-10 4-15,-11 5 1 16,11-5-125-16,0 0-24 0,0 0-6 0</inkml:trace>
  <inkml:trace contextRef="#ctx0" brushRef="#br0" timeOffset="-177999.384">20006 15905 2095 0,'0'0'46'0,"0"0"10"0,0 0 1 0,0 0 2 0,11-5-47 0,-5 0-12 0,5 0 0 0,1 0 0 0,-1 5 60 16,0-5 11-16,6 5 1 0,-5-5 1 0,5 5-45 15,-6 0-8-15,-11 0-3 0,12 0 0 16,5 0 19-16,6 0 3 0,-6 5 1 0,0 0 0 16,0 0-13-16,0 0-3 0,-6 0 0 0,7 0 0 0,-7 5-3 0,0-5-1 15,1 5 0-15,-1-4 0 0,0-1-3 0,-11-5-1 16,0 0 0-16,6 10 0 0,0 0-4 0,-6-10-2 15,6 15 0-15,-6-5 0 0,0 5-2 0,0-5-8 16,-12 6 12-16,1-1-4 0,-1 0 4 0,1 0 0 16,-6-5 0-16,0 0 0 0,0 6 3 0,0-6 1 15,0 0 0-15,-1 0 0 0,1 0 0 0,0 0 0 16,6 0 0-16,5 1 0 0,-11-6-2 0,6 5 0 16,-1-5 0-16,12-5 0 0,-11 10-4 0,11-10-1 15,0 0 0-15,0 0 0 0,0 0-9 0,0 0 12 16,-6 5-12-16,6-5 12 0,0 0-12 0,0 0 12 0,0 0-12 15,0 0 12-15,0 0-12 0,0 0 10 0,12 5-10 0,-1-5 10 16,6 0-10-16,0-5 0 16,12 5 0-16,-7-5 0 0,7 0 0 0,-6 0 0 0,0 0 0 0,5 5 0 15,0 0 0-15,1 0 0 0,-6 0 0 0,-6 0 0 16,0 0-26-16,-6 0 2 0,6 5 1 0,-17-5 0 31,0 0-23-31,6 0-5 0,11 0-1 0,-17 0 0 0,0 0-125 0,0 0-26 16,0 0-5-16</inkml:trace>
  <inkml:trace contextRef="#ctx0" brushRef="#br0" timeOffset="-175396.929">24404 13945 864 0,'0'0'76'0,"0"0"-60"0,0 0-16 0,0 0 0 16,0 0 285-16,0 0 55 0,0 0 10 0,0 0 2 15,17 5-237-15,-11 0-48 0,-6-5-10 0,17 6-1 16,-5-6-26-16,-1 5-5 0,-11-5-1 0,6 5 0 0,-1 10 19 0,1-5 3 15,-6-10 1-15,0 10 0 0,6 5 27 16,-6 6 6-16,-6-6 0 0,6 0 1 0,-6 5-53 0,-5 0-12 16,0 1-1-16,-1 4-1 0,1-5 12 0,-6 6 2 15,0 4 1-15,0 0 0 0,0 1-8 0,-1-6-1 16,1 5-1-16,6 1 0 0,-12-11-4 0,6 5-1 16,6-4 0-16,5 4 0 0,-5-5-1 0,5-5 0 15,0 1 0-15,0-1 0 0,6-5-13 0,0-10 11 16,0 10-11-16,0-10 10 0,0 0-10 0,12 10 0 15,-12-10 9-15,17 5-9 0,-17-5 0 0,17 5 0 16,6 0 0-16,0-5 0 0,-6 0 0 0,6 5 0 16,-1-5-9-16,1 0 9 0,6-5-24 0,-12 5 0 15,-6-5 0-15,-5 0 0 16,5 5-37-16,6-5-8 0,0 0-2 0,0 0 0 16,6 0-138-16,-11 0-28 0,-1-5-6 0,0 5-788 0</inkml:trace>
  <inkml:trace contextRef="#ctx0" brushRef="#br0" timeOffset="-175107.062">24592 14275 2044 0,'0'0'91'0,"0"0"18"0,0 0-87 0,0 0-22 15,0 0 0-15,0 0 0 0,0 0 104 16,0 0 16-16,0 0 3 0,0 0 1 0,0 0-64 0,6 10-12 16,-6-10-2-16,6 15-1 0,-6 0-14 0,6 5-3 15,-6 6-1-15,0-1 0 0,-6 0 0 0,0 1 0 16,0 9 0-16,1-5 0 0,-1-4-14 0,0-1-2 16,-5 0-1-16,5 1 0 0,6-6-10 0,0 0 0 15,-11 0 0-15,5 1 0 16,6-21-108-16,6 10-24 0,-6-10-5 0,0 0-1007 0</inkml:trace>
  <inkml:trace contextRef="#ctx0" brushRef="#br0" timeOffset="-174448.623">25345 13945 1382 0,'0'0'123'0,"0"0"-99"0,0 0-24 0,0 0 0 16,0 0 156-16,0 0 27 0,0 0 5 0,0 0 0 15,0 0-84-15,0 0-16 0,0 0-4 0,0 0-1 16,0-10-28-16,-6 0-6 0,0 0-1 0,0 5 0 16,6 5-3-16,-11-10-1 0,5 5 0 0,-5 5 0 15,0-5-11-15,-1 5-2 0,-5 0-1 0,6 5 0 16,-1 0-11-16,-5 5-3 0,0 0 0 0,6 0 0 15,-6 5-8-15,5 1-8 0,-5-1 9 0,11 0-9 16,-5 5 11-16,5-5-11 0,1 6 12 0,-1-1-12 16,0-5 8-16,6 10-8 0,6-4 0 0,0 9 0 0,-1-5 0 0,7 1 0 15,-7-6 0-15,12 0 0 0,-5 0 8 0,5-4-8 16,0 4 0-16,6-5 0 0,-6 0 8 0,6-5-8 16,0 6 0-16,-6-6 0 0,0 5 0 0,-6 0 10 15,1-5-10-15,-7 5 8 0,1-4 0 0,-6 4 0 16,11 5 0-16,-11-10 0 0,6 5 7 0,-6 6 1 15,-11-1 0-15,5-5 0 0,0 5-4 0,1-10-1 16,-7 6 0-16,1-6 0 0,-6-5 0 0,0 0 0 16,-6 0 0-16,0-5 0 0,12 0-2 0,-12 0 0 15,0-5 0-15,0 0 0 0,6-5-9 0,-6 5 8 16,6-6-8-16,6 1 8 0,-1 5-8 16,1-5 0-16,0 0 0 0,-1 0 0 0,7 0-11 0,-1 0 11 0,0 0-8 0,6-6 8 15,-6 1-15-15,6 0 3 0,6-5 0 0,0-1 0 16,5 1-3-16,1 0 0 0,5-5 0 0,0 4 0 15,-6-4 6-15,12 0 1 0,5-1 0 0,1 1 0 32,-1 0-19-32,7 4-3 0,-1-4-1 0,0 5 0 0,0-5 47 0,0-1 8 0,-5 6 3 0,-6 0 0 15,5 5-27-15,-11-1 8 0,0 1-8 0,-5 5 0 16,-7 0 8-16,7 0-8 0,-12 10 8 0,6-10-8 16,-6 10 8-16,0-5-8 0,0-6 8 0,-6 1-8 15,0 0 8-15,-5 5-8 0,-1 0 8 0,1 0-8 16,-6 5 0-16,0-5 0 0,-6 0 0 0,6 5 0 15,11 0-30-15,-5 0 2 0,-6 0 0 0,0 5 0 16,0 0-107-16,-1 5-21 0,1 0-4 0,6 5-606 16,0 1-122-16</inkml:trace>
  <inkml:trace contextRef="#ctx0" brushRef="#br0" timeOffset="-173941.824">26051 14021 403 0,'0'0'36'0,"0"0"-36"15,0 0 0-15,0 0 0 0,0 0 404 0,0 0 73 0,-6 0 15 16,6 0 4-16,0 0-295 0,-11-10-58 0,5 5-12 0,6 5-3 16,0 0-102-16,-5-10-26 0,-7 5 0 0,6 0 0 15,1 0 0-15,-7 0 0 0,7 0 0 0,-7 5 0 16,1 0 56-16,-1 0 7 0,1 5 1 0,-6 0 0 15,6 0-52-15,-6 5-12 0,-1 0 0 0,1 5 0 16,0 1 0-16,-6-1 0 0,6 5 0 0,-5 0 0 16,4 6 31-16,-4 4 3 0,5-5 1 0,-1 6 0 15,1 4-35-15,0 1 0 0,6-1 0 0,0 0 0 16,5-4 0-16,-6 4 0 0,12 1 0 0,0-6 0 16,0-5 0-16,12 6 0 0,-6-6 0 0,11 0 0 15,-6-9 0-15,6 4 0 0,6-5 10 0,0-5-10 16,-1 5 8-16,7-10-8 0,-6 1 8 0,5-6-8 15,6 0 9-15,1-6-9 0,-7 1 10 0,6-10-10 16,-5 5 11-16,-1 0-11 0,-5-10 12 0,0 4-12 16,5-4 10-16,-11 0-10 0,12-5 8 0,-12 4-8 15,0-4 9-15,-6 0-9 0,1-1 10 0,-6-4-10 0,-1 0 9 16,1-6-9-16,5 1 8 0,1 4-8 0,5 1 9 16,-11 5-9-16,-12-1 10 0,0 1-10 0,0 5 11 0,1 0-11 15,-1-1 12-15,-5 6-12 0,5-5 8 0,0 5-8 16,-5-1 0-16,-6 6 0 0,0 5-12 0,-6 0-5 15,0 0-2-15,0 0 0 16,1 5-29-16,-1 5-7 0,6-5-1 0,0 5 0 16,5-5-152-16,-5 10-32 0,11-5-5 0</inkml:trace>
  <inkml:trace contextRef="#ctx0" brushRef="#br0" timeOffset="-173585.358">26872 14037 1728 0,'0'0'38'0,"0"0"8"0,0 0 2 0,0 0 0 0,0 0-39 0,0 0-9 0,0 0 0 0,0 0 0 16,0 0 53-16,0 0 9 0,0 0 2 0,0 0 0 15,0 0 0-15,0 0 0 0,0 0 0 0,0 0 0 16,0 0 0-16,0 0 0 0,0 0 0 0,5 10 0 16,-5 0 0-16,0 5 0 0,0-5 0 0,0 5 0 0,-5 0 0 0,-1-4 0 15,6 4 0-15,0 0 0 0,6 5-26 0,-12 6-5 16,0-6-1-16,-5 0 0 0,5 0-20 16,-5 11-4-16,5-11 0 0,6 5-8 15,-6 1 8-15,6-6-8 0,-11-5 0 0,11 5 0 0,-6-5 0 0,0 1 0 16,1-6 0-16,5 5-9 15,0-15-30-15,-6 10-5 0,6-10-2 0,0 0 0 16,0 0-163-16,0 0-33 0,0 0-6 0</inkml:trace>
  <inkml:trace contextRef="#ctx0" brushRef="#br0" timeOffset="-173353.602">26712 14234 1094 0,'0'0'97'0,"0"0"-77"0,0 0-20 0,0 0 0 16,0 0 244-16,0 0 46 0,0 0 9 0,0 0 1 16,0 0-164-16,0 0-34 0,0 0-6 0,0 0-2 15,0 0-42-15,0 0-9 0,17 0-2 0,0 0 0 16,6 0-6-16,-6 0-2 0,-6-5 0 0,1 0 0 16,5 5-21-16,0 0-12 0,6-5 12 0,-6 5-12 15,6 0 0-15,-1 0 0 0,7-5 0 0,-6 0 0 16,-6 5-154-1,6-5-28-15,-1 0-6 0</inkml:trace>
  <inkml:trace contextRef="#ctx0" brushRef="#br0" timeOffset="-172841.11">27641 13885 2188 0,'0'0'48'0,"0"0"11"0,0 0 1 0,0 0 1 0,0 0-49 0,0 0-12 15,11-5 0-15,1-1 0 0,5-4 105 0,0 0 19 16,0 5 3-16,0-5 1 0,6 0-103 0,-1 0-25 0,7 0 0 15,-1 5 0-15,-5-6 0 0,6 6 0 16,-1 0 0-16,1 0 0 0,-7 0 56 0,1 5 7 0,0 0 1 0,-6 0 0 16,-5 5-52-16,5 0-12 0,0 5 0 0,0-5 0 15,-6 6 0-15,-5-1 0 0,0 5 0 0,-6 0 0 16,-6 5 54-16,0 1 8 0,1-1 2 0,-7 0 0 16,-5 5-52-16,6-4-12 0,-6 4 0 0,-1 0 0 15,-4 6 0-15,-1-6 0 0,-6 0 0 0,1-4 0 16,-1 4 18-16,-5 0 1 0,6 6 0 0,-6-6 0 15,11 0-11-15,-6 1-8 0,1-1 12 0,11 0-12 16,-6-4 9-16,6-1-9 0,-6 0 0 0,6-5 9 16,6 5-29-1,-7-4-7-15,13-6-1 0,-7 10 0 0,1-5 74 0,0-5 14 0,11 1 4 0,0-11 0 16,0 0-103-16,0 0-20 0,11 10-4 16,0-5-1-16,1 0 52 0,5-5 12 0,0 0 0 0,6 0 0 15,0 0 0-15,5 0 0 0,-5-5 0 0,11 0 0 0,-6 5 0 16,7-5 0-16,-7-6 0 0,6 11 0 15,-5-5-105-15,-1 0-19 0,1 0-3 0,-1-5-717 16,1 5-144-16</inkml:trace>
  <inkml:trace contextRef="#ctx0" brushRef="#br0" timeOffset="-172137.72">28814 13849 2012 0,'0'0'44'0,"6"-5"10"0,0-5 2 0,0 0 0 0,-1 0-45 0,1 0-11 0,-6-6 0 0,0 16 0 16,0-10 92-16,-6 0 17 0,6 0 3 0,0 10 1 15,0-10-39-15,0 10-8 0,-5-10-2 0,-1 0 0 16,-6 5-21-16,1-1-5 0,0 6-1 0,-1-5 0 15,-5 5-8-15,0 0-1 0,0 5-1 0,-6 1 0 16,6-1-27-16,-6 5 0 0,6 0 0 0,-6 0 0 16,1 5 0-16,5-5 0 0,-1 5 0 0,1 6 0 15,0-1 0-15,6 0 0 0,-1 1 0 0,7-1 0 16,-1 5 0-16,6-5 0 0,0 6 0 0,6-11 0 16,-1 5 0-16,1-5 0 0,6 11 0 0,5-6 0 0,-6 0 0 15,6 0 0-15,0 6 0 0,12 4 0 0,-1-10 0 0,1 6 0 16,-1-11 0-16,1 5 0 0,-7-5 0 0,7 6 0 15,-12-1 0-15,6 0 0 0,-12-5 0 0,1 6 0 16,-1-1 0-16,-5 0 0 0,-6 0 0 0,0 1 0 16,0-6 0-16,0 0 0 0,-6 0 0 0,-5 0 0 15,5-5 0-15,-11 1 0 0,0-1 0 0,0-5 0 16,-6-5 0-16,0 5 0 0,0-5 56 0,-5 0 7 16,5-5 1-16,-5 5 0 0,-1-5-52 0,6 0-12 15,-5 0 0-15,-1-6 0 0,1 1 0 0,-1 0 0 16,7 0 0-16,-1-5 0 0,0 5 0 0,6 0 0 15,-6-6 0-15,6 6 0 0,0-5 0 0,5 5 0 0,7 0 0 0,5 10 0 16,0-10 0-16,0 10 0 0,5-10 0 0,7-1 0 31,-1-4-18-31,1 5-6 0,5-5-2 0,6 0 0 16,11-5-10-16,6-1-1 0,-1-4-1 0,1 0 0 0,6-1 38 0,0 1 0 0,5 0 0 0,0-1 0 16,-11 6 0-16,0 0 0 0,-6-5 0 0,-11 9 0 15,0 1 0-15,-6-5 0 0,6 5 0 0,-6-1 0 16,-6-4 0-16,0 5 0 0,1-5 0 0,-7 5 0 15,7-6 0-15,-12 6 0 0,0 0 0 0,-12 5 0 16,7-5 26-16,-12 4 13 0,0 1 2 0,0 0 1 16,-6 0-16-16,0 0-3 0,0 0-1 0,0 5 0 15,-5-5-69-15,5 10-13 0,-11-5-4 16,11 0 0-16,-5 5 52 0,5 5 12 0,6-5 0 0,0 5 0 16,0 5-124-16,5 0-21 0,1 0-5 0,5 0-613 15,0 5-122-15</inkml:trace>
  <inkml:trace contextRef="#ctx0" brushRef="#br0" timeOffset="-171655.419">29538 13839 2084 0,'0'0'92'0,"0"0"20"0,0 0-90 0,0 0-22 15,0 0 0-15,0 0 0 0,0 0 79 0,0 0 11 0,0 0 2 0,0 0 1 16,0 0-39-16,0 0-8 0,0 0-2 0,0 0 0 16,0 0-19-16,0 0-4 0,0 0-1 0,0 0 0 15,-11 5 21-15,-6-5 4 0,-6 5 1 0,6 0 0 16,0 5-17-16,-6 0-3 0,0 1-1 0,0 9 0 16,0 0-13-16,-5 5-4 0,-1 1 0 0,7 9 0 15,-7-4-18-15,6-1-4 0,1 5-1 0,5 6 0 16,-1-1 15-16,7 6 0 0,0-11 0 0,5 6 0 15,6 5 0-15,6-11 0 0,-1 5 0 0,7-14 0 16,5-1 48-16,6 0 13 0,-12 6 3 0,12-11 0 16,0 5-64-16,-1-9 0 15,7-1-14-15,-1 0 2 0,1-10 12 0,5 0 0 0,0-5 0 0,-5-5 0 16,11-5 0-16,5-5 9 0,-5 0-1 0,0-6-8 16,-12 1 10-16,7-5-10 0,-7-1 8 0,-5-4-8 15,5-5 0-15,-5-1 0 0,-6-4 0 0,6 4 0 0,-6-4 0 16,-5-1 0-16,-1 6 0 0,-5-6 0 0,-1 6 16 15,-5-1-3-15,0 6 0 0,0 0 0 0,-11-6-5 0,0 6-8 16,-1 4 11-16,-5 1-11 0,0 5 0 0,-6 0 0 16,0-1 0-16,1 1 0 0,-1 5-11 0,-6 5-5 15,1-6-2-15,-6 6 0 16,5 5-37-16,1-5-7 0,-1 5-2 0,1 5-819 16,-1 0-164-16</inkml:trace>
  <inkml:trace contextRef="#ctx0" brushRef="#br0" timeOffset="-170852.694">30490 13961 403 0,'0'0'36'0,"0"0"-36"15,0 0 0-15,0 0 0 0,0 0 336 0,0 0 60 16,0 0 12-16,0 0 2 0,0 0-247 0,0 0-50 16,0 0-9-16,0 0-3 0,0 10-46 0,0 5-10 15,0 0-1-15,0 0-1 0,0 0-7 0,0 1 0 16,-6 9-1-16,6-5 0 0,0 6-3 0,-6-1-1 16,-5 5 0-16,-1-4 0 0,7 4-18 0,-7 0-3 15,7 1-1-15,-7-6 0 0,-5 5-19 0,6-4-4 16,5-1-1-16,-5-5-767 15,-1 1-154-15</inkml:trace>
  <inkml:trace contextRef="#ctx0" brushRef="#br0" timeOffset="-170652.169">30210 14275 806 0,'0'0'72'0,"0"0"-58"0,0 0-14 0,0 0 0 16,0 0 356-16,12-6 69 0,-1 6 14 0,1 0 2 16,10-5-326-16,-5 0-66 0,12 5-13 0,-1-5-2 15,1 0-25-15,5-5-9 0,0 5 0 0,1 0 9 32,10 5-57-32,-5-5-12 0,6 0-3 0</inkml:trace>
  <inkml:trace contextRef="#ctx0" brushRef="#br0" timeOffset="-170318.528">31344 13667 2419 0,'0'0'53'0,"0"0"11"0,0 0 3 0,0 0 1 0,0 0-55 0,0 0-13 16,0 0 0-16,0 0 0 0,0 0 54 0,0 0 8 0,0 0 2 0,0 0 0 15,0 0 0-15,0 0 0 0,0 15 0 16,-5 0 0-16,-7-5-52 0,6 6-12 0,-5 9 0 0,5 0 0 16,-5 11 0-16,-6 4 0 0,0-4 0 0,5 14 0 15,-5 1 0-15,0-6 0 0,0-4 0 0,0 10 0 16,0-1 28-16,6 1 4 0,-7-6 0 0,13-4 0 15,-7-6-32-15,1 6-10 0,5-16 0 0,1 6 0 16,-1-6-88 0,0-5-18-16,12-5-3 0,-6 1-685 0,0-16-138 0</inkml:trace>
  <inkml:trace contextRef="#ctx0" brushRef="#br0" timeOffset="-169903.805">31823 13707 1728 0,'0'0'76'0,"0"0"16"0,0 0-73 0,6-10-19 16,-6 10 0-16,0 0 0 0,0 0 105 0,0 0 18 15,0 0 3-15,0 0 1 0,0 0-50 0,0 0-9 16,0 0-3-16,0 0 0 0,0 0-1 0,0 0 0 16,0 0 0-16,-6 10 0 0,0 6-51 0,-5-6-13 15,-6 5 0-15,5 0 0 0,-10 5 0 0,4 6 0 16,1-6 0-16,-5 5 0 0,-1 6 54 0,0 4 8 15,0 0 2-15,0 6 0 0,1 0-52 0,4-6-12 16,-4 5 0-16,5-4 0 16,5 4-22-16,6-4-7 0,1 9-2 0,5-9 0 0,11-1 31 0,-5-4 0 15,11-6-8-15,0 5 8 0,6-9 0 0,0-6-9 16,5 0 9-16,1-5-8 0,-7 0 8 0,7-10 0 0,-6 0 0 16,5-5-8-16,-5-5 8 0,0 0 0 0,-6-5 0 0,0 5 0 15,0-11 0-15,-6 1 8 0,1 0-8 0,-6 5 11 16,-1-11-3-16,1 1-8 0,0 10 12 0,-1-10-4 15,-5-1 3-15,0 1 0 0,0 10 0 0,0 0 0 16,-5-6 2-16,5 6 1 0,-6 0 0 0,0 0 0 16,-5 5-14-16,-1-1 0 0,1 6 0 0,-6 0 0 15,0 0 0-15,0 0 0 0,0 0 0 0,-6 5 0 16,0 5-151 0,0 0-33-16,1-5-6 0,4 10-2 0</inkml:trace>
  <inkml:trace contextRef="#ctx0" brushRef="#br0" timeOffset="-169285.947">32564 13723 2188 0,'0'0'97'0,"0"0"20"0,0 0-93 0,0 0-24 16,0-11 0-16,0 1 0 0,0 10 56 0,0 0 6 15,-6-5 2-15,0-5 0 0,0 5 0 0,-5-5 0 16,0 10 0-16,-1-5 0 16,1 5-52-16,0 0-12 0,-1 0 0 0,-5 5 0 0,6-5 0 0,-6 10 0 15,-1-5 0-15,-4 10 0 0,5-5 0 0,-1 6 0 16,1 4 0-16,0-5 0 0,6 0 0 0,-1 5 0 16,7-4 0-16,-1 9 0 0,0 0 0 0,6 6 0 0,6-1 0 0,0 6 0 15,-1-1 0-15,1-10 0 0,0 1 0 16,0 4 0-16,-1 0 24 0,7-4 1 0,5 4 1 15,-6 0 0-15,6 1-18 0,0 4-8 0,0 6 8 0,1-11-8 16,-7 1 11-16,-5-6-3 0,-1 0-8 0,1 1 12 16,0-6 13-16,-12 0 3 0,0 0 0 0,1 1 0 15,-7-6-4-15,7 0-1 0,-13-5 0 0,1 0 0 16,-5 0-5-16,4-5-1 0,1 0 0 0,-5 1 0 16,-7-6-4-16,1 0-1 0,5-6 0 0,0 1 0 15,6-5-4-15,-6 0 0 0,6 0-8 0,0 0 12 16,0-5-12-16,5 0 0 0,1-6 0 0,5 1 0 15,1 0 0-15,-1-1 0 0,6-4 0 0,0 5 0 16,11-5 0-16,-5-1 0 0,5 6-9 0,1-5 9 0,-1 4-12 0,12 1 12 16,6 10-13-16,-1-5 5 0,1-10 19 0,5 4 4 15,11-4 1-15,-11 5 0 16,1-1-16-16,5 1 0 0,-6 0 0 0,6-5 0 0,-6 4 0 0,-6 1 0 16,6 0 0-16,-5 0 0 0,-1-1-11 0,-5 1-5 15,-6 5 0-15,0 0-1 0,-5 0 27 0,-1 4 6 16,-5-4 0-16,-6 5 1 0,0 0-17 0,-6 0 0 15,1 5-8-15,-1-5 8 0,-6 5 0 0,1-6 0 16,-6 6 0-16,0 0 10 0,0 0-10 0,-6 0 0 16,0-5 0-16,-5 5 0 15,-1 5-49-15,6 0-12 0,-11-5-3 0,11 5 0 16,-5 0-102-16,-1 0-21 0,7 0-4 0,-1 0-1 0</inkml:trace>
  <inkml:trace contextRef="#ctx0" brushRef="#br0" timeOffset="-168602.818">24040 16092 1958 0,'0'0'43'0,"0"0"9"15,0 0 1-15,0 0 3 0,0 0-45 0,0 0-11 0,0 0 0 0,0 0 0 0,0 0 53 16,0 0 9-16,0 0 2 0,0 0 0 0,0 0 0 16,17 0 0-16,0 0 0 0,0 0 0 0,0 0 0 0,0-5 0 15,6 0 0-15,0 5 0 16,0 0-52-16,5-5-12 0,1 0 0 0,-1-5 0 0,1 5 32 0,-1 5 3 16,1-10 1-16,-12 10 0 0,0-10-27 0,-6 5-9 15,0 5 0-15,1 0 9 16,-6 0-83-16,-6 0-17 0,0 0-3 0,0 0-675 15,11 0-135-15</inkml:trace>
  <inkml:trace contextRef="#ctx0" brushRef="#br0" timeOffset="-168346.8">24011 16280 1843 0,'0'0'40'0,"0"0"9"0,0 0 2 0,0 0 1 0,0 0-42 0,0 0-10 0,0 0 0 0,0 0 0 16,0 0 79-16,0 0 13 0,0 0 4 0,0 0 0 15,0 0 25-15,17 10 6 0,-11 0 1 0,11-5 0 16,-17-5-87-16,17 5-17 0,0 0-3 0,0 0-1 16,6-5 0-16,-6 0 0 0,6 0 0 0,0 0 0 15,0 0-11-15,-1 0-9 0,7 0 12 0,-6-5-12 16,5 5 0-16,1 0 0 0,-12-5-10 0,6 5 10 15,-1-5-192-15,-5 0-32 0</inkml:trace>
  <inkml:trace contextRef="#ctx0" brushRef="#br0" timeOffset="-167049.655">25572 15713 288 0,'0'0'25'0,"0"0"-25"0,0 0 0 0,0 0 0 0,0 0 237 0,0 0 43 16,0 0 8-16,0 0 1 0,12-5-127 0,-6-5-26 15,-6 10-4-15,0 0-2 0,11-11-42 0,-11 11-9 16,0-15-2-16,6 10 0 0,-1-10-17 0,-5 5-3 15,0 0-1-15,0 0 0 0,-5-1 0 0,5 1-1 16,-6 5 0-16,6-5 0 0,-11 0-3 0,-1 0-1 16,1 5 0-16,-6 0 0 0,0 0-8 0,-1 5-2 15,-4 0 0-15,-7 0 0 0,1-5-17 0,-1 5-4 16,6 5-1-16,-5 0 0 0,5-5-19 0,-5 10 0 16,-1-5 0-16,6 5 0 0,-5-5 0 0,5 5 0 15,0 5 0-15,0 1 0 0,1-1 0 0,5 0 0 16,0 10 0-16,-1-4 0 0,1 4 0 0,6 0 0 0,0 1 0 15,5-1 0-15,0 0 0 0,0 0 0 0,1 1 0 0,5-1 0 16,0 6 0-16,5-11 0 0,7 5 0 16,-1 0 0-16,1-9 0 0,-1-1 0 0,12 0 0 0,5-5 0 15,1 0 0-15,5-5 0 0,0 0 0 0,6-5 0 16,-6-10 0-16,6-5 0 0,-6 5 0 0,6-5-12 16,-11-11 12-16,-1 6 10 0,-5 0-2 0,0-5 0 15,0 4-8-15,-1-4 10 0,-5 5-10 0,6-6 10 16,-11 6-10-16,5 0 0 0,-6 0 9 0,1 4-9 15,-12 1 8-15,11 0-8 0,-11 5 10 0,0 10-10 16,6-10 0-16,-6 10 0 0,0 0 0 0,0 0 0 16,0 0 12-16,0 0-4 0,0 0-8 0,0 0 12 15,-6 10-2-15,-5 5-1 0,5 5 0 0,-6 1 0 16,7 4-1-16,-7 0 0 0,1 6 0 0,0 4 0 16,-7 6 0-16,7 4-8 0,-6 6 12 0,6-6-4 0,-7 1-8 15,1 5 0-15,0-6 0 0,0-4 0 0,0 4 0 0,0-4 0 16,0 4 8-16,0-9-8 0,5-1 0 0,-5-4 0 15,6-1 0-15,5 0 8 0,-5-9-8 0,5-1 0 16,0-5 0-16,1 0 0 16,-1-5-20-16,6-10-7 0,0 0-1 0,0 0 0 15,17-10-172-15,0-5-34 0,0-5-7 0</inkml:trace>
  <inkml:trace contextRef="#ctx0" brushRef="#br0" timeOffset="-166450.482">26057 15763 1728 0,'0'0'38'0,"0"0"8"0,0 0 2 0,0 0 0 0,-6 5-39 0,6-5-9 0,-11 5 0 0,11-5 0 16,0 0 50-16,0 0 8 0,0 0 2 0,0 0 0 15,0 0-4-15,0 0-1 0,0 0 0 0,11 0 0 16,0-5-2-16,1 0 0 0,5 0 0 0,0-5 0 0,12 5-13 0,-7-5-2 16,1 5-1-16,0-5 0 0,0 5-3 0,-6 0-1 15,6-5 0-15,-1 10 0 0,7-6-5 16,-6 1 0-16,-1 0-1 0,-4 5 0 0,-1 5-8 15,0 0-2-15,-6 1 0 0,0 4 0 0,-5 0 1 0,0 5 0 16,0 0 0-16,-1 0 0 0,-5 6 2 0,0-1 1 16,-5 0 0-16,-7 0 0 0,6 1-5 0,1-1-2 15,-12 0 0-15,0 5 0 0,0 1-4 0,-6 4-1 16,6-5 0-16,-6 6 0 0,0-1-9 0,6-4 0 16,6 4 9-16,-7 0-9 0,-4 1 8 0,-1-1-8 15,-6-5 10-15,1 6-10 0,-1-1 9 0,1-4-9 16,-1-1 8-16,7 5-8 0,-7-4 8 0,6-1-8 15,6 0 0-15,-6-5 8 0,1 1-8 0,5-6 8 0,5 0-8 16,-5 0 8-16,6 0-8 0,5-4 0 0,-5-1 9 0,11-5-9 16,0-5 0-16,0 0 0 0,0 0 0 0,0 0 8 15,0 0-8-15,0 0 0 0,0 0 0 0,17-5 0 16,0-5 0-16,0 5 0 0,6-6-9 0,5 6 9 16,-5-5 0-16,5 5 0 0,-5 0 0 0,0 0 0 15,11-5-8-15,-5 10 8 0,-1-5 0 0,-11 5 0 16,-5-5-12-16,5 5 3 0,-6 0 0 0,6 5 0 31,0-5-23-31,0 0-5 0,1 0-1 0,-1 0 0 0,0 0-102 16,6 0-21-16,-6-5-4 0,0 5-939 0</inkml:trace>
  <inkml:trace contextRef="#ctx0" brushRef="#br0" timeOffset="-165663.66">27299 15738 1958 0,'-12'-5'87'0,"12"5"17"0,-5-5-83 0,-1-5-21 0,0 5 0 0,6 0 0 16,-5-5 56-16,-1-1 6 0,0 1 2 16,1 5 0-16,-7-5-27 0,6 0-5 15,-5 5 0-15,11-5-1 0,0 10 1 0,-6-5 1 0,-16-5 0 0,5 10 0 16,-1-6 25-16,1 1 5 16,0 5 1-16,6-5 0 0,-1 5-52 0,1 5-12 0,-6 0 0 0,0 1 0 15,0-1 0-15,-12 5 0 0,12 0 0 0,-6 5 0 16,6 0 0-16,0 6 0 0,6-1 0 0,-6 5 0 15,5 0 0-15,7-4 0 0,-1 4 0 0,0 0 0 16,6 1 20-16,0-1 2 0,6 0 0 0,0 1 0 16,5-1-14-16,6 0-8 0,0 1 8 0,6-1-8 15,0-5 0-15,0 0 9 0,5 1-9 0,1-6 0 16,5 5 9-16,-6 0-9 0,6-4 0 0,-5-1 9 16,-1 5-9-16,-5-5 0 0,-6 5 0 0,6 1 0 0,-12-1 8 15,1 0-8-15,-1-5 8 0,-5 1-8 16,0 4 16-16,-6-5-1 0,-6 0-1 0,6 5 0 15,0-4 7-15,-6 4 2 0,-5-5 0 0,-1 0 0 0,-5 6-9 0,0-6-2 16,-6 0 0-16,-5-5 0 0,0 0-4 0,5-5 0 16,-6-5-8-16,1 0 12 0,-1 0-3 0,1-5-1 15,5 0 0-15,-6 0 0 0,1-5-8 0,-1-5 0 16,7 5 0-16,-1-1 8 0,-6-4-8 0,7 0 0 16,-1 5 0-16,6-5 0 0,5 5-8 0,1-6 8 15,0 6-10-15,-1-5 10 0,6 10-13 0,6 5 3 16,-5-10 1-16,5 10 0 0,5-15-3 0,1 5 0 15,6-6 0-15,-1 6 0 0,0 0 0 0,6 0 0 16,6-5 0-16,0 0 0 0,6-6 12 0,-1 6-10 16,12-5 10-16,0 0-10 0,0-6 10 0,0 6 0 0,5-5 0 15,1-1 0-15,-6 1 0 0,-1 0 0 0,1 0 0 0,-5 4 0 16,-7-4 0-16,-5 5 0 0,-6 5 0 0,6-1 0 16,-12-4 0-16,6 0 9 0,-11 0-9 15,5 4 10-15,-5-4-10 0,0 5 0 0,-6 0 0 0,0 0 0 16,0-1 0-16,-6-4 0 0,0 10 0 0,-5-5 0 15,0 0 0-15,-1 4 0 0,-11-4 0 0,1 5 0 16,-7 0 0-16,6 0 0 0,-11 0 0 0,6 5 0 16,-7 0 0-16,7 0 0 0,-1 5 0 0,1 0 0 15,11 0-152-15,0 5-32 16,0 0-6-16,0 5-548 0,5-5-110 0</inkml:trace>
  <inkml:trace contextRef="#ctx0" brushRef="#br0" timeOffset="-165134.06">27943 16128 748 0,'0'0'67'0,"0"0"-54"0,0 0-13 0,0 0 0 16,0 0 210-16,5-10 39 0,7 5 8 0,-12 5 2 16,5-10-130-16,-5 10-25 0,0 0-6 0,0 0-1 15,0-16-56-15,0 16-11 0,0 0-2 0,0 0-1 16,0 0-13-16,0 0-2 0,0 0-1 0,0 0 0 15,0 0 22-15,0 0 5 0,-5-5 1 0,5 5 0 16,0 0 13-16,-6-10 2 0,-5 10 1 0,11 0 0 16,0 0-10-16,0 0-1 0,0 0-1 0,-6-10 0 15,-5 5-7-15,11 5-2 0,-12 0 0 0,7-5 0 16,-7 5-14-16,12 0-4 0,-17 0 0 0,6 5 0 16,-1-5-6-16,1 5-2 0,-6 5 0 0,5 0 0 15,1 0 4-15,0 1 0 0,-7 4 0 0,1 5 0 16,6 0-12-16,-6 1 12 0,0 4-12 0,-6 0 12 15,12 1-12-15,-6-1 10 0,5 5-10 0,6 1 10 0,-5-1-10 16,5-5 0-16,6 1 0 0,6-1 0 16,-6-5 0-16,6 0 0 0,5 1 0 0,1-6 0 0,-1 5-16 0,0-5 5 15,6-4 1-15,12-6 0 16,-1 5-18-16,1-10-3 0,5-5-1 0,0-5 0 16,0-1-88-16,-5 1-17 0,5-5-4 0,-5 0-600 15,-1 0-120-15</inkml:trace>
  <inkml:trace contextRef="#ctx0" brushRef="#br0" timeOffset="-164450.675">28359 16057 1702 0,'0'0'76'0,"0"0"15"0,0 0-73 0,0 0-18 0,0 0 0 0,0 0 0 16,0 0 100-16,0 0 16 0,0 0 3 0,11 5 1 15,0-5-37-15,-11 0-7 0,0 0-2 0,0 0 0 16,0 0-8-16,0 10-2 0,6-5 0 0,-6 5 0 15,0 6-6-15,0-1-2 0,0 0 0 0,-6 0 0 16,6 5-28-16,-5 6-7 0,-1-1-1 0,0-5 0 16,-5 6-10-16,5-6-2 0,-5 5-8 0,11-4 12 15,-6 4-12-15,0-5 8 0,-11 0-8 0,12-4 0 16,-7 4 0-16,1-10 0 0,5 0 0 0,0-5 0 16,6-5 0-16,0 0 0 0,0 0 0 0,0 0 0 15,0 0-13-15,0 0 4 0,0 0 1 0,6-10 0 16,0-5-3-16,5 0 0 0,1-1 0 0,-7-4 0 0,12-5 11 0,1 0-8 15,-1-1 8-15,5 1-8 0,1 0 8 16,-6 4 14-16,0-4-3 0,1 0-1 0,4-1-10 0,-5 6 0 16,0 0 0-16,1 0 0 0,4 4 0 0,-5 1 0 15,1 0 0-15,-1 5 0 0,5 0 0 0,-4 0 0 16,-7 10 0-16,6 0 0 0,0 0 0 0,-5 0 0 16,-1 5 0-16,0 5 0 0,-5 0 0 0,5 5 0 15,-5 5 0-15,0-4 0 0,-6 4 0 0,0 0 0 16,0 5 0-16,0 1 0 0,-6-1 0 0,0 0 0 15,-5 1 0-15,5-1 0 0,-5 0 0 0,5-4 0 16,-5-1 0-16,5 0 0 0,0 0 0 0,1-10 0 16,-1 6 0-16,6-16 0 0,0 0 0 0,0 0 0 0,0 0 0 15,0 0 0-15,0 0 0 0,0 0 0 0,0 0 0 0,11-5 0 16,1-6 0-16,5 1 0 16,0-5 0-16,6 0 0 0,0-5 0 0,-1-1 0 0,1 1 0 0,0-5 0 15,11 5 0-15,-5-6 0 0,5 1 0 0,0 0 0 16,0-6 0-16,0 11 0 0,1-5 0 0,-7 9 0 15,1-4 0-15,-1 5 0 0,-5 5 0 0,0 5 0 16,-1-5 0-16,-5 10 0 0,-5 0 0 0,-1 0 0 16,6 5 0-16,-11 0 0 0,11 0 0 0,-5 5 0 15,-1 5 0-15,6-5 0 0,-6 6 0 0,-5 9 0 16,6 0 0-16,-7 1 0 0,1 4 0 0,0 0 0 16,-1-4 40-16,-5 4 5 0,0 0 2 0,0-4 0 15,-5-1-24-15,5 0-5 0,-6-4-1 0,6-1 0 16,-6 0-17-16,6-5 0 0,-5-5 0 0,5-10 0 15,0 16-48-15,0-16-12 0,0 0-4 0,0 0 0 16,0 0-39-16,0 0-8 0,0 0-1 0,0 0-674 16,0 0-134-16</inkml:trace>
  <inkml:trace contextRef="#ctx0" brushRef="#br0" timeOffset="-163770.578">29538 15378 1497 0,'0'0'32'0,"0"0"8"0,0 0 0 0,0 0 4 0,0 0-36 0,0 0-8 0,0 0 0 0,0 0 0 15,0 0 104-15,0 0 20 0,0 0 3 0,0 0 1 16,0 0-52-16,0 0-9 0,0 0-3 0,0 0 0 16,6-5 0-16,5 0 0 0,-5 0 0 0,5 0 0 15,1 0-51-15,-1 0-13 0,0 0 0 0,7 0 0 16,-1 0 54-16,5-5 8 0,-4 5 2 0,4 0 0 15,1-5-52-15,0 4-12 0,-6 1 0 0,6 0 0 0,-6 0 54 16,0 5 8-16,0 0 2 0,-6 0 0 0,1 5-52 16,-1 0-12-16,1 0 0 0,-12-5 0 0,5 11 0 0,1-1 0 15,0 0 0-15,-6 0 0 0,0 5 0 0,0 0 0 16,0 1 0-16,-6-1 0 0,6 0 0 16,-6 0 0-16,-5 0 0 0,0 0 0 0,-7 6 0 0,7-6 0 15,-6 0 0-15,0 5 0 0,0-4 0 0,0 4 0 16,-6-5 0-16,6 5 0 0,0-5 54 0,-6 1 8 15,6 4 2-15,-6-5 0 0,0 0-52 0,0 1-12 16,12-6 0-16,-6 5 0 0,0-5 0 0,0 5 0 16,5-5 0-16,1 0 0 0,11-10 0 0,0 0 0 15,0 0 0-15,0 0 0 0,0 0-11 0,0 0-5 16,0 0 0-16,0 0-1 0,0 0 27 0,0 0 6 16,0 0 0-16,11 0 1 0,1-5-17 0,5 5 0 0,0-5 0 15,6 5 0-15,0 0 0 0,-1-5 0 0,1 5 0 0,0 0 0 16,5 0 0-16,-5 0 0 0,6 0 0 0,-7 0 0 15,1 0 0-15,-6 5 0 0,6-5 0 0,-6 0 0 16,0 0 0-16,0 5 0 0,-5 0 0 0,-1-5 0 16,-11 0 0-16,12 0 0 0,-7 0 0 0,-5 0 0 15,0 0-48 1,12-5-12-16,-12 5-4 0,0 0 0 0,0 0-51 16,11-5-10-16,-5-5-3 0,-6 10-648 0,0 0-131 0</inkml:trace>
  <inkml:trace contextRef="#ctx0" brushRef="#br0" timeOffset="-162558.577">24946 17232 1497 0,'0'0'32'0,"0"0"8"0,0 0 0 0,0 0 4 0,0 0-36 0,5-10-8 0,7 5 0 0,-1-5 0 15,1 10 0-15,10-5 0 0,1 5 0 0,6 0 0 16,-1 0 0-16,12 0 0 0,6 5 0 0,5-5 0 15,6 5 53-15,6 0 9 0,11-5 2 0,5 5 0 16,7 0 0-16,-1 0 0 0,18 0 0 0,5 0 0 16,6-5-52-16,11 5-12 0,6 0 0 0,1 0 0 15,-1 0 0-15,5 0 0 0,12 0 0 16,1-5 0-16,10 0 0 0,-5 0 0 0,0 0 0 0,5 0 0 16,1 0 0-16,-12 0 0 0,0 0 0 0,-5 5 0 15,-12-10 0-15,-6 5 0 0,0-5 0 0,-5 5 0 16,-6 0 0-16,-11 0 0 0,-7 0 0 0,-4-5 0 15,-18 5 0-15,-6-5 0 0,0 5 0 0,-11-5 0 16,-11 0 0-16,0 0 0 0,-7 5 0 0,-4 0 0 16,-7-5-48-16,-11 0-13 0,-11 5-3 0,-6 0-742 15</inkml:trace>
  <inkml:trace contextRef="#ctx0" brushRef="#br0" timeOffset="-162065.026">25299 17161 1036 0,'-17'0'23'0,"0"-5"5"0,-6 5 0 0,0 0 1 0,6 0-29 0,0 0 0 0,0 0 0 0,0 0 0 16,0 0 57-16,5 0 6 0,-5 0 1 0,17 0 0 16,0 0 0-16,0 0 0 0,-5-5 0 0,5 5 0 15,0 0 0-15,0 0 0 0,0 0 0 0,0 0 0 16,0 0-52-16,11-10-12 0,6 0 0 0,0-1 0 16,0 1 54-16,6 0 8 0,11 5 2 0,6-5 0 15,0 0-52-15,17 5-12 0,6-5 0 0,5 0 0 16,0 5 54-16,12-1 8 0,6-4 2 0,10 0 0 15,18 5 0-15,6-5 0 0,5 10 0 0,1-5 0 16,5 5-52-16,-6 0-12 0,12 0 0 0,5 0 0 16,6 5 0-16,-5 0 0 0,-6 5 0 0,5-5 0 15,1 0 0-15,-1 0 0 0,-5 0 0 0,-1 1 0 0,-16 4 0 16,0-10 0-16,-12 5 0 0,-5 0 0 0,-1 0 54 0,-11-5 8 16,-11 5 2-16,0-5 0 15,-6 5-76-15,-6 0-14 0,-11-5-3 0,-5 5-1 0,-7 0 30 0,-11 0 0 16,1 0 0-16,-13-5 0 0,-5 0 0 0,1 5 0 15,-7-5 0-15,-11 0 0 16,0 0-27-16,0 0-9 0,0 0-1 0,0 0-1 16,-17 0-123-16,0 0-25 0,0-5-5 0</inkml:trace>
  <inkml:trace contextRef="#ctx0" brushRef="#br0" timeOffset="-161580.223">25225 17126 1267 0,'-17'-6'28'0,"5"6"5"0,1-5 2 0,0 0 1 0,-7 5-36 0,7-5 0 0,5 5 0 0,-5 0 0 16,0 0 0-16,-1 0 0 0,12 0 0 0,0 0 0 16,0 0 58-16,0 0 5 0,0 0 1 0,0 0 0 15,0 0 0-15,17 5 0 0,6 5 0 0,11 1 0 0,0-6-52 16,12 0-12-16,11 0 0 0,6 5 0 0,11-10 54 16,0 5 8-16,6 0 2 0,11 0 0 0,11-5 0 15,12 0 0-15,17 5 0 0,0 0 0 0,6-5-52 16,6 5-12-16,-1 0 0 0,6 0 0 0,12 6 54 0,-6-6 8 15,-6 0 2-15,6 5 0 0,-1 0-52 0,7-5-12 16,-6 10 0-16,0-10 0 0,-12 5 0 0,0 1 0 16,-5-6 0-16,-6 0 0 0,-11 5 54 0,-6-5 8 15,6 5 2-15,-18-10 0 16,-16 5-76-16,-7 0-14 0,-10 0-3 0,-7-5-1 0,-16 5 18 16,0-5 3-16,-12 0 1 0,0 5 0 15,-11-5-15-15,-6 0-2 0,-6 0-1 0,1 0 0 0,-12 0 26 0,0 0 0 16,0 0 0-16,0 0 0 15,0 0-56-15,-18-5-5 0,1 0-2 0,-5-5 0 16,-1 5-130-16,0 0-27 0,-23-15-4 0,1 10-524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42:12.74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25043 3402 288 0,'0'0'12'0,"0"0"4"0,0 0-16 0,0 0 0 15,0 0 0-15,0 0 0 0,0 0 193 0,0 0 36 16,0 0 7-16,0 0 2 0,0 0-117 0,0 0-23 16,0 0-5-16,0 0-1 0,0 0-10 0,0 0-2 15,0 0-1-15,0 0 0 0,0 0-19 0,0 0-4 16,0 0-1-16,0 0 0 0,0 0 24 0,0 0 5 16,0 0 0-16,0 0 1 0,0 0-29 0,0 0-7 15,0 0-1-15,0 0 0 0,0 0-10 0,-6 10-2 16,6-10-1-16,0 15 0 0,-6-4-7 0,6 4 0 15,0 5-1-15,0 0 0 0,-6 0-27 0,6 1 0 16,0 4 0-16,-5 0 0 0,5 1 29 0,0-1 11 16,0 5 1-16,5 1 1 0,-5-1-24 0,-5 6-5 15,5-6-1-15,0 0 0 0,-6 11-1 0,6-16-1 16,0 11 0-16,6-6 0 0,-6 0-10 0,0-4 12 16,0-1-12-16,0 0 12 0,0-4-12 0,5-6 10 0,-10 0-10 0,5 0 10 15,0-15-2-15,0 0-8 0,0 0 12 0,0 0-4 16,0 15 0-16,0-15 0 0,0 0 0 0,0 0 0 15,0 0 3-15,0 0 0 0,0-5 0 0,0-20 0 16,0 0-11-16,5-1 8 0,-5 1-8 0,6 0 8 16,-6-11-8-16,6-4 0 0,0-1 0 0,-1 1 0 15,7-1 0-15,-7 6 0 0,7-1 0 0,-1 1 0 16,1 10 0-16,-1-6 0 0,0 6 0 0,1 0 0 16,-1-1 0-16,0 1 0 0,7 0 0 0,-7 4 0 15,6 6 8-15,0-10-8 0,0 10 12 0,6 5-4 16,-6-11 0-16,6 16-8 0,-6-10 12 0,6 5-4 0,-6 10-8 15,0-15 10-15,0 15-10 0,0 0 10 16,-5 0-10-16,5 5 8 0,-6 5-8 0,6-5 8 16,-5 15-8-16,-1-10 0 0,0 6 0 0,1 9 0 0,-1-15 13 0,-5 15 1 15,5-4 0-15,-5 9 0 0,0-5-14 0,-6 1 11 16,5-1-11-16,1 5 10 0,0 1-10 0,-6-6 0 16,5 5 0-16,-5 1 8 0,6-6-8 0,-6 5 0 15,6 6 0-15,-12-16 0 0,6 5 0 0,0 1 0 16,6-11 8-16,-6 10-8 0,0 1 0 0,0-11 0 15,0 0 0-15,0 5 0 16,0-15-33-16,6 11 1 0,-6-16 0 0,0 0 0 16,0 0-106-16,0 0-21 0,0 0-4 0,0 0-647 15,0 0-130-15</inkml:trace>
  <inkml:trace contextRef="#ctx0" brushRef="#br0" timeOffset="301.178">25174 3838 2397 0,'0'0'106'0,"0"0"22"0,0 0-102 0,0 0-26 0,0 0 0 0,0 0 0 15,0 0 79-15,0 0 10 0,0 0 3 0,0 0 0 16,0 0-43-16,0 0-8 0,0 0-1 0,11 0-1 0,0-11-20 0,6 6-4 15,-5 5-1-15,5 0 0 0,11-10 7 0,-5 10 2 16,-6 0 0-16,0 0 0 0,12 0-9 0,-6-10-2 16,0 10 0-16,-1-5 0 0,1 10-12 0,6-10 8 15,-12 5-8-15,5 0 0 0,1 5 8 0,0 5-8 16,-6-10 0-16,0 0 9 16,-5 0-85-16,-12 0-16 0,17 5-4 0,6 0-755 15,-6 0-150-15</inkml:trace>
  <inkml:trace contextRef="#ctx0" brushRef="#br0" timeOffset="1501.295">24963 11651 691 0,'0'0'61'0,"0"0"-49"16,0 0-12-16,0 0 0 0,0-10 169 0,0 10 31 16,0 0 7-16,0-10 1 0,0-5-99 0,0 15-19 15,0 0-4-15,0-15-1 0,0 0-3 0,0 15-1 16,0-11 0-16,0 11 0 0,0 0-1 0,0 0 0 16,5-15 0-16,-5 15 0 0,0 0-4 0,0-10 0 15,0 10-1-15,0 0 0 0,0 0-14 0,0 0-2 16,0 0-1-16,0 0 0 0,0 0-19 0,0 0-4 15,0 0-1-15,12 10 0 0,-12 0-12 0,6 11-2 16,-12-1-1-16,6 5 0 0,6 0-10 0,-6 6-1 16,0-1-8-16,0 6 12 0,0-1-4 0,0 6 0 15,0-11-8-15,0 5 12 0,-6-9-12 0,6 4 0 16,0 1 8-16,0-6-8 0,-6 0 0 0,6-5 9 16,0 1-9-16,0-1 8 0,-6-5-8 0,6 0 0 0,0-4 0 15,0-1 8-15,0-10-8 0,0 0 0 0,0 0 0 0,0 0 8 16,0 0-8-16,0 0 0 0,0 0 9 0,0 0-9 15,0 0 0-15,6-16 8 0,0-4-8 0,0 0 0 16,-1-10 0-16,1-1 0 0,5-4 0 0,-5-1 8 16,5 1-8-16,1-1 0 0,-1-4 0 0,6-1 0 15,-5 6 0-15,5 5 0 0,-6-6 0 0,6 6 0 16,0 4 0-16,6 6 0 0,-6 0 0 0,0 0 0 16,0 4 0-16,1 1 0 0,-1 5 0 0,-6 0 0 15,0 0 0-15,1 0 0 0,5-5 0 0,-6-1 0 16,6 11 0-16,-5-5 0 0,5 5 0 0,0 0 0 15,-6 5 0-15,7 0 0 0,-7 0 0 0,6 5 0 16,0 0 0-16,-6 5 0 0,-5 5 0 0,6 1 8 0,-1 4 0 16,-5 5 0-16,5 1 0 0,-5 4 0 0,5 5-8 15,-5 1-12-15,-6 4 4 0,6-4 0 0,-1 4 8 0,1-4 0 16,-6-1 0-16,0-4 0 0,0-1 9 0,0 0 4 16,0 1 1-16,0-1 0 0,-6-10-22 0,6 1-5 15,0-1-1-15,-5 5 0 0,5-10 14 0,0 6 0 16,0-1 0-16,-6-5 0 15,6-5-47-15,6 5-16 0,-12 1-3 0,6-6-1 16,0-10-60-16,0 0-12 0,0 0-2 0,0 0-1 16,0 0-131-16,0 0-27 0,6-36-4 0,-6 36-2 0</inkml:trace>
  <inkml:trace contextRef="#ctx0" brushRef="#br0" timeOffset="1749.901">25151 11970 1850 0,'0'0'82'0,"0"0"17"0,0 0-79 0,0 0-20 0,0 0 0 0,0 0 0 16,0 0 120-16,0 0 20 0,0 0 4 0,0 0 0 16,0 0-54-16,11-5-11 0,6 5-3 0,0-5 0 15,0 5-37-15,1 0-8 0,4 0-2 0,1 5 0 16,-6-10-8-16,6 5-1 0,0 0-1 0,0-5 0 15,-1 5-2-15,1 0 0 0,0-5 0 0,0 5 0 16,0 5-65-16,-1-5-12 0,-5 0-4 0,1 0 0 16,-1 0-123-16,5 0-25 0</inkml:trace>
  <inkml:trace contextRef="#ctx0" brushRef="#br0" timeOffset="3092.977">24843 7256 1152 0,'0'0'102'0,"0"0"-82"0,0 0-20 0,0 0 0 16,0 0 189-16,0 0 34 0,0 0 6 0,0 0 2 15,0 0-113-15,0 0-22 0,0 0-5 0,12 0-1 16,-12 0-44-16,5 0-9 0,-5 0-1 0,12 10-1 16,-7-5 1-16,1 5 1 0,0 5 0 0,5 11 0 15,-5 4-5-15,-1 5-2 0,1 6 0 0,0-1 0 16,0 1-4-16,-1-6-1 0,-5 6 0 0,0-1 0 16,6 1-8-16,-6-6-1 0,6 6-1 0,-6-6 0 15,0 1-7-15,0-6-8 0,5 1 11 0,-5-1-11 16,0-5 8-16,6 6-8 0,-6-6 0 0,6-5 0 15,-6 6 10-15,0-11-10 0,5 5 8 0,-5-10-8 16,0 0 10-16,0 0-10 0,0-10 12 0,0 0-12 16,0 0 14-16,0 11-4 0,0 4-1 0,0-15 0 15,6-21 3-15,-12 6 1 0,6-5 0 0,0 0 0 0,0-6-2 16,0 1-1-16,0 0 0 0,0-6 0 0,0 1-10 16,0 5 12-16,0-16-12 0,0 11 12 0,0-6-12 15,6 1 0-15,0 10 0 0,0-6 8 16,-1-14-8-16,1 4 0 0,0 6 0 0,-1-6 0 0,7 6 0 0,-1-1 8 15,1 6-8-15,-7 0 0 0,12-1 8 0,-5 6-8 16,-7-6 0-16,13 11 8 0,-7-5 0 0,0 15-8 16,6 5 12-16,0 0-4 0,1-11-8 0,-1-4 12 15,0 10-12-15,6 0 12 0,-12 5-12 0,6 10 0 16,0 0 0-16,0 0 8 0,0-5-8 0,0 0 8 16,-5 5-8-16,-1 0 8 0,6 5-8 0,-11 0 0 15,-6-10 0-15,11 11 0 0,1 9 0 0,-1-10 10 16,-11 5-1-16,6 5 0 0,0 1-9 0,-6-1 0 15,-6 10 0-15,0-4 8 0,-5-16-8 0,5 5 0 16,0 5 9-16,-5-5-9 0,5 6 8 0,-5-6-8 0,0 5 10 16,-1 0-10-16,-5-10 9 0,0 1-9 0,-6 4 8 0,6-5-8 15,0 0 8-15,0 5-8 0,-6 5 8 0,12-4-8 16,-6-6 0-16,-1-5 8 0,7 0-8 0,0 0 0 16,-6-5 0-16,5 10 0 0,7-5 0 0,5-5 0 15,-12 5 0-15,12-5 0 0,-6 15 0 0,6-15 0 16,0 0 0-16,0 0 0 0,0 0 0 0,0 0 0 15,0 0-11-15,0 0 11 0,0 0-8 0,0 0 8 16,12 0 0-16,-1 0-8 0,-11 0 8 0,17 0 0 16,0 0 0-16,6 0 0 0,-6 0 0 0,0 0-8 15,0 5 8-15,6 1 0 0,-6 9 0 0,6-5 0 0,-6-5 0 16,0 5 0-16,0 5 0 0,1-5 0 0,-1-5 0 16,0 6 0-16,0 9 0 0,0-5 0 0,0-10 0 15,0 5 0-15,-6 5 0 0,1 1 0 0,-1-1 0 0,1-5 0 16,-7 5 0-16,7 5 8 0,-7-4-8 0,1-1 8 15,-6 5-8-15,0 0 8 0,0 1-8 0,-6-6 9 16,1 5-9-16,-1-5 10 0,-5 5 4 0,-1 1 1 16,1-1 0-16,-6-5 0 0,0 0-1 0,-6 1 0 15,0-1 0-15,0-5 0 0,6 0-4 0,-6-5-1 16,-5 0 0-16,11-5 0 0,-6 0-9 0,0 0 8 16,0 0-8-16,1 0 8 0,-1-5-8 0,0 0 0 15,0 0 0-15,6-5 0 0,-6 5-23 0,6 0 0 16,0-5 0-16,6 4 0 15,-6-4-101-15,5 5-20 0,1-5-4 0</inkml:trace>
  <inkml:trace contextRef="#ctx0" brushRef="#br0" timeOffset="4545.46">21852 7453 1497 0,'0'0'66'0,"0"0"14"0,0 0-64 0,0 0-16 16,0 0 0-16,0 0 0 0,0 0 134 0,0 0 23 15,0 0 5-15,0 0 1 0,0 0-75 0,0 0-14 0,0 0-3 0,0 0-1 16,0 0-24-16,0 0-5 0,0 0-1 0,0 0 0 16,0 0 6-16,0 0 1 0,-6 15 0 0,6-15 0 15,0 0-7-15,-17 0 0 0,6-5-1 0,11 5 0 16,-17-5-11-16,5 5-3 0,-5-5 0 0,6 5 0 15,11 0 6-15,-17 5 1 0,17-5 0 0,-23 5 0 16,0 0-8-16,6 1-2 0,5-1 0 0,1 5 0 16,-6-5-6-16,6 10-2 0,11-15 0 0,-12 5 0 15,1 5-14-15,-6 5 0 0,5 11 0 0,1-6-10 16,5-15 31-16,1 10 7 0,-7-5 0 0,6 6 1 16,1-1 5-16,-7 5 1 0,7 10 0 0,-1-9 0 15,0-1-35-15,1 0 0 0,5 0 0 0,-6 6 0 0,12-1 0 16,-6 5 0-16,5-4 0 0,1 4 0 0,-6 6 0 0,6-11 0 15,5-5 0-15,-5 0 0 0,11 6 0 0,-6-6 0 16,6-5 0-16,0 0 0 0,0 1 0 0,1-6 0 16,4 0 0-16,7 0 0 0,-1-5 0 0,-5-10 0 15,0 0 0-15,0 0 0 16,5 5-20-16,-5-5-10 0,-6-5-2 0,6-1-1 16,-6 1-101-16,6-5-20 0,0 10-4 0,-1-10-1 0</inkml:trace>
  <inkml:trace contextRef="#ctx0" brushRef="#br0" timeOffset="5461.553">28826 7387 230 0,'0'0'20'0,"0"0"-20"16,0-5 286-16,0 5 53 0,0 0 10 0,0 0 3 15,0 0-180-15,6-5-35 0,-6 0-7 0,0 5-2 16,0 0-51-16,0 0-10 0,0 0-3 0,0-5 0 16,0 5 0-16,-6-10 0 0,0 0 0 0,0 5 0 15,6 5 0-15,0 0 0 0,-5-5 0 0,-7 0 0 16,1 5-5-16,11 0-2 0,-11 5 0 0,-1 0 0 15,1-15-21-15,-1 0-4 0,1 0 0 0,0 4-1 0,5 6-4 0,-5 6-1 16,-1 4 0-16,-5 0 0 0,6-10-6 0,-1 0 0 16,-5 5-1-16,6 0 0 0,-1 5-5 0,1 0-1 15,0 5 0-15,-1-5 0 0,-5 1-3 0,11-1-1 16,-5 0 0-16,0 5 0 16,-7 0-29-16,7 0-5 0,0 1-2 0,-1 14 0 0,-5-20 55 15,12 10 12-15,-7 1 1 0,6-1 1 0,-5 5-30 0,5 1-12 16,-5-1 11-16,5-5-11 0,6 0 8 0,-5 1-8 15,5 4 0-15,5-5 9 0,-5 0-9 0,6 1 0 16,0-1 0-16,-1 0 0 0,7-5 0 0,-7 11 0 16,13-16 0-16,-7 5 0 0,6 0 0 0,0 0 0 15,0 6 0-15,6-11 0 0,0 0 0 0,0 0 0 16,-1 5 0-16,1-5 0 0,0-15 0 0,0 5 0 16,-6 0 0-16,6 0 0 0,-1 0 0 0,-5 0 0 0,1 5-9 15,-1-5 9 1,-6-5-30-16,6 0-2 0,-11 5-1 0,11 0 0 15,0-10-87-15,-6 5-16 0,7-5-4 0</inkml:trace>
  <inkml:trace contextRef="#ctx0" brushRef="#br0" timeOffset="11680.255">1967 11575 403 0,'0'0'36'0,"0"0"-36"0,0 0 0 0,0 0 0 16,0 0 179-16,0 0 29 0,0 0 5 15,0 0 2-15,0 0-86 0,0 0-17 0,0 0-3 0,0 0-1 16,0 0-20-16,0 0-4 0,0 0 0 0,0 0-1 15,0 0-6-15,0 0-1 0,5 11 0 0,-5-11 0 16,0 0 17-16,0 0 3 0,0 0 1 0,0 0 0 16,6 5-54-16,-6 5-11 0,0 10-3 0,0-5 0 15,0 5-10-15,-6 1-3 0,6 4 0 0,-5 5 0 16,-7 1 39-16,7 4 7 0,-7 6 2 0,6-6 0 16,-11 6-52-16,12-1-12 0,-12 1 0 0,-1-1 0 15,1 1 0-15,12-6 0 0,5 1 0 0,-12 4 0 16,7-4 28-16,-13-1 4 0,13-5 0 0,-7 1 0 15,7-1-20-15,-12-4-4 0,17-6-8 0,0-5 12 16,-6 0-12-16,6 0 11 0,-11-5-11 0,11-10 10 0,0 0-10 0,0 0 12 16,0 0-12-16,0 0 12 0,17-15-12 0,-12 0 0 15,12-10 0-15,-5-6 0 0,-7 1 0 0,13-5 0 16,-13-6 0-16,12 1 0 0,6-6 0 0,6-5 0 16,-7 6 0-16,13-1 0 0,-13 1-8 0,1-1 8 15,11 0 0-15,-5 1 0 0,-1 9 0 0,-5-4 0 16,11 4-9-16,-11 1 9 0,0 5 0 0,0 4 0 15,5 6 0-15,-5-5 0 0,-6-1 0 0,6 6 0 16,-6 0 0-16,6 10 0 0,-6-5 0 0,0 4 0 0,-6 6 0 16,6 0 0-16,12 0 0 0,-18 0 0 15,6 0 0-15,1 5 0 0,-1 5 0 0,-12 0 0 16,7 0 8-16,10 5-8 0,-16 6 0 0,6-1 0 16,-7 0 8-16,7 0-8 0,-7 11 27 0,-5-6 2 0,0 5 1 0,0 0 0 15,0 6-30-15,0 4-20 0,-5 1 4 0,-7-1 0 16,7 6 35-16,5-6 7 0,-18 1 2 0,18-1 0 15,-17 0-19-15,12 1-9 0,-7-6 10 0,7 1-10 16,5 4 0-16,-12-4 0 0,12-6 0 0,-5 0 0 16,-1 0 0-16,6 1 0 0,-12-11 0 0,7 5 0 15,5 0-16-15,0-9-2 0,-12-1-1 0,12-10 0 16,0 0-30-16,0 0-7 0,0 0 0 0,0 0-1 16,0 0-175-16,-5-10-34 0,5-6-7 15,0 1-763-15</inkml:trace>
  <inkml:trace contextRef="#ctx0" brushRef="#br0" timeOffset="11938.053">2172 11960 633 0,'0'0'28'0,"0"0"6"0,0 0-34 0,0 0 0 15,0 0 0-15,0 0 0 0,0 0 268 0,0 0 46 16,0 0 10-16,0 0 1 0,0 0-196 0,0 0-39 16,0 0-8-16,17 0-2 0,-6 0-12 0,1 5-4 0,-1 0 0 0,6 0 0 15,6-5-14-15,-6 0-3 0,0-5-1 0,6 5 0 16,-6 5-27-16,6-5-6 0,-6 0-1 0,0 6 0 31,6-6-35-31,-6 0-7 0,6 0-2 0,-1-6-700 0,1 6-140 0</inkml:trace>
  <inkml:trace contextRef="#ctx0" brushRef="#br0" timeOffset="12316.474">3078 11778 1497 0,'0'0'66'0,"0"0"14"0,0 0-64 0,0 0-16 16,0 0 0-16,0 0 0 0,0 0 106 0,0 0 18 15,0 0 3-15,0 0 1 0,17 10-52 0,-17-10-9 16,17 5-3-16,-6 0 0 0,6-5 0 0,0 5 0 16,1-5 0-16,-1 0 0 0,0 5 0 0,6-5 0 0,-6-5 0 0,0 5 0 15,-6 0-51-15,6 0-13 16,-5 0 0-16,-1-5 0 0,6 5 0 0,-6 0 0 16,-11 0 0-16,18 0 0 15,-18 0-100-15,5 5-22 0,-5-5-5 0,6 0-922 0</inkml:trace>
  <inkml:trace contextRef="#ctx0" brushRef="#br0" timeOffset="12678.38">3118 12006 1267 0,'0'0'28'0,"0"0"5"0,0 0 2 0,0 0 1 16,0 0-36-16,0 0 0 0,0 0 0 0,0 0 0 0,0 0 58 0,0 0 5 16,0 0 1-16,0 0 0 0,0 0 0 0,0 0 0 15,0 0 0-15,0 0 0 0,-6 5 51 0,6-5 10 16,0 0 3-16,0 0 0 0,0 0-52 0,0 0-9 16,0 0-3-16,0 0 0 0,0 0 0 15,0 0 0-15,0 0 0 0,0 0 0 0,0 0 0 0,0 0 0 16,11 0 0-16,18 0 0 0,-12 5-51 0,-6 0-13 15,6-5 0-15,0 0 0 0,1 0 0 0,-1 0 0 16,0-5 0-16,6 5 0 0,-6 0 34 0,5 0 4 16,-5-5 1-16,6 5 0 15,-6 0-63-15,0 0-12 0,6 0-2 0,-6-5-1 0,0 5 47 0,-5-5 8 16,5 5 3-16,0-5 0 16,0 0-133-16,0 5-26 0,6-5-6 0,-6 5-639 15,0-5-128-15</inkml:trace>
  <inkml:trace contextRef="#ctx0" brushRef="#br0" timeOffset="15246.717">4850 11586 1191 0,'0'0'26'0,"0"0"6"16,0 0 0-16,0 0 2 0,0 0-34 0,0 0 0 0,0 0 0 0,0 0 0 0,0 0 64 0,0 0 7 15,0 0 1-15,0 0 0 0,0 0-7 0,0 0-1 16,11 0 0-16,-11 0 0 0,0 0 8 0,17-6 0 15,-17 6 1-15,0 0 0 0,0 0 1 0,0 0 0 16,0-10 0-16,0 10 0 0,0 0 1 0,0 0 0 16,0 0 0-16,0 0 0 0,-11-5-35 0,5 0-6 15,-5 0-2-15,11 5 0 0,-12 5 0 0,1 0-1 16,5-5 0-16,-11 5 0 0,11 0-8 0,-11 0-2 16,0 6 0-16,6-6 0 0,-1 0-4 0,-5 0-1 15,6 5 0-15,0 5 0 0,-7-5-4 0,1 5-2 16,-5 6 0-16,10-6 0 0,-5 0-10 0,6 5 0 15,-6-4 0-15,0 4 0 0,5 5 0 0,1-5 0 16,-1 1 0-16,7 4 0 0,-12 0 0 0,11 1 0 0,6-1 0 16,-12 0 0-16,12 1 0 0,-5-1 0 0,5 0 0 0,5-5 0 15,7 1 0-15,-6-1 0 0,11 0 0 0,0-10 0 16,-6 6 0-16,18-6 0 0,-12 0 0 16,5-5 0-16,1 0 0 0,11-5 0 0,-11 0 0 0,11 0 0 15,-11-5 32-15,0 0 0 0,0 0 1 0,5 0 0 16,-5-5-22-16,-6-6-11 0,0 6 10 0,-5-5-10 15,5 5 10-15,0-5-10 0,0-1 10 0,-11-4-10 16,5 10 9-16,-5-10-9 0,5 0 8 0,-11 4-8 16,6-4 0-16,0-5 8 0,5 5-8 0,-11-1 0 15,0 1 10-15,0-5-10 0,0 4 12 0,-11 1-12 16,5-5 0-16,0 5 0 0,6 4 0 0,-11-4 0 16,5 0 14-16,-5 5-4 0,5-6-1 0,-5 11 0 15,-1-5-9-15,1 5 0 0,5 0 0 0,-17 5 0 0,12 0-8 16,5 5-4-16,-11 0-1 0,0 0 0 15,11 5-31-15,-11-5-5 0,6 0-2 0,-1 5 0 16,-5 5-19-16,6 0-4 0,5 5-1 0,-5-5 0 16,11-10-138-16,0 16-28 0</inkml:trace>
  <inkml:trace contextRef="#ctx0" brushRef="#br0" timeOffset="15527.708">5306 11763 748 0,'0'0'33'0,"0"0"7"15,0 0-32-15,0 0-8 0,0 0 0 0,0 0 0 0,0 0 256 0,0 0 48 0,0 0 11 0,0 0 1 16,0 0-196-16,0 0-39 0,0 0-8 0,0 15-1 15,0 0-48-15,0 0-10 0,0-5-2 0,0-10 0 16,0 16 33-16,0-1 7 0,0-15 0 0,0 10 1 16,0 5-33-16,0-15-8 0,0 0 0 0,0 0-1 15,0 0-111-15,0 0-23 16,0 0-4-16,0 0-820 0</inkml:trace>
  <inkml:trace contextRef="#ctx0" brushRef="#br0" timeOffset="16078.411">5756 11464 1609 0,'0'0'71'0,"0"0"15"0,0 0-69 0,0 0-17 15,0 0 0-15,0 0 0 0,0 0 64 0,0 0 10 16,0 0 2-16,0 0 0 0,0 0 0 0,0 0 0 15,0 0 0-15,0 0 0 0,5 15-13 0,1 0-3 0,-6 1 0 16,-6-1 0-16,6-5 4 0,0 0 0 0,-5 5 0 16,-1-5 0-16,6 6-20 0,-11-1-3 0,5-5-1 0,-6 5 0 15,12-5-2-15,-5 5-1 0,-1-5 0 0,6 6 0 16,0-16-29-16,-11 15-8 0,11-15 0 0,0 15 0 16,0 0 0-16,11 0 0 0,-11-15 0 0,0 0 0 15,0 11 0-15,11 4 0 0,-11-15 0 0,18 5 0 16,-18-5 0-16,17 5 0 0,0-5 0 0,0 0 0 15,0-5 0-15,6 0 0 0,-6 0 0 0,-6 0 0 16,6 5 0-16,0 0 0 0,-5-5 0 0,-1 5 0 16,6 5 0-16,-17-5 0 0,0 0 0 0,12 10 0 15,5 0 0-15,-6-5 0 0,1 5 0 0,-7 0 0 16,7 5 0-16,-1-4 0 0,-11 4 0 0,11 0 0 16,-11 0 0-16,0 0 0 0,6 0 0 0,-6-4 0 15,0 9 0-15,-6-5 0 0,6-15 0 0,0 15 0 16,-11 0 0-16,5 6 0 0,1-6 0 0,5 0 0 0,-17-5 52 0,5 0 10 15,1 0 2-15,-1 1 0 0,7-1-52 0,-12 0-12 16,-1 0 0-16,13-5 0 0,-12 0 0 0,-6-5 0 16,11 0 0-16,-5 0 0 0,0 0 0 0,-5-5 0 15,4 0 0-15,1 0 0 0,-5 0 0 0,4 0 0 16,-4-5 0-16,5 5 0 0,-6 0-11 0,0-1-5 16,6 1 0-16,0 0-1 15,0-5-24-15,0 5-5 0,5 0-1 0,1-5 0 16,5 0-116-16,-11 5-23 0,11-5-5 0,6 0-897 0</inkml:trace>
  <inkml:trace contextRef="#ctx0" brushRef="#br0" timeOffset="16379.753">5778 11398 1566 0,'0'0'69'0,"0"0"15"0,0 0-68 0,0 0-16 0,0 0 0 0,0 0 0 15,0 0 106-15,0 0 18 0,0 0 3 0,0 0 1 16,0 0-32-16,0 0-7 0,0 0-1 0,0 0 0 16,0 0-12-16,0 0-4 0,0 0 0 0,18 10 0 15,-7-5-6-15,0 0-2 0,6 0 0 0,0 1 0 16,6-6-19-16,-6 0-4 0,18 0-1 0,-13 0 0 0,1 0-32 15,6 0-8-15,-7-6 0 0,7 6 0 0,5-5 0 0,-11 0 0 16,-12 0 0-16,6 0 0 16,6 0-173-16,0 0-37 0,11 0-7 0,-11 0-2 15</inkml:trace>
  <inkml:trace contextRef="#ctx0" brushRef="#br0" timeOffset="17082.356">7060 11499 1728 0,'0'0'38'0,"0"0"8"0,0 0 2 0,0 0 0 0,0 0-39 0,0 0-9 0,0 0 0 0,0 0 0 16,0 0 53-16,0 0 9 0,0 0 2 16,0 0 0-16,0 0 0 0,0 0 0 0,0 0 0 0,0 0 0 15,0 0 0-15,0 0 0 0,0 0 0 0,0 16 0 16,0-16-11-16,-5 10-1 0,-12 0-1 0,11 5 0 15,-17 5 4-15,12-4 1 0,-6-1 0 0,0-5 0 16,5 10-28-16,-16-5-6 0,5 0-1 0,0 6 0 16,6-1-21-16,0 0 0 0,0 1 0 0,5-1 0 15,-5-5 0-15,0 0 0 16,6 0 0-16,-1 1 0 0,1-1 0 0,5-5 0 0,-11 0 0 0,12 0 0 16,-7 0 0-16,6 0 0 0,-5 0 0 0,0 1 0 15,5-11-16-15,6 0-7 0,-6 5-1 0,6-5-1 16,0 0-165-16,0 0-33 15,0-5-6-15,0 0-2 0</inkml:trace>
  <inkml:trace contextRef="#ctx0" brushRef="#br0" timeOffset="17354.899">6679 11505 1839 0,'0'0'40'0,"0"0"9"0,0 0 2 0,0 0 1 0,0 0-42 0,0 0-10 16,5-11 0-16,-5 11 0 0,0 0 63 0,0 0 10 16,0 0 3-16,17-5 0 0,-17 5-4 0,0 0 0 15,0 0 0-15,6 5 0 0,11 6-16 0,0-1-3 0,0 5-1 0,-11 0 0 16,6 5-6-16,-1 1-2 0,0-6 0 0,6 10 0 16,-11 5 1-16,11 1 0 0,0-6 0 0,-5 6 0 15,5-6-36-15,-6 0-9 0,6-5 0 0,-11 1 0 16,11-1-12-16,0 0-4 0,-5 0 0 0,-1-4-1 31,-5-6-134-31,5 0-26 0,6 0-6 0,-17-5-1 0</inkml:trace>
  <inkml:trace contextRef="#ctx0" brushRef="#br0" timeOffset="18148.445">7961 11292 1036 0,'0'0'46'0,"0"0"10"0,0 0-45 0,0 0-11 0,0 0 0 0,0 0 0 16,0 0 104-16,0 0 20 0,17 0 3 0,-17 0 1 16,0 0-52-16,0 0-9 0,0 0-3 0,0 0 0 15,0 0 0-15,0-5 0 0,-6 5 0 0,0-5 0 16,1 5 0-16,5 0 0 0,-12-5 0 0,7 5 0 16,-18 0 52-16,11 0 9 0,7 0 3 0,-18 0 0 15,6 10-103-15,0-5-25 0,-6 5 0 0,6-5 0 16,-12 0 0-16,18 10 0 0,-18-5 0 0,7 1 0 15,-1 9 56-15,0 0 7 0,6-5 1 0,-6 5 0 16,6 11-52-16,-6-6-12 0,6-5 0 0,0 11 0 16,6 4 0-16,-1 1 0 0,-5-1 0 0,6 1 0 15,-1-1 0-15,7 1 12 0,-1-1-3 0,6 0-1 0,6-4-8 16,-6-1-9-16,5-5 9 0,7 6-13 0,-1-6 13 0,-5-5 0 16,5 1 0-16,-5-1 0 0,11 0 0 0,0-5 0 15,0 1 0-15,6-6 0 0,-6 0 0 0,6-5 0 16,0-5 0-16,0 0 0 0,5 5 26 0,-5-10 8 15,5 0 2-15,1 0 0 0,-12-5-36 0,-6 5 0 16,18-6 0-16,-18 1 0 0,6 0 8 0,-5 0-8 16,-7-5 0-16,7 0 0 0,-1 0 9 0,1-6-9 15,-12 6 0-15,0-5 9 0,17 5-9 0,-17-1 0 16,0-4 0-16,0 0 8 0,-12 5-8 0,7-6 8 16,-7 1-8-16,1 5 8 0,11 0-8 0,-17 0 0 0,5 5 9 15,1-6-9-15,-6 6 0 0,0 0 8 0,-6 0-8 16,6 5 0-16,-6 0 0 0,6 5 0 0,-12 5 0 0,7-5-12 15,-7 5 3-15,12 0 0 0,-11 0 0 16,16 0 0-16,-5 5-4 0,-11 5-1 0,16-4 0 0,1-6 0 31,-1 5-22-31,1-5-4 0,5 0 0 0,6-5-1 16,0 0-123-16,0 0-24 0,6 15-4 0</inkml:trace>
  <inkml:trace contextRef="#ctx0" brushRef="#br0" timeOffset="18506.987">8821 11444 1728 0,'0'0'76'0,"0"0"16"0,0 0-73 0,0 0-19 15,0 0 0-15,0 0 0 0,0 0 80 0,0 0 12 16,0 0 2-16,0 0 1 0,0 0-50 0,-6 10-9 16,6-5-3-16,-11 5 0 0,11-10 25 0,0 0 5 15,-11 5 1-15,5 5 0 0,-6 5 0 0,1-4 0 16,0 4 0-16,-1-5 0 0,7 5 0 0,-13-5 0 16,-4 5 0-16,5 6 0 0,-1-6-43 0,-4 5-8 0,5 5-1 15,-6 1-1-15,6-1-11 0,-6 0 0 0,6 1 9 16,0-1-9-16,-6-5 0 0,6 6 0 0,0-6 0 0,0 5 0 15,11-10-21-15,-11 1 1 0,5 4 0 0,1-10 0 32,0 5-80-32,5-10-16 0,-5 5-4 0,5-5 0 15,6-5-65-15,0 0-14 0,0 0-2 0</inkml:trace>
  <inkml:trace contextRef="#ctx0" brushRef="#br0" timeOffset="18756.64">8451 11586 1036 0,'0'0'92'0,"0"0"-73"16,0 0-19-16,0 0 0 0,0 0 204 0,0 0 36 15,0 0 8-15,0 0 2 0,0 0-121 0,0 0-24 16,0 0-5-16,0 0 0 0,0 0-52 0,0 0-11 16,17 10-1-16,0-5-1 0,-6 5 29 0,1 0 5 15,5 5 2-15,-12 0 0 0,7 6-26 0,5-6-5 16,-6 5 0-16,6 0-1 0,-5 1-21 0,11 4-4 15,-6 0-1-15,0 1 0 0,6-6-13 0,-6 0 0 16,5 0 0-16,-4-5 0 16,-13 6-101-16,7-6-17 0,-1-5-3 0,0 0-651 15,1 0-131-15</inkml:trace>
  <inkml:trace contextRef="#ctx0" brushRef="#br0" timeOffset="19829.883">9300 11429 1659 0,'0'0'36'0,"0"0"8"0,0 0 2 0,0 0 1 0,0 0-38 0,0 0-9 0,0 0 0 0,0 0 0 0,0 0 57 16,0 0 10-16,5-6 1 0,7-4 1 15,-12 10-6-15,11-5-2 0,-5-5 0 0,5 5 0 16,-11 5-10-16,12-5-3 0,-12 5 0 0,11-5 0 0,-11 5-22 0,0 0-5 16,0 0-1-16,0 0 0 0,11 0 20 0,-11 0 3 15,0 0 1-15,0 0 0 0,0 0-26 0,0 0-5 16,0 0-1-16,0 0 0 0,18-5-3 0,-18 5-1 15,0 0 0-15,0 0 0 0,0 0-8 0,0 0 0 16,0 0 0-16,0 0 0 0,5-5 0 0,-5 5 0 16,0 0 0-16,0 0 0 0,0 0 0 0,0 0 0 15,0 0 0-15,0 0 0 0,0 0 0 0,0 0 0 16,0 0 0-16,0 0 0 0,0 0 28 0,0 0 3 16,6 0 1-16,-6 0 0 0,0 0-20 0,0 0-3 15,0 0-1-15,0 0 0 0,0 0-8 0,0 0 8 16,0 0-8-16,0 0 8 0,0 0 0 0,0 0 0 0,0 0 0 0,0 0 0 15,0 15 4-15,-6-5 0 16,6-10 0-16,-5 15 0 0,5 1 16 0,-12 4 3 16,1-5 1-16,5 0 0 0,-5 5-32 0,-1 1 0 0,1-1 0 0,5 0 0 15,-11 11-9-15,6-6-8 0,-1 0-2 0,-5 1 0 16,6 4 19-16,-1-5 0 0,1-4 0 0,-6-1 0 16,11 5 0-16,-5 0 0 0,-1-9 0 0,1 4 0 15,5 0 0-15,-5-5 0 0,11 0 0 0,-12-4 0 16,12-11 0-16,0 0 0 0,0 0 0 0,0 0 0 15,0 0 0-15,0 0 0 0,0 0 0 0,12 10 0 16,-12-10 0-16,11 5 0 0,6-5 0 0,6 0 0 16,-6 0 0-16,12 0 0 0,-6-5 0 0,-1 0 0 15,7 0 0-15,-6 0 0 0,-1-1 0 0,1 6 0 0,0 0 0 16,-6-5 0-16,6 0 0 0,5 5 0 0,-16 0 0 0,11 5 0 16,-1-5 0-16,-5 0 0 15,6 0-64-15,-11 0-8 0,-12 0-3 16,11 5 0-16,6-5-100 0,-17 0-20 0,0 0-4 15</inkml:trace>
  <inkml:trace contextRef="#ctx0" brushRef="#br0" timeOffset="20152.965">9630 11661 2012 0,'0'0'44'0,"0"0"10"0,0 0 2 0,0 0 0 0,0 0-45 0,0 0-11 0,0 0 0 0,0 0 0 16,0 0 72-16,0 0 13 0,0 0 3 0,0 0 0 16,6 16-21-16,-6-1-4 0,0 0-1 0,0 0 0 15,0 6-13-15,0-1-2 0,0 5-1 0,-6 0 0 16,6 1-1-16,-11-1 0 0,5 5 0 0,0-4 0 15,1 4-36-15,-7-5-9 0,12 1 0 0,-11-1 0 16,11-5 0-16,-6 1 0 0,0-1 0 0,6 0 0 16,-5-5 0-16,-1 1 0 0,6-16 0 0,0 0 0 15,0 0-49-15,0 0-12 0,0 0-3 0,0 0-751 16,0 0-150-16</inkml:trace>
  <inkml:trace contextRef="#ctx0" brushRef="#br0" timeOffset="20611.494">9966 11115 1926 0,'0'0'42'0,"0"0"9"0,0 0 1 0,12-11 3 0,-7 6-44 0,7 0-11 15,-1 0 0-15,-11 5 0 0,0 0 60 0,12 0 11 16,-1-5 1-16,0 5 1 0,1 5-7 0,-1-5-2 0,-11 0 0 0,17 10 0 16,6 6 0-16,-6-6 0 0,0 10 0 0,0-5 0 15,0 5-51-15,-5 1-13 0,5 4 0 0,-6 0 0 16,1 1 54-16,5 4 8 0,0 0 2 0,-6 6 0 15,-5 4 0-15,0-9 0 16,-1 4 0-16,-5 1 0 0,-5-1-64 0,5 6-15 0,0-1-1 0,0 6-1 16,0-6 17-16,-6 16 14 0,6-5-2 0,-6-1-1 15,6-4-3-15,0-6-8 0,-17 6 12 0,11-6-4 0,1-9 0 16,-7 4-8-16,7 6 12 0,-7-6-4 16,1-10-8-16,5 6 8 0,-5-6-8 0,5-10 8 0,0 6-8 15,-5-1 0-15,11 0 0 0,-11-5 0 0,5 1 0 16,-5-11-14-16,11 5 2 0,0-10 0 15,-12 5-34-15,12-5-6 0,-6-10-2 0,-5 0 0 16,5-1-153-16,1-4-30 0</inkml:trace>
  <inkml:trace contextRef="#ctx0" brushRef="#br0" timeOffset="21552.771">4588 11135 403 0,'0'0'36'0,"0"0"-36"0,0 0 0 0,0 0 0 16,0 0 199-16,0 0 33 0,0 0 6 0,0 0 2 15,0 0-107-15,0 0-21 0,0 0-4 0,0 0 0 16,0 0-24-16,0 0-4 0,0 0 0 0,0 0-1 16,0 0-4-16,0 0-1 0,0 0 0 0,0 0 0 15,0 0-11-15,0 0-3 0,-12 5 0 0,12-5 0 16,-17 5-6-16,6 0-2 0,-6 5 0 0,5-5 0 15,12-5-9-15,-11 10-3 0,-1-5 0 0,7 6 0 16,-12 4-12-16,17 0-2 0,-17 0-1 0,-1 0 0 0,1 0-9 0,6 6-1 16,0-1-1-16,-7 5 0 0,7-4-3 0,-6 4-1 15,0 5 0-15,0 6 0 0,0-6-1 0,0 11 0 16,-6-6 0-16,6 6 0 0,0-6 0 0,5-5 0 16,1 6 0-16,-6 4 0 0,5-4-1 0,1 4 0 15,5 1 0-15,6-6 0 0,-17 1 0 0,6-1 0 16,5 6 0-16,6-6 0 0,0 6-8 0,0-1 10 15,0-4-10-15,6 4 10 0,5-4-10 0,-11 4 0 16,17 6 0-16,-11-11 0 0,5-4 0 0,1-1 0 0,-1-10 0 16,6 5 0-16,6 6 0 0,-6-6 0 0,0-5 0 15,-5 1 0-15,5-6 0 0,5 0 0 16,-10-5-9-16,5 0 9 16,6 6-36-16,-6-6-1 0,-11-10 0 0,-6 0 0 15,0 0-157-15,11 0-31 0</inkml:trace>
  <inkml:trace contextRef="#ctx0" brushRef="#br0" timeOffset="22338.489">11311 11510 403 0,'28'-5'17'0,"-10"-1"5"0,4 6-22 16,-10-5 0-16,-12 5 0 0,0 0 0 16,0 0 145-16,0 0 25 0,0 0 5 0,0 0 1 0,11-5-90 0,-11 5-18 15,0 0-3-15,0 0-1 0,0 0 0 0,0 0 0 16,0 0 0-16,0 0 0 0,0 0 52 0,0 0 9 16,0 0 3-16,0 0 0 0,0 0-68 0,0 0-14 15,0 0-2-15,0 0-1 0,0 0 33 0,0 0 8 16,0 0 0-16,0 0 1 0,0 0-68 0,0 10-17 15,-11 11 0-15,5-11 0 0,6-10 55 0,-11 15 7 16,-6 0 2-16,-1 0 0 0,7-4-52 0,-6-1-12 16,0 5 0-16,0 5 0 0,0 0 43 0,0 1 5 15,-1-1 2-15,-4 5 0 0,-1-5-34 0,6 1-8 0,0-6 0 16,0 5-8-16,5 0 8 0,-5-4-8 0,6 4 0 0,-6-5 0 16,5 0 0-16,1-5 0 0,-1 0 0 15,1-4 0 1,5 4-32-16,1 0 0 0,-7-10 0 0,12 0 0 15,0 0-127-15,0 0-25 0,0 0-6 0,0 0-834 0</inkml:trace>
  <inkml:trace contextRef="#ctx0" brushRef="#br0" timeOffset="22582.668">11055 11560 1954 0,'0'0'43'0,"0"0"9"0,0 0 1 15,0 0 3-15,0 0-45 0,0 0-11 0,0 0 0 0,0 0 0 0,0 0 54 0,0 0 9 16,0 0 1-16,0 0 1 0,0 0-1 0,11 0 0 16,6 5 0-16,-11 0 0 0,5 0 0 0,6 6 0 15,-5-1 0-15,-1 0 0 0,6 10-56 0,6 0-8 16,-12 6 0-16,6-6-12 0,0 5 12 0,1-5 0 16,-1 1 12-16,0-1-12 0,0 0 0 0,-6 0 0 15,6 1 0-15,-5-11-9 16,-7 5-107-16,1-5-20 0,0 0-5 0,5-5-887 15</inkml:trace>
  <inkml:trace contextRef="#ctx0" brushRef="#br0" timeOffset="23231.926">11898 11266 1728 0,'0'0'38'0,"0"0"8"0,0 0 2 0,0 0 0 0,0 0-39 0,0 0-9 0,0 0 0 0,0 0 0 16,0 0 53-16,0 0 9 0,0 0 2 0,0 0 0 0,11 0 0 0,6-5 0 15,6 5 0-15,-23 0 0 16,0 0 0-16,17-5 0 0,0 0 0 0,-5 0 0 16,5 0 0-16,0 0 0 0,6 5 0 0,5-5 0 0,1 5-52 0,-12-5-12 15,6 5 0-15,-6 5 0 0,5-5 0 0,-16 5 0 16,5 0 0-16,1 5 0 0,5-10 0 0,-6 10 0 16,-11 1 0-16,6 4 0 0,0-5 0 0,-1 5 0 15,-5 0 0-15,0 0 0 0,6 6 0 0,-6-6 0 16,-6 5 0-16,6 5 0 0,-11 1 54 0,0-6 8 15,5 5 2-15,0-4 0 16,-5-1-52-16,-1 0-12 0,-5 0 0 0,0 6 0 0,0-1 16 0,0 0 1 16,-6 6 0-16,1-1 0 0,-1 1-4 0,0-6-1 15,0 0 0-15,6 6 0 0,-6-6-1 0,6 0-1 16,-6-5 0-16,6-4 0 0,0 9 1 0,6-10 0 16,-12 0 0-16,6 1 0 0,6-6 1 0,5 0 1 0,0 0 0 15,6 0 0-15,0-10-1 0,-6 10 0 16,6-10 0-16,0 0 0 0,0 0-12 0,0 5 8 15,6 5-8-15,-6-10 0 0,12 0 8 0,-1 5-8 0,0-5 0 0,6-5 9 16,6 0-9-16,-6 0 0 0,6 5 0 0,0-5 0 16,5 0-11-16,1 0 11 0,-6 0-8 0,-1 5 8 15,13-5-9-15,-7 5 9 0,-5-5-10 0,5 5 10 16,1 5-14-16,-6-5 3 0,-23 0 1 0,17 0 0 16,0 0-6-16,0 5-2 0,0 5 0 0,0-10 0 15,6 0-10-15,0 5-3 0,-6 0 0 16,-6-5 0-16,6 5-13 0,0-5-4 0,0 5 0 15,1-5 0-15,-7 5-27 0,-11-5-5 0,17-5-2 16,0 5-682-16,-17 0-136 0</inkml:trace>
  <inkml:trace contextRef="#ctx0" brushRef="#br0" timeOffset="40030.903">3140 13419 1645 0,'0'0'36'0,"0"0"7"0,0 0 1 0,0 0 4 0,0 0-39 0,0 0-9 16,0 0 0-16,0 0 0 0,0 0 72 0,0 0 12 16,0 0 2-16,0 0 1 0,0 0 2 0,0 0 1 15,12 5 0-15,11-5 0 0,-18-5-42 0,12 5-8 0,0-5-1 16,1 5-1-16,-1-5 22 0,5 5 4 16,-4-5 0-16,4 5 1 0,1-6-1 0,-6 6-1 15,6 0 0-15,5 0 0 0,-16-5-51 0,16 5-12 0,-11 0 0 16,-5-5 0-16,5 0 0 0,0 5 0 0,6 0 0 0,-12 0 0 15,6 0-13-15,-11-5-6 0,11 10-1 0,-11-5 0 16,5-5 4-16,-11 5 0 0,0 0 0 0,12 0 0 31,-1 0-24-31,-11 0-5 0,0 0-1 0,0 0 0 16,0 0-30-16,0 0-7 0,0 0-1 0,0 0 0 16,0 0-132-16,0 0-26 0</inkml:trace>
  <inkml:trace contextRef="#ctx0" brushRef="#br0" timeOffset="40344.963">3180 13687 1958 0,'0'0'43'0,"0"0"9"0,0 0 1 0,0 0 3 0,0 0-45 0,0 0-11 15,-5 10 0-15,5-10 0 0,0 0 46 0,0 0 7 16,0 0 2-16,0 0 0 0,0 0 14 0,0 0 3 15,0 0 1-15,0 0 0 0,0 0-7 0,0 0-2 16,0 0 0-16,0 0 0 0,0 0 0 0,0 0 0 16,0 0 0-16,17 5 0 0,-12-5-20 0,12 5-4 15,1-5 0-15,-1 0-1 0,5 0-15 0,-4 0-4 16,-1-5 0-16,5 5 0 0,-5 0-12 0,12 0-8 0,-1-5 10 16,-5 5-10-16,0-5 0 0,0 5 0 0,5-5 0 0,-5 5 0 15,-6 0 0-15,6-5-10 0,-6 0 0 0,0 5 0 31,6-5-89-31,-6 5-17 0,-11 0-4 0,11 0-719 0,0-5-143 0</inkml:trace>
  <inkml:trace contextRef="#ctx0" brushRef="#br0" timeOffset="41185.41">4713 13292 864 0,'0'0'76'0,"0"0"-60"0,0 0-16 0,0 0 0 16,0 0 195-16,0 0 36 0,0 0 7 0,0 0 2 16,0 0-90-16,0 0-18 0,0 0-3 0,0 0-1 15,17-5-51-15,-6-5-10 0,1 0-3 0,-1 5 0 16,6-5 0-16,0 5 0 0,-5-6 0 0,5 6 0 15,0-5-51-15,0 5-13 0,0 5 0 0,0-5 0 16,-5 5 0-16,5 0 0 0,0 0 0 0,0 0 0 16,-11 5 54-16,11 0 8 0,-6 5 2 0,1-5 0 0,-1 0-52 0,-11-5-12 15,0 11 0-15,6 4 0 16,5 0 0-16,-11 0 0 0,6 0 0 0,-6 1 0 16,-6-1 0-16,6 0 0 0,0 0 0 0,-11 5 0 15,5 1 54-15,-5-1 8 0,-1 0 2 0,12 5 0 0,-17 1-55 0,0-1-9 16,6 0 0-16,-1-4 0 0,-5 4 0 0,-6 0 0 15,6 1 0-15,0-6 0 0,-6 0 25 0,-5 5 0 16,-1-4 0-16,12-1 0 0,-17 0-9 0,11 6-1 16,0-1-1-16,-11-5 0 0,11-5-14 0,1 1 9 15,-12-1-9-15,11 0 8 0,-6 5-8 0,18-5 12 16,-1 1-12-16,7-1 12 0,-12-5-12 0,0 5 10 16,11 0-10-16,-6-10 10 0,12-5-10 0,0 0 12 15,0 0-12-15,0 0 12 0,0 0-12 0,0 0 8 0,0 0-8 16,18 10 8-16,4-4-8 0,-5-6 0 0,6-6 0 15,6 6-11-15,-1 6 11 0,1-1 0 16,-7 0 8-16,7-5-8 0,-1 0 0 0,-5 0 0 0,0-5 0 0,0 5 0 16,5-5 0-16,-11 5 0 0,-5 0 0 0,16-6 0 31,-16 6-48-31,5 0-13 0,0 0-3 0,-6 0-1 16,12-5 1-16,-17 0 1 0,11-5 0 0,0 10 0 15,-11 0-154-15,11-5-31 0,-6 0-7 0,1 5-769 0</inkml:trace>
  <inkml:trace contextRef="#ctx0" brushRef="#br0" timeOffset="41745.843">5670 13373 806 0,'6'-25'72'0,"-6"25"-58"16,6-10-14-16,-6 10 0 0,0 0 192 0,0 0 36 0,11-5 8 15,-11 5 0-15,6-5-122 0,-6 5-25 0,11-6-5 0,-11 6 0 16,0 0 21-16,0 0 5 0,11-5 1 0,-11 5 0 15,0 0-24-15,0 0-5 0,12-5-1 0,-12 5 0 16,0 0-13-16,0 0-4 0,0 0 0 0,0 0 0 16,0 0-51-16,0 0-13 0,0 0 0 0,0 0 0 15,0 16 37-15,-12 4 5 0,1-10 1 0,0 10 0 16,5 0-19-16,-17 1-3 0,12 4-1 0,-6 5 0 16,-6-4-5-16,0-1-2 0,0 0 0 0,6 6 0 15,-17-1-5-15,11 1 0 0,0-1-8 0,6-5 12 16,-11 1-2-16,5-1-1 0,6 0 0 0,6 0 0 15,-7 1-9-15,1-1 12 0,17-5-12 0,-11-4 12 16,5-1-4-16,6 0 0 0,-5 0 0 0,5-15 0 16,0 10-8-16,0-10 0 0,0 0 9 0,0 0-9 15,0 15 8-15,11-4-8 0,0-6 10 0,6-5-10 16,1 0 0-16,4-5 0 0,7-6 0 0,-1 1 0 16,1 5 0-16,-1 0-12 0,1-10 3 0,-1 10 0 15,1 0-11-15,5-5-1 0,-17 5-1 0,6-5 0 16,0 10-17-16,-6-5-3 0,0-1-1 0,6 1 0 15,-12 0-17-15,12 5-3 0,-17-5-1 0,5 5 0 16,-11 0-80-16,11 0-16 0,1-5-3 0,-12 5-1 16,5 0-52-16,12 0-12 0,-11 0-1 0</inkml:trace>
  <inkml:trace contextRef="#ctx0" brushRef="#br0" timeOffset="42112.103">5904 13626 979 0,'0'-15'43'0,"0"15"9"0,0 0-41 0,0 0-11 0,0-10 0 0,0 10 0 16,0 0 241-16,0 0 47 0,5-10 8 0,-5 10 3 15,0 0-169-15,0 0-34 0,0 0-6 0,0 0-2 16,0 0-30-16,0 0-6 0,0 0-2 0,0 0 0 15,0 0 2-15,6 10 0 0,-6 0 0 0,0 5 0 16,-6 6-5-16,6-1-1 0,-5 0 0 0,5 5 0 16,-12 1-6-16,7 4 0 0,5 0-1 0,-17-4 0 15,11 9-15-15,-6-4-2 0,7-1-1 0,5 5 0 16,-12-4-6-16,7 4-2 0,5-9 0 0,-12 4 0 0,7-5-13 0,-1-4 9 16,6-1-9-16,-11-5 8 0,11 5-8 0,0 1 0 15,0-11 0-15,0 5 0 0,-6-5 0 0,6 0-12 16,0-10 2-16,0 0 1 15,0 0-34-15,0 0-6 0,0 0-2 0,0 0 0 16,0 0-129-16,0 0-27 0,6-15-5 0</inkml:trace>
  <inkml:trace contextRef="#ctx0" brushRef="#br0" timeOffset="43103.972">6650 13672 1728 0,'0'0'38'0,"0"0"8"0,0 0 2 0,0 0 0 0,0 0-39 16,0 0-9-16,0 0 0 0,0 0 0 0,0 0 53 0,0 0 9 15,0 0 2-15,12-10 0 0,-12 10-14 0,5-5-2 16,-5 5-1-16,0 0 0 0,6-10 27 0,-6 10 6 16,0 0 0-16,0 0 1 0,0-11-13 0,0 11-4 15,0 0 0-15,0 0 0 0,-6-10-51 0,6 10-13 16,0 0 0-16,-5-5 0 0,-7 5 54 0,12 0 8 15,-17 0 2-15,6 0 0 0,11 0-52 0,0 5-12 16,-17 0 0-16,5 0 0 0,1-5 0 0,-1 11 0 16,-5-6 0-16,12 0 0 0,-7 0 0 0,1 5 0 15,-6 0 0-15,5 5 0 0,7-5 54 0,-7 0 8 16,1 1 2-16,-1-1 0 0,7 5-52 0,-12-5-12 0,11 0 0 0,-5 0 0 16,5 0 0-16,6 1 0 0,-12-1 0 0,12-10 0 15,0 10 0-15,0-10 0 0,0 0 0 0,0 0 0 16,0 0 0-16,0 0 0 0,0 0 0 0,0 0 0 31,0 15-151-31,0-15-33 0,18 5-6 0,-7-5-1000 0</inkml:trace>
  <inkml:trace contextRef="#ctx0" brushRef="#br0" timeOffset="43898.413">6508 13667 1497 0,'0'0'66'0,"0"0"14"0,0 0-64 0,0 0-16 15,0 0 0-15,0 0 0 0,0 0 106 0,0 0 18 16,0 0 3-16,0 0 1 0,0 0-52 0,0 0-9 15,0 0-3-15,0 0 0 0,0 0 0 0,0 0 0 16,0 0 0-16,0 0 0 0,0 0 0 0,0 0 0 0,0 15 0 16,0 0 0-16,0 5 0 0,0-4 0 0,0 4 0 0,-12 0 0 15,1 0 0-15,5-4 0 0,-5 9 0 16,11 0 0-16,-17 1-51 0,5-1-13 0,1 0 0 16,0-5 0-16,5 6 0 0,-11-1 0 0,11-5 0 0,-5 1 0 15,5-6 0-15,-5 0 0 0,5 0 0 0,6-5 0 16,-17 0 0-16,17-10 0 0,0 0 0 0,0 0-10 15,0 0 10-15,0 0 0 0,0 0 0 0,0 0 0 16,17-10 0-16,0-10 0 0,-11 0 8 0,5-5-8 16,12 4 0-16,-6-4 0 0,6 0 0 0,-6-6 0 15,0 1 0-15,6-1 0 0,-6 6 0 0,6 0 0 16,-6-1 0-16,-6 1 0 0,18 5 0 0,-12 0 0 16,-12 10 0-16,12-6 0 0,1 6 0 0,-7 0 0 15,6 0 0-15,-6 0 0 0,7 5 0 0,-7 5 0 16,0 0 0-16,6 0 0 0,-11 5 0 0,0 0 0 15,0 0 0-15,-1 5 0 0,1 0 0 0,5 5 0 0,-11-4 0 0,0 4 0 16,0 0 0-16,0 10 0 0,0 1 0 0,0-1 0 16,-11 0 0-16,11 1 0 0,-11-1 0 0,5 0 0 15,6-10 0-15,-6 6 0 0,0-6 0 0,6 0 0 16,0 0 0-16,-11-5 0 0,11-10 0 0,0 0 0 16,0 0 0-16,0 0 0 0,0 0 0 0,0 0 0 15,0 0 0-15,11-10 0 0,1-5 0 0,-1 5 0 16,6-15 0-16,-11 4 0 0,11 1-12 0,0-5-8 15,0-1 0-15,0 1-1 0,6 0 8 0,0-1 1 16,11 1 1-16,-17 0 0 16,12-1-17-16,-6 6-3 0,5-5-1 0,-5 10 0 0,0 5 48 0,-6 5 10 15,0-6 2-15,0 6 0 0,0 0-28 0,6 5 0 16,-6 5 0-16,-6 0 0 0,6 0 14 0,6 6-2 16,-6 4-1-16,-5 5 0 0,-1-5 4 0,-5 5 1 0,-1 1 0 15,1 4 0-15,6 0-4 0,-12 1 0 0,-12 4 0 16,12-5 0-16,0-4-3 0,0 4-1 0,-6-5 0 0,1 6 0 15,5-1-8-15,-6-5 12 0,-5 0-12 0,11 1 12 16,-12-6-12-16,12 0 0 0,-5-5 0 0,5-10 0 16,-6 10-23-1,6-10-6-15,0 0-2 0,0 0 0 0,0 0-160 0,0-10-32 16,0-5-6-16</inkml:trace>
  <inkml:trace contextRef="#ctx0" brushRef="#br0" timeOffset="44463.313">7670 13140 1209 0,'0'0'108'0,"0"0"-87"0,0 0-21 0,0 0 0 16,6-5 157-16,-6 5 27 0,5-10 6 15,7 5 1-15,5 0-88 0,0 5-18 0,-6 0-3 0,7-5-1 16,-1 0-13-16,5 0-4 0,7 5 0 0,-18-5 0 16,18 0-51-16,-23 5-13 0,11 0 0 0,0 5 0 15,-12-10 54-15,7 5 8 0,-1 5 2 0,1 0 0 16,-12-5-52-16,0 0-12 0,0 0 0 0,0 0 0 15,5 10 0-15,-5-10 0 0,0 0 0 0,-5 15 0 16,5 0 54-16,0 0 8 0,-12 1 2 0,12 4 0 16,-6 0-52-16,1-5-12 0,-12 6 0 0,5-6 0 15,1 0 0-15,-6 5 0 0,0-5 0 0,0 6 0 16,0-6 14-16,-1 0 0 0,-4 5 0 0,5-5 0 16,-6 6-4-16,6-6-1 0,11 0 0 0,-11 0 0 15,0 0 1-15,11 1 0 0,-11-11 0 0,6 5 0 16,5 0 4-16,0-5 1 0,6-5 0 0,0 0 0 15,0 0 0-15,0 0 0 0,0 0 0 0,0 0 0 0,0 0-7 16,0 0 0-16,0 0-8 0,17 0 12 0,6 0-12 16,-12 0 0-16,7-5 0 0,10 0 0 0,-11 0 0 15,6 0 0-15,0 0 0 0,11 5 0 0,-11-5 0 0,-6 5 0 16,0-5 0-16,6 5-10 0,-18 0-6 0,7-5 0 16,-1 5-1-16,6 0 0 15,-5 5-17-15,-1-10-3 0,0 5-1 0,7 0 0 16,-18 0-29-16,17 0-5 0,-12 0-2 0,12 0 0 15,-17 0-163-15,6 0-33 0</inkml:trace>
  <inkml:trace contextRef="#ctx0" brushRef="#br0" timeOffset="83022.763">1836 15581 806 0,'0'0'72'0,"0"0"-58"0,0 0-14 0,0 0 0 16,0 0 156-16,0 0 29 0,0 0 6 0,0 0 1 16,0 0-118-16,0 0-23 0,0 0-5 0,0 0-1 15,0 0-6-15,0 0-2 0,0 0 0 0,0 0 0 16,0 0 7-16,0 0 0 0,0 0 1 0,0 0 0 16,0 0 16-16,5 15 3 0,7 5 1 0,-12-4 0 15,-12-1-1-15,7 0 0 0,5 5 0 0,-12 1 0 16,6 4 0-16,1 5 0 0,5-4 0 0,-12 4 0 15,7 0-51-15,-7 6-13 0,7-1 0 0,-12 1 0 0,11-1 54 0,-6 6 8 16,7-1 2-16,-12-4 0 0,11-1-52 0,-11 6-12 16,5-6 0-16,7 0 0 0,-1-4 0 0,-5-1 0 15,5 6 0-15,-5-11 0 0,5 0 0 0,6 1 0 16,-6-1 0-16,-5-5 0 0,5 6 0 0,6-6 0 16,0 0 0-16,-11 0 0 0,11-10 0 0,0 6 0 15,0-6 0-15,0 0 0 0,-6 0 0 0,6-10 0 16,0 0 0-16,0 0 0 0,0 0 0 0,0 0 0 15,0 0 0-15,0 0 0 0,0 0 0 0,0-15 0 16,-11 5 0-16,11-5 0 0,-6-1 0 0,6-4 0 16,0-5 0-16,0-1 0 0,0 1 0 0,6-5 0 0,-6-1 0 15,11-9 0-15,-5 4 0 0,5-4 0 0,6 4 0 0,-11-9 0 16,11 4 21-16,6-4 2 0,-6-1 0 0,0 1 0 16,6 9-15-16,-6-4-8 0,6-1 8 15,11 1-8-15,-23-1 0 0,18 6-15 0,-7 4 3 0,13 1 0 16,-13 0 12-16,18 4 0 0,-5 1 0 0,-13 10 0 15,12-1 0-15,-11 6 0 0,6 0-8 0,-1 0 8 16,1 10 0-16,-1 0 0 0,1 0 0 0,-1 10 0 16,-5-5 0-16,-6 5 0 0,6 1 0 0,-6 4 0 15,0 0 0-15,-11 0 10 0,11 5-10 0,-11 1 8 16,5-1 0-16,-11 0-8 0,0 0 12 0,6 6-4 16,-6-11 2-16,-6 5 0 0,6 0 0 0,-11 1 0 15,5-6-2-15,-6 5 0 0,1 0 0 0,-6 1 0 0,0-11 1 16,0 10 0-16,0-5 0 0,0 0 0 0,5-4-9 15,-16-1 0-15,5-5 9 0,0 5-9 0,0 0 8 0,-11-5-8 16,11 0 8-16,6 5-8 0,-17-10 0 0,11 10 0 16,6-10 0-16,-6 5 8 0,6-5-8 0,0 5 0 15,12-5 0-15,-13 0 0 0,7 6 0 0,11-6 0 16,-11 0 0-16,11 0 0 0,0 0-9 0,0 0 9 16,0 0-10-16,0 0 10 0,22 0-10 0,-4 5 10 15,4-5-10-15,-5 5 10 0,6 0 0 0,0 0-9 16,11 0 9-16,-11 5 0 0,0-5 0 0,5 5 0 15,1 0 0-15,-1 6-8 0,-5-1 8 0,-6 5 0 16,0-5 0-16,-5 5 0 0,5-4 0 0,0 4 0 16,-12-5 0-16,7 5 0 0,-6 1 8 0,-6-1-8 0,11-5 8 15,-22 5-8-15,11-5 16 0,0 6-2 0,-6-6 0 16,-6 0 0-16,1 0 3 0,0 0 1 0,-6 1 0 0,5-1 0 16,-5 0-2-16,-11-5-1 0,-1 5 0 0,6-4 0 15,-11-1-2-15,0-5 0 0,-6-5 0 0,6 0 0 16,5 0-5-16,-5 0 0 0,11 0-8 0,-11-10 12 15,11-1-12-15,1 1 8 0,-13 0-8 0,13 0 0 16,5-5 0-16,-6 5 0 0,6 0 0 0,-6 5 0 16,6-6-25-16,5 1 1 0,7 0 1 0,-1 0 0 15,6 0-92-15,0 0-18 16,6-5-4-16,11-1-1157 0</inkml:trace>
  <inkml:trace contextRef="#ctx0" brushRef="#br0" timeOffset="83401.341">3391 15996 748 0,'0'0'67'0,"0"0"-54"16,0 0-13-16,0 0 0 0,0 0 168 0,0 0 30 0,0 0 6 0,-6 10 2 15,6-10-62-15,0 0-13 16,0 0-3-16,0 0 0 0,0 0-15 0,17 11-3 16,-17-11-1-16,6 5 0 0,11-5-26 0,6 0-6 15,-6 0-1-15,6 0 0 0,0 0-24 0,5-5-6 0,-22 5-1 0,17-6 0 16,5 6-19-16,-5-5-4 0,-6 5-1 0,6 0 0 15,-6 0-13-15,0 0-8 0,6 0 10 0,0 0-10 16,-6 5 0-16,0 1 0 0,-17-6 0 0,0 0 0 16,0 0-9-16,0 0-8 0,17 0-2 0,-17 0 0 15,0 0-110 1,0 0-23-16,0 0-4 0,0 0-933 0</inkml:trace>
  <inkml:trace contextRef="#ctx0" brushRef="#br0" timeOffset="83716.283">3363 16219 2088 0,'0'0'92'0,"0"0"20"0,0 0-90 0,0 0-22 16,0 0 0-16,0 0 0 0,0 0 71 0,0 0 9 15,5 15 3-15,-5-5 0 0,6 1-30 0,5-1-5 16,6-5-2-16,-11 0 0 0,11 0-7 0,-11 0-2 16,11 0 0-16,0-5 0 0,0 0 3 0,6 5 0 15,-23-5 0-15,23-5 0 0,5 5-22 0,-5-5-4 16,-6 5-1-16,6-5 0 0,5 5-13 0,1-5 0 0,-6 0 8 0,0 0-8 16,-1 5 0-16,7-5-8 0,-12 5 8 0,-6 0-13 31,6-5-31-31,0 5-5 0,1 0-2 0,-1-6 0 15,-17 6-158-15,5 0-32 0</inkml:trace>
  <inkml:trace contextRef="#ctx0" brushRef="#br0" timeOffset="86852.752">25464 4820 1544 0,'0'0'68'0,"0"0"15"0,0 0-67 0,0 0-16 0,-6 5 0 0,-5-5 0 15,11 0 34-15,0 0 3 0,0 0 1 0,0 0 0 16,0 0-14-16,0 0-4 0,0 0 0 0,0 0 0 16,0 0-4-16,0 0 0 0,-6-5-1 0,6 5 0 15,-11 0 30-15,11 0 7 0,-11 0 0 0,-1 0 1 16,-5-5 0-16,6 5 0 0,-1 0 0 0,12 0 0 16,0 0-42-16,-17 5-11 0,0 0 0 0,0 0 0 15,0 10 53-15,0 1 9 0,0-16 2 0,0 10 0 0,0 5 0 0,-1-5 0 16,1 5 0-16,0 0 0 0,0 6-52 15,6-6-12-15,-1 5 0 0,-5-5 0 0,0 6 0 16,6 9 0-16,-1-15 0 0,7 5 0 16,-7 1 0-16,7 4 0 0,-7-5 0 0,7 5 0 0,-1 1 0 0,0-1 0 15,0 11 0-15,1-11 0 0,-1 10 0 0,6-9 0 16,-6 4 0-16,12-5 0 0,0 1 0 0,-1-1 0 16,1-5 0-16,6-5 0 0,-7 6 0 0,7-11 0 15,5 0 0-15,0 0 0 0,0-10 0 0,6 0 0 16,-6 0 0-16,6-5 0 0,-6 0 0 0,0-5 0 0,0 5 0 15,0-5 0-15,0 5 0 0,-6-11 0 0,7 6 0 0,-13-5 0 16,1 5 0-16,5-5 0 0,-11 5 0 0,6-1 0 16,-6 6 54-16,0-10 8 0,-6 5 2 0,6 0 0 15,0 0-52-15,-5 0-12 0,-1-5 0 0,0-1 0 16,-5 6 0-16,-1-5 0 0,1 5 0 0,11-5 0 16,0 15 0-16,-17-10 0 0,0 10 0 0,-6-11 0 15,6 11 0-15,-6 0 0 0,0 11 0 0,1-11 0 16,5 10 0-16,-1 5 0 15,7-10 0-15,0 15 0 0,-6-15-100 16,11 10-22-16,-6-4-5 0,1 4-649 0,0 0-131 0</inkml:trace>
  <inkml:trace contextRef="#ctx0" brushRef="#br0" timeOffset="87854.001">27020 8112 403 0,'11'-5'17'0,"-11"5"5"0,0 0-22 0,0 0 0 0,0 0 0 0,0 0 0 0,0 0 288 16,0 0 54-16,0 0 10 0,0 0 3 0,6-6-201 0,-6 6-40 15,0 0-8-15,0 0-2 0,0 0-33 0,0 0-7 16,0 0-2-16,0 0 0 0,5 0 2 0,-5 6 1 16,0 4 0-16,0 0 0 0,-5 10-34 0,5 0-7 15,-6-4-2-15,0 9 0 0,1 5 1 0,-1-4 0 16,-5 9 0-16,5 0 0 0,-6-4-23 16,7 4 0-16,-7 1-12 0,7-1 4 0,-1-4 8 0,-5-1 9 15,5-5-1-15,-6 1-8 0,12-1 0 0,-5-5 0 16,5-5 0-16,0 1-12 15,-6-1-43-15,6-15-8 0,0 0-1 0,0 0-1 16,0 0-122-16,0 0-24 0</inkml:trace>
  <inkml:trace contextRef="#ctx0" brushRef="#br0" timeOffset="88310.827">27384 8117 1785 0,'0'0'159'0,"0"0"-127"0,0 0-32 0,0 0 0 16,0 0 120-16,0 0 19 0,0 0 3 0,0 0 1 15,0 0-73-15,0 0-14 0,0 0-4 0,-5 15 0 16,5-15-32-16,0 0-6 0,-6 15-2 0,-5-5 0 16,5 5-3-16,0-4-1 0,0 4 0 0,-5-5 0 15,5 0 14-15,-5 0 2 0,0 5 1 0,-1-5 0 16,-5 11-7-16,6-6-2 0,-6 10 0 0,5-5 0 15,-5 1-5-15,6 4-2 0,-6 0 0 0,0 6 0 16,5-1-9-16,1-5 0 0,-1 1 0 0,7-1 0 0,-1 0 0 0,6 1 0 16,0-6 0-16,0-5 0 0,6 5 0 0,5-4-9 15,0-6 9-15,7 0 0 0,-1 0 0 0,0 0-8 16,5-5 8-16,1-5 0 0,0 0 0 0,11-5 0 16,-11-5 0-16,6-5 0 0,-1 0 0 0,1-1 8 15,-7-4-8-15,1 0 9 0,0 0-9 0,-6-6 10 16,0 1-10-16,0 0 10 0,-5-1-10 0,-1 1 12 15,-5 5-12-15,5-6 12 0,-5 1 1 0,-6 0 1 16,0-1 0-16,0 6 0 0,-6-10 6 0,6 10 0 16,-6-1 1-16,1 1 0 0,-7 5-21 0,1 0 0 15,5 0-12-15,-11 4 4 0,6-4 8 0,-6 5 0 0,-1 0 0 16,1 5 0-16,0 0 0 0,0 0 0 16,-6-5 0-16,6 5 0 15,-5 5-207-15,-1 0-39 0,-17 0-8 0,40 0-2 0</inkml:trace>
  <inkml:trace contextRef="#ctx0" brushRef="#br0" timeOffset="89459.974">5682 15546 1728 0,'0'0'76'0,"0"0"16"0,0 0-73 0,0 0-19 0,0 0 0 0,0 0 0 16,0 0 106-16,0 0 18 0,0 0 3 0,0 0 1 15,0 0-103-15,0-5-25 0,0 5 0 0,0 0 0 16,0 0 56-16,-12-6 7 0,6 1 1 0,1 5 0 16,5 0 0-16,-6 0 0 0,-11 0 0 0,0 5 0 15,0-5-52-15,0 6-12 0,0-1 0 0,5 0 0 16,-16 5 54-16,5 0 8 0,-6 5 2 0,1 0 0 16,-1 6-52-16,1-1-12 0,-1 5 0 0,1 6 0 15,0-6 18-15,5 5 1 0,-6 1 0 0,1 4 0 16,-6 0-31-16,11 6-5 0,-6 0-2 0,6 4 0 15,-5-4 19-15,11 4 0 0,0 1 0 0,5-1 0 16,1 1 0-16,0-6 0 0,5-4 0 0,-5 9 0 16,11-9 0-16,0 4 0 0,11-4 0 0,-5-1 0 0,5-4 0 15,0-1 0-15,18-5 0 0,-12 1 0 16,11-6 0-16,-5-5 0 0,6-5 0 0,-1-5 0 0,6-5 8 16,1-5 6-16,-7 5 1 0,6-10 0 0,0-5-15 15,-16 0 0-15,10 0 0 0,-5-1 0 0,-6-4 8 0,0 0 0 16,-6 5-8-16,1-6 12 0,-1-4-4 0,-11 5-8 15,0 5 11-15,0-6-11 0,0 1 12 0,0-5-12 16,-11 5 12-16,11-1-12 0,-6 1 10 0,0 0-10 16,1 0 8-16,-7-1-8 0,12-4 8 0,-17 10-8 15,0-5 0-15,0 4 8 0,0 6-8 0,6 5 0 16,-18 0 9-16,12 0-9 0,6 5 0 0,-6 0 0 0,-6 5 0 16,6 0 0-1,0 5-33-15,-1 0-8 0,1 1-2 0,0 4 0 0,6 5 35 0,-1-5 8 0,7 0 0 0,-7 1 0 31,12-6-258-31,0 5-50 0,12-5-9 0</inkml:trace>
  <inkml:trace contextRef="#ctx0" brushRef="#br0" timeOffset="89797.365">6576 15976 1324 0,'0'0'59'0,"0"0"12"0,0 0-57 0,0 0-14 15,0-5 0-15,0 5 0 0,0-15 252 0,0 15 48 16,0 0 10-16,0 0 2 0,0 0-235 0,0 0-46 16,0 0-10-16,-11 5-1 0,-1 0-6 0,-5 0-1 15,6 5 0-15,-1 0 0 0,-10 0 21 0,5 0 4 16,-1 6 1-16,1-6 0 0,-11 5 2 0,-6 5 1 15,11 0 0-15,-11 1 0 0,5-1-17 0,-5 0-3 16,11 6-1-16,-5-6 0 0,-1 5-21 0,1-5 9 16,5 6-9-16,-5-6 0 0,10 0 0 0,-10 1-12 15,17-6 0-15,-7 0 0 16,-4 5-48-16,5-10-8 0,5 0-3 0,6 1 0 16,-5-6-157-16,11-5-31 0,0 0-6 0</inkml:trace>
  <inkml:trace contextRef="#ctx0" brushRef="#br0" timeOffset="90038.789">6166 15961 288 0,'0'0'25'0,"0"0"-25"0,0 0 0 0,0 0 0 15,0 0 491-15,0 0 93 0,0 0 18 0,0 0 4 16,0 15-455-16,0 0-91 0,11 0-19 0,-11 6-3 15,0-1-23-15,0 5-5 0,17-5-1 0,-5 6 0 16,-1-1-9-16,-5 0 8 0,11 6-8 0,0-6 8 16,0 0 3-16,0 1 0 0,6-1 0 0,-6 0 0 0,-5-4-11 0,5-1 0 15,5-5 0-15,-5 5 0 16,1-4-116-16,4-6-26 0,7-5-5 0,-18 0-901 16</inkml:trace>
  <inkml:trace contextRef="#ctx0" brushRef="#br0" timeOffset="90386.268">7186 15723 1728 0,'0'0'76'0,"0"0"16"0,0 0-73 0,0 0-19 0,0 0 0 0,17-5 0 15,-17-5 55-15,0 10 7 0,6 0 2 0,-6 0 0 16,0 0 0-16,0 0 0 0,0 0 0 0,0 0 0 16,0 0 51-16,0 0 10 0,0 0 3 0,0 0 0 15,5 10-52-15,-5 10-9 0,-5-5-3 0,-1 5 0 16,6 1-51-16,-17 4-13 0,5 5 0 0,-5 1 0 16,6 4 22-16,-6 1 2 0,0 9 0 0,0-4 0 15,-6-1-13-15,6 1-3 0,0 4 0 0,11 1 0 16,-17-11-8-16,23 6 0 0,-17-1 0 0,0-4 0 15,11-6 0-15,1 6 0 0,-1-11 0 0,6 0 0 16,-6 1-17-16,6-6-9 16,0-5-2-16,6 0 0 0,5-5-112 0,1-4-24 0,-1-6-4 0,6 0-588 15,6-11-119-15</inkml:trace>
  <inkml:trace contextRef="#ctx0" brushRef="#br0" timeOffset="90921.424">8040 15753 2188 0,'0'0'97'0,"0"0"20"0,0 0-93 0,0 0-24 16,0 0 0-16,0 0 0 0,0 0 56 0,0 0 6 15,0 0 2-15,0 0 0 0,0-10-52 0,0 10-12 16,0 0 0-16,0 0 0 0,0 0 0 0,-17-5 0 15,0 5 0-15,12 0 0 0,-18 5 54 0,11-5 8 0,-5 5 2 0,0 0 0 16,6 0-52-16,-18 5-12 0,7 1 0 0,-1 4 0 16,0 0 54-16,-11-5 8 0,11 5 2 0,-6 5 0 15,7 1-52-15,5-1-12 0,-6 5 0 0,0 6 0 16,6-1 0-16,0-5 0 0,0 11 0 0,0-1 0 16,5 1 0-16,-11-6 0 0,12 6 0 0,5-1 0 15,-5-5 0-15,5 1 0 0,6-1 0 0,0 6 0 16,0-6 0-16,0-5 0 0,6 6 0 0,5-1 0 15,1-5 0-15,5-4 0 0,0 4 0 0,-6-10 0 16,18 0 0-16,-6 1 0 0,11-1 0 0,6-5 0 16,-12 0 0-16,12-5 0 0,0-5 0 0,0 0 0 15,5-5 0-15,-5 0 0 0,0-5 0 0,-6 0 0 0,1 0 0 16,-7-6 0-16,1 1 0 0,-1-5 0 0,-11 0 30 0,6-1 3 16,0-4 1-16,-6 0 0 15,-6-6-3-15,6 1-1 0,-5 5 0 0,-7-6 0 0,7 1-30 0,-1 5 0 16,-5-6 0-16,-6 1 0 0,0-1 0 0,0 1-18 15,-6 0 2-15,6 4 1 0,-11 1 15 0,5 0 0 16,-11-1 9-16,11 1-9 0,-11 0 10 0,-6 5-10 16,6-1 10-16,-6 1-10 0,6 0 10 0,0 5-10 15,-17-1 10-15,6 1-10 16,11 5-45-16,-1 0-15 0,-4-5-4 0,5 5 0 16,-6-1-51-16,11 1-10 0,7 5-3 0,-12-5-648 15,5 5-131-15</inkml:trace>
  <inkml:trace contextRef="#ctx0" brushRef="#br0" timeOffset="91627.293">9374 16006 1728 0,'0'0'38'0,"0"0"8"0,0 0 2 0,0 0 0 0,0 0-39 0,0 0-9 0,0 0 0 0,0 0 0 15,0 0 53-15,0 0 9 0,0 0 2 0,0 0 0 16,0 0 0-16,0 0 0 0,0 0 0 0,11 11 0 0,-11-11 0 0,17 5 0 16,0-5 0-16,0 0 0 0,0 0 0 0,1 0 0 15,4 0 0-15,1 0 0 16,0 0-52-16,0 0-12 0,5 0 0 0,-11 0 0 0,6 0 0 0,-6 0 0 15,0 0 0-15,6 5 0 0,-6-5 0 0,6 0 0 16,-6 0 0-16,-11 0 0 16,17-5-202-16,-6 5-43 0,-17 0-9 0,0 0-2 0</inkml:trace>
  <inkml:trace contextRef="#ctx0" brushRef="#br0" timeOffset="91899.966">9300 16184 2127 0,'0'0'47'0,"0"0"9"0,0 0 3 0,0 0 1 0,0 0-48 0,0 0-12 0,0 0 0 0,0 0 0 16,0 0 67-16,5 10 11 0,1 0 2 0,0 0 1 15,11-5-13-15,-6 5-4 0,1-5 0 0,10 0 0 16,1 0-51-16,0 0-13 0,5 1 0 0,-10-6 0 16,21 5 0-16,-10-5 0 0,-6 0 0 0,5 0 0 15,12 0 0-15,-6 0 0 0,-5 0 0 0,5 0-782 16,0 0-159-16</inkml:trace>
  <inkml:trace contextRef="#ctx0" brushRef="#br0" timeOffset="92694.584">11072 15647 1267 0,'0'0'28'0,"0"0"5"0,0 0 2 0,0 0 1 0,0 0-36 0,0 0 0 15,0 0 0-15,11 5 0 0,-11-5 58 0,0 0 5 16,0 0 1-16,0 0 0 0,0 0 0 0,0 0 0 16,0 0 0-16,0 0 0 0,0 0 50 0,0 0 10 15,-11 10 3-15,5 0 0 0,6-10-50 0,-6 5-9 16,-11 0-3-16,6 5 0 0,-6 1-1 0,0-1 0 16,5 5 0-16,-16 0 0 0,5 0-51 0,0 6-13 15,0-6 0-15,12 5 0 0,-18 0 0 0,7-5 0 16,-1 6 0-16,0 4 0 0,-5 5 0 0,-1 1 0 15,1 4 0-15,-7 11 0 0,1-1 0 0,6 1 0 16,11 0 0-16,11-1 0 0,0-4 0 0,-5-6 0 0,-1 11 0 16,12-6 0-16,12-4 0 0,-12-1 0 15,0 0 0-15,0-4 0 0,11-1 0 0,6-4 0 16,0-6 0-16,6 5 0 0,6-15 0 0,-7 5 0 16,7-9 0-16,-1-1 0 0,1-5 0 0,-1-5 0 0,-5-1 0 0,0-9 0 15,0 0 54-15,-6-5 8 0,0 5 2 0,0-6 0 16,6-4-52-16,-12 5-12 0,1 0 0 0,-7-1 0 15,7-4 0-15,-1 5 0 0,-11-6 0 0,0 6 0 16,0 5 0-16,0-5 0 0,0 5 0 0,0-1 0 16,-11 1 0-16,5 5 0 0,-5-5 0 0,-1 5 0 15,1 0 0-15,0-1 0 0,-7 6 0 0,7 0 0 16,-6 5 0-16,0 0 0 0,-6 0 0 0,0 0 0 16,6 5-48-16,0-5-13 0,0 5-3 15,6 0 0-15,-18 6-51 0,12-6-10 0,-6 0-3 0,6 5-580 16,17-10-116-16</inkml:trace>
  <inkml:trace contextRef="#ctx0" brushRef="#br0" timeOffset="93251.973">11915 16011 1728 0,'-17'-10'76'0,"17"10"16"0,-12-5-73 0,12 5-19 0,0-5 0 0,0 5 0 16,0-10 55-16,0 0 7 0,0 5 2 0,-5-5 0 15,-7 5 0-15,7 0 0 0,5 5 0 0,-12-5 0 16,1 5-52-16,-1-5-12 0,1-1 0 0,0 6 0 16,5-5 54-16,-11 5 8 0,-6-5 2 0,12 5 0 15,-6 5 0-15,-1 0 0 0,-4-5 0 0,5 6 0 16,-6-1-52-16,6 5-12 0,-12 0 0 0,6 0 0 15,-5 0 0-15,5 5 0 0,0 6 0 0,-5-6 0 16,5 10 0-16,0 0 0 0,1 1 0 0,-1 4 0 16,6 0 54-16,-12 1 8 0,12 4 2 0,0 1 0 15,0-1-52-15,11 1-12 0,-5-1 0 0,11 1 0 16,0-1 0-16,0 0 0 0,11 1 0 0,1-1 0 16,-1-4 0-16,6-6 0 0,6 0 0 0,5-4 0 15,7-6 0-15,-1 0 0 0,0-5 0 0,6 0 0 16,5-10 0-16,-5 0-18 0,-6 0 4 0,1-5 1 0,4-10 21 15,-4 5 4-15,-13-5 0 0,7-1 1 0,-1-4-13 16,-5 5 0-16,-11-5 0 0,5 0 0 0,0-6 0 0,0 1 0 16,0 0 0-16,0-1 0 15,0-4 0-15,-5-1 0 0,5 6 0 0,-6-5 0 0,0-1 0 0,1-9 0 16,-1-1 0-16,-5 6 0 0,0-1 0 0,-6 6 0 16,0 0 0-16,0 4 0 0,-6 1 0 0,0 0 0 15,-5-1 0-15,5 6 0 0,-5 5 0 0,-6-5 0 16,5 5 0-16,-5 4 0 0,0 1 0 0,-6 0 0 15,-5 0 0-15,-1 5 0 16,7 5-48-16,-7 0-13 0,1 0-3 0,-1 0 0 16,-5 5-153-16,11 0-31 0,-40 10-7 0,29 0-1 0</inkml:trace>
  <inkml:trace contextRef="#ctx0" brushRef="#br0" timeOffset="94225.909">12382 16138 1036 0,'0'0'46'0,"0"0"10"0,0 0-45 0,0 0-11 0,0 0 0 0,0 0 0 15,0 0 156-15,0 0 28 0,0 0 7 0,0 0 1 16,0 0-71-16,0 0-13 0,0 0-4 0,0 0 0 15,0 0-12-15,0 0-4 0,6 15 0 0,0 0 0 16,-12 1-19-16,0-1-4 0,6 0-1 0,0 5 0 16,-11 1-51-16,5-1-13 0,-5 5 0 0,-1 0 0 15,1 1 0-15,-6-1 0 0,0 0 0 0,5 6 0 16,-5-6 0-16,6-5 0 0,-1 6 0 0,1-6 0 16,-6 0 0-16,5-5 0 0,7-4 0 0,-1 4 0 15,0-10 0-15,6-5 0 0,0 0 0 0,0 0 0 16,6-10 0-16,0 0 0 0,-1-11 0 0,13-4 0 0,-1 0 0 15,5-6 0-15,1 6 0 0,6-11 0 0,-1 6 0 16,1-5 0-16,5-1 0 0,-6 6 0 0,7-1 0 16,-7-4 0-16,6 5 0 0,-11 4 0 0,0 1 0 0,0 5 0 15,-1-1 0-15,-10 6 0 0,5 5 0 0,6 5 0 16,-18-5 0-16,7 10 0 0,-12 0 0 0,11 0 0 16,-11 0 0-16,12 10 0 0,-1 0 0 0,-5 5 0 15,-6-5 0-15,11 11 0 0,-11-1 0 0,0 0 0 16,0 1 0-16,-6-1 0 0,1 5 0 0,5 0 0 15,-6 1 0-15,0-1 0 0,-5 5 0 0,5-4 0 16,-5-1 0-16,5 0 0 0,0-4 0 0,1-1 0 16,-7-5 0-16,7 0 0 0,-1-5 54 0,6-10 8 15,0 0 2-15,0 0 0 16,0 0-103-16,0 0-20 0,0 0-4 0,0 0-1 0,11-10 52 0,1 0 12 16,-1-5 0-16,6 0 0 0,-5-5 0 0,5-1 0 0,5-4 0 15,-4 5 0-15,4-6 0 0,7 1 0 0,-1-5 0 16,7 4 0-1,-7-4-54-15,6 5-8 0,0-1-2 0,1 6 0 0,-7 0 52 0,-5 10 12 0,-6-6 0 0,0 11 0 16,-6 0 0-16,7 5 0 0,-1 5 0 0,-12 0 0 16,12 6 48-16,-11-1 13 0,0 10 3 0,0-5 0 15,5 5-52-15,-11-4-12 16,0 4 0-16,0 0 0 0,0 5 0 0,-11 1 0 0,5-1 0 0,0 0 0 16,0 1 0-16,-5 4 0 0,5 1 0 0,1-6 0 15,-7-5 0-15,7 0 0 0,5-4 0 0,-6-6 0 16,6-10 0-16,0 0 0 0,0 0 0 0,0 0 0 15,0 0-202-15,0 0-43 0,0 0-9 16,11-31-2-16</inkml:trace>
  <inkml:trace contextRef="#ctx0" brushRef="#br0" timeOffset="94808.151">13613 15434 1958 0,'0'0'43'0,"0"0"9"0,0 0 1 0,0 0 3 0,0 0-45 0,6-5-11 0,-6 5 0 0,11-5 0 16,0 0 53-16,1 5 9 0,5 0 2 0,-11 0 0 15,11 0-52-15,-6 0-12 0,0 0 0 0,6 0 0 16,-5 5 0-16,-1-5 0 0,1 0 0 0,-1 5 0 16,6 0 0-16,-5-5 0 0,-7 5 0 0,-5-5 0 15,0 0 54-15,12 5 8 0,-7 5 2 0,-5-10 0 16,6 11-52-16,-6-11-12 0,6 5 0 0,-6-5 0 15,5 15 0-15,-5-10 0 0,0-5 0 0,-5 10 0 16,-1 0 54-16,0 0 8 0,1 5 2 0,-1-4 0 16,0-1-52-16,1 0-12 0,-7 0 0 15,1 5 0-15,-1-5 0 0,1 5 0 0,0-4 0 0,-1 4 0 16,1-5 0-16,-6 10 0 0,0-5 0 0,0 1 0 0,5-1 54 0,-5 5 8 16,6-5 2-16,-1-5 0 0,1 6-52 0,-1-6-12 15,12-10 0-15,0 0 0 0,-5 10 0 0,5-10 0 16,0 0 0-16,0 0 0 0,0 0 0 0,0 10 0 15,0-10 0-15,11 5 0 0,1 0 0 0,-1-5 0 16,6 0 0-16,0-5 0 0,0 0 0 0,0 5 0 16,0-5 0-16,0 0 0 0,1 0 0 0,-1 0 0 15,0 0 0-15,0 5 0 0,0 0 0 0,-6 0 0 16,6 0 0-16,1 0 0 16,-7 0-48-16,6 0-13 0,-6-5-3 0,7 5 0 15,-7-6-102-15,0 6-21 0</inkml:trace>
  <inkml:trace contextRef="#ctx0" brushRef="#br0" timeOffset="97394.672">16730 14538 1231 0,'-23'5'54'0,"23"-5"12"0,0 0-53 0,0 0-13 15,0 0 0-15,0 0 0 0,0 0 101 0,0 0 18 0,0 0 3 0,0 0 1 16,17 0-39-16,-17 0-7 0,0 0-1 0,0 0-1 16,17-5-8-16,-17 5-2 0,0 0 0 0,0 0 0 15,0 0-3-15,6-10-1 0,-6 0 0 0,0-1 0 16,0 11-6-16,0-10-2 0,-6 0 0 0,6 0 0 16,11 5-5-16,-11-5 0 0,-17 0-1 0,6 5 0 15,-1 0-7-15,1 0 0 0,-6-6-1 0,0 6 0 16,0 0-5-16,5 5-1 0,12 0 0 0,-11-5 0 15,-23 5-7-15,11 0-2 0,12 0 0 0,-1 5 0 16,-5 0-6-16,0 5-2 0,0-4 0 0,0 4 0 16,5 0-16-16,1-5-19 0,-12 5 4 0,0 5 1 15,1-5 48-15,-1 6 10 0,11-1 1 0,-5 5 1 16,0-10-22-16,0 10-5 0,0 1-1 0,6 4 0 16,5-5-18-16,-5 6 0 0,5-1 0 0,-11 0 0 15,5 0 0-15,7 1 0 0,5 4 0 0,0 1 0 0,-6-6 0 16,12 10 0-16,-1-4 0 0,7-6 0 0,-1 0 0 0,6-4 0 15,-5 4 0-15,10 0 0 0,1-5 0 0,6-4 0 16,-12-1 0-16,11-5 0 0,12 0-16 0,-6-5-6 16,-11 0-2-16,11-5 0 15,-11-5-64-15,11-5-14 0,-11 0-2 0,0 0-797 16,0 0-159-16</inkml:trace>
  <inkml:trace contextRef="#ctx0" brushRef="#br0" timeOffset="97800.047">17345 14695 1339 0,'0'0'59'0,"0"0"13"0,0 0-58 0,0 0-14 0,0 0 0 0,0 0 0 0,-6 5 120 0,-5 0 20 15,11-5 5-15,-6 5 1 0,0 0-42 0,6-5-8 16,0 0-1-16,0 0-1 0,0 0-15 0,0 0-3 15,0 0-1-15,0 0 0 0,0 0-16 0,0 0-3 16,0 0-1-16,17 5 0 0,1-5-23 0,-1 0-4 16,0 0 0-16,0-5-1 0,6 0-19 15,-6 5-8-15,6 0 8 0,-6 0-8 0,-17 0 0 0,11 0 0 16,12-5 0-16,-6 0 0 16,0 0-148-16,0 0-23 0,0 0-4 0</inkml:trace>
  <inkml:trace contextRef="#ctx0" brushRef="#br0" timeOffset="98118.447">17248 14902 518 0,'0'0'23'0,"0"0"5"0,0 0-28 0,0 0 0 0,0 0 0 0,0 0 0 16,0 0 360-16,0 0 66 0,0 0 14 0,0 0 2 15,0 0-290-15,17 6-59 0,-17-6-11 0,11 5-2 16,1 0-25-16,-1 0-5 0,6-5-1 0,-5 0 0 0,-1 0-10 16,6 0-3-16,0 0 0 0,0 0 0 15,1 5-11-15,-1-5-2 0,0 0-1 0,0 0 0 0,0 0-13 16,-6 0-9-16,1 5 12 0,-1 0-12 0,6-10 0 0,0 5 0 15,-5 0-10-15,5 0 10 16,0 0-112-16,6 0-16 0,-6-5-2 0,0 5-614 16,-6-5-124-16</inkml:trace>
  <inkml:trace contextRef="#ctx0" brushRef="#br0" timeOffset="101347.545">22541 6481 288 0,'0'0'25'0,"0"0"-25"16,0 0 0-16,0 0 0 0,0 0 158 0,0 0 26 15,6-10 6-15,5 5 1 0,-5 0-140 0,-6 5-28 16,0 0-6-16,0 0-1 0,0 0 52 0,11-5 9 15,-11 5 3-15,0 0 0 0,0 0 28 0,0 0 7 16,12 0 1-16,-12 0 0 0,0 0-7 0,0 0-1 16,0 0 0-16,0 0 0 0,0 15-25 0,0 5-6 15,-6-5-1-15,6 1 0 0,0 4-29 0,0 10-7 16,-6-20 0-16,1 16-1 0,-1 4-22 0,0 0-4 16,1-4-1-16,-1-1 0 0,0 0-12 0,1-4 0 15,5-1 0-15,-6 0 0 0,6 0 0 0,-6-4 0 16,0-1 0-16,6 0 0 15,0 0-41-15,0-15-2 0,0 0 0 0,0 0 0 16,0 0-125-16,0 0-24 0,0 0-6 0</inkml:trace>
  <inkml:trace contextRef="#ctx0" brushRef="#br0" timeOffset="101775.875">23003 6461 1825 0,'0'0'80'0,"0"0"18"16,0 0-78-16,0 0-20 0,0 0 0 0,0 0 0 0,0 0 72 0,0 0 12 15,0 0 1-15,0 0 1 16,0 0-16-16,0 0-3 0,0 0-1 0,0 0 0 16,-12 5-27-16,7 0-6 0,-1 0-1 0,-5 0 0 0,-1 5-16 0,1-5-3 15,-6 10-1-15,5 1 0 0,-5-1 0 0,6 15 0 16,-12-5 0-16,12 1 0 0,-6 4-3 0,5 11-1 15,1-11 0-15,-6 6 0 0,11-6-8 0,0 0 0 16,1 1 0-16,5-6 0 0,5 0 0 0,1 1 0 16,0-6 0-16,5 5 0 0,0-10 0 0,7 1 0 15,-1-1 0-15,0-5 0 0,0-5 0 0,6 5 0 16,-6-10 0-16,5 0 0 0,1 0 28 0,-6-10 3 16,6-5 1-16,-6 0 0 0,0-1-20 0,0 1-3 15,1-10-1-15,-1 0 0 0,-6-1-8 0,0 1 8 16,-5-5-8-16,0 4 8 0,-1 1-8 0,1 0 12 15,-6 4-12-15,0-4 12 0,0 5-12 0,-6 0 12 0,6 4-12 16,-11-4 12-16,5 0-12 0,1 5 0 0,-7 4 0 0,7-4 0 16,-7-5 19-16,7 5 1 0,-7 5 1 15,1 0 0 1,-1-1-88-16,1 1-17 0,0 5-4 0,-1 5-712 0,1 0-143 0</inkml:trace>
  <inkml:trace contextRef="#ctx0" brushRef="#br0" timeOffset="102678.312">21322 4025 1267 0,'0'0'56'0,"0"0"12"0,0 0-55 0,0 0-13 15,0 0 0-15,0 0 0 0,0 0 105 0,0 0 19 16,0 0 3-16,0 0 1 0,0 0-52 0,11 5-9 15,-11-5-3-15,0 0 0 0,12 5 0 0,-12-5 0 16,0 0 0-16,0 0 0 0,0 0-51 0,5 15-13 16,-5 0 0-16,6 1 0 0,-6-16 54 0,-6 15 8 15,6 0 2-15,-5 10 0 0,-1-9-52 0,0-1-12 16,1 5 0-16,-1 5 0 0,-5-9 54 0,5-1 8 16,-6 5 2-16,1-5 0 0,5 5-52 0,1-4-12 15,-1-6 0-15,6 5 0 0,0-15 0 0,0 10 0 16,0-10 0-16,0 0 0 0,6 10 0 0,-6-10 0 15,11 15 0-15,-11-15 0 0,17 0 0 0,0 0 0 16,0 0 0-16,0 0 0 0,0 0 0 0,1 0 0 0,-1 0 0 16,5 0 0-16,-10 0 0 0,5 0 0 15,0 5 0-15,-6 1 0 0,7-6 0 0,-7 5 0 0,6 5 0 16,-6-5 0-16,1 0 0 0,-6 5 0 0,5 0 0 0,-5 5 0 16,-1-5 0-16,1 6 0 0,0-1 0 0,-1 0 0 15,1 0 54-15,0 5 8 0,-6-9 2 0,5 4 0 16,-5-5-52-16,0 5-12 0,-5 0 0 0,-1 0 0 15,0 6 0-15,1-6 0 0,-7 5 0 0,1-10 0 16,0 5 23-16,-1 1 1 0,-5-6 1 0,0 0 0 16,0 5-25-16,-6-10 8 0,0 0-8 0,6-5 0 15,-11 0 0-15,5 0 0 0,0-5-14 0,-5 0 5 16,-1 5-38-16,1-15-7 16,-1 5-2-16,6-5 0 0,1 4-137 0,-7-9-28 0,6 5-6 15</inkml:trace>
  <inkml:trace contextRef="#ctx0" brushRef="#br0" timeOffset="102932.013">21328 4071 864 0,'0'0'76'0,"-6"0"-60"15,0 0-16-15,-5 0 0 0,5 0 261 0,6 0 50 16,0 0 9-16,0 0 3 0,0 0-198 0,0 0-39 15,0 0-8-15,0 0-2 0,0 0 0 0,0 0 0 16,17 5 0-16,0 0 0 0,0 0-12 0,0 0-4 16,6 0 0-16,0-5 0 0,-6 0-12 0,6 0-4 15,0 0 0-15,0 0 0 0,-1 0-44 0,1-5-21 0,0 5 1 0,5-5 1 16,1 0 19-16,-1 0 0 16,1 0 0-16,-1-6 0 15,-5 6-79-15,6 0-12 0,-7 5-2 0,7-15-1093 0</inkml:trace>
  <inkml:trace contextRef="#ctx0" brushRef="#br0" timeOffset="106658.884">18758 14386 1339 0,'0'0'59'0,"0"0"13"0,0 0-58 0,0 0-14 0,0 0 0 0,0 0 0 15,0 0 77-15,11-5 13 0,-11 5 2 0,0 0 1 16,0 0-25-16,0 0-4 0,0 0-2 0,0 0 0 0,0 0 0 16,0 0 0-16,12-5 0 0,-12 5 0 0,0 0 8 0,0 0 2 15,0 0 0-15,0 0 0 0,0 0-19 0,0 0-3 16,0 0-1-16,0 0 0 16,0 0-15-16,0 0-3 0,0 0-1 0,0 0 0 0,0 0-12 0,0 0-2 15,0 0-1-15,0 0 0 0,0 0-5 0,0 0-1 16,0 0 0-16,0 0 0 0,0 0-9 0,0 0 10 15,0 0-10-15,0 0 10 0,0 0 1 0,0 0 0 16,0 0 0-16,0 0 0 0,0 0 0 0,0 0 0 16,0 0 0-16,0 0 0 0,0 0-3 0,0 0 0 15,0 0 0-15,0 0 0 0,0 0 0 0,0 0 0 16,0 0 0-16,0 0 0 0,0 0-8 0,0 0 12 16,0 0-12-16,0 0 12 0,0 0-12 0,0 0 0 15,0 0 0-15,0 0 8 0,0 0-8 0,0 0 0 16,0 0 0-16,0 0 8 0,0 0-8 0,0 0 0 0,0 0 9 0,0 0-9 15,0 0 0-15,0 0 9 0,0 0-9 0,0 0 0 16,0 0 9-16,0 0-9 0,0 0 0 16,0 0 9-16,0 0-9 0,0 0 0 0,0 0 0 15,0 0 0-15,0 0 0 0,0 0 0 0,0 0 0 0,0 0 0 16,0 0 0-16,0 0 0 0,0 0 0 0,0 0 0 16,0 0 0-16,0 0 0 0,0 0 0 0,0 0 0 15,0 0 0-15,0 0 0 0,0 0 0 0,0 0 0 16,0 0 0-16,0 0 0 0,0 0 0 0,5 10 0 15,-10 5 0-15,5-5 0 0,0 0 0 0,0 0 0 16,-6 6 0-16,0-6 0 0,1 5 0 0,-1 0 8 16,0 0-8-16,1 6 10 0,-7-1-10 0,6 5 10 15,-5-5-10-15,5 6 8 0,-11 4-8 0,0-4 8 0,6-1-8 16,-1 5 0-16,-5 1 0 0,0 4 8 0,-6-5-8 16,6 1 0-16,0-1 0 0,0 1 8 0,6-6-8 15,-6-5 0-15,5 5 0 0,1-4 0 0,-1-1 0 0,7 0 0 16,-7-5 8-16,7 1-8 0,5-6 0 0,-6 0 0 15,6-10 0-15,0 0 0 0,0 0 0 0,0 0 0 16,-6 10-10-16,6-10 10 16,0 0-29-16,0 0 0 0,0 0 0 0,0 0 0 15,0 0-23-15,0 0-4 0,0 0 0 0,0 0-1 16,12-10-98-16,5 0-19 0,0-5-4 0,6 4-846 0</inkml:trace>
  <inkml:trace contextRef="#ctx0" brushRef="#br0" timeOffset="107197.192">19294 14411 1659 0,'0'0'73'0,"0"0"16"0,0 0-71 0,0 0-18 0,0 0 0 0,0 0 0 15,0 0 67-15,0-10 9 0,0 10 3 0,0 0 0 16,0 0-31-16,0 0-7 0,0 0-1 0,0 0 0 15,0 0 1-15,0 0 0 0,0 0 0 0,0 0 0 16,0 0 19-16,0 0 3 0,0 0 1 0,0 0 0 16,0 0-8-16,0 0-2 0,-18 0 0 0,7 5 0 0,-6 0-14 0,17-5-2 15,0 0-1-15,-11 10 0 16,-7 0-15-16,1 6-3 0,6-6-1 0,-6 5 0 16,-6 0-7-16,6 5-2 0,0-4 0 0,0 9 0 0,5-5-9 15,-10 6 0-15,5-1 9 0,-6 0-9 0,6 1 8 0,0 4-8 16,-1-5 8-16,1 6-8 0,6-1 0 0,0 5 9 15,5-4-9-15,-6-1 0 0,7 1 0 0,-1-1-14 16,6-5 1-16,0 1 0 0,6-1 22 0,-1 0 5 16,1-5 1-16,6-4 0 0,5-1-15 0,0-5 0 15,0-5 0-15,6 0 0 0,5-5 0 0,1 0 0 16,-1-5 0-16,6-5 0 0,-5 0 0 0,-1 5 9 16,-5-10-9-16,6-1 8 0,-1-4-8 0,6 0 0 15,-11-5 9-15,0-1-9 0,-6 6 0 0,6-5 8 0,-1-1-8 0,1 1 0 16,-11 0 8-16,-1-1-8 0,6 1 8 0,-5 0-8 15,-1-1 0-15,-5 1 9 0,5 0-9 0,-5-1 0 16,-6 6 9-16,5 0-9 0,-5 5 0 0,-5-6 9 16,5 6-1-16,-12-5-8 0,1 5 12 15,0 5-4-15,-1-5-8 0,-5-1 10 0,0 6-10 0,0 5 10 16,-6-5-10-16,6 0-11 0,-6 5 3 0,0 5 0 31,6-5-19-31,0 5-3 0,17 0-1 0,-17 0 0 0,0 0-33 16,6 5-8-16,-1 0 0 0,12-5-745 0,-11 10-149 0</inkml:trace>
  <inkml:trace contextRef="#ctx0" brushRef="#br0" timeOffset="107544.787">20370 14533 1958 0,'0'0'43'0,"0"0"9"0,0 0 1 0,0 0 3 0,0 0-45 0,0 0-11 15,0 0 0-15,0 0 0 0,0 0 53 0,0 0 9 16,0 0 2-16,0 0 0 0,-5 10-52 0,-1 0-12 16,0-5 0-16,6-5 0 0,0 15 54 0,-5-5 8 15,-13 1 2-15,1-1 0 0,17 0 0 0,-17 0 0 16,-11 5 0-16,5 0 0 0,6 1 0 0,-12-1 0 0,1 0 0 0,-6 5 0 15,11 0-52-15,-11 1-12 0,5-1 0 0,1 0 0 16,5 0 0-16,-5 6 0 0,-1-1 0 0,6-5 0 16,6 1 0-16,0-1 0 0,0 0 0 15,0 0 0 1,5-4-28-16,1-1-8 0,0-5-1 0,-6 5-1 16,5-5-84-16,7 0-17 0,-1-5-3 0,6-5-585 0,0 0-117 0</inkml:trace>
  <inkml:trace contextRef="#ctx0" brushRef="#br0" timeOffset="107795.57">19937 14604 864 0,'0'0'38'0,"0"0"8"0,0 0-37 0,0 0-9 16,0 0 0-16,0 0 0 0,0 0 296 0,0 0 58 15,0 0 11-15,0 0 3 0,0 0-244 0,0 0-48 16,0 0-9-16,6 10-3 0,5-5 0 0,-5 5 0 15,-6 0 0-15,6 5 0 0,5 1-51 0,-5 4-13 16,0 0 0-16,5 5 0 0,6 6 54 0,-5-1 8 16,5 0 2-16,-6 1 0 0,-5-6-52 0,5 1-12 15,6-6 0-15,-5 0 0 0,-1 0 0 0,6-5 0 16,0-4 0-16,6-1 0 16,5-5-173-16,-10 5-38 0,-18-10-7 0</inkml:trace>
  <inkml:trace contextRef="#ctx0" brushRef="#br0" timeOffset="108580.406">21276 14396 1728 0,'0'0'76'0,"0"0"16"0,0 0-73 0,0 0-19 16,0 0 0-16,0 0 0 0,0 0 106 0,0 0 18 0,0 0 3 15,0 0 1-15,0 0-52 0,0 0-9 0,0 0-3 0,0 0 0 16,0 0 0-16,0 0 0 0,0 0 0 0,0 0 0 16,6 15-51-16,-12-5-13 0,1 6 0 15,-7-1 0-15,1 0 54 0,-6 0 8 0,5 5 2 0,-5 1 0 16,-6-1-52-16,1 0-12 0,5 0 0 0,-1 1 0 16,1-1 0-16,6-5 0 0,0 5 0 0,11-9 0 15,5 4 0-15,-5-15 0 0,-5 10 0 0,5 0 0 16,0-10 0-16,11 10 0 0,-11-10 0 0,17 5 0 15,0-5 0-15,12 0 0 0,-1 0 0 0,-5 0 0 16,5-5 0-16,-5 0 0 0,6 5 0 0,-1 0 0 16,-5-5 0-16,-6 0 0 0,6 5 0 0,-6 5 0 15,0 0 0-15,0-5 0 0,-5 10 0 0,-1-5 0 16,-5 5 0-16,5 0 0 0,-5 6 0 0,-1-1 0 16,1 0 0-16,0 0 0 0,-6 11 0 0,-6-6 0 15,6 0 0-15,-6 0 0 0,6 1 0 0,-5-1 0 0,-1 5 0 16,0-10 0-16,1 6 0 0,-1-1 0 0,-5 0 28 0,-1-10 4 15,1 5 0-15,-6-4 0 0,5 4-20 16,1-10-4-16,-12 5-8 0,6 0 12 0,-6-10-3 0,0 10-1 16,-5-5 0-16,-1-5 0 0,1 0-8 0,-1-5 10 15,-5 0-10-15,0 0 10 0,6-10-10 0,5 5-11 16,-11-5 3-16,11 4 0 16,6-4-29-16,0 5-6 0,-6-5-1 0,0 5 0 15,12 0-67-15,-1-6-13 0,1 1-4 0,11-5 0 16,0 5-58-16,0 0-12 0,0-6-2 0,0 6-1 0</inkml:trace>
  <inkml:trace contextRef="#ctx0" brushRef="#br0" timeOffset="108880.052">21225 14477 1926 0,'-23'-5'85'0,"23"5"18"15,0 0-83-15,0 0-20 0,0 0 0 0,0 0 0 16,0 0 114-16,0 0 18 0,0 0 4 0,0 0 1 16,0 0-58-16,0 0-12 0,0 0-3 0,17 0 0 0,-17 0 0 15,17 5 0-15,1 0 0 0,4-5 0 0,1 0-51 0,-6 0-13 16,6 0 0-16,5 0 0 0,1 0 0 15,-1 0 0-15,-5-5 0 0,0 5 0 16,6-5 0-16,-1 5 0 0,-11-5 0 0,12 0 0 16,-7 0-202-16,1 5-43 0,0-5-9 0,0 5-2 0</inkml:trace>
  <inkml:trace contextRef="#ctx0" brushRef="#br0" timeOffset="109490.983">22194 13950 1036 0,'0'0'92'0,"0"0"-73"0,0 0-19 0,0 0 0 0,0 0 190 0,0 0 34 15,0 0 8-15,0 0 0 0,0 0-120 0,17 5-24 16,-6 1-4-16,1-6-2 0,-12 0-31 0,11 10-7 16,0-5 0-16,1 5-1 0,-1 5-5 0,1-5-1 15,-1 5 0-15,6 1 0 0,-6 4 13 0,7 0 2 16,-13 5 1-16,7-4 0 0,5 4-42 0,0 5-11 16,-12 1 0-16,1 4 0 0,11 1 53 0,-11-6 9 15,0 5 2-15,-1 6 0 0,7-1-52 0,-7 1-12 16,-5-6 0-16,6 11 0 0,-6 0 54 0,0-6 8 15,0 6 2-15,-6 4 0 0,6 1-52 0,-5-5-12 16,-7 4 0-16,7 1 0 0,-1-11 0 0,0 6 0 16,-11 5 0-16,6-6 0 0,-1 1 0 0,1-11 0 15,0-4 12-15,-1 4-3 0,-5-5 0 0,-6 1 0 16,1-1 0-16,-1 1 0 0,0-6-1 0,-6 5-8 0,1 1 12 16,5-6-4-16,-5 0-8 0,5-4 0 0,0-1 0 15,0-5 8-15,6 0-8 0,0 0 0 0,0-5 0 0,0-4 0 16,6 4-17-16,-1-10-3 0,6 5 0 0,6-5 0 31,0 0-31-31,0 0-6 0,0 0-2 0,-11-10 0 16,11 10-131-16,0-21-26 0,6 6-6 0</inkml:trace>
  <inkml:trace contextRef="#ctx0" brushRef="#br0" timeOffset="110347.281">18821 13753 1728 0,'0'0'38'0,"0"0"8"0,0 0 2 0,0 0 0 0,-6-5-39 0,6 5-9 16,0 0 0-16,0 0 0 0,-6 0 53 0,6 0 9 15,0 0 2-15,0 0 0 0,-11 0 0 0,-1 0 0 16,12 0 0-16,0 0 0 0,-11 5 0 0,0 0 0 16,-1 0 0-16,1 0 0 0,-1 0 0 0,1 0 0 15,-6 5 0-15,0 0 0 0,0 1-52 0,5-1-12 16,-5 0 0-16,0 5 0 0,-6 0 54 0,1 0 8 0,-1 6 2 0,0 4 0 16,0-5-52-16,0 1-12 0,1 9 0 0,-7 0 0 15,6 6 0-15,1-6 0 0,-1 6 0 0,0 4 0 16,0 1 0-16,-5-1 0 0,5 6 0 0,-6 4 0 15,12-4 0-15,-5 10 0 0,4-6 0 0,7 1 0 16,-6 5 54-16,0-6 8 0,5 6 2 0,1 0 0 16,5 4-52-16,1 1-12 0,-1-5 0 0,0 5 0 15,12-1 0-15,0-4 0 0,-1 0 0 0,7-6 0 16,-1-4 0-16,6 0 0 0,0-6 0 0,0-4 0 16,6-1 0-16,0 0 0 0,0-4 0 0,0-6 0 15,-1 1 0-15,-5-6 0 0,6 0 0 0,-6-5 0 16,0-5 0-16,1 0 0 0,-1-4-9 0,-6 4 9 15,6-10-84-15,0 0-10 0,0 0-2 16,0-5-762-16,1 0-152 0</inkml:trace>
  <inkml:trace contextRef="#ctx0" brushRef="#br0" timeOffset="111042.004">23498 14528 1958 0,'0'0'43'0,"0"0"9"0,0 0 1 0,0 0 3 0,0 0-45 0,0 0-11 16,0 0 0-16,0 0 0 0,0 0 53 0,0 0 9 0,0 0 2 15,0 0 0-15,0 0-52 0,0 0-12 16,-5 10 0-16,-1 0 0 0,-5 0 0 0,5-5 0 16,-5 5 0-16,5-5 0 0,6-5 54 0,-12 10 8 0,7 1 2 15,-12 4 0-15,0-5 0 0,-6 0 0 0,6 5 0 0,0 0 0 16,0 1-52-16,-1-6-12 0,1 5 0 0,-5 0 0 15,-1 5 0-15,6 1 0 0,-6-1 0 0,0 0 0 16,6 0 0-16,-6 1 0 0,0-6 0 0,6 5 0 16,-5 0 0-16,4 1 0 0,1-6 0 0,0 0 0 15,0-5 0-15,6 0 0 0,-6 0 0 0,11-5 0 16,-5-5-202 0,5 0-43-16,6 0-9 0,6-15-2 0</inkml:trace>
  <inkml:trace contextRef="#ctx0" brushRef="#br0" timeOffset="111301.049">23031 14533 1324 0,'0'0'118'15,"0"0"-94"-15,0 0-24 0,0 0 0 0,0 0 145 0,0 0 25 16,0 0 5-16,0 0 1 0,0 0-90 0,17 0-18 15,-17 0-3-15,12 0-1 0,5 10 0 0,-6 0 0 16,1 5 0-16,-1 0 0 0,0 1-34 0,6 4-7 16,-11 0-2-16,11 0 0 0,-5 6-3 0,-1 4-1 15,0-5 0-15,7 1 0 0,-7 4-17 0,0-5 8 16,1-4-8-16,5 4 0 16,-6-5-16-16,1 1-9 0,-1-1-3 0,0-5-716 15,-5-10-143-15</inkml:trace>
  <inkml:trace contextRef="#ctx0" brushRef="#br0" timeOffset="111884.038">23897 14295 2030 0,'0'0'90'0,"0"0"18"0,0 0-86 0,0 0-22 16,0 0 0-16,0 0 0 0,0 0 51 0,0 0 5 15,17-10 2-15,-5 5 0 0,-1 5-26 0,6-5-4 16,0-1-2-16,0 6 0 0,-5-5-10 0,5 5-3 15,0 0 0-15,0 5 0 0,0-5 5 0,0 6 1 16,-5-1 0-16,5 0 0 0,0-5-5 0,0 10-1 16,-11-5 0-16,5 5 0 0,0 0-1 0,-5 5-1 15,-6-15 0-15,6 10 0 0,0 6-3 0,-1 4 0 16,-5-5 0-16,6 5 0 0,0 1 2 0,-6-1 0 16,-6-5 0-16,-5 5 0 0,11-5 8 0,-6 6 2 15,-6-1 0-15,1 0 0 0,-6 0 1 0,0 1 1 0,0-1 0 16,-6 0 0-16,6 1-2 0,0 4-1 0,-6-5 0 15,0 5 0-15,0-4-3 0,-5 4-1 0,5 0 0 0,-5 1 0 16,-6-1-15-16,5 0 0 0,1 1 8 0,-7-1-8 16,1 0 0-16,6-5 0 0,5-4 0 0,-6-1 0 15,12 5 38-15,0-5 5 0,-6-5 1 0,6 1 0 16,12 4-23-16,5-5-4 0,-6 0-1 0,6-10 0 16,0 0-6-16,0 0-2 0,0 0 0 0,0 0 0 15,0 0-8-15,17 5 0 0,0 0 0 0,12 0 0 16,-7 0 0-16,7-5 0 0,-1 5 0 0,7-5 0 15,4 0-8-15,-10 0 8 0,-1 0-10 0,-5 0 10 16,0 5-22-16,5-5 2 0,-5 0 0 0,-6 0 0 16,0 0-33-16,6 0-7 0,-6 0 0 0,0 0-800 15,6 0-160-15</inkml:trace>
  <inkml:trace contextRef="#ctx0" brushRef="#br0" timeOffset="112303.593">25367 14492 1497 0,'-34'0'66'0,"34"0"14"0,0 0-64 0,0 0-16 0,0 0 0 0,0 0 0 16,0 0 106-16,0 0 18 0,0 0 3 0,0 0 1 16,0 0-103-16,17-5-25 0,0 5 0 0,0 0 0 0,6 0 0 15,-6 0 0-15,6 0 0 0,0 0 0 0,0-5 0 0,5 5 0 16,-5 0 0-16,-6 0 0 16,12 0-46-16,-12 0-14 0,-17 0-4 0,0 0 0 0</inkml:trace>
  <inkml:trace contextRef="#ctx0" brushRef="#br0" timeOffset="112586.174">25100 14745 2188 0,'0'0'48'0,"0"0"11"0,0 0 1 0,0 0 1 0,0 0-49 0,0 0-12 0,0 0 0 0,0 0 0 15,17 0 54-15,0 0 8 0,-6 6 2 0,6-6 0 16,0 5 0-16,0 0 0 0,6-5 0 0,6 0 0 16,11 0-52-16,-6 5-12 0,-11-5 0 0,5 0 0 15,1 0 0-15,-1-5 0 0,0 5 0 0,7-5 0 16,-7 0-151-1,1-1-33-15,5 1-6 0,-6 0-2 0</inkml:trace>
  <inkml:trace contextRef="#ctx0" brushRef="#br0" timeOffset="113217.632">26826 14239 864 0,'0'0'38'0,"0"0"8"0,0 0-37 0,0 0-9 16,0-10 0-16,0 10 0 0,0 0 92 0,0 0 16 15,6-15 3-15,-6 15 1 0,0 0-39 0,0 0-7 16,0 0-2-16,0 0 0 0,0 0 0 0,0 0 0 15,0 0 0-15,0 0 0 0,0 0 38 0,0 0 7 16,0 0 2-16,0 0 0 0,0 0-24 0,0 15-5 16,-6 5-1-16,0 6 0 0,-11-1-13 0,6 5-4 15,-6 1 0-15,-6 9 0 0,6-4-51 0,0 9-13 16,-6-4 0-16,6-1 0 0,-6 6 0 0,0-6 0 16,0 6 0-16,6-6 0 0,0 6 0 0,0-11 0 15,-6 1 0-15,12-1 0 0,0-9 0 0,-1-1 0 16,6-5 0-16,-5 0 0 15,11-9-100-15,0-11-22 0,0 0-5 0,0 0-581 0,0 0-116 16</inkml:trace>
  <inkml:trace contextRef="#ctx0" brushRef="#br0" timeOffset="113745.472">27430 14280 864 0,'0'0'76'0,"0"0"-60"0,0 0-16 0,0 0 0 15,0 0 194-15,0 0 36 0,0 0 7 0,0 0 2 0,-11 0-139 0,11 0-28 16,-6 5-6-16,6-5-1 0,-12 0-1 0,7 0 0 16,-7 5 0-16,12-5 0 0,0 0-51 0,-11 5-13 15,-6 0 0-15,0 0 0 0,0 0 54 0,0 0 8 16,-6 0 2-16,6 5 0 0,-6 0 0 0,0 0 0 15,-5 1 0-15,5 4 0 0,0 0-52 0,-5 5-12 16,5-5 0-16,-6 6 0 0,12 4 0 0,0 0 0 16,0-4 0-16,0 4 0 0,0 5 0 0,0 1 0 15,0-1 0-15,5 0 0 0,6 1 0 0,1 4 0 16,-1-4 0-16,0 4 0 0,12-5 0 0,0 1 0 16,-6-1 0-16,5 1 0 0,7-6 0 0,-1-5 0 15,6 0 0-15,0-4 0 0,1-6-11 0,-1 5-5 16,17-5 0-16,-6-10-1 0,12 5 17 0,0-10 0 0,6 5 8 15,-6-10-8-15,-1 0 16 0,1-5-4 16,-11-6 0-16,5 1 0 0,0 0-12 0,-11 0 0 0,-6-1 0 16,0 1 0-16,0 0 0 0,-5-5 0 0,-1 4 0 15,-5 1 0-15,5-5 0 0,1-6 0 0,-7 1 0 0,1 0 0 16,0-1 0-16,5 1 0 0,-11-1 0 0,6 6 0 16,-1 0 0-16,1-1 0 0,-12 1 0 0,-5 5 0 15,0 0 0-15,-1-1 0 0,1 6 0 0,-1-5 0 16,1 5 0-16,-6 5 0 0,-6-6 0 0,-5 6 0 15,5-5 0-15,-6 5 0 0,1 5 0 0,5-5 0 16,0 10-100-16,-5-5-22 16,5 0-5-16,0 5-581 0,0 5-116 0</inkml:trace>
  <inkml:trace contextRef="#ctx0" brushRef="#br0" timeOffset="114360.094">28142 14376 633 0,'0'0'28'0,"0"0"6"0,0 0-34 0,0 0 0 15,0 0 0-15,0 0 0 0,0 0 301 0,0 0 54 0,0 0 10 0,0 0 3 16,0 0-244-16,-6-5-48 16,-5-5-9-16,5 10-3 0,1 0 0 0,-7-5 0 0,1-1 0 15,-1 6 0-15,1-5-51 0,-6 5-13 0,0 5 0 16,0-5 0-16,-6 6 0 0,6-1 0 0,-6 5 0 0,6-5 0 16,6 5 54-16,-1 0 8 0,1-5 2 15,-1 5 0-15,-5 0-52 0,-5 6-12 0,4-6 0 0,-4 10 0 16,-7 0 0-16,6 6 0 0,1-1 0 0,-1 0 0 15,0 0 0-15,6 6 0 0,0-6 0 0,0 6 0 16,0-1 0-16,5 0 0 0,7-4 0 0,-1 4 0 16,6 0 0-16,0 1 0 0,0-1 0 0,6-4 0 15,-1 4 0-15,7 0 0 0,5-9 0 0,0-1 0 16,6-10 0-16,-1 5 0 0,7-5 0 0,5-5 0 16,0-5 0-16,6 0 9 0,0 0-9 0,6-5 8 0,-7 0-8 15,-4 0 0-15,-1-10 0 0,0 5-11 0,-5-5 11 16,-7 4 0-16,-5 1 0 0,6-5 0 0,-6-5 0 15,0 5 0-15,0 0 0 0,1-6 0 0,-1 6 0 0,5-10 0 16,-10-1 0-16,5 1 0 0,-11 0 49 0,5-1 12 16,0 1 3-16,-5 0 0 15,0 5-52-15,-6-6-12 0,0 6 0 0,0-5 0 0,0-1 0 0,-6 6 0 16,0-5 0-16,1 5 0 0,-7-1 0 16,1 1 0-16,-6-5 0 0,0 4 0 0,0 1 0 0,0 5 0 15,-6 0 0-15,6 0 0 0,0-1 0 0,-6 6 0 16,0-5 0-16,0 10 0 15,0-5-48-15,6 5-13 0,0 5-3 0,0 0 0 16,0 0-102-16,6 5-21 0,11-5-4 0,0 0-1 0</inkml:trace>
  <inkml:trace contextRef="#ctx0" brushRef="#br0" timeOffset="115167.872">28615 14675 460 0,'0'0'20'0,"0"0"5"0,0 0-25 16,0 0 0-16,0 0 0 0,0 0 0 16,0 0 270-16,0 0 49 0,0 0 9 0,0 0 3 0,0 0-197 0,0 0-39 15,0 0-8-15,0 0-2 0,0 0-17 0,0 0-3 16,0 0-1-16,0 0 0 0,0 0-14 0,0 0-3 16,11 10-1-16,-11 5 0 0,0 0-6 0,-5 0-2 15,-1 0 0-15,0 6 0 0,1-1-17 0,-7-5-3 16,1 5-1-16,-1 1 0 0,1-6 8 0,5 5 2 15,-5-5 0-15,5 1 0 0,-5-1-27 0,5-5 0 16,-5 5 0-16,5-5 0 0,6-10 0 0,0 0-9 16,0 0 0-16,0 0 0 0,0 0 9 0,0 0 12 0,0 0-2 15,0 0-1-15,0-10-9 16,11 0 0-16,-11-5 0 0,12 0 0 16,-1 4-49-16,1-9-12 0,-1 0-3 0,12 5 0 0,0-11 52 0,5 1 12 0,1-5 0 0,-1 4 0 15,1 1 15-15,-1 0 5 0,6-1 2 0,-5 6 0 16,-1 5-22-16,-5 0 0 0,6 5 0 0,-7-1-8 15,1 6 8-15,0 0 0 0,-6 5 0 0,-17 0 0 16,11 5 40-16,-11-5 3 0,17 11 1 0,1-1 0 16,-18-10-44-16,5 20-24 0,1-5 4 0,-6 5 0 15,0 1 28-15,0-1 5 0,-6 0 2 0,1 5 0 16,-7 1-3-16,1-1 0 0,-1 0 0 0,7 1 0 16,-12-1-12-16,11-10 0 0,-5 0 0 0,-1 1 0 15,1-1 0-15,5-5-10 0,6-5 10 0,0-5-12 16,0 0 12-16,0 0 0 0,0 0 0 0,0 0 0 0,11 0 0 15,7-5 0-15,-1-5 0 0,0 0 0 0,5-5 0 16,-4-6 0-16,4 6 0 0,7-5 0 0,-6 0-16 0,-1-6-2 16,1 11 0-16,6-5 0 0,-6-6 18 0,-1 6 0 15,1-5-8-15,6 10 8 16,-12-6 0-16,5 6-8 0,1 5 8 0,-6 0 0 0,6 0-9 0,-11 5 9 16,-1 0 0-16,0 5-9 15,6 0 9-15,-5 5 0 0,5-5 0 0,0 10 0 0,-6-10 16 0,1 10 9 16,-1-5 2-16,-5 10 0 0,11 1-27 0,-11-1-17 15,-1 0 2-15,-5 5 1 0,0 0 23 0,-5 6 5 16,5-1 1-16,-6 0 0 0,0 6-15 0,1-6 0 16,-1 0 0-16,0 1 0 0,-5-6 0 0,5-5 0 0,-5 0 0 15,5 1 0-15,0-6 0 0,6-10 0 0,0 0 0 16,0 0 0 0,0 0-103-16,0 0-20 0,0 0-4 0,0 0-922 0</inkml:trace>
  <inkml:trace contextRef="#ctx0" brushRef="#br0" timeOffset="115755.649">29806 14259 1728 0,'0'0'38'0,"0"0"8"0,0 0 2 0,0 0 0 0,0 0-39 0,0 0-9 15,0 0 0-15,0 0 0 0,0 0 53 0,0 0 9 16,0 0 2-16,0 0 0 0,0 0-24 0,17-5-4 16,0-5 0-16,0 5-1 0,0 0-5 0,0-5-1 15,0 10 0-15,1-5 0 0,-1 5 11 0,-6 0 3 16,6-10 0-16,0 10 0 0,-5 0-18 0,-1-5-3 15,6 0-1-15,0 5 0 0,0 0 35 0,-5 0 6 16,-12 0 2-16,11 5 0 0,-5 5-52 0,-6-10-12 16,0 0 0-16,0 0 0 0,11 10 0 0,-5 5 0 15,-6-15 0-15,0 10 0 0,0-10 0 0,6 15 0 0,-6-15 0 16,-6 16 0-16,6-1 0 0,-6 5 0 16,0-10 0-16,1 5 0 0,-1 1 28 0,0-1 4 0,-5 0 0 15,-6-5 0-15,0 5-17 0,5 0-3 0,-5-4-1 0,6 4 0 16,-6 0-3-16,0-5-8 0,0 5 12 0,0-5-4 15,-1 1-8-15,1-1 0 0,6 0 9 0,0 0-9 16,-1-5 8-16,6 5-8 0,1-5 8 0,5-5-8 16,-12 10 9-16,12-10-9 0,0 0 12 0,0 0-12 15,0 0 13-15,0 0-4 0,12 5-1 0,-12-5 0 16,11 5-8-16,1-5 12 0,5 0-12 0,0 0 12 16,6 0-12-16,-6-5 0 0,11 5 0 0,-5-5 0 15,5 5 0-15,-5-5 0 0,-6 5 0 0,6-5 0 16,-6 5-12-16,0 0 1 0,0 0 1 0,-5 0 0 15,-12 0-9-15,0 0-1 0,17 0-1 0,-17 0 0 16,11 0-21-16,-11 0-4 0,0 0-1 16,17 0 0-16,-17 0-36 0,0 0-7 0,12 0-2 15,-12 0-634-15,0 0-127 0</inkml:trace>
  <inkml:trace contextRef="#ctx0" brushRef="#br0" timeOffset="119942.58">15675 16918 979 0,'0'0'43'0,"0"0"9"0,0 0-41 0,0 0-11 15,0 0 0-15,0 0 0 0,-17 0 200 0,17 0 37 16,17 0 8-16,-17 0 2 0,0 0-135 0,12-10-28 16,5 5-4-16,0 0-2 0,12 0-54 0,-12-6-10 15,-17 11-2-15,17-5-1 0,11-5 33 0,-5 10 8 16,-6-5 0-16,0 0 1 0,6 5-21 0,-6 5-5 16,-17-5-1-16,17 5 0 0,-5-5-12 0,-1 5-2 15,-11-5-1-15,11 10 0 0,-11-10 3 0,0 16 1 16,6-6 0-16,0 5 0 0,-12 0 6 0,6 0 2 15,0 1 0-15,0-1 0 0,-11-5-3 0,5 10-1 16,0-5 0-16,-5 1 0 0,-6 4-4 0,0-5-1 16,5 5 0-16,-5 0 0 0,-17-4-2 0,11 4-1 0,23 5 0 15,-17-4 0-15,-11-1-3 0,-7 0-8 0,24 5 12 0,-6 1-4 16,-6-1 4-16,-5 0 1 0,5 1 0 0,0-1 0 16,6 0-13-16,0 1 0 0,-6-1 0 15,6 0 0-15,0-5 0 0,5 1 0 0,1-6 0 0,0 0 0 16,-6 0 0-16,11-5 0 0,6 1 0 0,0-11 0 15,0 0 54-15,0 0 8 0,0 0 2 0,0 0 0 16,17 10-52-16,0-5-12 0,6 0 0 0,-6-5 0 16,-17 0-18-16,23-5-6 15,5 0-2-15,6 0 0 0,-5 0 42 0,-1 0 8 0,-10 5 1 0,10 0 1 16,6-6-46-16,-11 6-10 16,-12 0-2-16,12-5 0 0,6 5-4 0,-1-5 0 15,-5 0-1-15,-6 0 0 0,6 0-113 0,5 5-22 16,-11-10-5-16,6 5-917 0</inkml:trace>
  <inkml:trace contextRef="#ctx0" brushRef="#br0" timeOffset="120419.104">16433 16898 2055 0,'0'0'91'0,"0"0"19"0,0 0-88 0,0 0-22 0,12-5 0 0,-12 5 0 16,0 0 97-16,0 0 15 0,0 0 4 0,0 0 0 15,11 0-52-15,-11 0-9 0,0 0-3 0,0 0 0 16,17 10-20-16,-17-10-5 0,-6 15-1 0,1 0 0 16,-1 0 2-16,6 1 1 0,-11 4 0 0,-1 0 0 15,-5 0 0-15,6 6 0 0,-1-6 0 0,1 5 0 16,-6 0-3-16,-6 6-1 0,12-6 0 0,-6 6 0 16,-1-6-6-16,1 0-2 0,6 1 0 0,0 4 0 15,-6-5-8-15,5 1-1 0,1-1-8 0,-6 0 12 16,17 1-12-16,-6-6 0 0,6 0 8 0,-6-5-8 15,6-5 0-15,6 0 0 0,-6-10 0 0,6 11 0 0,-6-11 0 16,11 5-8-16,12-5 8 0,-6 0-10 0,0 0-3 0,6-10-1 16,5 4 0-16,6-4 0 15,-11-5-25-15,0 5-5 0,0 0 0 0,5 5-1 16,12-5-88-16,-11 5-18 0,-24 0-3 0,18 0-1 16,6 5-68-16,-7-6-13 0</inkml:trace>
  <inkml:trace contextRef="#ctx0" brushRef="#br0" timeOffset="120712.382">16638 17191 1645 0,'0'0'72'0,"0"0"16"0,17 0-70 15,-17 0-18-15,-17 0 0 0,17 0 0 0,12 0 120 0,-12 0 21 0,0 0 4 0,0 0 1 16,0 0-49-16,0 0-9 0,0 0-3 0,0 0 0 16,-23 11-13-16,12 4-4 0,16 0 0 0,-5 0 0 15,-11 5-17-15,5 1-4 0,6 4-1 0,0 5 0 16,-6-4-21-16,1 9-4 0,-7-5-1 0,7 1 0 16,10-1-11-16,-5-4-9 0,-17-6 12 0,17 5-12 15,6-5 0-15,-6 1 0 0,-6-11 0 0,1 5 0 16,5-15-56-16,0 0-19 0,5 10-3 0,-5-10-758 15,0 0-151-15</inkml:trace>
  <inkml:trace contextRef="#ctx0" brushRef="#br0" timeOffset="121026.56">17453 16958 633 0,'0'0'56'0,"0"0"-44"0,0 0-12 15,0 0 0-15,0 0 272 0,0 0 53 0,0 0 11 0,0 0 1 16,0 0-193-16,0 0-40 0,0 0-7 0,0 0-1 16,12 11-31-16,-12-11-5 0,0 15-2 0,5-5 0 15,-5 5-10-15,-5 0-1 0,5 6-1 0,-6-6 0 16,0 5-6-16,0 0 0 0,1 0-1 0,-1 6 0 15,-5-6-15-15,-1 5-2 0,7 1-1 0,-1-6 0 16,-6 0-12-16,7 0-9 0,-7 1 12 0,1-1-12 16,5 0 0-16,-5 0 0 0,5-4 0 0,-5 9 0 15,5-10-78 1,6 0-19-16,-6-4-4 0,6-11-667 0,0 0-134 0</inkml:trace>
  <inkml:trace contextRef="#ctx0" brushRef="#br0" timeOffset="121228.236">17271 17232 2044 0,'0'0'91'0,"0"0"18"0,0 0-87 0,0 0-22 16,0 0 0-16,0 0 0 0,0 0 106 0,0 0 17 16,0 0 3-16,17-5 1 0,-6 5-78 0,6-5-15 15,0 0-3-15,6 5-1 0,0-5-22 0,0 0-8 16,0 0 0-16,-1-1 0 0,-4 1 0 0,4 0-12 15,7-5 1-15,-6 5 0 16,-1-5-167-16,7 0-34 0</inkml:trace>
  <inkml:trace contextRef="#ctx0" brushRef="#br0" timeOffset="121755.985">18593 16847 1440 0,'0'0'128'16,"0"0"-103"-16,5-10-25 0,-5 0 0 16,6 5 152-16,-6 5 26 0,0-10 5 0,6-1 1 15,5 6-118-15,-11 5-23 0,-6-10-5 0,6 10-1 16,0 0-19-16,0 0-4 0,-11-5-1 0,-6 0 0 0,0 5 19 0,0 5 4 15,-6-5 1-15,0 10 0 0,0 6-1 0,-5-6-1 16,5 5 0-16,0-5 0 0,1 10-11 0,-7 0-3 16,1 6 0-16,-1-1 0 0,6 0-11 0,1 1-2 15,-1-1-8-15,0 5 12 0,0 1-12 0,6-6 0 16,0 11 0-16,0-6 0 0,11 0 0 0,-5 1 0 16,5-1 0-16,0 1 0 0,6-6 0 0,0 5 0 15,6 1 0-15,0-6 0 0,-1 0 0 0,7 1 0 16,5-1 0-16,0-10 0 0,6 5 0 0,0-10 0 15,5 1 0-15,1-6 0 0,-7-5 0 0,7 0 0 16,-1-5 0-16,7-6 9 0,10 1-1 0,-11-5-8 16,-17 0 12-16,6 0-4 0,-6 0 0 0,0-6 0 15,-5 1 0-15,5 5 0 0,-6-5-8 0,-5-1 8 0,5 6-8 16,-5-5 8-16,-12 0-8 0,6 4 0 0,0 1 9 0,0 0-9 16,-11 0 8-16,5 5-8 0,-5 0 8 0,-1 0-8 15,1-1 0-15,-12 1 0 0,1 5 0 0,-1 0 0 16,6 5 0-16,-12 0 0 0,6 0-12 0,1 5 4 15,-7 0-7-15,6 0-1 0,0 0 0 0,1 6 0 32,-1-6-22-32,6 5-5 0,0 5-1 0,5-5 0 15,7 5-137-15,5-15-28 0,0 0-6 0</inkml:trace>
  <inkml:trace contextRef="#ctx0" brushRef="#br0" timeOffset="122276.981">19482 16913 2188 0,'0'0'48'0,"0"0"11"0,0 0 1 0,0 0 1 0,0-10-49 15,-6 0-12-15,0 5 0 0,6 5 0 0,-6-6 54 0,-5-4 8 16,0 5 2-16,5 5 0 0,6 0-52 0,-11-5-12 15,-7 0 0-15,1 5 0 0,0-5 54 0,0 5 8 16,-6-5 2-16,6 5 0 0,0 5-52 0,6-5-12 16,-6 5 0-16,-6-5 0 0,0 10 0 0,-5-5 0 15,-1 5 0-15,6 1 0 0,-5 4 0 0,5 5 0 16,0-5 0-16,6 11 0 0,6-6 0 0,-6 5 0 0,-6 0 0 0,0 6 0 16,12-6 0-16,-1 6 0 0,1-1 0 15,0 5 0-15,5-9 0 0,6 9 0 0,6-4 0 16,-6 4 0-16,5-10 0 0,7 1 0 0,5-1 0 0,0 0 0 15,0 1 0-15,6-1 0 0,5-10 0 0,6 0 0 16,1 6 0-16,-1-16 0 0,0-10 0 0,6 5 0 16,0-11 54-16,0 1 8 0,-1-10 2 0,1 5 0 15,-5 0-64-15,-1-6-15 0,-11 1-1 0,-1 0-1 16,1 0 17-16,-6-1 0 0,0 1 0 0,0 0 9 16,-5-5-9-16,-7 4 8 0,7 1-8 0,-1-5 8 15,-5-1-8-15,0 6 12 0,-6-5-12 0,0-1 12 16,5 1-2-16,-10 0 0 0,-1-6 0 0,0 6 0 15,1 0 4-15,-7 5 1 0,1-6 0 0,-6 6 0 16,0 0-4-16,-6-1-1 0,0 1 0 0,0 5 0 16,0 5-10-16,-5 0-12 0,5-5 2 0,-5 4 1 15,-1 6-19-15,6-5-3 0,6 5-1 0,-5 0 0 16,-7 5-154-16,6 0-31 0</inkml:trace>
  <inkml:trace contextRef="#ctx0" brushRef="#br0" timeOffset="122812.223">20672 16918 2188 0,'0'0'48'0,"0"0"11"0,0 0 1 0,0 0 1 0,0 0-49 0,0 0-12 15,0 0 0-15,0 0 0 0,0 0 105 0,0 0 19 16,0 0 3-16,0 0 1 0,0 0-103 0,0 0-25 15,0 0 0-15,0 0 0 0,6 10 56 0,-6 0 7 16,0 0 1-16,-6 6 0 0,1-1-52 0,-1 5-12 16,0 0 0-16,-5 6 0 0,-1 9 0 0,-5-5 0 15,6 6 0-15,-6-6 0 0,6 1 0 0,-7-6 0 16,7 5 0-16,0 1 0 0,-1-11 0 0,-5 5 0 16,0-5 0-16,6 1 0 15,5-6-100-15,-5 0-22 0,-7 0-5 0,13-5-649 0,5-10-131 16</inkml:trace>
  <inkml:trace contextRef="#ctx0" brushRef="#br0" timeOffset="122998.804">20336 17120 1958 0,'0'0'43'0,"0"0"9"0,0 0 1 0,0 0 3 0,0 0-45 0,0 0-11 0,0 0 0 0,0 0 0 15,0 0 104-15,0 0 20 0,12 0 3 0,5 6 1 16,0-6-103-16,6 5-25 0,-6-5 0 0,11 5 0 15,6 5 0-15,-5-5 0 0,-1 0 0 0,7-5 0 16,4 0 0-16,-4 5 0 0,-7-5 0 0,6-5 0 16,6 5-97-16,-6-5-25 0,6 0-5 0</inkml:trace>
  <inkml:trace contextRef="#ctx0" brushRef="#br0" timeOffset="123335.94">21601 16670 1094 0,'0'0'97'0,"0"0"-77"0,0 0-20 0,0 0 0 16,0 0 196-16,0 0 35 0,0 0 7 0,0 0 2 15,0 0-90-15,0 0-18 0,0 0-3 0,0 0-1 16,6 10-51-16,-6 5-10 0,-12 0-3 0,7 6 0 16,-1-1-51-16,0 10-13 0,-5-4 0 0,-6 9 0 15,0 5 0-15,-6 6 0 0,6-5 0 0,-6 4 0 16,6-4 0-16,-6-1 0 0,6-4 0 0,6-1 0 16,-6-5 0-16,5 1 0 0,1-6 0 0,5-5 0 15,0 1 0-15,1 4 0 0,5-10 0 0,5-5 0 16,7 0-260-16,-1-5-56 0,-11-5-10 15,29-5-2-15</inkml:trace>
  <inkml:trace contextRef="#ctx0" brushRef="#br0" timeOffset="123802.949">22256 16756 1728 0,'0'0'76'0,"0"0"16"0,0 0-73 0,0 0-19 16,0 0 0-16,0 0 0 0,0 0 106 0,0 0 18 16,-5 0 3-16,5 0 1 0,0 0-52 0,-6-5-9 15,-5 0-3-15,5 5 0 0,-6 0-51 0,7 0-13 16,-7 5 0-16,1 0 0 0,-6 0 54 0,5 0 8 16,-5 0 2-16,0 5 0 0,-6 0-52 0,1 0-12 15,10 6 0-15,-10-6 0 0,-7 5 0 0,1 5 0 16,-1 0 0-16,6 6 0 0,0 4 0 0,-5-4 0 0,5 4 0 0,0 0 0 15,12 1 0-15,-6 4 0 0,-6-5 0 0,6 1 0 16,11-1 0-16,1-4 0 16,5-1 0-16,0 0 0 0,0-5 0 0,5 1 0 0,7-1 0 0,5 0 0 15,0 0 0-15,6 1 0 0,5-6 0 0,6-5 0 16,6 0 0-16,0-10 0 0,6-5 0 0,-1-5 0 16,-5 0 0-16,6-10 0 0,-1-1 0 0,1 1 0 15,-6 0 0-15,-6-5 0 0,-5-1 0 0,-7 11 0 16,-5-5 0-16,0 5 0 0,-11-11 0 0,6 6 0 15,5 0 54-15,-12-6 8 0,7 1 2 0,-7-10 0 16,1-1-52-16,-6 6-12 0,0-1 0 0,-6 6 0 16,6-5 0-16,-5-1 0 0,-7 6 0 0,7 5 0 15,-12 0 0-15,-1 4 0 0,1 1 0 0,0 5 0 16,6-5-48-16,-12 5-13 0,0 0-3 0,1 4 0 16,-1 1-51-16,-6 5-10 0,1 5-3 0,5 1-921 15</inkml:trace>
  <inkml:trace contextRef="#ctx0" brushRef="#br0" timeOffset="124355.89">23202 16746 1728 0,'12'0'38'0,"-12"0"8"0,5-10 2 0,-5 5 0 0,6-6-39 0,0 6-9 0,-1-5 0 0,-5 5 0 15,6 0 72-15,-6 0 12 0,0-5 2 0,0 10 1 16,0 0-37-16,-6-10-7 0,6 10-2 0,0-10 0 16,0 5 19-16,-5 0 3 0,-1-1 1 0,0 1 0 15,6 5 0-15,-11 0 0 0,-1 5 0 0,1-5 0 16,0 0-52-16,-6 6-12 0,-1-1 0 0,1-5 0 15,-5 10 0-15,5 0 0 0,-6 5 0 0,0-5 0 16,-6 0 0-16,1 5 0 0,-1 6 0 0,1-1 0 16,-6 0 0-16,5 6 0 0,1 4 0 0,5 0 0 15,0 6 0-15,6-6 0 0,6 6 0 0,-1-1 0 16,1 6 54-16,5-6 8 0,6 0 2 0,0-4 0 0,0-1-52 16,6 6-12-16,5-6 0 0,1 0 0 0,-1-4 0 15,6-1 0-15,12-5 0 0,-1 1 0 0,6-6 0 16,1-5 0-16,4-10 0 0,1 0 0 0,0-5 0 0,0-5 0 15,0 0 0-15,-6-1 0 0,0-4 0 0,-11 5 0 16,0-5 0-16,5 0 0 0,-5-5 0 16,0 4 0-16,0-4 0 0,-6 0 0 0,0 0 0 0,6-11 0 15,-6 1 0-15,-6-1 0 0,1 1 54 0,-7 0 8 16,1-6 2-16,0 1 0 0,-6-1-52 0,-6 1-12 16,6 4 0-16,-11 1 0 0,5 0 0 0,-11 4 0 15,5 6 0-15,-5 0 0 0,0 5 0 0,0-1 0 0,0-4 0 16,0 5 0-16,0 0-11 0,-6 0-5 15,6 5 0-15,-17-1-1 16,0 1-81-16,-1 10-16 0,1-5-3 0,0 5-1120 0</inkml:trace>
  <inkml:trace contextRef="#ctx0" brushRef="#br0" timeOffset="124977.472">24621 16888 1036 0,'0'0'46'0,"0"0"10"0,0 0-45 0,0 0-11 0,0 0 0 0,0 0 0 16,0 0 256-16,0 0 48 0,0 0 11 0,0 0 1 15,0 0-199-15,11-6-40 0,1-4-8 0,-1 5-1 0,6 0-27 16,0 0-5-16,0 5 0 0,0-5-1 0,6 5-7 16,-6 0-2-16,6 0 0 0,-6 0 0 0,0 0-13 0,0 0-2 15,1-5-1-15,-1 5 0 16,-6 0-10-16,6 0 0 0,-6-5 0 0,1 5 0 15,-6-5-45-15,-6 5-11 0,0 0-3 0,0 0-698 16,0 0-140-16</inkml:trace>
  <inkml:trace contextRef="#ctx0" brushRef="#br0" timeOffset="125330.467">24535 17034 1728 0,'0'0'38'0,"0"0"8"0,0 0 2 0,0 0 0 0,0 0-39 0,0 0-9 0,0 0 0 0,0 0 0 15,12 11 46-15,-12-11 7 0,11 10 2 0,1-5 0 16,-1 5-1-16,6-5 0 0,-5 0 0 0,5 0 0 16,-17-5 23-16,17 5 5 0,0 0 1 0,0-5 0 15,-6 5-15-15,6 0-4 0,0-5 0 0,1 0 0 16,-1 0-51-16,0 0-13 0,0 0 0 0,-6 0 0 16,6 0 0-16,-5-5 0 0,-12 5 0 0,17 0 0 0,0-5 0 15,0 5 0-15,-11 0 0 0,11-5 0 16,-6 0-104-16,6 0-23 0,0 0-5 0,-5 0-912 15</inkml:trace>
  <inkml:trace contextRef="#ctx0" brushRef="#br0" timeOffset="127552.588">26171 16315 1728 0,'0'0'38'0,"0"0"8"0,0 0 2 0,0 0 0 0,0 0-39 0,0 0-9 0,17-5 0 16,-6 5 0-16,1 0 84 0,-1 0 14 0,-11 0 3 16,0 0 1-16,0 0-61 0,0 0-12 0,0 0-2 0,0 0-1 15,0 0 30-15,0 0 7 0,0 15 1 0,-6 1 0 16,12-1 0-16,-6 5 0 0,6 0 0 0,-6 11 0 15,-6-1 0-15,-5 6 0 0,5 4 0 0,-6-4 0 16,-10 9-52-16,5-4-12 0,0 4 0 0,-1 1 0 16,1-1 0-16,0-4-8 0,0 4 8 0,0-4-13 15,0-1 13-15,6-4 0 0,-1-1 0 0,-5-4 0 16,6-6-12-16,5 0-4 0,-5 1 0 0,5-11 0 16,6 0-103-16,0-10-21 15,0-5-4-15,0 0-956 0</inkml:trace>
  <inkml:trace contextRef="#ctx0" brushRef="#br0" timeOffset="128229.682">26911 16381 1958 0,'0'0'87'0,"0"0"17"0,0 0-83 0,0 0-21 16,0 0 0-16,0 0 0 0,0 0 56 0,0 0 6 15,0 0 2-15,0 0 0 0,0 0 0 0,0 0 0 16,0 0 0-16,-11 0 0 0,5-5-52 0,-5 0-12 0,0 5 0 0,-1 0 0 16,1 0 47-16,-1 0 6 15,1 5 2-15,0 0 0 0,-1 0-37 0,1 5-7 16,-6 0-2-16,0 1 0 0,5-1-9 0,-5 0 0 0,6 10 0 0,-1-5 0 15,-5 0 0-15,6 6 0 0,5-1 0 0,0 0 0 16,6 1 0-16,-5 4 0 0,-1 0 0 0,6-5 0 16,6-4 0-16,-6 9 0 0,5 0 0 0,7-5 0 15,-7 1 0-15,7 4 0 0,-1-5 0 0,6 1 0 16,-5-1 0-16,5 5 0 0,-6-5 0 0,1 1 0 16,5-1 0-16,-6 5 0 0,1-4 0 0,-1-1 0 15,-5 0 0-15,5 5 0 0,-5-4 0 0,-6-1 0 16,0 5 0-16,-6-10 0 0,6 6 0 0,-6-6 0 15,1 0 53-15,-7 0 9 0,1-5 2 0,-6 0 0 16,5 1-52-16,-5-1-12 0,0-5 0 0,-6 5 0 16,6-10 0-16,0 0 0 0,-6 0 0 0,-5 0 0 0,5-5 0 0,6 0 0 15,-6 0 0-15,0-5 0 0,12-1 0 0,0 1 0 16,-12-5 0-16,6 0 0 0,0 5 0 0,5-5 0 16,1-6 0-16,-1 6 0 0,7 0 0 0,5 0 0 15,0-5 0-15,5 4 0 0,1 1 0 0,11-5 0 16,0 0 0-16,0 4 0 15,1-9-48-15,4 5-13 0,1 0-3 0,6-6 0 0,-1 1 52 0,1 0 12 16,5-6 0-16,0 6 0 0,6 0 0 0,-6-6 0 16,-11 6 0-16,5 0 0 0,1-1 0 0,-6 6 0 15,-1 0 0-15,1 0 0 0,-6 9 0 0,-5-4 0 16,-7 0 0-16,1 5 0 0,0 0 0 0,-1 0 0 16,-5 5 0-16,0 5 0 0,-5-16 34 0,-1 6 10 0,-5 5 1 0,-1 0 1 15,1 0-38-15,-6 0-8 0,0 5 0 0,0-5 0 31,0 5-39-31,-1 0-4 0,1 0-1 0,6 0 0 16,-6 0-118-16,0 0-24 0,5 5-5 0,7-5-1 0</inkml:trace>
  <inkml:trace contextRef="#ctx0" brushRef="#br0" timeOffset="128619.945">27578 16381 864 0,'0'0'76'0,"0"0"-60"16,0 0-16-16,0 0 0 0,0 0 310 0,0 0 59 16,0 0 12-16,0 0 3 0,0 0-260 0,0 0-51 15,0 10-10-15,-6 0-3 0,6 1-34 0,-5 4-7 16,5 0-2-16,-6 0 0 0,-5 5 6 0,-1 1 1 15,-5-1 0-15,6 5 0 0,-6 6-11 0,-6-1-1 16,0 5-1-16,0-4 0 0,-5 4 21 0,5 1 4 16,-6-1 0-16,7-4 1 0,-7-1-8 0,6 0-1 15,1 1-1-15,4-1 0 0,-4-5-27 0,10-4 0 16,1 4 0-16,5-5 0 0,-5-10 0 0,11 6 0 0,6-6 0 16,-1 0 0-16,12 0 0 0,0-5 0 15,0-5 0-15,12 5 0 16,-1-5-46-16,1 0-14 0,-1-5-4 0,-5 5 0 0,6-5 52 0,-1 0 12 0,1 0 0 0,-7 0 0 15,1 5 0-15,0-5 0 0,-6 5 0 0,6 0 0 32,-6 0-156-32,6 0-29 0,-6 0-6 0,0 0-794 0</inkml:trace>
  <inkml:trace contextRef="#ctx0" brushRef="#br0" timeOffset="128913.48">27800 16817 1209 0,'0'0'108'0,"0"0"-87"0,0 0-21 0,0 0 0 0,0 0 171 0,0 0 29 15,0 0 7-15,0 0 1 0,0 0-64 0,0 0-13 16,-5 15-3-16,5 5 0 0,0-5-51 0,0 11-10 15,-12-1-3-15,1 0 0 0,-1 1-51 0,7 4-13 16,-7 0 0-16,1 1 0 0,5-6 0 0,-5 5 0 16,5-4 0-16,0-1 0 0,1 0 0 0,-7-4 0 15,7-1 0-15,-1 0 0 16,6-5-48-16,-6 1-13 0,6-16-3 0,0 0-1049 0</inkml:trace>
  <inkml:trace contextRef="#ctx0" brushRef="#br0" timeOffset="129611.544">28296 16751 2185 0,'0'0'48'0,"0"0"9"0,0 0 3 0,0 0 2 16,0 0-50-16,0 0-12 0,0 0 0 0,0 0 0 0,0 0 55 0,0 0 8 16,6 15 1-16,-6-5 1 0,5 5-52 0,-5 1-13 15,0-1 0-15,0 0 0 0,-5 5 54 16,-1 0 8-16,6 1 2 0,-11 4 0 0,5 0-52 0,-6 1-12 16,7-1 0-16,-7-5 0 0,1 6 0 0,-6-6 0 15,0-5 0-15,5 5 0 0,1-5 0 0,0 1 0 16,-1-6 0-16,1 0 0 0,11-10 0 0,0 0 0 15,-6 5 0-15,6-5 0 0,0 0 0 0,0 0 0 16,0 0 0-16,0-5 0 0,6-10 0 0,5-1 0 16,6 1 0-16,0-5 0 0,6 0 0 0,0 0 0 15,0-6 0-15,11-4 0 0,-6-1 0 0,1 1 0 16,5-5 0-16,-5 9 0 0,5 1 0 0,-11 0 0 16,5 4 0-16,-5 6 0 0,0 0 0 0,-6 5 0 15,6 0 0-15,-12 5 0 0,6 0 0 0,-6 5 0 16,7 0 0-16,-7 5 0 0,0 0 0 0,1 5 0 0,-7 5 0 0,1-5 0 15,0 0 0 1,-6 6 0-16,6 4 0 0,-6-5 0 0,0 10 54 0,0-4 8 0,0 4 2 0,-6 5 0 16,0-4-52-16,0-1-12 0,1 0 0 0,-1-5 0 15,-5 1 0-15,5-6 0 0,0 0 0 0,6-15 0 16,0 0 0-16,0 0 0 0,0 0 0 0,0 0 0 16,0 0 0-16,0 0 0 0,0 0 0 0,6-5 0 15,0-10-48-15,5 0-13 0,6-1-3 16,0-4 0-16,0 0 52 0,6 0 12 0,0-1 0 0,0 1 0 15,5-5 0-15,-5 5 0 0,5-1 0 0,1 1 0 16,5 0 0-16,-5 0 0 0,-1 4 0 0,1 1 0 16,-7 10 8-16,7 0 4 0,-12 5 0 0,0-5 1 0,0 5-13 15,0 5-8-15,-5-5 8 0,5 5-13 16,-12 0 13-16,7 5-12 0,-1 6 12 0,-5-6-12 16,0 10 12-16,-1 5 0 0,-5 1 0 0,-5-1 0 0,-1 5 0 15,-5-4 0-15,-1 4 0 0,6 0 0 0,-5-4 24 0,0-1 7 16,-6 0 1-16,5-4 1 0,1-1-1 0,5-5-1 15,-5 0 0-15,5 0 0 16,0-10-135-16,6-5-28 0,0 0-4 0,0 0-1006 0</inkml:trace>
  <inkml:trace contextRef="#ctx0" brushRef="#br0" timeOffset="130151.379">29527 16123 1958 0,'0'0'43'0,"0"0"9"0,0 0 1 0,0 0 3 0,5 0-45 0,7-5-11 0,-7 0 0 0,7 0 0 16,-1 5 81-16,1-10 15 0,5 4 2 0,0 1 1 15,6 0-56-15,-1 0-11 0,1 0-3 0,6 5 0 16,-7-5 28-16,1 5 6 0,6 0 1 0,-6 5 0 16,-6-5-52-16,5 5-12 0,-4 0 0 0,-7 0 0 15,0 0 0-15,-11-5 0 0,12 6 0 0,-12-6 0 0,11 15 0 0,-11-15 0 16,0 15 0-16,0 0 0 16,0 0 31-16,-6 6 3 0,1-6 1 0,-1 0 0 0,-5 5-19 15,-1-5-3-15,-5 1-1 0,0 4 0 0,0 0 0 16,0-5 0-16,0 1 0 0,-6 4 0 0,6-5 0 15,-6 0 0-15,0-5 0 0,6 5 0 0,-6-4-4 16,12-1 0-16,0-5-8 0,-6 5 12 16,5 0 0-16,1-5 0 0,5 0 0 0,-5 0 0 0,-1 5 21 15,12-10 4-15,0 0 1 0,0 0 0 0,0 0-38 0,0 0-23 16,0 0 3-16,0 0 1 0,0 0 19 0,0 0 0 16,12 5 0-16,5 0 0 0,0 1 0 0,6-6 0 15,-1 0 8-15,7 0-8 0,-6-6 0 0,-1 6 9 16,1-5-9-16,6 5 8 0,-6-5-8 0,-1 5 0 0,1-5 0 0,0 5 0 15,0 0 0-15,0 0-9 16,5 0 9-16,-11 0 0 0,0 0-20 0,0 5 2 16,-5-5 1-16,-12 0 0 15,11 0-63-15,-11 0-12 0,17 0-2 0,-17 0-1 16,0 0-129-16,17 0-25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45:58.62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27441 6729 633 0,'0'0'28'0,"0"0"6"0,0 0-34 0,0 0 0 0,0 0 0 0,0 0 0 15,0 0 188-15,0 0 30 0,0 0 6 0,0 0 2 16,0 0-142-16,0 0-28 0,0 0-5 0,0 0-2 0,0 0-16 0,0 0-3 15,0 0-1-15,0 0 0 0,0 0 28 0,0 0 6 16,0 0 1-16,6 15 0 0,0 6 24 0,-1-1 6 16,-5 0 1-16,0 5 0 0,0 6-24 0,-5-1-5 15,5 11-1-15,0-1 0 0,-6-9-21 0,0 9-5 16,6 6-1-16,-5-1 0 0,-1-4-20 0,0-1-4 16,1 11-1-16,-1-11 0 0,6 1-13 0,-6-6 9 15,6 1-9-15,-6-6 8 0,6-4-8 0,-5-1 10 16,5-5-10-16,0 0 10 0,0-4-10 0,0-16 10 15,-6 5-10-15,6-5 10 0,0 0-1 0,0 0 0 16,0 0 0-16,0 0 0 0,6-21-1 0,-1-4 0 16,1 0 0-16,6-11 0 0,-7 1-8 0,7-11 0 15,-1 6 9-15,0-11-9 0,6 0 0 0,-5 1 0 16,5 4 0-16,0 6 0 0,0-6 0 0,-5 6 0 16,10 9 0-16,-5-9 0 0,1-1 15 0,-1 1-2 0,5-1 0 15,1 11 0-15,0-11 3 0,0 11 1 0,0 5 0 0,-6-1 0 16,11-4-4-16,-5 5-1 0,0 4 0 0,-6 6 0 15,6 5-12-15,-12 5 11 0,0 0-11 0,7 5 10 16,-7 10-10-16,6 0 12 0,-6 5-12 0,-5 1 12 16,11 9 0-16,-11 5 0 0,5 6 0 0,-5-1 0 15,0-4 0-15,-1 9 0 0,-5-5 0 0,0 6 0 16,6-6-12-16,-12 6 8 0,6-6-8 0,0 1 8 16,0-6-8-16,-5 6 0 0,5-6 9 0,-6 0-9 15,0 1 0-15,6-6 0 0,0 0 0 0,-5 1 8 16,-1-1-8-16,0 0 0 0,0-9-8 0,1 4 8 15,-1 0-31-15,6 0-1 0,-6 1 0 0,6-1 0 16,-5 0-56-16,5-5-11 0,-6-5-2 0,6 1-1 16,-6-1-72-16,6-10-14 0,-5 10-4 0,5 0 0 0</inkml:trace>
  <inkml:trace contextRef="#ctx0" brushRef="#br0" timeOffset="276.675">27584 7165 1670 0,'0'0'148'0,"0"0"-118"16,-6 0-30-16,6 0 0 0,-11 0 172 0,11 0 29 15,0 0 6-15,0 0 1 0,0 0-97 0,0 0-19 0,0 0-4 0,17 0-1 16,0 0-51-16,6 0-11 0,-6 5-1 0,6-5-1 15,-1-5 0-15,7 0 0 0,-1 5 0 0,1-5 0 16,-1 5-15-16,6 0-8 0,-5-6 10 0,-1 1-10 16,1 5 0-16,-1-5-10 0,-5 0 0 0,6 5 0 31,-7-10-89-31,7 5-17 0,-6 0-4 0,-6-5-1040 0</inkml:trace>
  <inkml:trace contextRef="#ctx0" brushRef="#br0" timeOffset="2328.704">26928 4055 925 0,'0'0'40'0,"0"0"10"0,0 0-40 0,0 0-10 16,0 0 0-16,0 0 0 0,0 0 78 0,0 0 14 15,0 0 2-15,0-5 1 0,0 5 9 0,0 0 3 16,0 0 0-16,6-20 0 0,-6 20-11 0,0 0-1 15,0 0-1-15,0 0 0 0,0 0-5 0,0 0-1 0,0 0 0 16,0 0 0-16,0 0-28 0,0 0-7 0,0 0-1 16,0 20 0-16,6 6-21 0,-6-1-5 15,0 0-1-15,6 11 0 0,-6-11-5 0,0 10-2 16,5-9 0-16,1 4 0 0,-6 1-18 0,6-6 0 0,-1 0 0 16,1 1 0-16,0-6 0 0,-6 0-11 0,5 0 2 0,-5-10 0 15,0 6 9-15,0-1 12 16,0-15-2-16,0 5-1 0,0-5-9 0,0 0 0 0,0 0 0 0,6 10 0 15,-6-10 0-15,0 0 0 0,0 0 0 0,0 0 0 16,0 0 53-16,0 0 9 0,0 0 2 0,0 0 0 16,0-10-52-16,6-5-12 0,0-1 0 0,-6-4 0 15,5 0 0-15,1 0 0 0,0-6 0 0,5 1 0 0,0 0 0 16,-5-1 0-16,-6-4 0 0,6 5 0 0,5-6 0 16,1 6 0-16,-7 0 0 0,7-1 0 0,-7 1 0 15,7-10 0-15,-1 9 0 0,1 1 0 0,-1 5 0 0,0-1 0 16,7 1 0-16,-7 5 0 0,6-10 0 0,-6 9 0 15,6 1 0-15,1 5 0 0,-7-5 0 0,6 10 0 16,-6-5 0-16,1 5 0 0,-1 5 0 0,6 0 0 16,-17 0 0-16,6 5 0 0,5 5 0 0,-5 0 0 15,0 5 0-15,0 5 0 0,-6-4 0 0,-6 9 0 16,6 0 0-16,0 1 0 0,-6-1 54 0,0 0 8 16,-5-4 2-16,5 4 0 0,-5-5-52 0,0 0-12 15,-1 6 0-15,6-21 0 0,-5 0 0 0,5 10 0 16,-5-10 0-16,0 5 0 0,-1 0 0 0,6-10 0 15,-5 10 0-15,0-4 0 0,-6 4 0 0,5-10 0 16,1 5 0-16,11-5 0 0,-6 10 0 0,6-10 0 16,0 0 0-16,0 0 0 0,0 0 0 0,0 0 0 0,0 0 0 15,0 0 0-15,0 0 0 0,0 0 0 0,0 0 0 0,0 0 0 16,17 5 0-16,0-5 0 0,0 0 0 0,6 5 0 16,-6-5 0-16,0 5 0 0,-17-5 0 0,17 0 0 15,-5 5 0-15,-12-5 0 0,0 0 0 0,17 15 0 16,-6-5 0-16,-5 1 0 0,0 4 0 0,-1 0 0 15,-5 0 0-15,0 5 0 0,-5-9 0 0,-1 4 0 16,-5 0 0-16,-1 0 0 0,1 0 0 0,-6 0 0 16,0 11 0-16,0-16 0 0,-6 5 0 0,0-5 0 15,0 5 0-15,0-10 0 0,1 1 0 0,5-1 0 16,-1 5 0-16,1-10 0 0,0 5 0 0,-6-5 0 16,1 0 0-16,5-5 0 0,-1 5 0 0,1 0 0 0,0 0-16 15,6-15-5-15,-1 9-2 0,12 6 0 16,-5-5-172-16,-1-5-34 0,0 0-7 0,1-5-872 15</inkml:trace>
  <inkml:trace contextRef="#ctx0" brushRef="#br0" timeOffset="3417.933">24763 7433 1836 0,'0'0'81'0,"0"0"17"0,0 0-78 0,0 0-20 0,0 0 0 0,0 0 0 16,0 0 67-16,0 0 9 15,0 0 3-15,0 0 0 0,0 0-18 0,0 0-3 0,0 0-1 0,0 0 0 16,0 0-23-16,17 10-5 16,-5 0-1-16,-1 5 0 0,1 1 7 0,-1 9 1 0,-5-10 0 15,-1 5 0-15,1 1-5 0,0-1-1 0,-6 10 0 0,0-9 0 16,6-1-30 0,-6 5 0-16,0-5 0 0,0 1 0 0,0-1 14 0,0 0 10 0,0-5 1 0,0 11 1 15,-6-11-18-15,6-5-8 0,0 5 0 0,0-5 8 16,0-10-8-16,0 0 0 0,0 0 0 0,0 0 0 15,0 0 0-15,0 0 0 0,0 0 0 0,0 0 0 16,0-15 0-16,0 0 0 0,0-5 0 0,6-1 0 16,-6 1 0-16,5 0 0 0,1-5 0 0,-6 4 0 15,6-9 0-15,-1 5 0 0,1-6 0 0,0 1 0 16,-1 0 11-16,1 4-3 0,0 1-8 0,5 0 12 16,-5-1-4-16,0 6 0 0,5 0-8 0,0 5 12 0,1-1-4 15,-7 6-8-15,7-5 11 0,-12 15-11 0,11-10 9 0,1 0-9 16,5 5 0-16,-17 5 9 0,17-5-9 15,-6 5 0-15,6 0 0 0,0 5 0 0,-5 0 0 0,-1 5 0 16,6 0 0-16,-5 5 8 0,-7 0-8 0,1 1 12 16,0 4-12-16,-6-5 12 0,5 5-3 0,-10 1 0 15,-1-1 0-15,0 5 0 0,1-5-9 0,-7 6 10 16,1-11-10-16,0 5 10 0,-7-5-10 0,7 1 0 16,0-6 9-16,-6 5-9 0,11-10 0 0,-6 5 0 15,-5-5 0-15,12 0 8 0,-7-5-8 0,1 0 0 16,-1 0 0-16,7 0 0 0,5 0 0 0,-12 0-10 15,7 0 10-15,5 0 0 0,0 0-10 0,0 0 10 16,0 0-8-16,0 0 8 0,0 0-9 0,5-15 9 16,1 5-10-16,0 0 10 0,-1 0-9 0,1 5 9 15,6-6-8-15,-1 6 8 0,0 0-8 0,1 0 8 16,11 5-8-16,-6 0 8 0,5 5 0 0,1 0 0 16,6 0 0-16,-7 0 0 0,1 6 0 0,0-1 0 0,0 5 0 0,-6 0 11 15,6-5-11-15,-12 5 0 0,6 1 0 0,-11-1 8 16,0 5-8-16,-1 0 0 0,1 1 0 0,-6-1 0 15,0-5 40-15,-6 0 7 0,-5 5 1 0,0 1 0 16,-7-6-26-16,1 0-5 0,0-5-1 0,-6 5 0 16,1 1-16-16,-1-6 10 0,0 5-10 0,0-10 8 15,1 0-8-15,-1 5 0 0,0-5 0 0,-6 0 0 16,7-10-64-16,-1 5-14 16,0-5-3-16,0 0-1 0,0 0-143 0,6-5-29 15</inkml:trace>
  <inkml:trace contextRef="#ctx0" brushRef="#br0" timeOffset="4652.56">26638 9332 1206 0,'0'0'53'0,"0"0"11"0,0 0-51 0,0 0-13 16,0 0 0-16,0 0 0 0,0 0 68 0,0 0 10 0,0 0 2 0,0 0 1 15,0 0-13-15,0 0-4 0,0 0 0 0,0 0 0 16,0 0 0-16,0 0 0 0,0 0 0 0,11 10 0 15,-11-10 0-15,6 20 0 0,0-4 0 0,-1 4 0 16,-5-5-1-16,6 10-1 0,0 1 0 0,-6-1 0 16,5 5-49-16,1 1-13 0,0 4 0 0,-6-4 0 15,6-1 0-15,-6-5 0 0,5 1 8 0,-5-1-8 16,0 5 8-16,6-4-8 0,-6-1 12 0,0-5-4 16,6-5-8-16,-6-4-9 0,0-11 9 0,0 0-13 15,0 10 13-15,0-10 0 0,0 0 0 0,0 0 0 16,0 0 0-16,0-15 0 0,0-1 0 0,0-9 0 15,0 0 0-15,5-1 0 0,-5-9 0 0,0-1 0 0,6 1 18 16,-6 0 6-16,6-1 2 0,5 1 0 16,-5-1-26-16,5 1 0 0,-5 4 0 0,0-4 0 0,5 10-20 0,0-6-4 15,1 1 0-15,-1 5 0 0,1 4 24 0,-1 1 0 16,0 5 0-16,1 0 0 0,5 5 0 0,0 4 0 16,-6 1 0-16,1 5 0 0,5 0 14 0,-6 5 7 15,6 6 2-15,-5-1 0 0,5 0-37 0,-11 5-7 16,5 0-2-16,-5 0 0 0,-1 1 70 0,1 4 13 15,-6-5 4-15,6 5 0 0,-12 6-52 0,0-6-12 16,6 0 0-16,-5 0 0 0,-1-4 0 0,-5-1 0 16,-1 0 0-16,1 0 0 0,-1 0 0 0,1-5 0 15,0-4 0-15,-7 4 0 0,7-5 8 0,0 0 0 16,5 0-8-16,-5 0 12 0,-1 0-12 0,1-5 0 16,11 0 0-16,-12 0 0 0,1 5 0 0,11-5 0 0,0 0 0 0,0 0 0 15,0 0 0-15,0 0 0 0,0 0 0 16,0 0 0-16,0 0 0 0,0 0-8 0,0 0 8 0,0 0-10 15,0 0 10-15,0 0-8 0,0 0 8 16,0 0-8-16,0 0 8 0,17-5 0 0,0 0 0 0,6 5 0 16,-6 0 0-16,0 5-13 0,0-5 3 0,0 0 1 15,0 0 9-15,6 5 0 0,-11 0 0 0,5 0 0 16,0 5 10-16,-6 0-2 0,1 6-8 0,-7-6 12 16,-5-10-12-16,12 10 0 0,-7 0 8 0,-5 5-8 15,0 0 0-15,0 1 0 0,-5-6 0 0,-7 10 0 16,7-5 34-16,-7 0 4 0,7 6 1 0,-13-6 0 15,1 0-26-15,-5 0-5 0,-1 0 0 0,0 1-8 0,0-1 11 16,0-5-11-16,1 0 10 0,-1-5-10 0,0 0 0 16,0-5 0-16,6 0-13 0,-6 0 4 15,1 5-35-15,4-10-6 0,1 5-2 0,0-5 0 16,0-5-160-16,6 0-32 0</inkml:trace>
  <inkml:trace contextRef="#ctx0" brushRef="#br0" timeOffset="5737.1">30262 7509 172 0,'0'0'8'0,"0"0"1"15,0 0-9-15,0 0 0 0,0 0 0 0,0 0 0 0,0 0 321 0,0 0 63 16,0 0 12-16,0 0 2 0,0 0-251 0,0 0-51 16,0 0-9-16,0 0-3 0,0 0-39 0,0 0-8 0,0 0-1 15,0 0-1-15,0 0 5 0,11 10 2 0,-5 5 0 0,-1 6 0 16,1-1-29-16,0 5-5 0,-6 6-8 0,0-6 11 15,6 15 1-15,-6-14 0 16,-6 4 0-16,6-5 0 0,0 6-4 0,0-1 0 0,0 1 0 0,0-11 0 16,-6 5 0-16,6-5-8 0,0 1 12 0,0-11-4 15,0 5 0-15,0-15-8 0,0 0 12 0,0 0-4 16,0 0 0-16,0 0 0 0,0 0 0 0,0 0 0 16,0-15 2-16,0 5 0 0,0-11 0 0,0 1 0 15,0-5-10-15,0-1 12 0,6-4-12 0,-6 0 12 16,6-1-4-16,5 1 0 0,-5-6 0 0,5 6 0 15,0-5-8-15,1 9-11 0,5-4 3 0,-11 0 0 16,5 4 8-16,0-4 0 0,7 5 0 0,-1 4 0 0,0 1 0 16,-6 5 0-16,6 5 0 0,0-5 0 0,6 4 26 15,-6 1 7-15,-5 5 2 0,10 0 0 0,-5 0-5 0,1 0-1 16,4 5 0-16,-5 5 0 0,6 0-41 16,0-5-9-16,-6 0-2 0,0 5 0 0,-5 0 23 15,-1 0 0-15,-11-5 0 0,11 16 0 0,-11-6 15 16,0 10-3-16,-5-5 0 0,-1 5 0 0,0 6-3 0,-11-1-1 15,0-5 0-15,0 6 0 0,-11-1-8 0,5 0 0 16,0-5 0-16,-6 1 0 0,12-1 32 0,-5-5 4 16,-7 0 0-16,12-5 1 0,-6 1-21 0,6-1-5 15,0-5-1-15,0 0 0 0,6 0-10 0,-7-5 0 16,13 5 0-16,5-5 0 0,-12 0 0 0,12 0 0 16,0 0 0-16,0 0 0 0,0 0 0 0,0 0 0 15,0 0 0-15,0 0 0 0,12-5 0 0,-1 0 0 16,6 0 0-16,0 5 0 0,12-5 0 0,-6 5-14 0,5-5 3 15,1 10 1-15,-1-5 30 0,1 5 5 0,5 0 2 16,-6 0 0 0,1 5-47-16,-6 0-8 0,-1-5-3 0,1 5 0 0,-12 1 31 0,1 4 0 0,-1-5 0 0,-5 5 0 15,-6-5 10-15,0 5-2 0,-6 1 0 0,1 4 0 16,-1-5 6-16,-6 0 1 0,1 0 0 0,-6 1 0 16,0-6-15-16,0 5 11 0,0 0-11 0,-6-5 10 15,6-5 1-15,-6 5 0 0,0-5 0 0,-5 6 0 16,-1-11-11-16,6 0 0 0,-5 5 0 0,0-5 0 15,5-5-24-15,-6 0-6 16,6-6-2-16,1 6 0 0,-1-5-165 0,6 0-34 16</inkml:trace>
  <inkml:trace contextRef="#ctx0" brushRef="#br0" timeOffset="9504.848">2337 11925 230 0,'0'0'10'0,"0"0"2"0,0 0-12 0,0 0 0 0,0 0 0 0,0 0 0 15,0 0 272-15,0 0 51 0,0 0 10 0,0 0 3 16,0 0-189-16,0 0-38 0,0 0-7 0,0 0-2 16,0 0-25-16,0 0-6 0,0 0-1 0,0 0 0 15,0 0-9-15,0 0-3 0,0 10 0 0,0-10 0 16,0 15-2-16,6 0-1 0,-6 1 0 0,0-1 0 15,-6 0-2-15,6 0-1 0,0 5 0 0,0 1 0 16,-11 4-10-16,5 0-3 0,-6 1 0 0,7 4 0 16,-1 5-11-16,-5 1-2 0,5-1-1 0,-5 6 0 15,5-1-3-15,0 1 0 0,-5-6 0 0,5 6 0 16,-11-6-20-16,6 6 0 0,5-1-12 0,0-9 4 16,-5-1 8-16,5-5 0 0,-11 1 0 0,11-1 0 0,-5-5 49 15,5 1 12-15,6-6 3 0,-11 0 0 0,11-15-52 16,-6 10-12-16,6-10 0 0,0 0 0 0,0 0 0 0,0 0 0 15,0 0 0-15,0 0 0 0,0-15 0 0,0-5 0 16,6-1 0-16,5-9 0 0,-5-6 0 0,11-4 0 16,0-6 0-16,0 1 0 0,6-6-8 0,0 1-5 15,0-1-1-15,5 0 0 0,-5 6 14 0,0-1 15 16,11 6-3-16,-11-1-1 0,-1 1-11 0,13 4 0 16,-1 1 0-16,-6 4 0 0,1 6 0 0,-6 5 0 15,5-1 0-15,1 6 0 0,-1 0 0 0,6 5 0 16,-11 0 0-16,11 5 8 0,-17 5 9 0,12 0 2 15,-1 5 0-15,-5-5 0 0,0 10-19 0,0-5 0 16,-6 5 0-16,0 0 0 0,6 5 0 0,-6-9 0 16,0 9 0-16,0 0 0 0,-11 0 13 0,5 5-4 15,-5 1-1-15,-1-1 0 0,-5 5 4 0,-5 1 1 0,5 4 0 0,-6 0 0 16,6 1-2-16,-17-1-1 0,17 11 0 16,-17-6 0-16,11-5-10 0,-11 6 0 0,0-1 0 0,6 1 0 15,-1-6 13-15,-5 0 1 0,0 6 0 0,11-6 0 16,-11 1-14-16,0-6 0 0,0 0-12 0,11 1 12 15,-11-6-23-15,17-5 3 0,-17 0 0 0,17 1 0 16,-6-6-23-16,-5-5-4 16,5 5-1-16,6-10 0 0,0 0-107 0,0 0-21 15,0 0-5-15,0 0-621 0,0-20-124 0</inkml:trace>
  <inkml:trace contextRef="#ctx0" brushRef="#br0" timeOffset="9762.821">2451 12441 345 0,'0'0'31'0,"0"0"-31"16,0 0 0-16,0 0 0 0,0 0 486 0,0 0 91 15,0 0 19-15,0 0 3 0,6-5-448 0,11 0-90 16,6 5-17-16,-1 0-4 0,7 0-11 0,-1 0-1 15,6 0-1-15,-11 0 0 0,11 0-27 0,-5-5 0 16,5 0 0-16,0-5 0 0,6 10-10 0,-11 0 10 16,5-10 0-16,0 5-9 15,-5-5-131-15,5 5-25 0,0-6-6 0,-11 1-1 0</inkml:trace>
  <inkml:trace contextRef="#ctx0" brushRef="#br0" timeOffset="10142.979">3568 12198 2188 0,'0'0'48'0,"0"0"11"0,0 0 1 0,0 0 1 0,0 0-49 0,0 0-12 16,17 0 0-16,-6 0 0 0,12 0 54 0,-6 0 8 16,6 0 2-16,-6 0 0 0,11-5 0 0,1 0 0 15,-1 5 0-15,1 0 0 0,-1-10-52 0,7 5-12 16,-13 5 0-16,1-5 0 0,6 5 0 0,-7-5 0 15,-4 5 0-15,-1-5 0 0,5 5 0 0,-4-5 0 16,-13 5 0-16,12 0 0 0,0-5 0 0,-11 5 0 16,-6 0 0-16,0 0 0 15,11 0-152-15,-11 0-32 0,6 0-8 0,-6 0-476 16,0 0-96-16</inkml:trace>
  <inkml:trace contextRef="#ctx0" brushRef="#br0" timeOffset="10403.229">3761 12340 1497 0,'0'0'32'0,"0"0"8"0,-5 10 0 0,-7 0 4 0,1-5-36 0,11 0-8 0,0-5 0 0,-11 11 0 16,5-6 53-16,-6 5 9 0,12-10 2 0,0 0 0 16,0 0 47-16,0 0 9 0,0 0 3 0,0 0 0 15,0 0-43-15,0 0-9 0,0 0-2 0,12 5 0 16,5 5-4-16,6-5-1 0,-6 0 0 0,0-5 0 0,6-5-51 0,-6 5-13 15,6 0 0-15,-1 0 0 0,-10-5 0 0,11 5 0 16,-1 0 0-16,-5 0 0 0,1-5 0 0,-1 0 0 16,-6 5 0-16,0 0 0 0,7 0 0 0,-13-5 0 15,12 5 0-15,0 0 0 16,-11-10-204-16,5 10-44 0,12-10-9 0,-23 10-2 0</inkml:trace>
  <inkml:trace contextRef="#ctx0" brushRef="#br0" timeOffset="11187.325">5380 11783 1494 0,'0'0'66'0,"0"0"14"0,0 0-64 0,0 0-16 0,0-10 0 0,0 10 0 16,0 0 80-16,0 0 14 0,0 0 2 0,0 0 1 15,0 0-17-15,0 0-4 0,0 0-1 0,0 0 0 16,0 0-20-16,0 0-4 0,0 0-1 0,5 15 0 16,-10-5 3-16,5 5 1 0,-12 1 0 0,6 4 0 15,-5 0 6-15,5 0 2 0,-11 1 0 0,12 4 0 16,-12 0-27-16,5 6-6 0,1 4-1 0,-18-5 0 16,12 1-1-16,-6 4-1 0,-5 1 0 0,11-1 0 15,0 1-9-15,-6 4-1 0,6 1-1 0,-6-1 0 16,12-9-5-16,5-1-1 0,-11 0 0 0,5 1 0 15,7-6-9-15,-1 0 0 0,-5 1 0 0,11-6 8 16,0-5-8-16,0 0 0 0,0 1 0 0,0-16 0 0,11 5 0 0,0 0 0 16,7 0 0-16,-7-5 0 0,6 0 0 15,6-5 0-15,-6 5 0 0,6-5 0 0,-1 0 0 16,13-6-9-16,-13 6 9 0,1 0-13 16,6 0-19-16,-18 5-4 0,18-5-1 0,-18 0 0 15,17 0-115-15,-5 5-24 0,0-5-4 0,0 0-901 16</inkml:trace>
  <inkml:trace contextRef="#ctx0" brushRef="#br0" timeOffset="11533.723">5562 12208 1094 0,'0'0'97'0,"0"0"-77"0,0 0-20 0,0 0 0 16,0 0 216-16,0 0 40 0,0 0 8 0,0 0 2 16,0 0-158-16,0 0-31 0,6 16-6 0,-6-6-2 15,0 5-13-15,-6-5-4 0,6 15 0 0,0 1 0 16,-6-1-16-16,-5 0-3 0,5 6-1 0,-5-1 0 15,5 0-15-15,0 6-3 0,-5-1-1 0,5-4 0 16,-5 4 41-16,-1-4 8 0,7-6 2 0,-7 5 0 16,12-4-64-16,-11-6-18 0,11 0-1 0,0 0 0 15,-6-4-21-15,6-6-4 0,0-10 0 0,0 0-1 16,6 5-118-16,11-5-23 0,-6-5-5 16,12 0-1-16</inkml:trace>
  <inkml:trace contextRef="#ctx0" brushRef="#br0" timeOffset="12063.184">6331 11940 1728 0,'0'-15'76'0,"0"15"16"0,-11-5-73 0,11 5-19 0,0-10 0 0,0 5 0 16,-6-1 55-16,6 6 7 0,0 0 2 0,0-10 0 15,-11 5 0-15,-1-5 0 0,12 10 0 0,0 0 0 16,-11-5-52-16,5 0-12 0,-5 0 0 0,5 5 0 16,-11 5 54-16,11 0 8 0,-11 0 2 0,0 0 0 15,11 5-11-15,-5-5-1 0,5 0-1 0,-11 6 0 16,0 4-7-16,-6 0 0 0,6 0-1 0,0 5 0 16,0 1-27-16,0 4-6 0,-6 5-1 0,6-4 0 15,6 4-9-15,-6 1 8 0,-1 4-8 0,7 5 8 16,0-4-8-16,-1-1 0 0,-5 11 0 0,11-6 0 15,6-4 19-15,-5-1 1 0,5 1 1 0,0-6 0 16,5 1-21-16,1-6 0 0,6 5 0 0,5-9 0 16,-6-1 0-16,18-5 0 0,-7 0 0 0,13-5 0 15,-13 0 0-15,13-10 0 0,-7-5 0 0,12 0 0 0,-6-10 19 16,6 5-1-16,0-10 0 0,0 5 0 0,0-11-10 0,-12 1-8 16,1 0 9-16,-7-1-9 0,7 1-12 0,-12 0-9 15,6-1-2-15,-6 1 0 0,-6-5 70 0,1 4 13 16,-7-4 4-16,7 5 0 0,-7-11-52 0,-5 1-12 15,6 4 0-15,-6 1 0 0,6 0 0 0,-12 4 0 16,6 1 0-16,0 0 0 0,-6-6 0 0,1 6 0 16,-7 0 0-16,7 4 0 0,-12-4 0 0,11 10 0 15,-23 0 0-15,7-1 0 0,-1 1 0 0,0 5 0 16,-11 0 0-16,11 5 0 16,-11-5-48-16,11 10-13 0,0 0-3 0,-5 5 0 15,5 0-51-15,17 0-10 0,-11 0-3 0,0 5-648 0,17-10-131 16</inkml:trace>
  <inkml:trace contextRef="#ctx0" brushRef="#br0" timeOffset="12401.481">7562 11935 1958 0,'0'0'43'15,"0"0"9"-15,0 0 1 0,0 0 3 0,0 0-45 0,0 0-11 0,0 0 0 0,0 0 0 16,0 0 30-16,0 0 4 0,0 0 1 0,0 0 0 0,-12 10 7 16,7 0 2-16,-1 0 0 0,0 0 0 0,-11-4 4 0,6 4 0 15,-6 0 1-15,5 5 0 0,-10 0 12 0,4-5 3 16,-10 11 0-16,5-6 0 0,-5 5-52 0,-1 0-12 15,1 6 0-15,-1-1 0 0,1 0 0 0,-12-5 0 16,11 6 0-16,1-1 0 0,-6 0 0 0,11-4 0 16,0 4 0-16,6-5 0 0,-11 1 0 0,16-1 0 15,-5-5 0-15,6-5 0 16,-1-5-151-16,12-5-33 0,0 0-6 0,0 0-795 0</inkml:trace>
  <inkml:trace contextRef="#ctx0" brushRef="#br0" timeOffset="12638.298">7129 11970 1958 0,'0'0'87'0,"0"0"17"0,0 0-83 0,0 0-21 0,0 0 0 0,0 0 0 16,0 0 56-16,0 0 6 0,0 0 2 0,17 5 0 15,-11 1 0-15,5 4 0 0,12 0 0 0,-18 0 0 16,7 5 0-16,-1 5 0 0,6 1 0 0,0 4 0 15,6 5 0-15,-6-4 0 0,0 4 0 0,1 0 0 16,4 1-52-16,1-6-12 0,-6 5 0 0,6-4 0 16,-6 4-48-16,6-4-13 0,-6-1-3 0,0-10 0 15,6 5-102-15,-6-10-21 0</inkml:trace>
  <inkml:trace contextRef="#ctx0" brushRef="#br0" timeOffset="13305.498">8525 11525 1728 0,'0'0'38'15,"0"0"8"-15,0 0 2 0,0 0 0 0,0 0-39 0,0 0-9 0,5-5 0 0,-5 5 0 0,0 0 53 0,0 0 9 16,12-5 2-16,-12 5 0 0,0 0-14 0,0 0-2 15,0 0-1-15,0 0 0 0,0 0 27 0,0 0 6 16,6 10 0-16,-1 0 1 0,1 5-13 0,-6-5-4 16,0-10 0-16,-6 20 0 0,-5 6-51 0,-1 4-13 15,7-5 0-15,-18 11 0 0,12-1 54 0,-7-4 8 16,1 4 2-16,6 1 0 0,-6-1-52 0,-6 1-12 16,6-1 0-16,-6 0 0 0,6-4 0 0,0 4 0 15,0-4 0-15,6-1 0 0,-1-5 0 0,-11 1 0 16,18-6 0-16,-1 0 0 0,0 0 0 0,6-9 0 15,0 4 0-15,0-15 0 0,0 0 0 0,6 5 0 16,-6-5 0-16,17 5 0 0,6-5 0 0,-6-5 0 16,6-5 0-16,-6 5 0 0,6-5 0 0,-1 4 0 15,7-4 0-15,-6 5 0 16,-1-5-48-16,7 5-13 0,-6-5-3 0,-6 10 0 16,0-10 0-16,6 10 0 0,-12 0 0 0,6 0 0 15,-5-5-102-15,-7 5-21 0,7 5-4 0,-7-10-692 0</inkml:trace>
  <inkml:trace contextRef="#ctx0" brushRef="#br0" timeOffset="13620.121">8707 11935 864 0,'0'0'76'0,"0"0"-60"16,0 0-16-16,0 0 0 0,0 0 195 0,0 0 36 16,0 0 7-16,0 0 2 0,0 0-141 0,0 0-28 15,0 0-6-15,0 0-1 0,0 15 0 0,0-5 0 16,0 11 0-16,0-6 0 0,-6 0 52 0,1 10 9 16,-1-5 3-16,0 6 0 0,1 4-103 0,-7-4-25 15,1 4 0-15,5 0 0 0,-5 1 0 0,11-1 0 16,-12-5 0-16,7 1 0 0,-7-1 0 0,12 0 0 15,0-9 0-15,0 4 0 16,0-5-46-16,12-5-14 0,-12-10-4 0,0 0 0 16,0 0-153-16,5-5-31 0,29-15-7 0,-11-16-1 0</inkml:trace>
  <inkml:trace contextRef="#ctx0" brushRef="#br0" timeOffset="14234.888">9425 11525 1267 0,'0'0'28'0,"0"0"5"0,0 0 2 0,0 0 1 16,0 0-36-16,0 0 0 0,0 0 0 0,0 0 0 0,0 0 58 0,0 0 5 15,0 0 1-15,0 0 0 0,0 0 51 0,0 0 10 16,0 0 3-16,-11 0 0 0,-1-5-59 0,7 0-11 15,-7 0-2-15,6 0-1 0,6 5 1 0,-11 0 0 16,0 0 0-16,-1 0 0 0,7 5-32 0,-7 0-5 16,1 0-2-16,-1 0 0 0,7 0 24 0,-12 5 5 15,5 0 1-15,1 0 0 0,-6 0-24 0,0 6-5 16,-1-1-1-16,1 5 0 0,0-5-17 0,-6 5 0 16,6 1 0-16,0 4 0 0,-5 5 0 0,-1-4 0 15,6 4 0-15,0 0 0 0,5 1 0 0,-5 4 0 16,-6 1 0-16,12-6 0 0,-6 6 0 0,5 4 0 15,12-10 0-15,-5 6 0 0,-1-1 0 0,12-4 0 16,-1-1 0-16,7 1 0 0,-1-6 0 0,-5 5 0 16,11 1 0-16,6-6 0 0,0-5 0 0,5-5 0 0,-5 6 0 15,5-6 0-15,1-10 55 0,-1 0 7 0,6-5 2 0,-5 0 0 16,-1 0-52-16,7 0-12 0,-24-10 0 0,12 5 0 16,0-5 0-16,-1-6 0 0,-4-4 0 0,-1 5 0 15,0 0 0-15,5 0 0 0,-10-1 0 0,5-4 0 16,11 0 0-16,-16-5 0 0,-6 4 0 0,5-4 0 15,0 0 0-15,-5-1 0 0,0-4 0 0,5 5 0 16,-5-6 54-16,-6 1 8 0,0 0 2 0,11-1 0 16,-11-4-52-16,0 4-12 0,0-4 0 0,6 4 0 15,-6 1 0-15,0 5 0 0,-6-1 0 0,-17 1 0 16,18 0-11-16,-7 5-5 0,-5-1 0 0,6 6-1 16,-6-5 17-16,5 10 0 0,-5-5 0 0,0 4 0 0,0 1 10 15,6 0 6-15,-6 5 0 0,5 0 1 16,-5-5-65-16,0 10-12 0,6-10-4 15,-1 10 0-15,-5 5 52 0,6-5 12 0,-1 0 0 0,7 5 0 16,-7-5-208-16,12 0-38 0,0 0-8 0,0 0-2 0</inkml:trace>
  <inkml:trace contextRef="#ctx0" brushRef="#br0" timeOffset="17331.106">10388 11768 1090 0,'0'0'48'0,"0"0"11"0,0 0-47 0,0 0-12 0,0 0 0 0,0 0 0 16,0 0 84-16,0 0 16 0,0 0 2 0,0 0 1 15,0 0-23-15,0 0-5 0,0 0-1 0,0 0 0 16,0 0 10-16,0 0 1 0,0 0 1 0,0 0 0 15,17 5-35-15,-11-5-7 0,5 0-2 0,0 0 0 16,7 0 34-16,-1 0 6 0,0 0 2 0,0 0 0 16,0 0-53-16,0 0-11 0,6 0-1 0,-12 0-1 0,18-5 6 0,-18 0 2 15,6 5 0-15,12 0 0 0,-12 0-26 16,6 0 0-16,-12 5 0 0,6 0 0 16,-17-5-46-16,17 0-14 0,-17 0-4 0,0 0 0 15,0 0 52-15,0 0 12 0,0 0 0 0,0 0 0 16,17 0-164-16,-17 0-29 0,0 0-7 0,0 0-674 15</inkml:trace>
  <inkml:trace contextRef="#ctx0" brushRef="#br0" timeOffset="17777.046">10268 12021 691 0,'0'0'61'0,"0"0"-49"0,0 0-12 0,0 0 0 16,0 0 218-16,0 0 41 0,0 0 8 0,0 0 1 15,0 0-156-15,0 0-32 0,0 0-7 0,0 0-1 16,0 0-11-16,0 0-2 0,0 0-1 0,0 0 0 0,0 0-5 16,0 0-1-16,12 0 0 0,-1 0 0 15,-11 0-2-15,17 0-1 0,-5 0 0 0,5 0 0 0,-6 5-4 16,6-5-1-16,-5 0 0 0,-1 0 0 16,6 0-35-16,-6 0-9 0,6 5 0 0,12-5 0 15,-18 0 0-15,1 0 0 0,5 0 0 0,0 0 0 0,0-5 0 0,6 5 0 16,-12 0 0-16,18 0 0 0,-12 0 0 0,6 0 0 15,-6-5 0-15,-6 5 0 0,18 0 0 0,-18-5 0 16,0 0 0-16,-11 5 0 16,17 0-49-16,1 0-12 0,-18 0-3 0,0 0 0 15,0 0 0-15,0 0 0 0,11 0 0 0,-11 0 0 16,0 0 0-16,0 0 0 0,0 0 0 0,0 0-844 0</inkml:trace>
  <inkml:trace contextRef="#ctx0" brushRef="#br0" timeOffset="20659.696">11955 11373 691 0,'0'0'61'0,"0"0"-49"15,0 0-12-15,0 0 0 0,0 0 156 0,0 0 28 16,0 0 5-16,0 0 2 0,0 0-89 0,0 0-18 16,0 0-3-16,0 0-1 0,0 0-19 0,0 0-4 0,0 0-1 0,0 0 0 15,0 0 6-15,0 0 1 0,0 0 0 0,0 0 0 16,11 10 1-16,-11 0 0 16,0 5 0-16,0-5 0 0,0 6-12 0,0-1-1 0,-6 10-1 0,1 0 0 15,-7 1-15-15,7 9-3 0,-7 1-1 0,7 4 0 16,-12 6-18-16,11-6-3 0,-11 11-1 0,5-11 0 15,1 6-9-15,0-6 0 0,-1-4 0 0,6 4 0 16,-5-4 16-16,5-1 0 0,1-4 1 0,-1-1 0 16,6-5-17-16,-11 1 0 0,5-6 8 0,6-5-8 15,-6 5 0-15,6-9 0 0,0-11 0 0,0 0-9 16,6 10-117 0,-6-10-23-16,0 0-5 0,0 0-893 0</inkml:trace>
  <inkml:trace contextRef="#ctx0" brushRef="#br0" timeOffset="21337.978">12684 11342 1220 0,'0'0'54'0,"0"0"11"0,0 0-52 0,0 0-13 0,0 0 0 0,0 0 0 15,0 0 96-15,0 0 16 0,0 0 3 0,0 0 1 16,0 0-37-16,0 0-7 0,0 0-2 0,0 0 0 16,0 0-10-16,0 0-3 0,0 0 0 0,0 0 0 15,0 11 0-15,0-11 0 0,-6 10 0 0,6-10 0 16,-5 10-4-16,5 5-1 0,-17-5 0 0,17-10 0 15,-6 5-16-15,6-5-3 0,-11 10-1 0,-1 0 0 16,1 1 0-16,-1-1 0 0,1-5 0 0,5 10 0 16,-5-5-16-16,-6 5-3 0,5 1-1 0,1-1 0 15,-6 0-3-15,5-5-1 0,-5 0 0 0,6 10 0 16,-12 1 14-16,0 9 2 0,6-5 1 0,0 1 0 16,0 9-25-16,0 1 0 0,0-1 0 0,0 0 0 15,0 1 0-15,5-1 0 0,7-4 0 0,-1-1 0 16,0 1 0-16,6-1 0 0,0 0 0 0,0 1 0 0,6-11 0 15,0 0 0-15,5 6 0 0,0-11 0 0,7 5 0 16,-1-5-9-16,11 0 0 0,-16-5 0 0,10 1 9 0,1-11 12 16,0 5-2-16,0-5-1 0,-1 0-9 0,1 0 0 15,0-5 0-15,0 5 0 0,-12-5 0 0,6-1 0 16,0-4 0-16,-5 0 0 0,-1 5 0 0,1 0 0 16,5-5 0-16,-17 5 0 0,11-10 0 0,-5 0 0 15,-6 4 0-15,6 1 0 0,-1 0 13 0,-5 0 1 16,0 10 0-16,0-10 0 0,6-10-22 0,-6 4-5 15,0 1-1-15,-6-5 0 0,6 5 26 0,0 0 6 16,-11 4 1-16,5-4 0 0,6 0-19 0,-11 0 0 16,11 0 0-16,-12 5 0 0,1-1 8 0,5 6-8 15,-5-5 0-15,5 5 0 0,-11 0 0 0,0 5 0 16,0 0 0-16,-12 0 0 0,12 0 0 0,-6 0 0 16,6 5 0-16,-5 0 0 0,-1 0 0 0,6 5 0 0,-6-5 0 15,12 6 0-15,-1-6-21 0,1 5 1 0,-6 0 1 0,11 5 0 31,6-15-86-31,0 10-18 0,0 0-3 0,6 1-650 0,-1-1-129 0</inkml:trace>
  <inkml:trace contextRef="#ctx0" brushRef="#br0" timeOffset="22146.759">13544 11383 806 0,'0'0'72'0,"0"0"-58"0,0 0-14 0,0 0 0 16,0 0 194-16,6-5 36 0,-6 5 7 0,0 0 2 15,0 0-127-15,0 0-24 0,0-10-6 0,0 10-1 16,0 0-13-16,0 0-4 0,-6-5 0 0,6 5 0 16,0 0 0-16,0 0 0 0,-11-10 0 0,0 10 0 15,-1 5-51-15,1 0-13 0,-1-5 0 0,-10 10 0 16,10-5 54-16,-5 0 8 0,-6 5 2 0,1-5 0 16,-1 5-52-16,0 5-12 0,0 1 0 0,-5-1 0 15,-1 0 0-15,6 0 0 0,-5 0 0 0,11 6 0 16,0-1 0-16,5 0 0 0,1-5 0 0,0 11 0 15,-6 4 8-15,5 0-8 0,1 6 11 0,5-1-11 16,-5 1 0-16,-1-1 0 0,7 6 0 0,-1-6-12 16,6 1 12-16,6-1 0 0,5 1 0 0,6-6 0 15,-17 0 0-15,11 1 0 0,-5-6 0 0,6 0 0 0,10-4 13 0,1-6 6 16,6 0 1-16,-1 0 0 0,6-10-9 16,0 0-2-16,1-5 0 0,-1 0 0 0,-11 0-1 0,5 0-8 15,-5-5 12-15,0 0-4 0,-1 0 0 0,-10 0-8 16,-6-10 12-16,11 5-4 0,-6-5-8 0,0 4 12 15,7-9-12-15,-7 5 12 0,0 0-12 0,1-5 8 16,-1-1-8-16,1 1 8 0,-7 0-8 0,7-6 10 16,-1-4-10-16,-5 5 10 0,5-1-2 0,-5 6-8 15,0-5 12-15,-1 5-4 0,-5-6-8 0,6 1 10 16,-6 0-10-16,0-1 10 0,0 1-10 0,-6 0 8 16,6-1-8-16,-5 1 8 0,-7 0-8 0,1 4-14 15,5-4 3-15,-5 5 1 0,-1-5 10 0,-5 4 0 0,6 1 0 0,-1 5 0 16,-5 5 0-16,6 0 0 0,-6-1 0 0,11 6 0 15,-5 0 0-15,-1 5 0 0,1-5 0 0,-1 5 0 32,1 0-53-32,0 0-9 0,5 0-2 0,-11 5 0 15,11 5 0-15,-5 1 0 0,11-1 0 0,-6 5 0 16,6-15-204-16,6 15-42 0,0 10-8 0,11 1-2 0</inkml:trace>
  <inkml:trace contextRef="#ctx0" brushRef="#br0" timeOffset="22795.625">14376 11423 1728 0,'0'0'38'0,"-5"-5"8"0,5 5 2 0,0 0 0 0,0 0-39 0,0 0-9 16,0 0 0-16,0 0 0 0,-6-10 40 0,6 10 5 15,0 0 2-15,0 0 0 0,-6-10 7 0,-5 5 2 0,11 5 0 0,-12-5 0 16,12 5-25-16,-5 0-5 16,-7-5-1-16,12 5 0 0,-17 0 83 0,6-5 16 0,-6 0 3 0,0 5 1 15,5 5-103-15,1 0-25 16,0 0 0-16,-1 0 0 0,1 0 56 0,-6 0 7 0,0 5 1 0,5 0 0 15,-11 1-52-15,1 4-12 0,-1 5 0 0,0 0 0 16,0 6 0-16,0-1 0 0,6 0 0 16,-6 6 0-16,1-1 8 0,5 0-8 0,0 1 11 0,-1 4-11 15,7 1 11-15,0 4-11 0,5-4 10 0,0-6-10 16,1-5 11-16,5 1-11 0,0-1 12 0,5 0-12 16,1 1 12-16,11-1-4 0,-6-5 0 0,12 6-8 15,11-1 10-15,-5 0-10 0,-6-10 8 0,-6-4-8 16,11-1 8-16,1-5-8 0,5 0 8 15,6-5-8-15,-6 0 10 0,0 0-10 0,-5-10 12 0,11 5-12 16,-6-6 10-16,-6 1-10 0,1 0 8 0,-6-5-8 16,-1 5 8-16,-5-5-8 0,1-1 8 0,-1 1-8 15,-6 0 0-15,6 0 8 0,0 0-8 0,-5-6 0 16,-1 1 0-16,-5 5 8 0,-1-5-8 0,7-1 0 0,-7-4 8 0,7 0-8 16,-12 0 0-16,11-1 8 0,-5-9-8 0,0-6 12 15,-6 6-12-15,0-1 12 0,0 6-12 0,-6 0 10 16,0-1-10-16,-5 6 10 0,5 0-10 0,-5-1 0 15,-1 6 0-15,1 0 0 0,5 5 0 0,-11-1 0 16,0 1 0-16,0 0 0 0,6 5 0 0,-6 5 0 16,-1 0 0-16,-4 0 0 0,5 0 0 0,-1 0 0 15,-4-1 0-15,5 6 0 0,-1 0 0 0,1 0 0 16,6 0 0-16,-6 0 0 16,5 6-105-16,1-6-17 0,0 5-3 0,5 0-719 0,-5 0-143 15</inkml:trace>
  <inkml:trace contextRef="#ctx0" brushRef="#br0" timeOffset="24616.07">15248 11636 882 0,'34'5'39'0,"-34"-5"8"0,0 0-38 0,0 0-9 0,0 0 0 0,0 0 0 15,12-5 99-15,-12 5 17 0,0 0 4 0,0 0 1 16,11-5-5-16,-11 5-2 0,0 0 0 0,0 0 0 16,0 0-40-16,0 0-8 0,-6-10-2 0,-5 0 0 15,11 10 0-15,-6-5 0 0,6 5 0 0,-11-10 0 16,-1 5 0-16,1 0 0 0,11 5 0 0,-11 0 0 16,-6-6 0-16,0 6 0 0,5 0 0 0,1 0 0 0,-1 6-51 0,1-6-13 15,-6 10 0-15,5-5 0 0,12-5 0 0,-17 0 0 16,-5 5 0-16,-1 0 0 0,11 10 54 0,-10-5 8 15,4-5 2-15,-4 5 0 0,-7 11-52 0,18-6-12 16,5 5 0-16,-5 0 0 0,-12 1-14 0,6 4-6 16,17-5 0-16,0 5-1 0,-6 6 21 0,6-6 0 15,0 0 0-15,12-4 0 0,5-1 12 0,0 0 8 16,-12-5 0-16,13 1 1 16,10-1-39-16,-5-5-8 0,-6 0-2 0,6-5 0 0,-1 0 7 0,7-5 1 15,-1-5 0-15,-5 5 0 16,-6-5-7-16,0 5-1 0,6-5 0 0,-6 5 0 0,-17 0 5 0,17-5 1 15,0 0 0-15,1-5 0 0,-1 5 2 0,-6-5 0 16,-5 5 0-16,11-6 0 0,6-4 5 0,-12 5 2 0,-5-5 0 16,5 0 0-16,6-1 13 0,-5 1-12 0,-1-5 12 15,-5 0-12-15,5 0 12 0,1-6 0 0,-1 6 0 16,-5 0 0-16,-6 5 0 0,0 4 12 0,11-4-4 0,-11 15-8 16,0-10 24-16,0 0-3 0,6 0 0 0,-1 5 0 15,-5 5-3-15,0 0-1 0,0 0 0 0,0 0 0 16,0 0-6-16,0 0-2 0,0 0 0 0,0 0 0 15,6 15 1-15,-6 5 0 0,-11 0 0 0,5 6 0 16,-5-6-1-16,5 5 0 0,-5-4 0 0,-1 4 0 16,-5 5-9-16,6-4 0 0,5-1 9 0,0-5-9 15,-11 0 0-15,6 1 9 0,5-6-9 0,0 5 0 16,6-5 9-16,0 1-9 0,0-16 0 0,0 0 9 0,0 0-9 16,0 0 0-16,0 0 9 0,0 0-9 0,0 0 0 0,0 0 0 15,0 0 0-15,0-11-8 0,6-4 0 0,0 0 0 16,11 0 0-16,-6-5 0 0,-5 4 8 0,0-4-8 15,16-5 8-15,-10-1-8 0,-1 6 8 0,1-5 0 16,10 0-9-16,1 4 9 0,0 6 0 0,0 0-9 16,-12 0 9-16,12 5 0 0,5 0-9 0,1 4 9 15,-23-4 0-15,11 5-9 0,6 5 9 0,-6-5 0 16,-6 5 0-16,0 0 0 0,-5 0 0 0,6 0 11 16,5 0-11-16,-17 0 12 0,-17 5-12 0,17-5 10 15,0 0-10-15,0 0 10 0,0 10-10 0,-12 6 12 16,6-1-12-16,12 0 12 0,6 0-2 0,-7 5 0 15,-5-4 0-15,6 4 0 0,5-5-2 0,-5 5-8 16,-23 1 12-16,6-6-4 0,11 0-8 0,-6 0 12 16,-6-5-12-16,1 5 12 0,0-9-12 0,11-6 0 15,0 0 9-15,0 0-9 0,-23 10 0 0,23-10 0 0,0 0 0 16,0 0 8-16,0 0-8 0,0 0-15 0,0-10 4 0,17 4 1 16,0-4-5-16,0 0-1 0,-11 0 0 0,0-10 0 15,11 0 4-15,-6-6 0 0,0 6 0 0,12-5 0 16,6-1 12-16,-1 1-12 0,6 5 12 0,-11-6-12 15,-6 6 12-15,6 0 0 0,6 0-10 0,-7 4 10 16,-10 11 0-16,5 0 0 0,6-5 0 0,-12 5 0 16,0 5 0-16,-11 0 0 0,12-5 0 0,5 5 0 15,-17 0 10-15,6 10-10 0,-6-10 12 0,11 15-12 16,6-4 12-16,-11 4-12 0,-6 5 12 0,0-5-12 16,5 5 11-16,-5 6-11 0,0-6 10 0,-5 0-10 0,-1 1 11 0,0 4-11 15,1 0 12-15,5-5-12 0,-12 1 14 0,7-6-4 16,-1 5-1-16,6-5 0 0,0 1-9 0,0-16 0 15,-6 10 0-15,6-10 0 0,0 0-12 0,0 0 0 16,-6 10-1-16,6-10 0 16,0 0-130-16,0 0-25 0,0 0-6 0</inkml:trace>
  <inkml:trace contextRef="#ctx0" brushRef="#br0" timeOffset="25155.991">16524 11069 1497 0,'-34'5'66'0,"34"-5"14"0,0 0-64 0,0 0-16 0,0 0 0 0,0 0 0 16,0 0 106-16,0 0 18 0,0 0 3 0,0 0 1 15,0 0-65-15,12 0-13 0,-1 0-2 0,6 5-1 16,-6-5-24-16,1 0-5 0,-1 0-1 0,12 0 0 16,11 0-17-16,-11 0 0 0,-23 0 0 0,0 0 0 15,0 0 0-15,11 10 0 0,1 0 0 0,-1-5 0 16,-11-5 55-16,12 11 7 0,-1-1 2 0,-11-10 0 16,0 15-52-16,0-5-12 0,-6 5 0 0,6 0 0 15,-11-4 0-15,0 4 0 0,-1 0 0 0,6 0 0 0,1-5 54 16,-7 0 8-16,-5 0 2 0,12 6 0 0,5-1-52 15,-12 0-12-15,-11-5 0 0,6 0 0 0,17 6 0 0,-11-6 0 16,-12 5 0-16,6-5 0 0,6 0 0 0,-6-5 0 16,5 10 0-16,6-10 0 0,-11 6 0 0,12-1 0 15,-7 0 0-15,12-10 0 0,0 0 0 0,-5 5 0 16,-7 0 0-16,12-5 0 0,0 0 54 0,0 0 8 16,0 0 2-16,0 0 0 0,12 10-52 0,-12-10-12 15,0 0 0-15,0 0 0 0,17 5 0 0,0 0 0 16,-6-5 0-16,6 0 0 0,-5 0 0 0,10 0 0 15,1 0 0-15,-11 0 0 0,-12 0 0 0,11 5 0 16,6 0 0-16,0 0 0 16,0-5-48-16,0 0-13 0,-5 0-3 0,5 0 0 0,6 0 52 0,-6 0 12 0,-17 0 0 15,11 0 0 1,12-5-208-16,-6 5-38 0,-17 0-8 0,0 0-2 0</inkml:trace>
  <inkml:trace contextRef="#ctx0" brushRef="#br0" timeOffset="27867.117">1950 14204 1497 0,'0'0'32'0,"0"0"8"0,0 0 0 0,0 0 4 0,0 0-36 0,0 0-8 0,0 0 0 0,0 0 0 15,0 0 52-15,0 0 9 0,0 0 2 0,0 0 0 16,0 0-32-16,0 0-7 0,0 0 0 0,0 0-1 16,0 0 15-16,0 0 3 0,0 0 1 0,0 0 0 15,0 0 18-15,0 15 3 0,-18 5 1 0,18 0 0 16,-11 6 0-16,11-1 0 0,-11 5 0 0,-1 1 0 16,7 4 0-16,5 1 0 0,-12-1 0 0,6 6 0 15,1-1-52-15,-12 1-12 0,17-6 0 0,-17 11 0 16,17-6 24-16,-12 1 3 0,6-1 0 0,6 1 0 15,0-11-43-15,-5 6-9 0,5-6-2 0,-12 0 0 0,7-4 73 0,5-6 14 16,-12 0 4-16,12-5 0 0,-5 0-64 0,5-15-21 16,0 0 0-16,0 0 0 0,0 0 21 0,0 0 15 15,0 0-3-15,0 0 0 0,0 0-12 0,0-10 0 16,0 0 0-16,-6-10 0 0,12 0 0 0,-6-6 0 16,0-4 0-16,5-5 0 0,7-1 0 0,-12 1-12 15,0-1 12-15,5-4-13 0,7-1 13 0,-1 1 0 16,1-1 0-16,-7 6-9 0,7-1 9 0,-7-4 0 15,12-1 0-15,1 1 0 0,-1 4 0 0,-6 6 0 16,18-6 0-16,-12 6-12 0,5-5 12 0,-4 9 0 16,4-4-9-16,1 5 9 0,11 4 16 0,-17-4 7 15,6 10 1-15,0 5 1 0,0-5-25 0,-6 4 0 0,0 1 0 16,6 0 0-16,-6 10 0 0,0 0-19 16,0 0 3-16,-11 0 1 0,11 5 15 0,0 0 16 0,-11 0-3 0,5 0-1 15,6 11-3-15,-11-1-1 0,-1 0 0 0,7 5 0 16,-6 0-8-16,-6 1 0 0,11-1-10 0,-11 0 10 15,0 1 17-15,0-1 10 0,0 5 1 0,0-5 1 16,-11 1-12-16,5-6-2 0,-6 5-1 0,7-5 0 16,5 0-6-16,-6 1 0 0,-11-6-8 0,6 5 12 15,5-5-2-15,-17 0-1 0,12 0 0 0,-6 0 0 16,-6 6-9-16,6-6 10 0,0 0-10 0,5 0 10 16,-16-5-10-16,16 5 0 0,-5 0 0 0,-11-5 0 15,16 6 0-15,-16-6 0 0,16 0 0 0,-5 0 0 16,6-5 0-16,5 5 0 0,-11 0 0 0,12 0 0 15,-7-5 0-15,12 0-9 0,0 0 9 0,0 0 0 0,0 0 0 16,0 0 0-16,0 0 0 0,0 0 9 16,0 0-9-16,0 0 0 0,17 0 0 0,0-5 0 15,0 5-20-15,0-5-7 0,-5 5-1 0,5 0 0 0,6 0 28 0,5 5-10 16,-11 0 10-16,-5 0 0 0,5 0 0 0,-6 5-8 16,1-5 8-16,5 5 0 0,0 6 0 0,0-1 0 15,-11 0 0-15,5 0 0 0,6 0 0 0,-11-5 0 16,-1 11 0-16,7-1 9 0,-6-5-9 0,5 0 0 15,-11 1 0-15,0 4 8 0,0-5 1 0,0 0 0 16,0 0 0-16,0 1 0 0,-11-1-1 0,5 0-8 16,6 0 12-16,-12 5-4 0,1-4 4 0,-6-6 0 15,0 5 0-15,0 0 0 0,0-5-1 0,0 0 0 0,-6 0 0 16,0-4 0-16,0-1-19 0,-5 0-4 0,-1 0-1 16,-5-5 0-16,11 0 13 0,-11 5 0 0,6-10 0 0,-7 5 0 15,13-5 0-15,-7 0 0 0,18 0 0 0,-18-1 0 16,6 1 0-16,1 5 0 0,5 0 0 0,11 0 0 31,-11-15-39-31,0 10-1 0,17 5-1 0,0-10 0 16,0 0-86-16,0-5-17 0,0 0-3 0,5-1-641 0,7 1-128 0</inkml:trace>
  <inkml:trace contextRef="#ctx0" brushRef="#br0" timeOffset="28215.649">3061 14502 345 0,'0'0'15'0,"0"0"4"0,0 0-19 0,0 0 0 16,0 0 0-16,0 0 0 0,0 0 362 0,0 0 69 16,0 0 13-16,0 0 4 0,0 0-302 0,0 0-60 15,0 0-12-15,17 5-2 0,0-5-32 0,0 6-5 16,6-6-2-16,-6 0 0 0,0 0-14 0,-6 0-3 16,1-6-1-16,5 6 0 0,6 0-15 0,-18-5 8 0,12 5-8 0,0-5 0 15,-17 5 0-15,18 0 0 0,-13 0 0 16,-5 0-10-1,0 0-92-15,0 0-18 0,17 0-4 0,-17 0-809 0</inkml:trace>
  <inkml:trace contextRef="#ctx0" brushRef="#br0" timeOffset="28516.228">3038 14685 1767 0,'0'0'78'0,"0"0"17"0,0 0-76 0,0 0-19 15,0 0 0-15,0 0 0 0,0 0 76 0,0 0 11 16,0 0 2-16,6 10 1 0,-6-10-34 0,11 15-8 16,6-10 0-16,-11 0-1 0,-6-5-7 0,17 5 0 15,0 0-1-15,6 0 0 0,-18-5 5 0,12 5 2 16,1-5 0-16,-1 0 0 0,0 0-14 0,-6 0-2 15,6 5-1-15,-5-5 0 0,5 0-16 0,-6-5-3 16,1 5-1-16,5 0 0 0,-12 0-9 0,12 0 0 16,-17 0 0-16,0 0 0 15,0 0-36-15,6-5-12 0,5 10-2 0,-5-5-722 16,-6 0-144-16</inkml:trace>
  <inkml:trace contextRef="#ctx0" brushRef="#br0" timeOffset="31786.002">4878 14275 1436 0,'0'0'64'0,"0"0"12"0,0 0-60 0,0 0-16 0,0 0 0 0,0 0 0 16,0 0 54-16,0 0 8 0,0 0 2 0,0 0 0 15,0 0-38-15,17 0-7 0,-17 0-2 0,0 0 0 16,0 0 38-16,0 0 7 0,0 0 2 0,0 0 0 16,0 0 0-16,0 0 0 0,0 0 0 0,0 0 0 15,0 0 0-15,0 0 0 0,0 0 0 0,-11-6 0 0,5 6 0 0,-11 0 0 16,6 6 0-16,-1-6 0 0,1 5 0 0,5 0 0 15,-11-5 0-15,0 5 0 0,11 0-52 0,-11 0-12 16,-6 5 0-16,6-5 0 0,6 5 0 0,0 0 0 16,-7 5 0-16,-10 1 0 0,17 4 21 0,-18-5 2 15,18 10 0-15,-18-4 0 0,12 4-23 0,6 5 9 16,-6 1-9-16,-6-1 0 0,6 1 13 0,5-1-4 16,1 0-1-16,0 6 0 0,5-6-8 0,6 6 10 15,0-1-10-15,0-5 10 0,6 1-10 0,5-1 10 16,-5-4-10-16,11-1 10 0,0-5-10 0,-6 0 0 15,18-10 9-15,-6 1-9 0,11 4 18 0,-6-5-1 16,6-10 0-16,1 5 0 0,-7-10-17 0,6 0-11 0,-11-5 2 16,11 0 0-16,-11-6 9 0,-6 1 12 0,6 0-2 0,-6-5-1 15,6-6-9-15,-6 6 0 0,0 0 0 0,-11 0 0 16,11-6 0-16,-6 1 0 0,-11 5 0 0,12-6 0 16,-1 1 0-16,-11 0 0 0,6 0 0 0,-6-1 0 15,0 1 0-15,0-6 0 0,-6 6 0 0,6 0 0 16,0 0 0-16,0-1 0 0,-11 6 8 0,-1 0-8 15,12-1 0-15,-17 1 0 0,6 0 0 0,5 0 0 16,-11 10 0-16,11-1 10 0,-11-4-1 0,0 5 0 16,0 5-9-16,0 5 0 0,0 0-12 0,5 0 12 15,-5 0-61 1,6 0-5-16,-1 5-1 0,1 0 0 0,11-5-49 0,-6 10-9 16,6-10-3-16,0 15-1024 0</inkml:trace>
  <inkml:trace contextRef="#ctx0" brushRef="#br0" timeOffset="32088.135">5465 14492 1717 0,'0'0'76'0,"0"0"16"0,0 0-74 0,0 0-18 16,0 0 0-16,0 0 0 0,0 0 59 0,0 0 8 0,0 0 1 0,0 0 1 16,0 0-23-16,0 0-5 0,0 0-1 15,0 0 0-15,0 0 26 0,6 15 5 0,-6-15 1 16,0 11 0-16,0-11 5 0,0 0 2 16,-6 15 0-16,6-5 0 0,0-10-35 0,-6 10-6 0,6-10-2 0,0 0 0 15,0 15-27-15,0-15-9 0,-11 10 0 0,11-10 0 31,0 0-70-31,0 0-21 0,0 0-4 0,0 0-673 0,0 0-136 0</inkml:trace>
  <inkml:trace contextRef="#ctx0" brushRef="#br0" timeOffset="32651.214">5927 14148 403 0,'0'0'36'0,"0"0"-36"16,0 0 0-16,0 0 0 0,0 0 352 0,0 0 64 16,0 0 13-16,0 0 3 0,0 0-295 0,17 0-58 15,-12 0-12-15,-5 0-3 0,0 5 0 16,0 0 0-16,0 0 0 0,0 5 0 0,0 0-7 0,0 6-1 16,-5-6-1-16,5 5 0 0,0-5-9 0,-12 5-2 15,7 5 0-15,-7-4 0 0,6-1-9 0,1 5-3 16,5-5 0-16,-12 6 0 0,7-1-8 0,-7 0-3 15,7-5 0-15,-1 5 0 0,0-4-10 0,6-6-3 16,0 5 0-16,-6-5 0 0,6-10-8 0,0 0 0 16,6 15 0-16,-6-15 0 0,0 0 0 0,12 10 0 15,-12-10 0-15,17 6 0 0,0-6 0 0,6 0 0 16,-6 0 0-16,0 0-11 0,6-6 11 0,-6 6 0 0,-6 0 0 16,18-5-8-16,-7 5 8 0,-5 5 0 0,1-5-9 15,4 6 9-15,-5-1 0 0,-11 0 0 0,-6-5 0 0,17 15 0 16,-11-5 0-16,11 5 0 0,-6 0 0 0,-11 1 0 15,12-1 0-15,-1 0 0 0,-5-5 0 0,5 10 8 16,-5-4-8-16,0-1 0 0,5 5 0 0,-11-5 8 16,0 0-8-16,6-5 0 0,5 6 9 0,-11-1-9 15,-11 5 12-15,5-10-1 0,-5 10-1 0,5-4 0 16,0-1 0-16,-5 0 0 0,5-5 0 0,-17 0 0 16,6 0-2-16,0 6-8 0,0-6 12 0,-6-5-4 15,1 0-8-15,-13 5 12 0,1-5-12 0,6 0 12 16,11-5-12-16,-12 5 8 0,6-10-8 0,-5 5 8 15,11-5-8-15,-18 0 0 0,13 5 0 0,-1-5 0 0,6-5 0 16,-12 0-11-16,7 5 1 0,4-5 0 16,-4-1-19-16,16 1-4 0,-17-5-1 0,12 5 0 15,5 0-30-15,-11 0-5 0,17-6-2 0,-11 6 0 16,5 0-125-16,12-5-26 0,5 0-5 0</inkml:trace>
  <inkml:trace contextRef="#ctx0" brushRef="#br0" timeOffset="32961.475">5944 14209 345 0,'0'0'31'0,"0"0"-31"0,0 0 0 0,0 0 0 16,0 0 343-16,0 0 62 0,0 0 13 0,0-10 2 15,0 10-263-15,0-11-53 0,0 11-10 0,0 0-2 16,0 0 28-16,0 0 7 0,0 0 1 0,0 0 0 16,11-5-52-16,0 0-9 0,7 0-3 0,-1 5 0 15,5 0 0-15,-4 0 0 0,4-5 0 0,1 0 0 16,0 10-51-16,5 0-13 0,-5-10 0 0,11 5 0 16,-5 0 0-16,5-5 0 0,0 0 0 0,6 0 0 15,-17 0-48-15,0 0-13 0,11 0-3 0,-17 0 0 16,6 0-176-16,0 0-35 15,16-6-7-15,-4 6-2 0</inkml:trace>
  <inkml:trace contextRef="#ctx0" brushRef="#br0" timeOffset="33349.273">7385 14381 1688 0,'0'0'75'0,"0"0"15"0,0 0-72 0,0 0-18 0,0 0 0 0,0 0 0 15,0 0 116-15,0 0 20 0,0 0 4 0,0 0 1 16,0 0-57-16,0 0-11 0,0 0-2 0,0 0-1 15,0 0-23-15,-6 15-5 0,6-5-1 0,-11 5 0 16,11-15-1-16,-6 10 0 0,-5 6 0 0,0-6 0 16,-6 5-5-16,-1 5-2 0,-4-5 0 0,-1 1 0 15,6-1-7-15,0 5-2 0,-6-5 0 0,-11 6 0 16,11-1-11-16,-11-5-2 0,0 5-1 0,11-5 0 16,6 6-10-16,0-11 0 15,5 5 0-15,1 0 0 0,5-5 0 0,-17 6 0 0,12-6 0 0,5 0 0 16,6-10-19-16,0 0-5 15,0 0-2-15,0 0 0 0,0 0-106 0,0 0-22 0,0 0-4 16,0 0-602-16,0-5-120 0</inkml:trace>
  <inkml:trace contextRef="#ctx0" brushRef="#br0" timeOffset="33585.766">7066 14396 345 0,'0'0'15'0,"-6"5"4"0,-5-5-19 0,0 0 0 15,11 0 0-15,0 0 0 0,0 0 400 0,0 0 76 16,0 0 15-16,0 0 3 0,0 0-331 0,0 0-67 16,0 0-12-16,11 10-4 15,-5-5-23-15,-1 5-5 0,13 1 0 0,-1 4-1 0,-6 0 4 0,0 5 1 16,6 0 0-16,1 6 0 0,4-6-9 0,7 5-2 16,-18-4 0-16,18 4 0 0,-12-5-24 0,6 6-5 0,-6-11 0 15,6 5-1-15,-6-5-15 0,0 0 0 0,5 1-12 16,-10-6 12-1,-1-5-140-15,6 0-20 0,-11-5-5 0</inkml:trace>
  <inkml:trace contextRef="#ctx0" brushRef="#br0" timeOffset="34331.596">8308 14173 288 0,'0'0'25'0,"0"0"-25"0,0 0 0 0,0 0 0 16,0 0 289-16,0 0 53 0,0 0 10 0,0 0 3 15,23-5-182-15,-23 0-36 0,0 5-7 0,0 0-2 16,0 0-41-16,17-5-9 0,-17 5-2 0,0 0 0 16,0 0 17-16,0 0 3 0,0 0 1 0,0 0 0 15,0 0-26-15,0 0-6 0,0 0-1 0,0 15 0 16,0 0-40-16,-11 6-9 0,5-1-2 0,-5 10 0 0,-1 1 4 0,-5 4 1 16,6 1 0-16,-6-1 0 0,-6 6-10 0,0-1-8 15,6-4 12-15,-6 4-12 0,0-5 12 16,6 1-12-16,-5-1 12 0,4-4-12 0,-4-6 16 0,10 0-4 15,-11 1-1-15,12-1 0 0,0-5 1 0,11 1 0 16,-12-6 0-16,7-5 0 0,5-10-4 0,0 0-8 16,0 0 12-16,5 10-4 0,7-5-8 0,10-5 0 15,-4 5 0-15,-1-10 0 0,5 5-11 0,1 0 11 16,11-5-8-16,-17 0 8 0,12 0-16 0,5 0 1 16,-11 0 1-16,11 0 0 15,-17 0-26-15,12 5-4 0,-12-5-2 0,6 5 0 16,-6-6-26-16,-6 6-6 0,12-5-1 0,-6 5 0 15,-17 0-178-15,0 0-36 0</inkml:trace>
  <inkml:trace contextRef="#ctx0" brushRef="#br0" timeOffset="34618.325">8434 14614 288 0,'0'0'25'0,"0"0"-25"0,0 0 0 0,0 0 0 0,0 0 336 0,0 0 61 16,0 0 13-16,0 0 2 0,0 0-236 0,0 0-48 15,0 0-10-15,0 0-2 0,0 0-34 0,0 0-7 16,0 0-2-16,11 15 0 0,-11 0-13 0,0 0-2 16,0 6-1-16,0-1 0 0,0 5-20 0,-11 6-4 15,5-1-1-15,6-5 0 0,-12 11-19 0,1-11-4 16,5 11-1-16,1-6 0 0,-1-5-8 0,6-5 0 15,0 1 0-15,0-1 0 16,0-5-46-16,0-5-8 0,0-10-2 0,0 0 0 16,0 0-164-16,11 0-32 0</inkml:trace>
  <inkml:trace contextRef="#ctx0" brushRef="#br0" timeOffset="35150.337">9260 14234 576 0,'0'-15'25'0,"0"15"6"0,0 0-31 0,0 0 0 0,0 0 0 0,0 0 0 16,0 0 315-16,0 0 57 0,0 0 11 0,0 0 2 16,0 0-270-16,0 0-55 0,0 0-10 0,0 0-2 15,0 0-8-15,0 0-2 0,0 0 0 0,0 0 0 16,0-5 14-16,-12 0 4 0,1 10 0 0,0-5 0 15,5-5-1-15,-6 10 0 0,7 0 0 0,-12 0 0 16,5-5-18-16,1 0-3 0,-12 10-1 0,6-5 0 16,0 5-11-16,-6 0-2 0,6 6-1 0,-11-1 0 15,16 0-9-15,-22 5-2 0,11 0 0 0,0 6 0 0,6 4-8 16,-11 6 8-16,-1-6-8 0,7 5 8 0,4-4-8 16,1 4 0-16,6 1 0 0,5 4 0 0,12-4 0 0,-6-1 8 15,-11 1-8-15,11-1 0 0,0 0 8 16,0-4-8-16,0-1 8 0,5 1-8 0,12-6 11 0,0-5-3 15,1 0-8-15,4-4 12 0,7-6-4 0,-1 0-8 16,12-5 11-16,0 0-11 0,-6-5 12 0,6 0-12 16,-6-5 12-16,12-5-12 0,-18-5 12 0,7-6-4 15,-1 1 0-15,-11 0-8 0,-1-5 12 0,1-1-4 16,-6 1 0-16,0 0-8 0,0-6 12 0,1 1-12 16,-7 4 12-16,0-4-12 0,1 0 12 0,-1-6-4 15,0 6 0-15,-5-6-8 0,0 1 13 0,-12 5-4 16,6-6-1-16,-6 6 0 0,6-1-8 0,0 1 12 0,-11 5-12 15,5-1 12-15,1 1-12 0,-1 5 8 0,-5 5-8 16,-1 4 8-16,7 1-8 0,-18 0 0 0,6-5-10 0,-6 5 10 31,0 10-28-31,12-5 0 0,-18 0 0 0,6 0 0 16,1 5-92-16,-1 0-19 0,0 5-3 0,6 0-1066 0</inkml:trace>
  <inkml:trace contextRef="#ctx0" brushRef="#br0" timeOffset="35782.016">10542 14269 288 0,'28'-10'25'0,"-28"10"-25"0,0 0 0 0,0 0 0 15,0 0 272-15,0 0 50 0,0 0 10 0,0 0 1 16,0 0-169-16,0 0-33 0,0 0-7 0,0 0-2 16,0 0-37-16,0 0-7 0,0 0-2 0,0 0 0 15,0 0-12-15,0 0-4 0,0 0 0 0,0 0 0 16,0 0-3-16,0 0-1 0,0 0 0 0,0 0 0 16,0 10-3-16,-11 6-1 0,-6-1 0 0,5-5 0 15,-10 5-16-15,4 5-4 0,1-4-1 0,6 4 0 0,-23 0-15 16,11 0-4-16,0 6 0 0,6-6 0 15,-11 0-12-15,5 0 8 0,0 1-8 0,0-1 0 0,12 0 0 16,-12-5 0-16,6 1 0 0,0-1 0 0,5 0 0 0,1-5 0 16,5-5 0-16,-11 5 0 15,12-5-35-15,-1 0 0 0,0-5 0 0,1 0 0 16,5 0-108-16,0 0-21 0,0 0-5 0,0 0-568 16,5-5-114-16</inkml:trace>
  <inkml:trace contextRef="#ctx0" brushRef="#br0" timeOffset="36065.05">10183 14345 460 0,'0'0'20'0,"0"0"5"0,0 0-25 0,0 0 0 0,0-10 0 0,5-5 0 16,-5 15 317-16,0-10 59 0,0 10 11 0,0 0 2 16,0 0-226-16,0 0-46 0,0 0-9 0,0 0-1 15,0 0-28-15,0 0-6 0,12 0-1 0,5 0 0 16,-17 0 0-16,0 0 0 0,6 10 0 0,11 0 0 15,-6 5-18-15,6-4-4 0,-5 4-1 0,-1 10 0 16,6-5-15-16,-5 6-3 0,5-6-1 0,0 5 0 16,-6 1-13-16,1-1-2 0,-1 0-1 0,6 0 0 15,-6-4-14-15,1-6 0 0,-1 5 8 0,12 0-8 16,-23-4 0-16,11-1 0 0,-5-5 0 0,5 0 0 16,1 0-28-16,-12-10-1 0,0 0-1 0,0 0 0 15,0 0-87-15,0 0-18 0,0 0-3 0,0 0-665 16,6-5-133-16</inkml:trace>
  <inkml:trace contextRef="#ctx0" brushRef="#br0" timeOffset="37426.965">11112 14133 1386 0,'0'0'61'0,"0"0"13"0,0 0-59 0,0 0-15 0,0 0 0 0,0 0 0 15,0 0 121-15,0 0 22 0,0 0 4 0,0 0 1 16,11-5-46-16,-5-5-9 0,-6 10-1 0,11-16-1 16,6 6-35-16,6 0-6 0,-6 0-2 0,6-5 0 15,0 5-18-15,11 0-4 0,-17-6-1 0,11 6 0 16,1 0-17-16,-6 5-8 0,5-5 8 0,-5 0-8 16,0 5 16-16,-1 5-1 0,-4 0-1 0,4 5 0 15,-16 0 19-15,5 5 4 0,1-5 1 0,-6 10 0 16,-6 0-19-16,0 6-4 0,-6-1-1 0,0 5 0 15,0-5-2-15,-11 6 0 0,0 4 0 0,0 1 0 16,0 4 10-16,6-5 2 0,-6 6 0 0,0-1 0 0,-6 1-24 0,6-6 0 16,-12 6 0-16,1-1 0 0,-1-10 34 0,1 6 12 15,5-1 2-15,0-5 1 0,0 1-30 0,1-1-7 16,-1 0 0-16,6 1-1 0,0-6-3 0,-1 0-8 16,7 0 12-16,-12-4-4 0,6-1 1 0,11-5 0 15,-5 5 0-15,5-5 0 0,1 0 1 0,5-10 0 16,0 0 0-16,0 0 0 0,0 0-10 0,0 0 8 15,0 0-8-15,0 0 8 16,11 5-8-16,0 1 0 0,7-6 0 0,-7 5-11 0,6 0 11 0,6 0 0 16,0-5-9-16,-1 0 9 0,7 5-20 0,5 0 1 15,-5-5 0-15,5 5 0 0,-11 0 3 0,-1 0 1 16,7 0 0-16,-6 0 0 16,-6 0-38-16,6 0-8 0,-23-5-2 0,17 5 0 15,-17-5-124-15,11 0-25 0,6 0-4 0</inkml:trace>
  <inkml:trace contextRef="#ctx0" brushRef="#br0" timeOffset="38136.032">12262 14107 806 0,'12'0'72'0,"-1"-10"-58"16,-11 0-14-16,17 5 0 0,0-5 156 0,-5 5 29 15,-12 5 6-15,0 0 1 0,6-15-103 0,-1 5-20 16,-5 10-4-16,6-11-1 0,-6 11 0 0,6-10 0 15,-6 10 0-15,0 0 0 0,5-15 52 0,-5 15 9 16,0 0 3-16,0 0 0 0,0 0-52 0,-17-15-9 0,6 5-3 0,-1 0 0 16,12 10-51-16,-11-10-13 0,-12 4 0 15,12-4 0-15,11 10 54 0,-17-5 8 0,-6 0 2 0,6 5 0 16,-12-5-52-16,12 5-12 0,-5 0 0 0,-1 0 0 16,0 5 0-16,12 0 0 0,-18 0 0 0,12 11 0 15,-6-6 0-15,6 5 0 0,6 5 0 0,-12 0 0 16,0 6 0-16,6-6 0 0,0 5 0 0,0 6 0 15,0-1 0-15,5-5 0 0,-5 1 8 0,12 4-8 16,-7 0 0-16,6-4 0 0,6-1 0 0,-5 0 0 16,10-4 0-16,1-1 0 0,0-5 0 0,5 0 0 15,1-10 0-15,5 0 0 0,0 0 0 0,0-5 0 16,11 0 0-16,-5-10 0 0,6 0 0 0,-1-10 0 16,1 5 0-16,11-11 0 0,-18 1 0 0,13 0 0 15,-7-6 0-15,-5 11 0 0,0 0 0 0,-6 0 0 16,0 4 0-16,0-4 0 0,0 0 0 0,0 0 0 15,-6 5 0-15,1-1 0 0,-6-4 0 0,-1 10 0 0,7 0 0 0,-7-5 0 16,-5 15 0-16,0 0 0 0,0 0 0 0,0 0 0 16,0 0 0-16,0 0 0 0,0 0 0 0,0 0 0 15,0 0 0-15,-5 20 0 0,-7 5 48 0,7-5 12 16,-1 1 4-16,-6 9 0 0,-5 0-64 0,0 6-20 16,17 4 0-16,-11 6 0 0,-6 0 20 0,5-1 0 15,1 1 11-15,0-1-11 0,-1-4 12 0,1-1-12 16,-1-4 12-16,12-1-12 0,-11-4 10 0,5-1-10 15,-5-5 8-15,5 1-8 0,6-6 0 0,0-5 0 16,-5-5 8-16,5 5-8 0,0-15-16 0,0 0-6 16,0 0-1-16,0 0 0 15,0 0-104-15,0 0-21 0,0 0-4 0,0 0-1036 0</inkml:trace>
  <inkml:trace contextRef="#ctx0" brushRef="#br0" timeOffset="38911.125">12724 13525 1497 0,'0'0'66'0,"0"0"14"0,0 0-64 0,0 0-16 0,6-10 0 0,5 0 0 16,-5 0 106-16,-6 10 18 0,11-5 3 0,-5 0 1 15,5 5-52-15,1-6-9 0,-12 6-3 0,11 0 0 16,0 6 0-16,7 4 0 0,-7-5 0 0,0 10 0 15,6 0 0-15,1 0 0 0,-7 0 0 0,6 11 0 0,6 4 0 0,-12 1 0 16,1-1 0-16,-7 5 0 0,7 6-51 0,-7-1-13 16,7 6 0-16,-1-5 0 15,-5 4 0-15,0 1 0 0,-6 4 0 0,5 1 0 0,-10 10 41 16,5 5 6-16,0-6 1 0,0 16 0 0,-6 0-21 16,0-5-4-16,0-5-1 0,-5 0 0 0,0-5-5 0,-6-1-1 15,5 1 0-15,1-5 0 0,-6-6 0 16,5 1 0-16,-5-5 0 0,6-1 0 0,-6-4-4 15,0-6 0-15,0 1-1 0,-1-1 0 0,1-10-11 0,6-4 10 16,-6-1-10-16,5-5 10 0,1 0-10 0,-6-5 0 16,0 6 9-16,0-6-9 0,0-5-10 0,0 0-6 15,-6-5-2-15,11 0 0 16,-5 0-30-16,0-5-7 0,6 0-1 0,-1 5 0 16,1-10-167-16,11 10-33 0</inkml:trace>
  <inkml:trace contextRef="#ctx0" brushRef="#br0" timeOffset="39802.006">4457 13677 230 0,'0'0'10'0,"0"0"2"15,0 0-12-15,0 0 0 0,-6-5 0 0,6 5 0 0,0 0 336 0,0 0 64 16,0 0 12-16,0 0 4 0,0 0-284 0,0 0-56 16,0 0-11-16,0 0-2 0,-12 0-15 0,12 0-2 15,0 0-1-15,0 0 0 0,-5 15-3 0,-12-5-1 16,17-10 0-16,-6 10 0 0,-11 6 3 0,5-6 0 15,7 5 0-15,-12-5 0 0,11 5 11 0,-5 5 2 16,5-4 1-16,-17 4 0 0,6 5-42 0,0-5-8 16,0 6-8-16,0-1 12 0,-6 5 30 0,6 1 6 15,-6 4 2-15,6 6 0 0,-6-6-24 0,6 6-5 16,-6 4-1-16,0 1 0 0,6 5-5 0,0 4-2 16,0-4 0-16,0 5 0 0,0-6-5 0,6 6 0 15,-1 0-8-15,7-1 12 0,-7 1-4 0,12 5 0 16,-6-5-8-16,6 9 12 0,0-4-2 0,6-5-1 0,-6 5 0 15,12-1 0-15,5-14 1 0,-12 5 0 0,12-6 0 0,1 1 0 16,4-11-10-16,-5-4 8 0,0-1-8 0,12 0 8 16,-6-4-8-16,5-6 8 0,1 0-8 0,5-5 8 15,0 1-8-15,-5-6 0 0,5 5-10 0,-11-5 10 32,11-10-35-32,-11 0-1 0,-6 0 0 0,5-5 0 0,-4 5-99 0,-1-5-20 15,0-5-4-15,-12 5-991 0</inkml:trace>
  <inkml:trace contextRef="#ctx0" brushRef="#br0" timeOffset="40691.224">14211 14062 633 0,'0'0'56'0,"0"0"-44"0,0 0-12 0,0 0 0 15,0 0 172-15,0 0 33 0,0 0 7 0,0 0 0 16,0 0-74-16,0 0-15 0,0 0-3 0,0 0-1 16,0 0-25-16,0 0-5 0,0 0-1 0,0 0 0 15,0 0-14-15,0 0-3 0,0 0-1 0,0 0 0 16,0 0-9-16,-6 10-1 0,6 0-1 0,-11 0 0 16,5 0-5-16,-11 6-1 0,0-6 0 0,0 0 0 15,-6 5-17-15,6 0-4 0,0 5-1 0,-6 6 0 16,-5-6-8-16,5 5-2 0,-11 1 0 0,5-1 0 15,1 5-9-15,5-4-3 0,-5 4 0 0,5-5 0 16,0 1 13-16,6-1 2 0,-6 0 1 0,0-4 0 16,6-6-25-16,6 5 0 0,-6-5 0 0,5 0 0 15,-5 1 0-15,6-6 0 0,-1-5 0 0,12-5 0 16,0 0-46-16,0 0-14 0,-5 5-4 0,5-5 0 16,0 0-102-16,0 0-21 0,0 0-4 0,0-15-1 15,5-1-102-15,1 1-21 0,0-25-4 0,5 14-1 16</inkml:trace>
  <inkml:trace contextRef="#ctx0" brushRef="#br0" timeOffset="40995.567">13704 14123 403 0,'0'0'36'0,"0"0"-36"16,-6-11 0-16,6 6 0 0,-5-5 301 0,5-5 54 15,0 5 10-15,0 0 3 0,0 10-210 0,0-5-42 0,0-5-8 0,0 10-1 16,5-10-17-16,-5 10-3 0,0 0-1 0,0 0 0 15,12-11-18-15,-12 11-3 0,0 0-1 0,5 0 0 16,12-5 0-16,-11 5 0 0,6 0 0 0,-7 5 0 16,7 6-51-16,-7-1-13 0,1 10 0 15,5-5 0-15,-5 10 54 0,11-4 8 0,0-1 2 0,0 5 0 16,1 6-55-16,-1-1-9 0,0 0 0 0,0 1 0 16,11 4 0-16,-5-4 0 0,0-1 9 0,-6 0-1 15,-6-4-8-15,6 4 0 0,6-5 0 0,0-4 8 16,-6-1-8-16,-5 0 0 0,-1-5 8 0,0 1-8 15,1-6 0-15,-1 0 0 0,-11-10-10 0,0 0 10 16,0 0-39-16,0 0-1 0,0 0 0 0,0 0 0 16,0 0-143-16,12-5-29 0,-1-5-5 0</inkml:trace>
  <inkml:trace contextRef="#ctx0" brushRef="#br0" timeOffset="41479.131">14935 13748 2188 0,'0'0'48'0,"0"0"11"0,11 0 1 0,-11 0 1 0,0 0-49 15,0 0-12-15,12 0 0 0,5 0 0 0,-17 0 54 0,0 0 8 16,0 0 2-16,5 5 0 0,12 5-52 0,-11 0-12 0,-17 5 0 16,11 1 0-16,22-1 54 0,-16 0 8 0,-17 5 2 0,-1 0 0 15,12-4 0-15,-5 4 0 0,-12 5 0 0,0 1 0 16,-6-1-52-16,6 5-12 0,22 1 0 0,-16 4 0 16,-18-10 36-16,7 6 4 0,16-6 0 0,-5 11 1 15,-7-1-21-15,-4-5-4 0,5 1 0 0,5-1-1 16,1 1-2-16,-1-1 0 0,1-5 0 0,0 1 0 15,11-11-3-15,-6 5-1 0,-5 0 0 0,5-5 0 16,6-4-1-16,0 4 0 0,0-15 0 0,0 10 0 16,0-10-8-16,11 5 10 0,12 5-10 0,-12-10 10 15,-11 0-10-15,17 0 0 0,12 0 0 0,5 0 0 16,-5-5 0-16,-7 5 0 0,7 0 0 0,11-5 0 16,0 0 0-16,-6 0-9 0,-11 5 9 0,5-5-10 0,6 5-6 0,-5 0-2 15,-12 0 0-15,0 0 0 16,0-5-21-16,0 5-4 0,0-5-1 0,-17 5 0 15,0 0-27-15,0 0-5 0,0 0-2 0,0 0 0 16,6-5-119-16,5-6-24 0,-5 6-5 0</inkml:trace>
  <inkml:trace contextRef="#ctx0" brushRef="#br0" timeOffset="41847.36">15259 14123 1094 0,'0'0'48'0,"0"0"11"0,0 0-47 0,0 0-12 0,0 0 0 0,0 0 0 16,0-11 348-16,0 11 67 0,0 0 13 0,0 0 4 16,0 0-308-16,0 0-62 0,0 0-12 0,0 0-2 15,23 11-25-15,-23-11-5 0,0 0-1 0,6 10 0 16,0 5 33-16,-1 10 6 0,-5-5 2 0,0 6 0 15,-5 4-24-15,-1-4-5 0,6 9-1 0,-6-5 0 16,-5 6-4-16,5-1 0 0,6 1-1 0,0-1 0 16,-11 1-5-16,5-1-1 0,0-5 0 0,1 6 0 15,5-6-6-15,0 1-2 0,-6-1 0 0,6-5 0 16,0 6-9-16,0-6 8 0,-11 0-8 0,5-4 8 16,6-1-8-16,0 0 0 0,-6 0 0 0,1-4 8 15,-1-6-8-15,6-10-16 0,0 0 4 0,0 0 1 16,-6 10-28-16,6-10-5 0,0 0-2 15,0 0 0-15,0-15-114 0,6-1-24 0,5 1-4 0,1-10-1037 16</inkml:trace>
  <inkml:trace contextRef="#ctx0" brushRef="#br0" timeOffset="42444.17">16741 14123 403 0,'0'0'36'0,"0"0"-36"16,0 0 0-16,-11-5 0 0,-1-6 250 0,12 11 43 15,0 0 9-15,0 0 2 0,-17-5-192 0,17 5-39 16,0 0-7-16,0 0-2 0,0 0 32 0,0 0 5 16,0 0 2-16,0 0 0 0,17 5-11 0,-17-5-3 15,0 0 0-15,0 0 0 0,17 5-20 0,0-5-4 16,-17 0-1-16,0 0 0 0,17 6 0 0,6-6 0 15,-6-6 0-15,6 1 0 0,0 5-51 0,0 0-13 16,-1 0 0-16,7-5 0 0,-6 0 0 0,0 5 0 16,-1 0 0-16,-5-5 0 0,6 5 0 0,0 0 0 15,0 5 0-15,-12-10 0 0,6 5 0 0,0-5 0 0,0 10 0 0,-11-10 0 32,-6 5-48-32,12-5-13 0,-12 5-3 0,0 0 0 15,0 0 0-15,17 0 0 0,-17 0 0 0,0 0 0 16,0 0-204-16,0 0-42 0,0 0-8 0,0 0-2 0</inkml:trace>
  <inkml:trace contextRef="#ctx0" brushRef="#br0" timeOffset="42842.771">16712 14371 1566 0,'0'0'69'16,"0"0"15"-16,-17 5-68 0,6-5-16 0,11 0 0 0,0 0 0 0,0 0 112 0,0 0 20 15,0 0 3-15,0 0 1 0,0 0-45 0,0 0-9 16,0 0-2-16,0 0 0 0,23 10-28 0,-23-10-5 16,0 0-2-16,0 0 0 0,11 5 11 0,-11-5 3 15,0 0 0-15,0 0 0 0,0 0-7 0,0 0-2 16,17 5 0-16,-17-5 0 0,0 0-15 0,0 0-3 15,23 5-1-15,0 0 0 0,0-5-10 0,-1 0-1 16,1 0-1-16,6 0 0 0,-7 0-9 0,1 0-2 0,0-5 0 16,0 5 0-16,0 5-8 0,-1-5 0 0,1-5 0 0,0 5 8 15,-6 0-8-15,0 0 0 0,6 0 0 0,-6 0 0 16,0 0 0-16,-5 0-12 0,-12 0 2 0,0 0 1 16,17 0-11-16,-17 0-3 0,0 0 0 0,11 0 0 31,6 0-13-31,-17 0-4 0,0 0 0 0,0 0 0 15,0 0-20-15,0 0-5 0,0 0-1 0,0 0 0 0,0 0-129 0,0 0-25 16,0 0-6-16</inkml:trace>
  <inkml:trace contextRef="#ctx0" brushRef="#br0" timeOffset="50328.787">18479 13859 1497 0,'0'0'32'0,"0"0"8"0,0 0 0 0,0 0 4 0,0 0-36 0,0 0-8 15,0 0 0-15,0 0 0 0,0 0 40 0,0 0 5 16,0 0 2-16,0 0 0 0,0 0-24 0,0 0-5 15,0 0-1-15,11 0 0 0,-5-5 38 0,5 0 7 16,1 0 2-16,-1-5 0 0,6 5 0 0,0 0 0 16,-5-5 0-16,5 5 0 0,0 0 0 0,0-1 0 15,0 6 0-15,0-5 0 0,0 5-52 0,-5 0-12 16,-12 0 0-16,17 0 0 0,-6 5 0 0,6 1 11 16,-11-1-11-16,5 10 10 0,-11-15-10 0,12 10 10 15,-12-10-10-15,5 10 10 0,1 5 3 0,0 0 1 0,-6-15 0 16,5 11 0-16,1-1 18 0,-6 5 4 0,-6-5 1 0,6 5 0 15,-5 0-3-15,-1 1-1 0,-5-1 0 0,5 0 0 16,-5 5-8-16,-1 1-1 0,1-1-1 0,-6 5 0 16,0 0-3-16,-6 1 0 0,6-1 0 0,-6-5 0 15,0 6-4-15,0-1-2 0,0-5 0 0,1 6 0 16,-7 4-3-16,6-5-1 0,-5 1 0 0,5-1 0 16,6 0 1-16,-6 0 0 0,6 1 0 0,0-6 0 15,6 0 7-15,-6-4 2 0,-1-1 0 0,1 0 0 16,12 0-20-16,-7-5 0 0,1 5 0 0,5-4 0 15,6-11 0-15,0 10 0 0,0-10 0 0,0 0 0 16,0 0 0-16,6 10 0 0,0 0 0 0,11-10 0 0,-6 5 31 16,0-5 2-16,7 0 1 0,-7 0 0 15,12 0-26-15,-6 0-8 0,6 0 0 0,5 0 0 16,1-5 0-16,-7 0 0 0,1 5 0 0,0-5 0 0,-6 0-9 0,6 5-3 16,5 0 0-16,-11-5 0 15,6 0-25-15,-6 5-6 0,0-5-1 0,1-1 0 16,4 1-96-16,-5 0-20 0,1 0-4 0,-1-5-636 15,5 0-126-15</inkml:trace>
  <inkml:trace contextRef="#ctx0" brushRef="#br0" timeOffset="51164.235">19413 13788 1497 0,'-11'0'66'0,"11"0"14"0,0 0-64 0,0 0-16 15,0 0 0-15,-6 0 0 0,0 0 55 0,6 0 7 16,0 0 2-16,0 0 0 0,0 0 0 0,0 0 0 16,0 0 0-16,0 0 0 0,0 0-1 0,0 0 0 15,0 0 0-15,0 0 0 0,0 0 1 0,12-5 1 16,5 5 0-16,0-5 0 0,0 0-52 0,0-5-13 15,6 5 0-15,-6 0 0 0,6 0 54 0,0-5 8 16,-6 5 2-16,5 0 0 0,1 0-52 0,0-1-12 16,-6 6 0-16,6 0 0 0,-6 0 0 0,0 0 0 15,-17 0 0-15,17 6 0 0,0-1 18 0,-5 5 1 16,-1 0 0-16,1 0 0 0,-12-10-4 0,5 10-1 16,1-5 0-16,0 10 0 0,-6-5 13 0,-6 6 2 15,0-6 1-15,1 5 0 0,-1 0-2 0,0 0 0 0,0-4 0 0,-5 4 0 16,0 0 8-16,-1-5 0 0,1 10 1 0,-6-5 0 15,0 1-29-15,0-1-8 0,-1 0 0 0,-4 0 0 16,-1 0 0-16,0 1-13 0,6-1 3 0,-11 0 1 16,5-5 9-16,0 0 0 0,6-5 0 0,-6 5 8 15,6 1-8-15,0-6 0 0,5 5 0 0,1-5 8 16,0 0-8-16,-1-5 0 0,12 0 0 0,0 0 0 16,0 0 0-16,0 0 0 0,0 0 0 0,0 0 0 15,0 0 0-15,23 0-10 0,-23 0 10 0,23 0-10 16,0 0 10-16,-1 0 0 0,1 0 0 0,-6 5-8 15,6 0 16-15,-11 0 3 0,10 5 1 0,-5 0 0 16,-5 0-23-16,5 6-4 0,-6-1-1 0,1 5 0 16,-7-5 16-16,7 1 0 0,-7 4 0 0,7-5 0 15,-6 5 0-15,-1-5 0 0,-5 6 0 0,6-1 0 16,-6-10 0-16,6 5 0 0,-6 0 8 0,0 1-8 0,0-1 0 0,0-5 8 16,0-10-8-16,-6 15 0 0,0-5 13 0,1 5-4 15,-1-4-1-15,-6-1 0 0,-5-5 3 0,6 5 0 16,-6-5 0-16,5-5 0 0,-5 5-3 0,-5 0-8 15,5-5 12-15,-6 0-4 0,6 0-8 0,-6 0 0 16,-11-5 0-16,11 0 8 0,6 0-8 0,-6-5-12 16,-11 5 2-16,11-5 1 15,17-1-23-15,-5 1-4 0,-6 0 0 0,5 0-1 16,7-5-71-16,-1 5-13 0,0-5-3 0,1-1-1 16,5-4-103-16,5 5-20 0</inkml:trace>
  <inkml:trace contextRef="#ctx0" brushRef="#br0" timeOffset="51801.62">20262 13783 1728 0,'0'0'38'0,"0"0"8"0,12 5 2 0,-12-5 0 0,0 0-39 0,0 0-9 16,0 0 0-16,0 0 0 0,0 0 53 0,0 0 9 15,0 0 2-15,0 0 0 0,11-5 0 0,-5-5 0 16,5 0 0-16,6 5 0 0,0-5 0 0,0 5 0 15,-17 5 0-15,17-10 0 0,0 5 0 0,6-6 0 16,-6 6 0-16,0-5 0 0,6 0-52 0,0 5-12 16,0-5 0-16,-6 5 0 0,0-5 0 0,-6 10 0 15,1-5 0-15,-1 5 0 0,-11 0 0 0,12 0 0 16,-12 0 0-16,0 0 0 0,0 0 0 0,11 5 0 16,-11-5 0-16,11 10 0 0,1 0 0 0,-7 5 0 15,-10 0 0-15,5 1 0 0,0-1 54 0,-6 0 8 16,-5 10 2-16,-1-4 0 0,7-1-52 0,-7 5-12 0,1 0 0 15,-6-4 0-15,0 9 0 0,5 0 0 0,-5 1 0 16,0-1 0-16,-6 1 0 0,0-1 0 16,1 0 0-16,-1 6 0 0,-6-6 32 0,1 1 3 0,-1-1 1 0,12-5 0 15,0 6-24-15,12-6-12 16,-13-5 12-16,1 6-12 0,-5-6 10 0,-1 0-10 0,6 0 8 16,0-4-8-16,5-1 8 0,-5 5-8 0,6-10 8 0,5 0-8 15,-5 0 13-15,11-10-2 0,0 0-1 0,0 0 0 16,0 0-10-16,0 0 0 0,22 0 9 0,1-5-9 15,0 5 0-15,0-5 8 0,5 0-8 0,1 0 0 16,-1 5 0-16,1 0 0 0,-7-5 0 0,7 0 0 16,-6 5 0-16,0 0-8 0,-1 0 8 0,-5 0 0 15,1 0-22-15,-18 0 1 0,17 0 0 0,0 0 0 16,-17 0-15-16,17 0-4 0,-17 0 0 16,23 0 0-16,-12 0-74 0,-11 0-15 0,23 0-3 0,-23 0-640 15,0 0-128-15</inkml:trace>
  <inkml:trace contextRef="#ctx0" brushRef="#br0" timeOffset="52492.211">21396 13758 1324 0,'0'0'59'0,"0"0"12"0,0 0-57 0,0 0-14 0,0-10 0 0,0 10 0 16,0 0 174-16,0 0 32 0,0 0 6 0,0 0 2 15,0 0-150-15,0-5-31 0,0-5-5 0,0 10-2 16,6-10 30-16,-6 10 7 0,-6-6 1 0,6 6 0 15,0 0 0-15,-6-5 0 0,-5-5 0 0,-1 5 0 16,1 0-52-16,0 0-12 0,-6 5 0 0,0-5 0 16,-1 5 54-16,1 0 8 0,6 0 2 0,-6 5 0 15,-6-5-52-15,0 5-12 0,0 0 0 0,1 0 0 16,-7 5 0-16,6-5 0 0,1 6 0 0,-1 4 0 16,-6 0 0-16,7 0 0 0,4 0 0 0,7 6 0 15,5 4 0-15,-5 0 0 0,-18 1 0 0,7-1 0 0,10 5 0 16,-5 1 0-16,0 4 0 0,0 1 0 15,6-1 0-15,-1 0 0 0,-5 11 0 0,6-11 0 0,5 1 8 16,6-1-8-16,0 1 11 0,0-1-11 0,6-9 12 0,5 4-4 16,6 0 0-16,6-4-8 0,17-11 20 0,-12 5-4 15,-16 0 0-15,11-9 0 0,22-1-5 0,-5-5-2 16,-11 0 0-16,-1-5 0 0,12 0-9 0,5 0 12 16,-10 0-12-16,-1-5 12 0,0 0-12 0,-5-5 8 15,-1 4-8-15,-5-4 8 0,0-5-8 0,-6 5 10 16,5-5-10-16,-4 0 10 0,-7-6-10 0,6 6 10 15,0-5-10-15,0 0 10 0,6-6-10 0,-6-4 0 16,-11 5 9-16,5-11-9 0,6 6 0 0,0-6 9 0,-17 6-9 16,12-5 0-16,-7-1 0 0,-5 6 0 15,0 4 0-15,6-4 0 0,0 5 0 0,-6-1 0 0,-6 1 0 0,0 0 0 16,1 4 0-16,-7-4 0 0,7 0 0 16,-12-1 0-16,5 11 0 0,-5-5 0 0,6 5 0 0,-6 5 0 15,0-5 0-15,-6 4 0 0,0 1 0 0,6 5 0 16,0-5 0-16,0 5 0 0,-6-5 0 0,6 10 0 15,5-5 0-15,-5 5 0 0,0-5 0 0,0 5 0 32,6-5-96-32,-1 5-25 0,1 0-6 0,0 0-717 0,-1 0-144 0</inkml:trace>
  <inkml:trace contextRef="#ctx0" brushRef="#br0" timeOffset="53217.225">18957 14634 1497 0,'0'0'32'0,"0"0"8"0,0 0 0 0,0 0 4 0,0 0-36 0,0 0-8 16,0 0 0-16,0 0 0 0,0 0 53 0,0 0 9 0,0 0 2 0,0 0 0 15,0 0-20-15,0 0-4 0,12 5-1 0,-12-5 0 16,5 10 40-16,-5 5 8 0,0 1 1 0,0-1 1 16,-5-5-20-16,-1 5-4 0,-5 0-1 0,-1 6 0 15,1-6-51-15,-1 5-13 16,1 0 0-16,0 1 0 0,-6-6 0 0,5 5 0 0,1-5 0 0,-6-5 0 15</inkml:trace>
  <inkml:trace contextRef="#ctx0" brushRef="#br0" timeOffset="54798.675">22291 14067 1497 0,'0'0'32'0,"0"0"8"0,0 0 0 0,0 0 4 0,0 0-36 0,0 0-8 15,0 0 0-15,0 0 0 0,0 0 53 0,0 0 9 16,0 0 2-16,0 0 0 0,0 0 0 0,0 0 0 16,0 0 0-16,0 0 0 0,0 0-52 0,0 0-12 0,0 0 0 0,0 0 0 15,0 0 52-15,0 0 10 0,0 0 2 0,0 0 1 16,0 0-1-16,0 0 0 0,0 0 0 0,0 0 0 16,0 0 0-16,0 0 0 15,-12 0 0-15,1 0 0 0,11 0-51 0,-6 0-13 0,-5 0 0 0,5 0 0 16,-5 0 0-16,-1 5 0 0,1-5 0 0,5 5 0 15,-5-5 0-15,-6 5 0 0,11 0 0 0,-6 0 0 16,1 0 0-16,-6 5 0 0,6-5 0 0,-1 6 0 16,1-1 54-16,-6-5 8 0,5 10 2 0,-5 0 0 15,0 0-56-15,0 1-8 0,0 4 0 0,6 0-10 16,-1 5 10-16,6 6 0 0,-5-6 0 0,0 0 8 16,11 1-8-16,0-1 0 0,0 5 0 0,0-4 0 15,5-6 0-15,7 0-8 0,5-5 8 0,0 1-8 16,6-1 0-16,-6-5 0 0,11-5 0 0,1 0 0 15,-6-5-5-15,5-5-1 0,1 0 0 0,-1-5 0 0,1-5-3 16,-7-1-1-16,1 1 0 0,-6 0 0 0,0-5 6 16,0 5 0-16,-5-6 1 0,5 1 0 0,-6 5-1 0,1-5 0 15,-1-1 0-15,0 6 0 0,1-5-1 0,-6 5-1 16,-1-5 0-16,1 4 0 0,0 1 14 0,-1 0 0 16,1-5-10-16,0 10 10 0,5-6 14 0,1 1 7 15,-7 5 2-15,7-5 0 0,-12 5-23 0,5 0 0 16,1-6 0-16,5 6 0 0,1 0 0 0,-6 5 0 15,-1-5 0-15,-5 10 0 0,0 0 0 0,0 0 0 16,0 0 0-16,0 0 0 0,0 0 0 0,0 0 0 16,0 0 0-16,0 20 0 0,0-5 0 0,0 6 0 15,0-6 0-15,-5 0 0 0,-1 5 39 0,-6 1 3 0,7 4 1 16,-7 0 0-16,1 1-28 0,5-6-6 0,-5 5-1 16,5 0 0-16,0-4-8 0,1-1 0 0,-7-5 9 15,7 0-9-15,-1-5 0 0,0 1 0 0,6-11 0 0,0 0 8 16,0 0-20-16,0 0-3 0,0 0-1 0,0 0 0 31,0 0-8-31,0 0-3 0,0 0 0 0,0 0 0 0,6-16 12 0,5-4 3 0,-11 5 0 0,12-5 0 16,-7-1 3-16,7 6 1 0,-1-5 0 0,12-5 0 15,0-1 8-15,0 6 0 0,-12 0-9 0,18 0 9 16,-1-6 0-16,-5 11 13 0,-6 0-1 0,6 0-1 16,-12-1-11-16,6 1 0 0,0 5 0 0,-5 5 0 15,5-5 0-15,0 10 0 0,0-5 0 0,-6 0 0 16,6 5 0-16,-5 5 0 0,5-5 0 0,0 5 0 15,-6 0 0-15,-11-5 0 0,17 5 0 0,-5 5 0 16,5 0 0-16,-6 6 0 0,-11-16 0 0,0 15 0 0,6 10 22 16,-6-5 2-16,-6 1 1 0,-5 4 0 0,5 0-9 0,1-5-1 15,-1 6-1-15,-6-6 0 0,1 0-14 0,-6-5 9 16,11 1-9-16,1-1 8 0,-12 0-8 0,11-5 0 16,0 0 0-16,6-10 0 0,0 0 0 0,0 0 0 15,-11 0 0-15,11 0 0 0,0 0-9 0,0 0-4 16,11-15-1-16,-5 0 0 0,11-5 4 0,0-1 1 15,0 1 0-15,0-5 0 0,6 5 9 0,0-6 0 16,0 1-9-16,5 0 9 0,-5-6-18 0,0 1 1 16,-1 5 0-16,1-1 0 0,0 1 17 0,-6 0 0 15,0-1 0-15,12 6 0 0,-7 0 0 0,-4 5 0 16,-1-1 0-16,0 6 0 0,0 0 0 0,0 5 0 0,-6-5 0 16,-5 10 0-16,11-5 0 0,0 5 0 15,-5 0 0-15,-1 5 0 0,0 0 0 0,1 5 0 0,-1 0 0 16,1 0 0-16,-7 11 48 0,7-1 12 0,-1-5 4 15,0 10 0-15,-11 1-52 0,0-1-12 0,0 0 0 0,6 1 0 16,0-1 0-16,-6 5 0 0,-12-4-12 0,7 4 12 16,5-5 0-16,-6-4 0 0,-5 4 0 0,-1-10 9 15,1 5-9-15,5 1 0 0,-5-6 0 0,5 0 0 16,6-15-45 0,0 0-5-16,0 0-1 0,0 0 0 0,0 0-201 0,0 0-41 15</inkml:trace>
  <inkml:trace contextRef="#ctx0" brushRef="#br0" timeOffset="55446.334">23704 13424 1695 0,'-18'-5'75'0,"18"5"16"0,0 0-73 0,0 0-18 0,0 0 0 0,0 0 0 16,0 0 62-16,0 0 9 0,12-5 1 0,-1 0 1 15,12 5-7-15,-12 0-2 0,-11 0 0 0,0 0 0 16,12-11 0-16,-1 11 0 0,-11 0 0 0,23-5 0 15,-6 0-51-15,0 0-13 0,-5 0 0 0,5 0 0 16,0 0 54-16,-6 5 8 0,-11 0 2 0,0 0 0 16,17 0-52-16,-11 5-12 0,-6-5 0 0,0 0 0 15,11 0 0-15,-11 0 0 0,0 0 0 0,0 0 0 16,12 10 0-16,-1 0 0 0,-11-10 0 0,6 11 0 16,-6-11 0-16,0 15-15 0,0-15 3 0,6 15 1 15,-1 0 11-15,-10 0 16 0,-1 0-4 0,-6 1-1 16,7-6-11-16,-7 0 0 0,1 10 0 0,0-10 0 15,-1 5 0-15,1-4 0 0,-1 4 0 0,1-5 0 16,0 0 0-16,-1 0 0 0,-5 0 0 0,6 6 0 0,-6-1 53 16,0 0 9-16,-1-5 2 0,7 0 0 0,0 0-52 0,-1 0-12 15,7 1 0-15,-1-1 0 0,6-10 0 0,0 0 0 16,-12 5 0-16,12-5 0 0,0 0 0 0,0 0 0 16,0 0 0-16,0 0 0 0,0 0 0 0,0 0 0 15,0 0 0-15,0 0 0 0,0 0 0 0,0 0 0 16,0 0 0-16,18 0 0 0,-7-5 0 0,6 5 0 15,0 0 0-15,0 0 0 0,0 0 0 0,0-5 0 16,6 0 0-16,-6 5 0 0,6 0 0 0,-6 0 0 16,-5 0 0-16,-1 0 0 0,6 5 0 0,-6-5 0 15,1 0 0-15,-1 0 0 0,-5 5 0 0,11-5 0 16,-17 0 0-16,11 0 0 16,-11 0-48-16,0 0-13 0,12 0-3 0,-12 0 0 0,0 0 52 0,0 0 12 15,0 0 0-15,0 0 0 16,0 0-176-16,0 0-33 0,0 0-7 0,11 0 0 0</inkml:trace>
  <inkml:trace contextRef="#ctx0" brushRef="#br0" timeOffset="59510.564">25117 13945 1728 0,'0'0'38'0,"0"0"8"0,0 0 2 0,0 0 0 0,0 0-39 0,0 0-9 0,0 0 0 0,0 0 0 15,0 0 53-15,0 0 9 0,0 0 2 0,0 0 0 16,0 0-14-16,0 0-2 0,0 0-1 0,0 0 0 16,0 0-24-16,0 0-5 0,0 0-1 0,0 0 0 15,0 0 59-15,11 5 11 0,-5 6 2 0,-1-1 1 16,-5 0-34-16,0 5-8 0,0-5 0 0,0 5-1 16,0 11-13-16,-5-6-2 0,5 0-1 0,-6-5 0 15,0 6-15-15,1 4-2 0,-1 0-1 0,-5 1 0 16,5 4-13-16,0-5 9 0,0 6-9 0,-5-1 8 15,5-5-8-15,-5 1 0 0,5-6 0 0,1 0 0 0,5-5-20 16,-6 1 1-16,0-6 0 0,6-10 0 16,0 0-100-16,0 0-20 0,0 0-4 0,0 0-1 15,0 0-70-15,0 0-14 0</inkml:trace>
  <inkml:trace contextRef="#ctx0" brushRef="#br0" timeOffset="59732.037">24940 14259 806 0,'0'0'72'0,"0"0"-58"16,0 0-14-16,0 0 0 0,0 0 199 0,0 0 37 15,0 0 7-15,0 0 1 0,0 0-100 0,0 0-21 16,0 0-4-16,0 0-1 0,0 0-30 0,0 0-7 0,0 0-1 0,11 0 0 16,-11 0-30-16,17 5-6 0,-5-10-2 0,5 5 0 15,-6 5-12-15,6-10-2 0,1 5-1 0,-1 0 0 16,0 0-27-16,0-5-12 0,11-5 0 0,-5 5 1 31,6 5-33-31,-1-5-8 0,1 5 0 0,-1-10-690 0,1 5-138 0</inkml:trace>
  <inkml:trace contextRef="#ctx0" brushRef="#br0" timeOffset="60179.253">26245 13687 518 0,'0'0'46'0,"0"0"-37"16,0 0-9-16,0 0 0 0,0 0 270 0,11-5 52 15,-11 5 10-15,0 0 3 0,0 0-191 0,0 0-39 0,12-10-7 0,-12 10-2 16,0 0-30-16,0 0-6 0,0 0-2 0,17-5 0 16,-17 5-15-16,0 0-3 0,0 0-1 0,0 0 0 15,0 0 6-15,0 0 2 16,-6 15 0-16,0 5 0 0,6 1-9 0,-5 4-2 0,5 0 0 15,-6 11 0-15,-11-6-20 0,0 5-5 0,0 6-1 0,5-1 0 16,-5 1 20-16,0 5 4 0,0-6 1 0,0 1 0 31,5-6-79-31,1 0-16 0,-6 1-4 0,6-6 0 0,-1 6 52 0,6-11 12 0,1 0 0 0,5 1 0 16,-6-6-105-16,6 0-19 16,0-10-3-16,0 6-1 0,0-16-58 0,0 0-12 15,29 0-2-15,-29 0-1 0</inkml:trace>
  <inkml:trace contextRef="#ctx0" brushRef="#br0" timeOffset="60672.745">26900 13692 2077 0,'0'0'92'0,"0"0"19"0,0 0-89 0,0 0-22 16,0 0 0-16,0 0 0 0,6-10 29 0,-6 10 2 16,0 0 0-16,0 0 0 0,0 0 26 0,0 0 6 15,0 0 1-15,0 0 0 0,0 0 0 0,0 0 0 16,-12 5 0-16,12-5 0 0,-11 5-52 0,0 0-12 16,-1 10 0-16,-5-4 0 0,6-1 0 0,-6 10 0 15,-1 0 0-15,1 0 0 0,0 1 0 0,-6 4 0 0,6-5 0 0,0 11 0 16,-6-1 0-16,6 5 0 0,0-4 0 0,-5 4 0 15,4 6 0-15,1-1 0 0,0-9 0 0,6 4 0 16,-1-4 12-16,7 4 0 0,-1-5 0 0,6 1 0 16,0-6-12-16,0 0 0 0,6 1 0 0,5-6 0 15,-5 0 0-15,5-10 0 0,6 0 0 0,0 1 0 16,1-6-9-16,-1 0 9 0,0-5 0 0,0-5-9 16,0 0 9-16,6-6 0 0,-6-4 0 0,6 5 0 15,-12 0 0-15,6-5 11 0,0-5-11 0,6-1 12 16,-6 1-12-16,-6 10 12 0,1-10-12 0,-6 5 12 15,5-11-12-15,-5 11 8 0,-6 0-8 0,11 0 8 0,-11-1-24 16,6 1-6-16,-6-5-1 0,-6 0 0 0,6 5 70 16,-6-1 13-16,1 6 4 0,-1-5 0 15,-5 5-52-15,5 0-12 0,-6 0 0 0,7 0 0 16,-12 4-48-16,5 1-13 0,-5 5-3 0,0-5 0 16,6 5-51-16,-6 0-10 0,-6 5-3 0,0 6-921 15</inkml:trace>
  <inkml:trace contextRef="#ctx0" brushRef="#br0" timeOffset="61228.898">27601 13687 1324 0,'0'0'59'0,"0"0"12"0,0 0-57 0,0 0-14 0,0 0 0 0,0 0 0 15,0 0 194-15,0 0 36 0,-12 0 7 0,12 0 2 16,-11-5-139-16,11 5-28 0,-11 0-6 0,11 0-1 16,-12 5-52-16,1 0-13 0,-1-5 0 0,1 5 0 15,-6-5 54-15,6 0 8 0,-7 5 2 0,1 0 0 16,0 5-52-16,0 1-12 0,-6-1 0 0,6 5 0 15,-11 0 0-15,5 0 0 0,-5 6 0 0,-1-1 0 16,1 5 0-16,-1 0 0 0,6 1 0 0,1 9 0 0,-1 1 0 16,6-1 0-16,0-4 0 0,-1-6 0 0,13 10 0 15,-7-4 0-15,7-1 0 0,5 0 0 0,5 1-12 16,1-6-4-16,5 0-2 0,7 1 0 0,4-6 18 0,7 0 0 16,-1-5 0-16,1-4 0 0,-1 4 0 15,6-5 0-15,-5-10 11 0,5 0-11 0,0 0 14 0,-5-10-4 16,-1 5-1-16,1-5 0 0,-6-11 0 0,-1 6 0 15,1-5 0-15,-11 5 0 0,10-6 0 0,-10-4 0 16,-1 5 0-16,6-5 0 0,0-6-19 0,-5 1-4 16,-12 4-1-16,5 1 0 0,1-5 15 0,0-1 0 15,-6 6 0-15,0 5 0 0,-6-6 48 0,6 6 13 16,-6-5 3-16,6 5 0 0,-5 4-52 0,-7-4-12 16,7 5 0-16,-7 0 0 15,1 0-48-15,-6 4-13 0,5-4-3 0,1 5 0 0,0 10 52 0,-7-5 12 16,-4 5 0-16,-1 0 0 15,0 0-54-15,0 5-8 0,6 0-2 0,0 0 0 16,0 5-153-16,6-5-31 0,-18 6-7 0,29-11-1 0</inkml:trace>
  <inkml:trace contextRef="#ctx0" brushRef="#br0" timeOffset="61783.467">28324 13702 1728 0,'0'0'76'0,"0"0"16"0,0 0-73 0,0 0-19 16,0 0 0-16,0 0 0 0,0 0 106 0,0 0 18 15,0 0 3-15,0 0 1 0,0 0-52 0,0 0-9 16,0 0-3-16,-5-5 0 0,-1 0-51 0,0 5-13 15,-5-5 0-15,0 5 0 0,-1 5 54 0,1-5 8 16,-1 0 2-16,-5 0 0 0,0 5-52 0,0 0-12 16,-6 0 0-16,1 0 0 0,-1 0 0 0,-6 6 0 15,6-1 0-15,-5 0 0 0,5 5 0 0,0 5 0 16,-5-5 0-16,11-4 0 0,-6 9 0 0,6 0 0 16,6 0 0-16,-7 6 0 0,1-1 0 0,0 0 0 15,12 1 0-15,-7 4 0 0,6-5 0 0,1 6 0 16,-1-6 0-16,6 5 0 0,6 1 15 0,-1-1 0 15,-5-4 0-15,6 4 0 0,11 0-15 0,0-4 11 16,0-1-11-16,12-5 10 0,-6-5 4 0,11 6 1 16,6-11 0-16,0 0 0 0,0 0-6 0,-1-5-1 0,7-10 0 0,-6 5 0 15,0-5 0-15,-6 0 0 0,-6-5 0 0,1-5 0 16,-6-1 0-16,0 1 0 0,-1-5 0 0,-5-5 0 16,6 4-8-16,-6-4 0 0,-5-5 0 0,5 4 8 15,-6 1-8-15,1-5 0 0,-1-1 9 0,-5 6-9 16,-6-5 0-16,5 4 0 0,-5-4 0 0,-5 5 0 15,-1 4 0-15,0-4 0 0,1 5 0 0,-7-1 0 16,6 6 0-16,-5 5 0 0,-6-5 0 0,-6 5 0 16,0-5 0-16,1 4 0 0,-1 1 0 0,-6 0 0 15,1 5 0-15,-6 0 0 0,-1-5 0 0,7 5 0 16,-1 0-149-16,1 5-35 0,-6-5-6 16,17 5-2-16</inkml:trace>
  <inkml:trace contextRef="#ctx0" brushRef="#br0" timeOffset="62535.872">23692 15571 1659 0,'0'0'36'0,"0"0"8"0,0 0 2 0,0 0 1 0,0 0-38 0,0 0-9 0,12 0 0 0,-1 0 0 16,0-5 68-16,1 5 12 0,-1 0 3 0,1-5 0 15,5 5-16-15,0 0-3 0,-6 0-1 0,6-5 0 16,0 5-50-16,0 0-13 0,1 0 0 0,-1 0 0 16,-6 0 0-16,6 0 0 0,0 0 0 0,-5-5 0 15,-12 5 0-15,17 0 0 0,-6-5 0 0,6 5 0 16,-17 0-97-16,12 0-25 0,-12 0-5 0,11-5-1 0</inkml:trace>
  <inkml:trace contextRef="#ctx0" brushRef="#br0" timeOffset="62952.634">23675 15713 1638 0,'0'0'72'0,"0"0"16"0,0 0-71 0,0 0-17 0,0 0 0 0,0 0 0 15,0 0 60-15,0 0 8 0,0 0 1 0,0 0 1 16,0 0-41-16,0 0-8 0,0 0-1 0,6 10-1 15,-1 0-19-15,-5-10 0 0,0 0 0 0,0 0 0 16,0 0 80-16,12 10 12 0,-6-5 2 0,-1 0 1 16,-5-5 1-16,12 5 1 0,-1-5 0 0,0 0 0 15,7 0-77-15,-7 0-20 0,0 0 0 0,6 0 0 16,-5 0 0-16,5-5 0 0,0 5 0 0,0-5 0 0,6 0 0 16,-6 0 0-16,6 5 0 0,-6-5 0 0,0 0 0 0,6 0 0 15,-6 0 0-15,0 0 0 16,0 0-150-16,0 0-34 0,0 0-6 0,0-6-2 0</inkml:trace>
  <inkml:trace contextRef="#ctx0" brushRef="#br0" timeOffset="64990.927">25276 15206 345 0,'0'0'15'15,"0"0"4"-15,0 0-19 0,0 0 0 0,0 0 0 0,0 0 0 0,0 0 252 16,0 0 46-16,0 0 10 0,0 0 1 0,0 0-162 0,0 0-33 15,0 0-6-15,0 0-2 0,12-5-18 0,-7 0-4 16,-5 5-1-16,6-10 0 0,11 0-5 16,-6 5-1-16,-5-5 0 0,11 5 0 0,-5-5-61 0,5 4-16 15,0 1 0-15,6-5 0 0,-1 5 54 0,1 5 8 16,0-5 2-16,0 0 0 0,0 5-52 0,-6 0-12 16,5-5 0-16,-4 5 0 0,-1-5 0 0,5 5 0 15,-4 5 0-15,-18-5 0 0,11 5 0 0,-11-5 0 16,17 5 0-16,-17-5 0 0,11 5 0 0,-11-5 0 15,0 0 0-15,17 15 0 0,-17-15 54 0,12 11 8 16,-6 4 2-16,-6-5 0 0,5 0-52 0,-5 5-12 16,-5 0 0-16,5 1 0 0,-6-1 0 0,-6 0 0 15,1 0 0-15,0 0 0 0,-1 1 0 0,-5-1 0 16,0 0 0-16,0 5 0 0,0-5 30 0,-6 1 3 0,6-1 1 0,-6 0 0 16,0 0-26-16,1 0-8 0,-7 0 0 0,6 1 0 15,-5-1 8-15,11-5-8 0,-6 5 0 16,6-5 0-16,-6 0 0 0,6 1 0 0,0-1 8 0,6 0-8 15,-7-5 0-15,7 0 0 0,11-5 0 0,0 0 0 16,-6 5 0-16,6-5 0 0,0 0 0 0,0 0 0 16,0 0 0-16,0 0 0 0,0 0 0 0,0 0 0 15,12 0-8-15,-1 5 8 0,1 0 0 0,5 0-9 16,0 0 9-16,0 0 0 0,0-5 0 0,6 10 0 16,0-4 0-16,-1 4 0 0,-5 0 0 0,6-5 0 15,-6 5-31-15,6 0-1 0,-6 5 0 0,0 1 0 16,6-6 32-16,-6 15 0 0,0-10 0 0,-5 5 0 0,5 1 0 15,0-1 0-15,-6 5 0 0,1-5 0 0,-7-4 0 16,-5 9 0-16,6-5 0 0,0 1 0 0,-6-1 36 0,0 0 12 16,-6-5 4-16,6 5 0 0,-6-4-33 0,-5-1-7 15,0 0 0-15,-7-5-1 0,1 5-11 0,-5-5 0 16,4 1 0-16,-10-6 0 0,5 5 26 0,-11-5 0 16,11 0 0-16,-11 0 0 0,0-5-18 0,0 0-8 15,5 0 8-15,-5-5-8 0,11 5 8 0,-11-10-8 16,5 5 0-16,7 0 8 0,-1-5-8 0,0-1 0 15,0 1 0-15,6 0 0 16,-6-5-28-16,12 5 0 0,0-5-1 0,-1 5 0 16,7-6-132-16,-1 1-27 0,6 0-4 0</inkml:trace>
  <inkml:trace contextRef="#ctx0" brushRef="#br0" timeOffset="65980.331">26638 15262 288 0,'0'0'25'0,"0"0"-25"0,0 0 0 0,0 0 0 15,0 0 172-15,0 0 28 0,0 0 7 0,0 0 1 16,0 0-116-16,0 0-22 0,0 0-5 0,0 0-1 16,0 0-51-16,0 0-13 0,0 0 0 0,0 0 0 15,0 0 85-15,0 0 15 0,0 0 2 0,0 0 1 16,0 0-11-16,0 0-3 0,6-10 0 0,-6 10 0 16,-6-10-29-16,6 10-7 0,-6-10-1 0,1-1 0 15,-1 6 20-15,0-5 3 0,0 0 1 0,6 10 0 16,-11-5-61-16,0 0-15 0,-1 0 0 0,1 0 0 15,-1 5 54-15,-5-5 8 0,6 5 2 0,0 0 0 16,-7 0-52-16,1 5-12 0,6 0 0 0,-6-5 0 0,0 5 54 16,0 0 8-16,0 0 2 0,0 5 0 0,5 0-52 15,-5 6-12-15,0-1 0 0,0 0 0 0,0 0 0 0,0 5 0 16,0 1 0-16,-1-1 0 0,13 0-11 16,-7 0-5-16,1 1 0 0,0-1-1 0,5 5 17 0,6-4 0 15,6-1 0-15,-1 0 0 0,7-5 10 16,-1 0 6-16,0-4 0 0,7-1 1 0,-1 0-17 0,0-5 0 15,6 5 0-15,5-10 0 0,-5 0 0 0,5 0 0 16,-5-5 0-16,0 0 0 0,5-5 0 0,-5 0 0 16,0 0 0-16,-6-6 0 0,6 1 0 0,-6 0 0 15,0 0 0-15,0 0 0 0,0-6 0 0,-5 6 0 0,-1-5 0 16,6 5 0-16,-6 5 0 0,-5-6 0 0,6 1 0 0,-7 0 0 16,1 0 0-16,5 5 0 0,-11 0 0 0,6-1 0 15,-6 11 0-15,6-10 0 0,-6 10 0 16,0 0 0-16,0 0 0 0,0 0 0 0,0 0 0 0,0 0 0 15,0 0 35-15,0 0 3 0,0 0 1 0,-12 15 0 16,7 1-11-16,-1 4-3 0,0 5 0 0,-5 6 0 16,-1-1-25-16,7 5 0 0,-1 1 0 0,-5-1 0 15,-1 6 0-15,1-1 0 0,5 1 0 0,-5-1 0 16,-1 1 0-16,7-1 12 0,-1 1-12 0,0-6 12 16,6-4-12-16,-5 4 0 0,-1-4-10 0,0-1 10 15,1-5 0-15,5-4 0 0,-6-1 0 0,6 0 0 16,0-5-9-16,6 0 9 0,-6-15-8 0,0 0 8 15,0 0-53-15,0 0-6 0,0 0-1 0,0 0 0 16,0 0-105-16,5-10-22 0,12-5-4 0</inkml:trace>
  <inkml:trace contextRef="#ctx0" brushRef="#br0" timeOffset="66620.323">27077 15404 1036 0,'0'0'92'0,"-6"-5"-73"0,6 0-19 0,0 5 0 0,0 0 175 0,0 0 31 0,-6-5 6 0,6 5 2 16,0 0-107-16,12-5-22 0,-1-6-4 0,0 1-1 16,12 5-36-16,-6-5-7 0,0 0-1 0,1 0-1 15,4 5-5-15,1-5-1 0,0 0 0 0,0 4 0 16,-1 1 4-16,1-5 1 0,0 5 0 0,0 0 0 15,-6 5-6-15,6-5 0 0,-6 5-1 0,0 0 0 16,0 5-6-16,-6-5-1 0,-11 0 0 0,12 10 0 16,-1 0 1-16,-5 1 0 0,0 4 0 0,5 0 0 0,-11 0 0 15,6-5 0-15,-6 10 0 0,-6-4 0 0,6 4 3 0,-6 0 0 16,1 0 0-16,-1 1 0 0,-6 4 1 0,1 0 1 16,-6 1 0-16,0-1 0 0,0 0-6 15,0 6-2-15,-12-6 0 0,6 5 0 0,1 1-9 16,-7 4-1-16,1-9-8 0,-1 4 12 0,6-5-12 0,-5-5 11 15,-1 6-11-15,1-1 10 0,11-5 4 0,-6 1 1 16,0-1 0-16,6-5 0 0,0 5-15 0,6-4 0 16,-6-1 0-16,5-5 0 0,6-5 0 0,1 5 0 15,5-10 0-15,0 0 0 0,0 0 0 0,0 0 0 16,0 0 0-16,5 5 0 0,7 0 0 0,-1-5 0 16,1 0 0-16,5 0 0 0,11-5 0 0,6 0 0 0,-11 0 0 15,11 0 0-15,6 0 0 0,-6 0 0 0,1 0 0 16,-7 0 0-16,6 0-12 0,-11 5 2 0,0-5 0 0,0 5 0 31,-6 0-22-31,0 0-5 0,0 0-1 0,0 0 0 16,-6 0-90-16,1 0-19 0,-12 0-3 0,17 5-627 0,-6-5-126 0</inkml:trace>
  <inkml:trace contextRef="#ctx0" brushRef="#br0" timeOffset="67275.446">28404 15348 2178 0,'0'0'48'0,"0"0"9"0,0 0 3 0,0 0 1 0,0 0-49 0,0 0-12 16,0 0 0-16,0-5 0 0,0 5 56 0,0-10 9 15,-5 0 2-15,5 10 0 0,-6-10-3 0,6 10 0 16,-6-5 0-16,-5 0 0 0,-1-1-51 0,1 1-13 0,-6 0 0 0,0 0 0 16,0 5 0-16,-6 5 0 15,0 0 0-15,0 0 0 0,-5 6 54 0,-1-6 8 0,1 5 2 0,-6 5 0 16,-1-5-52-16,1 5-12 0,-6 6 0 15,12-6 0-15,11 5 0 0,-6 5 0 16,0-4 0-16,-5 4 0 0,5 0 0 0,0 6 0 0,6-1 0 0,0 0 0 16,0 1 0-16,0-1 0 0,5 6 0 0,1-6 0 15,5 5 0-15,1-4 0 0,5 4 0 0,0-4 0 16,5-1 0-16,7 0 0 0,5-4-9 0,0 4 9 16,11-5 0-16,-5-4 0 0,0 4 0 0,5-10 0 15,12 0 13-15,6 1-4 0,-1-6-1 0,1-5 0 16,5 0 0-16,-11-5 0 0,6-5 0 0,-1-5 0 15,-5-1 0-15,-6 1 0 0,1-10 0 0,-1 5 0 16,-11-5 0-16,-1-1 0 0,1-4 0 0,-6 0 0 16,6 5-8-16,-6-6 10 0,0 1-10 0,0 5 10 0,0-6 14 15,1 1 4-15,-7 0 0 0,0-6 0 0,6 6-28 16,-11 0 0-16,-6-1 0 0,0-4 0 0,6 5 0 0,0-6 0 16,-6 6 0-16,0-5 0 0,0 4 0 0,-6 1-14 15,-6 0 2-15,7-1 0 0,-7 6 12 0,1-5 0 16,0 4 0-16,-1 1 0 0,-5 5 0 0,0 0 0 15,-6 0 0-15,6 4 0 0,-6 1 12 0,6 5-2 16,-6-5 0-16,1 10 0 0,-7 0-10 0,1 0 0 16,5 0 0-16,-6 5 0 15,7 0-49-15,-1 0-12 0,6 0-3 0,0 0 0 16,5 6-51-16,1-6-10 0,-1 5-3 0,7 0-1024 0</inkml:trace>
  <inkml:trace contextRef="#ctx0" brushRef="#br0" timeOffset="67701.161">29139 15591 1324 0,'0'0'59'0,"0"0"12"0,17 0-57 0,-17 0-14 0,0 0 0 0,0 0 0 15,0 0 195-15,0 0 36 0,0 0 7 0,0-15 2 0,0 5-141 0,0 0-28 32,0 10-6-32,0-10-1 0,-5-1-51 0,5 6-13 0,-6-5 0 0,0 0 0 0,1 5 54 0,-7-5 8 15,1 5 2-15,-1 0 0 0,-5 5-52 0,0 0-12 16,0 5 0-16,0 0 0 0,-6 0 0 0,0 5 0 15,-5 0 0-15,-1 5 0 0,1 1 0 0,5 4 0 16,-11 0 0-16,11 5 0 0,-5 1 0 0,5 4 0 16,0-4 0-16,0 9 0 0,6-5 0 0,0 1 0 15,11-6 0-15,-5 0 0 0,11 1 20 0,0-1 2 16,0 0 0-16,11 1 0 0,1-6-22 0,5 0 0 16,0-5 0-16,6 1 0 0,5-11-15 0,1 5 3 15,11-10 0-15,-12 0 0 16,6-5-100-16,1-5-19 0,-1-1-4 0,6 1-576 15,-6-5-115-15</inkml:trace>
  <inkml:trace contextRef="#ctx0" brushRef="#br0" timeOffset="68358.918">29407 15495 1497 0,'0'0'66'0,"0"0"14"0,0 0-64 0,0 0-16 0,0 0 0 0,0 0 0 16,0 0 150-16,0 0 26 0,0 0 6 0,0 0 1 15,0 0-88-15,0 0-18 0,0 0-3 0,0 0-1 16,0 0-7-16,0 0-2 0,0 0 0 0,6 15 0 16,-6 0-51-16,0 6-13 0,-6 4 0 0,6 0 0 15,-6 1 54-15,6-6 8 16,-5 5 2-16,-1 0 0 0,0 1-52 0,1 4-12 0,-1-5 0 0,0 1 0 0,0 4 0 16,-5 1-15-16,5-6 3 0,-5 0 1 15,5-10 11-15,-5 1 0 0,5-1 0 0,6-15 0 0,0 0 9 16,0 0-9-16,0 0 12 0,0 0-12 0,0 0 0 15,6-10 0-15,0-6-12 0,-1 1 3 0,-5-5 9 0,6-5 16 16,5-1-4-16,6 1-1 16,-5-10-60-16,5 4-12 0,0 1-3 0,0-6 0 0,0 6 52 0,12-11 12 15,-1 1 0-15,-5 10 0 0,0-1 0 0,0 6 0 16,5 0 0-16,-11 4 0 0,6 11 0 0,-6-5 0 16,-6 10 0-16,7 0 0 0,-1 0 48 0,-17 5 13 15,17 0 3-15,-17 0 0 0,0 0-52 0,5 10-12 0,1-5 0 16,5 10 0-16,-5-5 0 0,0 5 0 0,0 6 0 0,-6-1 0 15,0 0 0-15,0 11 0 0,-6 4 0 0,-6 1 0 16,1-1 54-16,0 0 8 0,-1 1 2 0,1-6 0 16,5 1-52-16,1-6-12 0,-1-5 0 0,0 0 0 31,0-4-22-31,6-6-7 0,0-10-2 0,0 0 0 0,0 0 31 0,0 0 0 0,0 0-8 0,0 0 8 16,0 0-20-16,0 0 0 0,6-10-1 0,6 0 0 15,-1-11 8-15,6 1 1 0,11-5 1 0,-5-1 0 16,11-9 11-16,-5 5 0 0,5-1 0 0,0-4 0 15,6-1 0-15,-6 6 0 0,-5-6 0 0,5 6 0 16,0 0 0-16,-5 9 0 0,-1 1 0 0,-5 5 0 16,0 5 0-16,0 0 0 0,-6 5 0 0,0 0 0 15,-6 10 0-15,1-5 0 0,-1 10 0 0,-5 5 0 16,-1 0 0-16,1 5 0 0,0 1 0 0,-6 4 0 16,-6 5 0-16,6 1 0 0,-6-1 0 0,1 6 0 0,5-6 0 15,-6 5 0-15,6-4 0 0,-6-1 0 0,1-4 0 0,-1-1 0 16,0-10 0-16,1 5 0 0,5-5-10 0,0 1 0 15,0-16 0-15,0 0 0 16,0 0-194-16,0 0-38 0,0 0-8 0,0 0-2 0</inkml:trace>
  <inkml:trace contextRef="#ctx0" brushRef="#br0" timeOffset="68840.914">30592 14756 288 0,'0'0'25'0,"0"0"-25"0,0 0 0 0,12-5 0 16,-12 5 375-16,5-6 69 0,12 6 15 0,-5-5 2 15,-1 0-281-15,1 0-57 16,-1 0-11-16,6 0-3 0,0 5-43 0,0-5-9 0,6 0-1 0,0 5-1 15,-12 0-31-15,12 0-7 0,-6 0-1 0,0 5 0 16,0 0 1-16,0 0 0 0,-17-5 0 0,17 10 0 16,-5-5-2-16,-1 6-1 0,-11-11 0 0,12 10 0 15,-7 5-25-15,7-5-5 0,-12-10 0 0,5 15-1 16,-5 0 37-16,0 1 8 0,-5-1 2 0,5-5 0 16,-12 10 3-16,7 0 1 0,-12 1 0 0,5-1 0 15,1 0-34-15,-6-5 0 0,-6 6-15 0,6-6 5 16,-6-5 10-16,0 10 12 0,0-5-2 0,1 1-1 0,-1-1-9 15,6 0 0-15,-6 0 0 0,12-5 0 0,-7 0 0 0,1 1 0 16,6-1 0-16,0-5 0 0,-1 5 0 0,6-5 0 16,-5 0 0-16,5 0 0 0,6-5 0 0,0 0 0 15,0 0 0-15,0 0 0 0,17 10 0 0,1-5 0 16,-7 0 0-16,6 0 0 0,12 0 53 0,-7-5 9 16,7 0 2-16,-1-5 0 15,1 5-103-15,5-5-20 0,0 5-4 0,-5-5-1 0,-1 0 52 16,-5 5 12-16,0-10 0 0,0 5 0 15,-1 0-105-15,-5 0-19 0,0 5-3 0,-5-5-1025 0</inkml:trace>
  <inkml:trace contextRef="#ctx0" brushRef="#br0" timeOffset="69418.041">26085 16057 345 0,'0'0'31'0,"0"0"-31"0,0 0 0 0,0 0 0 16,0 0 364-16,0 0 68 0,0 0 12 0,0 0 4 15,0 0-304-15,0 15-61 0,0-5-12 0,0 6-3 16,-5-1-33-16,5 0-7 0,-6 0-2 0,0 5 0 16,0 1-10-16,1 4-3 0,-7-5 0 0,-5 6 0 15,6-6-1-15,-1 5 0 0,1-5 0 0,-6 6 0 16,6-11-12-16,-1 5-16 0,-5-5 3 0,6 6-687 16,-1-6-138-16</inkml:trace>
  <inkml:trace contextRef="#ctx0" brushRef="#br0" timeOffset="71550.792">20764 15348 288 0,'0'0'25'0,"0"0"-25"16,0 0 0-16,0 0 0 0,0-10 352 0,0 10 66 15,0 0 13-15,0 0 2 0,5-10-301 0,-5 10-60 16,6-5-12-16,-6 5-2 0,11-5-3 0,-11 5-1 16,0 0 0-16,12 5 0 0,-1-5-2 0,-11 0-1 15,0 0 0-15,0 20 0 0,0-5 22 0,0 5 5 16,-6 6 1-16,1-1 0 0,5 5-41 0,-6 1-8 15,-5 4-2-15,-1 6 0 0,-5-1-11 0,6 6-2 16,-1 0-1-16,-5-1 0 0,0 11-14 0,0-6 11 16,0 1-11-16,6 0 10 0,-7-1-10 0,7-4 0 15,-6-6 0-15,6 1 0 0,-1-11 0 0,1 6 0 16,-1-11 0-16,7 0 0 16,-7-9-97-16,12-1-15 0,-5-5-4 0,-1 0 0 15,6-10-132-15,0 0-28 0</inkml:trace>
  <inkml:trace contextRef="#ctx0" brushRef="#br0" timeOffset="71903.688">20439 15394 2239 0,'0'0'49'0,"0"0"11"0,0 0 1 0,0 0 2 15,0 0-51-15,0 0-12 0,-6 0 0 0,6 0 0 0,0 0 34 0,0 0 4 16,0 0 1-16,0 0 0 0,0 0-27 0,0 0-12 16,0 0 10-16,0 0-10 0,11-10 29 0,7 4 0 15,-7 1 0-15,6 0 0 0,0 5 12 0,6-5 3 16,-6 0 0-16,12 0 0 0,5 0-9 0,0 0-2 16,0 0 0-16,0 0 0 0,12 5-15 0,-6-5-3 15,0 0-1-15,5 5 0 0,-5-5-14 0,0 5 0 16,0-5 0-16,5 5 0 0,-10-5 0 0,4 5 0 15,-4 0 0-15,-1-5 0 16,-6-1-40-16,-5 1-7 0,0 0-1 0,0 0-1 0,-6-5 39 0,0 5 10 16,0-5 0-16,-6 5 0 0,1-5 0 0,-7 0 0 15,1-1 0-15,-6 11 0 16,6-10-207-16,-6 10-39 0,0 0-8 0,0 0-2 0</inkml:trace>
  <inkml:trace contextRef="#ctx0" brushRef="#br0" timeOffset="72355.142">21288 15692 864 0,'0'0'76'0,"0"0"-60"0,0 0-16 0,0 0 0 0,0 0 246 0,-6-5 46 16,6 0 10-16,0 5 2 0,0 0-192 0,-6-10-39 16,-5 10-7-16,11 0-2 0,0 0 0 15,0 0 0-15,-6 0 0 0,1 0 0 16,-7 5-51-16,1 0-13 0,-1 0 0 0,-5 6 0 0,6-1 0 0,-6 0 0 16,0 10 0-16,-6 0 0 0,0-5 54 0,6 6 8 15,-6 4 2-15,0-5 0 0,1 6-52 0,5 4-12 16,-1-5 0-16,13 11 0 15,-7-11-48-15,1 5-13 0,0 6-3 0,11-11 0 0,5 1 52 0,1-6 12 16,0 5 0-16,-1-10 0 0,12-5 0 0,1 6 0 16,-1-11 0-16,0 0 0 0,6-5 48 0,5-5 13 15,0 0 3-15,-5-11 0 0,6 1-52 0,-1-5-12 16,1-5 0-16,-1-6 0 0,-11 1 0 0,6 5 0 16,-6-6 0-16,0 6 0 0,0 0 0 0,-11-6 0 15,0 6 0-15,-1 5 0 0,-5-6 0 0,0 6 0 16,0 5 0-16,-5 5 0 0,-1-5 0 0,0 4 0 0,-5 11 0 0,11 0 0 31,-17-5-171-31,6 5-37 0,-18 5-7 0,29-5-1 0</inkml:trace>
  <inkml:trace contextRef="#ctx0" brushRef="#br0" timeOffset="72621.611">21857 15333 1497 0,'0'0'66'0,"0"0"14"16,0 0-64-16,0 0-16 0,0 0 0 0,0 0 0 0,0 0 181 0,0 0 33 15,0 0 6-15,0 0 2 0,0 0-151 0,0 15-31 16,-5 0-5-16,-1 11-2 0,6-6 26 0,0 10 5 16,-11 1 0-16,5 4 1 0,-11 6-52 0,6 9-13 15,-7 1 0-15,1 0 0 0,0-6 0 0,0 6 0 16,-6 4 0-16,6-4 0 0,0 0 0 0,0-6 0 15,0 1 0-15,6-6 0 0,5-4 0 0,-6-6 0 16,1 6 0-16,0-11 0 16,5-5-203-16,0 0-43 0,1-4-9 0,-1-6-1 0</inkml:trace>
  <inkml:trace contextRef="#ctx0" brushRef="#br0" timeOffset="72821.547">21590 15799 2127 0,'0'0'47'0,"0"0"9"0,0 0 3 0,0 0 1 0,0 0-48 0,0 0-12 0,0 0 0 0,0 0 0 15,0 0 53-15,17-5 9 0,-6-5 2 0,6 5 0 16,0-1-48-16,0 1-16 0,1 0 9 0,4 5-9 16,7-5 10-16,-1 0-10 0,-5 0 12 0,6 0-12 15,-1 5-90 1,1-5-25-16,-1 0-5 0,1 0-823 0</inkml:trace>
  <inkml:trace contextRef="#ctx0" brushRef="#br0" timeOffset="73561.328">22302 15698 1897 0,'0'0'41'0,"0"0"9"0,0 0 2 0,0 0 2 0,0 0-43 0,0 0-11 16,0 0 0-16,0 0 0 0,0 0 16 0,0 0 0 15,0 0 1-15,0 0 0 0,0 0-17 0,0 0 0 16,0 0 0-16,0 0 0 0,0 0 55 0,0 0 7 16,-11 0 2-16,-7 0 0 0,13 0 0 0,-12 0 0 15,5 5 0-15,-5 0 0 0,0 5 0 0,0-5 0 16,0 10 0-16,-6-5 0 0,6 5-52 0,-6 6-12 16,0 4 0-16,1-5 0 0,-1 0-9 0,6 1-5 0,-6 9-1 15,6 0 0-15,0 1 15 0,0-1 0 0,5 1 0 0,1-6-9 16,5 0 9-16,6 1 0 0,0-6 0 0,0 5 0 15,6-10-9-15,5 1 9 0,1-1-10 0,-1 0 10 16,6-10 0-16,0 0 0 0,6-5 0 0,0 0 0 16,5-5 0-16,-5-10 0 0,6 5 0 0,-1-11 10 15,1 1-10-15,-1-5 8 0,-5-6-8 0,0 1 8 16,-1 5-8-16,1-6 10 0,-6 1-10 0,0 5 10 16,1-1-1-16,-7 1 0 0,0 5 0 0,-5-1 0 15,0 6-9-15,-1 5 0 0,-5 10 0 0,0 0 0 16,0 0 0-16,0 0 0 0,0 0 0 0,0 0 0 15,-11 15 0-15,0 1 0 0,-6 4 0 0,5 5 0 16,1 0 13-16,5 1 1 0,-5-1 0 0,5 0 0 16,0 1-14-16,6-1 0 0,0-5-9 0,6 1 9 15,-6-1-8-15,6 0 8 0,5-5 0 0,0-5-9 0,7 1 9 0,-7-6 0 16,6 0-9-16,6 0 9 0,0-5 0 0,-1 0 0 16,7-5 0-16,-1 0 0 0,7-6 0 0,-7 1 0 15,6-5 0-15,0 0 8 0,-11-5-8 0,0-6 0 16,0 6 0-16,0-5 0 0,-1-1 0 0,1 1 0 15,0 0-8-15,11-6 8 0,-5-4 0 0,-7 0 0 16,-5-6 0-16,6-5 0 0,-6 6 0 0,6-11 0 16,-6 6 0-16,0 4 0 0,0-9 0 0,1 9 0 15,-1-5 0-15,-6 6 0 0,6 5 0 0,-5-1 0 16,-1 1 0-16,0 4 0 0,-5 6 8 0,0 5-8 16,-1 4 0-16,1 1 8 0,-6 15 11 0,0 0 1 15,0 0 1-15,0 0 0 0,0 0-1 0,0 21 0 0,0-1 0 16,-6 10 0-16,1-4 0 0,-7 9 0 0,1 5 0 15,0 1 0-15,-1 5-5 0,1-1-2 0,-1 1 0 0,1 4 0 16,0-4-5-16,-1 5 0 0,1-6-8 0,-1 1 12 16,1-6-12-16,0-4 0 0,5-1 0 0,-6 6 0 15,7-11 0-15,5-5 8 0,-6 6-8 0,6-11 0 16,0-5 0-16,0 0-10 0,0-5 2 0,0-10 0 31,0 0-37-31,0 0-7 0,0 0-2 0,0 0 0 16,0 0-171-16,0 0-35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48:41.9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25276 4496 1036 0,'0'0'46'0,"0"0"10"0,0 0-45 0,0 0-11 0,0 0 0 0,0 0 0 15,0 0 53-15,0 0 9 0,0 0 2 0,0 0 0 16,0 0 0-16,0 0 0 0,0 0 0 0,0 0 0 15,0 0 0-15,0 0 0 0,0 0 0 0,0 0 0 16,0 0 24-16,17 0 6 0,-17 0 1 0,0 0 0 16,6 15-25-16,0-5-5 0,-1 5-1 0,1 1 0 15,-6 4-24-15,6 5-6 0,-1-5-1 0,-5 11 0 16,0 4 2-16,0 6 0 0,0-16 0 0,0 11 0 16,0 4-17-16,-5 1-3 0,5 4-1 0,0-9 0 15,0 4 1-15,-6-9 0 16,6 4 0-16,0-5 0 0,0 1-15 0,0-6 0 0,0 0 0 0,0 1 0 15,0-6 0-15,0 5 0 0,0-10 0 0,0 1 0 0,0-6 0 16,0-10 0-16,0 0 0 0,0 0 0 0,0 0 0 0,0 0 0 16,0 0 0-16,0 0 0 0,-6-10 32 0,6-11 4 15,0 1 1-15,0-5 0 0,6-6-29 0,0 1-8 16,-1-5 0-16,1-11 0 16,0 0-28-16,0-4-8 0,5-1 0 0,6 1-1 0,-6-6 37 0,1 10 0 15,5-4 0-15,6 14 0 0,-1-4 0 0,-4 4 0 16,4 11 0-16,1 0 0 0,0-1 16 0,0 6 12 15,0 5 1-15,-1-5 1 0,1-1-18 0,0 11-4 16,0-5-8-16,-1 5 12 0,1 5 12 0,-6 0 3 16,6 5 0-16,-6 0 0 0,0 5-27 0,-5 0 0 0,-1 5 0 0,1 5-11 15,-1 0 11-15,0 6 0 0,-5 4 10 16,0 5-10-16,-1 6 18 0,-5 4-2 0,6 6-1 0,-6-11 0 16,6 6-24-16,-6 9-5 0,0-9-1 15,0 5 0-15,0-6 15 0,0 1 0 0,0-6 0 16,-6 11 0-16,6 4 0 0,0-19 0 0,0 4 0 15,0-5 0-15,-6-4 0 0,6-11 0 16,-5 0-10-16,5 0 10 16,-6-5-116-16,6 1-18 0,0-1-4 0,0-5-629 0,0 5-125 0</inkml:trace>
  <inkml:trace contextRef="#ctx0" brushRef="#br0" timeOffset="277.342">25327 4962 1980 0,'12'0'88'0,"-12"0"17"0,0 0-84 0,0 0-21 16,0 0 0-16,0 0 0 0,6 0 51 0,-1 0 5 15,12 0 2-15,0 0 0 0,1 0 14 0,-1 0 4 16,0 0 0-16,11 0 0 0,-5 0-32 0,0 0-5 15,5 0-2-15,-5-10 0 0,6 5-17 0,-7 5-4 16,1-5-1-16,0-1 0 0,0 6 4 0,-1-10 1 16,1 5 0-16,0-5 0 0,0 10-32 0,0-10-5 15,5 0-2-15,-5 5-776 16,0 5-155-16</inkml:trace>
  <inkml:trace contextRef="#ctx0" brushRef="#br0" timeOffset="1261.671">29156 8056 230 0,'0'0'20'0,"0"0"-20"0,0 0 0 0,6 0 0 16,0 0 261-16,-6 0 48 0,0 0 10 0,0 0 1 0,5-5-180 0,-5 5-36 15,0 0-7-15,0 0-1 0,0 0 8 0,6 5 1 16,6 5 1-16,-7 0 0 0,-5-10-31 0,6 5-7 16,0 10 0-16,-1 1-1 0,1-6 13 0,-6 5 2 15,0 5 1-15,0 0 0 0,0 11-68 0,0-1-15 16,0 6 0-16,0 4 0 0,-6-4 12 0,1-1 5 16,5 1 1-16,-6 4 0 0,0-5-27 15,1 1-6-15,5-1-1 0,-6-4 0 0,0-1 37 0,0-5 7 16,6-4 2-16,-5 4 0 0,-1-5-22 0,0 1-8 15,6-6 0-15,0-5 9 0,0-10-9 0,0 0 0 16,0 0 9-16,0 0-9 0,0 0 8 0,0 0-8 16,0 0 8-16,0 0-8 0,0-10 0 0,0-5 0 15,12-11 0-15,-12 1 0 0,5 0 0 0,1-11 0 16,6 1 0-16,-7-6-8 0,7 6 8 0,-1-11-8 16,0 1 8-16,6-1-8 0,-5 5 8 0,-1 1 0 15,6-6 0-15,0 11 0 0,1-6 0 0,-1 11 0 16,-6 5 0-16,6-1 0 0,0-4 0 0,6 10 9 0,-6 0-1 15,0 4-8-15,6-4 15 0,-6 10-4 0,6 0-1 0,-6 5 0 16,0-5 0-16,0 10 0 0,0-5 0 0,0 5 0 16,0 0-10-16,1 10 10 0,-1 0-10 0,-12 0 10 15,7 5 1-15,-12 0 0 0,5 6 0 16,7 4 0-16,-6 0-11 0,-6 6-16 0,0-1 4 0,0 5 1 16,5 6 11-16,-5-6 0 0,0 11 0 0,0-6 0 15,0 6 0-15,0 0 0 0,0-6 0 0,0 1 0 16,-5-6 0-16,-1-4 0 0,6-1 0 0,0 0 0 15,0-4 0-15,0-1 0 0,0-5 0 0,-6 0 8 16,0 1-60-16,6-6-12 0,-5 0-3 16,-1-5 0-16,6-10-151 0,0 0-30 0,0 0-7 0,0 0-1 15</inkml:trace>
  <inkml:trace contextRef="#ctx0" brushRef="#br0" timeOffset="1517.079">29253 8552 1324 0,'0'0'118'0,"0"0"-94"0,0 0-24 0,0 0 0 16,0 0 145-16,0 0 25 15,12 0 5-15,-1 0 1 0,0-5-56 0,6 5-10 16,1-5-2-16,-1 5-1 0,5 0-69 0,1 0-14 15,6-5-2-15,5 5-1 0,-6-5-21 0,1 5 0 0,11-5 0 0,-12 5 0 16,1 0 0-16,-6-5 0 0,11 0 0 0,-6 0 0 31,-5 0-79-31,0 5-20 0,0 0-4 0</inkml:trace>
  <inkml:trace contextRef="#ctx0" brushRef="#br0" timeOffset="2853.301">24672 9003 864 0,'0'0'76'0,"0"0"-60"16,0 0-16-16,0 0 0 0,0 0 165 0,0 0 31 16,0 0 5-16,0 0 2 0,6-10-88 0,-6 10-18 15,0 0-3-15,0 0-1 0,0 0-29 0,0 0-5 16,0 0-2-16,0 0 0 0,0 0-1 0,0 0-1 16,11 5 0-16,1 5 0 0,-1 5-11 0,-5 0-1 15,-6 6-1-15,5-1 0 0,1 5-13 0,-6 0-2 16,6 11-1-16,0-1 0 0,-1 1-6 0,-5-1-2 15,6-4 0-15,0 4 0 0,-6 1-8 0,5-1-2 16,1-5 0-16,-6 1 0 0,0-1-8 0,0-5 8 16,0 1-8-16,0-1 8 0,0-5-8 0,6 1 10 0,-6-6-10 15,0 5 10-15,0-10-10 0,0 5 0 0,-6-4 0 0,6-11 8 16,0 0 0-16,0 0 0 0,0 0 0 0,0 0 0 16,0 0 4-16,0 0 0 0,-6-11 0 0,1 1 0 15,5-10 1-15,-6 0 1 0,6 5 0 0,-6-6 0 16,6-4-3-16,0-5-1 0,0-1 0 0,0 6 0 15,0-11-10-15,0 6 12 0,6 0-12 0,-6-6 12 16,6 6-12-16,5-6 8 0,-5 1-8 0,-1 0 8 16,7 4-8-16,-6 1 12 0,-1 4-12 0,7-4 12 15,-1 0-4-15,0 4-8 0,1-4 12 0,-6 5-4 16,5 4 4-16,0 1 0 0,1 0 0 0,-1 0 0 16,0 9 0-16,1-4 0 0,5 5 0 0,-6 0 0 0,1 5-4 15,-1-5 0-15,6 10 0 0,-5-5 0 0,5 5-8 0,-6 0 0 16,1 5 9-16,-1-5-9 0,6 5 0 0,-6 0 0 15,1 5 0-15,-1-5 8 0,-5 5-8 0,5 5 0 16,-11-4 0-16,6 9 8 0,-6 0-8 0,0-5 0 16,-6 6 0-16,6-6 8 0,-5 5-8 0,-1-5 0 15,0 5 0-15,-5-4 8 0,-1 4-8 0,7 0 8 16,-7-5-8-16,7 6 8 0,-7-6-8 0,7-5 0 16,-13 0 8-16,13 5-8 0,-7-5 0 0,1 1 0 15,0-1 0-15,-1-5 8 0,1 5-8 0,-1-5 0 16,1-5 0-16,5 5 8 0,-5 0-8 0,11-5 0 0,0 0 0 15,0 0 0-15,0 0 0 0,0 0 0 0,0 0 0 0,0 0-8 16,0 0 8-16,0 0 0 0,0 0-9 0,0 0 9 16,0 0 0-16,0 0-9 0,17 0 9 0,-6-5 0 15,6 0 0-15,1 0-8 0,-1 5 8 0,0-5 0 16,0 5 0-16,-6 5 0 0,6 0 0 0,0 0 0 16,1 0 0-16,-1 5 0 0,0-5 0 0,0 5 0 15,0 0 0-15,0 6 0 0,0-6 0 0,-6 5 0 16,7 0 0-16,-13 5 0 0,7-4 0 0,-1-1 0 15,0 5 0-15,-11 0 0 0,0 1 0 0,0-1 9 16,0-5-9-16,0 0 8 0,-11 5-8 0,5 1 8 16,-5-6 2-16,0 5 0 0,-7 0 0 0,-4-4 0 15,5-6 0-15,-1 0 0 0,-4 0 0 0,5 0 0 0,-6 0-2 0,-6-5-8 16,12-5 12-16,-6 0-4 0,1 0-8 0,-7 0 10 16,6 0-10-16,6-5 10 0,-11 5-10 0,5-10 0 15,0 5 0-15,0-5 0 0,-5 5-11 0,11 0-4 16,-6-5-1-16,0 5 0 15,6-6-102-15,0 1-21 0,0 5-4 0,0-10-1130 16</inkml:trace>
  <inkml:trace contextRef="#ctx0" brushRef="#br0" timeOffset="4135.89">29863 3676 824 0,'0'0'36'0,"0"0"8"0,0 0-35 0,0 0-9 0,0 0 0 0,0 0 0 16,0 0 59-16,0 0 9 0,0 0 3 0,0 0 0 15,0 0 25-15,0 0 4 0,0 0 2 0,0 0 0 16,0 0-10-16,0 0-3 0,0 0 0 0,0 0 0 15,0 0 5-15,0 0 1 0,0 0 0 0,0 0 0 16,0 0-20-16,0 10-4 0,-6 10-1 0,6 0 0 16,0 0-24-16,-6 11-5 0,6 4-1 0,0-9 0 15,0 9-12-15,0 0-2 0,0 6-1 0,0-11 0 16,0 16-9-16,0-16-3 0,0 6 0 0,0-6 0 16,6 11-1-16,-6-16-1 0,0 0 0 0,0 1 0 15,0-11 2-15,0 5 1 0,0-5 0 0,0 0 0 0,0-4 2 0,0-11 0 16,0 10 0-16,0-10 0 0,0 0-4 0,0 0-1 15,0 0 0-15,0 0 0 0,0 0 1 0,0 0 1 16,0 0 0-16,0 0 0 0,-6-15-2 0,1-6-1 16,-1 1 0-16,6-5 0 0,0-1-10 0,0-4 0 15,6-11 0-15,-6 6 0 0,5-5 0 0,1 4 0 16,0-9 8-16,0 9-8 0,5 6 0 0,-5-11 0 16,5 1 0-16,0 9 0 0,1-4 0 0,-1 4 0 15,1 6 0-15,-1 0 0 0,0 5 0 0,1-6 0 16,-1 6 0-16,6 0 8 0,-5 10-8 0,-1-11 0 15,0 16 0-15,1-10 8 0,5 5 0 0,0 0 0 16,-6 5 0-16,1 5 0 0,-1-5 0 0,6 5 0 16,-5 5 0-16,-1 0 0 0,1 5-8 0,-1-10 10 0,0 5-10 15,1 0 10-15,-7 10-10 0,7-15 0 0,-6 15 9 16,-1-4-9-16,1 4 8 0,0 0-8 0,-12 5 10 0,6-10-10 16,0 11 12-16,0-6-3 0,0 0-1 0,-6 10 0 15,1-9-8-15,-1 4 12 0,-6 0-12 0,7 0 12 16,-12-5-12-16,5 6 0 0,1-1 9 0,-1-5-9 15,1 0 8-15,-6 1-8 0,6-1 10 0,-1-5-10 16,1 0 0-16,-1 0 8 0,-5 5-8 0,6-15 0 16,-1 10 0-16,1-4 0 0,0 4 0 0,-1-10 0 15,7 0 0-15,5 0 0 0,0 0 0 0,0 0 0 16,0 0 0-16,0 0 0 0,0 0 0 0,0 0 0 16,0 0 0-16,0 0-8 0,0 0 8 0,11 0 0 15,6-10-8-15,-6 4 8 0,7 6 0 0,-1-5 0 0,0 0 0 0,0 5-8 16,0 0 8-16,0 0 0 0,0 0 0 0,0 10 0 15,-5-10 0-15,5 16 0 0,-6-6 0 0,6 5 0 16,-5-5 0-16,-1 5 0 0,-5-5 0 0,5 6 0 16,-5-1 0-16,-1 5 0 0,-5-5 0 0,0 0 9 15,6 6-9-15,-6 4 12 0,-6-15-1 0,6 10 0 16,-5 1 0-16,-1-6 0 0,-5 0 4 0,-1 0 1 16,1 0 0-16,-6 1 0 0,5-6-4 0,-5 0 0 15,0 5 0-15,-6-15 0 0,6 5-12 0,-5 0 11 16,-1-5-11-16,6 0 10 0,-12 0-10 0,6 0 0 15,-5 0 0-15,5 0 8 0,0-5-18 0,6 0-4 16,-6-5-1-16,1 0 0 16,-1 5-73-16,6-5-16 0,0-1-2 0,5-4-1 15,7 5-162-15,5 0-33 0</inkml:trace>
  <inkml:trace contextRef="#ctx0" brushRef="#br0" timeOffset="4969.331">27658 6466 1198 0,'0'0'53'0,"0"0"11"0,0 0-51 0,0 0-13 0,0 0 0 0,0 0 0 15,0 0 102-15,0 0 18 0,0 0 3 0,0 0 1 0,0 0-44 0,0 0-8 16,11-10-1-16,-11 10-1 0,6-10-42 0,-6-1-9 15,6 1-2-15,-6 10 0 0,0-5 38 0,0 5 7 16,-6-10 2-16,6-5 0 0,0 5 19 0,-6 0 4 16,1 5 1-16,-1-6 0 0,-6 1-28 0,7 5-6 15,-1 0-1-15,-5 0 0 0,-1 5-17 0,-5 0-3 16,6 0-1-16,-6 0 0 0,0 5-9 0,-1 0-3 16,1-10 0-16,6 10 0 0,-6 5-6 0,0 6-2 15,-6-1 0-15,6-10 0 0,-6 15 2 16,6-5 0-16,-6 6 0 0,6-1 0 0,-6 0-4 0,6 5-1 15,0-4 0-15,-6 9 0 0,6-5-9 0,6 11 0 16,-6-6 9-16,5 6-9 0,7-6 8 0,-1-5-8 16,0 6 8-16,6-1-8 0,0 0 9 0,12-4-9 15,-7-1 12-15,12 0-12 0,1 1 9 0,4-6-9 16,1 0 0-16,0-5 9 0,11-4-9 0,0 4 0 16,6-10 0-16,-6 0 0 0,6 0 8 0,0-5-8 0,0-5 0 15,-6 5 8-15,6-5-8 0,-6 0-11 0,6-5 3 0,-6 0 0 31,-11-1-136-31,6-4-26 0,11-10-6 0,-12-5 0 0</inkml:trace>
  <inkml:trace contextRef="#ctx0" brushRef="#br0" timeOffset="9822.408">11322 4359 288 0,'0'0'25'0,"0"0"-25"0,0 0 0 0,0 0 0 0,0 0 280 0,0 0 50 15,0 0 10-15,0 0 3 0,0 0-229 0,0 0-46 16,0 0-8-16,0 0-3 0,0 0 6 0,0 0 1 16,0 0 0-16,0 0 0 0,6 15 0 0,-6-15 0 15,11 5 0-15,-11-5 0 0,0 0-3 0,6 11 0 16,-6-11 0-16,0 15 0 0,6-5-4 0,-6 5-1 16,0 0 0-16,-6 0 0 0,6 11-2 0,-6-1-1 15,1 0 0-15,-7 11 0 0,7-1-25 0,-1 1-4 16,-11-1-2-16,11 11 0 0,-5 4 3 0,-1-9 1 15,1 5 0-15,0 4 0 0,5-9-15 0,-6-1-3 16,1 1-8-16,5-1 12 0,-5-4-12 0,5-6 11 16,1 0-11-16,-1-4 10 0,-5-1-10 0,5-5 8 15,0 1-8-15,0-11 8 0,1 5 0 0,-1-10-8 16,6-5 12-16,0 0-4 0,0 0 1 0,0 0 0 0,0-15 0 16,0 0 0-16,6-11-9 0,5-4 0 0,-5-6 9 0,0-4-9 15,5-6 0-15,6-4 0 0,11-1 0 0,-10 5 0 16,4-4 0-16,1-1 0 0,6 1 0 0,-1 4 0 15,-11 5 0-15,6 1 0 0,6-6 0 0,-12 11 0 16,5-1 0-16,1 6 0 0,11 5 0 0,-5-11 0 16,-1 11 0-16,1 0 0 0,-1 4 0 0,1 6 0 15,-6 0 0-15,5 0 0 0,-5 5 0 0,11-5 0 16,-17 9 0-16,6 1 0 0,0-5 8 0,-6 10-8 16,0 0 9-16,0 10-9 0,-6-10 12 0,1 11-12 15,-1 4 13-15,-5-5-4 0,0 5-1 0,-1 0 0 16,-5 6 2-16,6 4 0 0,-6 5 0 0,-6 16 0 15,6-11-2-15,-5 16 0 0,-1-6 0 0,0 11 0 0,-5-5-8 16,11-1 0-16,-17-4 9 0,11 0-9 0,-5-1 0 0,-1 6 8 16,7-6-8-16,-7-4 0 0,1-6 0 0,-1-4 0 15,1 4 0-15,11-4 0 0,-17-6 0 0,5 5 0 16,7-4-12-16,-1-16 4 16,6 10-20-16,0-20-3 0,0 0-1 0,0 0 0 15,0 0-92-15,0 0-20 0,0 0-3 0,0 0-682 16,-11-5-137-16</inkml:trace>
  <inkml:trace contextRef="#ctx0" brushRef="#br0" timeOffset="10081.009">11488 4810 1958 0,'-18'0'43'0,"18"-5"9"0,0 5 1 0,-11 5 3 0,5 0-45 0,1 0-11 0,-1-5 0 0,6 0 0 16,0 0 57-16,0 0 10 0,0 0 1 0,0 0 1 16,0 0-8-16,17 0-1 0,6 0-1 0,5 5 0 15,-16-5 4-15,11 5 1 0,-1 0 0 0,1-5 0 16,0 0-52-16,0 0-12 0,5 0 0 0,-5-5 0 16,0 5 0-16,0 0 0 0,5 0 0 0,-5 0 0 15,0-5-27-15,5 0-8 0,-5 0-1 0,5-5-727 16,1 5-145-16</inkml:trace>
  <inkml:trace contextRef="#ctx0" brushRef="#br0" timeOffset="10451.802">12285 4628 1630 0,'0'0'72'0,"0"0"16"0,0 0-71 0,0 0-17 0,0 0 0 0,0 0 0 16,0 0 119-16,0 0 20 0,0 0 4 0,6 5 1 15,5-5-56-15,1 0-10 0,-7 0-2 0,7 0-1 16,11 0-9-16,-6 0-2 0,0 0 0 0,0 0 0 16,0 0-51-16,0 0-13 0,12-5 0 0,-12 5 0 15,5 0 54-15,-4 5 8 0,4-10 2 0,7 5 0 16,-18 0-52-16,1 0-12 0,5 0 0 0,-6 5 0 16,1-5-48-1,-1 0-13-15,-11 0-3 0,11 0 0 0,1 5-51 16,-1-5-10-16,-11 0-3 0,0 0-921 0</inkml:trace>
  <inkml:trace contextRef="#ctx0" brushRef="#br0" timeOffset="10857.257">12302 4820 1036 0,'0'0'23'0,"0"0"5"0,0 0 0 0,0 0 1 0,0 0-29 0,0 0 0 0,-17 0 0 0,6 10 0 16,-1-5 108-16,12-5 16 0,0 0 4 0,-17 10 0 15,6 6-41-15,11-16-8 0,0 0-2 16,0 0 0-16,-17 5 4 0,5 5 1 0,12-10 0 0,0 0 0 16,0 0-3-16,-5 10-1 0,5-10 0 0,0 0 0 15,0 0 4-15,0 0 1 0,0 0 0 0,0 0 0 16,0 10-15-16,11 5-4 0,-5-10 0 15,0 0 0-15,11-5-51 0,-12 0-13 0,12 0 0 0,-5 0 0 16,11 0 0-16,-1 0 0 0,1-5 0 0,0 5 0 16,0-5 54-16,0 5 8 0,5 0 2 0,-5 0 0 15,0-10-52-15,-1 5-12 0,1 5 0 0,0-5 0 16,0 5 0-16,-12 0 0 0,6-5 0 0,0-5 0 16,-17 10 0-16,12 0 0 0,-12 0 0 0,17-5 0 15,6 5-48-15,-18 0-13 0,-5 0-3 16,0 0 0-16,0 0 0 0,0 0 0 0,12 0 0 0,-12 0 0 15,0 0-77-15,0 0-16 0,0 0-3 0,0 0-857 16</inkml:trace>
  <inkml:trace contextRef="#ctx0" brushRef="#br0" timeOffset="32587.312">13972 4405 288 0,'0'0'25'0,"0"0"-25"0,0 0 0 0,0 0 0 16,0 0 212-16,5-5 36 0,-5 5 8 0,0-15 2 16,0 15-130-16,0-11-27 0,0 11-5 0,0 0 0 15,-5-15-4-15,-1 10 0 0,0 0 0 0,6 5 0 16,0 0-11-16,0 0-2 0,-17-10-1 0,6 5 0 15,5-5-7-15,-5 10-2 0,-1-10 0 0,1 10 0 16,11 0-15-16,-6 0-3 0,-11 0-1 0,0 0 0 16,0 0-9-16,0 0-1 0,6 0-1 0,-1 10 0 15,-5-10-9-15,6 5-2 0,-1 0 0 0,1 10 0 16,-1-15-8-16,1 10-3 0,0 5 0 0,-1-4 0 16,-5 4-5-16,12-5 0 0,-13 10-1 0,7 5 0 0,-6-4-11 15,6 4 10-15,-1 0-10 0,-5 11 10 0,11-1-10 0,-16 1 0 16,16 4 0-16,-6-4 0 0,1 4 0 0,5-4 0 15,6-1 0-15,-5 6 0 0,5-11 0 16,-6 0 0-16,6 11 0 0,6-21 0 0,5 0 0 0,0 1 0 16,1 4 0-16,5-20 0 0,-6 15 0 0,1-20 0 15,5 5 0-15,6-5 0 0,-6-5 0 0,6 5 0 16,-1 0 10-16,1-15-10 0,-12 5 13 0,7-10-4 16,4-1-1-16,1 6 0 0,0 0 2 0,-6 0 0 15,6-11 0-15,-6 6 0 0,0 0 0 0,0 0 0 16,-5 5 0-16,5-11 0 0,-6 1-2 0,0 5 0 15,1-11 0-15,-7 6 0 0,7 0 0 0,-6-1 0 16,-6-4 0-16,5 5 0 0,-5-6-8 0,0 6 12 16,0 0-12-16,-11-1 12 0,5 1-12 0,-5 5 0 15,5-1 0-15,0 1 8 0,-5 5-8 0,0 0 0 0,-6 10 0 16,5-10 8-16,-5 4-20 0,0 1-4 0,0 5 0 16,-6 5-1-1,0 0-16-15,6 5-3 0,0 5-1 0,6-10 0 16,-6 11-27-16,-1-6-4 0,7 5-2 0,0 5 0 0,5-5-167 15,6 5-34-15</inkml:trace>
  <inkml:trace contextRef="#ctx0" brushRef="#br0" timeOffset="32911.226">14268 4587 1728 0,'0'0'38'0,"0"0"8"0,0 0 2 0,0 0 0 0,0 0-39 0,6 0-9 16,-6 0 0-16,0 0 0 0,0 0 53 0,0 0 9 16,0 0 2-16,11 0 0 0,1 5 11 0,-12-5 2 15,0 0 1-15,0 0 0 0,0 0-12 0,0 0-2 16,0 0-1-16,0 0 0 0,0 15-11 0,5-5-3 15,-5-10 0-15,0 16 0 0,0-1-21 0,0-15-5 16,0 0-1-16,-5 10 0 0,5 10-22 0,-6 0 8 16,6-14-8-16,0-6 0 0,-6 10-8 0,6-10-7 15,0 0-1-15,0 0 0 16,0 0-119-16,0 0-24 0,0 0-5 0,0 0-858 0</inkml:trace>
  <inkml:trace contextRef="#ctx0" brushRef="#br0" timeOffset="33475.317">14690 4253 1767 0,'0'0'78'0,"0"0"17"15,0 0-76-15,0 0-19 0,0 0 0 0,0 0 0 0,0 0 74 0,0 0 11 16,0 0 3-16,0 0 0 15,0 0-17-15,0 0-3 0,5 10-1 0,-5-5 0 16,-5 0-19-16,5 5-3 0,0-5-1 0,0 5 0 0,-6 1 10 16,0-6 2-16,6 10 0 0,-5 5 0 0,-1-10-11 15,-5 5-1-15,-1 11-1 0,6-16 0 0,1 5-17 0,-7 5-3 16,1-5-1-16,5 11 0 0,6-16-11 0,-5 5-3 16,-1-10 0-16,6 5 0 0,0 0-8 15,-6-5 0-15,6-5 9 0,0 0-9 0,0 6 0 0,0-6 0 16,0 0 0-16,17 5 0 0,-17-5 0 0,12 0 0 15,5 0 0-15,0-5 0 0,6-1 0 0,-1 1 0 16,-4-10 0-16,4 10 8 0,12 0-8 0,-5 5 0 16,-12-15 0-16,0 15 0 0,6-5 0 0,-6 5 8 15,-6 0-8-15,-11 0 0 0,0 0 0 0,18 5 0 0,10 0 0 16,-11 5 8-16,-17-10-8 0,12 5 0 0,10 15 0 16,1-9 0-16,-12 4 0 0,1-5 9 0,5 5-9 15,-6 5 10-15,6-4-10 0,1 4 12 0,-13-5-12 16,1 5 12-16,0 0-1 0,-1 6 0 0,-16-16 0 15,5 10 0-15,6 0-2 0,-5-4 0 0,-7-1 0 0,-5 10 0 16,-11-5-9-16,5 1 10 0,6-6-10 0,-6-5 10 16,-11 5-10-16,5-10 10 0,18 0-10 0,-1 0 10 15,-10 5-10-15,-1-10 10 0,-6 0-10 0,7-10 10 16,4 10-10-16,-4-5 0 0,-12 5 0 0,5-10 0 16,12 10 0-16,-6-10-9 0,-5 0 0 0,5 5 0 15,0 5-16-15,0-15-3 16,6 10-1-16,0 0 0 0,-6 5-28 0,12-16-6 0,0 11-1 15,-1-5 0-15,6 5-124 0,6 5-24 0,0-10-6 16</inkml:trace>
  <inkml:trace contextRef="#ctx0" brushRef="#br0" timeOffset="33793.243">14627 4314 1209 0,'0'0'108'0,"0"0"-87"0,0 0-21 0,0 0 0 16,0 0 148-16,-6-5 26 0,1 5 5 0,5 0 1 16,0 0-72-16,0 0-13 0,0 0-3 0,0 0-1 15,0 0-13-15,0 0-2 0,0 0-1 0,0 0 0 16,0 0-5-16,11-6-1 0,6 1 0 0,0 5 0 15,-17 0-12-15,17 0-2 0,6 0-1 0,0 0 0 16,0 0-28-16,5 0-6 0,-5 0 0 0,5 0-1 16,12 0-19-16,-11 0 0 0,-6-10 8 0,5 5-8 31,6 5-18-31,0-5-7 0,-11 0-2 0,6 0 0 16,-1 5-141-16,1-5-29 0,-1 5-6 0,-11-5-871 0</inkml:trace>
  <inkml:trace contextRef="#ctx0" brushRef="#br0" timeOffset="34222.88">15795 4314 1497 0,'0'0'66'0,"0"0"14"0,11 0-64 0,-11 0-16 0,-5 0 0 0,5 0 0 16,0 0 110-16,0 0 18 0,-6 0 4 0,6 0 1 16,0 0-31-16,0 0-6 0,0 0-2 0,0 0 0 15,-17 10-29-15,6-10-5 0,11 0-2 0,0 0 0 16,-12 10-6-16,12-10 0 0,0 0-1 0,-5 15 0 15,-1 0-5-15,0-5-1 0,-5 6 0 0,11-1 0 16,0 0-11-16,-12 0-2 0,-10 5-1 0,-1-4 0 16,0-1 4-16,6-5 1 0,0 5 0 0,0 10 0 15,0-14-36-15,5 4 0 0,-5 10 0 0,0-10 0 16,-6 6 0-16,6-1 0 0,6-5 0 0,-1 0 0 16,1 0-44-16,0 1-16 15,11-16-4-15,-6 10 0 0,6-10 52 0,0 0 12 0,0 0 0 0,0 0 0 16,0 0-208-16,0 0-38 0,0 0-8 15,0 0-446-15,6-5-88 0</inkml:trace>
  <inkml:trace contextRef="#ctx0" brushRef="#br0" timeOffset="34473.818">15470 4359 1497 0,'0'0'66'0,"0"0"14"0,-5 5-64 0,5-5-16 15,0 0 0-15,0 0 0 0,0 0 157 0,0 0 28 16,0 10 6-16,11-5 1 0,0 6-93 0,1-1-19 16,5 0-3-16,-11 0-1 0,5-5-11 0,-5 10-2 15,-6-5-1-15,5 6 0 0,7 4-4 0,5-10-1 16,0 10 0-16,-6 0 0 0,-5 6-13 0,11-1-2 16,6-5-1-16,-6 6 0 0,-11-6-26 0,5 0-6 15,6 5-1-15,0-9 0 0,0 4-8 0,6-5 0 0,-11-5 0 0,10 5-11 31,1-10-78-31,-6-5-16 0,-17 0-3 0,17 0-732 16,6 0-145-16</inkml:trace>
  <inkml:trace contextRef="#ctx0" brushRef="#br0" timeOffset="35419.947">16581 4217 1267 0,'0'0'28'16,"0"0"5"-16,0 0 2 0,0 0 1 0,-17 0-36 0,17 0 0 0,0 0 0 0,0 0 0 0,0 0 96 0,0 0 12 16,0 0 2-16,6 0 1 0,5-5-24 0,-11 5-5 15,0 0-1-15,17 0 0 0,-17 0-13 0,0 0-4 16,0 0 0-16,0 0 0 0,29 0 52 0,-6 0 9 15,-23 0 3-15,0 0 0 0,28 0-103 0,-5 0-25 16,0 5 0-16,0-5 0 0,-23 0 0 0,22 0 0 16,7 0 0-16,-1 0 0 0,-11 0 56 0,1 0 7 15,4 0 1-15,-5-5 0 0,6 5-52 0,-6 0-12 16,0 0 0-16,1-10 0 0,-1 10 0 0,0-5 0 16,-6 5 0-16,-11 0 0 0,0 0-15 0,11-5-5 15,7 0-2-15,-18 5 0 0,11 0 22 0,-11 0 0 0,0 0 0 16,0 0 0-16,0 0 0 0,0 0 10 0,0 0-10 0,0 0 10 15,11-10-2-15,-11 10 0 0,0 0 0 16,0 0 0-16,0 0 8 0,0 0 2 0,0 0 0 0,0 15 0 16,-5 5 0-16,-1-15 0 0,0 16 0 0,1-16 0 15,-1 10-1-15,-6 0 0 0,1 0 0 16,-6 6 0-16,6-6-5 0,-6 10-2 0,-1-10 0 0,1 6 0 16,-5 4 2-16,4-5 0 0,1 5 0 0,0 6 0 15,-6-16-12-15,1 10 0 0,-1 1 0 0,0-1-11 16,6 0 11-16,0 6 0 0,-12-6 0 0,12-5 0 15,12 0 0-15,-7 6 0 0,-16-16 0 0,16 10 0 16,7 0 16-16,-1-4 6 0,-11-1 1 0,5 0 0 16,-5-5-23-16,12 0 0 0,5-10 0 0,0 0 0 15,-17 10-24-15,17-10-2 0,0 0-1 0,11 0 0 16,-11 0-94-16,6-5-19 0,5 0-4 0,12-5-684 16,11 0-137-16</inkml:trace>
  <inkml:trace contextRef="#ctx0" brushRef="#br0" timeOffset="35808.8">17556 4349 1728 0,'0'0'38'0,"0"0"8"0,0 0 2 0,0 0 0 0,0 0-39 0,0 0-9 0,0 0 0 16,0 0 0-16,0 0 84 0,11 0 14 0,-11 0 3 0,0 0 1 16,0 0-61-16,0 0-12 0,0 0-2 0,0 0-1 15,0 0 82-15,0 0 16 0,0 0 3 0,0 0 1 16,0 0-103-16,0 0-25 0,-11 5 0 0,5 5 0 16,-5 0 56-16,5 1 7 0,-5 4 1 0,-1-5 0 15,-5 5-52-15,0 5-12 0,0-5 0 0,-6 11 0 16,0-11 0-16,0 5 0 0,1 0 0 0,-1 1 0 15,6 4 0-15,-6-5 0 0,6 1 0 0,0-1 0 16,5 5 0-16,-5-15 0 0,0 5 0 0,0 11 0 16,11-16 0-16,-11 5 0 0,12-5 0 0,-12 5 0 15,11-10-33-15,-6 1-10 16,7 4-1-16,5-10-1 0,-6 0-95 0,6 0-20 0,0 0-3 0,0 0-1 16,0 0-60-16,0 0-12 0,0-21-2 0,0 21-1 15</inkml:trace>
  <inkml:trace contextRef="#ctx0" brushRef="#br0" timeOffset="36091.117">17163 4379 1861 0,'0'0'40'0,"0"0"9"0,0 0 2 0,0 0 2 0,0 0-42 0,0 0-11 0,0 0 0 0,0 0 0 16,0 0 75-16,0 0 13 0,0 0 2 0,0 0 1 15,0 0-22-15,11 21-4 0,0-11-1 0,-5 0 0 16,5 0 0-16,-5 5 0 0,11-5 0 0,-5 6 0 16,5-1 0-16,0-5 0 0,-6 10 0 0,6 0 0 15,0-4-51-15,-5-1-13 0,5 5 0 0,0-5 0 16,0 0 24-16,0 1 1 0,-5-1 1 0,5-5 0 16,0 5-26-16,-6-5 0 0,-5 5 0 0,0-4 0 31,-6-11-43-31,0 0-1 0,11 0 0 0,-11 0 0 15,0 0-182-15,0 0-37 0</inkml:trace>
  <inkml:trace contextRef="#ctx0" brushRef="#br0" timeOffset="37972.113">18274 4091 172 0,'0'0'16'0,"0"0"-16"0,0 0 0 0,0 0 0 15,0 0 235-15,0 0 44 0,0 0 9 0,0 0 1 16,0 0-136-16,0 0-27 0,0 0-6 0,0 0 0 16,5 0-15-16,-5 0-2 0,0 0-1 0,0 0 0 15,0 0-30-15,0 0-5 0,0 0-2 0,0 0 0 16,-5 5-3-16,5 10-1 0,-6-15 0 0,-5 10 0 15,5-5-5-15,0 5-2 0,0 0 0 0,1 6 0 16,-1-6-9-16,0 5-1 0,1-5-1 0,-1 5 0 16,-5-5-18-16,5 6-3 0,6-6-1 0,-6 0 0 15,0 5-7-15,1-5-2 0,5 5 0 0,-6-10 0 16,6 6-3-16,-6-1-1 0,1 5 0 0,5-5 0 16,0-10-8-16,0 0 8 0,0 5-8 0,0-5 8 15,0 0-8-15,0 0 0 0,0 0 0 0,11 10 8 16,-11-10-8-16,11 10 0 0,7-10 9 0,-1 5-9 15,0-5 8-15,6 6-8 0,-1-1 8 0,-5-5-8 0,6 10 8 0,-6-10-8 16,0 5 10-16,0 0-10 0,6 0 11 0,-6 0-11 16,0 5 12-16,-5 0-12 0,5-5 9 0,-6 5-9 15,6 6 0-15,-5-1 9 0,-1-5-9 0,1 5 10 16,-1 0-10-16,0 0 10 0,1 6-10 0,-7-6 10 16,1 0-10-16,0 0 10 0,5 6-2 0,-5-1 0 15,-12-5 0-15,6 5 0 0,-5-5 2 0,5 1 0 16,-12 4 0-16,6-5 0 0,-5-5 3 0,-6 5 1 15,11-10 0-15,-11 11 0 0,-6-6-6 0,6 0 0 16,-5 0-8-16,-1-5 12 0,-6 0-4 0,6 0 0 0,-11 0-8 16,6 0 12-16,-1-10-12 0,1 5 8 0,-1-5-8 15,1 0 0-15,-6 5 0 0,5-5-12 0,6 0 1 16,1 0 0 0,-1-5-18-16,6 0-4 0,-6 0-1 0,6-1 0 15,-6-4-24-15,12 5-5 0,-1-5-1 0,1 5 0 16,-1-5-51-16,1-1-10 0,11 1-3 0,-6 5 0 15,6-10-102-15,6 0-21 0,5-21-4 0,1 11-1 0</inkml:trace>
  <inkml:trace contextRef="#ctx0" brushRef="#br0" timeOffset="38261.24">18217 4172 1616 0,'0'0'72'0,"0"0"14"0,0 0-69 0,0 0-17 16,0 0 0-16,0 0 0 0,0 0 101 0,0 0 17 15,0 0 3-15,0 0 1 0,0 0-24 0,0 0-5 16,0 0-1-16,0 0 0 0,0 0-22 0,0 0-5 16,5-10-1-16,7 10 0 0,-12 0-4 0,11-10-2 15,1 4 0-15,5 1 0 0,0 5-19 0,0 0-4 16,-17 0-1-16,0 0 0 0,0 0-21 0,34-5-4 15,0 5-1-15,0 0 0 0,6 0-8 0,-6 0-9 16,1 0 9-16,4 0-13 16,-4 0-57-16,-7-10-11 0,1 10-3 0,-1-5-740 0,-5 5-148 15</inkml:trace>
  <inkml:trace contextRef="#ctx0" brushRef="#br0" timeOffset="38845.239">19003 4430 1497 0,'0'0'66'0,"0"0"14"0,0 0-64 0,0 0-16 0,0 0 0 0,0 0 0 15,0 0 106-15,0 0 18 0,0 0 3 0,0 0 1 16,0 0 0-16,0 0 0 0,0 0 0 0,0 0 0 16,0 0-52-16,0 0-9 0,0 0-3 0,0 0 0 15,0 0-51-15,0 10-13 0,0-10 0 0,-6 15 0 16,1-4 54-16,5 9 8 0,-12-20 2 0,6 10 0 16,6-10-52-16,-5 15-12 0,5-10 0 0,-12 5 0 15,7 0 0-15,5-10 0 0,0 0 0 0,-6 5 0 16,6-5-100-16,0 0-22 0,0 0-5 0,0 0-1025 15</inkml:trace>
  <inkml:trace contextRef="#ctx0" brushRef="#br0" timeOffset="39952.729">19402 4126 633 0,'0'0'28'0,"0"0"6"0,0 0-34 0,0 0 0 0,0 0 0 0,0 0 0 16,0 0 250-16,0 0 43 16,0 0 9-16,0 0 2 0,0 0-141 0,0 0-28 15,0 0-6-15,0 0-1 0,0 0-51 0,17-5-10 0,-17 5-3 0,17-5 0 16,0 0 0-16,0 5 0 0,6-10 0 15,-6 10 0-15,0-5-51 0,6 5-13 0,-6-5 0 0,0 5 0 16,0 0 54-16,-5 5 8 0,5-5 2 0,0 0 0 16,-6 5-52-16,1-5-12 0,5 10 0 0,-17-10 0 15,11 0 0-15,0 5 0 0,-11-5 0 0,12 10 0 16,-12-10 0-16,6 10 0 0,-1 0 0 0,7 6 0 16,-12-16 0-16,0 10 0 15,0-10 0-15,0 15 0 0,0-5 0 0,-6 5 0 0,0-5 0 0,-5 6 0 16,5-11 0-16,-5 5 0 0,-1 5 0 0,7-5 0 15,-12 10 0-15,5-15 0 0,1 6 0 0,-6-1 0 16,0 0 54-16,-1 5 8 0,1-10 2 0,0 5 0 16,0 0-64-16,0-5-15 0,-6 6-1 0,1-1-1 15,-1-5 27-15,0 5 6 0,0-5 0 0,0 0 1 0,6 0-17 0,-6 5-11 16,6-5 2-16,6 0 0 0,0 0 1 0,-1-5 0 16,1 5 0-16,5 1 0 0,0-1 20 0,1-5 4 15,-1 0 0-15,6 0 1 0,0 0-17 0,0 0 0 16,0 0 0-16,0 0 0 15,0 0-48-15,23 0-12 0,0 0-4 0,5 5 0 0,-5 5 52 0,0-10 12 16,5 0 0-16,-5 5 0 0,0 0 0 0,0-5 0 16,-1 5 0-16,1 5 0 0,-6-5 28 0,0 0 9 15,0 10 2-15,0-4 0 16,1 4-63-16,-1-5-12 0,-6 5-2 0,0 0-1 0,7 0 61 0,-13 1 12 16,7-1 2-16,5 10 1 15,-12 0-59-15,7-14-12 0,-6 9-2 0,5 0-1 0,-5 5 64 0,-1-9 13 16,-5-1 2-16,0 5 1 0,0 0-25 0,0-4-5 0,-5-1-1 15,-1 0 0-15,0 5 0 0,-5-10 0 0,5 5 0 16,-5-4 0-16,-6 4 0 0,0-15-1 0,-1 10 0 0,-4-5 0 16,-1 0-3-16,-6-5 0 0,1 5 0 0,-1-10 0 15,-5 0-8-15,0-5 0 0,0 5 0 0,0-5 0 16,-6 0-16-16,0 4 2 0,11-9 0 0,1 5 0 16,5-5-16-1,-5 5-3-15,5-5-1 0,6 5 0 0,5-6-86 0,-5 1-16 16,0 5-4-16,6 0-1057 0</inkml:trace>
  <inkml:trace contextRef="#ctx0" brushRef="#br0" timeOffset="40685.431">19994 3691 748 0,'12'-10'67'0,"-12"10"-54"0,0 0-13 0,0 0 0 0,0 0 128 0,0 0 22 16,0 0 5-16,0 0 1 0,11-5-32 0,-11 5-7 15,0 0-1-15,12 0 0 0,-1 0-41 0,6 0-9 16,0 0-2-16,0 10 0 0,-17-10 52 0,12 5 9 15,5 5 3-15,5 5 0 0,-4 5-65 0,-1 6-13 16,5-1-2-16,1 0-1 0,6 1-24 0,-6 4-5 16,-1 0-1-16,1 6 0 0,0 4 38 0,0 1 7 15,-6-1 2-15,0 6 0 0,0 5-52 0,0-6-12 16,-6 1 0-16,1 9 0 0,-6-4 0 0,-1 0 0 16,1-11 0-16,0 16 0 0,-6 0 0 0,0-6 0 0,0 6 0 15,0 0 0-15,-12 4 29 0,7-14 3 0,-1 5 1 16,-6-1 0-16,7-4-19 0,-7-1-4 15,-5 1-1-15,0-5 0 0,6-1-9 0,-6-5 12 0,-6 1-12 16,0-1 12-16,6-4-12 0,-6 4 8 0,0-15-8 16,1 1 8-16,-1-1-8 0,6-10 0 0,0 5 0 15,0-5 8-15,-1 6-20 0,1-11-4 0,6-5 0 0,0 5-1 32,-1-10-28-32,1 0-6 0,-1-6-1 0,7-4 0 0,5 0-139 15,-6-5-28-15,6-5-5 0</inkml:trace>
  <inkml:trace contextRef="#ctx0" brushRef="#br0" timeOffset="41436.561">13624 3696 230 0,'-11'0'10'0,"11"0"2"0,0 0-12 0,0 0 0 15,-6 5 0-15,0 0 0 0,-5-5 328 0,5 5 64 16,6-5 12-16,-17 5 2 0,12 0-242 0,-1 10-48 15,0-10-9-15,0 0-3 0,1 11-38 0,-1-6-8 16,-5 5-2-16,5-5 0 0,-5 5-12 0,-1-5-4 16,6 6 0-16,-11-1 0 0,0 0 0 0,0 5-1 15,0 0 0-15,0 1 0 0,6-1-11 0,-18 5-1 16,12 1-1-16,-6 4 0 0,-5 0 30 0,5 6 7 16,0 4 1-16,-5 1 0 0,5 4-52 0,6 1-12 15,0 10 0-15,0-6 0 0,0-4 8 0,-1 5 0 16,7 14-8-16,-12-9 12 0,12 0-12 0,5 5-8 15,-5 4 8-15,5-9-13 0,6 10 13 0,-6 0 0 16,1-10 0-16,10 4 0 0,1-4 0 0,5-10 0 16,1 9 0-16,-1-14 0 0,-5 4 11 0,11-9 5 0,0-1 0 15,12-4 1-15,-7-1-27 0,7-10-6 0,-1 6 0 0,-5-11-1 32,6 0-14-32,-1-5-2 0,6-5-1 0,-11-5 0 15,6 0-155-15,-18 0-31 0</inkml:trace>
  <inkml:trace contextRef="#ctx0" brushRef="#br0" timeOffset="42117.657">21225 4192 1267 0,'0'0'28'16,"0"0"5"-16,0 0 2 0,0 0 1 0,0 0-36 0,0 0 0 0,11-5 0 0,1 5 0 0,-12 0 58 0,0 0 5 16,0 0 1-16,11-10 0 0,1 5 51 0,-12 5 10 15,11-5 3-15,-11 5 0 0,0 0-65 0,0 0-13 16,0 0-2-16,11-5-1 0,-11 5 27 0,0 0 6 15,0 0 0-15,0 0 1 0,0 0-13 0,0 0-4 16,0 0 0-16,0 0 0 0,-5 15 0 0,-7-5 0 16,1 0 0-16,0 5 0 0,-1-5-51 0,-5 11-13 15,-6-6 0-15,0 5 0 0,-5 0 0 0,5 6 0 16,-5-11 0-16,-1 5 0 0,12 6 0 0,-6-6 0 16,1 0 0-16,4 0 0 0,1-5 0 0,0 11 0 15,0-16 0-15,-6 10 0 0,12 0 0 0,-6-9 0 16,0 4 0-16,5-10 0 15,1 15-48-15,0-15-13 0,-1 0-3 0,12-5 0 16,0 0-60-16,0 0-12 0,0 0-2 0,0 0-563 16,0 0-113-16</inkml:trace>
  <inkml:trace contextRef="#ctx0" brushRef="#br0" timeOffset="42390.078">20912 4243 1324 0,'0'0'118'16,"0"0"-94"-16,0 0-24 0,0 0 0 15,0 0 132-15,0 0 21 0,0 0 5 0,0 0 1 0,0 0-63 16,0 0-12-16,11 0-2 0,0 5-1 0,1 0-65 0,-6 0-16 16,5 5 0-16,-5 0 0 0,5 0 55 0,0 0 7 15,1 6 2-15,-1 4 0 0,1 0 0 0,-1 0 0 16,0 6 0-16,7-11 0 0,-1 5-52 0,0 0-12 15,-6 11 0-15,0-21 0 16,7 10 0-16,-7 0 0 0,0-4 0 0,1-1 0 16,-1-5-100-16,6 0-22 0,-17-10-5 0,12 5-922 15</inkml:trace>
  <inkml:trace contextRef="#ctx0" brushRef="#br0" timeOffset="43087.327">21772 4000 403 0,'0'0'17'0,"0"0"5"16,0 0-22-16,0 0 0 0,0 0 0 0,0 0 0 0,0 0 350 0,0 0 66 16,0 0 12-16,11-10 4 0,1-1-295 15,-1 6-58-15,6 5-12 0,0-10-3 0,12 0 0 0,-12 5 0 16,0-5 0-16,0 5 0 0,12-5-51 0,-1 10-13 15,-5-16 0-15,5 11 0 0,-5 0 54 0,0 0 8 16,-6 5 2-16,0 0 0 0,6 0-52 0,-23 0-12 16,17 5 0-16,-17-5 0 0,17 5 0 0,-17-5 0 15,12 21 0-15,-12-21 0 0,11 5 54 0,0 5 8 16,-5 5 2-16,0 5 0 0,-1-4-52 0,-5 4-12 16,0 0 0-16,-5 0 0 0,-1 6 0 0,-5-6 0 15,-1 5 0-15,1 0 0 0,-6 1 0 0,-6-6 0 16,0 10 0-16,-5-4 0 0,5-1 54 0,-6 5 8 15,-5 1 2-15,6-6 0 0,-6 6-52 0,5-6-12 16,6 0 0-16,-11 6 0 0,6-6 0 0,-1-5 0 0,6 5 0 16,6-4 0-16,0 4 0 0,0-5 0 0,-6 6 0 0,12-6 0 15,-6 0 0-15,5-10 0 0,1 5 0 0,0 1 0 16,5-1 0-16,6-5 0 0,0-10 0 0,0 10 0 16,0 0 0-16,0-10 0 15,0 0 0-15,0 0 0 0,6 15 0 0,5-15 0 0,0 0 0 0,1 5 0 16,5-5 0-16,6 6 0 0,-1-6 0 0,1 0 0 15,6 0 0-15,5 0 0 0,-6 0 0 0,1 0 0 16,-1 0 0-16,1 0 0 0,-6-6 0 0,-1 6 0 16,1 0 0-16,0 0 0 0,0 0 0 0,-6 0 0 15,0 0 0-15,0 0 0 0,0 6 0 0,-5-6 0 16,-1 0 0-16,6 0-13 0,-6-6 2 0,7 6 1 16,-7 6-35-16,-11-6-7 15,0 0-2-15,17-6 0 0,-6 6-8 0,-11 0-2 16,0 0 0-16,0 0 0 0,0 0-160 0,12-5-33 0,-12 5-7 15,0 0 0-15</inkml:trace>
  <inkml:trace contextRef="#ctx0" brushRef="#br0" timeOffset="43978.006">12291 6339 1267 0,'0'0'56'0,"0"0"12"0,0 0-55 0,0 0-13 15,0 0 0-15,0 0 0 0,0 0 131 0,0 0 23 16,0 0 5-16,0 0 1 0,0 0-52 0,0 0-9 16,0 0-3-16,11 5 0 0,1-5-25 0,5 5-6 15,-6 0-1-15,6-5 0 0,6 0-51 0,-6 0-13 16,-5 0 0-16,5 0 0 0,5 0 54 0,-4 0 8 16,-7-5 2-16,6 5 0 0,0 5-52 0,0-5-12 15,6 5 0-15,0-5 0 0,-17-5 0 0,5 5 0 16,6 0 0-16,0 0 0 15,-5 0-151-15,-1 0-33 0,-11 0-6 0,23-5-479 16,-18 0-96-16</inkml:trace>
  <inkml:trace contextRef="#ctx0" brushRef="#br0" timeOffset="44354.356">12257 6582 1728 0,'0'0'38'0,"0"0"8"0,0 0 2 0,0 0 0 0,0 0-39 16,0 0-9-16,0 0 0 0,0 0 0 0,0 0 84 0,0 0 14 15,0 0 3-15,0 0 1 0,0 0-10 0,0 0-1 16,5 15-1-16,-5-15 0 0,0 0-21 0,23 6-4 16,-17-1-1-16,5 0 0 0,6 0 0 0,1-5 0 15,4 0 0-15,1 0 0 0,-6 0-51 0,6 5-13 16,-6 0 0-16,6-5 0 0,0 0 0 0,-1 0 0 16,1 0 0-16,0 0 0 0,0 0 0 0,-6-5 0 15,0 0 0-15,0 5 0 16,6 0-48-16,0 0-13 0,-12 0-3 0,6-5 0 15,0 0-153-15,0 0-31 0,12-1-7 0,-29 6-1 0</inkml:trace>
  <inkml:trace contextRef="#ctx0" brushRef="#br0" timeOffset="57216.523">13738 6020 633 0,'0'0'56'0,"-6"5"-44"0,1 5-12 0,5-10 0 16,0 0 292-16,0 0 56 0,0 0 11 0,0 0 2 15,0 0-216-15,0 0-43 0,0 0-9 0,0 0-1 16,0 0-25-16,11-10-5 0,1 5-1 0,5 5 0 16,-6-10-18-16,6 10-4 15,0-10-1-15,0 5 0 0,6 5-2 0,0 0 0 0,5-5 0 0,-5 5 0 16,-6 0-11-16,6 0-2 0,6 0-1 0,-1 5 0 15,-5-5-4-15,0 5-1 0,-6 5 0 0,0-10 0 16,-6 5-4-16,1 5-1 0,-7 0 0 0,1-5 0 16,-6-5-2-16,6 11-1 0,-6-1 0 0,0 0 0 15,0-10 4-15,-6 15 1 0,-5-5 0 0,-6 5 0 0,11-5 2 16,-11 6 1-16,0-6 0 0,-6 5 0 0,0-5-7 0,0 5-2 16,0-5 0-16,-5 6 0 0,0-1-8 0,-1-5 10 15,6 0-10-15,0 0 10 0,-5 0-10 0,5 0 8 16,6 1-8-16,6-1 8 0,-1 0-8 0,7 5 0 15,-13-5 0-15,13 0 0 0,5-10 0 0,0 0 0 16,0 0 0-16,0 0 0 0,0 0 0 0,0 0 0 16,0 10 0-16,0-10-11 0,5 11 11 0,7-1 0 15,-1 0-9-15,6 0 9 0,-5 5 0 0,11-15-9 16,-1 10 9-16,1-5 0 0,0 10 0 0,0 1 0 16,-6-1 0-16,11-5 0 0,-5 5 8 0,-6 0 0 15,-5 6-8-15,5-6 12 0,-6-5-2 0,6 5-1 16,-5 0 0-16,-7 1 0 0,1-1 1 0,0 0 0 15,-6 0 0-15,0 0 0 0,-6 1 1 0,6-1 0 16,-11-5 0-16,-1 5 0 0,1-5-11 0,-6 5 12 0,0-10-12 0,-6 6 12 16,6 4-4-16,-6-5-8 0,-6-5 12 0,7 0-4 15,-7 0-8-15,6 0 0 0,-11 0 9 0,11 0-9 16,1-5 0-16,-1-5 0 0,0 0-10 0,0 5 10 16,0-10-28-1,1 5 2-15,5 5 0 0,-1-5 0 0,1-5-23 16,6 0-5-16,-6 5-1 0,11-16 0 0,6 6-134 0,0 0-27 15,12 0-6-15,-1-6-1 0</inkml:trace>
  <inkml:trace contextRef="#ctx0" brushRef="#br0" timeOffset="57780.067">14450 6121 1976 0,'0'0'44'0,"0"0"8"0,0 0 3 0,0 0 0 0,0 0-44 0,0 0-11 0,0 0 0 0,0 0 0 16,0 0 49-16,0 0 8 0,0 0 2 0,0 0 0 15,0 0 55-15,0 0 11 0,0 0 3 0,12 0 0 16,5 0-52-16,0 0-9 0,0 0-3 0,6-5 0 16,-12 5-51-16,12 0-13 0,6 0 0 0,5-5 0 15,-11 10 0-15,5-5 0 0,-5-5 0 0,11 0 0 16,6 5 0-16,-17-5 0 0,-6 0 0 0,6 5 0 16,11-5 0-16,-6 5 0 15,-11-5 0-15,-5 0 0 0,5 5 0 0,0 0 0 0,0 0 0 0,-17 0 0 16,0 0 54-16,0 0 8 0,11 0 2 0,-11 0 0 15,0 0-52-15,0 0-12 0,0 0 0 0,0 0 0 16,0 0 0-16,0 10 0 0,0 0 0 0,0 0 0 16,6 6 0-16,-12-1 0 0,-16 0 0 0,16 0 0 15,6 10 0-15,-11-14 0 0,-12 14 0 0,6-5 0 0,5 5 0 16,1 1 0-16,-6-1 0 0,-6 5 0 0,-11 1 20 0,11-6 2 16,12 0 0-16,-12 6 0 0,-6-1-14 0,12-4-8 15,6 4 10-15,-6-5-10 0,5 6 8 0,-5-6-8 16,6 0 0-16,-6-4 0 0,11-1 0 0,-5 0 0 15,-1 0 0-15,7 1 0 0,-1-11 0 0,6 0 0 16,0 0 0-16,0-10 0 16,0 0-30-16,0 0 1 0,0 0 0 0,0 0 0 15,0 0-83-15,11-5-17 0,12 0-3 0,-6-10-1 16,0 5-89-16,0-11-18 0</inkml:trace>
  <inkml:trace contextRef="#ctx0" brushRef="#br0" timeOffset="58062.754">15271 6415 1958 0,'0'0'43'0,"0"0"9"0,11-5 1 0,-11 5 3 0,0 0-45 0,0 0-11 0,0 0 0 0,0 0 0 16,0 0 53-16,0 0 9 0,0 0 2 0,0 0 0 15,0 0 0-15,0 0 0 0,0 0 0 0,0 0 0 16,0 15 0-16,0-15 0 0,-5 10 0 0,5-10 0 16,0 11-52-16,0-11-12 0,0 0 0 0,-6 10 0 15,6-10 40-15,0 0 6 0,0 0 1 0,0 0 0 16,-12 10-24-16,12-10-5 0,0 0-1 0,0 0 0 16,0 0-65-16,0 0-12 0,0 0-4 0,18-5-751 15,-7 0-150-15</inkml:trace>
  <inkml:trace contextRef="#ctx0" brushRef="#br0" timeOffset="58464.471">15949 6020 1958 0,'0'0'43'0,"17"5"9"0,-17-5 1 0,0 0 3 0,0 0-45 0,0 0-11 0,0 0 0 0,0 0 0 16,0 0 104-16,0 0 20 0,0 0 3 0,0 0 1 15,0 0-52-15,0 0-9 0,0 0-3 0,0 0 0 16,0 0 0-16,6 10 0 0,-12 6 0 0,6-1 0 15,6 0 0-15,-6 10 0 0,-12 1 0 0,7-1 0 16,-7 5 0-16,1 6 0 0,5-1 0 0,-5 1 0 16,-6 4-51-16,5-4-13 0,7-6 0 0,-7 0 0 15,-5 11 0-15,0-6-8 0,11 1 8 0,6-1-13 16,-11 1 13-16,-1-6 0 0,1-5 0 0,5-4 0 16,6-1 0-16,-5 0 0 0,10-5-9 0,-5 6 9 15,0-1-32-15,6-15 0 0,-6 5-1 0,0-10 0 16,0 0-110-16,0 0-21 0,0 0-5 0,0 0-1077 15</inkml:trace>
  <inkml:trace contextRef="#ctx0" brushRef="#br0" timeOffset="59839.674">16456 6309 1497 0,'0'0'66'0,"0"0"14"0,0 0-64 0,0 0-16 16,0 0 0-16,0 0 0 0,0 0 106 0,0 0 18 16,0 0 3-16,0 0 1 0,11 10-52 0,1-10-9 15,-12 0-3-15,0 0 0 0,6 10 0 0,-1-10 0 16,-5 10 0-16,-5-5 0 0,-1 5 0 0,6-10 0 15,0 11 0-15,-6-6 0 0,-5 10 0 0,-1-5 0 16,18 5 0-16,-12-5 0 0,1 10 0 0,-1 1 0 0,0-6 0 16,1 5 0-16,5 0-64 0,-12 6 0 0,1-11-8 15,5 10-1-15,6-4 9 0,-6-1 0 16,-5-5 10-16,0 0-10 0,-1 0 0 0,6-4 8 0,1 4-8 0,5-10 0 16,0-5 0-16,0 0 0 0,0 0 0 0,0 0 0 15,0 0-22-15,0-10-1 0,5-11 0 0,7 6 0 16,-6-10 1-16,5 5 0 0,6-1 0 0,-6 6 0 15,7-10 6-15,-1 5 2 0,0-1 0 16,6-4 0-16,-1 5 14 0,1-6 0 0,0 1 0 0,5 0 0 16,1 5 0-16,-1 4 0 0,1 1 0 0,-6 5 0 15,-1 5 0-15,1-5 0 0,-6 5 0 0,6 5 0 16,-12 0 0-16,7 5 0 0,-7 0 0 0,0 0 0 16,1 5 0-16,-12-5 0 0,5 5 0 0,-5 0 0 15,6 6 30-15,-6 4 9 0,-6 0 1 0,6 0 1 16,6 1-25-16,-12 4-6 0,-5 5-1 0,0-4 0 0,-1 4-9 15,7-5 10-15,-1-4-10 0,-11-1 10 0,0 0-10 0,11-5 0 16,6 1 9-16,-6-1-9 0,-5-10 0 0,5 0 0 16,6-5 0-16,0 0 0 0,0 0-8 0,17-10-7 15,-5 5-1-15,10-11 0 0,7-4-6 0,-6-5-2 16,-6 5 0-16,6-1 0 0,-1 6 11 0,7-15 1 16,-12 4 1-16,12-4 0 0,-7 5 11 0,7-1-13 15,-6 6 5-15,-1 0 8 0,1 10 0 0,6-10 0 16,-12 4 0-16,6 6 0 0,-6 5 0 0,0 0 0 15,0 5 0-15,0 0 0 0,0 5 0 0,0 0 0 16,-6 5 0-16,7 0 0 0,-7 1 0 0,0 4 0 16,1-5 0-16,-1 5 0 0,-5 5 0 0,0-4 0 15,-6 4 0-15,0 5 0 0,-6 0 31 0,0-4 13 16,6 4 4-16,-11 0 0 0,11 1-34 0,-12-1-6 16,1-5-8-16,5 6 11 0,-5-6-11 0,5-5 0 0,0-5-12 0,6-10 12 31,-11 10-32-31,11-10 0 0,-6 10 1 0,6-10 0 15,0 0-149-15,0 0-29 0,0 0-7 0</inkml:trace>
  <inkml:trace contextRef="#ctx0" brushRef="#br0" timeOffset="60354.319">17869 5813 979 0,'0'0'87'0,"0"0"-70"16,0 0-17-16,0 0 0 0,0 0 221 0,0 0 41 16,0 0 8-16,0 0 2 0,11 0-116 0,-11 0-22 15,0 0-5-15,18-6-1 0,-7 6-51 0,0-5-10 16,1 5-3-16,-1-5 0 0,6 5-51 0,-5 0-13 15,-1 5 0-15,6-10 0 0,-5 5 54 0,-1 0 8 16,6 0 2-16,-6 0 0 0,1 0-52 0,5 0-12 16,0 5 0-16,-6 0 0 0,-11-5 0 0,12 6 0 0,-1 4 0 0,1-5 0 15,-12-5 0-15,5 10 0 0,1 0 0 0,-6 5 0 16,0-5 0-16,-6 6 0 0,1-1 0 0,-1 0 0 16,0-5 0-16,-5 5 0 15,-1 5 0-15,1-4 0 0,0-1 54 0,-1 5 8 0,-5 0 2 16,0-9 0-16,6 4-52 0,-12 5-12 0,0 0 0 0,6-5 0 15,-6 6 0-15,6-6 0 0,0 0 0 0,0 0 0 16,5 0 0-16,-5-4 0 0,6 4 0 0,5-10-10 16,1 0 10-16,5-5 0 0,0 10 8 0,0-10-8 15,0 0 0-15,0 0 0 0,0 0 0 0,5 5 0 16,-5-5 0-16,6 5 0 0,11-5 0 0,-6 0 0 16,7 0 0-16,-7 0 0 0,6-5 0 0,0 5 0 15,0-5 0-15,6 5 0 0,-6 0 0 0,6-5 0 16,-12 5 0-16,6 5 0 0,-5-5 0 0,5 0 0 15,6-5-98-15,-6 10-24 0,0-5-5 0,-6 0-1127 16</inkml:trace>
  <inkml:trace contextRef="#ctx0" brushRef="#br0" timeOffset="62302.278">11094 8613 921 0,'0'0'82'0,"0"0"-66"16,0 0-16-16,0 0 0 0,0 0 222 0,0 0 41 15,0 0 8-15,0 0 1 0,0 0-158 0,0 15-32 16,0-15-6-16,6 10-2 0,-6 5-10 0,0-15-3 16,0 11 0-16,6 4 0 0,0 0-21 0,-6 5-5 15,0-5-1-15,5 11 0 0,-5-1 6 0,6 5 0 16,0 6 1-16,-6-1 0 0,0 1-9 0,-6 4-1 16,6 6-1-16,0-11 0 15,-6 6-13-15,6-1-2 0,0 1-1 0,-5-1 0 0,-1 1-6 0,0-1-8 0,6-4 11 16,-6 9-11-16,1-9 11 0,-1-6-11 0,6-4 10 0,0-1-10 15,0 0 12-15,-11-5-4 0,11-4-8 0,0-6 12 16,-6 0-4-16,6-10-8 0,0 0 11 0,0 0-11 16,0 0 8-16,0 0-8 0,0 0 0 0,0 0 0 15,-6-15 0-15,1-6 0 0,-1 1 0 0,0-5 0 16,6-5 0-16,0-6 0 0,0 1 0 0,6-6 0 16,0-4 0-16,-6-1 0 0,5-5-9 0,7 11 9 15,-1-1-8-15,-11 11 8 0,11 0-8 0,-5-1 8 16,6 6 0-16,5-6 0 0,-12 6 0 0,12 0-8 15,-5 5 8-15,11-11 0 0,-1 6 0 0,1 5 0 16,0 4 0-16,0 1 0 0,5 5 0 0,-5-5 0 16,0 10 10-16,0 0-2 0,-1-5-8 0,7 5 12 0,-6 5-12 15,11 0-8-15,-6 5 8 0,1 5-13 0,-12-10 13 16,6 5 0-16,5 0 0 0,-16 5 0 0,5-5 0 16,0 5 0-16,-17-10 0 0,11 15 0 0,1 1 48 15,-7-1 13-15,-5 0 3 0,0 0 0 0,-5 0-52 0,-1 6-12 16,0-6 0-16,-5 5 0 0,-1 0 0 0,-5 1 0 15,6-6 0-15,-6 5 0 0,-6 0 0 0,0 1 0 16,0-6 0-16,6 0 0 0,-17 5 0 0,17-10 0 16,-6 5 0-16,1-4 0 0,-7 4 14 0,18-5 0 15,-18 0 0-15,6-5 0 0,-5-5-14 0,11 5 9 0,0-5-9 0,5 5 8 16,-11-5-8-16,12 0 0 0,11 0 0 0,0 0 0 16,0 0-10-16,0 0 10 0,0 0-13 0,0 0 5 15,0 0-2-15,0 0 0 0,17 0 0 0,0 0 0 16,12 0 10-16,-12 0-10 0,0 0 10 0,6 0-10 15,-6 5 10-15,6 0-10 0,-6-5 10 0,11 11-10 16,1 4 10-16,-7-5 0 0,7 5 0 16,-6 0 0-16,0 0 0 0,-1 6 0 0,1-6 0 15,0 5 0-15,-12-5 0 0,6 0 8 0,6 1-8 0,-17 4 11 16,0-10-3-16,5 10-8 0,-5-4 12 0,5-1-4 16,-11-15-8-16,-11 15 0 0,11-5 0 0,-12 5 0 15,7-5 12-15,-7 0 8 0,1 1 0 0,-1-6 1 16,-10 5-33-16,-1 0-8 0,0-5 0 0,-5 0-1 15,5 0 48-15,-11-5 9 0,-1 0 3 0,7 0 0 16,5 0-30-16,-5 0-9 0,-1-5 0 0,-5 0 0 16,5 5 0-16,7-5 0 0,-1-5-12 0,0 5 3 0,6 0-12 15,0 0-3-15,6 0 0 0,-7-1 0 16,7-4-28-16,5 5-7 0,1-5-1 0,5 0 0 16,0 0-148-16,5-5-29 0,7 0-7 15</inkml:trace>
  <inkml:trace contextRef="#ctx0" brushRef="#br0" timeOffset="62635.952">12456 8978 1728 0,'0'0'76'0,"0"0"16"0,0 0-73 0,0 0-19 0,0 0 0 0,0 0 0 15,0 0 65-15,-6 10 10 0,6-10 1 0,0 0 1 16,0 0 10-16,0 0 1 0,0 0 1 0,0 0 0 16,0 0-17-16,0 0-4 0,18 0-1 0,-1 0 0 15,0 5-15-15,0-5-4 0,0 0 0 0,0 0 0 16,6-5-29-16,-12 5-7 0,6 0 0 0,0-5-1 15,-5 5-11-15,-1 0 0 0,1 0 0 0,5-5 0 16,-17 5-34-16,0 0-6 0,0 0 0 0,5 0-1 16,-5 0-148-16,0 0-30 0,0 0-5 15</inkml:trace>
  <inkml:trace contextRef="#ctx0" brushRef="#br0" timeOffset="62928.487">12388 9170 921 0,'0'0'82'0,"0"0"-66"0,0 0-16 15,0 0 0-15,0 0 250 0,11 10 46 16,-5 0 10-16,5 0 2 0,-11-10-160 0,17 0-32 0,-5 5-7 15,-1 1-1-15,12-1-28 0,-12 0-5 0,1 0-2 0,5-5 0 16,0 0-31-16,0 0-6 0,6 0-2 0,-17 5 0 16,5-5-22-16,6-5-4 0,-6 5 0 0,1 0-8 15,-12 0 0-15,17 0 0 0,-6-5 0 0,1 5 0 32,-1-5-49-32,6 5-7 0,-11 0-2 0,5-5-742 0,1-1-149 0</inkml:trace>
  <inkml:trace contextRef="#ctx0" brushRef="#br0" timeOffset="64109.551">14097 8770 1666 0,'0'0'74'0,"0"0"15"0,0 0-71 0,0 0-18 0,0 0 0 0,0 0 0 15,0 0 81-15,0 0 13 0,0 0 2 0,0 0 1 0,0 0-17 16,0 0-3-16,0 0-1 0,0 0 0 0,0 0-19 0,0 0-4 16,0 0-1-16,0 0 0 0,-6 0-3 0,1 0-1 15,-7 0 0-15,1 5 0 16,-6 0-10-16,-6 0-2 0,0 0-1 0,6 5 0 0,-6 0-12 0,1 1-3 15,-1-1 0-15,0 5 0 0,6 0-8 0,-6 5-3 16,0 1 0-16,6-1 0 0,0 0-9 0,0 5 0 16,0 6 0-16,0-1 0 0,0 6 0 0,5 4 0 15,-5-9 0-15,6 4 0 0,5 6 0 0,1-6 0 16,-7 0 0-16,12 1 0 0,0-6 0 0,6 1 0 16,0-6 0-16,-1 0 0 0,12 1 0 0,0-6 0 15,6-5 0-15,0 0 0 0,5-5 0 0,1 0 0 16,5-4 0-16,0-6 12 0,1-6 2 0,4 1 1 15,1-5 0-15,-6 0 0 0,-5-5-2 0,-1-5 0 16,1 5 0-16,-6-6 0 0,0 1-2 0,-1 0-1 16,1-6 0-16,-6 6 0 0,-5-5-10 0,-1-6 12 0,0 1-12 15,1 0 12-15,-7-6-12 0,1 6 12 16,0-1-12-16,0 1 12 0,-6-5-12 0,-6 4 0 16,6 1 9-16,-12 5-9 0,7-6 0 0,-12 6 0 0,0 5 0 15,0-1 0-15,-1 6-22 0,1 0 1 0,-5 5 0 0,-7-5 0 31,6 5-23-31,-5-6-4 0,5 6 0 0,0 5-1 0,-5 5-102 0,5 0-20 16,-6 5-4-16,7 0-901 0</inkml:trace>
  <inkml:trace contextRef="#ctx0" brushRef="#br0" timeOffset="64407.606">14684 9048 1947 0,'0'0'43'0,"0"0"9"0,0 0 1 0,0 0 2 0,0 0-44 0,0 0-11 0,0 0 0 16,0 0 0-16,0 0 48 0,0 0 8 15,0 0 2-15,0 0 0 0,6 16-22 0,-6-16-5 16,-6 10-1-16,0 0 0 0,6 10-18 0,0-5-4 16,-11 1-8-16,5-1 12 0,6-15-12 0,0 0-16 0,-5 5 3 0,5-5 1 31,0 15-115-31,0-15-22 0,0 0-5 0</inkml:trace>
  <inkml:trace contextRef="#ctx0" brushRef="#br0" timeOffset="64952.694">15311 8755 864 0,'-12'0'38'0,"12"0"8"0,0 0-37 0,0 0-9 0,0 0 0 0,0 0 0 0,-5 0 194 16,5 0 37-16,0 0 7 0,0 0 2 0,-12 0-90 0,12 0-18 15,0 0-3-15,0 0-1 0,0 0-51 0,0 0-10 16,0 0-3-16,0 0 0 0,6 10 0 0,-12 5 0 16,-5-5 0-16,-1 5 0 0,12 6-51 0,-11-6-13 15,0 10 0-15,-6 0 0 0,5 1 54 0,1-1 8 16,-1 0 2-16,1-4 0 0,-12-6-52 0,12 0-12 16,17-5 0-16,-6 5 0 15,-12 1-19-15,12-6-6 0,12 5-2 0,-1-5 0 0,0 0 19 0,1 0 8 16,-1 0-8-16,12-5 8 0,-6 1 0 0,6-6-10 15,-6 0 10-15,6 0 0 0,5 0 0 0,1 0-8 16,-12 0 8-16,0 0 0 0,0 5 0 0,0-5 0 16,0 0 0-16,-5 5 0 0,-12-5 0 0,11 10 0 15,6 0 0-15,0-5 0 0,-11 5 8 0,-1 5-8 16,13-5 0-16,-7 6 9 0,0-1-9 0,1 0 0 16,-12 0 0-16,11 0 8 0,6 1 2 0,-5-1 0 0,-18 0 0 15,6 5 0-15,0-10 3 0,6 11 1 0,-18-11 0 0,7 5 0 16,-7 0 2-16,1-5 1 0,-1 0 0 0,-5 6 0 15,-6-6-2-15,6-5-1 0,0 5 0 0,0-10 0 16,-6 5-2-16,1 0-1 0,-1-5 0 0,0 0 0 16,0 0-11-16,-11-5 8 0,0 0-8 0,5-5 8 15,7 0-8-15,-7 0-17 0,-11-1 4 0,12 1 1 16,-1 0-24-16,6 5-4 0,-5-5 0 16,-1-5-1-16,1 5-18 0,11-1-3 0,6-4-1 15,-7 5 0-15,-10 5-87 0,11-5-18 0,23-5-3 16,-6 5-501-16,-12-6-100 0</inkml:trace>
  <inkml:trace contextRef="#ctx0" brushRef="#br0" timeOffset="65237.375">15259 8810 1969 0,'0'0'43'0,"0"0"9"0,0 0 1 0,0 0 3 0,-11 0-44 0,11 0-12 0,0 0 0 0,0 0 0 16,0 0 51-16,0 0 8 0,0 0 1 0,0 0 1 15,17-5 3-15,-17 5 0 0,0 0 0 16,0 0 0-16,12 0 0 0,5-5 0 0,-6 5 0 0,12-5 0 16,0 0-52-16,-1 5-12 0,1-5 0 0,-6 5 0 15,0-5 0-15,6 5 0 0,6-5 0 0,-7 5 0 31,-4 0-48-31,10 0-13 0,18-5-3 0,-12 5 0 16,-11 0-153-16,-1 5-31 0,18-5-7 0,12 5-1 0</inkml:trace>
  <inkml:trace contextRef="#ctx0" brushRef="#br0" timeOffset="65594.876">16519 8937 1958 0,'28'0'43'0,"-11"5"9"0,-11-5 1 0,-6 0 3 0,0 0-45 0,0 0-11 16,0 0 0-16,0 0 0 0,0 0 91 0,0 0 16 15,0 0 3-15,0 0 1 0,0 0-24 0,0 0-5 0,0 0-1 16,0 0 0-16,0 0-13 0,0 0-4 0,0 0 0 0,-11 5 0 16,-1 10-51-16,1 1-13 0,-6-6 0 0,5 5 0 15,-5 0 0-15,0 0 0 0,0 6 0 0,0-6 0 16,0 5 25-16,0 0 3 0,0 0 0 16,0 1 0-16,-1-1-28 0,1 0 0 0,0 1 0 0,6-1 0 15,-6-5-18-15,0 0-6 0,-6-5 0 0,6 5-1 31,5-4-79-31,-5-6-15 0,6 0-3 0,11-5-659 0,0 0-132 0</inkml:trace>
  <inkml:trace contextRef="#ctx0" brushRef="#br0" timeOffset="65833.167">16217 8957 2098 0,'0'0'46'0,"0"0"10"0,0 0 1 0,0 0 3 16,0 0-48-16,0 0-12 0,0 0 0 0,5 10 0 0,7 1 73 0,-6 4 13 16,-1-5 2-16,7 5 1 0,10 5-36 0,-10-4-7 15,-7 9-2-15,13 0 0 0,-1-5-11 0,5 1-2 16,-16 4-1-16,11 5 0 0,17-9-12 0,-11 4-2 16,0-5-1-16,-6 6 0 0,6-11-15 0,5 0 0 15,1 0 0-15,-6 0 0 16,-12-10-107-16,6 0-14 0,17-5-3 0</inkml:trace>
  <inkml:trace contextRef="#ctx0" brushRef="#br0" timeOffset="66740.354">17362 8664 1728 0,'0'0'38'0,"0"0"8"0,0 0 2 0,0 0 0 0,0 0-39 0,0 0-9 0,0 0 0 0,0 0 0 16,0 0 104-16,11-5 20 0,-11 5 3 0,12-6 1 16,-1-4-52-16,6 5-9 0,-5 0-3 15,-1 5 0-15,6 0 0 0,0 0 0 16,-17 0 0-16,17-5 0 0,0 5-51 0,1 5-13 0,-1-5 0 0,5 0 0 15,-5 0 0-15,6 5 0 0,-6-5 0 0,0 5 0 16,1 0 0-16,-1 0 0 0,0 6 0 0,-6-6 0 16,-11-5 54-16,12 10 8 0,-1-5 2 0,-11-5 0 15,0 0-52-15,0 0-12 0,0 0 0 0,6 15 0 16,-6-5 0-16,0 5 0 0,0-5 0 0,-6 6 0 16,-5-6 0-16,-1 0 0 0,-5 0 0 0,-6 5 0 15,0 0 0-15,1 1 0 0,-1-6 0 0,0 0 0 16,6 0 0-16,0 5 0 0,0-5 0 0,-6 0 0 15,0-4 0-15,6-1 0 0,-6 5 0 0,12-5 0 16,-6 0 0-16,5 0 0 0,1 5 0 0,11-10 0 16,-11 0 0-16,11 0 0 0,0 0 0 0,0 0 0 15,0 0 0-15,0 0 0 0,0 0 0 0,0 0 0 0,5 5 0 16,7 5 0-16,-1-5 0 0,1 0 0 0,5 0 0 0,0 0 0 16,6 1 0-16,-12-1 0 0,6 10 0 0,0-5 0 15,-5 0 0-15,5 5 0 0,0-5 0 0,0 6-18 16,0-1 4-16,0 0 1 0,-6 5 21 0,6-5 5 15,-5 6 1-15,-1-1 0 0,1-5-1 0,-7 5 0 16,-5 1 0-16,6-1 0 0,0-10-1 0,-6 5 0 16,-12-5 0-16,7 6 0 0,5-6-3 0,-12 5-1 0,1-10 0 15,-1 5 0-15,-10 0 2 0,5-5 0 0,-6 0 0 0,6 0 0 16,0 0-2-16,0-5 0 16,-6-5 0-16,0 5 0 0,-6 0-8 0,7-5-11 0,-7 5 3 15,6-5 0-15,-5-5-12 0,5 5-1 0,0 0-1 0,6-5 0 31,0 5-22-31,0-5-4 0,0 0 0 0,6-1-1 16,-1 1-82-16,6 0-16 0,6 0-3 0,0 10-584 0,0-10-117 0</inkml:trace>
  <inkml:trace contextRef="#ctx0" brushRef="#br0" timeOffset="67030.104">18462 8684 1324 0,'0'0'118'0,"0"0"-94"15,0 0-24-15,0 0 0 0,0 0 145 0,0 0 25 16,0 0 5-16,0 0 1 0,0 0-141 0,0 0-35 16,0 0 0-16,0 0 0 0,5 10 109 0,1 0 15 15,-6 0 4-15,0 0 0 0,0-5-52 0,-6 6-9 16,1 4-3-16,-7 0 0 0,-5 5-51 0,0 0-13 15,0 6 0-15,-6-1 0 0,0-5 0 0,1 6 0 16,-7-1 0-16,1 0 0 0,5 1 0 0,0-6 0 16,0-10 0-16,6 10 0 0,0 6 0 0,0-6-12 15,0-5 3-15,5 0 0 16,1 0-156-16,5-4-31 0,6-11-7 0</inkml:trace>
  <inkml:trace contextRef="#ctx0" brushRef="#br0" timeOffset="67298.483">18131 8841 864 0,'0'0'38'0,"0"0"8"0,0 0-37 0,0 0-9 0,0 0 0 0,0 0 0 16,0 0 296-16,6-10 58 0,-6 10 11 0,0 0 3 15,0 0-244-15,11 0-48 0,1 0-9 0,-1 5-3 16,-5 0 0-16,5-5 0 15,-5 10 0-15,5 0 0 0,-5 5-51 0,5 0-13 0,-5 1 0 0,5 4 0 16,1-5 54-16,5 10 8 0,-6 1 2 0,6-1 0 16,6 0-51-16,-6-4-13 0,6 4 0 0,-6 0 0 15,6-10 0-15,0 6 0 0,-6-6 0 0,0 5 0 16,0-10-28-16,0 6-5 0,0-11-1 0,0 5 0 16,-5-10-158-16,-1 0-32 0</inkml:trace>
  <inkml:trace contextRef="#ctx0" brushRef="#br0" timeOffset="67975.782">19499 8415 2098 0,'0'0'46'0,"0"0"10"0,0 0 1 0,0 0 3 0,0 0-48 0,0 0-12 16,0 0 0-16,0 0 0 0,0 0 73 0,0 0 13 15,0 0 2-15,0 0 1 0,0 0-20 0,5 11-4 16,-5 4-1-16,0-5 0 0,0-10 0 0,0 15 0 16,-5 5 0-16,5-4 0 0,0-1 0 0,-6 0 0 15,-5 5 0-15,-1 0 0 0,6 1-51 0,-5 4-13 16,-12 0 0-16,6 1 0 0,-6 4 0 0,1 5 0 15,-7-4 0-15,6 9 0 0,1-4 24 16,-1-1 3-16,0 1 0 0,0-1 0 16,6 1-43-16,-6-6-9 0,12 5-2 0,-6-9 0 0,5-1 38 15,1-5 7-15,5 1 2 0,6-6 0 0,0 0-20 0,6-5 0 0,0 5 0 16,5-5 0-16,0 1 0 0,7-6-9 0,4 0 9 0,1 5-12 16,0-10-2-16,0 0-1 0,5 0 0 0,6 0 0 15,-5 0-16-15,5 5-3 16,0-5-1-16,0 0 0 0,-5 0-85 15,-6 0-18-15,0 0-3 0,-1 0-1 0,-5 0-75 16,0 0-15-16</inkml:trace>
  <inkml:trace contextRef="#ctx0" brushRef="#br0" timeOffset="68263.556">19590 8922 1209 0,'0'0'108'0,"0"0"-87"16,0 0-21-16,0 0 0 0,0 0 222 0,0 0 40 15,0 0 8-15,0 0 2 0,0 0-167 0,0 0-33 16,0 10-6-16,0 0-2 0,5 0 0 0,-5 5 0 16,-5 6 0-16,5-6 0 0,0-5 0 0,-6 5 0 0,0 5 0 0,1 1 0 15,-1-1-30-15,-5 5-6 0,5 1-2 0,-5 4 0 16,-1-5-10-16,6 6-3 0,-5-6 0 0,0 0 0 15,5 1-13-15,0-6 0 16,1-5 8-16,-1 5-8 16,0-4-19-16,0-1-6 0,6-15-2 0,0 0 0 15,0 0-177-15,0 0-35 0,12 5-7 0</inkml:trace>
  <inkml:trace contextRef="#ctx0" brushRef="#br0" timeOffset="68509.797">20046 8856 2188 0,'0'0'97'0,"0"0"20"0,0 0-93 0,0 0-24 16,0 0 0-16,0 0 0 0,0 0 0 0,0 0 0 15,0 0 0-15,0 0 0 0,0 0 56 0,-6 10 6 16,0 5 2-16,-5-5 0 0,11-10-52 0,0 16-12 15,-6-6 0-15,6-10 0 0,-11 10 0 0,11 0 0 16,0-10 0-16,0 0 0 16,0 0-107-16,0 0-24 0,0 0-5 0,0 0 0 0</inkml:trace>
  <inkml:trace contextRef="#ctx0" brushRef="#br0" timeOffset="69105.355">20393 8491 1728 0,'0'0'38'0,"0"0"8"0,0 0 2 0,0 0 0 0,0 0-39 0,0 0-9 0,0 0 0 0,17 0 0 15,-5 5 53-15,-7-5 9 0,-5 0 2 0,17 6 0 16,6-6 0-16,-6 0 0 0,-17 0 0 0,17 0 0 15,1 0 0-15,-1 0 0 0,-6 0 0 0,6 5 0 16,0-5-52-16,0 5-12 0,0-5 0 0,0 5 0 16,-5 0 54-16,-1 0 8 0,-11-5 2 0,17 5 0 15,-5 5-52-15,-1 0-12 0,-5 0 0 0,0 0 0 16,-6-10 0-16,5 11 0 0,1 4 0 0,5-5 0 16,1-5 0-16,-12-5 0 0,0 15 0 0,-6-5 0 0,0 5 0 0,1-4 0 15,-7 4 0-15,1-5 0 0,-6 5 54 0,5-5 8 16,-5 5 2-16,-6-4 0 0,6 4-52 0,-5 0-12 15,5 0 0-15,-6-5 0 0,0 5 0 0,0 1-12 16,0-6 3-16,6 0 0 0,0 0 9 0,0 0 12 16,-6-5-2-16,18 5-1 0,5-10-9 0,-6 10 0 15,-6 1 0-15,1-6 0 0,11-5 0 0,0 0 0 16,0 0 0-16,0 0 0 0,0 0 0 0,11 10 0 16,1 5 0-16,-1-5 0 0,6 0-18 0,0 0-6 15,1 0 0-15,4 1-1 0,-5-1 40 0,1 0 8 0,-1 0 1 16,0 5 1-16,6 0-37 0,-6 1-8 0,-6 4-2 0,0-5 0 15,6 0 22-15,-5 0 8 0,-6 1 0 0,-1-1 0 16,1 0 3-16,-6 5 0 0,0-5 0 0,0 1 0 16,0-1 5-16,-6 0 0 0,1 0 1 15,-1 0 0-15,0 1-3 0,-5-6-1 0,-1 0 0 0,-5 0 0 16,0 0-2-16,0-5-1 0,-6 5 0 0,6-5 0 16,6-5-10-16,-12-5 0 0,-11 5 0 0,5-5 0 15,7 0-14-15,-7 0-2 0,-5-5 0 0,-6 5 0 16,12-10-3-16,-7 5-1 0,1-1 0 0,11 1 0 15,1 0-137-15,10-5-28 16,-5 0-6-16,6 5-1 0</inkml:trace>
  <inkml:trace contextRef="#ctx0" brushRef="#br0" timeOffset="69586.675">21197 8010 1324 0,'0'0'118'0,"0"0"-94"0,0 0-24 0,11 10 0 15,0 1 180-15,6-1 31 0,-11 5 6 0,11 0 2 16,0-5-135-16,0 10-26 0,-5 6-6 0,-1-1 0 16,6 6 36-16,-5-1 8 0,-1 5 2 0,6 6 0 15,-5 9-78-15,-1 1-20 0,-5-5 0 0,5 4 0 16,-5 6 0-16,11-5 0 0,-11 9 0 0,5 1 0 15,-11 5 55-15,6-5 7 0,-6 5 2 0,0 5 0 16,-6-1-44-16,0-4-8 0,1-5-1 0,-1 5-1 16,-6-5 2-16,1-1 1 0,-6-4 0 0,-6-5 0 15,6-1-3-15,-6 6-1 0,-5-10 0 0,-1-1 0 16,7-4-9-16,-13-1 8 0,7-4-8 0,-6-6 8 16,-1 1-19-16,7-11-4 0,-6 0-1 0,11-5 0 15,0-5-31-15,0 0-6 0,1-4-2 0,10-6 0 16,12 0-125-16,-17-11-26 0,-6-4-5 15</inkml:trace>
  <inkml:trace contextRef="#ctx0" brushRef="#br0" timeOffset="70340.634">13892 8172 1609 0,'0'0'71'0,"0"0"15"0,0 0-69 0,0 0-17 16,0 0 0-16,-11 5 0 0,-1 1 49 0,7-1 7 0,-7-5 0 0,1 5 1 15,5 0 1-15,-5 0 0 0,-1-5 0 16,1 10 0-16,-1 0 10 0,1 5 1 0,0 0 1 0,-1-4 0 16,-5 9-14-16,6 0-4 0,-12 0 0 0,6-5 0 15,0 11-10-15,-6-6-2 0,0 5-1 0,0 6 0 16,6-6 1-16,-11 5 0 0,5 6 0 0,0-1 0 15,0 6-20-15,-5-1-3 0,0 6-1 0,-1 0 0 16,1 9-6-16,-1 1-2 0,6 0 0 0,-5 4 0 16,5 1 4-16,6 10 1 0,0-5 0 0,5-5 0 15,1 10-13-15,11-6 0 0,-6-4 0 0,12 0 0 16,0-5 0-16,5-6 0 0,6 1 0 0,0 0 0 16,0-11 0-16,6 6 0 0,0-11 0 0,0 1 0 15,5-11 0-15,1 0 0 0,-1 1 0 0,1-11 0 16,5 0-110-16,0-5-25 0,-5 0-5 0,-1-5-999 15</inkml:trace>
  <inkml:trace contextRef="#ctx0" brushRef="#br0" timeOffset="71045.957">22342 8578 864 0,'0'0'38'0,"0"0"8"0,0 0-37 0,0 0-9 16,0 0 0-16,0 0 0 0,0 0 194 0,0 0 37 0,0 0 7 0,0 0 2 16,0 0-141-16,0 0-28 0,0 0-6 0,0 0-1 15,0 0 0-15,0 0 0 0,0 0 0 0,0 0 0 16,0 0 0-16,0 0 0 0,0 0 0 0,0 0 0 16,0 0 0-16,-12 5 0 0,1 5 0 0,0 0 0 15,5 0-51-15,-5 5-13 0,-7-5 0 0,7 5 0 16,-6 6 0-16,0-6 0 0,5 0 0 15,-5 5 0-15,-5-4 32 0,4 4 3 16,-4 5 1-16,5-5 0 0,-6 1-7 0,0 4-1 0,6-5 0 0,0 0 0 31,0-4-73-31,-6-1-15 0,6 0-4 0,0 0 0 0,5-5 0 0,-5 0 0 16,6 1 0-16,-1-6 0 0,12-5-102 0,0 0-21 16,-11-5-4-16,11 5-1 0</inkml:trace>
  <inkml:trace contextRef="#ctx0" brushRef="#br0" timeOffset="71309.781">22000 8613 2181 0,'0'0'48'0,"0"0"9"0,0 0 3 0,0 0 2 0,0 0-50 0,0 0-12 15,0 0 0-15,0 0 0 0,0 0 16 0,0 0 0 16,0 0 0-16,0 0 0 0,0 0 27 0,0 0 5 15,23 5 2-15,-6 0 0 0,-6 0-40 0,6 5-10 0,-5-5 0 0,5 5 0 16,-6 6 53-16,1-1 9 16,-1 0 2-16,0 0 0 0,1 5-52 0,-1-4-12 15,1-1 0-15,-1 5 0 0,-5 0 0 0,5-4 0 0,-5 4 0 0,5-5 0 32,-5 0-48-32,5 0-13 0,-5 1-3 0,5-1 0 15,1-10-102-15,-12-5-21 0</inkml:trace>
  <inkml:trace contextRef="#ctx0" brushRef="#br0" timeOffset="71887.915">22627 8339 1094 0,'0'0'97'0,"0"0"-77"16,0 0-20-16,0 0 0 0,0 0 196 0,0 0 35 0,0-5 7 0,0 5 2 0,0 0-192 0,0 0-39 16,0 0-9-16,11-5 0 0,-5-10 53 0,5 10 9 15,1 0 2-15,5 5 0 0,0-5 0 0,0 0 0 16,-17 5 0-16,17-5 0 0,6 5 0 0,-6 0 0 16,0 0 0-16,0 5 0 0,6-5-52 0,-6 5-12 15,0-10 0-15,0 10 0 0,0 0 0 0,-5 0 0 16,-12-5 0-16,17 10 0 0,-17-10 0 0,17 10 0 15,-17-10 0-15,11 10 0 0,-5 6 0 0,0-6 0 16,-6-10 0-16,5 20 0 0,1-5 0 0,-6 6 0 16,-11-1 0-16,5 0 0 0,-6-5 54 0,7 5 8 15,-12 1 2-15,-6-1 0 0,6 0-52 0,0 1-12 0,-12 4 0 16,6-5 0-16,1 0 0 0,5 1 0 0,-1 4 0 16,1 0 0-16,0-5 0 0,-6 1 0 0,6-1 0 15,-5 5 0-15,4 1 0 0,-4-6 0 0,5 5 0 16,0-5 0-16,11-4 0 0,-6-1-12 0,-5 0 3 0,0 0 0 15,12 0 9-15,-7 1 11 0,1-1-3 0,5-5 0 16,0-5-8-16,6 10 0 0,-5-10 0 0,5-5 0 16,0 0 0-16,0 0 0 0,0 0 0 0,0 0 0 15,0 0 0-15,11 5 0 0,0 0 0 0,-5 0 0 16,11-10 0-16,-5 5 0 0,10-5 0 0,7 5 0 16,11-5 0-16,-17 0 0 0,-12 0 0 0,12 0 0 15,11 5 0-15,-11-5 0 0,0 5 0 0,-6 0 0 16,11-5 0-16,-5 5 0 0,0-5 0 0,-1 5 0 15,1 0 0-15,-6 5 0 0,6-5 0 0,-6 0 0 16,0 0-46-16,-17 0-14 0,12-5-4 0,-12 5 0 16,17 0-51-16,-17 0-10 0,0 0-3 0,17 0-921 15</inkml:trace>
  <inkml:trace contextRef="#ctx0" brushRef="#br0" timeOffset="72830.351">12382 10922 288 0,'0'0'25'0,"0"0"-25"16,0 0 0-16,0 0 0 0,0 0 184 0,0 0 31 15,0 0 6-15,0 0 2 0,0 0-139 0,0 0-28 16,0 0-6-16,0 0-1 0,0 0 50 0,0 0 9 15,0 0 3-15,0 0 0 0,0 0-24 0,0 0-5 16,0 0-1-16,12 0 0 0,5-5-13 0,-6 5-4 16,6-5 0-16,0 5 0 0,6-5 0 0,-12 0 0 15,12 0 0-15,-6 0 0 0,0 0-51 0,12 5-13 16,-18 0 0-16,6 0 0 0,0 0 0 0,1-5 0 0,-1 5 0 16,0 0 0-16,0 5 0 0,0-5 0 15,-6 0 0-15,1 5 0 16,5-5-151-16,-6 0-33 0,-11 0-6 0,0 0-2 0</inkml:trace>
  <inkml:trace contextRef="#ctx0" brushRef="#br0" timeOffset="73182.111">12348 11150 748 0,'0'0'67'0,"0"0"-54"16,0 0-13-16,0 0 0 0,0 0 220 0,0 0 42 15,0 0 8-15,0 0 2 0,0 0-116 0,0 0-22 16,0 0-5-16,0 0-1 0,0 0-51 0,17 5-10 15,0-5-3-15,-5 5 0 0,5-5-51 0,0 0-13 16,0 0 0-16,6 0 0 0,-1 0 0 0,1 0 0 16,0-5 0-16,0 5 0 0,-6-5 0 0,0 5 0 15,6 0 0-15,-6 0 0 0,6-5 0 0,-6 0 0 16,0 0 0-16,0 5 0 0,0-5 0 0,0 5 0 16,-6-5 0-16,7 5-714 15,-7-5-146-15</inkml:trace>
  <inkml:trace contextRef="#ctx0" brushRef="#br0" timeOffset="86364.912">13727 10831 1285 0,'0'0'56'0,"0"0"13"0,0 0-55 0,0 0-14 16,0-10 0-16,0 0 0 0,0 10 59 0,5-10 9 15,-5 5 1-15,6-6 1 0,0 1-8 0,0 0-2 16,-6-5 0-16,5 10 0 0,-5 5 11 0,0 0 1 15,6-5 1-15,-6 5 0 0,0 0 13 0,0 0 2 16,0 0 1-16,0 0 0 0,0 0-9 0,0 0-1 0,0 0-1 16,0 0 0-16,0 15-16 0,0 5-3 15,-6 1-1-15,1 4 0 0,5 0-20 0,-6 11-4 0,-6-1-1 0,7 1 0 16,-1-1-13-16,0 0-4 0,1 1 0 0,-7 4 0 16,1-9-8-16,5 4-8 0,1 1 9 0,-1-1-9 15,-6-5 0-15,7 1 0 0,5-1 0 0,-12-4 0 16,7-6 0-16,-1 5 0 0,0-10 0 0,1 6 0 15,5-6-34-15,0-5-6 16,-6-5-2-16,6-5 0 0,0 0-122 0,0 0-25 0,0 0-5 16</inkml:trace>
  <inkml:trace contextRef="#ctx0" brushRef="#br0" timeOffset="86925.13">14205 10775 403 0,'0'0'36'0,"0"0"-36"15,0 0 0-15,0 0 0 0,0 0 301 0,0 0 54 16,0 0 10-16,0 0 3 0,0 0-244 0,0 0-48 15,0 0-9-15,0 0-3 0,18 0 0 0,-7 0 0 16,6 0 0-16,0-5 0 0,-6 5-10 0,7-5-2 16,-1 5-1-16,0-5 0 0,0-5-9 0,0 10-2 0,0-5 0 0,0 0 0 15,-5 0-22-15,5 5-5 16,0 0-1-16,-6 0 0 0,1 0-12 0,-1 5 9 0,-11-5-9 0,11 5 8 16,1 0 0-16,-12-5 0 0,5 15 0 0,7 0 0 15,-12 1 4-15,0-1 1 0,-6 5 0 0,6 0 0 16,-6 1 41-16,1-1 8 0,-7 0 2 0,7 5 0 15,-7 1-52-15,-5-6-12 0,6 5 0 0,-6-5 0 16,5 1 0-16,-5 4 0 0,-6 0 0 0,6 1 0 16,-6-6 0-16,1 0 0 0,-1 0 0 0,0 6 0 15,0-1 21-15,6-5 2 0,-6 1 0 0,1-6 0 16,5 5-37-16,-1 0-7 0,7-4-2 0,-6 4 0 16,0-10 56-16,5 0 11 0,7 0 3 0,-7 0 0 15,7-5-31-15,5-5-7 0,0 0-1 0,0 0 0 0,0 0-8 0,0 0 10 16,0 0-10-16,11 10 10 0,6-4-10 0,0-6 8 15,-5 5-8-15,10-5 8 0,-4 0-8 0,-1 0 0 16,0 0 0-16,0 0 0 0,0-5 0 0,6 5 0 16,-6 10 0-16,0-10 0 0,0 0 0 0,0 0 0 15,0 0 0-15,-5 5 0 16,5-5-49-16,-6 0-12 0,6 0-3 0,0 5 0 16,0-10-51-16,0 5-10 0,1-5-3 0,-1 5-1024 0</inkml:trace>
  <inkml:trace contextRef="#ctx0" brushRef="#br0" timeOffset="87269.822">15026 11059 1864 0,'0'0'83'16,"0"0"17"-16,-6 0-80 0,6 0-20 0,0 0 0 0,0 0 0 0,-6 5 73 0,6-5 11 16,0 0 3-16,0 0 0 0,0 0-12 0,0 0-3 15,0 0 0-15,0 0 0 0,18 10-31 0,-13 5-6 16,-10-5-2-16,5 1 0 15,0-11-20-15,5 10-4 0,-5 5-1 0,0-5 0 0,-5-5-8 0,5-5 0 16,5 10 0-16,-5-10 0 0,-17 5-11 0,17-5-7 16,0 0-2-16,0 0 0 15,0 0-180-15,0 0-37 0</inkml:trace>
  <inkml:trace contextRef="#ctx0" brushRef="#br0" timeOffset="87962.826">15926 10720 979 0,'6'5'87'0,"-6"-5"-70"0,0 0-17 0,0 0 0 15,17 5 119-15,-17-5 20 0,0 0 4 0,0 0 1 16,0 0-25-16,0 0-5 0,0 0-1 0,0 0 0 16,-6 0-27-16,6 0-6 0,0 0 0 0,0 0-1 15,-11-10-12-15,11 5-3 0,0 5 0 0,0 0 0 16,-6-16 0-16,-5 6 0 0,-1 5 0 0,7-5 0 16,10-5 0-16,-10 5 0 0,-12 5 0 0,11-6 0 15,6 11-51-15,-12-10-13 0,-5 5 0 0,0 0 0 16,0 0 0-16,6 0 0 0,-1 5 0 0,-5 0 0 0,-5-5 0 0,4 0 0 15,18 5 0-15,-17 5 0 0,-17 0 54 16,6 5 8-16,11-5 2 0,5 5 0 0,-11 1-52 0,1 4-12 16,4 5 0-16,1-5 0 0,6 0 0 0,-6 6 0 15,-6 4 0-15,6 0 0 16,6 1-48-16,-1 4-13 0,-5 0-3 0,6-4 0 16,5 9 78-16,0-4 15 0,1-6 3 0,-1 0 1 0,0-5-33 0,12 6 0 15,0-11 0-15,5 5 0 0,-5-5 0 0,5 1 0 16,6-6 0-16,6-5 0 0,-6 0 0 0,6-5 0 15,0-5 0-15,5 0 0 0,12-5 0 0,-6-1 0 16,0-4 0-16,-5-5 0 0,-1 0 0 0,-5-1 0 16,-6 1 0-16,0-5 0 0,0 0 9 0,1-1-9 15,4 1 0-15,-5 5 9 0,-11-6-9 0,11 6 0 16,0 5 0-16,0 0 8 0,-5-6 15 0,5 6 2 0,-6 5 1 16,1 0 0-16,-1 0-39 0,-11 10-8 0,0 0-2 0,0 0 0 15,12-5 37-15,-12 5 7 0,0 0 2 0,0 0 0 16,0 0-31-16,0 0-7 0,0 0-1 0,-12 10 0 15,1 10 16-15,5 6 13 0,0-1-2 0,-11 5-1 16,-6 1-2-16,6 4-8 0,6 1 12 0,0 4-4 16,-12-5-8-16,0 1 8 0,6-1-8 0,5 1 8 15,12-1-8-15,-5 1 0 0,-7-6 9 0,7 0-9 16,16 1 0-16,-11-6 0 0,-17 1 0 0,11-1 8 16,18-10-8-16,-12 5 0 0,-6-5 0 0,-5-4-8 15,5-1-19-15,6-10-3 16,0 0-1-16,0 0 0 0,-23 0-99 0,17-5-20 0,29-5-4 0,-11-6-1034 15</inkml:trace>
  <inkml:trace contextRef="#ctx0" brushRef="#br0" timeOffset="88987.307">16314 10968 288 0,'0'0'25'0,"0"0"-25"16,0 0 0-16,0 0 0 0,0 0 274 0,0 0 50 15,0 0 9-15,0 0 3 0,0 0-218 0,0 0-43 16,0 0-9-16,0 0-2 0,0 0 44 0,0 0 8 15,0 0 1-15,0 0 1 0,0 0-35 0,0 0-7 16,0 0-2-16,5 15 0 0,-5 0-8 0,-5 0-2 16,10 0 0-16,-5 6 0 0,-5-6-51 0,-1 5-13 0,0 0 0 15,0 6 0-15,1-1 0 0,-1 0 0 16,-5-4 0-16,-1 4 0 0,1 0 0 0,5-4 0 16,-5-1 0-16,-1 5 0 0,7-5 0 0,-1-9 0 0,-5 4 0 15,5-5 0-15,-5 5 0 0,5-10 0 0,6-5 0 0,0 0 0 16,0 0 0-16,0 0 0 0,0 0 0 0,11-10 0 15,1-5 0-15,-1 0 0 0,0-6 0 0,7 1 0 16,10-5 0-16,-11-1 0 0,-6 1 0 0,12 0 0 16,6-6 0-16,-6 1 0 0,-1 5 0 0,1-1 0 15,-6 6 0-15,0 5 0 0,12 0-12 16,-18 5 12-16,-5-6-8 0,5 6 8 0,12 5 0 0,-6 0 0 16,-11 0 0-16,5 5 0 0,1 0 0 0,5 5 0 15,0 0 0-15,-11 0 0 0,-6-5 0 0,11 15 0 16,6-4 9-16,0 4-1 0,-23 0 0 0,12 5 0 15,0-5 4-15,-6 6 0 0,-12-6 0 0,7 5 0 16,-7 0 1-16,1-4 1 0,11 4 0 0,-11-5 0 16,-12 0-34-16,11 0-8 0,18-4 0 15,-6-11-1-15,-11 10 52 0,5 0 10 0,6-10 3 0,0 0 0 16,17 0-58-16,-6-5-11 0,-5 0-3 0,6-5 0 0,16-1 36 16,-5 1 0-16,-17-5 0 0,5 5 0 0,12-10 0 0,5-1 0 15,-5 1 0-15,0 0 0 0,0 0 0 0,5-1 0 16,1 6 0-16,-7 0 0 0,1-5 0 0,0 10 0 15,0 0 0-15,0 4 0 0,-6 1 0 0,0 5 0 16,-17 0 0-16,17 5 0 0,-17-5 0 0,11 11 0 16,-11-11 0-16,17 10 0 0,-5 5 0 0,-7 0 0 15,1 0 0-15,0 6 0 0,-6-6 44 0,0 5 16 16,-6-5 4-16,0 5 0 0,6 1-52 0,-5-1-12 16,-1 5 0-16,-5-4 0 0,5-6 0 0,0 5 0 15,0 0 0-15,1-5 0 0,-7 1 0 0,12-1 0 16,-5 0 0-16,-1-5 0 0,6-10 0 0,-6 10 0 0,6-10 0 0,0 0 0 31,0 0-48-31,0 0-13 0,0 0-3 0,0 0-751 0,0 0-150 0</inkml:trace>
  <inkml:trace contextRef="#ctx0" brushRef="#br0" timeOffset="89494.734">17601 10395 2188 0,'0'0'48'0,"0"0"11"0,0 0 1 0,0 0 1 0,17-5-49 0,-5 0-12 16,-12 5 0-16,17 0 0 0,0-5 54 0,0 5 8 15,-17 0 2-15,17-5 0 0,0 5-52 0,0 0-12 16,6 0 0-16,-6 0 0 0,-17 0 54 0,17 0 8 16,6 5 2-16,-12 0 0 0,-11-5-52 0,18 5-12 15,-18-5 0-15,11 5 0 0,-5 6 0 0,-6-11 0 16,5 15 0-16,1-5 0 0,-6 0 54 0,0 5 8 16,-6 6 2-16,1-6 0 0,-7 0-52 0,1 0-12 0,-1 0 0 15,1 6 0-15,-6-1 0 0,6 0 0 16,-6-5 0-16,-1 5 0 0,-4 1 0 0,5-1 0 0,5-5 0 15,-5 0 0-15,0 1 54 0,0-6 8 0,0 0 2 0,5 0 0 16,7 0-64-16,-1 0-28 0,-5-5 3 0,11-5 0 16,-6 5 25-16,6 0 0 0,-12 0 0 0,7 1 11 15,5-6-11-15,0 0 8 0,0 0-8 0,0 0 8 16,0 0-8-16,17 0 0 0,6 5 0 0,-6-5 8 16,0 0-8-16,0-5 0 0,6 10 0 0,0-5 0 15,-1 0 0-15,-5 0 0 0,6-5 0 0,-6 5 0 16,6 5 0-16,-6-5 0 0,0 0-8 0,0 0 8 15,0 0-36-15,1-5-2 0,-7 5-1 16,0 0 0-16,6 5-137 0,-5-5-28 16,-6 5-6-16</inkml:trace>
  <inkml:trace contextRef="#ctx0" brushRef="#br0" timeOffset="90704.674">11470 13348 864 0,'0'0'38'0,"0"0"8"0,0 0-37 0,0 0-9 16,0 0 0-16,0 0 0 0,0 0 92 0,0 0 16 15,0 0 3-15,0 0 1 0,0 0-39 0,0 0-7 16,0 0-2-16,18 5 0 0,-18-5 52 0,0 0 9 16,0 0 3-16,0 0 0 0,0 0-27 0,0 0-5 15,0 0 0-15,0 0-1 0,0 0-20 0,0 0-4 16,0 0-1-16,0 0 0 0,0 0-34 0,0 0-8 0,0 0 0 15,0 0-1-15,11-10-27 0,-11 5 0 0,-6 0 0 0,1-6 0 16,5 6 56-16,-6-5 7 0,0 0 1 0,0 5 0 16,-5-5-52-16,5 5-12 0,-5 5 0 0,-6-5 0 15,6 0 54-15,-1 0 8 0,1 0 2 0,-1 5 0 16,7 0-52-16,-18 0-12 0,17 5 0 0,-11-5 0 16,0 5 0-16,-6 0 0 0,12 5 0 0,-12-5 0 15,0 5 0-15,6 0 9 0,0 5-9 0,0 6 8 16,6-1 0-16,-7 0-8 0,1 6 12 0,0-1-4 15,0 0 0-15,6 6 0 0,5-1 0 0,-11 0 0 16,6 6-8-16,-1-1 0 0,6 1 0 0,1-6 8 16,-1 6-8-16,6-6 0 0,6 5 0 0,-1-4 0 15,1-1 0-15,6 1 0 0,-7-6 0 0,18 5 0 0,-6-4-8 16,17-1 8-16,-5 0-10 0,5-10 10 0,12 1-16 16,-1-11 2-16,-5 0 1 0,6-5 0 15,5-5-93-15,-6-5-18 0,1-6-4 0,-6-4-717 16,11 0-143-16</inkml:trace>
  <inkml:trace contextRef="#ctx0" brushRef="#br0" timeOffset="90999.889">12245 13495 1947 0,'0'0'86'0,"0"0"18"0,0 0-83 0,0 0-21 0,0 0 0 0,0 0 0 16,0 0 64-16,0 0 8 0,17 5 1 0,-5 0 1 16,-12-5-22-16,17 5-5 0,6 0-1 0,-6-5 0 15,0 5-28-15,6-5-6 0,-6 0 0 0,6 5-1 16,-1-5-11-16,-5 0 0 0,12 0 0 0,-18 0 0 15,6 0 0-15,-17 0 0 0,18 0 0 0,-18 0 0 16,0 0-203-16,0 0-42 0,0 0-9 16,34 0-2-16</inkml:trace>
  <inkml:trace contextRef="#ctx0" brushRef="#br0" timeOffset="91237.767">12097 13733 2152 0,'0'0'96'0,"0"0"19"0,0 0-92 0,0 0-23 16,0 0 0-16,12 10 0 0,-12-10 12 0,17 5-1 16,6 0-1-16,-1 0 0 0,1 0 49 0,0 0 9 15,5 0 3-15,1-5 0 0,-1 0-63 0,1 0-8 16,-1-5-9-16,7 5 9 0,-1-5 10 0,-6 0 10 15,-5 0 1-15,5 0 1 16,1-5-189-16,-6 5-37 0,11-11-8 0,0 11-2 0</inkml:trace>
  <inkml:trace contextRef="#ctx0" brushRef="#br0" timeOffset="92018.265">13892 13292 518 0,'0'0'46'0,"0"0"-37"0,-11-5-9 0,11 5 0 16,0 0 254-16,0 0 49 0,-12-5 9 0,12 5 3 16,0 0-195-16,0 0-38 0,0 0-8 0,0 0-2 15,0 0 7-15,0 0 1 0,12-10 0 0,-1 0 0 16,0 0-23-16,7 5-4 0,4-1-1 0,-5 6 0 15,6-5-12-15,0 5-4 0,0 0 0 0,5 0 0 16,1 0-16-16,-1 0-3 0,6-5-1 0,1 5 0 16,-13 0-6-16,13 0-2 0,-7 0 0 0,-5-5 0 15,5 5-8-15,-5 0 0 0,-6 0 0 0,6 0 0 16,-23 0 0-16,17 0 0 0,0-5 0 0,-17 5 0 16,17 0 0-16,0 0 0 0,-17 0 0 0,0 0 0 0,0 0 28 15,18-5 3-15,-18 5 1 0,0 0 0 16,0 0-32-16,0 0 0 0,0 0 0 0,0 0 0 15,0 0 16-15,0 0-4 0,0 0 0 0,0 0 0 0,0 0 0 0,0 10 0 16,-6 5 0-16,0 1 0 0,-5-6-3 0,5 5-1 16,-5 0 0-16,-6 5 0 0,5 1-8 0,1-6 8 15,-6 5-8-15,0 5 8 0,-6 1 1 0,6-1 0 16,0 0 0-16,-1 6 0 0,-4-1-9 0,-1-5 0 16,-6 6 0-16,7-1 0 0,-1-4 0 0,0-1 0 15,-5 5 0-15,5 1 0 0,6-6 16 0,-6 0 0 16,6-4 1-16,0-1 0 0,0 0-27 0,5-5-6 15,1 0 0-15,-1 1-1 0,7-6 17 0,-1 0 0 16,6-10 11-16,0 0-11 16,0 0-36-16,0 0-13 0,0 0-3 0,11-5-1 15,1 0-127-15,5-5-24 0,6-6-6 0,5-4-784 0</inkml:trace>
  <inkml:trace contextRef="#ctx0" brushRef="#br0" timeOffset="92350.013">15037 13338 1728 0,'0'0'76'0,"0"0"16"0,-5-5-73 0,5 5-19 16,11-5 0-16,-11 5 0 0,0 0 38 0,0 0 4 15,0 0 1-15,0 0 0 0,23 0 17 0,-23 0 3 16,0 0 1-16,0 0 0 0,0 0 16 0,0 0 4 15,-6 10 1-15,0 0 0 0,6-10-16 0,-5 10-3 16,-7 5-1-16,-5-5 0 0,-6 5-17 0,6 6-4 16,6-6-1-16,-6 5 0 0,-12 0-19 0,12 6-3 15,6-1-1-15,-12 5 0 0,0-4-20 0,0-1 0 16,1 5 0-16,5-4 0 0,5-6 0 0,-5 5 0 16,-6-4 0-16,6-1 0 0,6 0 0 0,-1-5 0 15,1-5 0-15,-6 6 0 16,11-6-98-16,1 0-24 0,5-10-5 0,-12 5-1 15,1-5-112-15,11 0-24 0,0 0-4 0,-6-25 0 0</inkml:trace>
  <inkml:trace contextRef="#ctx0" brushRef="#br0" timeOffset="92569.218">14678 13404 748 0,'0'0'33'0,"0"0"7"0,0 0-32 0,0 0-8 0,0 0 0 0,0 0 0 15,0 0 322-15,0 0 62 0,0 0 13 0,0 0 3 16,0 0-269-16,6 15-54 0,-6-5-10 0,6 5-3 16,5 0 0-16,6 0 0 0,0 6 0 0,0-1 0 15,-11 0-51-15,5 5-13 0,12 1 0 0,-6-1 0 16,-5 0 0-16,5-4 0 0,0-1 0 0,0 0 0 16,6 6-12-16,0-11-4 0,-6 0-2 0,6 0 0 15,11 0-130-15,-12-10-25 0,-22-5-6 16</inkml:trace>
  <inkml:trace contextRef="#ctx0" brushRef="#br0" timeOffset="93324.548">15607 13115 864 0,'0'0'76'16,"0"0"-60"-16,0 0-16 0,0 0 0 0,-17 0 247 0,17 0 46 0,0 0 10 0,0 0 1 15,0 0-212-15,0 0-44 0,23-10-8 0,5 0-1 16,-5-1-3-16,0 6 0 0,-12 0 0 0,12 0 0 16,17-5-36-16,-12 5-10 0,-5 0-1 0,6 0 0 15,11-5 60-15,-12 5 12 0,-5 0 3 0,5 0 0 0,-5 5-52 0,-6 0-12 16,6 0 0-16,-6 5 0 15,-17-5 54-15,11 10 8 0,7 0 2 0,-7 0 0 0,-11-10-52 16,6 10-12-16,-1 5 0 0,1 1 0 0,0-1 0 0,-6 0 0 16,-6 0 0-16,0 0 0 0,12 1 0 0,-17 9 0 15,-1-5 0-15,-5 0 0 0,6 1 54 16,-6-1 8-16,-6 0 2 0,-6 0 0 0,-5 1-56 0,11-1-8 16,1 5-8-16,-13-10 8 0,-22 11 0 0,23-11 0 15,29 0 12-15,-12 5-3 0,-12-4-9 0,6-6 10 16,6 0-10-16,6 0 10 0,-6 0-10 0,5-5-9 15,-5-5 9-15,17 0-13 0,0 0 13 0,0 0 0 16,0 0 0-16,0 0 0 0,0 0 12 0,0 0 6 16,0 0 1-16,0 0 0 15,0 0-41-15,17 0-8 0,6 0-2 0,-6 0 0 0,-17 0 32 0,17 10 0 16,12-10 0-16,-6 10 0 0,-6-5 0 0,0 6 0 16,5-1 0-16,1 0 0 0,0 0 0 0,0 5 0 0,-12-5 0 15,6 6 0-15,6-1 0 0,-6 0 0 0,-11 0 0 0,0-5 0 16,5 5 10-16,0 1-10 0,-11-1 8 15,0 0-8-15,-11 0 12 0,11-5-4 0,0 5 0 0,-6 1 0 16,-16-1 2-16,4-5 0 0,13 5 0 0,-7 0 0 16,-10 1-10-16,-13-6 12 0,7 5-12 0,5 0 12 15,17-5-25-15,-11 0-5 0,-17-10-1 0,6 5 0 16,5-5 35-16,0-5 8 0,-11 0 0 0,0 0 1 16,11-5-57-1,0-5-11-15,0 0-2 0,0 5-1 0,-5-11-136 16,11 1-27-16,6-5-6 0,-1-1-1 0</inkml:trace>
  <inkml:trace contextRef="#ctx0" brushRef="#br0" timeOffset="93790.615">17208 13201 576 0,'0'0'51'0,"0"0"-41"0,0 0-10 0,0 0 0 16,0 0 258-16,-6 5 50 0,6-5 9 0,0 0 3 15,0 0-168-15,0 0-32 0,0 0-8 0,0 0 0 0,0 0-76 16,0 0-16-16,0 0-2 0,0 0-1 0,18 0 38 15,-1 5 7-15,5-5 2 0,1 0 0 0,0 0-52 16,5-5-12-16,1 0 0 0,-1 0 0 0,1 5 0 0,-6 0 0 16,0-5 0-16,5 5 0 0,-5-5 0 0,0 5 0 15,-6 0 0-15,5 0 0 0,-4 0 0 0,-18 0-12 16,0 0 3-16,17-5-1058 16</inkml:trace>
  <inkml:trace contextRef="#ctx0" brushRef="#br0" timeOffset="94106.259">17037 13505 633 0,'0'0'28'0,"0"0"6"0,0 0-34 0,0 0 0 0,0 0 0 0,0 0 0 16,0 0 250-16,0 0 43 0,0 0 9 0,0 0 2 16,0 0-192-16,0 0-39 0,0 0-7 0,0 0-2 15,0 0 52-15,0 0 9 0,0 0 3 0,17 5 0 16,-5-5-52-16,5 0-9 0,-6 0-3 0,12 0 0 16,-6 0-48-16,12-5-16 0,-7 5 8 0,7-5-8 15,-6 0 0-15,11 5 10 0,-6-5-10 0,6 0 8 16,1-1-8-16,-7 1 0 0,1 0 0 0,-1 0 8 15,-5 5-108-15,5 0-23 0,-5 0-4 0,6-5-937 16</inkml:trace>
  <inkml:trace contextRef="#ctx0" brushRef="#br0" timeOffset="97094.737">18729 13014 1897 0,'0'0'41'0,"0"0"9"0,0 0 2 0,0 0 2 0,0 0-43 0,-5 5-11 0,5-5 0 0,0 0 0 15,0 0 67-15,0 0 11 0,0 0 2 0,0 0 1 16,0 0-13-16,11-10-4 0,-5-1 0 0,5 1 0 16,6 0 0-16,-5 5 0 0,5-5 0 0,0 0 0 15,0 5-20-15,0 0-4 0,6 0 0 0,-6 5-1 16,6 0-11-16,-6 0-3 0,0 0 0 0,0 0 0 16,-6 0-25-16,7 5 0 0,-7 0 0 0,6 0 0 0,-6 5 0 0,1-5 0 15,-6 5 0-15,-6-10 0 0,11 5 0 16,0 10 0-16,-5-4 0 0,0 4 0 0,-6-5 0 0,0 5 0 15,0 0 0-15,0 5 0 0,-6-4 56 0,0 4 7 16,-5-5 1-16,0 0 0 16,-7 11-52-16,7-6-12 0,-6 5 0 0,0 6 0 0,-6-11 0 0,0 5 0 15,-5 6 0-15,5-1 0 0,-6 0 0 0,1 1 9 16,-1 4-9-16,1-4 12 0,0-1-12 0,-1 0 12 16,-5-4-12-16,5 4 12 0,-5 0-3 0,6-4 0 15,-1-1 0-15,1-5 0 0,11 1 3 0,-12 4 0 16,12-5 0-16,-6-5 0 0,12 0-1 0,-1 1 0 15,1-6 0-15,5 0 0 0,1 0-1 0,-1-5 0 16,6-5 0-16,0 0 0 0,0 0-10 0,0 0 10 16,0 0-10-16,11 10 10 0,-11-10-10 0,23 5 0 15,0-5 0-15,0 0 0 0,5 0 0 0,-5 0 0 0,0-5 0 0,5 5 0 16,1 0 0-16,-1-5 0 0,-5 0 0 0,0 5 0 16,5 0-11-16,-5-5 11 0,0 0-8 0,0 5 8 31,-1 0-36-31,1-5-1 0,0 5-1 0,-6 0 0 0,6-5-128 15,-6 5-26-15,0-5-4 0,6 5-1009 0</inkml:trace>
  <inkml:trace contextRef="#ctx0" brushRef="#br0" timeOffset="97468.483">19573 13029 2419 0,'0'0'53'0,"0"0"11"0,0-10 3 0,0 10 1 0,0 0-55 0,0 0-13 0,0 0 0 0,0 0 0 16,5-10 54-16,-5 10 8 0,0 0 2 15,0 0 0-15,0 0-52 0,0 0-12 0,0 0 0 0,0 0 0 16,0 0 0-16,0 0 0 0,0 0 0 0,6 15 0 16,-6 5 54-16,-6 0 8 0,6 11 2 0,-5 4 0 15,-1 0 0-15,-5 6 0 0,-1 0 0 16,1-1 0-16,-6 6-64 0,0-1-28 16,5 6 3-16,1-6 0 0,5 1 25 0,-5-6 0 0,-6-4 0 15,11-1 0-15,0-4-12 0,-5-1-4 0,5 1-1 0,0-11 0 31,1 0-94-31,5-10-18 0,0 0-4 0,0-10-666 0,0 0-133 0</inkml:trace>
  <inkml:trace contextRef="#ctx0" brushRef="#br0" timeOffset="98174.64">19920 13328 1728 0,'0'0'76'0,"0"0"16"0,0 0-73 0,0 0-19 16,0 0 0-16,0 0 0 0,0 0 55 0,0 0 7 15,0 0 2-15,0 0 0 0,12 5 0 0,-12-5 0 16,0 0 0-16,0 0 0 0,11 5 0 0,-5 0 0 15,-1 5 0-15,-5 0 0 0,0 0 0 0,0 5 0 16,0 6 0-16,-5-1 0 0,5 0-52 0,-6 5-12 16,0-4 0-16,1 4 0 0,-1 0 54 0,0-4 8 0,-5-1 2 15,5-5 0-15,-5 5-52 0,-1-5-12 0,7-4 0 0,-1 4 0 16,6-5 0-16,0 0 0 0,-6-5 0 0,6-5 0 16,0 0 0-16,0 0 0 0,0 0 0 0,0 0 0 15,0 0 0-15,0 0 0 0,6-10 0 0,0-5 0 16,-1 0 0-16,7-6 0 0,-1 1 0 0,6 0 0 15,0-11-48 1,6 6-13-16,0 0-3 0,0-6 0 0,0 1 52 0,-1 5 12 0,-5-1 0 0,12 6 0 16,11 5 0-16,-17 5 0 0,-6 5 0 0,0 0 0 15,11-5 0-15,-5 10 0 0,-23 0 0 0,0 0 0 16,11-6 0-16,7 12 0 0,-18-6 0 0,11 10 0 16,0 5 0-16,1-5 0 0,-12-10 0 0,5 15 0 15,-5 0 48-15,6 6 12 0,-12-1 2 0,6 5 1 16,-5 1-51-16,-1-1-12 0,0 0 0 0,1 0 0 0,-1 1 0 15,0-6 0-15,1 0 0 0,-1-4 0 0,6-6 0 0,0-5 0 16,0 0 0-16,0-5 0 0,0 0 0 0,0 0 0 16,0 0 0-16,17-10 0 0,6 0 0 0,-6-1 0 15,6-4 0-15,-1 0 0 0,1-5 0 0,0-1 0 16,0-4 0-16,5 5 0 0,1-5 0 0,-1-1 0 16,-5 6 0-16,6 5 0 0,-7 0 0 0,1-1 0 15,-6 11 0-15,-17 5 0 0,23-5 0 0,-23 5-8 16,17 5-1-16,0 0 0 0,0 11 9 0,-11-1 12 15,-6 5-2-15,6 0-1 0,-1 6-9 0,-5-1 0 0,-5 0 0 16,-1 1 0-16,6-1 0 0,0 10 0 0,-6-9 0 0,1-1 0 16,-1 0 0-16,0-9 0 0,12-1 0 0,-6-5 0 15,11 0 0-15,-11-10 0 0,0 0 0 0,0 0 0 32,0 0-152-32,0 0-32 0,0 0-6 0,6-10-898 0</inkml:trace>
  <inkml:trace contextRef="#ctx0" brushRef="#br0" timeOffset="98667.826">21185 12765 1728 0,'0'0'38'0,"0"0"8"0,0 0 2 0,0 0 0 0,0 0-39 0,0 0-9 16,0 0 0-16,0 0 0 0,0 0 53 0,0 0 9 16,0 0 2-16,12 0 0 0,-1 0 0 0,0-5 0 15,-11 5 0-15,17 0 0 0,1 0 0 0,-1-5 0 16,-6 5 0-16,6 0 0 0,6-5 0 0,-6 5 0 16,0 0 0-16,-17 0 0 0,17 0-52 0,0 5-12 15,-5 0 0-15,-1 0 0 0,-11-5 0 0,17 6 0 16,-5 4 0-16,-1-5 0 0,-11-5 0 0,0 15 0 15,0-15 0-15,6 10 0 0,-6 5 54 0,0-5 8 16,0 6 2-16,0-6 0 0,0 0-52 0,-6 5-12 16,0 0 0-16,-5 0 0 0,5 1 0 0,-5-1 0 15,-1 0 0-15,1 0 0 0,-6 0 0 0,5-5 0 0,-5 6 0 0,6-1 0 16,-6 0 0-16,-6-5 0 0,12 5 0 0,-6 1 0 16,0-6 54-16,5 0 8 0,1 0 2 0,-1 0 0 15,7 0-52-15,-1 0-12 0,6-10 0 0,0 0 0 16,0 0 0-16,11 10 0 0,-16 1 0 0,5-11 0 15,11 5-17-15,6 0-7 0,-17-5 0 0,17 5-1 16,-5-5 40-16,10 0 8 0,-10 0 1 0,11 0 1 16,-6-5-25-16,0 5 0 0,0-5 0 0,6 0 0 15,-6 5-41-15,0 0-14 16,0-11-2-16,0 6-1 0,0 5-112 16,-5 5-22-16,5-10-5 0,0 0-1 0</inkml:trace>
  <inkml:trace contextRef="#ctx0" brushRef="#br0" timeOffset="100605.382">25595 12001 1958 0,'0'0'43'0,"0"0"9"0,0 0 1 0,0 0 3 0,0 0-45 0,0 0-11 16,0 0 0-16,12 0 0 0,5-5 53 0,0 5 9 16,0 0 2-16,0 0 0 0,6 0 0 0,-6 0 0 15,0 0 0-15,6 0 0 0,0 0-52 0,-6 5-12 16,5-5 0-16,1 5 0 0,-6 0 0 0,0 0 0 16,1 5 0-16,-7-5 0 0,6 5 0 0,-11 0 0 15,-6-10 0-15,5 11 0 0,7-1 54 0,-12 5 8 16,0-5 2-16,-6 5 0 0,0 0-52 0,-5 6-12 15,0-1 0-15,-1 0 0 0,-11-5 0 0,6 6 0 16,0 4 0-16,-6-5 0 0,6-5 0 0,-5 6 0 16,-1 4 0-16,-6-10 0 0,6 0 0 0,6-5 0 15,-5 6 0-15,-1-1 0 0,6-5 0 0,0 0 0 16,5 0 0-16,1-5 0 0,-1 0 0 0,12-5 0 0,0 0 0 16,0 0 0-16,0 0 16 0,0 0 1 0,0 0 0 0,0 0 0 15,0 0-17-15,12 16 0 0,5-1 0 0,6-5 0 16,-6 0 0-16,0 0 0 0,-6 0 0 0,6 0-9 15,0 6 9-15,1-1 0 0,-1 0 0 0,-6 0 8 16,0 0 1-16,1 1 1 0,-6-1 0 0,-1 0 0 16,1 0 10-16,-6 0 3 0,0 6 0 0,0-1 0 15,-6-5-4-15,6 0-1 0,-5 0 0 0,-7-4 0 16,6-1-6-16,-5 0 0 0,0 5-1 0,-6-5 0 16,-1-5-2-16,1 5 0 0,-5-5 0 0,-1 0 0 15,6 0-9-15,-6-5 12 0,0 0-12 0,6 0 12 16,-11-5-12-16,5 0-14 0,0 0 3 0,0-5 1 15,0 5-86-15,1-5-16 16,5 0-4-16,5 0-688 0,6 0-136 0</inkml:trace>
  <inkml:trace contextRef="#ctx0" brushRef="#br0" timeOffset="101188.212">26245 12046 1497 0,'0'0'66'0,"0"0"14"0,0 0-64 0,0 0-16 0,0 0 0 0,0 0 0 16,0 0 106-16,0 0 18 0,0 0 3 0,11 10 1 15,1-4-52-15,-1-1-9 0,-11-5-3 0,17 5 0 16,0-5 0-16,6 5 0 0,5-5 0 0,-5 0 0 16,6 0-51-16,-1 0-13 0,6-5 0 0,-5 0 0 15,-1 5 54-15,-5-5 8 0,0-1 2 0,5 1 0 16,-5 5-52-16,-6-5-12 0,0 0 0 0,-5 5 0 15,5 0 0-15,-6 5 0 0,6-5 0 0,-17 0 0 16,0 0 54-16,6 5 8 0,5-5 2 0,-11 0 0 16,0 0-52-16,6 11-12 0,-6-11 0 0,0 0 0 15,0 0 0-15,6 10 0 0,-6-10 0 0,0 10 0 0,0-10 0 0,0 10 0 16,0 5 0-16,0-5 0 0,0 5 0 16,0 1 0-16,-12 4 0 0,7-5 0 0,-7 0 54 15,1 0 8-15,0 6 2 0,-1-1 0 0,1 0-52 16,-1 6-12-16,-5 9 0 0,0-10 0 0,6 1 0 0,-6 4 0 15,0-5 0-15,0 6 0 0,-6-6 0 0,6 0 0 16,-6 6 0-16,6-6 0 0,0 5 0 0,0-4 0 16,5-1 0-16,1 0 0 0,-6 1 0 0,5-6 0 15,7-5 0-15,-7 0 0 0,1 1-17 0,5-1 3 16,0-5 1-16,6-10 0 16,0 0-81-16,0 0-16 0,0 0-3 0,18 5-1 15,-1-5-90-15,0-5-17 0</inkml:trace>
  <inkml:trace contextRef="#ctx0" brushRef="#br0" timeOffset="101430.689">26957 12416 1958 0,'0'0'87'0,"0"0"17"15,0 0-83-15,0 0-21 0,0 0 0 0,0 0 0 16,0 0 107-16,0 0 17 0,0 0 3 0,0 0 1 16,0 0-103-16,0 0-25 0,0 0 0 0,6 15 0 15,-6 0 28-15,0-4 1 0,0-11 0 0,0 10 0 16,0 0-49-16,0-10-9 0,0 0-3 0,0 0 0 16,0 0-153-16,0 0-31 0</inkml:trace>
  <inkml:trace contextRef="#ctx0" brushRef="#br0" timeOffset="101852.212">27738 11986 1497 0,'0'0'66'0,"0"0"14"0,0 0-64 0,0 0-16 0,0 0 0 0,0 0 0 16,0 0 106-16,0 0 18 0,0 0 3 0,0 0 1 16,0 0 0-16,0 0 0 0,0 0 0 0,0 0 0 15,0 0-52-15,0 0-9 0,0 0-3 0,0 0 0 16,0 0-51-16,11 10-13 0,-11-10 0 0,6 15 0 15,5 0 54-15,-5 0 8 0,-12 6 2 0,6 4 0 16,-6 0 0-16,1 6 0 0,-7-1 0 0,7 5 0 16,-1 1-52-16,-6 4-12 0,7 1 0 0,-7-1 0 15,7 1 16-15,-7-1 0 0,7-4 0 0,-1-6 0 0,-5 6-16 16,5-1 9-16,0-4-9 0,0-1 8 0,12-5-8 16,-6 1 0-16,-6-1 0 0,1-5 0 0,-1 0 0 0,0-4-9 15,1-6 9-15,5 0-13 16,-6 0-60-16,6-10-12 0,0 5-3 0,0-5 0 15,0 0-73-15,0 0-15 0,0 0-4 0,0 0-902 16</inkml:trace>
  <inkml:trace contextRef="#ctx0" brushRef="#br0" timeOffset="103003.828">28575 12198 345 0,'0'0'31'0,"0"0"-31"0,0 0 0 0,0 0 0 16,0 0 313-16,0 0 57 0,0 0 11 0,0 0 3 15,0 0-225-15,0 0-45 0,0 0-9 0,0 0-1 16,0 15-64-16,6-4-12 0,-6 4-2 0,0-5-1 16,0 10 31-16,0-5 7 0,0 11 1 0,0-1 0 0,0 0-52 0,-6 1-12 15,6-1 0-15,-6 0 0 16,1 6 17-16,-1-1 1 0,0-5 0 0,6 1 0 0,-5-1-18 0,-1 0 0 15,0-9 8-15,1 4-8 16,-1 0-20-16,0-5-7 0,0-5-1 0,1 0-1 16,-1 1-126-16,6-11-25 0,0 0-4 0</inkml:trace>
  <inkml:trace contextRef="#ctx0" brushRef="#br0" timeOffset="103235.706">28336 12401 864 0,'0'0'76'15,"0"0"-60"-15,0 0-16 0,0 0 0 0,0 0 195 0,0 0 36 0,0 0 7 0,11 10 2 16,-11-10-90-16,6 10-18 0,-6-10-3 0,11 5-1 16,6 0-65-16,-5 0-14 0,-1 0-2 0,6 0-1 15,6-5-22-15,0 0-5 0,-6 0-1 0,0 0 0 31,6-10-35-31,0 5-7 0,5 0-2 0,-5-5 0 16,5 0-134-16,1 0-26 0,28-16-6 0,-12 1 0 0</inkml:trace>
  <inkml:trace contextRef="#ctx0" brushRef="#br0" timeOffset="103641.463">29344 11991 1958 0,'0'0'87'0,"0"0"17"0,0 0-83 0,0 0-21 16,0 0 0-16,0 0 0 0,0 0 48 0,0 0 6 16,0 0 1-16,0 0 0 0,0 0 14 0,0 0 3 0,6 0 1 0,-6 0 0 15,0 0-7-15,0 0-2 0,11 10 0 0,-5 0 0 16,0 5 0-16,-6 0 0 0,0 6 0 0,0 4 0 16,-6 5-51-16,0 6-13 0,1-1 0 0,-1 1 0 15,0 4 54-15,-5 1 8 0,5-1 2 0,1-4 0 16,-1 4-64-16,0 1-24 0,0-6 0 0,1 6 1 15,5-11 23-15,-6 0-11 0,6 6 11 0,-6-11-8 16,6-10-37 0,-5 0-7-16,5-4-2 0,0-11 0 0,0 0-183 0,0 0-37 15,0 0-7-15,0 0-2 0</inkml:trace>
  <inkml:trace contextRef="#ctx0" brushRef="#br0" timeOffset="104089.727">29669 12051 2152 0,'0'0'48'0,"0"0"9"0,0 0 3 0,0 0 0 0,0 0-48 0,0 0-12 16,0 0 0-16,0 0 0 0,12-5 48 0,-1 0 8 15,-11 5 2-15,17-5 0 0,6 0 18 0,0 0 3 16,-1 5 1-16,1-5 0 0,6 0-64 0,-1 0-16 15,-5 0 0-15,5 0 0 0,-5 5 0 0,0 0 0 16,0-5 0-16,-6 5 0 0,0 0 54 0,0 5 8 0,-17-5 2 0,17 0 0 16,-17 0-52-16,0 0-12 15,17 10 0-15,-17-10 0 0,0 0 0 0,17 15 0 16,-17-15 0-16,6 10 0 0,0 10 0 0,-6-4 0 0,0 4 0 0,0 0 0 16,-6 0 32-16,0 1 4 0,-5-1 1 0,0 5 0 15,-1 1-8-15,-5-1-1 0,-6 0-1 0,0 6 0 16,-5-6-27-16,0 0 0 0,-1-4 0 0,1 4 0 15,-7 0 0-15,7 0 0 0,-1 1 0 0,7 4 0 16,-1-10 0-16,6 1 0 0,-6 4 0 0,12-10 0 16,5 0 0-16,-6 1 0 0,7-1 0 0,-1-5 0 15,6 0 0-15,0-10 0 0,0 0 0 0,11 5 0 16,7 0 0-16,4 0 0 0,-5 0 0 0,12-5 0 16,-6 0-16-16,5-5 5 0,1 5 1 0,-1-5 0 15,1 0-16-15,-7 5-3 0,1-5-1 0,0 5 0 16,0 0-94-16,-6 0-20 0,0 0-3 0,0-5-638 15,0 5-128-15</inkml:trace>
  <inkml:trace contextRef="#ctx0" brushRef="#br0" timeOffset="104365.624">30433 12289 1972 0,'0'0'88'0,"0"0"17"0,0 0-84 0,0 0-21 0,0 0 0 0,0 0 0 16,0 0 104-16,0 0 16 0,11 16 3 0,-5-6 1 16,-6 0-100-16,5 0-24 0,1 5 0 0,0 0 0 15,-6 1 33-15,6-1 2 0,-12 0 0 0,6 0 0 31,0-5-56-31,0-10-11 0,0 0-3 0,6 10 0 16,-1 11-74-16,1-16-15 0,-6-5-4 0,0 0 0 0</inkml:trace>
  <inkml:trace contextRef="#ctx0" brushRef="#br0" timeOffset="104976.083">31316 12011 748 0,'0'0'67'0,"0"0"-54"16,0 0-13-16,0 0 0 0,0 0 241 0,11 0 46 16,1-5 9-16,-12 5 1 0,0 0-164 0,0 0-33 15,11-5-6-15,0 5-2 0,-5-10-21 0,-6 10-5 16,11-5-1-16,-5-6 0 0,-6 11-45 0,6-5-8 15,-6 5-3-15,6-10 0 0,-12-5 44 0,6 5 9 16,-6 0 2-16,0 0 0 0,1 0-15 0,-1-1-2 16,-5 1-1-16,-1 0 0 0,1 5-22 0,-1 0-5 15,1 5-1-15,-12-5 0 0,6 5-2 0,0 5-1 16,-6-5 0-16,6 5 0 0,-6 5-15 0,1 0 11 16,5 0-11-16,-6 6 10 0,0-1-10 0,0 5 0 15,0 0 0-15,1 6 8 0,-1-6-8 0,0 0 0 16,0 6 0-16,0-1 0 0,6 0 0 0,0 1 0 0,6-1 0 15,-6 0 0-15,11 0 0 0,0 1 0 0,6-6 0 0,6 0 0 16,-6 1-8-16,17-1 8 0,-5-10 0 0,5 0 0 16,0 0-19-16,6 0 1 0,5-10 0 0,6-5 0 15,0 0 44-15,-5-10 9 0,5 5 1 0,-5-5 1 16,5-1-8-16,-6-4-1 0,6 5-1 0,-11-5 0 16,6 5-27-16,-1-1-20 0,-5 1 3 0,0 0 1 15,-6 0 25-15,0 0 6 0,-6-1 1 0,-5 6 0 16,0 0-16-16,-1 0 0 0,1 0 0 0,-6 10 0 15,0 0 0-15,0 0 0 0,0 0 0 0,0 0 0 0,0 0 0 0,0 0 0 16,0 0 0-16,0 20 0 0,0 6 12 0,-6-1-1 16,1 0 0-16,-1 6 0 0,-5 4-11 0,5 5-16 15,-5-4 4-15,-1-1 1 0,1 6 11 16,-1-1 0-16,7 1 0 0,-1-11 0 16,6 1 0-16,-6-1 0 0,-5 6 0 0,5-11 0 0,6 0 0 0,-6 0 0 15,6-4 0-15,-5 4 0 0,-1 0 0 0,6-9 0 16,0-6 0-16,0 5 0 15,0-15-104-15,0 0-20 0,0 0-3 0,0 0-717 16,0 0-144-16</inkml:trace>
  <inkml:trace contextRef="#ctx0" brushRef="#br0" timeOffset="105690.885">25379 13733 633 0,'0'0'56'0,"0"0"-44"0,0 0-12 0,0 0 0 16,0 0 296-16,0 0 58 0,0 0 11 0,0 0 3 15,0 0-244-15,0 0-48 0,0 0-9 0,11 15-3 16,1-5 0-16,-12-10 0 0,5 15 0 0,1-5 0 15,0 5-51-15,-1 1-13 0,1-1 0 0,-6 5 0 16,6 0 54-16,-6 1 8 0,-6-1 2 0,0 10 0 16,-5 1-52-16,5-6-12 0,-5 10 0 0,5-4 0 15,-11-6 0-15,6 6 0 0,-6-1 0 0,5-5 0 16,1 1 0-16,5-1 0 0,-5-5 0 0,5 0 0 16,0-4-19-16,1-1-6 0,-7 0-2 0,6-5 0 15,6-10-161-15,0 0-33 0,0 0-7 0</inkml:trace>
  <inkml:trace contextRef="#ctx0" brushRef="#br0" timeOffset="105909.424">25259 14016 1440 0,'0'0'128'0,"0"0"-103"0,0 0-25 0,0 0 0 16,0 0 192-16,0 0 34 0,0 0 6 0,11-5 2 15,7 5-142-15,-7-5-29 0,6 0-6 0,0 5-1 16,6-5-8-16,0 5-1 0,0 0-1 0,5-5 0 31,-5 5-88-31,11 0-18 0,-11 0-3 0,11-5-1 16,-6 5 0-16,7-5 0 0,-1 0 0 0,0 0-947 0</inkml:trace>
  <inkml:trace contextRef="#ctx0" brushRef="#br0" timeOffset="106445.894">26513 13707 864 0,'0'0'76'0,"0"0"-60"16,0 0-16-16,0 0 0 0,0 0 297 0,5-10 57 15,7 5 11-15,-7 0 3 0,7-5-295 0,-1 5-58 16,6 0-15-16,0 0 0 0,0 0 54 0,1 0 8 16,4 5 2-16,1-5 0 0,-6 5-52 0,6 0-12 0,0 0 0 15,-6 0 0-15,0 0 0 0,0 0 0 16,-11 5 0-16,-6-5 0 0,11 10 0 0,-5 0 0 15,-6-10 0-15,0 0 0 0,6 15 54 0,-6 0 8 0,-6 0 2 0,6 1 0 16,-6 4-52-16,-5 0-12 0,-1 0 0 0,1 6 0 16,0-6 0-16,-1 5 0 0,-5 1 0 0,0-1 0 15,0 5 0-15,-6-4 0 0,6 4 0 0,0 0 0 16,-6 1 0-16,0-11 0 0,1 5 0 0,-1 1 0 16,-6-6 11-16,6 5-1 0,1-4 0 0,-7-1 0 15,1 0-2-15,-1-5-8 0,6 0 12 0,1 1-4 16,-7 4 4-16,12-5 1 0,0-5 0 0,6 0 0 15,-1 0 3-15,1 1 0 0,5-1 0 0,6-10 0 16,0 0-4-16,0 0 0 0,0 0 0 0,11 5 0 0,1 5-3 16,5-10-1-16,6 5 0 0,-6 0 0 0,0-5-8 15,6 0 8-15,0-5-8 0,5 5 8 0,-5-5-8 16,5 0 0-16,1 5 0 0,-1-5 0 16,-5 5 0-16,0 0-17 0,5 0 4 0,-5 0 1 15,11-5-105-15,-11 5-21 0,-6-5-4 0,0 0-986 16</inkml:trace>
  <inkml:trace contextRef="#ctx0" brushRef="#br0" timeOffset="106819.851">27498 13672 2127 0,'0'0'94'0,"0"0"20"0,0 0-91 0,0 0-23 0,0 0 0 0,0 0 0 16,0 0 69-16,0 0 10 0,0 0 1 0,0 0 1 15,0 0-13-15,0 0-4 0,0 0 0 0,0 0 0 16,0 0-51-16,0 0-13 0,0 0 0 0,-5 15 0 15,5 10 0-15,-6-4 0 0,0 4 0 0,0 10 0 16,1-4 54-16,-1 9 8 0,6 6 2 0,-6-1 0 16,1-4-52-16,-1 0-12 0,0 4 0 0,6-4 0 15,0 9 18-15,-5-4 1 0,5-11 0 0,0 1 0 0,-6-1-19 16,6-4 0-16,0-1 0 0,0-10 0 16,0 0-29-16,0 1-10 0,0-11-1 15,-6 0-1-15,6-10-142 0,0 0-28 0</inkml:trace>
  <inkml:trace contextRef="#ctx0" brushRef="#br0" timeOffset="107797.936">26792 15308 1267 0,'0'0'56'0,"0"0"12"0,0 0-55 0,0 0-13 16,0 0 0-16,0 0 0 0,0 0 105 0,0 0 19 15,-6 15 3-15,6-15 1 0,0 0 0 0,0 0 0 16,0 0 0-16,0 0 0 0,0 0-52 0,0 0-9 0,0 0-3 0,11 5 0 15,1 0-51-15,5-5-13 0,0 0 0 0,0 0 0 16,6-5 54-16,-6 0 8 0,6 5 2 0,0-5 0 16,5-5-64-16,-11 5 0 0,0-6-14 0,6 6 2 15,-6 0 2-15,6 0 0 0,0 0 0 0,-6 5 0 32,6 0-114-32,-12-5-24 0,-11 5-4 0</inkml:trace>
  <inkml:trace contextRef="#ctx0" brushRef="#br0" timeOffset="108082.175">26695 15510 1094 0,'0'0'48'0,"0"0"11"0,0 0-47 0,0 0-12 16,0 0 0-16,0 0 0 0,0 0 245 0,0 0 47 16,0 0 10-16,0 0 2 0,0 0-192 0,11 0-39 15,6 5-7-15,-5 0-2 0,5-5-51 0,0 0-13 16,0 5 0-16,12-5 0 0,-7 0 0 0,1 0 0 16,6 0 0-16,5 0 0 0,-6 0 8 0,6-5 0 15,-5 5-8-15,-1-5 12 16,12 0-164-16,0 0-34 0</inkml:trace>
  <inkml:trace contextRef="#ctx0" brushRef="#br0" timeOffset="108666.95">27749 15004 1612 0,'0'0'144'0,"0"0"-116"15,0 0-28-15,0 0 0 0,0 0 134 0,0 0 21 16,0 0 4-16,0 0 1 0,0 0-77 0,11 0-15 16,6 0-4-16,1 5 0 0,4-5 0 0,1 0 0 15,6 0 0-15,-1-5 0 0,6 5-52 0,6-5-12 16,0 0 0-16,0-6 0 0,0 6 0 0,-6-5 0 16,0 0 0-16,-5 5 0 0,-1-5 0 0,1 5 0 15,-7 0 0-15,1 0 0 0,-6 0 0 0,6 0 0 16,-6 0 0-16,-5 5 0 0,5-5 55 0,-17 5 7 0,17 0 2 0,-17 0 0 15,0 0-52-15,0 0-12 0,11 5 0 0,-11-5 0 16,0 0 0-16,0 0 0 0,0 0 0 16,12 10 0-16,-12-10 54 0,5 10 8 0,-5 5 2 0,0 0 0 15,0 0-64-15,-5 1-16 0,-1-1-2 0,-5 5 0 16,5 0 18-16,-11 6 0 0,5-6 0 0,1 5 9 16,0 1-9-16,-7 4 8 0,1 0-8 0,6 1 8 15,-6-1 2-15,0 0 0 0,-6 6 0 0,-6-1 0 16,7-4-10-16,5 4 0 0,-12 1 0 0,12 4 0 15,-6-4 0-15,6-1 12 0,0 0-12 0,0-4 12 16,6 4-12-16,-1-4 0 0,6-6 0 0,1 0 0 16,5-4 0-16,-6-6-14 0,6 5 3 0,0-10 1 15,0-10-40 1,0 0-8-16,0 0-2 0,17 5 0 0,0-5-122 0,0-10-25 0,0 0-5 0,1-10 0 16</inkml:trace>
  <inkml:trace contextRef="#ctx0" brushRef="#br0" timeOffset="109061.351">28940 14908 921 0,'0'0'82'0,"0"0"-66"0,0 0-16 16,0 0 0-16,0 0 265 0,0 0 50 0,0 0 9 0,0 0 3 16,0 0-191-16,0 0-37 0,0 0-8 15,0 0-2-15,0 0-20 0,0 0-4 16,17 0-1-16,-17 0 0 0,0 0 0 0,6 10 0 0,-6-10 0 0,5 15 0 16,1 5-51-16,0 0-13 0,-12 1 0 0,6-1 0 15,-6 10 54-15,1-4 8 16,5 4 2-16,-12 5 0 0,7 1-52 0,-1-1-12 0,0 6 0 0,-5-6 0 15,5 6 0-15,-5 14 0 0,-1-9 0 0,1 0 0 16,5-6 0-16,0-4 0 0,1-1 0 0,-1-5 0 16,0 1 0-16,1-6 0 0,-1 0 0 0,6-4 0 15,-6-1 0-15,6-5 0 0,-5 0 0 0,5-5 0 16,0 1-17-16,0-11-7 0,0 0 0 0,0 0-1 16,0 0-114-16,0 0-22 0,0 0-5 0,0 0-629 15,11-21-125-15</inkml:trace>
  <inkml:trace contextRef="#ctx0" brushRef="#br0" timeOffset="110149.652">29293 15206 1335 0,'0'0'59'0,"0"0"13"0,0 0-58 0,0 0-14 16,0 0 0-16,0 0 0 0,0 0 100 0,0 0 18 0,0 0 3 0,0 10 1 16,0-5-41-16,0-5-8 15,0 11-1-15,6 4-1 0,-6-15-16 0,0 10-3 16,5 5-1-16,-5 0 0 0,0 1 0 0,0 4 0 16,0-5 0-16,0 5 0 0,0 0-15 0,0 1-4 0,-11-1 0 0,11 5 0 15,-6 1-12-15,1-6-2 0,-1 0-1 0,6 0 0 16,-6 1-8-16,1-6-1 0,5 0-8 0,-6-5 12 15,0 0-12-15,6-10 11 0,0 0-11 0,0 0 10 16,0 0-10-16,0 0 0 0,0 0-10 0,0 0 10 16,12-10-28-1,-7 0 1-15,7-5 0 0,-7-5 0 0,7 4 10 0,-1-4 1 0,6-5 1 0,-5 5 0 16,-1-1 6-16,6-4 1 0,0 0 0 0,-5 4 0 16,-1-4 8-16,0 5-10 0,7 0 10 0,-1 4-10 15,0 6 10-15,-6-5 0 0,6 5-9 0,-5 0 9 16,5 10 0-16,0-5 0 0,0 5 0 0,-6 0 0 0,1 0 0 15,5 5 0-15,0 0 0 0,-6 5 0 16,1 0 12-16,-1 0 1 0,-5 5 0 0,-1 6 0 16,1-6 3-16,0 5 1 15,0-5 0-15,5 6 0 0,-5-1 2 0,-1 5 0 0,1-5 0 0,-6 1 0 0,0-1-6 0,0 5-1 16,-6 1 0-16,6-6 0 0,-5-5-4 0,-1 0 0 16,0 0-8-16,6-4 12 0,0-11-12 0,0 0 0 15,0 0 8-15,0 0-8 0,0 0 0 0,0 0-12 16,0 0 3-16,6-16 0 0,5 6-13 0,1-5-2 15,5-5-1-15,0 5 0 0,-6-11 10 0,12 6 3 16,-6 0 0-16,6-1 0 0,0-4 3 0,0 0 1 16,-1 5 0-16,1-6 0 0,6 6 8 0,-7 0-10 15,1 0 10-15,0 4-10 0,-6 6 10 0,6 0 0 0,-6 0 0 16,0 0 0-16,-17 10 0 0,17 0 0 0,-17 0 0 16,17 10 0-16,-17-10 18 0,12 10-1 0,5 5 0 0,-6 0 0 15,-5 6 2-15,0-6 0 0,-1 5 0 0,1 0 0 16,-6 1-3-16,0 4-1 0,0 0 0 0,0-4 0 15,-6-1-4-15,1-5-1 0,-1 5 0 16,6-5 0-16,-6 6-10 0,0-6 10 0,1-5-10 0,-1 5 10 31,6-15-32-31,0 0-6 0,0 0-2 0,0 0 0 0,0 0-166 16,0 0-34-16</inkml:trace>
  <inkml:trace contextRef="#ctx0" brushRef="#br0" timeOffset="110726.164">30569 14583 1728 0,'0'0'76'0,"0"0"16"0,0 0-73 15,0 0-19-15,0 0 0 0,0 0 0 0,0 0 55 0,0 0 7 16,0 0 2-16,0 0 0 0,17-5 0 0,1 0 0 16,-7 5 0-16,6-5 0 0,0 5-52 0,0-5-12 0,0 5 0 0,-5 0 0 15,5 0 54-15,0 0 8 0,-6 5 2 0,6 0 0 16,-5-5 0-16,-12 0 0 0,11 5 0 0,-11-5 0 15,0 0-52-15,0 0-12 0,12 10 0 0,-1 1 0 16,-11-11 0-16,6 15 0 0,-6-5 0 0,0 5 0 16,-6-5 0-16,0 5 0 0,1-4 0 0,-1 4 0 15,-6 0 54-15,1 0 8 0,0 0 2 0,-6 1 0 16,5-1-52-16,-5-5-12 0,0 5 0 0,6 0 0 16,-6-5 0-16,5 0 0 0,-5 1 0 0,0-1 0 15,6 0 0-15,-1 0 0 0,1 0 0 0,-1 0 0 16,7 0 0-16,-7 1 0 0,1-6 0 0,11-5 0 15,0 0 0-15,0 0 0 0,0 0 0 0,0 0 0 16,-6 15 0-16,6-15 0 0,0 0 0 0,0 0 0 16,12 10 0-16,-12-10 0 0,0 0 0 0,17 5 0 15,5 0 0-15,1-5 0 0,-6 0 0 0,6 0 0 0,-6 0 0 0,0 0 0 16,6 0 0-16,-6 0 0 0,0 0 0 0,0 0 0 16,0 0 0-16,-5 0 0 0,5 0 0 0,-11 5 0 15,-6-5 0-15,17 0 0 16,-6-5-48-16,6 5-13 0,-17 0-3 0,0 0 0 15,12 0-102-15,-12 0-21 0,0 0-4 0,11 0-794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17T04:51:53.76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26735 4628 1728 0,'0'0'76'0,"0"0"16"0,0 0-73 0,0 0-19 0,0 0 0 16,0 0 0-16,0 0 60 0,0 0 9 0,0 0 2 0,5-11 0 16,-5 11-12-16,0 0-3 0,0 0 0 0,0 0 0 15,0 0-44-15,0 0-12 0,0 0 0 0,0 0 0 16,0 0 42-16,0 0 3 0,6 16 1 0,6-1 0 15,-7 0-6-15,-5 5 0 0,6 11-1 0,-6 4 0 16,0-5-4-16,0 6-1 0,0-1 0 0,-6 6 0 16,6-6-20-16,-5 6-4 0,-1-1-1 0,0 1 0 15,0-11 3-15,1 1 1 0,5-1 0 0,-6 0 0 16,6-4-13-16,-6-1 0 0,6 0 8 0,0-9-8 16,0-1 0-16,0-15 0 0,0 0 0 0,0 0 0 0,0 0 0 15,0 0-20-15,0 0 4 0,0 0 0 0,6-15 16 16,0-11 0-16,5-14 0 0,1 4 0 0,-7 1 0 0,7-11 0 15,5 1 0-15,6-6 0 0,-6 11 0 0,0-1 0 16,0 6 0-16,6-1 0 0,-1 11 0 0,-5-1 0 16,6-4 0-16,-6 10 0 0,0 15 0 0,1-15 0 15,-1 14 0-15,0-9 0 0,0 5 48 0,-6 10 12 16,6-15 4-16,6 15 0 0,-6-5-52 0,6 0-12 16,-6 5 0-16,0 10 0 0,0-5 0 0,0 5 0 15,0 0 0-15,-5 5 0 0,-1 11 14 0,1-11 3 16,-7 20 1-16,1-9 0 0,0 4-3 0,-1 11-1 15,-5-1 0-15,6-4 0 0,-6 4-14 0,0-4 11 16,0 4-11-16,0-4 10 0,0-6-10 0,0-5 0 16,0 6-10-16,0-6 10 15,0 0-54-15,6-10-5 0,-6 6-1 0,0-6 0 16,0-15-133-16,0 0-27 0,0 0-6 0</inkml:trace>
  <inkml:trace contextRef="#ctx0" brushRef="#br0" timeOffset="235.765">26866 5124 1440 0,'0'0'64'0,"0"0"12"16,0 0-60-16,0 0-16 0,0 0 0 0,0 0 0 15,0 0 210-15,0 0 39 0,0 0 8 0,17 0 2 0,0 10-146 16,0-5-29-16,6-5-5 0,5 0-2 15,1-5-61-15,-1 5-16 0,12-10 0 0,0 10 0 0,-6-15 0 0,12 5 0 16,-12-6-12-16,6 6 12 16,-6 0-118-16,0 0-17 0,-5-5-3 0,5 5-891 15</inkml:trace>
  <inkml:trace contextRef="#ctx0" brushRef="#br0" timeOffset="1255.565">24894 4278 1400 0,'0'0'62'0,"0"0"13"0,0 0-60 0,0 0-15 16,0 0 0-16,0 0 0 0,0 0 73 0,0 0 12 15,0 0 3-15,0 0 0 0,0 0-14 0,0 0-2 16,0 0-1-16,6 10 0 0,-6-10-24 0,6 10-5 15,-1 1-1-15,1 4 0 0,0-5 11 0,0 5 3 16,-6 10 0-16,11-9 0 0,-5 9-3 0,-1-5-1 16,1 5 0-16,0 6 0 0,-1 4-19 0,1 1-4 15,0-11-1-15,0 5 0 0,-6 6-11 0,0-6-1 16,11-4-1-16,-11-1 0 0,6 0-14 0,-6-5 9 16,5-4-9-16,-5 4 8 0,12-5-8 0,-12 0 10 15,0 1-10-15,0-16 10 0,0 0-10 0,0 0 8 0,0 0-8 16,0 0 8-16,0 0-16 0,0 0-4 0,5-16-1 15,-5 1 0-15,0-5 26 0,0-5 6 0,0-1 1 0,-5-4 0 16,5-1-20-16,0-4 0 0,0 0 8 0,5 4-8 16,-5-4 0-16,0-1 0 0,6 1 0 15,0-1 0-15,5 1 0 0,1 5-9 0,-7-1 9 0,1 1 0 16,5-1 0-16,1 6 9 0,-1-5 0 0,6 9 0 16,0 1 23-16,0 5 5 0,1-5 1 0,-1 5 0 15,0 4-38-15,0 6 0 0,0-5-14 0,0 5 4 16,0 5 10-16,-5 5 11 0,5 5-3 0,0 0 0 15,-6 6-8-15,6-6 0 0,-11 5 0 0,5 10 0 16,-5-9 0-16,-6 9 0 0,0 0 0 0,0 0 0 0,0 1 0 16,-6 4 0-16,-11-4 0 0,6-1 0 0,-6 0 32 15,5 0 2-15,-5 1 0 0,0-1 0 0,-6-15-24 0,6 10-10 16,0-9 8-16,0-1-8 0,6 0 8 0,-6 5-8 16,5-15 0-16,1 0 8 0,11 0-8 0,-12 0 0 15,7 0 0-15,5 0 8 0,0 0-8 0,0 0 0 16,-12 0 0-16,12 0 0 0,0 0 0 0,0 0-9 15,0 0 9-15,0-20-10 0,0 15 10 0,0 5 0 16,6-15-9-16,5 9 9 0,-5 1 0 0,5-5 0 16,1 5 0-16,-1 5 0 0,6 0-9 0,-5 0 9 15,5 0 0-15,-6 5 0 0,6 5 0 0,0-5 0 16,1 1 0-16,-1 9 0 16,0-5-32-16,-6 5 1 0,1 0 0 0,-1 0 0 0,6 1 58 0,-11-1 11 15,-1 10 2-15,1-10 1 0,-6 1-22 0,0 4-5 16,0 5-1-16,-6-10 0 0,1 0-2 0,-1 1-1 0,-5 4 0 0,5-5 0 15,-11 5-10-15,5 1 12 0,-5-6-12 0,6 10 12 16,0-20-12-16,-7 15 0 0,1-14 9 0,0 4-9 16,0 0 0-16,0-5-10 0,0-5 1 0,0 5 0 15,5-5-111 1,1 0-21-16,0 0-5 0,-6-5-687 0,5 0-138 0</inkml:trace>
  <inkml:trace contextRef="#ctx0" brushRef="#br0" timeOffset="2241.972">26256 7479 1778 0,'0'0'79'0,"0"0"16"0,0 0-76 0,0 0-19 0,0 0 0 0,0 0 0 16,0 0 78-16,0 0 12 0,6 0 2 0,-6 0 1 15,6 5-23-15,5 5-5 0,-5-10-1 0,5 15 0 16,-5-10-26-16,5 10-6 0,1 6 0 0,-7-6-1 15,7 10-7-15,-1-5-2 0,0 1 0 0,1 4 0 16,-6 0 3-16,5 6 1 0,0-1 0 0,1-5 0 16,-7 1-16-16,1-1-10 0,5 0 12 0,-5 1-12 0,-6-6 24 15,6 5-1-15,0-10-1 0,-1 6 0 0,1-6-14 0,0 0-8 16,-6-5 8-16,0-10-8 0,0 0 0 0,0 0 8 16,0 0-8-16,0 0 0 0,0 0 0 0,0 0-15 15,0-10 3-15,0 0 0 0,0-10-1 0,-6-1 0 16,-5 1 0-16,11-5 0 0,-6-6 1 0,0 1 1 15,0 0 0-15,6-6 0 0,-5 1 11 0,5-1 0 16,-6 6-9-16,6-6 9 0,0 1 0 0,6 0 0 16,-6 4 0-16,5 1 0 0,1 4 0 0,6 1 13 15,-7 0-1-15,7 5-1 0,-1-1 3 0,0 1 1 16,7 10 0-16,-7 0 0 0,0 0-1 0,6 0 0 16,-5 4 0-16,5 1 0 0,0 5-1 0,0 0 0 15,0 5 0-15,-5 1 0 0,5 4-1 0,-6 0 0 16,0 0 0-16,1 5 0 0,-1 5-2 0,-5-4-1 0,0 4 0 0,-1 0 0 15,1 0-1-15,-6-5 0 0,0 1 0 16,-6 9 0-16,6-10 0 0,-11 0 0 0,5 6 0 16,1-1 0-16,-7-5-8 0,1-5 10 0,5 0-10 0,-5 0 10 15,-1 1-10-15,1-1 0 0,0 0 9 0,-1-5-9 16,12-5 0-16,-11 5 0 0,11-5 0 0,-12 5 0 16,1-5 0-16,11 0-10 0,0 0 10 0,0 0 0 15,0 0-12-15,0 0 12 0,0 0-12 0,0 0 12 16,0 0-13-16,0 0 4 0,0 0 1 0,11-5 0 15,1-5 8-15,-1 5-10 0,6 0 10 0,0 0-10 16,0 5 10-16,0-5 0 0,6 5 0 0,-6 5 0 16,6 0 11-16,0 0 1 0,-6 0 0 0,0 5 0 15,0 0-4-15,-5 0 0 0,-1 0 0 0,0 6 0 16,-5-6 0-16,0 5 0 0,0 0 0 0,-1 0 0 16,-5-5-28-16,0 6-5 0,6-6-2 15,-12 5 0-15,1-5 55 0,-1 0 12 0,0 0 1 0,-5 0 1 0,-1 6-27 0,1-6-6 16,-6 0-1-16,0 0 0 0,0 0-8 0,-6 0 8 15,6-5-8-15,-6 5 8 0,-6-10-8 0,7 6-9 16,-7-1 9-16,6-5-13 16,-5-5-20-16,-1 5-4 0,1-6-1 0,-1-4 0 15,-5-5-150-15,6-5-29 0,-6 0-7 0</inkml:trace>
  <inkml:trace contextRef="#ctx0" brushRef="#br0" timeOffset="3269.278">29139 4212 1400 0,'0'0'62'0,"0"0"13"0,0 0-60 0,0 0-15 16,0 0 0-16,0 0 0 0,0 0 110 0,0 0 19 15,0 0 4-15,0 0 1 0,0 0-38 0,0 0-8 16,0 0-2-16,0 0 0 0,0 0-35 0,12 10-7 0,-7 6-2 0,1 4 0 16,0 0-4-16,-6 0-1 0,5 6 0 0,1-1 0 15,0 0-7-15,0 1-2 0,-6-1 0 16,5 5 0-16,-5 1-8 0,6-6-3 0,0 0 0 0,-6 1 0 16,5-1-4-16,-5-5-1 0,0 1 0 15,0-1 0-15,0-5-4 0,0-5 0 0,0-10-8 0,0 10 12 16,0-10-4-16,0 0 0 0,0 0-8 0,0 0 12 15,0 0-4-15,0 0-8 0,0 0 11 0,0 0-11 16,0 0 16-16,0-10-4 0,0-5-1 0,0-5 0 16,0-1-3-16,0-4-8 0,6-5 12 0,-6 4-4 15,6 1-8-15,-1-15 0 0,1 9 0 0,0-4 8 16,-1 4-8-16,7 6 0 0,-1-10 0 0,-5 4 0 0,5 6 0 16,1 5 8-16,-1-6-8 0,1 11 8 0,-1-5-8 15,0 5 12-15,6 5-12 0,-5-1 12 0,-1 6-12 0,1-10 10 16,5 15-10-16,0-5 10 0,0 5-10 0,0 0 12 15,0 5-12-15,0-5 12 0,0 5-12 0,-5 5 0 16,-1-10-12-16,0 10 12 0,1 6 0 0,-1-16 0 16,-5 10 0-16,0 5 0 0,-6-15 14 0,0 10 10 15,0 5 3-15,0 11 0 0,-12-21-10 0,7 15-1 16,-7-5-1-16,1 5 0 0,-6-4-4 0,5-1-1 16,-5 5 0-16,6-5 0 0,-6 0-10 0,5 6 8 15,-5-16-8-15,6 5 8 0,-6 0-8 0,5-5 10 16,1 5-10-16,-6-5 10 0,5 0-10 0,7 5 0 15,-7-4 0-15,12-6 0 0,0 0 0 0,0 0 0 16,-5 5 0-16,5-5 0 0,0 0 0 0,0 0 0 0,0 0 0 16,0 0 0-16,0 0 0 0,0 0 0 0,17 5 0 0,0 5 0 15,11-10-9-15,-5 5 9 16,11 0 0-16,-5-5 0 0,11 5 0 0,-6 5 0 0,-6-10 0 0,7 0 0 16,-1 5 0-16,-11 0 0 0,-1 10 0 0,-5-4 0 15,0-6 8-15,1 5-8 0,-13 5 11 0,-5 0-11 16,0 0 20-16,-5 6-2 0,-7-1-1 0,1 5 0 15,-6 0-2-15,-6 1-1 0,6-11 0 0,0 5 0 16,-6-5-6-16,-6 1 0 0,1-1-8 0,5-5 12 16,0 5-12-16,1-10 8 0,-1 5-8 0,0-5 0 15,6 6 0-15,-6-11 0 0,0-11-13 0,6 1 4 16,0 0-30-16,0 0-5 0,0-5-2 16,0 0-884-16,5-1-177 0</inkml:trace>
  <inkml:trace contextRef="#ctx0" brushRef="#br0" timeOffset="6559.693">11875 4146 1440 0,'0'0'128'0,"0"0"-103"0,0 0-25 0,0 0 0 16,0 0 136-16,0 0 21 0,0 0 5 16,0 0 1-16,0 0-79 0,0 0-16 0,11 0-4 0,-11 0 0 15,0 0-41-15,12 16-9 0,-12-6-2 0,6 5 0 16,-6-5 17-16,5 5 3 0,1 1 1 0,-6-1 0 15,0 10-1-15,-6-5-1 0,6 6 0 0,-5 9 0 16,-1-10-9-16,6 6-2 0,-17 4 0 0,11 1 0 16,-5-1 10-16,-1 6 2 0,1 4 0 0,-1 1 0 15,1-6-20-15,-6 6-3 0,6-1-1 0,-1-4 0 16,1 5-28-16,5-11-5 0,-11 5-2 16,11-9 0-16,-5-1 27 0,5-4 0 0,-5-1 0 0,11 0 0 15,-6-15 0-15,6 6 0 0,0-16 0 0,0 0 0 16,0 0 46-16,0 0 14 0,0-16 4 0,0 6 0 0,6-15-52 15,-1 0-12-15,7-11 0 0,-1-4 0 0,1 4 0 16,-1-14 0-16,6-6 0 0,6 0 0 0,-12 5 0 0,6 6-18 16,1-6 4-16,4 11 1 0,-5-6 13 15,6 6 0-15,0 4 0 0,5 1 0 0,-5 4 0 16,6-9 0-16,-1 9 0 0,1 1 0 0,5 0 22 0,-6 4 7 16,-10 6 2-16,10-5 0 0,0 15-31 0,1-16 0 15,-6 11-11-15,5 5 11 0,-11 0 0 0,6 5 0 16,-6 0 0-16,0 5 0 0,6 5 9 0,-11 0-9 15,5 5 10-15,-6 15-10 0,-5-15 16 0,-1 16-2 16,-5-1-1-16,0 16 0 0,-5-16 1 0,-1 15 0 16,0-4 0-16,1 10 0 0,-7-6-14 0,1 6 8 15,5 4-8-15,-5 1 0 0,-1-6 8 0,1 11-8 16,0-20 0-16,-1 14 0 0,6-9 0 0,1 4 0 16,-1-4 0-16,0-6 0 0,-5 6-9 0,5-16-2 15,6 6 0-15,-11-1 0 16,5-15-28-16,0 0-5 0,6 6-2 0,0-21 0 15,-5 5-161-15,5-5-32 0</inkml:trace>
  <inkml:trace contextRef="#ctx0" brushRef="#br0" timeOffset="6793.93">11926 4678 864 0,'0'0'76'16,"0"0"-60"-16,0 0-16 0,0 0 0 0,0 0 328 0,0 0 64 15,0 0 12-15,0 0 2 0,6 10-315 0,5 0-63 16,1 1-13-16,-1-6-3 0,6-5-12 0,6 10 0 16,0-10 0-16,5 0 0 15,7 0-19-15,4 0-6 0,1 0-2 0,-6-15-1001 16</inkml:trace>
  <inkml:trace contextRef="#ctx0" brushRef="#br0" timeOffset="7158.355">12855 4516 2188 0,'0'0'97'0,"0"0"20"0,0 0-93 0,0 0-24 0,0 0 0 0,0 0 0 15,0 0 56-15,11 5 6 0,7 0 2 0,4 5 0 0,-5-10 0 0,6 5 0 16,6 1 0-16,-7-6 0 0,1 0-52 0,0 5-12 16,0-5 0-16,0 10 0 15,-12-10 0-15,6 0 0 0,-5 0 0 0,-1 0 0 16,0 0-100-16,1 0-22 0,-12 0-5 0,0 0-1 16,11 0-51-16,-11 0-10 0,0 0-3 0,6-10 0 0</inkml:trace>
  <inkml:trace contextRef="#ctx0" brushRef="#br0" timeOffset="7382.779">12866 4714 1094 0,'0'10'97'0,"0"-10"-77"0,-11 5-20 16,11-5 0-16,0 10 188 0,0-10 35 0,0 0 6 0,-6 10 2 15,12 0-127-15,-6-10-24 0,0 0-6 0,0 15-1 16,11-10-13-16,1 6-4 0,-6-1 0 0,11-5 0 15,-12 0-20-15,7 0-4 0,5 0 0 0,0-5-1 16,0 5-18-16,0-5-3 0,0 0-1 0,0-5 0 16,6 5-9-16,0 0 0 0,0-5 0 0,-6 5 0 31,-6 0-47-31,6-5-5 0,0 5 0 0,0-5-665 0,12 5-133 0</inkml:trace>
  <inkml:trace contextRef="#ctx0" brushRef="#br0" timeOffset="12814.904">14200 4212 403 0,'0'0'17'0,"0"0"5"0,0 0-22 0,0 0 0 0,0 0 0 0,0 0 0 16,0 0 292-16,0 0 53 0,0 0 11 0,0 0 3 15,0 0-232-15,0 0-47 0,0 0-8 0,0 0-3 16,0 0-1-16,0 0 0 0,0 0 0 0,0 0 0 0,0 0-4 16,0 0 0-16,0 0-1 0,0 0 0 0,-6 0 1 0,-5 0 1 15,-1 5 0-15,1 0 0 0,-1 1-52 0,-5 4-13 16,0-5 0-16,0 5 0 0,0 0 47 0,-6 5 6 16,6 5 2-16,-11-9 0 0,5 4-32 0,0 0-7 15,0 5 0-15,1 0-1 0,-7 1-15 0,6-1 0 16,0 5-12-16,6 1 12 0,0-1 12 0,0 5 10 15,0 6 2-15,6-6 0 0,-1 1-39 0,7 4-7 16,-13 5-2-16,13-4 0 0,10-6 48 0,-5 6 10 16,0-6 2-16,0 6 0 0,0-6-28 0,6-5-8 15,6 1 0-15,10-6 0 0,1 0 10 0,11-10-10 16,-11 0 8-16,11-5-8 0,-5-5 23 0,11-5-1 0,-6-5 0 16,0-5 0-16,6 0-22 0,-6-5 0 0,-5-6 0 0,-1-4 0 15,-5 0 0-15,0-1 0 0,0 1 0 0,-6-6 0 16,0 1 0-16,-6 4 0 0,0-9 0 0,7-1 0 15,-13 11 0-15,1 5 0 0,-6-16 0 0,0 11 0 16,6-1 0-16,-6 1 0 0,-6 5 0 0,0-6 0 16,1 6 16-16,-1 0-2 0,-6-1 0 0,1 6 0 15,0 0-22-15,-6 0-5 0,0 4-1 0,-6 6 0 16,0-10 14-16,6 15 0 0,-6-5 0 0,0 10 0 16,0 0-54-16,1 10-8 0,-7-10-2 15,12 10 0-15,-6 5 0 0,12 1 0 0,-6-1 0 16,11 5 0-16,-5-5-77 0,5 5-16 0,6 6-3 0,6-11-528 15,-1 5-106-15</inkml:trace>
  <inkml:trace contextRef="#ctx0" brushRef="#br0" timeOffset="13089.143">14581 4440 1728 0,'0'0'38'0,"0"0"8"0,0 0 2 0,0 0 0 0,0 0-39 0,0 0-9 15,0 0 0-15,0 0 0 0,0 0 104 0,0 0 20 16,12 10 3-16,-12-10 1 0,0 16-52 0,0-6-9 16,6 5-3-16,-6-15 0 0,0 10 0 0,-6 0 0 0,6-10 0 15,0 15 0-15,0-15-51 0,0 15-13 0,0-15 0 0,0 21 0 31,0-21-48-31,0 0-13 0,0 0-3 0,0 0 0 16,0 0-102-16,0 0-21 0,0 0-4 0,0 0-1 0</inkml:trace>
  <inkml:trace contextRef="#ctx0" brushRef="#br0" timeOffset="13578.146">14958 4146 1753 0,'39'0'77'16,"-27"0"17"-16,-12 0-75 0,0 0-19 0,0 0 0 0,5 6 0 0,-5-6 61 0,0 0 9 16,0 0 2-16,0 0 0 0,18 10-4 0,-18-10-1 15,-12 10 0-15,12 5 0 0,0-15-21 0,0 15-4 16,-6 0-1-16,-5 6 0 0,0-16-1 0,-1 10-1 16,12 0 0-16,0 10 0 0,-5-14-19 0,-1 9-4 15,-11 0-1-15,-6-10 0 0,6 10-7 0,0 1-8 16,11-11 11-16,6 5-11 0,12 0 14 0,-18-5-4 15,-11 0-1-15,17-10 0 0,23 11-9 0,-18 4 0 16,-10-10-10-16,5-5 10 0,0 0 0 0,17 5 0 16,0-5 0-16,-6 0 0 0,-11 0 0 0,23 0 0 15,0-5 10-15,-1 5-10 0,-4-5 9 0,4 5-9 16,1 0 10-16,6 0-10 0,-12 0 9 0,6 0-9 16,-6 5 8-16,-6 0-8 0,12 10 11 0,-6-10-3 15,-11 5-8-15,-1 5 12 0,12 6-4 0,-11-11-8 0,0 5 11 16,-6 5-11-16,-6-4 13 0,6 4-4 15,6 0-1-15,-1 0 0 0,-10 6-8 0,5-1 0 0,5-5 0 16,-5 5 8-16,-11-4 2 0,11-1 0 0,-6 0 0 16,6 1 0-16,-11 4-2 0,5-10 0 0,-5 5 0 0,5-5 0 15,1-4 0-15,-7 4-8 0,-11-5 12 0,6 0-4 16,12-5 0-16,-13 0-8 0,-16-10 12 0,6 5-4 16,5-5-8-16,0 0 0 0,0-5-12 0,-5 5 12 15,-6-10-29-15,11 4 1 16,6-9 1-16,0 0 0 15,-12 10-55-15,6-10-11 0,6 4-3 0,6-4 0 0,-6 5-76 0,11-5-16 16,-11 4-4-16,0-4 0 0</inkml:trace>
  <inkml:trace contextRef="#ctx0" brushRef="#br0" timeOffset="13867.302">14963 4217 460 0,'0'0'41'0,"0"0"-33"15,-11-5-8-15,-1 5 0 0,12 0 336 0,0 0 66 16,-17 0 13-16,17 0 2 0,17-10-253 0,-17 10-52 16,-17 0-9-16,17 0-3 0,17-5-26 0,-17 5-6 15,0 0 0-15,0 0-1 0,0 0-30 0,18 0-5 16,10 0-2-16,-5 0 0 0,-23 0-14 0,17 5-4 15,11 5 0-15,7-10 0 0,-13 0-12 0,1 0 0 16,0 0 0-16,5 0 0 16,1 0-44-16,-1 0-1 0,-5 0-1 0,0 0 0 15,11-10-144-15,-5 5-29 0,-12 0-5 0,0 5-2 0</inkml:trace>
  <inkml:trace contextRef="#ctx0" brushRef="#br0" timeOffset="14227.227">16063 4303 288 0,'0'0'12'0,"0"0"4"0,0 0-16 0,0 0 0 16,0 0 0-16,0 0 0 0,11 6 273 0,-11-6 52 15,0 0 11-15,0 0 1 0,0 0-187 0,0 0-38 16,0 0-7-16,0 0-1 0,0 0-29 0,0 0-6 15,0 0-1-15,0 0 0 0,0 0-4 0,0 0-2 16,0 0 0-16,0 0 0 0,0 0-33 0,0 15-6 16,0-15-2-16,-5 10 0 0,5-10 35 0,-6 15 6 15,-11-5 2-15,5 5 0 0,7-10-52 0,-1 6-12 16,-11-1 0-16,0 5 0 0,-6 0 54 0,6 0 8 16,-6 6 2-16,0-1 0 0,-17 5-52 0,12-15-12 15,11 10 0-15,-6 1 0 0,-5 4 0 0,5-5 0 16,11 1 0-16,-5-1 0 0,6 5 0 0,0-15 0 0,-18 11 0 15,12-1 0 1,11-10-100-16,1 5-22 0,-18-15-5 0,11 5-1 16,12-5-153-16,0 0-31 0,-62-20-7 0,33 0-1 0</inkml:trace>
  <inkml:trace contextRef="#ctx0" brushRef="#br0" timeOffset="14447.146">15670 4364 460 0,'23'10'20'0,"-23"-10"5"16,0 0-25-16,0 0 0 0,0 0 0 0,11 5 0 15,12 1 383-15,-12 9 71 0,-11-15 14 0,6 10 4 0,17 5-315 0,-6 0-62 16,-12 5-13-16,1 6-2 0,11-1-44 0,-5 0-9 16,-1 1-2-16,-5-1 0 0,-6 0-17 0,11 1-8 15,0 9 0-15,1-10 8 0,-6-9-20 0,-1 4-4 16,12 0 0-16,0 0-1 15,-5-9-176-15,5-1-35 0</inkml:trace>
  <inkml:trace contextRef="#ctx0" brushRef="#br0" timeOffset="14766.402">16502 4162 1958 0,'-35'-16'43'0,"35"16"9"0,0 0 1 0,0 0 3 0,0 0-45 0,0 0-11 0,0 0 0 0,18-5 0 16,-1 0 104-16,-17 5 20 0,0 0 3 0,0 0 1 16,11 0-52-16,-11 0-9 0,0 0-3 0,0 0 0 15,-6 5-51-15,6 16-13 0,-5-11 0 0,-7 5 0 16,-5 10 0-16,0-9 0 0,11 9 0 0,6 0 0 15,-5 6 0-15,-1-6 0 0,-5 15 0 0,-1-9 0 16,6-1 0-16,1 11 0 0,-7-6 0 0,7 1 0 16,10-6 0-16,-5 0 0 0,-5 1 0 0,-1 4 0 15,12-20 0-15,-1 6 0 0,-5-1 0 0,0 0 0 16,-5-10-48-16,5-10-13 16,0 0-3-16,0 0-682 0,0 0-137 0</inkml:trace>
  <inkml:trace contextRef="#ctx0" brushRef="#br0" timeOffset="15296.135">17128 4172 1497 0,'0'0'66'0,"0"0"14"0,0 0-64 0,0 0-16 0,0 0 0 16,0 0 0-16,0 0 106 0,0 0 18 0,0 0 3 15,0 0 1-15,0 0-52 0,0 0-9 0,0-5-3 0,0 5 0 16,0 0 0-16,0 0 0 0,-5-5 0 0,5 5 0 16,-12-10-51-16,12 10-13 0,-11-6 0 0,11 6 0 15,-12-5 54-15,-5 5 8 0,0 0 2 0,6 0 0 16,-1 5-52-16,-5-5-12 0,-5 16 0 0,5-11 0 16,-1 0 0-16,-4 10 0 0,5-5 0 0,-6 5 0 15,-11 1 54-15,11-1 8 16,6 5 2-16,-6 0 0 0,0 6-52 0,-5-1-12 0,-1 0 0 0,12 6 0 15,11-6 0-15,-5 5 0 0,-12 1 0 0,12 4 0 16,22-10 0-16,-11 1 0 0,-11 4 0 0,11-5 0 16,5 6-48-16,7-1-13 15,-6-4-3-15,5-6 0 0,6 5 103 0,6-15 20 0,5 5 4 0,1-4 1 16,5-1-64-16,0-5-23 0,0 0 1 0,1-5 0 16,4-5 22-16,-4 0 0 0,-7-5 12 0,1-1-4 15,-7-4 6-15,7 5 1 0,-6-15 0 0,-1-1 0 0,1 6-15 16,-6-5 0-16,6 0 0 0,-6-6 0 0,0 6 0 15,0-6 0-15,-5 1 0 0,5 5 0 0,-6-6 8 0,-11 6 0 16,6 0-8-16,-6 5 12 16,0 9-4-16,0-14 0 0,0 0-8 0,-6 10 12 0,-5-6-4 0,5 6-8 15,-5 0 11-15,-1-5-11 0,-5 4 0 16,0 6 0-16,0-5 0 0,-6 10 0 16,6 0-21-16,-6-5-5 0,1 5-1 0,5 5 0 15,-6 0-29-15,-6 0-7 0,6 5-1 0,6 5-741 16,-5-10-149-16</inkml:trace>
  <inkml:trace contextRef="#ctx0" brushRef="#br0" timeOffset="16119.768">18091 4288 172 0,'0'0'16'0,"0"0"-16"0,0 0 0 0,0 0 0 16,0 0 195-16,0 0 36 0,0 0 7 0,0 0 2 15,0 0-141-15,0 0-28 0,0 0-6 0,0 0-1 16,0 0 32-16,0 0 5 0,0 0 2 0,0 0 0 0,0 0-11 0,0 0-3 15,0 0 0-15,0 0 0 0,0 0-20 0,0 0-4 16,0 0-1-16,0 0 0 0,0 0 0 0,0 0 0 16,0 0 0-16,0 0 0 0,-11 10-51 0,5 1-13 15,-5 4 0-15,5-5 0 0,-5 5 54 0,-1-5 8 16,-5 5 2-16,6-4 0 0,-6 4-52 0,5-5-12 16,-5 5 0-16,0 0 0 0,0 0 0 0,0 1 0 15,0-1 0-15,0 0 0 0,5 0 0 0,1 5 0 16,-12-9 0-16,12 4 0 0,-1-5 0 0,-5 5 0 15,6-10 0-15,0 5 0 0,-1-5 0 0,6 0 0 16,-5 0 0-16,11-5 0 0,0 0 0 0,0 0 0 0,0 0 0 16,0 0 0-1,0 0-100-15,0 0-22 0,0 0-5 0,0 0-922 0</inkml:trace>
  <inkml:trace contextRef="#ctx0" brushRef="#br0" timeOffset="16904.699">17692 4268 1728 0,'0'0'38'0,"0"0"8"0,0 0 2 0,0 0 0 0,0 0-39 0,0 0-9 16,0 0 0-16,0 0 0 0,0 0 97 0,12 0 18 15,-6 5 3-15,5 0 1 0,0 5-37 0,6 0-7 16,-5-5-2-16,5 6 0 0,0 4-7 0,-6 5-2 15,6-10 0-15,1 16 0 0,-7-11-51 0,6 5-13 16,-6 0 0-16,7 6 0 0,-7-6 0 0,0 5 0 16,1 0 0-16,-1 1 0 0,1-1 0 0,-7-10 0 15,7 6 0-15,-1-1 0 0,0 0 0 0,-5 0 0 16,0-5 0-16,0 1 0 16,-1-1-48-16,7 5-13 0,-7-15-3 0,7 0-682 0,-12-5-137 0</inkml:trace>
  <inkml:trace contextRef="#ctx0" brushRef="#br0" timeOffset="19507.065">18661 4228 172 0,'0'0'8'0,"0"0"1"0,0 0-9 0,0 0 0 0,0 0 0 0,0 0 0 16,0 0 194-16,0 0 37 0,0 0 7 0,17-6 2 15,0 6-141-15,0 0-28 0,-17 0-6 0,6-5-1 16,11 0-51-16,-5 5-13 0,-12 0 0 0,5-15 0 16,12 10 0-16,-11 0 0 0,-6 5 0 0,0 0 0 15,0 0 105-15,6-15 19 0,-6 5 3 0,0 0 1 0,0 10-52 0,0 0-9 16,0-11-3-16,0 11 0 0,-6-5 0 0,-5-10 0 16,5 5 0-16,6 10 0 0,0 0 0 0,-11 0 0 15,-7 0 0-15,1 0 0 0,12 0 0 0,-7 0 0 16,-5 5 0-16,0 0 0 0,6 10-51 0,-1-10-13 15,-5 6 0-15,0 4 0 0,0 5 0 0,11-10 0 16,-5 10 0-16,-1 1 0 0,7-6 0 0,-1 0 0 16,0 5 0-16,6 1 0 0,6-1 0 0,0 0 0 15,-1 5 0-15,7 1 0 0,11-11 0 0,-12 5 0 16,0 5 0-16,7 1 0 0,4-1 54 0,1-10 8 16,-6 11 2-16,0-6 0 0,6-5-52 0,0 5-12 0,0-4 0 15,-6 4 0-15,0-5 0 0,-6 5 0 0,6 0 0 0,-5-4 0 16,-7-1 0-16,1 5 0 0,-6-10 0 0,6 5 0 15,-6-4 22-15,-6-1 2 0,6 5 0 16,0 0 0-16,0-5-12 0,0-10-3 0,-17 15 0 0,6-4 0 16,-6-1-1-16,5 5 0 0,-5-15 0 0,0 0 0 15,-6 5 0-15,-5-5 0 0,5-5 0 0,0 5 0 16,-11-10-8-16,0 5 8 0,5-5-8 0,6 10 8 16,-5-11-8-16,0 6 10 0,10-5-10 0,-4 0 10 15,5 0-10-15,5 0 0 0,1-5 0 0,11-1 0 16,0 1 9-16,5-5-9 0,1 5 10 0,6-5-10 15,5-1-45-15,5-4-15 0,-10 5-4 16,5-6 0-16,0 1 52 0,11 0 12 0,1-1 0 0,-1-9 0 16,-5 5 24-16,0 4 8 0,0 1 2 0,0 5 0 0,-6-6-3 15,0 6-1-15,0 0 0 0,-6 0 0 16,1 4-45-16,-1-4-9 0,0 0-1 0,1 5-1 16,-1 10 26-16,1-16 0 0,-12 6 0 0,0 5 0 0,5 5 18 0,-5-10 6 15,-5 5 0-15,5 10 1 0,0 0-25 0,-6 0 0 16,0-16 0-16,-5 11 0 0,-6 0 0 0,5 5 0 15,1 0 0-15,0 0 0 0,-12 0-11 0,6 0-7 16,0 0-2-16,-6 0 0 0,6 0 0 0,0 5-1 16,0 0 0-16,11-5 0 15,6 0-88-15,0 0-18 0,-17 16-3 0,17-16-1 16,0 0-72-16,0 0-14 0,0 0-3 0,0 0-1 0</inkml:trace>
  <inkml:trace contextRef="#ctx0" brushRef="#br0" timeOffset="19785.286">19259 4430 2188 0,'-11'-5'97'0,"11"5"20"0,0 0-93 0,0 0-24 0,0 0 0 0,0 0 0 15,-11 5 56-15,11-5 6 0,0 0 2 0,0 15 0 16,-12-5 0-16,12-10 0 0,0 16 0 0,0-1 0 16,-6-10-52-16,1 5-12 0,5 0 0 0,-6 0 0 15,6-10 0-15,-6 15 0 0,1-4 0 0,-1 4 0 0,6-15 0 0,-6 5 0 16,6-5 0-16,0 0 0 16,-11 0-151-16,11 0-33 0,0 0-6 0,-6-5-2 0</inkml:trace>
  <inkml:trace contextRef="#ctx0" brushRef="#br0" timeOffset="20259.266">19630 4116 1958 0,'0'0'43'0,"0"0"9"0,0 0 1 0,0 0 3 0,0 0-45 0,0 0-11 0,0 0 0 0,0 0 0 16,0 0 53-16,0 0 9 0,0 0 2 0,0 0 0 15,0 0 0-15,0 0 0 0,0 0 0 0,0 0 0 16,0 0-52-16,0 0-12 0,11 10 0 0,0 0 0 16,1-5 54-16,5 0 8 0,-6-5 2 0,6 6 0 15,1-12-52-15,4 6-12 0,-5 0 0 0,1 0 0 16,-1-5 0-16,0 0 0 0,-6 5 0 0,0 0 0 15,7-10 0-15,-13 10 0 0,7 0 0 0,-12 0 0 16,0 0 54-16,11 0 8 0,0 0 2 0,-11 0 0 16,0 0-52-16,0 0-12 0,0 0 0 0,0 0 0 15,0 0 0-15,6 10 0 0,-6-10 0 0,0 10 0 16,-6 6 0-16,6-1 0 0,-5 0 0 0,-1 5 0 16,-5 6 0-16,-1-11 0 0,7 5 0 0,-7 5 0 15,-5 1 0-15,6-1 0 0,-6 0 0 0,0 1 0 0,-1 4 0 16,1 0 0-16,0-4 0 0,6 4 0 0,-6 1 0 0,0-6 0 15,0 5 0-15,5 1 0 0,1-6 0 0,-1 0 0 16,1-4 0-16,0-1 0 0,5-5 0 0,-6 0 0 16,7 5 0-16,-1-15 0 0,6-5-16 0,0 0-7 15,0 0-1-15,0 0 0 16,0 0-166-16,0 0-34 0,11-5-6 0,1-10-2 0</inkml:trace>
  <inkml:trace contextRef="#ctx0" brushRef="#br0" timeOffset="35450.767">12656 5995 921 0,'0'0'82'0,"0"0"-66"0,0 0-16 0,0 0 0 16,0 0 188-16,0 0 35 0,0 0 6 0,0 0 2 15,0 0-136-15,0 0-27 0,17 15-6 0,-6-15-1 16,1 5-17-16,-1 0-4 0,0 0-1 0,6 5 0 16,0-10-13-16,1 0-2 0,-1 0-1 0,0 0 0 15,0 0-15-15,6 0-8 0,-6 0 10 0,0 0-10 16,6 0-12-16,-6 5-8 0,-6 1-1 0,1-6-1 15,5 0-164-15,-17 0-33 0</inkml:trace>
  <inkml:trace contextRef="#ctx0" brushRef="#br0" timeOffset="35742.891">12621 6268 1382 0,'0'0'123'0,"0"0"-99"16,0 0-24-16,0 0 0 0,0 0 155 0,0 0 25 16,0 0 6-16,0 0 1 0,0 0-110 0,0 0-21 15,6 16-5-15,-6-6-1 0,0-10-26 0,6 10-4 0,5 0-2 16,-5-5 0-16,5 5 3 0,1 0 1 0,-1-5 0 0,1 5 0 15,-1-10 1-15,6 11 0 0,0-6 0 0,0 0 0 16,-5-5-14-16,-1 0-9 0,6 0 12 0,0 0-12 31,0-5-20-31,6-6-12 0,0 6-1 0,-6-5-683 0,11 10-136 0</inkml:trace>
  <inkml:trace contextRef="#ctx0" brushRef="#br0" timeOffset="36177.714">13807 5813 1612 0,'0'0'144'0,"0"0"-116"15,0 0-28-15,0 0 0 0,0 0 130 0,0 0 20 16,0 0 4-16,0 0 1 0,0 0-69 0,0 0-14 16,0 0-2-16,0 0-1 0,0 0-25 0,5 15-4 15,-5-5-2-15,0 5 0 0,0-15 1 0,0 20 0 16,-5 1 0-16,5-1 0 0,-6-5-1 0,6 10 0 16,-12-4 0-16,7-1 0 15,-7 5-10-15,1 1-1 0,0-1-1 0,-1 0 0 0,1 0-9 0,-1 6-1 16,1-6-1-16,-6 11 0 0,0-6-7 0,0 5-8 0,0-9 11 15,5 4-11-15,1 1 9 0,-1-6-9 0,1-5 0 0,5 0 9 16,6 1-9-16,0-11 0 0,0-10 0 16,0 0 8-16,0 15-8 0,0-15 0 0,12 10 0 0,5-5 0 15,-6 0-10-15,6-5-1 0,-5 5 0 16,5-5 0-16,0-5-8 0,6 0-1 0,-1 0-1 16,1 0 0-1,0-5-21-15,6 5-4 0,-7-5-1 0,7 0 0 16,-1-1-74-16,-5 1-15 0,-6 5-4 0,6 0-585 0,-6 5-118 0</inkml:trace>
  <inkml:trace contextRef="#ctx0" brushRef="#br0" timeOffset="36485.996">13966 6187 1036 0,'11'0'92'0,"-5"-5"-73"16,0 0-19-16,-6 5 0 0,0 0 204 0,0 0 36 16,11-5 8-16,-11 5 2 0,0 0-131 0,0 0-27 15,6 0-4-15,0 5-2 0,-6-5-22 0,0 0-5 16,5 10-1-16,-5 0 0 0,0 6-6 0,0 4 0 16,-5-5-1-16,-1 5 0 0,0 11-15 0,1 4-4 15,5-4 0-15,-6-1 0 0,6 5-9 0,-12 1-3 16,7-1 0-16,-7 6 0 0,7-1-12 0,-1-4-8 0,-5-6 8 0,5-5-8 15,6 6 0-15,-6-6 0 0,1-5 0 0,5 1 0 32,-6-6-26-32,6-10-10 0,0 5-1 0,0-10-1 15,0 0-200-15,0 0-40 0</inkml:trace>
  <inkml:trace contextRef="#ctx0" brushRef="#br0" timeOffset="37151.482">14490 5949 518 0,'0'0'23'0,"0"0"5"0,0 0-28 0,0 0 0 15,0 0 0-15,0 0 0 0,0 0 292 0,0 0 52 16,0 0 12-16,0 0 1 0,0 0-224 0,0 0-45 15,0 0-8-15,0 0-3 0,0 0-20 0,12-5-4 16,-1-5-1-16,0 5 0 0,1 0 8 0,-1 0 2 16,6-5 0-16,0 5 0 0,6-5-14 0,-6 5-4 15,0-1 0-15,-5 1 0 16,5 5-13-16,-6 0-3 0,6-5-1 0,-5 5 0 0,5 0-11 0,0 0-1 16,-6 0-1-16,6 0 0 0,1 5-6 0,-1 6 0 15,-6-6-8-15,0 0 12 0,1 10-12 0,-6-5 0 16,-1 5 8-16,1-5-8 0,-6 5 9 0,0-4-1 15,-6 4 0-15,1 5 0 0,-1-10-8 0,0 5 12 0,0-4-12 16,1 4 12-16,5 0-12 0,-6 0 12 16,-11 0-12-16,-6-5 12 0,12 11-4 0,-12-1 0 15,0-5 0-15,0 0 0 0,1 0-8 0,-1-4 10 0,0 4-10 16,6-5 10-16,-6-5-10 0,6 0 0 0,6 0 0 0,-1 0 8 16,1 0-8-16,-1 0 0 0,1 0 0 0,11-5 0 15,0 0 0-15,0 0 0 0,0 0 0 0,0 0 0 16,0 0-9-16,0 0 9 0,0 0-12 0,0 0 12 15,0 0-12-15,11 11 4 0,-5 4 8 0,6-5-13 16,-1 0 13-16,6 0-9 0,0 5 9 0,-5-5-8 16,-7 1 8-16,12 9 0 0,0-15 0 0,1 15 0 15,-7-10 0-15,0 5 0 0,1 1 0 0,-1-6 0 16,1 0 0-16,-7 5 0 0,-5 5 0 0,0-10 0 16,0 6 9-16,0-1-9 0,0 0 12 0,0 5-12 15,0-5 14-15,-11-4-4 0,5 4-1 0,-5 0 0 0,-1 0-1 16,1-5-8-16,-6 6 12 0,0-11-4 0,0 0-8 0,0 0 8 15,-1-5-8-15,1 0 8 0,-5 0-8 16,-1-5 0-16,0-5 0 0,0 4-11 0,0 1-4 16,6 0-1-16,6-5 0 0,0 5 0 15,-7-5-10-15,7 0-2 0,0 0-1 0,-1 0 0 16,7-1-79-16,-1-4-16 0,6 5-4 0,0-10 0 16,6 10-66-16,5-5-14 0,0-1-2 0</inkml:trace>
  <inkml:trace contextRef="#ctx0" brushRef="#br0" timeOffset="37418.125">15168 6223 288 0,'-17'0'12'0,"17"0"4"0,0 0-16 0,0 0 0 0,0 0 0 0,0 0 0 16,0 0 316-16,0 0 60 0,0 0 12 0,0 0 2 15,0 0-254-15,0 0-50 0,12 10-10 0,-12-10-3 16,0 0 6-16,0 0 1 0,0 0 0 0,5 10 0 16,-5-10-26-16,6 15-5 0,-6-5-1 0,0 6 0 15,11-6-16-15,-11 5-4 0,-5-5-1 0,-1 0 0 16,6-10-19-16,-6 10-8 0,6 0 0 0,-5-5 8 16,5-5-22-16,0 0-5 0,0 0-1 0,0 0 0 15,-17 5-180-15,17-5-36 0</inkml:trace>
  <inkml:trace contextRef="#ctx0" brushRef="#br0" timeOffset="37962.666">15806 5757 1324 0,'-39'0'59'0,"27"0"12"0,12 0-57 0,0 0-14 15,0 0 0-15,0 0 0 0,0 0 202 0,0 0 38 16,0 0 7-16,0 0 1 0,-11 5-154 0,11-5-31 16,11 5-7-16,-11-5 0 0,0 0 6 0,0 0 2 0,0 15 0 15,0 5 0-15,12 1-52 0,-12-11-12 0,-12 5 0 0,7 10 0 16,10-9 0-16,-10 4 0 0,-13 0 0 16,1 5 0-16,12-4 0 0,-1-1 0 0,-5 0 0 0,-7 0 0 15,7 6 24-15,0-6 1 0,5-5 1 0,0 5 0 16,-5-4-42-16,5-1-8 0,18-5-1 15,-12-10-1-15,0 0 26 0,0 0 0 0,0 0 0 0,17 10 0 16,11 0 46-16,-5-5 14 0,-23-5 4 0,23 0 0 16,5-5-52-16,1 0-12 0,-18 0 0 0,6 0 0 15,6 0 0-15,0 5 0 0,0 0 0 0,-6 0 0 16,-17 0-24-16,17 5-7 0,6 0-1 16,-6 5-1-16,-17-10 33 0,17 20-8 0,-6-15 8 0,6 16 0 15,-5-6 0-15,-1 0 0 0,-5 5 8 0,11 1-8 0,-6-6 15 16,-5 5-3-16,-6 5-1 0,6 6 0 0,-1-6 1 15,1-10 0-15,-6 6 0 0,-6-1 0 0,-5 0-4 16,-18 21 0-16,18-6 0 0,5-20 0 0,1-5-8 16,-7 6 0-16,-11-1 0 0,1 0 0 0,-13-5 17 15,7 0-1-15,5 0-1 0,0-5 0 0,1 6-15 0,-7-1 9 16,1-10-9-16,-1 0 8 0,12 0-8 0,-6-5 0 16,-17 0 0-16,18-6 0 0,4 1-16 0,-4 5 5 15,-7-5 1-15,1 0 0 0,11-5-11 0,-6 0-3 16,6-1 0-16,0 1 0 15,-6 0-19-15,11 0-4 0,7-5-1 0,-1 4 0 16,-5-4-116-16,5 0-24 0,12 0-5 0,-6-1-1 0</inkml:trace>
  <inkml:trace contextRef="#ctx0" brushRef="#br0" timeOffset="38277.757">15738 5797 691 0,'0'0'61'0,"0"0"-49"0,0 0-12 0,0 0 0 15,0 0 277-15,0 0 53 0,0 0 10 0,0 0 3 0,0 0-186 0,0 0-37 16,0 0-7-16,0 0-1 0,0 0-27 0,0 0-5 15,17 5 0-15,-17-5-1 0,-5 21-21 0,16-16-4 16,17 0-1-16,1 10 0 0,-12-5-17 0,11 5-3 16,1-10-1-16,5 0 0 0,0 6-17 0,1-6-4 15,-1 0-1-15,-6 0 0 0,6-5-10 0,-11-5 0 16,0 5 0-16,-6-5 0 16,0 5-42-16,6 0-4 0,-6 0-1 0,-17 0-797 15,0 0-160-15</inkml:trace>
  <inkml:trace contextRef="#ctx0" brushRef="#br0" timeOffset="39134.801">16792 6233 403 0,'0'0'36'0,"-6"0"-36"16,-5 0 0-16,11 0 0 0,0 0 250 0,0 0 43 15,0 0 9-15,0 0 2 0,0 0-200 0,0 0-39 16,-11-5-8-16,5 0-1 0,6 5-7 0,0 0-1 16,0 0 0-16,-11-10 0 0,-6-1-18 0,5 6-4 15,12 5-1-15,-17 0 0 0,-17-10 83 0,17 10 16 16,0-5 3-16,5 5 1 0,-5 5-52 0,0-5-9 16,0 10-3-16,11-10 0 0,6 0-51 0,-17 11-13 15,-6 4 0-15,6-5 0 0,6 10 0 0,0-5 0 16,-12 6 0-16,0 4 0 0,12 0 0 0,-7 6 0 15,13-6 0-15,-7 5 0 0,-5-4 15 0,12 4 0 16,-1 0 0-16,0 1 0 0,6-1-15 0,0-5 0 16,0-4 0-16,0 4 0 15,12-10-31-15,-1 0 1 0,6 1 0 0,12-11 0 16,10-5-127-16,-4 0-26 0,-18-5-5 0,11-5-772 0</inkml:trace>
  <inkml:trace contextRef="#ctx0" brushRef="#br0" timeOffset="39775.787">17037 6238 806 0,'0'0'72'0,"0"0"-58"0,0 0-14 0,0 0 0 16,0 0 296-16,0 0 57 0,0 0 11 0,0 0 3 15,0 0-229-15,0 0-46 0,0 0-8 0,0 0-3 16,0 0-13-16,0 15-4 0,0-5 0 0,0 5 0 0,0 1-51 0,0-1-13 15,-6 5 0-15,6 0 0 0,-5 6 54 0,-7 9 8 16,7-15 2-16,-1 6 0 0,-5-1-56 0,5 0-8 16,-5-4 0-16,-1-1-10 0,1 5 10 15,5-15 0-15,-5 11 0 0,5-11 8 0,6 0-8 0,0-10 0 16,0 0 8-16,0 0-8 0,0 0 0 0,0 0-8 16,0 0 0-16,0 0 0 0,0 0-12 0,6-15-1 15,-1 4-1-15,7-14 0 0,-7 5-1 0,7 0 0 16,5-6 0-16,0 1 0 0,0-5 9 0,0 4 2 15,6-4 0-15,0 5 0 0,5-1 12 0,-5 1 0 16,-6 10 0-16,6 0 0 0,0-6 0 0,0 6 0 16,-6 5 0-16,0 5 0 0,0 0 0 0,-6 5 0 15,6 0 0-15,0 0 0 0,-5 10 0 0,-1 0 0 16,6 5 0-16,-5 1 0 0,-7-1 48 0,7 5 13 0,-7-5 3 16,1 10 0-16,0 6-52 0,-6-1-12 15,-6-4 0-15,6-1 0 0,-6 0 14 0,1 6 0 0,-1-6 0 16,-5-5 0-16,-1 5-14 0,7-9 8 0,-1-1-8 15,0 0 0-15,6-15 0 0,0 0 8 0,0 0-8 0,0 0 0 16,0 0-11-16,0 0-5 0,0 0 0 0,6-15-1 16,5 0 2-16,1-1 1 0,5-9 0 0,0 0 0 15,0 0 22-15,6-1 4 0,-6 1 0 0,6 0 1 16,-1-1-13-16,1 1 0 0,0 0 0 0,0 9 0 16,-6 1-48-1,6 0-13-15,-1 5-3 0,-4 0 0 0,-1 10 52 0,0 0 12 0,0 0 0 0,-6 5 0 16,-11-5 0-16,12 10 0 0,-1 0 0 0,0 5 0 15,-5 0 48-15,0 11 13 0,0-11 3 0,-1 5 0 16,1 6-52-16,-6-1-12 0,0-5 0 0,0 0 0 0,-6 1-8 16,6-1-5-16,-5 0-1 0,5-10 0 0,-12 5 14 15,12 1 0-15,-6-6-10 0,6 0 10 16,-11 0-41-16,11-10-4 0,0 0-1 0,0 0 0 16,0 0-184-16,0 0-37 0</inkml:trace>
  <inkml:trace contextRef="#ctx0" brushRef="#br0" timeOffset="40208.325">18108 5807 1958 0,'0'0'43'0,"0"0"9"0,0 0 1 0,0 0 3 0,0 0-45 0,12-5-11 0,-7 0 0 0,7 0 0 16,-6 0 104-16,11 0 20 0,0-10 3 0,0 10 1 16,6 5-103-16,-6-5-25 0,6 5 0 0,-6-5 0 15,5 5 56-15,-5 0 7 0,6 5 1 0,-6 0 0 16,0 0-52-16,-5-5-12 0,-1 10 0 0,1 0 0 16,-1-5 0-16,-11-5 0 0,11 15 0 0,-5 1 0 15,0-6 54-15,-6 10 8 0,-6 0 2 0,0-4 0 16,-5 4-52-16,5 0-12 0,-5 0 0 0,0 1 0 15,-1-1 0-15,-5 0 0 0,0 5 0 0,0-9 0 16,0-1 0-16,0 0 0 0,5 5 0 0,-5-5 0 16,6 1 0-16,-1-6 0 0,1 0 0 0,-6 0 0 15,6-5 0-15,11-5 0 0,-6 10 0 0,6-10 0 0,-12 10 0 0,12-10 0 16,0 0 0-16,0 0 0 0,-5 10 0 0,5-10 0 16,0 0 0-16,0 0 0 0,11 16 0 0,-5-6 0 15,5 0 0-15,6-5 0 0,-5 0 0 0,11 0 0 16,-6 5 0-16,5-5 0 15,1-5-48-15,-6 0-13 0,12 5-3 0,-6-5-751 16,-1-5-150-16</inkml:trace>
  <inkml:trace contextRef="#ctx0" brushRef="#br0" timeOffset="41487.96">11584 8253 1371 0,'0'0'60'0,"0"0"14"0,0 0-59 0,0 0-15 0,0 0 0 0,0 0 0 16,0 0 93-16,0 0 16 0,0 0 3 0,0 0 1 16,12 5-27-16,-12-5-6 0,0 0 0 0,0 0-1 0,0 0-25 15,11 6-5-15,1-1-1 0,-7 5 0 0,-5-10 0 0,12 20 0 16,-7-5 0-16,1 5 0 0,-6 1 4 0,6 9 1 16,-6 0 0-16,0 6 0 15,0-6-18-15,0 6-4 0,0-1-1 0,0 6 0 0,-6-6-14 0,0 6-2 16,1-6-1-16,-1 1 0 0,0 4-13 0,6-4 9 15,-11-1-9-15,5-5 8 0,6 1-8 0,0-6 0 16,0 0 9-16,-11-4-9 0,5-1 0 0,0-10 9 16,6-10-9-16,0 0 0 0,0 0 9 0,0 0-9 15,0 0 0-15,0 0 9 0,-5-10-9 0,5 0 0 16,0-5-12-16,0-6 12 0,0-4-10 0,5-5 10 16,-5-6 0-16,12 1-9 0,-1-6 9 0,-5 6 0 15,5-6 0-15,6 6 0 0,-5-11 0 0,-1 6 0 16,6-1 0-16,6 6 0 0,-12-1 0 0,12 1 0 0,0 4 0 15,-6 1 0-15,6 0 0 0,-6 4 0 0,6 6 12 16,0 0-4-16,-1 10-8 0,-4-5 0 0,4 4 0 16,-5 6-8-16,6 0 8 0,-6 5 9 0,0 5-1 0,6 0-8 15,-6 6 15-15,6-6-4 0,6 5-1 16,-24 5 0-16,12 5 2 0,-5-5 1 0,-1 6 0 16,-5-1 0-16,0 5 3 0,-1 1 0 0,-10-6 0 0,5 5 0 15,-6 0-4-15,0-4-1 0,-5-1 0 0,-1 0 0 16,1 6-3-16,0-11 0 0,-12 5 0 0,6-5 0 15,0-5-8-15,5 5 12 16,-5-9-12-16,6-1 12 0,-6 0-12 0,-1 0 12 0,7 0-12 0,-6 0 12 16,0 0-12-16,0-5 0 0,-6 5 9 0,6 0-9 15,6-5 0-15,-7 5 0 0,7-5 0 0,11 0 0 0,0 0 0 16,0 0 0-16,-11 0 0 0,11 0 0 0,0 0 0 16,0 0-10-16,0 0 10 0,0 0 0 0,5 10-11 0,7 0 11 15,5-5-10-15,-6 6 10 0,6-1-9 0,0-5 9 16,1 5-8-16,-1 0 8 0,11 0 0 0,-5 5 0 15,0 1 0-15,-1-6 0 0,1 5 0 0,0 0 0 16,6 5 0-16,-18-5 0 0,6 6 0 0,-6-6 0 16,1 0 0-16,-6 0 0 0,5 6 0 0,-5-1 0 15,-6-5 0-15,5 0 8 0,-5-5 0 0,0 6 0 16,0-1 0-16,-11-5 0 0,0 5 1 0,-1 0 1 16,1-10 0-16,-6 10 0 0,0-4 0 0,-6-1 0 15,6-5 0-15,5 0 0 0,-5 0-2 0,-6-5-8 16,6 0 12-16,0 0-4 0,-6 0 0 0,-5-5-8 0,11 0 12 15,-17-5-4-15,11 0-8 0,0 4 0 0,6-4 9 0,-6 5-9 16,6-5 0-16,0-5-16 0,0 5 2 0,5-5 1 31,1 5-95-31,0-1-18 0,-1-4-4 0,12 0-1136 0</inkml:trace>
  <inkml:trace contextRef="#ctx0" brushRef="#br0" timeOffset="48058.908">12621 8618 921 0,'0'0'40'0,"0"0"10"16,0 0-40-16,0 0-10 0,0-5 0 0,0 5 0 0,-5 5 250 0,5-5 48 16,0 0 10-16,0 0 1 0,0 0-179 0,0 0-36 15,0 0-7-15,0 0-2 0,23-5-35 0,-1-5-7 16,-22 10-2-16,23-5 0 0,-23 5-21 0,17-5-4 0,-17 5 0 0,23-5-1 16,-23 5-6-16,17-5-1 0,6 0 0 0,-12-1 0 15,-11 6-17-15,0 0-4 0,17-5-1 0,-5 5 0 31,5 0-122-31,-17 0-24 0,0 0-4 0</inkml:trace>
  <inkml:trace contextRef="#ctx0" brushRef="#br0" timeOffset="48311.044">12616 8734 1094 0,'0'0'48'0,"0"0"11"0,0 0-47 0,0 0-12 16,0 0 0-16,0 0 0 0,0 0 224 0,0 0 44 15,0 0 8-15,0 0 1 0,0 0-145 0,0 0-30 16,0 0-6-16,11 6 0 0,6-1-37 0,-5 0-7 16,5 0-2-16,-12-5 0 0,13 5-30 0,-7-5-5 15,6 5-2-15,0 0 0 0,6 0-13 0,-6-5-8 16,6 5 8-16,0-5-792 15,-1 0-150-15</inkml:trace>
  <inkml:trace contextRef="#ctx0" brushRef="#br0" timeOffset="49094.879">13949 8390 748 0,'0'0'33'0,"0"0"7"0,0 0-32 0,0 0-8 15,0 0 0-15,-6-10 0 0,6 10 216 0,0-15 40 16,-11 5 9-16,11 10 2 0,0 0-125 0,0-10-25 16,-6-1-5-16,-5 6 0 0,5 0-28 0,6 5-6 15,0 0-1-15,-17-5 0 0,6 0-33 0,-1 10-6 0,1-5-2 16,-1 5 0-16,1 0-5 0,-6 0-2 0,6 0 0 15,-7 6 0-15,7-6-4 0,-6 5-1 16,0-5 0-16,0 10 0 0,0 0-8 0,5 6-3 0,-5-6 0 0,0 5 0 16,0 0-5-16,0 0-8 0,6 1 11 0,-7 4-11 15,7 5 8-15,5-4-8 0,-16 4 0 0,16-5 0 16,-6 6 0-16,7-1 0 0,-1-4 0 0,0 4 0 16,6-5 0-16,6 1 0 0,-6-1 0 0,11 0 0 15,1-5 0-15,-1-4 0 0,6 4-10 0,-5-5 10 0,16-10 0 0,-5 0 0 16,0-5 0-16,5 0 0 0,-5-10 0 15,6 0 0-15,-1 0 0 0,-5-5 0 0,0-1 0 0,-1-4 0 16,7 0 11-16,-6 0-11 0,-6-6 10 0,0 1-10 16,6 5 10-16,-12-6-10 0,6 6 0 0,-11-5 8 15,5 0-8-15,-5 4 0 0,-6-4 8 0,6 0-8 16,-6-1 11-16,5 1-11 0,-10 0 8 0,-1-1-8 16,0 1 0-16,6 0 0 0,-11-1 0 0,-1 6 0 15,1 5 0-15,0-5 0 0,-12 5 0 0,6 4-14 16,0 6 4-16,0-5 1 15,0 10-18-15,-1 0-3 0,1 10-1 0,0-5 0 16,-6 0-24-16,6 11-5 0,0-1 0 0,0 5-1 16,11-5-180-16,-5 1-36 0</inkml:trace>
  <inkml:trace contextRef="#ctx0" brushRef="#br0" timeOffset="49364.913">14376 8572 864 0,'0'0'76'0,"0"0"-60"0,0 0-16 0,0 0 0 16,0 0 244-16,0 0 47 0,0 0 9 0,0 0 1 15,-11 0-185-15,11 0-36 0,0 0-8 0,0 0-2 16,-17 6 2-16,17-6 0 0,-6 15 0 0,6-15 0 0,-11 10-44 0,-1 0-9 15,12-10-2-15,-5 10 0 0,5-10-17 0,0 0 0 16,0 0 0-16,-6 10 0 16,6-10-24-16,0 0-8 0,0 0-1 0,0 0-695 15,11 5-138-15</inkml:trace>
  <inkml:trace contextRef="#ctx0" brushRef="#br0" timeOffset="49855.332">14889 8289 2055 0,'-17'-5'91'0,"17"5"19"0,6-5-88 0,-6 5-22 16,-6-10 0-16,0 5 0 0,6 5 67 0,0 0 9 0,0 0 1 0,0 0 1 16,-17 0 8-16,6-6 2 0,11 6 0 15,0 0 0-15,-17 6-28 0,5 4-6 0,12-10-1 0,-5 10 0 16,-7 5-26-16,1 0-6 0,-1 0-1 0,7 6 0 15,-7-1-2-15,1 0-1 0,-6-5 0 0,11 6 0 16,-5 4-9-16,11-10-8 0,-6 5 9 0,0-4-9 16,1-1 0-16,10-5 0 0,1 5 0 0,-6-15 0 15,0 0 0-15,12 10 0 0,5 0 0 0,5 0 0 16,-10-4 0-16,11-1 0 0,11 0-8 0,0 0 8 16,-11-5 0-16,0 0-8 0,-1 5 8 0,7-5 0 15,-1 5 0-15,1-5 0 0,-12 0 0 0,0 5 0 16,6 5 0-16,0 0 0 0,-12-5 0 0,0 5 0 15,-5 6 0-15,0-6 0 0,-6-10 0 0,5 20 0 0,-5-5 8 0,6 0-8 16,0 0 0-16,0 1 9 0,-12-1-9 0,0 0 0 16,6 5 9-16,-6-4-9 0,6-6 8 0,-11 5-8 15,0-5 8-15,-1 0-8 0,7 0 8 0,-13 0-8 16,-4-5 10-16,-1 0-10 0,0 6 9 0,0-11-9 16,1 5 8-16,-7-5-8 0,-5 5 0 0,0-5 0 15,5 0 8-15,-5 0-8 0,-6 0 0 0,12-5-12 16,-1 0 2-16,6 5 1 0,-5-5-11 0,-1-1-1 15,12-4-1-15,0 5 0 16,0-5-25-16,11 5-5 0,-5-5 0 0,5 0-1 16,12-5-113-16,0 5-22 0,-1-6-5 0,7 1-835 0</inkml:trace>
  <inkml:trace contextRef="#ctx0" brushRef="#br0" timeOffset="50145.276">14872 8238 1728 0,'0'0'38'0,"0"0"8"0,-6-5 2 0,6 5 0 0,0 0-39 0,0 0-9 0,-17-5 0 0,6 0 0 15,11 5 104-15,0 0 20 0,0 0 3 0,-12 0 1 16,1 0-28-16,11 0-4 0,0 0-2 0,0 0 0 15,0 0-27-15,0 0-6 0,23 5-1 0,-6 0 0 0,-17-5-21 0,17 5-5 16,0-5-1-16,6 5 0 0,5 0-18 0,1-5-4 16,-6 0-1-16,11 0 0 0,6 0-22 0,-6 0-5 15,-6-5-1-15,1 0 0 16,-1 0-201-16,1 0-40 0,28 0-8 0,-29 0-1 0</inkml:trace>
  <inkml:trace contextRef="#ctx0" brushRef="#br0" timeOffset="50531.895">16126 8329 1728 0,'0'0'76'0,"0"0"16"0,0 0-73 0,0 0-19 0,0 0 0 0,0 0 0 16,0 0 55-16,0 0 7 0,0 0 2 0,0 0 0 16,0 0 51-16,0 0 10 0,0 0 3 0,0 0 0 15,-6 5-52-15,6-5-9 0,0 0-3 0,-6 11 0 16,-5-1 0-16,5 0 0 0,-5 5 0 0,5 0 0 15,-5-5-51-15,-7 6-13 0,-4-1 0 0,5 0 0 16,0 5 0-16,-6 0 0 0,-11-4 0 0,5 4 0 16,6-5 0-16,0 5 0 0,1-4 0 0,-7 4 0 15,6 0 0-15,6-5 0 0,12 0 0 0,-12-4 0 0,-6 4 0 0,6 0 0 16,11-5 0-16,-5-5 0 16,-1 0-151-16,1 0-33 0,11-5-6 15,0 0-898-15</inkml:trace>
  <inkml:trace contextRef="#ctx0" brushRef="#br0" timeOffset="50809.518">15750 8355 1958 0,'0'0'43'0,"0"0"9"0,0 0 1 0,0 0 3 0,-12 5-45 0,12-5-11 0,0 0 0 0,0 0 0 15,0 0 104-15,0 10 20 0,0-10 3 0,12 15 1 16,-1 0-52-16,-5 0-9 0,5 6-3 0,0-1 0 16,12 0 0-16,-6 0 0 0,0 1 0 0,-5 4 0 15,5-10-51-15,0 6-13 0,6-6 0 0,-6 5 0 16,0-5 0-16,-6 0 0 0,12-5 0 0,-6 6 0 16,-11-6 0-16,5 0 0 0,6-5 0 0,-5 5 0 15,-1-5-48 1,-11-5-13-16,0 0-3 0,0 0-751 0,17 5-150 0</inkml:trace>
  <inkml:trace contextRef="#ctx0" brushRef="#br0" timeOffset="51606.043">16775 8157 1728 0,'0'0'38'0,"0"0"8"0,0 0 2 0,0 0 0 0,0 0-39 0,0 0-9 0,0 0 0 0,0 0 0 16,0 0 104-16,0 0 20 0,0 0 3 15,0 0 1-15,0 0 0 0,0 0 0 0,0 0 0 16,0 0 0-16,-11 15-103 0,5 6-25 0,-11-6 0 0,11 5 0 16,1 5 52-16,-7 1 4 0,-5-1 2 0,0 10 0 15,11 6-34-15,-5-6-8 0,-12 1 0 0,6 4-1 16,11-4-15-16,-5-1 0 0,-18 1 0 0,12-1 0 15,17-4 0-15,-11-6 0 0,-6 0 0 0,5 1 0 16,12-6-20-16,0 0-8 16,-11-10 0-16,5 5-1 0,12-4-130 0,0-6-25 15,-6-5-6-15</inkml:trace>
  <inkml:trace contextRef="#ctx0" brushRef="#br0" timeOffset="52094.799">17180 8142 1728 0,'0'0'76'0,"0"0"16"0,0 0-73 0,0 0-19 16,0 0 0-16,0 0 0 0,0 0 55 0,0 0 7 16,0 0 2-16,0 0 0 0,0 0 50 0,0 0 10 15,-12 15 3-15,7-5 0 0,-1 0-50 0,0 6-9 16,-5-6-3-16,-1 5 0 0,7 0-49 0,-1 5-16 15,-5-9 8-15,-1 4-8 0,1 5 21 0,-1-5 1 16,1 0 0-16,0 1 0 0,-1 4-6 0,6-5 0 0,-5-5-1 0,5 5 0 16,1 1-15-16,-1-1 8 0,0 0-8 0,6-15 0 15,0 0 0-15,0 0 0 0,0 0 0 0,0 0 0 16,0 0 0-16,17 5 0 0,0 5 0 0,1-5 0 16,-1 0 0-16,5-5-12 0,1 5 12 0,0-5-10 15,0 5 10-15,0 0 0 0,-6 0 0 0,6 1 0 16,-1-6 0-16,-5 5 0 0,0 5 0 0,-5-5 0 15,-1 5 9-15,-5 0-9 0,0 0 12 0,-1 5-12 16,1-4 12-16,0 4-12 0,-1-5 12 0,-5 10-12 16,0-5 11-16,0 6-11 0,0-6 10 0,0 0-10 15,-5 0 15-15,-1 0-3 0,0 0-1 0,-5 1 0 0,5-1-2 16,-5 0 0-16,-1-5 0 0,1 5 0 0,-6-4-1 0,6-6 0 16,-1 0 0-16,1-5 0 0,-1 5-8 0,1 0 12 15,-12-5-12-15,6 0 12 0,-6-5-12 0,-5 0 0 16,5 5-12-16,0 0 12 15,0-10-29-15,1 4 1 0,-1 1 1 0,0 0 0 16,6-5-37-16,0 5-7 0,0-5-1 0,-6 0-728 16,6 5-146-16</inkml:trace>
  <inkml:trace contextRef="#ctx0" brushRef="#br0" timeOffset="52385.261">17168 8203 1094 0,'-5'0'97'0,"5"0"-77"0,0 0-20 0,0 0 0 16,0 0 144-16,0 0 26 0,-6-5 5 0,6 5 1 15,0 0-39-15,0 0-7 0,0 0-2 0,0 0 0 16,0 0-51-16,0 0-10 0,0 0-3 0,0 0 0 15,0 0 0-15,17 0 0 0,0 5 0 0,0-5 0 16,0 0-51-16,0 0-13 0,6 0 0 0,0 0 0 16,-6 0 0-16,6 5 0 0,5-5 0 0,-5 0 0 15,-6 0 0-15,0 5 0 0,0-5 0 0,12 0-782 16,11-5-159-16</inkml:trace>
  <inkml:trace contextRef="#ctx0" brushRef="#br0" timeOffset="52756.036">18125 8385 1728 0,'0'0'38'0,"0"0"8"0,0 0 2 0,0 0 0 0,0 0-39 0,0 0-9 0,0 0 0 0,0 0 0 16,0 0 53-16,0 0 9 0,0 0 2 0,0 0 0 16,0 0 51-16,0 0 10 0,-11 15 3 0,0-5 0 15,5 6-52-15,0-1-9 0,-5-5-3 0,5 5 0 16,-5-5-51-16,-1 5-13 0,1 1 0 0,0 4 0 15,-6-5 0-15,-1 0 0 0,1 0 0 0,6 6 0 16,-12-6 0-16,6 0 0 0,0 0 0 0,6 0 0 16,-1 1 0-16,1-6 0 0,-12 0 0 0,0 0 0 15,12 0-102-15,-6-5-23 16,0 5-5-16,0-5-917 0</inkml:trace>
  <inkml:trace contextRef="#ctx0" brushRef="#br0" timeOffset="53012.368">17880 8395 1958 0,'0'0'43'0,"0"0"9"0,0 0 1 0,0 0 3 0,0 0-45 0,0 0-11 15,0 0 0-15,0 0 0 0,18 10 104 0,-7 0 20 16,0 1 3-16,1 4 1 0,-1-5-52 0,-5 5-9 15,5 0-3-15,-5 0 0 0,0 6-51 0,-1-1-13 16,1 0 0-16,5 1 0 0,-11-1 0 0,6 0 0 0,0 0 0 0,5 6 0 16,1-11 0-16,-7 0 0 15,1 0 0-15,5 0 0 0,1 1 0 0,-1-11 0 0,-11-5 0 0,6 10-782 16,5-5-159 0</inkml:trace>
  <inkml:trace contextRef="#ctx0" brushRef="#br0" timeOffset="54768.464">18809 8101 806 0,'0'0'36'0,"0"0"7"0,0 0-35 0,0 0-8 0,0 0 0 0,0 0 0 16,0 0 141-16,0 0 27 0,0 0 4 0,0 0 2 15,0 0-42-15,0 0-9 0,0 0-2 0,0 0 0 16,0 0-25-16,0 0-6 0,0 0-1 0,12 16 0 16,-12-16-28-16,5 10-5 0,-5 5-2 0,0 5 0 15,-5-5-35-15,-1 6-7 0,0-1-2 0,-5 5 0 16,-1 1 43-16,1 9 9 0,-6-5 2 0,0 6 0 15,0 4-52-15,-6-4-12 0,6-1 0 0,0 1 0 16,0-6 0-16,0 1 0 0,-1-1 0 0,-4 0 0 16,10-4 0-16,-5-1 0 0,6 0 0 0,5-5 0 0,-5 1 0 0,5-6 0 15,6 0 0-15,0-15 0 16,0 0-151-16,0 0-33 0,11 5-6 0,6 0-479 16,1-10-96-16</inkml:trace>
  <inkml:trace contextRef="#ctx0" brushRef="#br0" timeOffset="55272.269">19231 8253 1728 0,'11'-5'76'0,"-11"5"16"0,0 0-73 0,0 0-19 0,0 0 0 0,0 0 0 16,0-15 0-16,0 5 0 0,0 10 0 0,0 0 0 15,-5-10 92-15,5 0 16 0,0 10 2 0,0 0 1 16,0 0-49-16,0 0-10 0,0 0-1 0,-18-5-1 16,1 0-15-16,6 0-3 0,11 5-1 0,-17 0 0 15,0 5 8-15,0-5 1 0,5 5 1 0,-5 0 0 16,0 0-14-16,0 5-3 0,-6 0-1 0,6 0 0 16,0 5-23-16,0 1 0 0,-6 4 0 0,6-5 0 15,0 10 0-15,0 1 0 0,0 4 0 0,0 0 0 16,0-4 0-16,-1 4 0 0,7-5 0 0,-6 6 0 15,6-6 0-15,-1 6 0 0,1-1 0 0,5 0 0 0,6 1 0 16,0-1 0-16,0-5 0 0,6 6 0 0,5-11 0 16,1 0 0-16,-1 6 0 0,12-11 0 0,0 5 0 0,5-5 0 15,1-5 0-15,10 1 0 0,-4-6 0 0,-1-5 0 16,6 0 0-16,-6-11 0 0,0 1 0 0,0-5 0 16,0 0 0-16,1-10 0 0,-7 4 0 0,-5-4 0 15,0 5 0-15,-1-6 0 0,1-4 0 0,-11 0 0 16,5-1 0-16,-6 1 0 0,-5 0 0 0,0 4 0 15,-1-4 0-15,-5 5 0 0,0-6 0 0,0 6 0 16,-5 0 0-16,-1-1 0 0,-11 6 0 0,11 0 0 16,-11 10 0-16,6-6 0 0,-7 1 0 0,1 5 0 15,0-5 0-15,0 5 0 0,0 5 0 0,-6-5 0 16,1 4 0-16,-1 1 0 16,0 10-140-16,6 1-33 0,0-6-7 0,5 10 0 0</inkml:trace>
  <inkml:trace contextRef="#ctx0" brushRef="#br0" timeOffset="55980.629">19818 7676 1594 0,'0'0'35'0,"0"0"7"0,0 0 2 0,0 0 1 0,0 0-36 0,0 0-9 0,0 0 0 0,0 0 0 15,0 0 68-15,11 5 11 0,0 0 2 0,1 5 1 16,-1-5-2-16,1 6 0 0,-1-1 0 0,0 5 0 0,7 5-10 15,4 0-2-15,-10 6-1 0,5-1 0 0,6 5-54 0,-6 1-13 16,-6 4 0-16,6 1 0 0,-5 4 54 0,-1 1 8 16,6-1 2-16,-6 6 0 0,-5-6-52 0,0 6-12 15,5 5 0-15,-5-1 0 0,-12 1 0 16,1 5 0-16,-1-6 0 0,0 6 0 0,-11-5 0 0,6 4 0 16,-12 1 0-16,0-5 0 0,6-1 0 15,-6 1 0-15,0-6 0 0,-5 1 0 0,5 0 31 0,6-1 3 16,-6-4 1-16,0-1 0 0,1 1-27 0,5-11-8 15,0 0 0-15,-6 1 0 16,6-6-23-16,-6-5-11 0,11 1-2 0,1-1-1 0,0-10 37 16,-1 0 0-16,7 0 0 0,-1 0-792 15,6-10-152-15</inkml:trace>
  <inkml:trace contextRef="#ctx0" brushRef="#br0" timeOffset="56850.752">13687 7757 403 0,'0'0'17'0,"0"0"5"16,0 0-22-16,0 0 0 0,0 0 0 0,0 0 0 0,0 0 167 0,0 0 29 16,0 0 5-16,0 0 2 0,-6-5-102 15,6 5-20-15,0 0-4 0,0 0-1 0,0 0 4 0,0 0 0 16,0 0 0-16,0 0 0 0,0 0 8 0,0 0 3 16,0 0 0-16,-11 5 0 0,-1-5-21 0,1 5-4 15,0-5-1-15,-1 5 0 0,7 5-26 0,-7-10-6 16,1 11-1-16,-1-1 0 0,1 0 10 0,-6 0 2 15,0 0 0-15,5 5 0 0,-5 5-26 0,0 1-5 16,0-1-1-16,0 5 0 0,-6 1-12 0,0-1 0 16,6 10 0-16,-5 1 0 0,4 4 9 0,1 1-1 15,-5 4 0-15,4 1 0 0,1 5 4 0,0-1 1 16,0 1 0-16,0 5 0 0,6-1-13 0,5 1 0 16,-5 0 0-16,5 5 0 0,-5-6 0 0,5 6 0 15,6 0 0-15,0-6 0 0,0-4 0 0,6 0 0 16,5-6 0-16,0 6 0 0,6-5 0 0,0-6 0 15,-5 1 0-15,5-11 0 0,6 0 0 0,-6-4 0 0,6-6 0 16,-1 0 0 0,1-5-100-16,-6-5-22 0,6-4-5 0,0-1-922 0</inkml:trace>
  <inkml:trace contextRef="#ctx0" brushRef="#br0" timeOffset="57587.56">20838 8208 1177 0,'0'0'52'0,"0"0"11"0,0 0-51 0,0 0-12 15,0 0 0-15,0 0 0 0,0 0 73 0,0 0 12 16,0 0 3-16,0 0 0 0,0 0-19 0,-12 5-3 16,7 0-1-16,-1 0 0 0,0 0-1 0,-5 5 0 15,5 0 0-15,-5-5 0 0,5 6 0 0,-5-1 0 16,-1 5 0-16,1 0 0 0,-1-5 0 0,1 10 0 16,-12 1 0-16,6-1 0 0,0-5-51 0,0 5-13 15,5-4 0-15,-5 4 0 0,-5-5 0 0,5 0 0 16,-1 0 0-16,7 1 0 0,0 4-16 0,-6-5-7 15,5-10-1-15,1 5 0 16,-1 0-115-16,7 1-23 0,-7-1-5 0,7-5-701 0</inkml:trace>
  <inkml:trace contextRef="#ctx0" brushRef="#br0" timeOffset="57871.171">20479 8314 1497 0,'0'0'32'0,"0"0"8"0,0 0 0 0,0-10 4 0,5-5-36 0,-5 0-8 0,0 15 0 0,6-10 0 0,-6 10 53 0,0 0 9 16,0 0 2-16,0 0 0 0,0 0 37 0,0 0 8 16,0 0 2-16,17 0 0 0,-17 0-24 0,17 0-5 15,-5 5-1-15,-1 5 0 0,0-5-65 0,-5 15-16 16,6-5 0-16,-7 5 0 0,7-4 0 0,-1-1 0 15,0 5 0-15,-5-5 0 0,5 6 0 0,1-1 0 16,-1 0 0-16,-5-5 0 0,5 6 0 0,1-1 0 16,-1-5 0-16,1 0 0 15,-1 0-150-15,0-4-34 0,-5-6-6 0,5 5-2 0</inkml:trace>
  <inkml:trace contextRef="#ctx0" brushRef="#br0" timeOffset="59971.316">21419 8101 1267 0,'0'0'56'0,"0"0"12"0,0 0-55 0,0 0-13 0,0 0 0 0,0 0 0 16,0 0 105-16,0 0 19 0,0 0 3 0,0 0 1 15,17-10 0-15,-6 5 0 16,1-5 0-16,5 0 0 0,-6 5-67 0,6 0-13 0,6 0-2 0,0 0-1 15,0 0-13-15,-1-5-4 0,1 10 0 0,0-5 0 16,11 10-28-16,-5-5-8 0,-7 0-1 0,-4 5 0 16,4 0 58-16,-5 5 12 0,1-5 3 0,-7 0 0 15,0 5-52-15,-5 5-12 0,0-5 0 0,-6 1 0 16,-6 4-11-16,6 0-5 0,0 0 0 0,-6 0-1 16,-11 1 27-16,6-1 6 0,5 0 0 0,-11 0 1 15,-6 0-17-15,0 6 0 0,6-1 0 0,-5 0 0 16,-7-5 0-16,1 0 0 0,5 1 0 0,0-1 0 15,-5 0 55-15,5-5 7 0,-6 5 2 0,6-5 0 0,1 1-52 16,-1-1-12-16,6 0 0 0,0-5 0 0,5 5 0 16,-5-5 0-16,6-5 0 0,-1 5 0 0,7 0 0 0,5-5 0 15,0 0 0-15,0 0 0 0,0 0 0 0,0 0 0 16,0 0 0-16,0 0 0 0,17 0 0 0,-6 5 0 16,6 0 0-16,6-5 0 0,0 5 0 0,0 0 0 15,-6-5 0-15,6 6 0 0,-6 4 0 0,5 0 0 16,1-5 0-16,-6 10 0 0,-5-5 0 0,5 0 0 15,-6 6 0-15,1-1 0 0,-1-5 0 0,-5 0 0 16,-1 5 0-16,1 0 0 0,0 1 0 0,-1 4 0 16,-10-5 0-16,5 5 0 0,0-10 0 0,0 6 0 15,-12-1 0-15,1 0 0 0,0 0 0 0,-1-5 0 16,1 5 0-16,-6-4 0 0,0 4 34 0,-6-5 4 16,6 0 1-16,-6 0 0 0,0 0-11 0,0-10-3 15,1 5 0-15,-1 0 0 0,0-5-25 0,0 5-17 0,6-5 2 0,-6 0 1 16,-5 0 14-16,11-5-12 0,-6 0 12 0,6 0-12 31,0 5-26-31,0-5-5 0,0 0-1 0,5 0 0 0,6 0-118 16,6-5-24-16,-11 0-5 0,11-5-1 0</inkml:trace>
  <inkml:trace contextRef="#ctx0" brushRef="#br0" timeOffset="67254.757">12479 10416 633 0,'0'0'56'0,"0"0"-44"15,0 0-12-15,0 0 0 0,0 0 245 0,0 0 47 16,0 0 10-16,0 0 2 0,0 0-141 0,0 0-28 16,0 0-6-16,0 0-1 0,11 0-51 0,1 0-10 15,-1-5-3-15,6 0 0 0,-5 0 0 0,5 5 0 16,0 0 0-16,0-6 0 0,0 1 0 0,0 5 0 0,0-10 0 15,12 5 0-15,-18 5-51 0,6 0-13 0,-5 0 0 0,5 0 0 16,0 0 0-16,0 0 0 0,-17 0 0 0,17 0 0 16,0 5 0-16,0 0 0 0,-5-5 0 0,-12 0 0 15,11 0-151 1,6 5-33-16,-6-5-6 0,-11 0-898 0</inkml:trace>
  <inkml:trace contextRef="#ctx0" brushRef="#br0" timeOffset="67540.459">12507 10689 1094 0,'0'-5'97'0,"-5"5"-77"15,-1-5-20-15,6 5 0 0,0 0 247 0,0 0 45 16,0 0 10-16,0 0 2 0,0 0-141 0,0 0-28 16,0 0-6-16,11-5-1 0,-11 5-102 0,18-5-26 15,4 5 0-15,-5-5 0 0,1 5 0 0,-1-5 0 16,-6 5 0-16,6-5 0 0,-5 5 56 0,5 0 7 16,0 0 1-16,-6 5 0 15,-11-5-103-15,17-5-20 0,0 5-4 0</inkml:trace>
  <inkml:trace contextRef="#ctx0" brushRef="#br0" timeOffset="79732.106">13835 10152 691 0,'0'0'61'0,"0"0"-49"15,0 0-12-15,0 0 0 0,0 0 248 0,0 0 46 16,0 0 10-16,0 0 1 0,0 0-173 0,11 0-36 16,1-5-6-16,-1 5-2 0,6-5-20 0,0 0-5 15,-5-5-1-15,5 5 0 0,0-5-18 0,6 5-4 16,0-5-1-16,-1 0 0 0,-10 5 1 0,5-1 0 16,0 1 0-16,-6 0 0 0,12 5-9 0,-11-5-2 15,5 5 0-15,0-5 0 0,-6 10-5 0,1-5 0 16,-12 0-1-16,0 0 0 0,11 10-10 0,-5-5-1 15,11 6-1-15,-17-11 0 0,5 15-3 0,7-5-8 16,-12-10 12-16,6 15-4 0,-6 0-8 0,5 0 0 0,-5-15 0 16,0 16 8-16,0 4-8 0,-5-5 0 15,5-5 9-15,-6 5-9 0,0 1 8 0,-5-1-8 16,5 0 10-16,-5 0-10 0,5 0 12 0,-5-4-4 0,5 4-8 0,-6 0 12 16,-5 5-1-16,6 0-1 0,-6-4 0 0,0 4 0 15,-6-5-2-15,6 5 0 0,0 1 0 0,0-1 0 16,-6 5 0-16,0-5-8 0,6 6 12 0,0-1-4 15,-6 0 1-15,6 1 0 0,-6-1 0 0,0 0 0 16,12-9 1-16,-6 9 0 0,0-10 0 0,0 5 0 16,5 6-10-16,7-1 10 0,-12-5-10 0,11-10 10 15,-6 6-10-15,7-6 10 0,-1 0-10 0,6 0 10 0,0 0-10 16,0 0 0-16,0-10 0 0,0 0 8 0,0 0-8 0,0 0 0 16,11 5 0-16,7 0 0 0,-1-5 0 0,0-5 0 15,6 0 0-15,-1 0 0 0,1 0 0 0,0 5 0 16,0-10 0-16,5 10 0 0,-5-5 0 0,0 5 0 15,0-5-9-15,-1 5 9 16,1 0-28-16,-6 0-1 0,6 0-1 0,0 0 0 16,-6 5-98-16,0 0-19 0,0 0-4 0,0 0-649 15,-5-5-131-15</inkml:trace>
  <inkml:trace contextRef="#ctx0" brushRef="#br0" timeOffset="80472.749">14616 10178 172 0,'0'0'16'0,"0"0"-16"0,0 0 0 0,0 0 0 0,0 0 259 0,0 0 49 16,0 0 9-16,0 0 3 0,0 0-149 0,0 0-30 16,0 0-5-16,11-5-2 0,-11 5-26 0,11-10-6 15,1-1-1-15,5 6 0 0,0-5-26 0,0 0-6 16,-5 5-1-16,5-5 0 0,17 0-16 0,-6 5-4 16,-16 0-1-16,10 0 0 0,13 0-13 15,-18 10-2-15,-17-5-1 0,0 0 0 0,17 0-4 0,6 0-1 16,-6 0 0-16,-6 10 0 0,-11-10-10 0,0 0-1 15,17 10-1-15,-5 0 0 0,-12-10-5 0,0 0-1 16,17 10 0-16,-6 5 0 0,-11-15 1 0,6 10 0 16,-12 6 0-16,12-1 0 0,-1-5 3 0,-5 5 0 15,-11 0 0-15,0 6 0 0,5-6 2 0,-5 5 1 0,-1 0 0 16,-5 6 0-16,-6-6-4 0,1 5-1 0,4 0 0 16,-4 6 0-16,-7-6-10 0,6 1 10 0,6-1-10 0,0 5 10 15,-11 1-10-15,11 4 12 0,0-5-12 0,-1 1 12 16,1-1-4-16,0-4 0 0,0-1 0 0,0-5 0 15,0-5 4-15,6 0 0 0,-1 1 0 0,6 4 0 16,-5-10 0-16,5 5 0 0,1 0 0 0,-1-4 0 16,0 4-3-16,6-15 0 0,6 10 0 0,-6-10 0 15,0 0-9-15,0 0 0 0,6 10 9 0,-6-10-9 0,11 0 0 16,6 5 8-16,-5 0-8 0,5-5 0 0,-6 5 0 0,6-5 8 16,0 0-8-16,-11 0 0 15,5 0 0-15,-5 0 0 0,-6 0 0 0,11 0 8 0,-5 0-8 0,6-5-8 16,5 5 8-16,0-5-12 15,5 5-24-15,-4 0-4 0,4-5-2 0,-5 5 0 16,1 0-114-16,4-5-22 0,-5 5-5 0,1-5-618 16,-1 5-124-16</inkml:trace>
  <inkml:trace contextRef="#ctx0" brushRef="#br0" timeOffset="80955.767">15744 10244 576 0,'0'0'51'0,"0"0"-41"0,0 0-10 0,0 0 0 16,-12 0 207-16,12 0 39 0,0 0 8 0,0 0 2 15,0 0-123-15,0 0-24 0,-5-6-5 0,5 6 0 16,0 0-22-16,0 0-4 0,-12-10-1 0,7 0 0 0,5 10-7 16,0 0-2-16,-6-5 0 0,-5-5 0 0,5 5-8 15,-6 5-1 1,1-5-1-16,0 5 0 0,-1-5-13 0,1 5-2 0,5 0-1 0,-5 0 0 0,-1 0-12 0,1 0-2 15,0 0-1-15,5 5 0 0,-6-5-7 0,7 0-2 16,-7 5 0-16,1 0 0 0,11-5-6 0,-11 10 0 16,-1 0-1-16,1-5 0 0,5 0-3 0,6-5 0 15,-11 11 0-15,5-6 0 0,-5 0 0 0,5 0 0 16,6-5 0-16,-11 5 0 0,5 0-8 0,6-5 0 16,0 0 9-16,0 0-9 0,-6 5 0 0,6-5 8 15,0 0-8-15,0 0 0 0,0 0 0 0,0 0 0 16,0 0 0-16,0 0 0 0,0 0-24 0,0 0 1 15,0 0 0-15,0 0 0 16,0 0-179-16,0 0-36 0</inkml:trace>
  <inkml:trace contextRef="#ctx0" brushRef="#br0" timeOffset="82542.941">15465 10183 1324 0,'0'0'59'0,"0"0"12"0,17-5-57 0,-17 5-14 15,0 0 0-15,0 0 0 0,11 0 140 0,-11 0 26 16,0 0 5-16,0 0 1 0,0 0-35 0,0 0-6 16,0 0-2-16,0 0 0 0,0 0-37 0,0 0-7 15,0 0-1-15,0 0-1 0,0 0-24 0,0 10-5 0,-6 5-1 16,1 0 0-16,10 0-17 0,-5 1-4 15,-11-1-1-15,0 0 0 0,-1 0-10 0,1 5-1 0,5 1-1 16,0-1 0-16,-5-5-7 0,5 5 0 0,1-9-1 16,-1 4 0-16,6 0-11 0,0 0 8 0,-6-5-8 0,6 5 8 15,0-15-8-15,0 0 0 0,0 0 9 0,6 11-9 16,-6-11 0-16,11 5 0 0,-11-5 0 0,12 5 0 16,-12-5 0-16,17 0 0 0,6-5 0 0,-1 5 0 15,-10-10 0-15,-1 10 0 16,1-6 0-16,5 1 0 0,5 5 0 0,1-5 0 0,-6 5 0 0,6 0 0 15,-6 0 0-15,6 0 0 0,0 0 0 0,-6 5 0 0,0 6 0 16,-6-1 0-16,7-5 0 0,-7 5-8 0,0 0 8 16,6 0 0-16,-11 5 0 0,5 0 0 0,1-4 0 15,-1 9 0-15,-5 0 0 0,-6-5 0 0,0 0 0 0,0 1 0 16,6 4 0-16,-6 0 0 0,-6-5 0 0,-5 1 0 16,5-1 8-16,6 0-8 0,6 5 0 0,-12 0 8 15,-17 1-8-15,17-1 0 0,12 0 0 0,-12-10 8 16,-11 11-8-16,-5-6 0 0,-7 0 8 0,6 0-8 15,6-5 8-15,-6 6-8 0,1-11 0 0,-7 0 9 16,12 0-9-16,-12 0 0 0,7-5 8 0,-1 5-8 16,0-5 0-16,0-5 0 0,-5-5 0 0,11 5 0 15,-6-6 0-15,6 1 0 0,-6 0-14 0,0 0-3 16,12 0-1-16,5 0 0 16,-5-5-21-16,5-1-4 0,-5 1-1 0,-1 5 0 15,12-5-89-15,-5 0-19 0,-1 0-3 0,6-6-628 0,-6 1-125 0</inkml:trace>
  <inkml:trace contextRef="#ctx0" brushRef="#br0" timeOffset="82864.707">15482 10238 1645 0,'0'0'72'0,"0"0"16"0,-12 0-70 0,12 0-18 16,0 0 0-16,0 0 0 0,0 0 137 0,0 0 24 15,0 0 5-15,0 0 1 0,0 0-42 0,0 0-8 16,0 0-1-16,0 0-1 0,17-5-43 0,-5 5-8 16,-12 0-1-16,17 0-1 0,6 0-15 0,-6 0-3 15,6 0-1-15,-6 0 0 0,5 0-15 0,7 0-4 16,11 0 0-16,-17 0 0 0,-18 0-12 0,12-5-4 15,18 5 0-15,-7-5 0 0,-5 0-8 0,0 0 0 16,11 0 0-16,-6 0 0 16,1 5-57-16,-1-5-14 0,-11 0-2 0,6 5-1 15,0-5-158-15,-6 5-31 0</inkml:trace>
  <inkml:trace contextRef="#ctx0" brushRef="#br0" timeOffset="83756.655">16593 10487 576 0,'-12'0'51'0,"12"0"-41"15,0 0-10-15,0 0 0 0,12 0 227 0,-12 0 43 16,0 0 9-16,0 0 1 0,0 0-136 0,0 0-27 15,0 0-5-15,0 0-2 0,-17 0-18 0,11-5-4 16,6 5-1-16,0 0 0 0,-17-5-24 0,5 5-5 16,12 0-1-16,0 0 0 0,0 0-10 0,-11-6-3 15,-6 1 0-15,6 5 0 0,11 0-6 0,-12 5-2 16,-5 1 0-16,0-6 0 0,17 0-9 0,-6 10-3 16,-5 0 0-16,0 5 0 0,-7-5-6 0,7 5-2 15,0 0 0-15,-1 1 0 0,7 4-6 0,-1 0-2 16,-6 5 0-16,1-4 0 0,5-6-8 0,1 5 0 15,-7 0 0-15,7 1 0 0,5-1 0 0,0 0 0 0,0 0 0 0,0-4 0 16,0-1 0-16,5-5 0 0,-5-10 0 16,17 10 0-16,-5-5-28 15,-1 0 1-15,6-5 1 0,0 5 0 0,6-10-119 16,6 5-24-16,-7-5-5 0,7 0-568 0,-6-5-114 0</inkml:trace>
  <inkml:trace contextRef="#ctx0" brushRef="#br0" timeOffset="84401.2">16889 10441 230 0,'0'0'20'0,"0"0"-20"16,0 0 0-16,0 0 0 0,0 0 445 0,0 0 85 16,0 0 17-16,0 0 3 0,0 0-359 0,0 0-72 15,0 0-15-15,0 0-2 0,0 0-30 0,0 0-7 16,0 0-1-16,0 0 0 0,0 0-30 0,0 20-6 15,0 1-2-15,-6-1 0 0,-5-5-6 0,5 5-2 16,1 1 0-16,-1 4 0 0,-11 0-3 0,0 0-1 16,5 1 0-16,1-1 0 0,-1 0-4 0,1-4-1 15,0-1 0-15,5 0 0 0,6-5-9 0,0-4 0 16,-11-1 0-16,5-5 8 0,6 10-8 0,0-15 0 16,0 0 0-16,0 0 0 0,0 0-19 0,0 0-2 15,11-10-1-15,1-5 0 16,5-1-9-16,0-4-1 0,0-10-1 0,6-1 0 0,0 1 9 0,-1 0 1 15,1 4 1-15,0-4 0 0,0 0 7 0,0 4 2 0,-6 1 0 16,5 5 0-16,-5-1 13 0,1 6 0 0,-7 5 0 0,6 0-9 16,-6 0 9-16,1 5 0 0,-1 5 0 0,1-5 0 15,-1 5 0-15,0 5 9 0,-11-5 0 16,12 5 0-16,5 0 3 0,-6 5 0 0,-5 5 0 0,0-5 0 16,-1 11 12-16,-5-6 2 0,6 0 1 0,-6 10 0 15,0-4-2-15,-6-1 0 0,6 5 0 0,0-5 0 16,0 1-11-16,-5-1-2 0,-1-5-1 0,6 0 0 15,-11 6-11-15,5-11 10 0,6-10-10 0,0 0 10 16,0 10-10-16,0-10 0 0,0 0 9 0,0 0-9 0,0 0 0 16,6-10-20-16,-1 0 4 0,1-6 1 15,5 1-9-15,1-5-1 0,-1 0-1 0,6-1 0 0,-5-4 7 16,5 0 2-16,11-1 0 0,-5 1 0 0,-6 0 2 0,6 5 1 16,5-1 0-16,-5 1 0 0,0 5 14 0,-12 5 0 15,-5 0-10-15,6 10 10 0,5-11 0 0,0 16 0 16,-17-5 0-16,11 6 0 0,1 4 0 0,-1 5 13 15,-11 0-1-15,0 0-1 0,-6 6 12 0,6 4 2 16,6-5 1-16,-6 0 0 0,-6 11-5 0,6-1-1 16,6-10 0-16,-6 6 0 0,-11-1-6 0,5-10-2 15,6 0 0-15,0 6 0 0,0-6-12 0,-6-5 0 16,6-10 8-16,0 0-8 16,0 0-67-16,0 0-16 0,0 0-3 0,0 0-761 15,17 0-152-15</inkml:trace>
  <inkml:trace contextRef="#ctx0" brushRef="#br0" timeOffset="84901.338">18091 9844 1728 0,'0'0'76'0,"0"0"16"16,0 0-73-16,0 0-19 0,0 0 0 0,0 0 0 16,0 0 97-16,6-11 16 0,0 1 3 0,-6 10 1 0,5-10-33 0,-5 10-8 15,12-10 0-15,-1 5-1 0,1 5-9 0,-1 0-2 16,6 0 0-16,-6 0 0 16,7-5-51-16,-7 5-13 0,6 5 0 0,-6-5 0 0,7-5 54 0,-7 5 8 15,0-5 2-15,1 5 0 0,-1 5-52 0,-11-5-12 16,0 0 0-16,11 10 0 0,-5-5 0 0,0 5 0 15,-6-10 0-15,0 10 0 0,0 11 0 0,-6-11 0 16,6 5 0-16,-6 0 0 0,1-5 22 0,-1 5 2 16,0 1 0-16,-5-1 0 0,5 0-16 0,1 0-8 15,-7-5 10-15,1 0-10 0,-1 6 10 0,7-6-10 16,-7 0 10-16,1 5-10 0,5-5 9 0,-5 5-9 16,-1-4 8-16,7-1-8 0,-7 5 8 0,7-5-8 15,-7 0 0-15,7 0 8 0,-7 0-8 0,6-5 10 16,6-5-10-16,0 0 10 0,0 0-10 0,0 0 0 15,0 0 0-15,0 0 8 0,0 0 0 0,0 0-8 16,0 0 12-16,0 0-4 0,0 0-8 0,12 5 0 0,5-5-10 0,0 6 10 16,-6-6 0-16,12 0 8 0,0-6 1 0,-6 6 0 15,6-5-9-15,-6 5-16 0,6 0 4 0,-6 0 1 32,-6-5-24-32,6 5-5 0,0-5 0 0,1 0-1 15,-1 5-166-15,0-5-33 0</inkml:trace>
  <inkml:trace contextRef="#ctx0" brushRef="#br0" timeOffset="88543.947">12821 13414 1267 0,'6'15'28'0,"-6"-15"5"0,0 0 2 0,0 0 1 0,0 0-36 0,0 0 0 16,0 0 0-16,0 0 0 0,0 0 58 0,0 0 5 15,0 0 1-15,0 0 0 0,-12 10 0 0,12-10 0 16,0 0 0-16,0 0 0 0,0 0 0 0,0 0 0 16,0 0 0-16,0 0 0 0,0 0-2 0,0 0 0 15,6-5 0-15,0-5 0 0,5 0 3 0,-5 5 1 16,5 0 0-16,-11 5 0 0,0 0-2 0,6-6 0 0,5 1 0 16,1 0 0-16,5 0-64 0,0 0 0 0,-6-5-18 0,1 0 4 15,5-10 37-15,-6 10 7 0,6-6 2 0,0 6 0 16,-5 5-32-16,5 0 0 0,-12 5 0 0,12 0 0 15,1 5 12-15,-7 0-3 0,6 0-1 0,-11 0 0 16,5-10-8-16,-11 5 8 0,0 0-8 0,0 0 8 16,12 0-8-16,-7 5 0 0,12-5 0 0,-17 0 0 15,0 0-25-15,0 0-4 16,6 10-1-16,-6-10 0 0,0 0 30 0,0 0 0 0,11 6 0 0,-11-6 0 16,0 0 25-16,12 15 11 0,5-5 3 0,-17-10 0 15,0 15-23-15,6 0-5 0,-6-15-1 0,0 15 0 0,-6 1-1 0,6-1 0 16,-11 0 0-16,5 0 0 0,6-5-1 0,0 6-8 15,-6-6 12-15,6 5-4 0,-6 0-8 0,-5 0 0 16,0 0 0-16,5 1 0 0,-5-6 0 0,-1 5 0 16,6 0 0-16,-5 0 0 0,11 1 0 0,-17-6 0 15,6 5 0-15,-1 0 0 0,1 0 0 0,-1 0 0 16,7-10 0-16,-7 6 0 0,12-11 0 0,-17 10 0 16,6-5 0-16,-1 5 0 0,1-5 0 0,0 0 0 15,5 5 0-15,-5 0 0 0,-7-5 0 0,13 0 0 16,5-5 0-16,-12 11 0 0,-5-6 0 0,6 0 0 15,-1 5 0-15,1 0 0 0,0-5 0 0,-1 5 0 16,7-5 0-16,-7 5 0 0,1-5 0 0,5 0 0 16,0 1 0-16,1-1 0 0,-7 0 0 0,1 0 0 15,5 0 0-15,-5 0 0 0,5 0 0 0,0 0 0 16,1 0 0-16,-1 0 0 0,6-5 0 0,-6 5 0 16,-5-5 0-16,11 0 0 0,0 0 0 0,-6 5 0 0,1-5 0 15,5 0 0-15,0 0 50 0,-12 0 11 0,6 0 3 0,6 0 0 16,0 0-52-16,0 0-12 0,-5 10 0 0,5-10 0 15,0 0 0-15,0 0 0 0,0 5 0 0,0-5 0 16,0 0 0-16,0 0 0 0,0 0 0 0,0 0 0 16,0 0 0-16,0 0 0 0,0 0 0 0,0 0 0 15,0 0 0-15,0 0 0 0,0 0 0 0,0 0 0 16,5 5 0-16,13-5 0 0,-18 0 0 0,17 0 0 16,-6-5 0-16,6 5 0 0,0-5 0 0,-11 5 0 15,5-5 0-15,1 5 0 0,-1-5 0 0,0 5 0 16,7 5 0-16,-7 0 0 0,0-5 0 0,6 0 0 0,1 0 0 15,-1 0 0-15,0 0 0 0,0 0 0 16,0 0 0-16,-6 0 0 0,6-5 0 0,-5 5 0 16,-1 0 0-16,6 0 0 0,-5 0 0 0,-7 0 0 0,-5 0 0 0,17 0 0 15,1 0 0-15,-7 0 0 0,-11 0 0 0,17 0 0 16,-11 0 0-16,-1 0 0 16,-5 0-48-16,0 0-13 0,0 0-3 0,0 0 0 15,0 0-138-15,0 0-28 0,0 0-6 0,12 5 0 0</inkml:trace>
  <inkml:trace contextRef="#ctx0" brushRef="#br0" timeOffset="89916.432">13875 13282 403 0,'0'0'36'0,"0"0"-36"0,0 5 0 0,11 0 0 15,-11-5 250-15,0 0 43 0,0 0 9 0,0 0 2 0,0 0-193 0,0 0-39 16,0 0-7-16,0 0-1 16,0 0 0-16,0 0 1 0,0 0 0 0,0 0 0 15,0 0-8-15,0 0-1 0,12-15-1 0,-12 15 0 0,0 0-37 0,0 0-7 16,17-10-2-16,-17 10 0 0,0 0 44 0,0 0 9 16,0 0 2-16,0 0 0 0,-12-10 0 0,12 10 0 15,0 0 0-15,0 0 0 0,0 0-52 0,-11-10-12 16,-6 10 0-16,6 0 0 0,11 5 54 0,-6 5 8 15,-6-5 2-15,1 0 0 0,0 5-52 0,-1-5-12 16,1-5 0-16,-1 0 0 0,1 10 15 0,0-5 0 16,-6 10 0-16,11 1 0 0,0-6-5 0,0 0-1 15,-5 5 0-15,0 0 0 0,-1 11-1 0,1-11-8 16,5 0 12-16,-5 0-4 0,-6 5 0 0,5-4-8 16,1 4 12-16,0 0-4 0,-7-5-8 0,13 6 12 15,-7-1-12-15,1 0 12 0,0 0-12 0,-1 6 0 16,6-6 9-16,1 0-9 0,-1 5 0 0,0-4 0 0,1-1 0 15,5 0 0-15,0 0 0 0,-6-4 0 16,12 4 0-16,-6-5 8 0,0 0-8 0,5 1 0 16,1-1 0-16,0 0 0 0,5 5 0 0,1-5 0 0,-1 1 0 0,0-6 0 15,-5 0 0-15,11-5 0 0,-5 0 0 0,-1 0 8 16,0 0-8-16,1 0 0 0,-7 0 8 16,13 0-8-16,-13-5 0 0,12 0 8 0,-5 0-8 0,5 0 0 15,-6 0 0-15,6 0 9 0,-5-5-9 0,-1 5 0 16,-11 0 8-16,17-5-8 0,0 0 0 0,-5 0 0 15,-1 0 0-15,6 0 0 0,-5-5 0 0,5 5 0 16,-6-5 0-16,0 4 0 0,-11 6 8 0,12-10-8 0,5 5 0 16,-6 0 0-16,1-5 0 0,-1 0 0 0,0 5 0 15,1-10 0-15,-12 5 0 0,0 10 0 0,6-11 0 0,-6 11 0 16,5-15 0-16,1 5 0 0,-6 0 0 0,6 0 0 16,5 5 0-16,-11 5 0 0,0 0 0 0,0 0 0 15,0-15 0-15,0 15 0 0,6-11 0 0,-6 11 0 16,0-10 0-16,-6 0 0 0,6 10 8 0,0-10-8 15,0 0 0-15,0 10 0 0,-6-10 0 0,1 0 0 16,5 10 8-16,0 0-8 0,0-10 0 0,0 10 0 16,0 0 0-16,0-5 0 0,0 5 0 0,-6-11 0 15,6 11 0-15,-11-10 0 0,-1 5 0 0,12 5 0 16,0 0 0-16,0 0 0 0,0 0 0 0,0 0 0 16,-11-10 0-16,11 10 0 0,-17-5 0 0,5 5 0 15,1-5 0-15,11 5 0 0,0 0 0 0,-11-5 0 16,-7 0 0-16,18 5 0 0,0 0 0 0,-17 0 0 15,0 5 0-15,17-5 0 0,0 0 0 0,-11 0 0 0,-12 10 0 16,12-5 0-16,11-5 0 0,0 0 0 0,-17 5 0 16,-1 0 0-16,18-5 0 0,-11 5 0 0,0 5 0 0,-1-5 0 15,1 1 0-15,5-1 0 0,-5 5 0 16,5-5 0-16,0 0 0 0,6-5 0 0,-5 10 0 0,-1 0 0 16,0 5-24-1,6-15-3-15,0 0 0 0,0 0 0 0,0 0-157 16,0 0-32-16</inkml:trace>
  <inkml:trace contextRef="#ctx0" brushRef="#br0" timeOffset="92079.968">14633 13409 918 0,'45'-31'40'0,"-33"26"9"0,-12 5-39 0,0 0-10 0,0 0 0 0,0 0 0 16,5-10 80-16,-5 10 13 0,0-5 3 0,0 5 1 15,0 0 25-15,0 0 5 0,0 0 1 0,0-10 0 0,6 0-52 0,-6 5-11 16,-6-6-1-16,6 11-1 16,0 0 1-16,0 0 1 0,-5-5 0 0,-1 0 0 15,6 5-1-15,-6-5 0 0,1 0 0 0,-7 5 0 16,1 0-51-16,-1 0-13 0,1 0 0 0,0 0 0 0,-1 0 54 15,1 0 8-15,-6 0 2 0,5 5 0 0,1 5-52 0,0 1-12 16,-1-1 0-16,1-5 0 0,-1 0 16 0,1 5 1 16,0-5 0-16,-6 5 0 0,11 0-9 0,0 0-8 15,0 1 12-15,-5-1-12 0,5 5 0 0,6 0 0 16,-5 0 0-16,5 0-12 0,-6-4 12 0,12 4 0 16,-6-5 0-16,5 10 0 0,1-5 0 0,5 0 0 15,1 1 0-15,-1-1 0 0,6 0 0 0,0 0 0 16,6-5 0-16,-6 6 0 0,6-1 12 0,0-5-12 15,0 5 12-15,5-5-12 0,-5 5 10 0,5-4-10 16,1-1 8-16,-12 0-8 0,0 0 12 0,0 0-2 16,12 5-1-16,-7 0 0 0,-22 1 2 0,12-6 0 15,5 5 0-15,0 0 0 0,-11-5-2 0,-1 5 0 16,1 1 0-16,0-6 0 0,5 5-1 0,-5-5 0 16,-6-10 0-16,0 15 0 0,6 0 0 0,-6 1-8 0,-17-11 12 15,-1 5-4-15,1 0 2 0,6 0 0 0,-6-5 0 16,-6 5 0-16,-5-5-2 0,5 0 0 0,0-5 0 0,0 0 0 15,0 0-8-15,1-5 10 0,-1 0-10 0,0 0 10 16,6 0-10-16,-6 0 0 0,0-5 9 0,6 0-9 16,0 0 0-16,0 0 0 0,6-6 0 0,-1 1-8 15,7 10 8-15,-7-5-12 0,1 0 12 0,5-5-12 16,6 5 12-16,0-6-12 0,-6 6 12 0,12 0-12 16,-6-5 12-16,6 5-12 0,0-5 12 0,-6 15-12 15,11-11 12-15,12-4-10 0,-1 5 10 0,1-10-10 0,6 0 10 16,-1-1 0-16,6 1 0 0,6 0-8 0,0 0 8 0,0-1 0 15,-17 6 0-15,11-5 0 0,-5 10 0 0,-1-5 0 16,-17-1 0-16,1 6 0 0,-1-5 0 0,1 5 0 16,5-5 0-16,-12 5 8 0,-5 0-8 0,0 10 0 15,12-11 8-15,-12 1-8 0,0 0 8 0,0 0-8 16,0-5 8-16,-6 5-8 0,0 0 8 0,-5-1-8 16,0 6 10-16,11 5-10 0,0 0 0 0,-6-5 0 15,-23 0 0-15,7 0 0 16,-7 0-16-16,6 5-4 0,1-5 0 0,-1 0 0 15,6 5-5-15,0 0-2 0,5 0 0 0,-5 5 0 16,17-5-120-16,0 0-24 0,0 0-5 0</inkml:trace>
  <inkml:trace contextRef="#ctx0" brushRef="#br0" timeOffset="92378.288">15516 13540 1209 0,'0'0'108'0,"0"0"-87"0,0 0-21 0,0 0 0 0,0 0 171 0,0 0 29 15,0 0 7-15,0 0 1 0,0 0-87 0,0 0-17 16,0 0-3-16,0 15-1 0,0-15-15 15,0 0-3-15,-6 16-1 0,0-6 0 0,1 5-46 0,5 0-10 16,-6-5-1-16,0 0-1 0,-5 1-23 0,5-6 9 16,6-5-9-16,-5 15 0 0,5-5 0 0,0-10-12 15,0 0 0-15,0 0 0 16,11 5-202-16,-11-5-40 0</inkml:trace>
  <inkml:trace contextRef="#ctx0" brushRef="#br0" timeOffset="92926.062">16200 13206 1209 0,'0'0'108'0,"0"0"-87"0,0 0-21 0,0 0 0 0,0 0 171 0,0 0 29 0,0 0 7 0,0 0 1 16,0 0-85-16,0 0-17 0,-12 15-3 0,12 0-1 15,0-15-10-15,-5 21-1 0,-1-6-1 0,-6 5 0 16,7 0-28-16,-7-10-6 0,1 6 0 0,-6 4-1 16,5 5-29-16,1-4-6 0,5-1 0 0,-5 5-1 15,0-10 6-15,-1 0 2 0,6 1 0 0,1-1 0 16,-1 0-11-16,0-5-3 0,6-10 0 0,6 15 0 16,0-5-13-16,5 1 9 0,-11-11-9 0,12 5 8 15,5 0-8-15,0-5 0 0,0 0 0 0,6 0 8 0,-6 0-8 16,6 5 0-16,5-5-10 0,-5-5 10 0,-6 0 0 15,0 5 0-15,6-5 13 0,0 10-4 0,-12 0-9 16,6 0 0-16,0-5 0 0,0 10 0 0,0-5 0 16,0 5 8-16,-11 0-8 0,11 0 12 0,0 6-12 0,-11-1-12 15,0 0 2-15,-1 0 1 0,13 5 9 16,-13-4 12-16,1 4-2 0,-6-5-1 0,6 5-9 0,-6 1 0 16,5-1 0-16,-5-5 0 0,-11 5 0 0,5-5 0 15,1 1 0-15,5 4 0 0,-18 0 0 0,1-5 0 16,12 1 0-16,-7 4 0 0,1-10 0 0,-1 0 0 15,-5 0 0-15,-5 0 0 0,4 0 0 0,1-4 0 16,-5-1 0-16,-1 0 0 0,0-5 0 0,-5 5 0 16,5-5 0-16,-6-5 0 0,1 5 0 0,-6-5 0 15,11 0 0-15,-6-1 0 0,-5-4 0 0,0 5 0 16,11-5 0-16,0 0 0 0,-5 0 0 0,-1-5 0 16,7-1 0-16,4 6 0 15,7-5-49-15,5 5-12 0,-5-10-3 0,11 5 0 16,6-1-204-16,5-4-42 0,0-15-8 0,12 9-2 0</inkml:trace>
  <inkml:trace contextRef="#ctx0" brushRef="#br0" timeOffset="93187.471">16245 13277 1324 0,'0'0'118'0,"0"0"-94"0,0 0-24 0,0 0 0 0,0 0 248 0,0 0 44 16,0 0 10-16,0 0 2 0,0 0-192 0,0 0-39 15,0 0-7-15,0 0-2 0,0 0 52 0,0 0 9 16,17 0 3-16,0 0 0 0,0 0-103 0,6 0-25 16,0 0 0-16,6 0 0 0,-7 0 0 0,7 5 0 15,-6-5 0-15,11 0 0 0,0-5 0 0,-6 0 0 16,-10 0 0-16,4 0-916 15,18 0-189-15</inkml:trace>
  <inkml:trace contextRef="#ctx0" brushRef="#br0" timeOffset="93574.871">17168 13626 1728 0,'0'0'76'16,"0"0"16"-16,0 0-73 0,12-5-19 0,-12 5 0 0,0-5 0 16,11 0 106-16,-11 5 18 0,0 0 3 0,0 0 1 0,0-10-52 15,0 5-9-15,0 5-3 0,0 0 0 0,0 0 0 16,-6-10 0-16,-5 0 0 0,0 5 0 0,-1 5-51 0,-5 5-13 15,6 0 0-15,-1 0 0 0,-5-5 54 0,-6 10 8 16,6 0 2-16,-6 0 0 0,1 5-52 0,-1 1-12 16,0-1 0-16,-5 5 0 0,-1 0 0 0,1 1 0 15,5 4 0-15,6-5 0 0,-6 5 0 16,6 1 0-16,0-11 0 0,11 5 0 16,6-5 0-16,0 1 0 0,6 4 0 0,5-5 0 0,-5 5 0 0,11-5 0 15,0 1 0-15,12-6 0 0,-1 0 0 0,6-5 0 16,6 0 0-16,0-5 0 15,0-5-151-15,0-5-33 0,0-5-6 0,0-1-898 0</inkml:trace>
  <inkml:trace contextRef="#ctx0" brushRef="#br0" timeOffset="94209.989">17596 13586 1728 0,'0'0'76'0,"0"0"16"0,-6 0-73 0,6 0-19 0,0 0 0 0,0 0 0 16,0 0 106-16,0 0 18 0,0 0 3 0,0 0 1 16,-6 10 0-16,0 5 0 0,6-5 0 0,0 5 0 15,0 1-52-15,-5 4-9 0,5-5-3 0,-6 5 0 16,0-4-51-16,1 9-13 0,5 0 0 0,-6-5 0 16,0 1 54-16,1-1 8 0,-1 5 2 0,-5 1 0 15,5-11-52-15,0 5-12 0,-5-5 0 0,-1-5 0 16,7 6 0-16,5-6 0 0,-6 0 0 0,6-10 0 15,0 0 0-15,0 0 0 0,0 0 0 0,0 0 0 16,11-5-48-16,1-5-13 0,5-1-3 0,0-4 0 0,0-5 43 0,0-5 8 16,6 4 1-16,-6-4 1 15,6-5-33-15,0 4-8 0,-1 1 0 0,1 5-1 0,-6-5 25 0,6 9 6 16,-6 1 1-16,6 0 0 0,0 0 3 0,-1 5 1 16,-4 5 0-16,-7-6 0 0,6 1 17 0,0 5 0 15,-5 0-8-15,-1 0 8 0,-11 5 8 0,17 5 4 16,-6 0 2-16,-11-5 0 0,12 10 10 0,-1 1 1 15,-5-1 1-15,0 0 0 0,-1 10 10 0,-5-5 3 16,0 0 0-16,0 6 0 0,0-1-12 0,-5 0-3 16,-1 5 0-16,0-4 0 0,1-1-8 0,-1 0-1 15,0-5-1-15,0 6 0 0,1-6-14 0,-1-5-18 16,0 5 4-16,6-5 1 0,0-10 25 0,0 0 6 16,0 0 1-16,0 0 0 0,0 0-31 0,12-10-5 15,5 5-2-15,0-10 0 0,0 5 5 0,6-10 1 16,-6-1 0-16,11-4 0 15,1 0-31-15,5-1-5 0,-5-4-2 0,10 5 0 0,1-6 41 0,6 6 10 0,-6 5 0 0,0-1 0 16,-6-4 0-16,0 10 0 0,0 5 0 0,0 0 0 16,-11 5 0-16,0 0 0 0,-12 5 0 0,6 0 0 15,-5 5 0-15,5 5 0 0,-6 0 0 0,-5 5 0 16,0 0 36-16,-1 0 8 0,1 11 3 0,-6-6 0 16,6 5-17-16,-6 1-3 0,-6-1-1 0,6 0 0 15,0 6-26-15,-6-6-9 0,6-5 0 0,-5 6 0 16,-1-1 28-16,6-5 5 0,0-5 2 0,6 1 0 15,-6-16-81-15,5 10-16 0,1-5-3 16,6 0-762-16,-1 0-152 0</inkml:trace>
  <inkml:trace contextRef="#ctx0" brushRef="#br0" timeOffset="94668.641">19140 13019 288 0,'0'0'12'0,"0"0"4"0,0 0-16 0,5-5 0 16,7 0 0-16,-7-1 0 0,-5 6 376 0,12-5 72 0,-1 0 14 0,1-5 3 15,-1 10-287-15,6-5-58 0,0 0-11 0,0 0-2 16,0 5-19-16,1 0-4 0,-7 0-1 0,6 5 0 15,0-5-66-15,6 5-17 0,0 0 0 0,-6 0 0 16,-6-5 44-16,6 5 2 0,6 5 1 0,-12-4 0 16,1 4-25-16,-1-5-5 0,1 5-1 0,-12-10 0 15,5 5-16-15,1 5 0 0,-6 0 0 0,0 5 0 16,-6-10 0-16,1 6 0 0,-7 4 0 0,1 0 0 16,-6 0 0-16,0 0 0 0,0-5 0 0,-6 6 0 15,0-1 0-15,-6 0 0 0,12-5 0 0,-5 5 0 16,-1 1 0-16,0-1 0 0,6-5 0 0,0 0 0 15,0-5 0-15,5 5 0 0,1 0 0 0,5 0 0 16,6-10 0-16,-5 5 0 0,5-5 0 0,0 0 0 0,0 0 0 0,0 16 0 16,0-16 0-16,5 10 0 0,1 0 0 15,5 0 0-15,6-5 0 0,1 0 0 0,-1 0 0 0,5-5 0 16,7 0 0-16,-1 0 0 0,1 0 0 0,-1 0 0 16,1 0 0-16,5 0 0 15,-11 0-147-15,5 0-36 0,1 0-7 0,-6 0-2 0</inkml:trace>
  <inkml:trace contextRef="#ctx0" brushRef="#br0" timeOffset="95751.626">11772 13545 1425 0,'0'0'63'0,"0"0"13"0,0 0-60 0,0 0-16 0,-11 5 0 0,11-5 0 15,0 0 39-15,0 0 5 0,0 0 0 0,0 0 1 16,0 0 19-16,0 0 4 0,0 0 1 0,0 0 0 16,0 0 4-16,0 0 1 0,0 0 0 0,0 0 0 15,0 0-12-15,0 0-2 0,0 0-1 0,0 0 0 16,0 0-11-16,0 0-3 0,11 0 0 0,7 0 0 15,-7 0-19-15,6 0-4 0,-6-5-1 0,7 5 0 16,-18 0-21-16,11 0 0 0,6-5 0 0,-6 0 8 16,7 0-8-16,-1 0 0 0,0 5-8 0,0-5 8 15,0-5-57-15,-6 10-7 0,1-5 0 0,5 0-650 16,-6 5-130-16</inkml:trace>
  <inkml:trace contextRef="#ctx0" brushRef="#br0" timeOffset="96106.916">11733 13702 230 0,'0'0'10'0,"0"0"2"0,0 0-12 0,0 0 0 0,0 0 0 0,0 0 0 16,0 0 324-16,0 0 61 0,0 0 13 0,0 0 2 16,-12 5-237-16,12-5-48 0,0 0-10 0,0 0-1 15,0 0-16-15,0 0-2 0,0 0-1 0,0 0 0 16,17 5-46-16,6-5-10 0,-12 0-1 0,7 0-1 15,4 0-15-15,-5 0-4 0,1-5 0 0,-1 5 0 16,0-5-8-16,0 5 0 0,0 0 0 0,6-5 0 16,-6 5-100-16,11-5-23 0,-5 0-4 0</inkml:trace>
  <inkml:trace contextRef="#ctx0" brushRef="#br0" timeOffset="96808.13">12975 12011 1072 0,'45'-10'48'0,"-45"10"9"0,0 0-45 0,0 0-12 15,0 0 0-15,0 0 0 0,0 0 53 0,0 0 9 16,0 0 2-16,0 0 0 0,0 0 31 0,0 0 6 15,0 0 2-15,0 0 0 0,0 0 9 0,-5 5 1 16,-1 5 1-16,0 5 0 0,0-5-28 0,-5 11-6 16,5-6 0-16,-5 10-1 0,5 5-31 0,-5 1-5 15,-6 9-2-15,5 6 0 0,7-1-19 0,-12 1-4 16,0 0-1-16,5-1 0 0,1 1-9 0,5-6-8 0,-11 1 9 16,6-6-9-16,-1 1 0 0,1-11 8 0,5 0-8 0,-5 1 0 31,5-6-23-31,0-5-7 0,1-5-2 0,5-10-719 0,0 0-144 0</inkml:trace>
  <inkml:trace contextRef="#ctx0" brushRef="#br0" timeOffset="97107.225">12502 12031 1958 0,'0'0'87'0,"0"0"17"0,0 0-83 0,0 0-21 16,0 0 0-16,0 0 0 0,0 0 56 0,0 0 6 15,0 0 2-15,5-5 0 0,7 5 51 0,-1-5 10 16,6 5 3-16,0 0 0 0,6 0-103 0,6 5-25 16,-6-5 0-16,11 0 0 0,0 0 0 0,0 0 0 15,6 0 0-15,0 0 0 0,0 0 56 0,0 0 7 16,5 0 1-16,1 0 0 0,-12 0-64 0,0 0-26 15,6 5 2-15,-11-5 0 0,5 0 5 0,0 0 2 16,-6 5 0-16,-5-5 0 16,0 0-107-16,0 5-22 0,0-5-4 0,-1 5-569 15,1 0-113-15</inkml:trace>
  <inkml:trace contextRef="#ctx0" brushRef="#br0" timeOffset="97582.096">13476 12446 1497 0,'-17'-5'66'0,"11"5"14"0,6-5-64 0,6 0-16 16,-12 0 0-16,6-5 0 0,0 5 54 0,0-5 7 15,6 0 2-15,-6 5 0 0,0-5 1 0,0-6 1 16,0 11 0-16,0 5 0 0,-6-5-21 0,1 0-4 16,-1 0 0-16,6 5-1 0,0 0-11 0,-6-5-3 15,-11 10 0-15,6-5 0 0,5 0-25 0,-5 5 0 16,-18 0 0-16,6 5 0 0,6 0 0 0,0 6 0 16,-6 4 0-16,-5-5 0 0,5 0 0 0,6 0 0 15,0 6 0-15,-6 4 0 0,0-10 28 0,12 5 0 16,11 1 0-16,0-1 0 0,0 0-28 0,-6 1 0 15,1 4 0-15,10-5 0 0,7 0 0 0,-1 1 0 16,0-1-8-16,7-5 8 0,10-5 0 0,6-5 8 16,-5-5 0-16,5 0 0 0,6 0-8 0,0-5 0 15,-6-5 0-15,0-5 8 0,-6 0-8 0,1-6-14 16,-1 1 3-16,-10-5 1 0,-7 0 1 0,0-1 0 16,12 1 0-16,-6 0 0 0,-5-1-4 0,-7 1-1 0,1 10 0 0,0-6 0 15,-1 1 14-15,-10 0 0 0,-7 5 0 0,1 0 0 31,5-1-56-31,-5 6-6 0,-12 5-1 0,6 0 0 0,0-5-1 16,0 10 0-16,-6 5 0 0,0-5 0 0</inkml:trace>
  <inkml:trace contextRef="#ctx0" brushRef="#br0" timeOffset="97905.526">14183 12011 1152 0,'0'0'102'0,"0"0"-82"16,0 0-20-16,0 0 0 0,0 0 235 0,0 0 42 16,0 0 9-16,0 0 2 0,0 0-214 0,0 0-42 15,0 0-9-15,0 0-2 0,0 15 69 0,-6 0 14 16,-5 6 2-16,5-6 1 0,-6 10-35 0,1 5-6 15,-6 1-2-15,-6 9 0 0,6 16-51 0,0-10-13 16,0 9 0-16,-6-4 0 0,6 0 8 0,0-1-8 16,0-4 11-16,5-6-11 0,-5 1 10 0,6-6-10 15,5 1 8-15,-5-6-8 0,-1-5 0 0,7-4-9 16,-1-1 0-16,0 0 0 16,6-5-105-16,0-15-21 0,0 0-4 0,0 0-631 0,0 0-126 15</inkml:trace>
  <inkml:trace contextRef="#ctx0" brushRef="#br0" timeOffset="98125.728">13818 12340 1497 0,'-23'15'66'0,"23"-15"14"16,0 0-64-16,0 0-16 0,0 0 0 0,0 0 0 15,0 0 106-15,0 0 18 0,0 0 3 0,0 0 1 0,12 0-17 0,-1 0-3 16,0 0-1-16,1 0 0 0,5 0-18 0,0-5-3 15,6 0-1-15,0-5 0 0,11 10-68 0,0-5-17 16,0 0 0-16,6 0 0 0,0 0 0 0,0 0 0 16,0 0 0-16,0 0 0 15,-6 5-120-15,-12 0-27 0,13 0-5 0,-1 0-872 16</inkml:trace>
  <inkml:trace contextRef="#ctx0" brushRef="#br0" timeOffset="98860.308">14821 12360 403 0,'0'0'17'0,"0"0"5"0,-12 0-22 0,12 0 0 15,-11 0 0-15,11 0 0 0,0 0 248 0,0 0 44 0,0 0 10 0,-11-10 2 16,-1 10-192-16,1-5-39 16,11 5-7-16,-12-5-2 0,7 0 52 0,5 5 9 0,0 0 3 0,0 0 0 15,-17 0-103-15,5 0-25 0,-5-5 0 0,6 5 0 16,-6 5 56-16,5 0 7 0,-5 0 1 0,0 5 0 15,0-5 0-15,0 0 0 0,0 6 0 0,0-6 0 16,0 5-52-16,-1 0-12 0,1 5 0 0,0 5 0 16,0-5 0-16,0 11 0 0,0-1 0 0,0 0 0 15,6-4 0-15,-7 4 0 0,1 0 0 0,0 1 0 16,-6-6 0-16,12 0 0 0,5 5 0 0,1-4 0 16,-7-1 0-16,7 0 0 0,10-5 0 0,7 1 0 15,-7-1 0-15,7 0 0 0,-1-5 0 0,6 0 0 16,0-5 0-16,6 0 0 0,-6-5 0 0,12-5 0 15,-6-5 0-15,-1 5 0 0,7-5 0 0,-1-5 0 16,1-5 0-16,-1-6 0 0,1 1 0 0,-1 0 0 16,1-1 0-16,-1 1 0 0,-5 0 0 0,0-1 0 0,-6 1 0 15,0 0 0-15,0 4 0 0,-11 6 0 16,-1-5-48-16,1 0-13 0,6-1-3 0,-7 6 0 0,-5 5 52 16,0 10 12-16,6-10 0 0,-6 10 0 0,0 0 0 0,0 0-11 15,0 0 11-15,-17 10-10 0,0 0 10 0,5 0 0 16,1 6 10-16,-6-6-10 0,11 10 0 0,-5 0 0 15,-6 6 0-15,5 4 0 0,-5-5 0 0,12 6 0 16,-1-6 0-16,6 5 0 0,0-9 0 0,6 4 0 16,5-5 0-16,0 0 0 0,6-4 0 0,0-1 0 15,6 0 0-15,6-10 0 0,-12 0 0 0,11 0 0 16,7-10 0-16,10 0 0 0,1-5 0 0,-1-5 0 16,-11-11 0-16,6 1 0 0,12 0 16 0,-12-1-4 0,-12-4 0 15,6 0 0-15,0-11-12 0,-5 1-8 0,-6 4 8 16,-6-9-13-16,0 4 13 0,0 6-11 0,6-1 11 15,-6-4-10-15,-11 4 10 0,5 1 0 16,6 4 0-16,-6 1 0 0,-5 0 0 0,0 9 0 0,-1 1 0 0,7 0 0 16,-6 0 0-16,-1 4 0 0,-10 6 0 0,5 10 0 15,5-10 0-15,-5 10 0 0,-11 5 0 0,11-5 0 16,-6 10 49-16,-5 1 12 0,-1 9 3 0,1 5 0 16,-6 6-52-16,0-1-12 0,0 10 0 0,5 1 0 15,-10-6 54-15,4 11 8 0,7 0 2 0,0 4 0 16,-1-4-53-16,1-6-11 0,-1 1 0 0,7-1 0 0,5-9 0 15,-6-1 10-15,-5-5-2 0,11 1 0 0,5-6-8 0,-5 0 8 16,0-5-8-16,0-4 8 16,0-11-88-16,0 0-19 0,0 0-3 0,0 0-700 15,12-11-140-15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5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6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work out the surface area of regular prisms?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surface area of regular prisms?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What is Surface Area?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9963E-66AF-4F8B-922B-99A0BA47E950}"/>
              </a:ext>
            </a:extLst>
          </p:cNvPr>
          <p:cNvSpPr txBox="1"/>
          <p:nvPr/>
        </p:nvSpPr>
        <p:spPr>
          <a:xfrm>
            <a:off x="2981498" y="1839883"/>
            <a:ext cx="78195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Surface area </a:t>
            </a:r>
            <a:r>
              <a:rPr lang="en-GB" sz="2400" dirty="0"/>
              <a:t>of a prism is the sum of the areas of all its faces.</a:t>
            </a:r>
          </a:p>
          <a:p>
            <a:endParaRPr lang="en-GB" sz="2400" dirty="0"/>
          </a:p>
          <a:p>
            <a:r>
              <a:rPr lang="en-GB" sz="2400" dirty="0"/>
              <a:t>A two-dimensional representation of a solid is called a </a:t>
            </a:r>
            <a:r>
              <a:rPr lang="en-GB" sz="2400" b="1" dirty="0"/>
              <a:t>net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E207F7-2A36-4B4C-8B61-5E1F903B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776" y="4034971"/>
            <a:ext cx="1985920" cy="2104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967C8-4DD2-4AA9-9FB4-7ED4C734E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642" y="3556527"/>
            <a:ext cx="3365057" cy="258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17CCE4-C547-41CD-9A7A-219C63A1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45" y="1732869"/>
            <a:ext cx="3390900" cy="2638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768331" y="607558"/>
            <a:ext cx="252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Cube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8598F-ECFC-4743-B655-9ED739648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2" y="607558"/>
            <a:ext cx="4855219" cy="37637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07C587-7A6D-4522-B15B-D07F6C51A83E}"/>
                  </a:ext>
                </a:extLst>
              </p14:cNvPr>
              <p14:cNvContentPartPr/>
              <p14:nvPr/>
            </p14:nvContentPartPr>
            <p14:xfrm>
              <a:off x="588960" y="1148040"/>
              <a:ext cx="11144520" cy="519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07C587-7A6D-4522-B15B-D07F6C51A8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600" y="1138680"/>
                <a:ext cx="11163240" cy="521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552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463531" y="505958"/>
            <a:ext cx="460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Rectangular Prism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1FDC0C-72EF-461C-BBEA-02F0364A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68" y="1500187"/>
            <a:ext cx="4371975" cy="2505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7A8EFA-8196-4D2B-93B9-B964DC83E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371" y="558799"/>
            <a:ext cx="5005841" cy="42256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3B7B86-8C6B-445D-B010-151BD1B244A3}"/>
                  </a:ext>
                </a:extLst>
              </p14:cNvPr>
              <p14:cNvContentPartPr/>
              <p14:nvPr/>
            </p14:nvContentPartPr>
            <p14:xfrm>
              <a:off x="547920" y="397080"/>
              <a:ext cx="11241000" cy="608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3B7B86-8C6B-445D-B010-151BD1B244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560" y="387720"/>
                <a:ext cx="11259720" cy="60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96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463531" y="505958"/>
            <a:ext cx="460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Triangular Prism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50E9D-80C4-46AB-AACE-1891DDD5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86" y="1256846"/>
            <a:ext cx="4905537" cy="2531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CB5623-69A8-405C-A597-75B218F1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505958"/>
            <a:ext cx="4457473" cy="44470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F4D606-2E47-4F4F-87EA-9B9B3C62071E}"/>
                  </a:ext>
                </a:extLst>
              </p14:cNvPr>
              <p14:cNvContentPartPr/>
              <p14:nvPr/>
            </p14:nvContentPartPr>
            <p14:xfrm>
              <a:off x="570600" y="1213920"/>
              <a:ext cx="10303560" cy="513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F4D606-2E47-4F4F-87EA-9B9B3C6207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240" y="1204560"/>
                <a:ext cx="10322280" cy="515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29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463531" y="505958"/>
            <a:ext cx="460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Square Pyramid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2897D-3FF0-49CD-AB1F-062B983F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1" y="5783625"/>
            <a:ext cx="10029371" cy="670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15A4B-ED0D-4CB4-842D-FD0E2F31F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31" y="1152289"/>
            <a:ext cx="4129314" cy="2746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32DFAF-A6ED-4DB9-99F7-AC12097C2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946" y="403672"/>
            <a:ext cx="3777523" cy="40449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A3C864-2A35-4DC4-B925-37BF56374138}"/>
                  </a:ext>
                </a:extLst>
              </p14:cNvPr>
              <p14:cNvContentPartPr/>
              <p14:nvPr/>
            </p14:nvContentPartPr>
            <p14:xfrm>
              <a:off x="626040" y="1385280"/>
              <a:ext cx="10545480" cy="453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A3C864-2A35-4DC4-B925-37BF563741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680" y="1375920"/>
                <a:ext cx="10564200" cy="45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6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463531" y="505958"/>
            <a:ext cx="5828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Rectangular Pyramid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2897D-3FF0-49CD-AB1F-062B983F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1" y="5783625"/>
            <a:ext cx="10029371" cy="670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AB22A6-630E-4C5B-B11A-50A2EC2F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629" y="505959"/>
            <a:ext cx="3407277" cy="3730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852E66-D2AB-49A8-9E9F-DD78EE376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31" y="1152289"/>
            <a:ext cx="3203775" cy="38880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4132AE-F7AE-4130-81E2-86DB40BFD191}"/>
                  </a:ext>
                </a:extLst>
              </p14:cNvPr>
              <p14:cNvContentPartPr/>
              <p14:nvPr/>
            </p14:nvContentPartPr>
            <p14:xfrm>
              <a:off x="3969360" y="1270440"/>
              <a:ext cx="7349760" cy="443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84132AE-F7AE-4130-81E2-86DB40BFD1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0000" y="1261080"/>
                <a:ext cx="7368480" cy="444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74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E5738-3F63-4CCC-B1E0-63C6570BC622}"/>
              </a:ext>
            </a:extLst>
          </p:cNvPr>
          <p:cNvSpPr txBox="1"/>
          <p:nvPr/>
        </p:nvSpPr>
        <p:spPr>
          <a:xfrm>
            <a:off x="463531" y="505958"/>
            <a:ext cx="5828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Triangular Pyramid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2897D-3FF0-49CD-AB1F-062B983F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1" y="5783625"/>
            <a:ext cx="10029371" cy="6707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A92BE7-9944-4F5E-9577-D394A2A205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953"/>
          <a:stretch/>
        </p:blipFill>
        <p:spPr>
          <a:xfrm>
            <a:off x="519241" y="1203089"/>
            <a:ext cx="3414130" cy="3635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A6866-D355-4A66-BF71-BDCB6BB21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817" y="505959"/>
            <a:ext cx="3888652" cy="32895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46757F-22C2-40C0-9688-CA3511C25A78}"/>
                  </a:ext>
                </a:extLst>
              </p14:cNvPr>
              <p14:cNvContentPartPr/>
              <p14:nvPr/>
            </p14:nvContentPartPr>
            <p14:xfrm>
              <a:off x="4168440" y="1472760"/>
              <a:ext cx="6545520" cy="358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46757F-22C2-40C0-9688-CA3511C25A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9080" y="1463400"/>
                <a:ext cx="6564240" cy="36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75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76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Avenir Next LT Pro</vt:lpstr>
      <vt:lpstr>Avenir Next LT Pro Light</vt:lpstr>
      <vt:lpstr>Garamond</vt:lpstr>
      <vt:lpstr>SavonVTI</vt:lpstr>
      <vt:lpstr>Topic: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2020-02-17T00:30:11Z</dcterms:created>
  <dcterms:modified xsi:type="dcterms:W3CDTF">2020-02-17T05:04:25Z</dcterms:modified>
</cp:coreProperties>
</file>