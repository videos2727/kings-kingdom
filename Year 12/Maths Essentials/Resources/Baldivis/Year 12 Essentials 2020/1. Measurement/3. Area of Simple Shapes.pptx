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51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2/10/2020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2/10/2020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Topic: Measurement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do we work out the areas of simple shapes?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areas of simple shapes?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What is Area?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9963E-66AF-4F8B-922B-99A0BA47E950}"/>
              </a:ext>
            </a:extLst>
          </p:cNvPr>
          <p:cNvSpPr txBox="1"/>
          <p:nvPr/>
        </p:nvSpPr>
        <p:spPr>
          <a:xfrm>
            <a:off x="2996012" y="1578539"/>
            <a:ext cx="78195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area of a shape is the amount of surface enclosed by that shape.</a:t>
            </a:r>
          </a:p>
          <a:p>
            <a:endParaRPr lang="en-GB" sz="2400" dirty="0"/>
          </a:p>
          <a:p>
            <a:r>
              <a:rPr lang="en-GB" sz="2400" dirty="0"/>
              <a:t>It is measured in square units which are based on the length units.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40F1C8-AA05-44B9-88F3-BCA909B06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657" y="3341850"/>
            <a:ext cx="6458857" cy="297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4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A182-1AB5-4F3B-8BD2-CA533780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Area Unit Conversion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D6629-9AD0-42ED-8CA2-1D1F776E4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1777680"/>
            <a:ext cx="10842171" cy="443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4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F3456A-1206-48A4-8E8D-7613836A4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331"/>
            <a:ext cx="10885714" cy="2056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E410E7-2966-4C1E-A369-60FA10038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676" y="2982685"/>
            <a:ext cx="8231039" cy="336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0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areas of simple shapes?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Square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7D2E0D-E47D-4538-8C5E-D0A7BEBB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977" y="1575933"/>
            <a:ext cx="4844824" cy="16627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4395CA-761E-4B5E-9149-F9511EEBC1D0}"/>
              </a:ext>
            </a:extLst>
          </p:cNvPr>
          <p:cNvSpPr txBox="1"/>
          <p:nvPr/>
        </p:nvSpPr>
        <p:spPr>
          <a:xfrm>
            <a:off x="365757" y="39637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Rectangle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90C83-AA67-4FEC-8391-805920ABA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977" y="3963783"/>
            <a:ext cx="5193166" cy="202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0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areas of simple shapes?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Triangle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395CA-761E-4B5E-9149-F9511EEBC1D0}"/>
              </a:ext>
            </a:extLst>
          </p:cNvPr>
          <p:cNvSpPr txBox="1"/>
          <p:nvPr/>
        </p:nvSpPr>
        <p:spPr>
          <a:xfrm>
            <a:off x="365757" y="39637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Parallelogram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F53E8-AAA0-4CEA-983D-C260747EA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788" y="1640164"/>
            <a:ext cx="4638670" cy="17779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C15F8A-5B4F-4724-8B27-E038C6E5B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793" y="4092876"/>
            <a:ext cx="5355208" cy="207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2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areas of simple shapes?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7" y="1868974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Rhombus/Kite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395CA-761E-4B5E-9149-F9511EEBC1D0}"/>
              </a:ext>
            </a:extLst>
          </p:cNvPr>
          <p:cNvSpPr txBox="1"/>
          <p:nvPr/>
        </p:nvSpPr>
        <p:spPr>
          <a:xfrm>
            <a:off x="365757" y="39637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Trapezium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6FD98-270F-4040-AC5D-968108EE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443" y="1565289"/>
            <a:ext cx="4821359" cy="1457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6E1802-59A3-4660-8FFF-56A257E8A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449" y="4170196"/>
            <a:ext cx="6312838" cy="2043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E5A94-D46B-416D-85D7-E6781D7B2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751" y="2418194"/>
            <a:ext cx="4099605" cy="154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areas of simple shapes?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7" y="1868974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Circle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395CA-761E-4B5E-9149-F9511EEBC1D0}"/>
              </a:ext>
            </a:extLst>
          </p:cNvPr>
          <p:cNvSpPr txBox="1"/>
          <p:nvPr/>
        </p:nvSpPr>
        <p:spPr>
          <a:xfrm>
            <a:off x="365757" y="3963783"/>
            <a:ext cx="252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Sector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CA19D-2AC2-4197-864D-AC7F7FC7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59" y="1605594"/>
            <a:ext cx="5406800" cy="2020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C56C70-F37C-4CEB-B694-4A8E48102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004" y="4044839"/>
            <a:ext cx="6260450" cy="20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142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Avenir Next LT Pro</vt:lpstr>
      <vt:lpstr>Avenir Next LT Pro Light</vt:lpstr>
      <vt:lpstr>Garamond</vt:lpstr>
      <vt:lpstr>SavonVTI</vt:lpstr>
      <vt:lpstr>Topic: Measurement </vt:lpstr>
      <vt:lpstr>PowerPoint Presentation</vt:lpstr>
      <vt:lpstr>Area Unit Conversion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2020-02-09T09:23:20Z</dcterms:created>
  <dcterms:modified xsi:type="dcterms:W3CDTF">2020-02-10T01:17:54Z</dcterms:modified>
</cp:coreProperties>
</file>