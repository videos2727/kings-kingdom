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45" y="2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2/17/2020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2/17/2020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2/17/2020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2/17/2020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2/17/2020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2/17/2020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2/17/2020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2/17/2020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fabric, table, red, covered&#10;&#10;Description automatically generated">
            <a:extLst>
              <a:ext uri="{FF2B5EF4-FFF2-40B4-BE49-F238E27FC236}">
                <a16:creationId xmlns:a16="http://schemas.microsoft.com/office/drawing/2014/main" id="{6D3BA21E-E6C8-4E14-8E53-C5DF567E9D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64" name="Rectangle 59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329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65" name="Rectangle 61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272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0409CD7-7AE0-4A44-8A4D-AF4DE4A4E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6055" y="2350017"/>
            <a:ext cx="4775075" cy="163090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Topic: Measurement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0038F4F3-FF68-4B10-9A6F-646F880C8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6055" y="3990546"/>
            <a:ext cx="4775075" cy="55965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EQ: How do we work out the surface area of cylindrical prisms?</a:t>
            </a:r>
          </a:p>
        </p:txBody>
      </p:sp>
    </p:spTree>
    <p:extLst>
      <p:ext uri="{BB962C8B-B14F-4D97-AF65-F5344CB8AC3E}">
        <p14:creationId xmlns:p14="http://schemas.microsoft.com/office/powerpoint/2010/main" val="1736693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A26F59-F406-4646-BDEB-EA4110F82688}"/>
              </a:ext>
            </a:extLst>
          </p:cNvPr>
          <p:cNvCxnSpPr>
            <a:cxnSpLocks/>
          </p:cNvCxnSpPr>
          <p:nvPr/>
        </p:nvCxnSpPr>
        <p:spPr>
          <a:xfrm>
            <a:off x="365760" y="925484"/>
            <a:ext cx="11454938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20579E1-2D3C-475D-886E-7864F5877C82}"/>
              </a:ext>
            </a:extLst>
          </p:cNvPr>
          <p:cNvCxnSpPr>
            <a:cxnSpLocks/>
          </p:cNvCxnSpPr>
          <p:nvPr/>
        </p:nvCxnSpPr>
        <p:spPr>
          <a:xfrm>
            <a:off x="368531" y="1454727"/>
            <a:ext cx="11454938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A2B66B-66B1-4B82-9090-85E2FC2B9728}"/>
              </a:ext>
            </a:extLst>
          </p:cNvPr>
          <p:cNvCxnSpPr>
            <a:cxnSpLocks/>
          </p:cNvCxnSpPr>
          <p:nvPr/>
        </p:nvCxnSpPr>
        <p:spPr>
          <a:xfrm>
            <a:off x="2892829" y="1454725"/>
            <a:ext cx="0" cy="5018117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55394807-7054-483F-9731-C59E7413E22C}"/>
              </a:ext>
            </a:extLst>
          </p:cNvPr>
          <p:cNvSpPr txBox="1">
            <a:spLocks/>
          </p:cNvSpPr>
          <p:nvPr/>
        </p:nvSpPr>
        <p:spPr>
          <a:xfrm>
            <a:off x="365760" y="379615"/>
            <a:ext cx="4775075" cy="545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i="0" kern="1200" cap="none" spc="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AU" sz="3200" b="1" dirty="0">
                <a:solidFill>
                  <a:schemeClr val="tx1"/>
                </a:solidFill>
              </a:rPr>
              <a:t>Topic: Measurement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EADD5BEA-A748-4865-8C46-00F626AAAB27}"/>
              </a:ext>
            </a:extLst>
          </p:cNvPr>
          <p:cNvSpPr txBox="1">
            <a:spLocks/>
          </p:cNvSpPr>
          <p:nvPr/>
        </p:nvSpPr>
        <p:spPr>
          <a:xfrm>
            <a:off x="365759" y="925483"/>
            <a:ext cx="9487594" cy="529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EQ: How do we work out the surface area of cylindrical prisms?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D6BC73-491B-4AD4-9B70-E7092C953E0F}"/>
              </a:ext>
            </a:extLst>
          </p:cNvPr>
          <p:cNvSpPr txBox="1"/>
          <p:nvPr/>
        </p:nvSpPr>
        <p:spPr>
          <a:xfrm>
            <a:off x="365758" y="1839883"/>
            <a:ext cx="25270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What is Surface Area?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79963E-66AF-4F8B-922B-99A0BA47E950}"/>
              </a:ext>
            </a:extLst>
          </p:cNvPr>
          <p:cNvSpPr txBox="1"/>
          <p:nvPr/>
        </p:nvSpPr>
        <p:spPr>
          <a:xfrm>
            <a:off x="3022417" y="1723423"/>
            <a:ext cx="78195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highlight>
                  <a:srgbClr val="FFFF00"/>
                </a:highlight>
              </a:rPr>
              <a:t>Recap from Last Lesson</a:t>
            </a:r>
          </a:p>
          <a:p>
            <a:endParaRPr lang="en-GB" sz="2400" b="1" dirty="0"/>
          </a:p>
          <a:p>
            <a:r>
              <a:rPr lang="en-GB" sz="2400" b="1" dirty="0"/>
              <a:t>Surface area </a:t>
            </a:r>
            <a:r>
              <a:rPr lang="en-GB" sz="2400" dirty="0"/>
              <a:t>of a prism is the sum of the areas of all its faces.</a:t>
            </a:r>
          </a:p>
          <a:p>
            <a:endParaRPr lang="en-GB" sz="2400" dirty="0"/>
          </a:p>
          <a:p>
            <a:r>
              <a:rPr lang="en-GB" sz="2400" dirty="0"/>
              <a:t>A two-dimensional representation of a solid is called a </a:t>
            </a:r>
            <a:r>
              <a:rPr lang="en-GB" sz="2400" b="1" dirty="0"/>
              <a:t>net</a:t>
            </a:r>
          </a:p>
          <a:p>
            <a:endParaRPr lang="en-GB" sz="2400" dirty="0"/>
          </a:p>
          <a:p>
            <a:endParaRPr lang="en-GB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E207F7-2A36-4B4C-8B61-5E1F903BA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728" y="4529530"/>
            <a:ext cx="1834213" cy="19433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6967C8-4DD2-4AA9-9FB4-7ED4C734E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1" y="4231071"/>
            <a:ext cx="2797818" cy="214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947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469915-AC2E-413A-B367-EAD339E3B4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99" b="71712"/>
          <a:stretch/>
        </p:blipFill>
        <p:spPr>
          <a:xfrm>
            <a:off x="692634" y="2290313"/>
            <a:ext cx="10806731" cy="227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276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469915-AC2E-413A-B367-EAD339E3B4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595" b="35514"/>
          <a:stretch/>
        </p:blipFill>
        <p:spPr>
          <a:xfrm>
            <a:off x="785665" y="1962509"/>
            <a:ext cx="10620670" cy="293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527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469915-AC2E-413A-B367-EAD339E3B4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3816"/>
          <a:stretch/>
        </p:blipFill>
        <p:spPr>
          <a:xfrm>
            <a:off x="580868" y="1893498"/>
            <a:ext cx="11030264" cy="307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014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3E7CD1-D77A-400F-A5C6-52CAC2592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56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59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390CF9-8120-4984-A754-771702345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42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397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3E18DF-4998-4044-A493-22325C45C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04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676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38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E462D"/>
      </a:accent1>
      <a:accent2>
        <a:srgbClr val="595A85"/>
      </a:accent2>
      <a:accent3>
        <a:srgbClr val="8D6F5B"/>
      </a:accent3>
      <a:accent4>
        <a:srgbClr val="FABD2F"/>
      </a:accent4>
      <a:accent5>
        <a:srgbClr val="AF8073"/>
      </a:accent5>
      <a:accent6>
        <a:srgbClr val="787880"/>
      </a:accent6>
      <a:hlink>
        <a:srgbClr val="CC8D00"/>
      </a:hlink>
      <a:folHlink>
        <a:srgbClr val="82829E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NE.pptx" id="{5330A5D3-B581-4B4A-9313-9275B6EF2E52}" vid="{516C64E9-C0AA-46DA-9991-9C0EC881A8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Floral Flourish</Template>
  <TotalTime>0</TotalTime>
  <Words>69</Words>
  <Application>Microsoft Office PowerPoint</Application>
  <PresentationFormat>Widescreen</PresentationFormat>
  <Paragraphs>10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Avenir Next LT Pro</vt:lpstr>
      <vt:lpstr>Avenir Next LT Pro Light</vt:lpstr>
      <vt:lpstr>Garamond</vt:lpstr>
      <vt:lpstr>SavonVTI</vt:lpstr>
      <vt:lpstr>Topic: Measurement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2020-02-17T05:54:10Z</dcterms:created>
  <dcterms:modified xsi:type="dcterms:W3CDTF">2020-02-17T06:03:16Z</dcterms:modified>
</cp:coreProperties>
</file>