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61" r:id="rId3"/>
    <p:sldId id="262" r:id="rId4"/>
    <p:sldId id="263" r:id="rId5"/>
    <p:sldId id="264" r:id="rId6"/>
    <p:sldId id="266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95A92-CC57-4895-8561-DF5980DE913D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E9D96-ED26-41E6-9DA9-817517EEC7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289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1636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2320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0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0538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8686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5170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2134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8EE9C-AB3D-4B1A-8236-5B911A842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D838F-6974-49D5-87A9-3E2003E4A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D5ED2-0532-4D6B-A025-03B46E90F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7120F-2DE6-47BF-8F8D-D97C4C4D9332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14947-03CB-4595-BC12-72E8CCBA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96472-592C-4592-AFA4-69CC191A2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B27F5-3C6E-47E6-80BE-F0E3F778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0271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B3500-4DB4-49CA-BAEF-7C1FEB3B4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6A77C-9D83-4E42-80BB-1703A2A36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E8215-CB02-4197-AC13-3BD513703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7120F-2DE6-47BF-8F8D-D97C4C4D9332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0E590-DE67-45B7-AF5A-5B30114BC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8371F-B725-4D2E-B3AA-A41FEC4B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B27F5-3C6E-47E6-80BE-F0E3F778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0877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50B6-DF75-4C8C-949C-66E9915BC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102E9-1394-4DEC-8BE6-88692ACD9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53E6B-B4C1-42DD-848A-A3C5991D5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7120F-2DE6-47BF-8F8D-D97C4C4D9332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BAEE3-223A-410D-8E7F-B4D900572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94DB9-2F9B-4EBE-A44E-1DA8BBAE8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B27F5-3C6E-47E6-80BE-F0E3F778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160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323E3-37F4-46AD-B7C6-382A8B44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50114-76E7-46FB-BFCB-BAFEDC11E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2AF6E-1FFA-4693-BA69-964C8DFE6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66F06-9DA5-4CAF-9029-B020A21B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7120F-2DE6-47BF-8F8D-D97C4C4D9332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B6C5B-7723-427D-BBF3-AAC512D2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1FB43-D9AE-4953-925A-285587DF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B27F5-3C6E-47E6-80BE-F0E3F778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4963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AC341-32C7-47B6-BEBA-0CE3F17AB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8C23A-DA12-434A-9C43-092407A15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24CAE-E920-4782-9393-17FC40970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787229-E05F-4E0F-A0A9-8B2211CBC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31E20B-6541-4476-B661-08037DC87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17BA8-B1D8-48A0-B093-D1459B4BD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7120F-2DE6-47BF-8F8D-D97C4C4D9332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10111-E51A-40EF-907A-368A129C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29CF96-69C9-4C05-B50A-361F12E4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B27F5-3C6E-47E6-80BE-F0E3F778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0594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A358-23DE-4D03-AB58-CEE6BD0C4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54DC5-7058-49A3-ABCA-712CB54B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7120F-2DE6-47BF-8F8D-D97C4C4D9332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108766-AFCA-4611-A53A-893304D64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9FBB6-CEDE-4482-B47E-DD2A487AB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B27F5-3C6E-47E6-80BE-F0E3F778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122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A95D6D-F2C0-433E-85FD-4864795F4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7120F-2DE6-47BF-8F8D-D97C4C4D9332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57B2E-0CCD-41F1-8098-CADBACAA7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98A45-A3FB-411A-9E1C-A217427BA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B27F5-3C6E-47E6-80BE-F0E3F778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172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99F1A-6533-409C-A5E7-B298505A9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A62B5-3EE7-4CDD-9CCD-5BDD7935D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5B1DC-D181-4991-93A8-82B7E596A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60C61-4239-4184-91C6-094ACE2AC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7120F-2DE6-47BF-8F8D-D97C4C4D9332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CDCA1-02B2-4BA1-B01B-753D724E4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EAF55-8263-4B5F-B367-B093B940F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B27F5-3C6E-47E6-80BE-F0E3F778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22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03DD-7786-47CE-A2D3-021B9EA70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C9668A-F042-41BC-92FC-2E31D5E934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FF2DA-6984-4132-ADCA-9BF43BEA2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DF7C5-C786-486E-9DCA-19DCBE15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7120F-2DE6-47BF-8F8D-D97C4C4D9332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32F90-2E9F-458B-9BFD-113DD557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2DD0B-C92D-4869-BFFA-EAADF500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B27F5-3C6E-47E6-80BE-F0E3F778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688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7D8D6-D3AF-4236-A966-B2248C63B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268063-84E9-42B2-A9E1-2CFEDCBC9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46D39-5356-4438-A58B-8EFDD07AD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7120F-2DE6-47BF-8F8D-D97C4C4D9332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48F90-7967-4715-9628-8687BFEF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4CA71-3E5B-45B2-B319-482979C5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B27F5-3C6E-47E6-80BE-F0E3F778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7692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D314CF-12E5-4A0F-B14C-7A807CE19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80A08-7937-4B87-A94D-A97DC2800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47A50-2457-4060-8F34-DD964CBB9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7120F-2DE6-47BF-8F8D-D97C4C4D9332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20927-BF68-4F9E-A9FF-AB7700F85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68300-58EB-4159-867B-B621C6B35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B27F5-3C6E-47E6-80BE-F0E3F778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264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69265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00954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18754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87602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0955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036687-3B12-4CB1-BB43-092C7CB2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9C143-C764-4C5C-99F1-2871E5AC6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6C22F-2ECE-4393-9F2A-4E70091DE2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7120F-2DE6-47BF-8F8D-D97C4C4D9332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F8759-069C-4142-BCE5-407C11537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AA37-9C90-463A-96F1-35A991DF0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B27F5-3C6E-47E6-80BE-F0E3F778A9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863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12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House Plans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DDC2E6-6DB6-4D44-9C19-09819E091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31793"/>
            <a:ext cx="12192000" cy="9944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4158BA-6596-4417-A129-DA87E4E69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191" y="3926206"/>
            <a:ext cx="3835564" cy="287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8437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House Plans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49694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house plan?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interpret house plans?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538934"/>
            <a:ext cx="9544926" cy="4153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Each building must have plans drawn up before it can be build. These scale diagrams are called house plans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House plans use many symbols and abbreviations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Most house plan measurements are shown in millimetres to avoid using a decimal point, which can lead to errors in printing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House plans are also used to work out</a:t>
            </a: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how much materials are needed to </a:t>
            </a: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decorate the room or house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D6FA151-30EE-4084-97FF-D252E4C18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908" y="4265233"/>
            <a:ext cx="4473349" cy="251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C93D6F-090D-4859-B436-733876945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704" y="0"/>
            <a:ext cx="7016375" cy="53654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81C487-44A1-4EF2-BB91-6EAB23041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192" y="5271810"/>
            <a:ext cx="6575814" cy="1527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05A86B-4A91-4CF4-9389-07CBE5DED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9671" y="2033229"/>
            <a:ext cx="4665591" cy="109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6A1E1-AD4B-445D-BE45-9EE1DB2A0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40" y="1594644"/>
            <a:ext cx="10776155" cy="49163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6F155A-4873-422E-9024-148EDEC73462}"/>
              </a:ext>
            </a:extLst>
          </p:cNvPr>
          <p:cNvSpPr/>
          <p:nvPr/>
        </p:nvSpPr>
        <p:spPr>
          <a:xfrm>
            <a:off x="595835" y="4802075"/>
            <a:ext cx="7651463" cy="761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12D046-7410-473D-ADFD-3CC68E1E6D92}"/>
              </a:ext>
            </a:extLst>
          </p:cNvPr>
          <p:cNvSpPr/>
          <p:nvPr/>
        </p:nvSpPr>
        <p:spPr>
          <a:xfrm>
            <a:off x="595835" y="5610287"/>
            <a:ext cx="7651463" cy="761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393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457FC-EC64-4996-89A7-3F6F2463FC45}"/>
              </a:ext>
            </a:extLst>
          </p:cNvPr>
          <p:cNvSpPr txBox="1"/>
          <p:nvPr/>
        </p:nvSpPr>
        <p:spPr>
          <a:xfrm>
            <a:off x="1383528" y="3031471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House Plan Worksheet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106</Words>
  <Application>Microsoft Office PowerPoint</Application>
  <PresentationFormat>Widescreen</PresentationFormat>
  <Paragraphs>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Fragment Core</vt:lpstr>
      <vt:lpstr>Kiwi School Handwriting</vt:lpstr>
      <vt:lpstr>Office Theme</vt:lpstr>
      <vt:lpstr>House Plans</vt:lpstr>
      <vt:lpstr>From Last Lesson</vt:lpstr>
      <vt:lpstr>PowerPoint Presentation</vt:lpstr>
      <vt:lpstr>PowerPoint Presentation</vt:lpstr>
      <vt:lpstr>Practice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Plans</dc:title>
  <dc:creator>Nine LABUSCHAGNE</dc:creator>
  <cp:lastModifiedBy>Nine LABUSCHAGNE</cp:lastModifiedBy>
  <cp:revision>6</cp:revision>
  <dcterms:created xsi:type="dcterms:W3CDTF">2018-04-08T07:52:02Z</dcterms:created>
  <dcterms:modified xsi:type="dcterms:W3CDTF">2018-04-08T08:08:43Z</dcterms:modified>
</cp:coreProperties>
</file>