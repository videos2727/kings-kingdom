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61" r:id="rId3"/>
    <p:sldId id="262" r:id="rId4"/>
    <p:sldId id="266" r:id="rId5"/>
    <p:sldId id="267" r:id="rId6"/>
    <p:sldId id="263" r:id="rId7"/>
    <p:sldId id="264" r:id="rId8"/>
    <p:sldId id="268" r:id="rId9"/>
    <p:sldId id="26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1C77D-3F1E-408D-ABE1-0EB9D5119173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67660-D158-4457-8785-8CE6ECBB61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6941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0385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538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51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973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008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023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000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214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CEEC-BC5B-42D4-AAC1-36752D9EB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0B03E-62AE-4B95-A4EF-99DA25DBD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38D61-986D-4C1B-ADD6-0592669B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0122E-D931-48EA-957D-A6001F10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76496-C52A-4D93-8657-3D770210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843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5C2F-8540-4267-98BF-E7D87ADAB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BF4E9-94DC-44B0-9843-5B20C6817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D62E8-77E5-4DA0-9631-23B27DFBD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59334-E28B-4FCB-9229-A51A9B3E9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3AD2E-9AC0-484D-B79D-B9639FE9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65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360E5-1AAD-4236-9DB6-626051692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CEE00-314D-4F25-81C9-62D89F070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183DF-54C7-438B-85CC-B93920806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84BD1-836F-4963-A1E0-25F3EFA1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DA51E-1420-4B0E-9833-802BE493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7989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F138-099D-441F-AF23-AFB2A4B22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514ED-A2E3-4721-B3EB-046DE2324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0757F-6448-4182-9FCF-654ED95E7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1CD2B-444C-4DBD-A621-1E8BFDB6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07519-CA29-47DF-94C5-8DE4AB260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C1F20-ABE1-425F-9C1C-F7C4945A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4207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FA31-2A62-4AC1-99A3-E2055EA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C0879-0626-4D5A-9FD7-F46E57475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77624-3935-4D7A-8B8A-FCA308409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D777A-7A46-4796-A943-866C4C42F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C53C6-C740-4D6E-9C6B-D241E29AE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137796-570F-4672-98A0-BE32B6DF3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4E880B-36FE-46A7-9079-4300FEB64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3463B-90E0-4B9D-88E6-6D5B43FD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052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DFA2-087B-46F3-9438-3ECCA9B2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EBB1BD-BA98-41FC-9351-6D899491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4BC60-EED6-43BF-AA17-CECA99604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B870E-53C2-47DF-8DBE-D560C41C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827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010D47-B194-4A86-970C-C14EE3D5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1E086-90CE-4DFC-A278-3285C8ED7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EA70D-2044-448E-AF01-FCB1EFBB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7550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A7DB-9043-4BC8-9E49-90D3F4B4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411A-0A95-4171-9B57-E041017D2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7DB08-492D-466E-96BF-9D415AA0F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DF246-1A9D-45BA-B859-89E09EC1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96AE9-D3D5-47D7-AF92-D19AB44B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E5E29-2604-4B47-B5CA-E1E62C1A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335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8301-1D57-4E41-B0EA-9653923A1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BD3EC-2940-463B-98CA-C4F6A01F3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88251-D925-4F51-817F-BE90BA4D5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C5796-47D3-44A7-BAF5-339E75987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B9EB0-EEAD-40FE-B625-9F7904A77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94738-76C6-4B5D-AEA8-582337E1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3398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3BEB-0085-4770-826C-E9F71D16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B1832-E129-4397-9B02-194A704E2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5254B-603C-4719-AB1E-69A6C67A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3B534-8694-4A16-BC7A-05D3FC62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E035D-ECE6-4953-B497-A3554802F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149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BE28BB-04BC-4D2D-9163-7AF3ABAD6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ADBCA-B9A7-486B-BF29-1B3DD943C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52F59-8456-42ED-A543-E8799E15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156D4-84B4-492A-9ED0-86ED243B5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B0370-5FAA-49C6-9AE1-62F7966C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695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6723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76371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00803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48292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64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53F005-F93E-4000-BDBF-FDCDD211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A1DA6-3A4D-4722-AB6D-0CB087A60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A3F59-CB09-4D5A-910C-1AAD12B4E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46380-22FC-45F5-8D74-F43D8D82EB9B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C9366-6EB8-43B9-9BE9-B4D46C466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BC593-C282-402E-B1F6-C97264EE3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F609C-5684-4740-A5C0-5D5DEB0F8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485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Scale Diagrams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3EE7FC-8F36-46E4-AD81-F79E1A0F2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233" y="1875995"/>
            <a:ext cx="8618840" cy="377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4422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scale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use a scale diagram?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Is a reduced or enlarged version of a real object.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 most common scale diagrams are maps and house plans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DC1E08E-BA5A-4E8A-BA8A-D786D1EC3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022" y="3810984"/>
            <a:ext cx="10136716" cy="28303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093470-857E-4DFA-8F6E-A8C239ED6ABF}"/>
              </a:ext>
            </a:extLst>
          </p:cNvPr>
          <p:cNvSpPr txBox="1"/>
          <p:nvPr/>
        </p:nvSpPr>
        <p:spPr>
          <a:xfrm>
            <a:off x="0" y="4078331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to use a scale diagram?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2BFF1B-FD94-4272-A8CD-C21C528FF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88" y="1550541"/>
            <a:ext cx="10345502" cy="309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2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748DB0-D999-4772-BD73-D26BBAAF29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510"/>
          <a:stretch/>
        </p:blipFill>
        <p:spPr>
          <a:xfrm>
            <a:off x="76692" y="1884844"/>
            <a:ext cx="7944464" cy="49731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42C28C-724F-472F-87B7-A2A8FBF56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69961"/>
            <a:ext cx="6109765" cy="458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6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0C47E5-E7BB-4A20-A94E-55F8AC31C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4665"/>
            <a:ext cx="12192000" cy="32686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919B12-3972-4EF7-A07A-2D75B49B832F}"/>
              </a:ext>
            </a:extLst>
          </p:cNvPr>
          <p:cNvSpPr/>
          <p:nvPr/>
        </p:nvSpPr>
        <p:spPr>
          <a:xfrm>
            <a:off x="41295" y="3492418"/>
            <a:ext cx="11149781" cy="92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47110-7793-4DB7-A5AE-A80B277ABADC}"/>
              </a:ext>
            </a:extLst>
          </p:cNvPr>
          <p:cNvSpPr/>
          <p:nvPr/>
        </p:nvSpPr>
        <p:spPr>
          <a:xfrm>
            <a:off x="41295" y="4459495"/>
            <a:ext cx="11149781" cy="92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9F8F24-FCB9-4A2C-9368-8C28AF823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35" y="0"/>
            <a:ext cx="10955079" cy="68127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919B12-3972-4EF7-A07A-2D75B49B832F}"/>
              </a:ext>
            </a:extLst>
          </p:cNvPr>
          <p:cNvSpPr/>
          <p:nvPr/>
        </p:nvSpPr>
        <p:spPr>
          <a:xfrm>
            <a:off x="702023" y="5091143"/>
            <a:ext cx="11149781" cy="796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47110-7793-4DB7-A5AE-A80B277ABADC}"/>
              </a:ext>
            </a:extLst>
          </p:cNvPr>
          <p:cNvSpPr/>
          <p:nvPr/>
        </p:nvSpPr>
        <p:spPr>
          <a:xfrm>
            <a:off x="652935" y="5887556"/>
            <a:ext cx="11149781" cy="788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574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ED93F-B81F-492A-8944-7FD8FD9B7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04" y="0"/>
            <a:ext cx="50084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0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231EB-B798-4B73-928E-B58DA189FA66}"/>
              </a:ext>
            </a:extLst>
          </p:cNvPr>
          <p:cNvSpPr txBox="1"/>
          <p:nvPr/>
        </p:nvSpPr>
        <p:spPr>
          <a:xfrm>
            <a:off x="1277341" y="2359586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Scale </a:t>
            </a:r>
            <a:r>
              <a:rPr lang="en-AU" sz="2399">
                <a:solidFill>
                  <a:prstClr val="black"/>
                </a:solidFill>
                <a:latin typeface="Calibri" panose="020F0502020204030204"/>
              </a:rPr>
              <a:t>Diagram Worksheet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68</Words>
  <Application>Microsoft Office PowerPoint</Application>
  <PresentationFormat>Widescreen</PresentationFormat>
  <Paragraphs>21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Fragment Core</vt:lpstr>
      <vt:lpstr>Office Theme</vt:lpstr>
      <vt:lpstr>Scale Diagrams</vt:lpstr>
      <vt:lpstr>From Last Lesson</vt:lpstr>
      <vt:lpstr>PowerPoint Presentation</vt:lpstr>
      <vt:lpstr>PowerPoint Presentation</vt:lpstr>
      <vt:lpstr>PowerPoint Presentation</vt:lpstr>
      <vt:lpstr>PowerPoint Presentation</vt:lpstr>
      <vt:lpstr>Practice</vt:lpstr>
      <vt:lpstr>Practice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 Diagrams</dc:title>
  <dc:creator>Nine LABUSCHAGNE</dc:creator>
  <cp:lastModifiedBy>Nine LABUSCHAGNE</cp:lastModifiedBy>
  <cp:revision>9</cp:revision>
  <dcterms:created xsi:type="dcterms:W3CDTF">2018-04-08T07:30:38Z</dcterms:created>
  <dcterms:modified xsi:type="dcterms:W3CDTF">2018-04-08T07:48:15Z</dcterms:modified>
</cp:coreProperties>
</file>