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61" r:id="rId3"/>
    <p:sldId id="262" r:id="rId4"/>
    <p:sldId id="263" r:id="rId5"/>
    <p:sldId id="264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19E723-4B00-401A-9AD4-5CCE6C46EA20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EF290-EA22-427F-9D7C-AA86B1E38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1739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0244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8260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13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1439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0563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18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2185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DC8D7-FD78-4A77-8EC9-A2E335C2A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AB180-B496-4863-B292-C2F8D6048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AA4AD-3C01-4A6F-849E-9C6075DE6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E6DB-9405-42E0-9F1E-9DF515D9CC3D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1AD84-E47B-49C4-B5D4-9C735DE7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D1E6F-072B-451A-9044-D0D8660BE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BF1-3568-4B8A-BDFC-F61FC73972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8494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6AB84-2A2B-4608-9FA0-F843029B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A0003-605E-48F5-8933-AB444A823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3648B-7660-4509-875F-4D5A749D1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E6DB-9405-42E0-9F1E-9DF515D9CC3D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85E99-2C35-4F84-BE20-32C8174AA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B1763-8168-45F6-B6E0-8F801F7F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BF1-3568-4B8A-BDFC-F61FC73972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8950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E6D7D-F09A-4616-9C85-B834B08E5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CEE1D-74BB-449F-82FD-DC4C54BCE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365D5-07CD-4EBD-991E-48E2CAEF4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E6DB-9405-42E0-9F1E-9DF515D9CC3D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9B5DD-00A9-4321-A195-5B3096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A1612-7EE6-46A1-82E8-22958F62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BF1-3568-4B8A-BDFC-F61FC73972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6322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31E0-9086-45BC-B656-C2FB4364B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6D2EC-1314-4742-B0B6-790261F27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94B52-22CC-4A5F-A488-A565832E3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15A38-6366-46A1-BF42-0FA28C708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E6DB-9405-42E0-9F1E-9DF515D9CC3D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13C21-E9E2-44B4-A945-36F656641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604EA-8CF9-493D-946A-761A6495B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BF1-3568-4B8A-BDFC-F61FC73972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275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3127F-7174-46EE-8300-3D41D50C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60B8F-4D2F-4109-BCA3-701E6CA4F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E8D9F-F80E-4081-AFA0-0E3A8131A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3BB99D-8FC4-4C4E-9748-46D4030968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F7817D-E92F-4935-BD17-51F1555292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D59715-FA56-445A-BA48-4202F8AC4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E6DB-9405-42E0-9F1E-9DF515D9CC3D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66902F-F3DD-43BD-9540-5520FC2E3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633CBB-D415-4219-9A3C-D3930999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BF1-3568-4B8A-BDFC-F61FC73972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03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1BCB-81EF-4DDB-BB15-C43BB4A3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EBC46C-F3FB-4616-B4DA-8703846D7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E6DB-9405-42E0-9F1E-9DF515D9CC3D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9B3FA5-CF5A-4AFC-8C71-5ED8548FB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4380E-9B0D-4357-B47D-73047AF69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BF1-3568-4B8A-BDFC-F61FC73972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7225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10C181-7F03-48AB-AAF6-EDD20EF73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E6DB-9405-42E0-9F1E-9DF515D9CC3D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21BC1-A3BF-4468-8204-77C4249AC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F0F47-27A2-47F6-977A-0812FDEAF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BF1-3568-4B8A-BDFC-F61FC73972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095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92A7-C7FD-4FAC-83EB-227A05D1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2C3DB-78D1-4023-A5AA-AC26132DA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FDF8C0-DEBD-4C1F-977C-F3BAC8244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76F2B-7D5B-44F9-8233-D3CEF15A8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E6DB-9405-42E0-9F1E-9DF515D9CC3D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768FB-35DB-4E08-9870-1BF12D3DA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414D0-6BC7-4301-8310-8DCBEA975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BF1-3568-4B8A-BDFC-F61FC73972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4615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93568-883F-4AED-A5C8-18877CE8E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8D696D-1245-40D6-A430-A303FA6C9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B26248-134D-4F83-A021-9A190680B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34984-CA14-4F7C-83DF-12605105E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E6DB-9405-42E0-9F1E-9DF515D9CC3D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AC52D-4B0D-414F-8FCD-FFA9448AB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C4B7E-5523-4C36-9554-CE066B05E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BF1-3568-4B8A-BDFC-F61FC73972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8129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B873-5914-4898-8B22-8D129FAD2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D0250D-28B5-4967-841B-F61D1B283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F176A-E56B-45FD-93AA-B8F40863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E6DB-9405-42E0-9F1E-9DF515D9CC3D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C5183-37D8-439D-B4B9-00CA7D52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4FAD9-3C01-405B-B9A0-533DEA348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BF1-3568-4B8A-BDFC-F61FC73972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170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93E915-B765-46C2-8DCA-FB0C13F856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B0DE61-34FF-4C67-990D-8BEBCCBDF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9950A-0749-4E8D-BA6B-7C11185FA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3E6DB-9405-42E0-9F1E-9DF515D9CC3D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A7B0A-6365-438E-96E7-2423ABAB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C5A25-752B-4212-A481-873507C9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1BF1-3568-4B8A-BDFC-F61FC73972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490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57740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13273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28854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1483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7192BE-EF6A-49B9-B8EE-87D7E36A4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52B53-6E49-4152-8938-BAE551002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20848-DBD1-407E-AB34-A6C99CDAE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3E6DB-9405-42E0-9F1E-9DF515D9CC3D}" type="datetimeFigureOut">
              <a:rPr lang="en-AU" smtClean="0"/>
              <a:t>8/04/2018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1F51F-2A02-4901-A800-D4528752B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C8B5A-7D23-4423-BA7E-DDD4B09E1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81BF1-3568-4B8A-BDFC-F61FC73972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2696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12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Producing Scale Drawings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7783DC-A99D-4728-86A4-510CBD1F7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61" y="1981656"/>
            <a:ext cx="11543071" cy="336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57746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Producing Scale Drawings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produce scale drawings?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CFD41B9-AD72-4F51-B5A0-D99E4444B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7" y="1423916"/>
            <a:ext cx="11999069" cy="31265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F98A35-8762-4F6D-BBBF-BB0C59583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147" y="4241637"/>
            <a:ext cx="4812130" cy="261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227" y="422363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E6E88D-38C9-4B86-BE4E-8E284C828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814" y="0"/>
            <a:ext cx="9298983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F5AB73-423C-4558-B09A-E0F9BAD30773}"/>
              </a:ext>
            </a:extLst>
          </p:cNvPr>
          <p:cNvSpPr/>
          <p:nvPr/>
        </p:nvSpPr>
        <p:spPr>
          <a:xfrm>
            <a:off x="0" y="1887794"/>
            <a:ext cx="7563406" cy="7787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BCC306-04A2-4A5E-A03F-4995E37E3820}"/>
              </a:ext>
            </a:extLst>
          </p:cNvPr>
          <p:cNvSpPr/>
          <p:nvPr/>
        </p:nvSpPr>
        <p:spPr>
          <a:xfrm>
            <a:off x="0" y="2754015"/>
            <a:ext cx="7563406" cy="1281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AB7471-C242-4BA2-9369-25790093D07F}"/>
              </a:ext>
            </a:extLst>
          </p:cNvPr>
          <p:cNvSpPr/>
          <p:nvPr/>
        </p:nvSpPr>
        <p:spPr>
          <a:xfrm>
            <a:off x="-1" y="4122665"/>
            <a:ext cx="8477373" cy="26438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75E906-F1AE-417E-8090-0E0294629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30" y="0"/>
            <a:ext cx="1175474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227" y="422363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F5AB73-423C-4558-B09A-E0F9BAD30773}"/>
              </a:ext>
            </a:extLst>
          </p:cNvPr>
          <p:cNvSpPr/>
          <p:nvPr/>
        </p:nvSpPr>
        <p:spPr>
          <a:xfrm>
            <a:off x="218631" y="2359742"/>
            <a:ext cx="11131728" cy="6725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BCC306-04A2-4A5E-A03F-4995E37E3820}"/>
              </a:ext>
            </a:extLst>
          </p:cNvPr>
          <p:cNvSpPr/>
          <p:nvPr/>
        </p:nvSpPr>
        <p:spPr>
          <a:xfrm>
            <a:off x="702023" y="3005552"/>
            <a:ext cx="8465574" cy="8762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8FC4AD-647B-40E5-A8EE-B92253364D55}"/>
              </a:ext>
            </a:extLst>
          </p:cNvPr>
          <p:cNvSpPr/>
          <p:nvPr/>
        </p:nvSpPr>
        <p:spPr>
          <a:xfrm>
            <a:off x="577154" y="4055553"/>
            <a:ext cx="10773204" cy="2646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695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461EC2-2F20-4B77-A563-D82EAE6DF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175"/>
            <a:ext cx="12146772" cy="17303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D61CF0-0456-4BF9-B788-0C23294FB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26" y="2204986"/>
            <a:ext cx="11716119" cy="44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1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824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6B1E4A-F0C6-4CF2-B95A-B08FBD9C5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8" y="1117553"/>
            <a:ext cx="11891182" cy="23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33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31</Words>
  <Application>Microsoft Office PowerPoint</Application>
  <PresentationFormat>Widescreen</PresentationFormat>
  <Paragraphs>14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Fragment Core</vt:lpstr>
      <vt:lpstr>Office Theme</vt:lpstr>
      <vt:lpstr>Producing Scale Drawings</vt:lpstr>
      <vt:lpstr>From Last Lesson</vt:lpstr>
      <vt:lpstr>PowerPoint Presentation</vt:lpstr>
      <vt:lpstr>PowerPoint Presentation</vt:lpstr>
      <vt:lpstr>Practice</vt:lpstr>
      <vt:lpstr>Practice</vt:lpstr>
      <vt:lpstr>PowerPoint Presentation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Producing Scale Drawings</dc:title>
  <dc:creator>Nine LABUSCHAGNE</dc:creator>
  <cp:lastModifiedBy>LABUSCHAGNE Nine [Baldivis Secondary College]</cp:lastModifiedBy>
  <cp:revision>8</cp:revision>
  <dcterms:created xsi:type="dcterms:W3CDTF">2018-04-08T08:12:25Z</dcterms:created>
  <dcterms:modified xsi:type="dcterms:W3CDTF">2018-04-08T08:22:11Z</dcterms:modified>
</cp:coreProperties>
</file>