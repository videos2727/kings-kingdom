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3" r:id="rId4"/>
    <p:sldId id="262" r:id="rId5"/>
    <p:sldId id="263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6" d="100"/>
          <a:sy n="86" d="100"/>
        </p:scale>
        <p:origin x="562" y="58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2/8/2019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2/8/2019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6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52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8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2/8/2019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2/8/2019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2/8/2019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2/8/2019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2/8/2019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2/8/2019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2/8/2019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2/8/2019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2/8/2019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2/8/2019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2/8/2019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34" y="3429000"/>
            <a:ext cx="10955886" cy="1231776"/>
          </a:xfrm>
        </p:spPr>
        <p:txBody>
          <a:bodyPr/>
          <a:lstStyle/>
          <a:p>
            <a:r>
              <a:rPr lang="en-US" sz="6000" dirty="0"/>
              <a:t>Topic: Sector Area Formula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to find the area of only part of a circle?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7F226-2964-49A4-A5E8-2DD1396CB3CB}"/>
              </a:ext>
            </a:extLst>
          </p:cNvPr>
          <p:cNvSpPr txBox="1"/>
          <p:nvPr/>
        </p:nvSpPr>
        <p:spPr>
          <a:xfrm>
            <a:off x="6742484" y="692696"/>
            <a:ext cx="4608512" cy="923330"/>
          </a:xfrm>
          <a:prstGeom prst="rect">
            <a:avLst/>
          </a:prstGeom>
          <a:noFill/>
          <a:ln w="57150">
            <a:solidFill>
              <a:schemeClr val="bg2">
                <a:lumMod val="1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AU" dirty="0"/>
              <a:t>What is coming up? </a:t>
            </a:r>
          </a:p>
          <a:p>
            <a:endParaRPr lang="en-AU" dirty="0"/>
          </a:p>
          <a:p>
            <a:r>
              <a:rPr lang="en-AU" dirty="0"/>
              <a:t>First investigation coming up in Week 3!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88" y="-315416"/>
            <a:ext cx="9601200" cy="1143000"/>
          </a:xfrm>
        </p:spPr>
        <p:txBody>
          <a:bodyPr/>
          <a:lstStyle/>
          <a:p>
            <a:r>
              <a:rPr lang="en-US" dirty="0"/>
              <a:t>Warm – Up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3E9FD6-9115-46AC-A3A7-AE4B924EAC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83" t="24438" r="22825" b="7766"/>
          <a:stretch/>
        </p:blipFill>
        <p:spPr>
          <a:xfrm>
            <a:off x="2097968" y="1628800"/>
            <a:ext cx="7992888" cy="429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8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Sector Area Formula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772" y="1496964"/>
            <a:ext cx="1440160" cy="40202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a sector?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Formula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0719" y="614175"/>
            <a:ext cx="5454665" cy="762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How to find the area of only part of a circle?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5D42BBB-0EE0-4911-96FE-60584A54C40F}"/>
              </a:ext>
            </a:extLst>
          </p:cNvPr>
          <p:cNvSpPr txBox="1"/>
          <p:nvPr/>
        </p:nvSpPr>
        <p:spPr>
          <a:xfrm>
            <a:off x="2710036" y="1617044"/>
            <a:ext cx="619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‘pie-slice’ part of a circle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8EEAEF53-3861-4926-8F57-9C60AA88D8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490" t="71486" r="5599" b="10851"/>
          <a:stretch/>
        </p:blipFill>
        <p:spPr>
          <a:xfrm>
            <a:off x="2580465" y="2478705"/>
            <a:ext cx="2937884" cy="3299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DD5F6F-05F7-44D4-9FC9-EA864F7394A6}"/>
              </a:ext>
            </a:extLst>
          </p:cNvPr>
          <p:cNvSpPr txBox="1"/>
          <p:nvPr/>
        </p:nvSpPr>
        <p:spPr>
          <a:xfrm>
            <a:off x="7174532" y="2924944"/>
            <a:ext cx="4248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: Greek letter ‘Theta’ represents an angle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</a:t>
            </a:r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E9A79462-7DB7-4C79-83D8-3F739A0595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722" t="27136" r="26635" b="31984"/>
          <a:stretch/>
        </p:blipFill>
        <p:spPr>
          <a:xfrm>
            <a:off x="1096191" y="1930400"/>
            <a:ext cx="7970607" cy="3999753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1312A5-25FF-4E65-A93D-432812B7BF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490" t="71486" r="5599" b="10851"/>
          <a:stretch/>
        </p:blipFill>
        <p:spPr>
          <a:xfrm>
            <a:off x="9066798" y="145190"/>
            <a:ext cx="2937884" cy="329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1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89E3E4-58C8-4B2F-9F60-553627EBB931}"/>
              </a:ext>
            </a:extLst>
          </p:cNvPr>
          <p:cNvSpPr txBox="1"/>
          <p:nvPr/>
        </p:nvSpPr>
        <p:spPr>
          <a:xfrm>
            <a:off x="909836" y="1340768"/>
            <a:ext cx="4464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Do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Area of Sectors Work Sheet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F3BA9AA9-14F3-4C50-A0A5-43D4E98D62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786" t="40301" r="23713" b="46881"/>
          <a:stretch/>
        </p:blipFill>
        <p:spPr>
          <a:xfrm>
            <a:off x="909836" y="3408531"/>
            <a:ext cx="8594053" cy="127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1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22</TotalTime>
  <Words>94</Words>
  <Application>Microsoft Office PowerPoint</Application>
  <PresentationFormat>Custom</PresentationFormat>
  <Paragraphs>25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Palatino Linotype</vt:lpstr>
      <vt:lpstr>Watercolor_16x9</vt:lpstr>
      <vt:lpstr>Topic: Sector Area Formula </vt:lpstr>
      <vt:lpstr>Warm – Up </vt:lpstr>
      <vt:lpstr>Topic: Sector Area Formula</vt:lpstr>
      <vt:lpstr>We Do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Alexandria Latham</cp:lastModifiedBy>
  <cp:revision>3</cp:revision>
  <dcterms:created xsi:type="dcterms:W3CDTF">2018-07-29T09:37:46Z</dcterms:created>
  <dcterms:modified xsi:type="dcterms:W3CDTF">2019-02-08T12:20:03Z</dcterms:modified>
</cp:coreProperties>
</file>