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306" r:id="rId6"/>
    <p:sldId id="298" r:id="rId7"/>
    <p:sldId id="305" r:id="rId8"/>
    <p:sldId id="304" r:id="rId9"/>
    <p:sldId id="303" r:id="rId10"/>
    <p:sldId id="302" r:id="rId11"/>
    <p:sldId id="301" r:id="rId12"/>
    <p:sldId id="300" r:id="rId13"/>
    <p:sldId id="299" r:id="rId14"/>
    <p:sldId id="294" r:id="rId15"/>
    <p:sldId id="297" r:id="rId16"/>
    <p:sldId id="296" r:id="rId17"/>
    <p:sldId id="295" r:id="rId18"/>
    <p:sldId id="307" r:id="rId19"/>
    <p:sldId id="308" r:id="rId20"/>
    <p:sldId id="312" r:id="rId21"/>
    <p:sldId id="311" r:id="rId22"/>
    <p:sldId id="310" r:id="rId23"/>
    <p:sldId id="309" r:id="rId24"/>
    <p:sldId id="31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595"/>
  </p:normalViewPr>
  <p:slideViewPr>
    <p:cSldViewPr>
      <p:cViewPr>
        <p:scale>
          <a:sx n="33" d="100"/>
          <a:sy n="33" d="100"/>
        </p:scale>
        <p:origin x="2264" y="7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1470025"/>
          </a:xfrm>
        </p:spPr>
        <p:txBody>
          <a:bodyPr/>
          <a:lstStyle/>
          <a:p>
            <a:r>
              <a:rPr lang="en-US" dirty="0" smtClean="0"/>
              <a:t>MEASUREMENT</a:t>
            </a:r>
            <a:endParaRPr lang="en-US" dirty="0"/>
          </a:p>
        </p:txBody>
      </p:sp>
      <p:sp>
        <p:nvSpPr>
          <p:cNvPr id="14" name="Subtitle 13"/>
          <p:cNvSpPr>
            <a:spLocks noGrp="1"/>
          </p:cNvSpPr>
          <p:nvPr>
            <p:ph type="subTitle" idx="1"/>
          </p:nvPr>
        </p:nvSpPr>
        <p:spPr>
          <a:xfrm>
            <a:off x="1721582" y="3992860"/>
            <a:ext cx="6400800" cy="1752600"/>
          </a:xfrm>
        </p:spPr>
        <p:txBody>
          <a:bodyPr/>
          <a:lstStyle/>
          <a:p>
            <a:r>
              <a:rPr lang="en-US" dirty="0" err="1"/>
              <a:t>Yr</a:t>
            </a:r>
            <a:r>
              <a:rPr lang="en-US" dirty="0"/>
              <a:t> 12 Essentials </a:t>
            </a:r>
          </a:p>
          <a:p>
            <a:r>
              <a:rPr lang="en-US" dirty="0"/>
              <a:t>Chapter 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9920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836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4230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7135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6264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8407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6521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4201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2745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586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8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35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5m to cm</a:t>
            </a:r>
          </a:p>
          <a:p>
            <a:pPr marL="342900" indent="-342900">
              <a:buAutoNum type="arabicPeriod"/>
            </a:pPr>
            <a:r>
              <a:rPr lang="en-AU" dirty="0"/>
              <a:t>780mm to cm</a:t>
            </a:r>
          </a:p>
          <a:p>
            <a:pPr marL="342900" indent="-342900">
              <a:buAutoNum type="arabicPeriod"/>
            </a:pPr>
            <a:r>
              <a:rPr lang="en-AU" dirty="0"/>
              <a:t>2.4km to cm</a:t>
            </a:r>
          </a:p>
        </p:txBody>
      </p:sp>
    </p:spTree>
    <p:extLst>
      <p:ext uri="{BB962C8B-B14F-4D97-AF65-F5344CB8AC3E}">
        <p14:creationId xmlns:p14="http://schemas.microsoft.com/office/powerpoint/2010/main" val="390545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5m to cm   </a:t>
            </a:r>
          </a:p>
          <a:p>
            <a:pPr marL="342900" indent="-342900">
              <a:buAutoNum type="arabicPeriod"/>
            </a:pPr>
            <a:r>
              <a:rPr lang="en-AU" dirty="0"/>
              <a:t>780mm to cm  </a:t>
            </a:r>
          </a:p>
          <a:p>
            <a:pPr marL="342900" indent="-342900">
              <a:buAutoNum type="arabicPeriod"/>
            </a:pPr>
            <a:r>
              <a:rPr lang="en-AU" dirty="0"/>
              <a:t>2.4km to cm   </a:t>
            </a:r>
          </a:p>
          <a:p>
            <a:r>
              <a:rPr lang="en-AU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91705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5m to cm   5  </a:t>
            </a:r>
            <a:r>
              <a:rPr lang="en-AU" dirty="0">
                <a:solidFill>
                  <a:srgbClr val="00B050"/>
                </a:solidFill>
              </a:rPr>
              <a:t>x100  =  </a:t>
            </a:r>
            <a:r>
              <a:rPr lang="en-AU" dirty="0"/>
              <a:t>500cm</a:t>
            </a:r>
            <a:endParaRPr lang="en-AU" dirty="0">
              <a:solidFill>
                <a:srgbClr val="00B050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AU" dirty="0"/>
              <a:t>780mm to cm  </a:t>
            </a:r>
          </a:p>
          <a:p>
            <a:pPr marL="342900" indent="-342900">
              <a:buFontTx/>
              <a:buAutoNum type="arabicPeriod"/>
            </a:pPr>
            <a:r>
              <a:rPr lang="en-AU" dirty="0"/>
              <a:t>2.4km to cm   </a:t>
            </a:r>
          </a:p>
          <a:p>
            <a:r>
              <a:rPr lang="en-AU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40435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5m to cm   5  </a:t>
                </a:r>
                <a:r>
                  <a:rPr lang="en-AU" dirty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/>
                  <a:t>500cm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 </a:t>
                </a:r>
                <a:r>
                  <a:rPr lang="en-AU" dirty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/>
                  <a:t>2.4km to cm   </a:t>
                </a:r>
              </a:p>
              <a:p>
                <a:r>
                  <a:rPr lang="en-AU" dirty="0"/>
                  <a:t>		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1754326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736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89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5m to cm   5  </a:t>
                </a:r>
                <a:r>
                  <a:rPr lang="en-AU" dirty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/>
                  <a:t>500cm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 </a:t>
                </a:r>
                <a:r>
                  <a:rPr lang="en-AU" dirty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/>
                  <a:t>2.4km to cm   </a:t>
                </a:r>
              </a:p>
              <a:p>
                <a:r>
                  <a:rPr lang="en-AU" dirty="0"/>
                  <a:t>	2.4 </a:t>
                </a:r>
                <a:r>
                  <a:rPr lang="en-AU" dirty="0">
                    <a:solidFill>
                      <a:srgbClr val="00B050"/>
                    </a:solidFill>
                  </a:rPr>
                  <a:t>x1000 </a:t>
                </a:r>
                <a:r>
                  <a:rPr lang="en-AU" dirty="0"/>
                  <a:t>= 2400 m </a:t>
                </a:r>
              </a:p>
              <a:p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502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61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5m to cm   5  </a:t>
                </a:r>
                <a:r>
                  <a:rPr lang="en-AU" dirty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/>
                  <a:t>500cm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 </a:t>
                </a:r>
                <a:r>
                  <a:rPr lang="en-AU" dirty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/>
                  <a:t>2.4km to cm   </a:t>
                </a:r>
              </a:p>
              <a:p>
                <a:r>
                  <a:rPr lang="en-AU" dirty="0"/>
                  <a:t>	2.4 </a:t>
                </a:r>
                <a:r>
                  <a:rPr lang="en-AU" dirty="0">
                    <a:solidFill>
                      <a:srgbClr val="00B050"/>
                    </a:solidFill>
                  </a:rPr>
                  <a:t>x1000 </a:t>
                </a:r>
                <a:r>
                  <a:rPr lang="en-AU" dirty="0"/>
                  <a:t>= 2400 m </a:t>
                </a:r>
              </a:p>
              <a:p>
                <a:r>
                  <a:rPr lang="en-AU" dirty="0"/>
                  <a:t>	2400 </a:t>
                </a:r>
                <a:r>
                  <a:rPr lang="en-AU" dirty="0">
                    <a:solidFill>
                      <a:srgbClr val="00B050"/>
                    </a:solidFill>
                  </a:rPr>
                  <a:t> x 100 = </a:t>
                </a:r>
                <a:r>
                  <a:rPr lang="en-AU" dirty="0"/>
                  <a:t>240 000cm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0">
                <a:blip r:embed="rId3"/>
                <a:stretch>
                  <a:fillRect l="-1424" t="-1802" r="-633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63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9752" y="476672"/>
            <a:ext cx="46140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Guided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2472" y="2348880"/>
            <a:ext cx="30745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Converting Units worksheet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Metric Length </a:t>
            </a:r>
            <a:r>
              <a:rPr lang="en-US" dirty="0" smtClean="0"/>
              <a:t>puzzle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407" t="18500" r="43700" b="8700"/>
          <a:stretch/>
        </p:blipFill>
        <p:spPr>
          <a:xfrm>
            <a:off x="4283968" y="1385411"/>
            <a:ext cx="4029394" cy="517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821</Words>
  <Application>Microsoft Office PowerPoint</Application>
  <PresentationFormat>On-screen Show (4:3)</PresentationFormat>
  <Paragraphs>314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 Math</vt:lpstr>
      <vt:lpstr>Office Theme</vt:lpstr>
      <vt:lpstr>MEASUREMENT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D'SOUZA Jillian [Baldivis Secondary College]</cp:lastModifiedBy>
  <cp:revision>25</cp:revision>
  <dcterms:created xsi:type="dcterms:W3CDTF">2014-05-14T02:58:57Z</dcterms:created>
  <dcterms:modified xsi:type="dcterms:W3CDTF">2019-02-04T23:14:46Z</dcterms:modified>
</cp:coreProperties>
</file>