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</p:sldIdLst>
  <p:sldSz cx="9144000" cy="6858000" type="screen4x3"/>
  <p:notesSz cx="6858000" cy="9144000"/>
  <p:defaultTextStyle>
    <a:defPPr>
      <a:defRPr lang="es-E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Arial" charset="0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Arial" charset="0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22C16"/>
    <a:srgbClr val="0C788E"/>
    <a:srgbClr val="025198"/>
    <a:srgbClr val="000099"/>
    <a:srgbClr val="1C1C1C"/>
    <a:srgbClr val="660066"/>
    <a:srgbClr val="000058"/>
    <a:srgbClr val="2E17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630" autoAdjust="0"/>
    <p:restoredTop sz="94627" autoAdjust="0"/>
  </p:normalViewPr>
  <p:slideViewPr>
    <p:cSldViewPr>
      <p:cViewPr>
        <p:scale>
          <a:sx n="75" d="100"/>
          <a:sy n="75" d="100"/>
        </p:scale>
        <p:origin x="788" y="-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44E6DF-29FA-E94F-A790-FCCD68C20AEC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135464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926BD0E-C841-DA44-9C6C-4EF16B68D68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2182988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6F77FA0-2CF1-5241-9C13-73B720582282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839059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28864C1-F768-3241-B9F3-EF3F4C68ECCA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3424482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A38DAB5-3FF8-1148-AC2F-614DFF3C664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72068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DB1C9F2-6465-E04F-8CE5-3047BA5D915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6541915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352171-6432-0046-9DCA-779B6449AF9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20283733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01E5849-007B-E64F-B376-AAC8F657EC98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715749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Drag picture to placeholder or click icon to add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FAAC4E-D8C7-1A49-A80D-455C511D1F87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78884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F1EC03-A69F-1549-9ABC-96D749FCD2F9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606863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s-ES" altLang="x-non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DF5B9E-C3C0-5D4D-9EE7-DB723C2C3703}" type="slidenum">
              <a:rPr lang="es-ES" altLang="x-none"/>
              <a:pPr/>
              <a:t>‹#›</a:t>
            </a:fld>
            <a:endParaRPr lang="es-ES" altLang="x-none"/>
          </a:p>
        </p:txBody>
      </p:sp>
    </p:spTree>
    <p:extLst>
      <p:ext uri="{BB962C8B-B14F-4D97-AF65-F5344CB8AC3E}">
        <p14:creationId xmlns:p14="http://schemas.microsoft.com/office/powerpoint/2010/main" val="19454288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cambiar el estilo de título	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 altLang="x-none"/>
              <a:t>Haga clic para modificar el estilo de texto del patrón</a:t>
            </a:r>
          </a:p>
          <a:p>
            <a:pPr lvl="1"/>
            <a:r>
              <a:rPr lang="es-ES" altLang="x-none"/>
              <a:t>Segundo nivel</a:t>
            </a:r>
          </a:p>
          <a:p>
            <a:pPr lvl="2"/>
            <a:r>
              <a:rPr lang="es-ES" altLang="x-none"/>
              <a:t>Tercer nivel</a:t>
            </a:r>
          </a:p>
          <a:p>
            <a:pPr lvl="3"/>
            <a:r>
              <a:rPr lang="es-ES" altLang="x-none"/>
              <a:t>Cuarto nivel</a:t>
            </a:r>
          </a:p>
          <a:p>
            <a:pPr lvl="4"/>
            <a:r>
              <a:rPr lang="es-ES" altLang="x-none"/>
              <a:t>Quinto nivel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s-ES" altLang="x-none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s-ES" altLang="x-none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B725970D-F03A-DD4A-9CD5-2C0B95A5690F}" type="slidenum">
              <a:rPr lang="es-ES" altLang="x-none"/>
              <a:pPr/>
              <a:t>‹#›</a:t>
            </a:fld>
            <a:endParaRPr lang="es-ES" altLang="x-non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Arial" charset="0"/>
          <a:cs typeface="Arial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8" name="Rectangle 110"/>
          <p:cNvSpPr>
            <a:spLocks noGrp="1" noChangeArrowheads="1"/>
          </p:cNvSpPr>
          <p:nvPr>
            <p:ph type="ctrTitle"/>
          </p:nvPr>
        </p:nvSpPr>
        <p:spPr>
          <a:xfrm>
            <a:off x="3851275" y="2781300"/>
            <a:ext cx="4932363" cy="544513"/>
          </a:xfrm>
          <a:noFill/>
          <a:ln/>
        </p:spPr>
        <p:txBody>
          <a:bodyPr anchor="ctr"/>
          <a:lstStyle/>
          <a:p>
            <a:pPr algn="l"/>
            <a:r>
              <a:rPr lang="es-UY" altLang="x-none" sz="4000" b="1" dirty="0">
                <a:solidFill>
                  <a:schemeClr val="bg1"/>
                </a:solidFill>
              </a:rPr>
              <a:t>Linear Relatioships</a:t>
            </a:r>
            <a:endParaRPr lang="es-ES" altLang="x-none" sz="4000" b="1" dirty="0">
              <a:solidFill>
                <a:schemeClr val="bg1"/>
              </a:solidFill>
            </a:endParaRPr>
          </a:p>
        </p:txBody>
      </p:sp>
      <p:sp>
        <p:nvSpPr>
          <p:cNvPr id="2170" name="Rectangle 122"/>
          <p:cNvSpPr>
            <a:spLocks noChangeArrowheads="1"/>
          </p:cNvSpPr>
          <p:nvPr/>
        </p:nvSpPr>
        <p:spPr bwMode="auto">
          <a:xfrm>
            <a:off x="3851275" y="3357563"/>
            <a:ext cx="3168650" cy="503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anchor="ctr"/>
          <a:lstStyle>
            <a:lvl1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1pPr>
            <a:lvl2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2pPr>
            <a:lvl3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3pPr>
            <a:lvl4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4pPr>
            <a:lvl5pPr algn="ctr"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5pPr>
            <a:lvl6pPr marL="4572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6pPr>
            <a:lvl7pPr marL="9144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7pPr>
            <a:lvl8pPr marL="13716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8pPr>
            <a:lvl9pPr marL="1828800" algn="ctr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algn="l"/>
            <a:r>
              <a:rPr lang="es-UY" altLang="x-none" sz="1800" b="1" dirty="0">
                <a:solidFill>
                  <a:schemeClr val="bg1"/>
                </a:solidFill>
              </a:rPr>
              <a:t>Yr 12 Essentials </a:t>
            </a:r>
            <a:endParaRPr lang="es-ES" altLang="x-none" sz="1800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x-none" dirty="0">
                <a:solidFill>
                  <a:schemeClr val="bg1"/>
                </a:solidFill>
              </a:rPr>
              <a:t>Linear Relationships</a:t>
            </a:r>
            <a:endParaRPr lang="x-none" altLang="x-none" dirty="0">
              <a:solidFill>
                <a:schemeClr val="bg1"/>
              </a:solidFill>
            </a:endParaRPr>
          </a:p>
        </p:txBody>
      </p:sp>
      <p:sp>
        <p:nvSpPr>
          <p:cNvPr id="151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x-none" dirty="0">
                <a:solidFill>
                  <a:schemeClr val="bg1"/>
                </a:solidFill>
              </a:rPr>
              <a:t>Opening Problem</a:t>
            </a:r>
          </a:p>
          <a:p>
            <a:endParaRPr lang="x-none" altLang="x-none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1824" y="2300549"/>
            <a:ext cx="7614592" cy="39771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7" dur="2000"/>
                                        <p:tgtEl>
                                          <p:spTgt spid="1515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1555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0" indent="0" algn="ctr">
              <a:buNone/>
            </a:pPr>
            <a:endParaRPr lang="en-US" dirty="0">
              <a:solidFill>
                <a:schemeClr val="bg1"/>
              </a:solidFill>
            </a:endParaRPr>
          </a:p>
          <a:p>
            <a:r>
              <a:rPr lang="en-US" dirty="0" smtClean="0">
                <a:solidFill>
                  <a:schemeClr val="bg1"/>
                </a:solidFill>
              </a:rPr>
              <a:t>Chapter </a:t>
            </a:r>
            <a:r>
              <a:rPr lang="en-US" dirty="0">
                <a:solidFill>
                  <a:schemeClr val="bg1"/>
                </a:solidFill>
              </a:rPr>
              <a:t>24 Exercises Qu 1-3 </a:t>
            </a:r>
            <a:r>
              <a:rPr lang="en-US" dirty="0" err="1">
                <a:solidFill>
                  <a:schemeClr val="bg1"/>
                </a:solidFill>
              </a:rPr>
              <a:t>pg</a:t>
            </a:r>
            <a:r>
              <a:rPr lang="en-US" dirty="0">
                <a:solidFill>
                  <a:schemeClr val="bg1"/>
                </a:solidFill>
              </a:rPr>
              <a:t> 87-88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21481"/>
      </p:ext>
    </p:extLst>
  </p:cSld>
  <p:clrMapOvr>
    <a:masterClrMapping/>
  </p:clrMapOvr>
</p:sld>
</file>

<file path=ppt/theme/theme1.xml><?xml version="1.0" encoding="utf-8"?>
<a:theme xmlns:a="http://schemas.openxmlformats.org/drawingml/2006/main" name="Diseño predeterminado">
  <a:themeElements>
    <a:clrScheme name="Diseño predeterminad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iseño predeterminado">
      <a:majorFont>
        <a:latin typeface="Arial"/>
        <a:ea typeface="Arial"/>
        <a:cs typeface="Arial"/>
      </a:majorFont>
      <a:minorFont>
        <a:latin typeface="Arial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Diseño predeterminad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seño predeterminad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seño predeterminad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Hot" id="{546E284B-4824-A541-A0E1-C93C3C10ECD6}" vid="{5843E807-89B7-2745-8B9D-FD2E2D61DD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3-Linear Relationships-2</Template>
  <TotalTime>4</TotalTime>
  <Words>16</Words>
  <Application>Microsoft Office PowerPoint</Application>
  <PresentationFormat>On-screen Show (4:3)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Diseño predeterminado</vt:lpstr>
      <vt:lpstr>Linear Relatioships</vt:lpstr>
      <vt:lpstr>Linear Relationships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Linear Relatioships</dc:title>
  <dc:creator>Kath Farmer</dc:creator>
  <cp:lastModifiedBy>D'SOUZA Jillian [Baldivis Secondary College]</cp:lastModifiedBy>
  <cp:revision>3</cp:revision>
  <dcterms:created xsi:type="dcterms:W3CDTF">2018-05-14T10:10:57Z</dcterms:created>
  <dcterms:modified xsi:type="dcterms:W3CDTF">2019-03-27T00:25:25Z</dcterms:modified>
</cp:coreProperties>
</file>