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99" r:id="rId2"/>
    <p:sldId id="389" r:id="rId3"/>
    <p:sldId id="398" r:id="rId4"/>
    <p:sldId id="400" r:id="rId5"/>
    <p:sldId id="401" r:id="rId6"/>
    <p:sldId id="261" r:id="rId7"/>
    <p:sldId id="390" r:id="rId8"/>
    <p:sldId id="402" r:id="rId9"/>
    <p:sldId id="403" r:id="rId10"/>
    <p:sldId id="4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5" autoAdjust="0"/>
    <p:restoredTop sz="94660"/>
  </p:normalViewPr>
  <p:slideViewPr>
    <p:cSldViewPr>
      <p:cViewPr varScale="1">
        <p:scale>
          <a:sx n="69" d="100"/>
          <a:sy n="69" d="100"/>
        </p:scale>
        <p:origin x="8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BCFE2-6253-4348-9B09-420E3B58B207}" type="datetimeFigureOut">
              <a:rPr lang="en-GB" smtClean="0"/>
              <a:t>25/03/2019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B26D4-533B-4C79-A515-52D7EF59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56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0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7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71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8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8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7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81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84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0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362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00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7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61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2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6" y="1404105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38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Linear Relationships – Finding a Rule From a Table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49166-CC40-4F73-91D8-81ACD3004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 Maths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78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05">
            <a:extLst>
              <a:ext uri="{FF2B5EF4-FFF2-40B4-BE49-F238E27FC236}">
                <a16:creationId xmlns:a16="http://schemas.microsoft.com/office/drawing/2014/main" id="{859CAA98-287C-4AED-8D6D-14A7E8A3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1103314"/>
            <a:ext cx="5467350" cy="544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50" name="Oval 106">
            <a:extLst>
              <a:ext uri="{FF2B5EF4-FFF2-40B4-BE49-F238E27FC236}">
                <a16:creationId xmlns:a16="http://schemas.microsoft.com/office/drawing/2014/main" id="{86C9A3C6-56D5-4509-BED4-C63F8949C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3755231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52" name="Oval 108">
            <a:extLst>
              <a:ext uri="{FF2B5EF4-FFF2-40B4-BE49-F238E27FC236}">
                <a16:creationId xmlns:a16="http://schemas.microsoft.com/office/drawing/2014/main" id="{19F3E282-14E9-499C-B2AA-1A0BFB095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02920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54" name="Oval 110">
            <a:extLst>
              <a:ext uri="{FF2B5EF4-FFF2-40B4-BE49-F238E27FC236}">
                <a16:creationId xmlns:a16="http://schemas.microsoft.com/office/drawing/2014/main" id="{14C872BE-0EFE-48D7-8074-2B80750B22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442595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1856" name="Oval 112">
            <a:extLst>
              <a:ext uri="{FF2B5EF4-FFF2-40B4-BE49-F238E27FC236}">
                <a16:creationId xmlns:a16="http://schemas.microsoft.com/office/drawing/2014/main" id="{E5399686-DE5F-4A7E-BC77-A1C73C5BFB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43840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60" name="Text Box 116">
            <a:extLst>
              <a:ext uri="{FF2B5EF4-FFF2-40B4-BE49-F238E27FC236}">
                <a16:creationId xmlns:a16="http://schemas.microsoft.com/office/drawing/2014/main" id="{0C4F4BE2-354F-4F94-8E54-93CFD6EAE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07874"/>
            <a:ext cx="7772400" cy="1200329"/>
          </a:xfr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dirty="0"/>
              <a:t>Give the coordinates of each point:</a:t>
            </a:r>
            <a:endParaRPr lang="en-US" altLang="en-US" sz="48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2BAFED-EE1B-4924-B702-AF3F1956ED39}"/>
              </a:ext>
            </a:extLst>
          </p:cNvPr>
          <p:cNvSpPr/>
          <p:nvPr/>
        </p:nvSpPr>
        <p:spPr>
          <a:xfrm>
            <a:off x="4765675" y="2111315"/>
            <a:ext cx="3706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6D7350-A501-482C-85BA-6F1DFFEB8687}"/>
              </a:ext>
            </a:extLst>
          </p:cNvPr>
          <p:cNvSpPr/>
          <p:nvPr/>
        </p:nvSpPr>
        <p:spPr>
          <a:xfrm>
            <a:off x="7712260" y="3428146"/>
            <a:ext cx="33214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B163E-2949-45C7-B218-E242385BE6B9}"/>
              </a:ext>
            </a:extLst>
          </p:cNvPr>
          <p:cNvSpPr/>
          <p:nvPr/>
        </p:nvSpPr>
        <p:spPr>
          <a:xfrm>
            <a:off x="6683991" y="4098865"/>
            <a:ext cx="39305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D0D14E-54BF-465E-B2DF-C2D0BD33E1B6}"/>
              </a:ext>
            </a:extLst>
          </p:cNvPr>
          <p:cNvSpPr/>
          <p:nvPr/>
        </p:nvSpPr>
        <p:spPr>
          <a:xfrm>
            <a:off x="3950471" y="4702115"/>
            <a:ext cx="3754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55168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0" grpId="0" animBg="1"/>
      <p:bldP spid="31852" grpId="0" animBg="1"/>
      <p:bldP spid="31854" grpId="0" animBg="1"/>
      <p:bldP spid="31856" grpId="0" animBg="1"/>
      <p:bldP spid="3186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54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9D88E7F-B529-436A-AB32-8C6C74376AF3}"/>
              </a:ext>
            </a:extLst>
          </p:cNvPr>
          <p:cNvSpPr txBox="1"/>
          <p:nvPr/>
        </p:nvSpPr>
        <p:spPr>
          <a:xfrm>
            <a:off x="375279" y="2006445"/>
            <a:ext cx="197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linear relationship?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/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000" dirty="0"/>
                  <a:t>A linear equation produces a straight line. Linear equations are written in the form: </a:t>
                </a:r>
                <a:br>
                  <a:rPr lang="en-AU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blipFill>
                <a:blip r:embed="rId2"/>
                <a:stretch>
                  <a:fillRect l="-1125" t="-2994" r="-675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C51B2E0-5107-4C73-A4D1-94E0C530B343}"/>
              </a:ext>
            </a:extLst>
          </p:cNvPr>
          <p:cNvSpPr txBox="1"/>
          <p:nvPr/>
        </p:nvSpPr>
        <p:spPr>
          <a:xfrm>
            <a:off x="8184232" y="2060848"/>
            <a:ext cx="3888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m?</a:t>
            </a:r>
            <a:br>
              <a:rPr lang="en-AU" dirty="0"/>
            </a:br>
            <a:r>
              <a:rPr lang="en-AU" dirty="0"/>
              <a:t/>
            </a:r>
            <a:br>
              <a:rPr lang="en-AU" dirty="0"/>
            </a:br>
            <a:r>
              <a:rPr lang="en-AU" dirty="0"/>
              <a:t/>
            </a:r>
            <a:br>
              <a:rPr lang="en-AU" dirty="0"/>
            </a:br>
            <a:r>
              <a:rPr lang="en-AU" dirty="0"/>
              <a:t>What is 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201D21-8C08-4734-B26E-0EFA97B93BFB}"/>
              </a:ext>
            </a:extLst>
          </p:cNvPr>
          <p:cNvSpPr txBox="1"/>
          <p:nvPr/>
        </p:nvSpPr>
        <p:spPr>
          <a:xfrm>
            <a:off x="2475247" y="1915579"/>
            <a:ext cx="5420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Example: Find the linear equation from this table of values.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707F3-FA78-4E70-A0CD-9A31C5687B50}"/>
              </a:ext>
            </a:extLst>
          </p:cNvPr>
          <p:cNvSpPr txBox="1"/>
          <p:nvPr/>
        </p:nvSpPr>
        <p:spPr>
          <a:xfrm>
            <a:off x="167194" y="2009745"/>
            <a:ext cx="2112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create a linear equation (or rule) from a table?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056D2-0B2F-4CD7-A573-68C1418C183E}"/>
              </a:ext>
            </a:extLst>
          </p:cNvPr>
          <p:cNvSpPr/>
          <p:nvPr/>
        </p:nvSpPr>
        <p:spPr>
          <a:xfrm>
            <a:off x="2522219" y="3803646"/>
            <a:ext cx="54209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Find the difference pattern in the y-values. This is the value of m.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9A544E-888B-4DC3-ACCC-28EB17BEF1B7}"/>
              </a:ext>
            </a:extLst>
          </p:cNvPr>
          <p:cNvSpPr/>
          <p:nvPr/>
        </p:nvSpPr>
        <p:spPr>
          <a:xfrm>
            <a:off x="2476305" y="4931387"/>
            <a:ext cx="5420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2)  Work out what y would be when x = 0.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8E3847-F5C8-4989-B207-02BBFE50AD78}"/>
              </a:ext>
            </a:extLst>
          </p:cNvPr>
          <p:cNvSpPr txBox="1"/>
          <p:nvPr/>
        </p:nvSpPr>
        <p:spPr>
          <a:xfrm>
            <a:off x="9480248" y="3516315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57349EC-94CE-4230-BDBC-7F977B0C6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890280"/>
              </p:ext>
            </p:extLst>
          </p:nvPr>
        </p:nvGraphicFramePr>
        <p:xfrm>
          <a:off x="2493898" y="2618250"/>
          <a:ext cx="55012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F92D6EA-E5BA-4766-AC1E-682B4242C4FA}"/>
              </a:ext>
            </a:extLst>
          </p:cNvPr>
          <p:cNvSpPr txBox="1"/>
          <p:nvPr/>
        </p:nvSpPr>
        <p:spPr>
          <a:xfrm>
            <a:off x="3594990" y="3268620"/>
            <a:ext cx="273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+3       +3      +3	</a:t>
            </a:r>
            <a:endParaRPr lang="en-AU" b="1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75A89-EEB1-4CE2-ACD0-59D138887A54}"/>
              </a:ext>
            </a:extLst>
          </p:cNvPr>
          <p:cNvSpPr txBox="1"/>
          <p:nvPr/>
        </p:nvSpPr>
        <p:spPr>
          <a:xfrm>
            <a:off x="2279576" y="3474207"/>
            <a:ext cx="150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x= 0, y = 2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2472EA-E6CA-4AC4-810C-EE1378792994}"/>
              </a:ext>
            </a:extLst>
          </p:cNvPr>
          <p:cNvCxnSpPr/>
          <p:nvPr/>
        </p:nvCxnSpPr>
        <p:spPr>
          <a:xfrm flipH="1">
            <a:off x="2993685" y="3307338"/>
            <a:ext cx="139361" cy="2918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6975D1-FBA8-49CD-8998-D249FC4662DE}"/>
              </a:ext>
            </a:extLst>
          </p:cNvPr>
          <p:cNvSpPr txBox="1"/>
          <p:nvPr/>
        </p:nvSpPr>
        <p:spPr>
          <a:xfrm>
            <a:off x="2968177" y="2980438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endParaRPr lang="en-AU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/>
              <p:nvPr/>
            </p:nvSpPr>
            <p:spPr>
              <a:xfrm>
                <a:off x="2606330" y="5632408"/>
                <a:ext cx="54606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linear equation form is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 </a:t>
                </a:r>
              </a:p>
              <a:p>
                <a:r>
                  <a:rPr lang="en-AU" dirty="0"/>
                  <a:t>so the linear equation is</a:t>
                </a:r>
              </a:p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330" y="5632408"/>
                <a:ext cx="5460609" cy="923330"/>
              </a:xfrm>
              <a:prstGeom prst="rect">
                <a:avLst/>
              </a:prstGeom>
              <a:blipFill>
                <a:blip r:embed="rId2"/>
                <a:stretch>
                  <a:fillRect l="-1006" t="-3974" b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627B09A-1AC9-4B7C-9874-B4563A45080D}"/>
              </a:ext>
            </a:extLst>
          </p:cNvPr>
          <p:cNvSpPr txBox="1"/>
          <p:nvPr/>
        </p:nvSpPr>
        <p:spPr>
          <a:xfrm>
            <a:off x="2904142" y="2614361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</a:t>
            </a:r>
            <a:endParaRPr lang="en-A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8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1340768"/>
            <a:ext cx="9073008" cy="459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" t="6256" r="3286" b="62318"/>
          <a:stretch/>
        </p:blipFill>
        <p:spPr>
          <a:xfrm>
            <a:off x="479376" y="260649"/>
            <a:ext cx="11378300" cy="288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0878841">
            <a:off x="6430425" y="4760728"/>
            <a:ext cx="533511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minutes</a:t>
            </a:r>
            <a:endParaRPr lang="en-US" sz="8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67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7728" y="2492896"/>
            <a:ext cx="4938192" cy="1293028"/>
          </a:xfrm>
        </p:spPr>
        <p:txBody>
          <a:bodyPr>
            <a:normAutofit/>
          </a:bodyPr>
          <a:lstStyle/>
          <a:p>
            <a:r>
              <a:rPr lang="en-US" sz="5400" dirty="0" smtClean="0"/>
              <a:t>Page 84 &amp; 85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703666126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688</TotalTime>
  <Words>278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MS PGothic</vt:lpstr>
      <vt:lpstr>Arial</vt:lpstr>
      <vt:lpstr>Calibri</vt:lpstr>
      <vt:lpstr>Cambria Math</vt:lpstr>
      <vt:lpstr>Century Gothic</vt:lpstr>
      <vt:lpstr>Times New Roman</vt:lpstr>
      <vt:lpstr>BSC Theme</vt:lpstr>
      <vt:lpstr>PowerPoint Presentation</vt:lpstr>
      <vt:lpstr>Linear Relationships – Finding a Rule From a Table</vt:lpstr>
      <vt:lpstr>PowerPoint Presentation</vt:lpstr>
      <vt:lpstr>Give the coordinates of each point: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84 &amp; 85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D'SOUZA Jillian [Baldivis Secondary College]</cp:lastModifiedBy>
  <cp:revision>47</cp:revision>
  <dcterms:created xsi:type="dcterms:W3CDTF">2017-03-06T12:42:44Z</dcterms:created>
  <dcterms:modified xsi:type="dcterms:W3CDTF">2019-03-25T07:30:38Z</dcterms:modified>
</cp:coreProperties>
</file>