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63" r:id="rId2"/>
    <p:sldId id="279" r:id="rId3"/>
    <p:sldId id="281" r:id="rId4"/>
    <p:sldId id="284" r:id="rId5"/>
    <p:sldId id="285" r:id="rId6"/>
    <p:sldId id="277" r:id="rId7"/>
    <p:sldId id="271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2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7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16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4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74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19/03/2019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85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1816913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4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37" y="3257488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794601" y="1229950"/>
            <a:ext cx="3738354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Cartesian Plane has 4 quadrants, split up by the</a:t>
            </a:r>
          </a:p>
          <a:p>
            <a:r>
              <a:rPr lang="en-AU" sz="1600" dirty="0"/>
              <a:t> ___-axis (horizontal)</a:t>
            </a:r>
          </a:p>
          <a:p>
            <a:r>
              <a:rPr lang="en-AU" sz="1600" dirty="0"/>
              <a:t> ___-axis (vertical).</a:t>
            </a:r>
          </a:p>
          <a:p>
            <a:endParaRPr lang="en-US" sz="1600" dirty="0"/>
          </a:p>
          <a:p>
            <a:r>
              <a:rPr lang="en-US" sz="1600" dirty="0"/>
              <a:t>The center, where the axis meet, is called the origin.</a:t>
            </a:r>
          </a:p>
          <a:p>
            <a:r>
              <a:rPr lang="en-US" sz="1600" dirty="0"/>
              <a:t> </a:t>
            </a:r>
          </a:p>
          <a:p>
            <a:endParaRPr lang="en-AU" sz="1350" dirty="0"/>
          </a:p>
          <a:p>
            <a:endParaRPr lang="en-AU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the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8" name="Picture 2">
            <a:extLst>
              <a:ext uri="{FF2B5EF4-FFF2-40B4-BE49-F238E27FC236}">
                <a16:creationId xmlns:a16="http://schemas.microsoft.com/office/drawing/2014/main" id="{9A8DA023-62A9-4A3A-8268-E993ED46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892" y="3303950"/>
            <a:ext cx="2667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/>
              <p:nvPr/>
            </p:nvSpPr>
            <p:spPr>
              <a:xfrm>
                <a:off x="2414823" y="5972382"/>
                <a:ext cx="27310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latin typeface="Cambria Math"/>
                        </a:rPr>
                        <m:t>𝑪𝒐𝒐𝒓𝒅𝒊𝒏𝒂𝒕𝒆𝒔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r>
                        <a:rPr lang="en-AU" b="1" i="1" smtClean="0">
                          <a:latin typeface="Cambria Math"/>
                        </a:rPr>
                        <m:t>𝒂𝒓𝒆</m:t>
                      </m:r>
                      <m:r>
                        <a:rPr lang="en-AU" b="1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AU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AU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AU" b="1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E30BE6-A360-4D9B-A3E3-70E5EB4F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823" y="5972382"/>
                <a:ext cx="2731069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847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3">
            <a:extLst>
              <a:ext uri="{FF2B5EF4-FFF2-40B4-BE49-F238E27FC236}">
                <a16:creationId xmlns:a16="http://schemas.microsoft.com/office/drawing/2014/main" id="{35E016F5-4B64-4920-8DA5-9FEEC67D8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010" y="1264779"/>
            <a:ext cx="4912460" cy="3519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C468E9-F86F-42B4-97B5-283EE53E0F3C}"/>
              </a:ext>
            </a:extLst>
          </p:cNvPr>
          <p:cNvSpPr/>
          <p:nvPr/>
        </p:nvSpPr>
        <p:spPr>
          <a:xfrm>
            <a:off x="4741393" y="2550745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887DE6-FCCA-4CD3-8380-1B4B120381AC}"/>
              </a:ext>
            </a:extLst>
          </p:cNvPr>
          <p:cNvSpPr/>
          <p:nvPr/>
        </p:nvSpPr>
        <p:spPr>
          <a:xfrm>
            <a:off x="4913861" y="3522008"/>
            <a:ext cx="2073609" cy="473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031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071D5-89F5-45A5-9CBF-E802BC2D0A4C}"/>
              </a:ext>
            </a:extLst>
          </p:cNvPr>
          <p:cNvSpPr txBox="1"/>
          <p:nvPr/>
        </p:nvSpPr>
        <p:spPr>
          <a:xfrm>
            <a:off x="1923068" y="367645"/>
            <a:ext cx="5533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301B1-DE75-4015-814F-99A04421A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309" t="40463" r="63206" b="31443"/>
          <a:stretch/>
        </p:blipFill>
        <p:spPr>
          <a:xfrm>
            <a:off x="546755" y="1875934"/>
            <a:ext cx="4078002" cy="3909316"/>
          </a:xfrm>
          <a:prstGeom prst="rect">
            <a:avLst/>
          </a:prstGeom>
        </p:spPr>
      </p:pic>
      <p:pic>
        <p:nvPicPr>
          <p:cNvPr id="1026" name="Picture 2" descr="steve austin thumbs up GIF">
            <a:extLst>
              <a:ext uri="{FF2B5EF4-FFF2-40B4-BE49-F238E27FC236}">
                <a16:creationId xmlns:a16="http://schemas.microsoft.com/office/drawing/2014/main" id="{AF54F955-CE48-44A9-B36B-562C5516B6D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747" y="444670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8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58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points on a Cartesian Plane?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How do you plot points on a Cartesian Plane?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5740202" y="1208767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8C6DE4F3-92AD-4E6D-84DB-D4E9CCD53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402" y="1404765"/>
            <a:ext cx="6024563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656A52B-13C7-4199-820C-A936E73D78BE}"/>
              </a:ext>
            </a:extLst>
          </p:cNvPr>
          <p:cNvSpPr/>
          <p:nvPr/>
        </p:nvSpPr>
        <p:spPr>
          <a:xfrm>
            <a:off x="2269363" y="3052604"/>
            <a:ext cx="762152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93FC46-648B-4148-9905-D8AEBF91DA94}"/>
              </a:ext>
            </a:extLst>
          </p:cNvPr>
          <p:cNvSpPr/>
          <p:nvPr/>
        </p:nvSpPr>
        <p:spPr>
          <a:xfrm>
            <a:off x="6960069" y="2548548"/>
            <a:ext cx="1069935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8FAB30-5130-45EA-98E5-884BB2E4B8BB}"/>
              </a:ext>
            </a:extLst>
          </p:cNvPr>
          <p:cNvSpPr/>
          <p:nvPr/>
        </p:nvSpPr>
        <p:spPr>
          <a:xfrm>
            <a:off x="2269364" y="5068828"/>
            <a:ext cx="946289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178975-4EFC-4E8C-9E28-93C5F3FB2A4F}"/>
              </a:ext>
            </a:extLst>
          </p:cNvPr>
          <p:cNvSpPr/>
          <p:nvPr/>
        </p:nvSpPr>
        <p:spPr>
          <a:xfrm>
            <a:off x="7104085" y="4636780"/>
            <a:ext cx="925919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7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156"/>
          </a:xfrm>
        </p:spPr>
        <p:txBody>
          <a:bodyPr/>
          <a:lstStyle/>
          <a:p>
            <a:pPr algn="ctr"/>
            <a:r>
              <a:rPr lang="en-US" dirty="0"/>
              <a:t>Let’s try one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59" y="1813948"/>
            <a:ext cx="4765183" cy="4748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1352283"/>
            <a:ext cx="5772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Write down the coordinates for A-F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13" y="1799096"/>
            <a:ext cx="1519091" cy="555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13" y="2354860"/>
            <a:ext cx="1484309" cy="494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21" y="2834947"/>
            <a:ext cx="1453933" cy="447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560" y="3265348"/>
            <a:ext cx="1432813" cy="3936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721" y="3622107"/>
            <a:ext cx="1526489" cy="4721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921" y="4015737"/>
            <a:ext cx="1424452" cy="5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Do you understand?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98" y="1690689"/>
            <a:ext cx="5108404" cy="465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WORKSHEETS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400" y="3129307"/>
            <a:ext cx="272296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2873</TotalTime>
  <Words>165</Words>
  <Application>Microsoft Office PowerPoint</Application>
  <PresentationFormat>On-screen Show (4:3)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Cambria Math</vt:lpstr>
      <vt:lpstr>Century Gothic</vt:lpstr>
      <vt:lpstr>Garamond</vt:lpstr>
      <vt:lpstr>Impact</vt:lpstr>
      <vt:lpstr>Savon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Let’s try one together</vt:lpstr>
      <vt:lpstr>Do you understand? 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D'SOUZA Jillian [Baldivis Secondary College]</cp:lastModifiedBy>
  <cp:revision>76</cp:revision>
  <dcterms:created xsi:type="dcterms:W3CDTF">2016-04-30T07:20:25Z</dcterms:created>
  <dcterms:modified xsi:type="dcterms:W3CDTF">2019-03-19T07:59:22Z</dcterms:modified>
</cp:coreProperties>
</file>