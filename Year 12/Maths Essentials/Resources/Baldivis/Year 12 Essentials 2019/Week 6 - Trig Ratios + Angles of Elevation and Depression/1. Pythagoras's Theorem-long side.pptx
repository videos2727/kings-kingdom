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4" r:id="rId5"/>
    <p:sldId id="260" r:id="rId6"/>
    <p:sldId id="265" r:id="rId7"/>
    <p:sldId id="266" r:id="rId8"/>
    <p:sldId id="261" r:id="rId9"/>
    <p:sldId id="267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6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C5E49-3C86-457B-A2B3-BDF9026D0476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A1EE2-D030-4E7A-B42A-5C34E026E2A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422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11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60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806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0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155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045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Shape 3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7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24CC-BE4F-408B-9CA8-696643F9B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DDC74-5372-4EFD-8C3E-71711A218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4DBE4-08AA-4F0A-83A2-047ED000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0506E-9102-483B-A122-1286B30F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DD365-38F0-4A88-AD00-A8CD28AF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645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EC80-36B2-4B1E-B813-42B8A66D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FB0C-BB0D-43FE-9F86-5E391BA8E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B1A5E-4B15-4423-9650-42AB2F4F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312A1-660B-4FED-9778-3AFA76203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904C-089C-4BF7-93D3-2E295936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1F12-9E96-4CC8-942D-B00859B4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334E6-9CAA-4E34-BFCC-7F5A956E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D8103-9044-4A82-80F0-D1C36F79F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F7E1C-E4AD-4023-830B-D1A48268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DEBB8-3B54-4DE8-8B96-DCD23CFA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535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4A8C-CBDF-4E61-8CC9-CD2C2FF7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3AB7C-58A3-4018-B12D-B571FBFE6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FAAE1-B28D-4456-9509-D6F448F86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3B3E6-C2B0-4BBA-868E-BA2A40F9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7F0D5-FF15-4C0F-A5E7-5985FDA4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28AB1-9CAB-4C69-B62D-FB43D790E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01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B612-A0A0-4B53-8885-22A54F5A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43A06-D08A-4F97-8195-3A8731C02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C8DF7-7E7D-40C9-8C30-F85049B82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2D85B-37D6-4A5E-8F0D-8ED8F425C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EBCF0-E799-4F0C-9B99-052D78A57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C76A0-FC4A-4CF1-BC3B-1E68DCFA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E9808-648B-4CC9-8DCA-5E8B4485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19D81-826A-4270-AC8D-258489BD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5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E110-A34C-429A-AB2D-F3C3E79C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31B88-1191-4696-9D89-5D499158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020E6-3D52-4906-87A2-F5EA887F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64F9B-8C57-40CD-B1B7-22935516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36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0451F5-4469-4FC8-A05A-CFEEFCB8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F16C5-BA16-414F-8B04-0788295D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D07F-0C40-479B-94BB-0F8BE597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42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A583-790C-41AB-A633-99E29E23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44C9B-1334-4636-A563-A18E3DD04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17B20-4DD9-4D70-BD2B-AC0DB396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32C83-9AF0-49B2-9935-6DFA3804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714CB-4B1D-42FF-B09B-264F9FB8A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9613D-FC1F-4D1B-83A5-9E0631E2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39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165E-F3ED-4612-84AE-CB46FD485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D1872-9E5A-40F3-8D81-29F8797BC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AB0C-F1B5-45F4-A395-4A7C3C3BF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5D6F6-B68B-415C-8530-D59C0E47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E35E9-9D42-4745-975C-EE91E8D2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E62DE-2E7E-4FCD-9AD2-1B8B9902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75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1D9C-A421-4F34-8FDA-7FB906A5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F15AC-682F-49EC-9712-1B8A648C3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B1637-60B4-4BA9-80D2-59D23C27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974B9-8AAF-45F9-84ED-D47C3AC6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57733-3C9E-4B43-8288-85F3D80F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418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67B44C-1338-4FA6-9D1C-04E133141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B29E8-3EB9-4F3D-B115-20A44C15A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F11DE-2667-4B13-82A6-3C0FF587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7D04A-CA06-43D2-B4B5-034D126A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8DD35-904A-44AB-9615-931D342C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222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15445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35546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73782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20128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0892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BC891-3426-4256-8E19-8606245C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FED4E-AB21-4CAD-904F-47EB5FEA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F3BE-4A02-40EB-83B4-C495FD35A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CD8F3-1A77-41C3-A02B-A59A5C220DD4}" type="datetimeFigureOut">
              <a:rPr lang="en-AU" smtClean="0"/>
              <a:t>31/01/2018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F00F3-BD38-47ED-BADC-87F56C96B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032C-045E-49D1-912A-805B75730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292A1-CD4F-4FE5-801E-829A790903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32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Pythagoras's Theorem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966291"/>
            <a:ext cx="10820400" cy="21919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742950" indent="-742950">
              <a:buFont typeface="Wingdings" panose="05000000000000000000" pitchFamily="2" charset="2"/>
              <a:buChar char="§"/>
            </a:pPr>
            <a:r>
              <a:rPr lang="en-AU" sz="3600" dirty="0"/>
              <a:t>Calculate the hypotenuse using Pythagoras Theorem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756" y="1477692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9034741" y="1779807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2230554"/>
            <a:ext cx="1847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hypotenuse?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3728E-F01F-4F24-A9A9-CA7EB2E93C61}"/>
              </a:ext>
            </a:extLst>
          </p:cNvPr>
          <p:cNvSpPr/>
          <p:nvPr/>
        </p:nvSpPr>
        <p:spPr>
          <a:xfrm>
            <a:off x="1958740" y="1542996"/>
            <a:ext cx="91696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right-angled triangle has one angle measuring 90° and two smaller angles. The side opposite the right angle is the longest side. </a:t>
            </a:r>
          </a:p>
          <a:p>
            <a:endParaRPr lang="en-US" sz="2800" dirty="0"/>
          </a:p>
          <a:p>
            <a:r>
              <a:rPr lang="en-US" sz="2800" dirty="0"/>
              <a:t>That is called the </a:t>
            </a:r>
            <a:r>
              <a:rPr lang="en-US" sz="2800" b="1" dirty="0"/>
              <a:t>hypotenuse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BF630A-E0AC-4682-8A9A-9CFE5862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761" y="3805793"/>
            <a:ext cx="3920835" cy="301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1226346" y="1854200"/>
            <a:ext cx="1657350" cy="165576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75633" y="3438524"/>
            <a:ext cx="719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63560" y="2564091"/>
            <a:ext cx="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155793" y="2346421"/>
            <a:ext cx="649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9" name="Right Triangle 8"/>
          <p:cNvSpPr/>
          <p:nvPr/>
        </p:nvSpPr>
        <p:spPr>
          <a:xfrm rot="16200000">
            <a:off x="4658170" y="3130089"/>
            <a:ext cx="1800225" cy="86518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414614" y="4391358"/>
            <a:ext cx="36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a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990876" y="3383295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b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99097" y="3317007"/>
            <a:ext cx="3603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3" name="Right Triangle 12"/>
          <p:cNvSpPr/>
          <p:nvPr/>
        </p:nvSpPr>
        <p:spPr>
          <a:xfrm rot="2510793">
            <a:off x="8215314" y="2163763"/>
            <a:ext cx="2016125" cy="10795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112348" y="1578829"/>
            <a:ext cx="357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c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9264307" y="2344091"/>
            <a:ext cx="4333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399464" y="2924175"/>
            <a:ext cx="4333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/>
              <a:t>b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944614" y="1921631"/>
            <a:ext cx="23562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9227684" y="2010696"/>
            <a:ext cx="25928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3852079" y="2777671"/>
            <a:ext cx="19228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hypotenuse</a:t>
            </a:r>
          </a:p>
        </p:txBody>
      </p:sp>
      <p:sp>
        <p:nvSpPr>
          <p:cNvPr id="16402" name="TextBox 19"/>
          <p:cNvSpPr txBox="1">
            <a:spLocks noChangeArrowheads="1"/>
          </p:cNvSpPr>
          <p:nvPr/>
        </p:nvSpPr>
        <p:spPr bwMode="auto">
          <a:xfrm>
            <a:off x="2485805" y="6005045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3200" b="1" dirty="0">
                <a:solidFill>
                  <a:srgbClr val="7030A0"/>
                </a:solidFill>
              </a:rPr>
              <a:t>Which of these sides is the hypotenuse?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367DFD7-03AF-455C-80F5-D4FF41FF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8" grpId="1"/>
      <p:bldP spid="9" grpId="0" animBg="1"/>
      <p:bldP spid="10" grpId="0"/>
      <p:bldP spid="11" grpId="0"/>
      <p:bldP spid="12" grpId="0"/>
      <p:bldP spid="12" grpId="1"/>
      <p:bldP spid="13" grpId="0" animBg="1"/>
      <p:bldP spid="14" grpId="0"/>
      <p:bldP spid="15" grpId="0"/>
      <p:bldP spid="15" grpId="1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thagorean theorem water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3904" y="109183"/>
            <a:ext cx="9092986" cy="663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" y="1547197"/>
            <a:ext cx="1847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Pythagoras  Theorem?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is Pythagoras Theorem and how do we use it?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F7C69-10DF-4C53-B0CA-731D067E032C}"/>
              </a:ext>
            </a:extLst>
          </p:cNvPr>
          <p:cNvSpPr/>
          <p:nvPr/>
        </p:nvSpPr>
        <p:spPr>
          <a:xfrm>
            <a:off x="2012215" y="1449946"/>
            <a:ext cx="91696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For any </a:t>
            </a:r>
            <a:r>
              <a:rPr lang="en-US" sz="2800" b="1" dirty="0"/>
              <a:t>right-angled</a:t>
            </a:r>
            <a:r>
              <a:rPr lang="en-US" sz="2800" dirty="0"/>
              <a:t> triangle, the square of the hypotenuse is equal to the sum of the squares of the other two sides.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09779E-B256-44AF-AFB0-E9C790E5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94" y="2400428"/>
            <a:ext cx="3747620" cy="41153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A2EF7F-E8AA-42CB-ABB4-B675EE224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989" y="4690891"/>
            <a:ext cx="5210862" cy="165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3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Summarise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98AAC5-0C24-426D-B21B-51070CA9DBD5}"/>
              </a:ext>
            </a:extLst>
          </p:cNvPr>
          <p:cNvSpPr txBox="1">
            <a:spLocks/>
          </p:cNvSpPr>
          <p:nvPr/>
        </p:nvSpPr>
        <p:spPr>
          <a:xfrm>
            <a:off x="1181894" y="1552575"/>
            <a:ext cx="8507413" cy="45259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		a</a:t>
            </a:r>
            <a:r>
              <a:rPr lang="en-AU" altLang="en-US" baseline="30000" dirty="0"/>
              <a:t>2</a:t>
            </a:r>
            <a:r>
              <a:rPr lang="en-AU" altLang="en-US" dirty="0"/>
              <a:t> + </a:t>
            </a:r>
            <a:r>
              <a:rPr lang="en-US" altLang="en-US" dirty="0"/>
              <a:t>b</a:t>
            </a:r>
            <a:r>
              <a:rPr lang="en-AU" altLang="en-US" baseline="30000" dirty="0"/>
              <a:t>2</a:t>
            </a:r>
            <a:r>
              <a:rPr lang="en-AU" altLang="en-US" dirty="0"/>
              <a:t> = c</a:t>
            </a:r>
            <a:r>
              <a:rPr lang="en-AU" altLang="en-US" baseline="30000" dirty="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baseline="30000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/>
              <a:t>    shorter sides	        longer side (hypotenuse)</a:t>
            </a: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E4380-12E8-4ABA-912A-10CA56866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660" y="4271145"/>
            <a:ext cx="381635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618479-EA52-450C-8DB6-F90F04310206}"/>
              </a:ext>
            </a:extLst>
          </p:cNvPr>
          <p:cNvCxnSpPr>
            <a:cxnSpLocks/>
          </p:cNvCxnSpPr>
          <p:nvPr/>
        </p:nvCxnSpPr>
        <p:spPr>
          <a:xfrm flipH="1" flipV="1">
            <a:off x="4504107" y="2572946"/>
            <a:ext cx="664241" cy="95408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EBD014-4052-485E-ADBF-F0CB219FCB44}"/>
              </a:ext>
            </a:extLst>
          </p:cNvPr>
          <p:cNvCxnSpPr/>
          <p:nvPr/>
        </p:nvCxnSpPr>
        <p:spPr>
          <a:xfrm flipV="1">
            <a:off x="2635252" y="2572945"/>
            <a:ext cx="488950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4D1A01-4772-43F8-A8E4-62304AEBA792}"/>
              </a:ext>
            </a:extLst>
          </p:cNvPr>
          <p:cNvCxnSpPr/>
          <p:nvPr/>
        </p:nvCxnSpPr>
        <p:spPr>
          <a:xfrm flipV="1">
            <a:off x="2628765" y="2572945"/>
            <a:ext cx="1260475" cy="95408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B76C35-1693-4B29-AF6A-EB0DAA52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5763F6-1929-4963-8D35-EBDCD7263405}"/>
              </a:ext>
            </a:extLst>
          </p:cNvPr>
          <p:cNvSpPr txBox="1">
            <a:spLocks/>
          </p:cNvSpPr>
          <p:nvPr/>
        </p:nvSpPr>
        <p:spPr>
          <a:xfrm>
            <a:off x="829102" y="1224173"/>
            <a:ext cx="10515600" cy="435133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Find the length of the hypotenuse for these: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a) 							b)</a:t>
            </a:r>
            <a:endParaRPr lang="en-AU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6984735-FE52-4C97-B696-D60C4FB5B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98" y="2388658"/>
            <a:ext cx="30670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E9DA9-136D-4793-80AA-84397D861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737" y="2517201"/>
            <a:ext cx="2734516" cy="328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F159F1C6-EF6F-45B4-AAC4-C3669035A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264" y="1749030"/>
            <a:ext cx="3067050" cy="21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683FEF-269F-4228-A077-1F5C2C00385C}"/>
              </a:ext>
            </a:extLst>
          </p:cNvPr>
          <p:cNvSpPr/>
          <p:nvPr/>
        </p:nvSpPr>
        <p:spPr>
          <a:xfrm>
            <a:off x="4171737" y="3234795"/>
            <a:ext cx="2745898" cy="66054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273AE-872A-41C7-8CCA-911118C12143}"/>
              </a:ext>
            </a:extLst>
          </p:cNvPr>
          <p:cNvSpPr/>
          <p:nvPr/>
        </p:nvSpPr>
        <p:spPr>
          <a:xfrm>
            <a:off x="4160355" y="3952390"/>
            <a:ext cx="2745898" cy="407576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4A952-F2D1-414D-80DA-4B58804D7B83}"/>
              </a:ext>
            </a:extLst>
          </p:cNvPr>
          <p:cNvSpPr/>
          <p:nvPr/>
        </p:nvSpPr>
        <p:spPr>
          <a:xfrm>
            <a:off x="4160355" y="4409147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BC72B7-BEEF-486C-9B0C-975F8D3F9006}"/>
              </a:ext>
            </a:extLst>
          </p:cNvPr>
          <p:cNvSpPr/>
          <p:nvPr/>
        </p:nvSpPr>
        <p:spPr>
          <a:xfrm>
            <a:off x="4171737" y="5214938"/>
            <a:ext cx="2745898" cy="770327"/>
          </a:xfrm>
          <a:prstGeom prst="rect">
            <a:avLst/>
          </a:prstGeom>
          <a:solidFill>
            <a:srgbClr val="F4F6CB"/>
          </a:solidFill>
          <a:ln>
            <a:solidFill>
              <a:srgbClr val="F4F6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85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99A41B-0F68-4A84-9371-F5DE37EE6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6" y="662326"/>
            <a:ext cx="8931025" cy="57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/>
              <a:t>Extra graphics</a:t>
            </a:r>
            <a:endParaRPr/>
          </a:p>
        </p:txBody>
      </p:sp>
      <p:sp>
        <p:nvSpPr>
          <p:cNvPr id="312" name="Shape 3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313" name="Shape 313"/>
          <p:cNvSpPr/>
          <p:nvPr/>
        </p:nvSpPr>
        <p:spPr>
          <a:xfrm>
            <a:off x="4780515" y="2697470"/>
            <a:ext cx="2415912" cy="198781"/>
          </a:xfrm>
          <a:custGeom>
            <a:avLst/>
            <a:gdLst/>
            <a:ahLst/>
            <a:cxnLst/>
            <a:rect l="0" t="0" r="0" b="0"/>
            <a:pathLst>
              <a:path w="13369" h="1100" extrusionOk="0">
                <a:moveTo>
                  <a:pt x="12903" y="466"/>
                </a:moveTo>
                <a:lnTo>
                  <a:pt x="12456" y="522"/>
                </a:lnTo>
                <a:lnTo>
                  <a:pt x="11935" y="559"/>
                </a:lnTo>
                <a:lnTo>
                  <a:pt x="11414" y="578"/>
                </a:lnTo>
                <a:lnTo>
                  <a:pt x="10315" y="578"/>
                </a:lnTo>
                <a:lnTo>
                  <a:pt x="10129" y="559"/>
                </a:lnTo>
                <a:lnTo>
                  <a:pt x="9850" y="578"/>
                </a:lnTo>
                <a:lnTo>
                  <a:pt x="9719" y="578"/>
                </a:lnTo>
                <a:lnTo>
                  <a:pt x="9608" y="615"/>
                </a:lnTo>
                <a:lnTo>
                  <a:pt x="9570" y="634"/>
                </a:lnTo>
                <a:lnTo>
                  <a:pt x="9552" y="652"/>
                </a:lnTo>
                <a:lnTo>
                  <a:pt x="9552" y="690"/>
                </a:lnTo>
                <a:lnTo>
                  <a:pt x="9552" y="708"/>
                </a:lnTo>
                <a:lnTo>
                  <a:pt x="9589" y="746"/>
                </a:lnTo>
                <a:lnTo>
                  <a:pt x="9645" y="746"/>
                </a:lnTo>
                <a:lnTo>
                  <a:pt x="9794" y="764"/>
                </a:lnTo>
                <a:lnTo>
                  <a:pt x="10036" y="783"/>
                </a:lnTo>
                <a:lnTo>
                  <a:pt x="10557" y="801"/>
                </a:lnTo>
                <a:lnTo>
                  <a:pt x="11060" y="801"/>
                </a:lnTo>
                <a:lnTo>
                  <a:pt x="11581" y="783"/>
                </a:lnTo>
                <a:lnTo>
                  <a:pt x="12587" y="727"/>
                </a:lnTo>
                <a:lnTo>
                  <a:pt x="12810" y="727"/>
                </a:lnTo>
                <a:lnTo>
                  <a:pt x="13052" y="708"/>
                </a:lnTo>
                <a:lnTo>
                  <a:pt x="13127" y="671"/>
                </a:lnTo>
                <a:lnTo>
                  <a:pt x="13257" y="615"/>
                </a:lnTo>
                <a:lnTo>
                  <a:pt x="13313" y="597"/>
                </a:lnTo>
                <a:lnTo>
                  <a:pt x="13350" y="559"/>
                </a:lnTo>
                <a:lnTo>
                  <a:pt x="13369" y="522"/>
                </a:lnTo>
                <a:lnTo>
                  <a:pt x="13331" y="504"/>
                </a:lnTo>
                <a:lnTo>
                  <a:pt x="13220" y="485"/>
                </a:lnTo>
                <a:lnTo>
                  <a:pt x="13108" y="466"/>
                </a:lnTo>
                <a:close/>
                <a:moveTo>
                  <a:pt x="8398" y="317"/>
                </a:moveTo>
                <a:lnTo>
                  <a:pt x="8360" y="336"/>
                </a:lnTo>
                <a:lnTo>
                  <a:pt x="8304" y="355"/>
                </a:lnTo>
                <a:lnTo>
                  <a:pt x="8267" y="373"/>
                </a:lnTo>
                <a:lnTo>
                  <a:pt x="8249" y="410"/>
                </a:lnTo>
                <a:lnTo>
                  <a:pt x="8193" y="522"/>
                </a:lnTo>
                <a:lnTo>
                  <a:pt x="8193" y="634"/>
                </a:lnTo>
                <a:lnTo>
                  <a:pt x="8211" y="746"/>
                </a:lnTo>
                <a:lnTo>
                  <a:pt x="8249" y="801"/>
                </a:lnTo>
                <a:lnTo>
                  <a:pt x="8286" y="839"/>
                </a:lnTo>
                <a:lnTo>
                  <a:pt x="8323" y="857"/>
                </a:lnTo>
                <a:lnTo>
                  <a:pt x="8398" y="876"/>
                </a:lnTo>
                <a:lnTo>
                  <a:pt x="8491" y="876"/>
                </a:lnTo>
                <a:lnTo>
                  <a:pt x="8584" y="820"/>
                </a:lnTo>
                <a:lnTo>
                  <a:pt x="8658" y="746"/>
                </a:lnTo>
                <a:lnTo>
                  <a:pt x="8695" y="634"/>
                </a:lnTo>
                <a:lnTo>
                  <a:pt x="8714" y="541"/>
                </a:lnTo>
                <a:lnTo>
                  <a:pt x="8677" y="466"/>
                </a:lnTo>
                <a:lnTo>
                  <a:pt x="8658" y="429"/>
                </a:lnTo>
                <a:lnTo>
                  <a:pt x="8621" y="392"/>
                </a:lnTo>
                <a:lnTo>
                  <a:pt x="8584" y="373"/>
                </a:lnTo>
                <a:lnTo>
                  <a:pt x="8528" y="373"/>
                </a:lnTo>
                <a:lnTo>
                  <a:pt x="8453" y="336"/>
                </a:lnTo>
                <a:lnTo>
                  <a:pt x="8398" y="317"/>
                </a:lnTo>
                <a:close/>
                <a:moveTo>
                  <a:pt x="3203" y="578"/>
                </a:moveTo>
                <a:lnTo>
                  <a:pt x="2645" y="597"/>
                </a:lnTo>
                <a:lnTo>
                  <a:pt x="2086" y="634"/>
                </a:lnTo>
                <a:lnTo>
                  <a:pt x="1527" y="671"/>
                </a:lnTo>
                <a:lnTo>
                  <a:pt x="1230" y="671"/>
                </a:lnTo>
                <a:lnTo>
                  <a:pt x="950" y="652"/>
                </a:lnTo>
                <a:lnTo>
                  <a:pt x="392" y="634"/>
                </a:lnTo>
                <a:lnTo>
                  <a:pt x="150" y="634"/>
                </a:lnTo>
                <a:lnTo>
                  <a:pt x="94" y="652"/>
                </a:lnTo>
                <a:lnTo>
                  <a:pt x="38" y="652"/>
                </a:lnTo>
                <a:lnTo>
                  <a:pt x="19" y="690"/>
                </a:lnTo>
                <a:lnTo>
                  <a:pt x="1" y="727"/>
                </a:lnTo>
                <a:lnTo>
                  <a:pt x="19" y="764"/>
                </a:lnTo>
                <a:lnTo>
                  <a:pt x="75" y="783"/>
                </a:lnTo>
                <a:lnTo>
                  <a:pt x="187" y="839"/>
                </a:lnTo>
                <a:lnTo>
                  <a:pt x="392" y="895"/>
                </a:lnTo>
                <a:lnTo>
                  <a:pt x="615" y="932"/>
                </a:lnTo>
                <a:lnTo>
                  <a:pt x="839" y="950"/>
                </a:lnTo>
                <a:lnTo>
                  <a:pt x="1081" y="950"/>
                </a:lnTo>
                <a:lnTo>
                  <a:pt x="1304" y="932"/>
                </a:lnTo>
                <a:lnTo>
                  <a:pt x="1769" y="895"/>
                </a:lnTo>
                <a:lnTo>
                  <a:pt x="2235" y="839"/>
                </a:lnTo>
                <a:lnTo>
                  <a:pt x="2756" y="801"/>
                </a:lnTo>
                <a:lnTo>
                  <a:pt x="3278" y="783"/>
                </a:lnTo>
                <a:lnTo>
                  <a:pt x="3557" y="801"/>
                </a:lnTo>
                <a:lnTo>
                  <a:pt x="3762" y="801"/>
                </a:lnTo>
                <a:lnTo>
                  <a:pt x="3799" y="783"/>
                </a:lnTo>
                <a:lnTo>
                  <a:pt x="3836" y="727"/>
                </a:lnTo>
                <a:lnTo>
                  <a:pt x="3836" y="671"/>
                </a:lnTo>
                <a:lnTo>
                  <a:pt x="3817" y="634"/>
                </a:lnTo>
                <a:lnTo>
                  <a:pt x="3762" y="597"/>
                </a:lnTo>
                <a:lnTo>
                  <a:pt x="3482" y="597"/>
                </a:lnTo>
                <a:lnTo>
                  <a:pt x="3203" y="578"/>
                </a:lnTo>
                <a:close/>
                <a:moveTo>
                  <a:pt x="4637" y="355"/>
                </a:moveTo>
                <a:lnTo>
                  <a:pt x="4581" y="373"/>
                </a:lnTo>
                <a:lnTo>
                  <a:pt x="4544" y="392"/>
                </a:lnTo>
                <a:lnTo>
                  <a:pt x="4488" y="429"/>
                </a:lnTo>
                <a:lnTo>
                  <a:pt x="4432" y="541"/>
                </a:lnTo>
                <a:lnTo>
                  <a:pt x="4413" y="652"/>
                </a:lnTo>
                <a:lnTo>
                  <a:pt x="4432" y="764"/>
                </a:lnTo>
                <a:lnTo>
                  <a:pt x="4450" y="820"/>
                </a:lnTo>
                <a:lnTo>
                  <a:pt x="4469" y="876"/>
                </a:lnTo>
                <a:lnTo>
                  <a:pt x="4506" y="913"/>
                </a:lnTo>
                <a:lnTo>
                  <a:pt x="4562" y="932"/>
                </a:lnTo>
                <a:lnTo>
                  <a:pt x="4618" y="950"/>
                </a:lnTo>
                <a:lnTo>
                  <a:pt x="4693" y="950"/>
                </a:lnTo>
                <a:lnTo>
                  <a:pt x="4748" y="932"/>
                </a:lnTo>
                <a:lnTo>
                  <a:pt x="4804" y="895"/>
                </a:lnTo>
                <a:lnTo>
                  <a:pt x="4879" y="820"/>
                </a:lnTo>
                <a:lnTo>
                  <a:pt x="4935" y="708"/>
                </a:lnTo>
                <a:lnTo>
                  <a:pt x="4972" y="597"/>
                </a:lnTo>
                <a:lnTo>
                  <a:pt x="4972" y="485"/>
                </a:lnTo>
                <a:lnTo>
                  <a:pt x="4953" y="448"/>
                </a:lnTo>
                <a:lnTo>
                  <a:pt x="4916" y="392"/>
                </a:lnTo>
                <a:lnTo>
                  <a:pt x="4879" y="373"/>
                </a:lnTo>
                <a:lnTo>
                  <a:pt x="4841" y="355"/>
                </a:lnTo>
                <a:close/>
                <a:moveTo>
                  <a:pt x="6647" y="1"/>
                </a:moveTo>
                <a:lnTo>
                  <a:pt x="6536" y="19"/>
                </a:lnTo>
                <a:lnTo>
                  <a:pt x="6424" y="75"/>
                </a:lnTo>
                <a:lnTo>
                  <a:pt x="6238" y="187"/>
                </a:lnTo>
                <a:lnTo>
                  <a:pt x="6089" y="317"/>
                </a:lnTo>
                <a:lnTo>
                  <a:pt x="6033" y="392"/>
                </a:lnTo>
                <a:lnTo>
                  <a:pt x="5977" y="485"/>
                </a:lnTo>
                <a:lnTo>
                  <a:pt x="5959" y="578"/>
                </a:lnTo>
                <a:lnTo>
                  <a:pt x="5940" y="690"/>
                </a:lnTo>
                <a:lnTo>
                  <a:pt x="5959" y="820"/>
                </a:lnTo>
                <a:lnTo>
                  <a:pt x="5996" y="913"/>
                </a:lnTo>
                <a:lnTo>
                  <a:pt x="6052" y="988"/>
                </a:lnTo>
                <a:lnTo>
                  <a:pt x="6145" y="1043"/>
                </a:lnTo>
                <a:lnTo>
                  <a:pt x="6238" y="1081"/>
                </a:lnTo>
                <a:lnTo>
                  <a:pt x="6350" y="1099"/>
                </a:lnTo>
                <a:lnTo>
                  <a:pt x="6573" y="1099"/>
                </a:lnTo>
                <a:lnTo>
                  <a:pt x="6722" y="1081"/>
                </a:lnTo>
                <a:lnTo>
                  <a:pt x="6834" y="1043"/>
                </a:lnTo>
                <a:lnTo>
                  <a:pt x="6945" y="988"/>
                </a:lnTo>
                <a:lnTo>
                  <a:pt x="7057" y="913"/>
                </a:lnTo>
                <a:lnTo>
                  <a:pt x="7131" y="801"/>
                </a:lnTo>
                <a:lnTo>
                  <a:pt x="7187" y="690"/>
                </a:lnTo>
                <a:lnTo>
                  <a:pt x="7206" y="559"/>
                </a:lnTo>
                <a:lnTo>
                  <a:pt x="7187" y="429"/>
                </a:lnTo>
                <a:lnTo>
                  <a:pt x="7131" y="299"/>
                </a:lnTo>
                <a:lnTo>
                  <a:pt x="7076" y="206"/>
                </a:lnTo>
                <a:lnTo>
                  <a:pt x="6983" y="113"/>
                </a:lnTo>
                <a:lnTo>
                  <a:pt x="6889" y="57"/>
                </a:lnTo>
                <a:lnTo>
                  <a:pt x="6778" y="19"/>
                </a:lnTo>
                <a:lnTo>
                  <a:pt x="6647" y="1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4" name="Shape 314"/>
          <p:cNvSpPr/>
          <p:nvPr/>
        </p:nvSpPr>
        <p:spPr>
          <a:xfrm>
            <a:off x="7939891" y="2680669"/>
            <a:ext cx="2452957" cy="232393"/>
          </a:xfrm>
          <a:custGeom>
            <a:avLst/>
            <a:gdLst/>
            <a:ahLst/>
            <a:cxnLst/>
            <a:rect l="0" t="0" r="0" b="0"/>
            <a:pathLst>
              <a:path w="13574" h="1286" extrusionOk="0">
                <a:moveTo>
                  <a:pt x="12549" y="1"/>
                </a:moveTo>
                <a:lnTo>
                  <a:pt x="12475" y="19"/>
                </a:lnTo>
                <a:lnTo>
                  <a:pt x="12419" y="75"/>
                </a:lnTo>
                <a:lnTo>
                  <a:pt x="12363" y="112"/>
                </a:lnTo>
                <a:lnTo>
                  <a:pt x="12252" y="261"/>
                </a:lnTo>
                <a:lnTo>
                  <a:pt x="12140" y="410"/>
                </a:lnTo>
                <a:lnTo>
                  <a:pt x="12028" y="578"/>
                </a:lnTo>
                <a:lnTo>
                  <a:pt x="11935" y="727"/>
                </a:lnTo>
                <a:lnTo>
                  <a:pt x="11823" y="839"/>
                </a:lnTo>
                <a:lnTo>
                  <a:pt x="11768" y="876"/>
                </a:lnTo>
                <a:lnTo>
                  <a:pt x="11693" y="894"/>
                </a:lnTo>
                <a:lnTo>
                  <a:pt x="11637" y="894"/>
                </a:lnTo>
                <a:lnTo>
                  <a:pt x="11581" y="876"/>
                </a:lnTo>
                <a:lnTo>
                  <a:pt x="11507" y="839"/>
                </a:lnTo>
                <a:lnTo>
                  <a:pt x="11451" y="801"/>
                </a:lnTo>
                <a:lnTo>
                  <a:pt x="11358" y="690"/>
                </a:lnTo>
                <a:lnTo>
                  <a:pt x="11246" y="541"/>
                </a:lnTo>
                <a:lnTo>
                  <a:pt x="11060" y="261"/>
                </a:lnTo>
                <a:lnTo>
                  <a:pt x="10967" y="168"/>
                </a:lnTo>
                <a:lnTo>
                  <a:pt x="10930" y="131"/>
                </a:lnTo>
                <a:lnTo>
                  <a:pt x="10874" y="112"/>
                </a:lnTo>
                <a:lnTo>
                  <a:pt x="10837" y="112"/>
                </a:lnTo>
                <a:lnTo>
                  <a:pt x="10781" y="131"/>
                </a:lnTo>
                <a:lnTo>
                  <a:pt x="10650" y="187"/>
                </a:lnTo>
                <a:lnTo>
                  <a:pt x="10501" y="299"/>
                </a:lnTo>
                <a:lnTo>
                  <a:pt x="10371" y="429"/>
                </a:lnTo>
                <a:lnTo>
                  <a:pt x="10111" y="708"/>
                </a:lnTo>
                <a:lnTo>
                  <a:pt x="9943" y="894"/>
                </a:lnTo>
                <a:lnTo>
                  <a:pt x="9775" y="671"/>
                </a:lnTo>
                <a:lnTo>
                  <a:pt x="9571" y="392"/>
                </a:lnTo>
                <a:lnTo>
                  <a:pt x="9477" y="261"/>
                </a:lnTo>
                <a:lnTo>
                  <a:pt x="9366" y="150"/>
                </a:lnTo>
                <a:lnTo>
                  <a:pt x="9273" y="75"/>
                </a:lnTo>
                <a:lnTo>
                  <a:pt x="9217" y="38"/>
                </a:lnTo>
                <a:lnTo>
                  <a:pt x="9124" y="38"/>
                </a:lnTo>
                <a:lnTo>
                  <a:pt x="9087" y="57"/>
                </a:lnTo>
                <a:lnTo>
                  <a:pt x="8956" y="150"/>
                </a:lnTo>
                <a:lnTo>
                  <a:pt x="8826" y="280"/>
                </a:lnTo>
                <a:lnTo>
                  <a:pt x="8658" y="448"/>
                </a:lnTo>
                <a:lnTo>
                  <a:pt x="8211" y="950"/>
                </a:lnTo>
                <a:lnTo>
                  <a:pt x="8081" y="745"/>
                </a:lnTo>
                <a:lnTo>
                  <a:pt x="7895" y="466"/>
                </a:lnTo>
                <a:lnTo>
                  <a:pt x="7690" y="224"/>
                </a:lnTo>
                <a:lnTo>
                  <a:pt x="7597" y="131"/>
                </a:lnTo>
                <a:lnTo>
                  <a:pt x="7523" y="75"/>
                </a:lnTo>
                <a:lnTo>
                  <a:pt x="7430" y="75"/>
                </a:lnTo>
                <a:lnTo>
                  <a:pt x="7336" y="94"/>
                </a:lnTo>
                <a:lnTo>
                  <a:pt x="7262" y="150"/>
                </a:lnTo>
                <a:lnTo>
                  <a:pt x="7169" y="224"/>
                </a:lnTo>
                <a:lnTo>
                  <a:pt x="7020" y="392"/>
                </a:lnTo>
                <a:lnTo>
                  <a:pt x="6871" y="559"/>
                </a:lnTo>
                <a:lnTo>
                  <a:pt x="6778" y="652"/>
                </a:lnTo>
                <a:lnTo>
                  <a:pt x="6685" y="727"/>
                </a:lnTo>
                <a:lnTo>
                  <a:pt x="6610" y="764"/>
                </a:lnTo>
                <a:lnTo>
                  <a:pt x="6536" y="783"/>
                </a:lnTo>
                <a:lnTo>
                  <a:pt x="6480" y="764"/>
                </a:lnTo>
                <a:lnTo>
                  <a:pt x="6406" y="708"/>
                </a:lnTo>
                <a:lnTo>
                  <a:pt x="6219" y="522"/>
                </a:lnTo>
                <a:lnTo>
                  <a:pt x="6126" y="373"/>
                </a:lnTo>
                <a:lnTo>
                  <a:pt x="6052" y="243"/>
                </a:lnTo>
                <a:lnTo>
                  <a:pt x="5996" y="168"/>
                </a:lnTo>
                <a:lnTo>
                  <a:pt x="5940" y="131"/>
                </a:lnTo>
                <a:lnTo>
                  <a:pt x="5884" y="94"/>
                </a:lnTo>
                <a:lnTo>
                  <a:pt x="5810" y="75"/>
                </a:lnTo>
                <a:lnTo>
                  <a:pt x="5717" y="75"/>
                </a:lnTo>
                <a:lnTo>
                  <a:pt x="5605" y="131"/>
                </a:lnTo>
                <a:lnTo>
                  <a:pt x="5475" y="205"/>
                </a:lnTo>
                <a:lnTo>
                  <a:pt x="5344" y="280"/>
                </a:lnTo>
                <a:lnTo>
                  <a:pt x="4935" y="596"/>
                </a:lnTo>
                <a:lnTo>
                  <a:pt x="4711" y="745"/>
                </a:lnTo>
                <a:lnTo>
                  <a:pt x="4618" y="801"/>
                </a:lnTo>
                <a:lnTo>
                  <a:pt x="4544" y="820"/>
                </a:lnTo>
                <a:lnTo>
                  <a:pt x="4469" y="820"/>
                </a:lnTo>
                <a:lnTo>
                  <a:pt x="4395" y="801"/>
                </a:lnTo>
                <a:lnTo>
                  <a:pt x="4302" y="727"/>
                </a:lnTo>
                <a:lnTo>
                  <a:pt x="4190" y="615"/>
                </a:lnTo>
                <a:lnTo>
                  <a:pt x="4115" y="522"/>
                </a:lnTo>
                <a:lnTo>
                  <a:pt x="4078" y="448"/>
                </a:lnTo>
                <a:lnTo>
                  <a:pt x="4004" y="317"/>
                </a:lnTo>
                <a:lnTo>
                  <a:pt x="3948" y="261"/>
                </a:lnTo>
                <a:lnTo>
                  <a:pt x="3892" y="224"/>
                </a:lnTo>
                <a:lnTo>
                  <a:pt x="3725" y="224"/>
                </a:lnTo>
                <a:lnTo>
                  <a:pt x="3631" y="261"/>
                </a:lnTo>
                <a:lnTo>
                  <a:pt x="3538" y="317"/>
                </a:lnTo>
                <a:lnTo>
                  <a:pt x="3427" y="392"/>
                </a:lnTo>
                <a:lnTo>
                  <a:pt x="3334" y="485"/>
                </a:lnTo>
                <a:lnTo>
                  <a:pt x="3147" y="671"/>
                </a:lnTo>
                <a:lnTo>
                  <a:pt x="3017" y="839"/>
                </a:lnTo>
                <a:lnTo>
                  <a:pt x="2756" y="541"/>
                </a:lnTo>
                <a:lnTo>
                  <a:pt x="2626" y="410"/>
                </a:lnTo>
                <a:lnTo>
                  <a:pt x="2477" y="317"/>
                </a:lnTo>
                <a:lnTo>
                  <a:pt x="2421" y="280"/>
                </a:lnTo>
                <a:lnTo>
                  <a:pt x="2347" y="261"/>
                </a:lnTo>
                <a:lnTo>
                  <a:pt x="2198" y="261"/>
                </a:lnTo>
                <a:lnTo>
                  <a:pt x="2123" y="280"/>
                </a:lnTo>
                <a:lnTo>
                  <a:pt x="2030" y="299"/>
                </a:lnTo>
                <a:lnTo>
                  <a:pt x="1937" y="354"/>
                </a:lnTo>
                <a:lnTo>
                  <a:pt x="1844" y="429"/>
                </a:lnTo>
                <a:lnTo>
                  <a:pt x="1714" y="541"/>
                </a:lnTo>
                <a:lnTo>
                  <a:pt x="1621" y="634"/>
                </a:lnTo>
                <a:lnTo>
                  <a:pt x="1565" y="690"/>
                </a:lnTo>
                <a:lnTo>
                  <a:pt x="1509" y="745"/>
                </a:lnTo>
                <a:lnTo>
                  <a:pt x="1453" y="745"/>
                </a:lnTo>
                <a:lnTo>
                  <a:pt x="1379" y="727"/>
                </a:lnTo>
                <a:lnTo>
                  <a:pt x="1137" y="578"/>
                </a:lnTo>
                <a:lnTo>
                  <a:pt x="839" y="354"/>
                </a:lnTo>
                <a:lnTo>
                  <a:pt x="671" y="261"/>
                </a:lnTo>
                <a:lnTo>
                  <a:pt x="597" y="243"/>
                </a:lnTo>
                <a:lnTo>
                  <a:pt x="485" y="243"/>
                </a:lnTo>
                <a:lnTo>
                  <a:pt x="429" y="280"/>
                </a:lnTo>
                <a:lnTo>
                  <a:pt x="317" y="410"/>
                </a:lnTo>
                <a:lnTo>
                  <a:pt x="206" y="578"/>
                </a:lnTo>
                <a:lnTo>
                  <a:pt x="113" y="764"/>
                </a:lnTo>
                <a:lnTo>
                  <a:pt x="38" y="950"/>
                </a:lnTo>
                <a:lnTo>
                  <a:pt x="1" y="1099"/>
                </a:lnTo>
                <a:lnTo>
                  <a:pt x="1" y="1174"/>
                </a:lnTo>
                <a:lnTo>
                  <a:pt x="1" y="1211"/>
                </a:lnTo>
                <a:lnTo>
                  <a:pt x="38" y="1229"/>
                </a:lnTo>
                <a:lnTo>
                  <a:pt x="75" y="1248"/>
                </a:lnTo>
                <a:lnTo>
                  <a:pt x="150" y="1211"/>
                </a:lnTo>
                <a:lnTo>
                  <a:pt x="206" y="1155"/>
                </a:lnTo>
                <a:lnTo>
                  <a:pt x="262" y="1062"/>
                </a:lnTo>
                <a:lnTo>
                  <a:pt x="299" y="987"/>
                </a:lnTo>
                <a:lnTo>
                  <a:pt x="392" y="801"/>
                </a:lnTo>
                <a:lnTo>
                  <a:pt x="448" y="727"/>
                </a:lnTo>
                <a:lnTo>
                  <a:pt x="504" y="671"/>
                </a:lnTo>
                <a:lnTo>
                  <a:pt x="597" y="634"/>
                </a:lnTo>
                <a:lnTo>
                  <a:pt x="671" y="652"/>
                </a:lnTo>
                <a:lnTo>
                  <a:pt x="764" y="690"/>
                </a:lnTo>
                <a:lnTo>
                  <a:pt x="876" y="745"/>
                </a:lnTo>
                <a:lnTo>
                  <a:pt x="1062" y="876"/>
                </a:lnTo>
                <a:lnTo>
                  <a:pt x="1248" y="1006"/>
                </a:lnTo>
                <a:lnTo>
                  <a:pt x="1434" y="1099"/>
                </a:lnTo>
                <a:lnTo>
                  <a:pt x="1565" y="1118"/>
                </a:lnTo>
                <a:lnTo>
                  <a:pt x="1602" y="1118"/>
                </a:lnTo>
                <a:lnTo>
                  <a:pt x="1639" y="1099"/>
                </a:lnTo>
                <a:lnTo>
                  <a:pt x="1695" y="1043"/>
                </a:lnTo>
                <a:lnTo>
                  <a:pt x="1825" y="857"/>
                </a:lnTo>
                <a:lnTo>
                  <a:pt x="1919" y="764"/>
                </a:lnTo>
                <a:lnTo>
                  <a:pt x="2049" y="652"/>
                </a:lnTo>
                <a:lnTo>
                  <a:pt x="2123" y="615"/>
                </a:lnTo>
                <a:lnTo>
                  <a:pt x="2198" y="596"/>
                </a:lnTo>
                <a:lnTo>
                  <a:pt x="2254" y="578"/>
                </a:lnTo>
                <a:lnTo>
                  <a:pt x="2310" y="596"/>
                </a:lnTo>
                <a:lnTo>
                  <a:pt x="2403" y="634"/>
                </a:lnTo>
                <a:lnTo>
                  <a:pt x="2496" y="690"/>
                </a:lnTo>
                <a:lnTo>
                  <a:pt x="2645" y="876"/>
                </a:lnTo>
                <a:lnTo>
                  <a:pt x="2738" y="969"/>
                </a:lnTo>
                <a:lnTo>
                  <a:pt x="2849" y="1062"/>
                </a:lnTo>
                <a:lnTo>
                  <a:pt x="2924" y="1081"/>
                </a:lnTo>
                <a:lnTo>
                  <a:pt x="2998" y="1099"/>
                </a:lnTo>
                <a:lnTo>
                  <a:pt x="3054" y="1099"/>
                </a:lnTo>
                <a:lnTo>
                  <a:pt x="3110" y="1081"/>
                </a:lnTo>
                <a:lnTo>
                  <a:pt x="3240" y="1006"/>
                </a:lnTo>
                <a:lnTo>
                  <a:pt x="3334" y="894"/>
                </a:lnTo>
                <a:lnTo>
                  <a:pt x="3557" y="634"/>
                </a:lnTo>
                <a:lnTo>
                  <a:pt x="3669" y="522"/>
                </a:lnTo>
                <a:lnTo>
                  <a:pt x="3818" y="410"/>
                </a:lnTo>
                <a:lnTo>
                  <a:pt x="3948" y="634"/>
                </a:lnTo>
                <a:lnTo>
                  <a:pt x="4022" y="764"/>
                </a:lnTo>
                <a:lnTo>
                  <a:pt x="4115" y="894"/>
                </a:lnTo>
                <a:lnTo>
                  <a:pt x="4227" y="1006"/>
                </a:lnTo>
                <a:lnTo>
                  <a:pt x="4339" y="1099"/>
                </a:lnTo>
                <a:lnTo>
                  <a:pt x="4469" y="1155"/>
                </a:lnTo>
                <a:lnTo>
                  <a:pt x="4581" y="1155"/>
                </a:lnTo>
                <a:lnTo>
                  <a:pt x="4693" y="1118"/>
                </a:lnTo>
                <a:lnTo>
                  <a:pt x="4842" y="1043"/>
                </a:lnTo>
                <a:lnTo>
                  <a:pt x="5009" y="913"/>
                </a:lnTo>
                <a:lnTo>
                  <a:pt x="5195" y="783"/>
                </a:lnTo>
                <a:lnTo>
                  <a:pt x="5549" y="503"/>
                </a:lnTo>
                <a:lnTo>
                  <a:pt x="5698" y="373"/>
                </a:lnTo>
                <a:lnTo>
                  <a:pt x="5810" y="299"/>
                </a:lnTo>
                <a:lnTo>
                  <a:pt x="5940" y="522"/>
                </a:lnTo>
                <a:lnTo>
                  <a:pt x="6126" y="801"/>
                </a:lnTo>
                <a:lnTo>
                  <a:pt x="6238" y="932"/>
                </a:lnTo>
                <a:lnTo>
                  <a:pt x="6350" y="1043"/>
                </a:lnTo>
                <a:lnTo>
                  <a:pt x="6461" y="1118"/>
                </a:lnTo>
                <a:lnTo>
                  <a:pt x="6517" y="1136"/>
                </a:lnTo>
                <a:lnTo>
                  <a:pt x="6573" y="1155"/>
                </a:lnTo>
                <a:lnTo>
                  <a:pt x="6629" y="1136"/>
                </a:lnTo>
                <a:lnTo>
                  <a:pt x="6685" y="1118"/>
                </a:lnTo>
                <a:lnTo>
                  <a:pt x="6796" y="1043"/>
                </a:lnTo>
                <a:lnTo>
                  <a:pt x="6908" y="932"/>
                </a:lnTo>
                <a:lnTo>
                  <a:pt x="7039" y="783"/>
                </a:lnTo>
                <a:lnTo>
                  <a:pt x="7262" y="485"/>
                </a:lnTo>
                <a:lnTo>
                  <a:pt x="7430" y="280"/>
                </a:lnTo>
                <a:lnTo>
                  <a:pt x="7560" y="522"/>
                </a:lnTo>
                <a:lnTo>
                  <a:pt x="7765" y="857"/>
                </a:lnTo>
                <a:lnTo>
                  <a:pt x="7876" y="1025"/>
                </a:lnTo>
                <a:lnTo>
                  <a:pt x="7988" y="1174"/>
                </a:lnTo>
                <a:lnTo>
                  <a:pt x="8100" y="1267"/>
                </a:lnTo>
                <a:lnTo>
                  <a:pt x="8137" y="1285"/>
                </a:lnTo>
                <a:lnTo>
                  <a:pt x="8230" y="1285"/>
                </a:lnTo>
                <a:lnTo>
                  <a:pt x="8305" y="1248"/>
                </a:lnTo>
                <a:lnTo>
                  <a:pt x="8435" y="1155"/>
                </a:lnTo>
                <a:lnTo>
                  <a:pt x="8565" y="1025"/>
                </a:lnTo>
                <a:lnTo>
                  <a:pt x="8714" y="876"/>
                </a:lnTo>
                <a:lnTo>
                  <a:pt x="8975" y="541"/>
                </a:lnTo>
                <a:lnTo>
                  <a:pt x="9180" y="299"/>
                </a:lnTo>
                <a:lnTo>
                  <a:pt x="9310" y="522"/>
                </a:lnTo>
                <a:lnTo>
                  <a:pt x="9496" y="839"/>
                </a:lnTo>
                <a:lnTo>
                  <a:pt x="9608" y="969"/>
                </a:lnTo>
                <a:lnTo>
                  <a:pt x="9720" y="1081"/>
                </a:lnTo>
                <a:lnTo>
                  <a:pt x="9831" y="1174"/>
                </a:lnTo>
                <a:lnTo>
                  <a:pt x="9887" y="1192"/>
                </a:lnTo>
                <a:lnTo>
                  <a:pt x="9980" y="1192"/>
                </a:lnTo>
                <a:lnTo>
                  <a:pt x="10017" y="1174"/>
                </a:lnTo>
                <a:lnTo>
                  <a:pt x="10129" y="1081"/>
                </a:lnTo>
                <a:lnTo>
                  <a:pt x="10390" y="820"/>
                </a:lnTo>
                <a:lnTo>
                  <a:pt x="10650" y="522"/>
                </a:lnTo>
                <a:lnTo>
                  <a:pt x="10837" y="336"/>
                </a:lnTo>
                <a:lnTo>
                  <a:pt x="10986" y="559"/>
                </a:lnTo>
                <a:lnTo>
                  <a:pt x="11190" y="820"/>
                </a:lnTo>
                <a:lnTo>
                  <a:pt x="11302" y="950"/>
                </a:lnTo>
                <a:lnTo>
                  <a:pt x="11432" y="1043"/>
                </a:lnTo>
                <a:lnTo>
                  <a:pt x="11544" y="1118"/>
                </a:lnTo>
                <a:lnTo>
                  <a:pt x="11600" y="1136"/>
                </a:lnTo>
                <a:lnTo>
                  <a:pt x="11656" y="1155"/>
                </a:lnTo>
                <a:lnTo>
                  <a:pt x="11730" y="1136"/>
                </a:lnTo>
                <a:lnTo>
                  <a:pt x="11786" y="1118"/>
                </a:lnTo>
                <a:lnTo>
                  <a:pt x="11916" y="1043"/>
                </a:lnTo>
                <a:lnTo>
                  <a:pt x="12047" y="932"/>
                </a:lnTo>
                <a:lnTo>
                  <a:pt x="12177" y="801"/>
                </a:lnTo>
                <a:lnTo>
                  <a:pt x="12419" y="503"/>
                </a:lnTo>
                <a:lnTo>
                  <a:pt x="12605" y="280"/>
                </a:lnTo>
                <a:lnTo>
                  <a:pt x="12940" y="690"/>
                </a:lnTo>
                <a:lnTo>
                  <a:pt x="13034" y="801"/>
                </a:lnTo>
                <a:lnTo>
                  <a:pt x="13145" y="894"/>
                </a:lnTo>
                <a:lnTo>
                  <a:pt x="13238" y="969"/>
                </a:lnTo>
                <a:lnTo>
                  <a:pt x="13313" y="1006"/>
                </a:lnTo>
                <a:lnTo>
                  <a:pt x="13406" y="1006"/>
                </a:lnTo>
                <a:lnTo>
                  <a:pt x="13518" y="969"/>
                </a:lnTo>
                <a:lnTo>
                  <a:pt x="13555" y="950"/>
                </a:lnTo>
                <a:lnTo>
                  <a:pt x="13573" y="913"/>
                </a:lnTo>
                <a:lnTo>
                  <a:pt x="13555" y="857"/>
                </a:lnTo>
                <a:lnTo>
                  <a:pt x="13518" y="801"/>
                </a:lnTo>
                <a:lnTo>
                  <a:pt x="13331" y="634"/>
                </a:lnTo>
                <a:lnTo>
                  <a:pt x="13071" y="354"/>
                </a:lnTo>
                <a:lnTo>
                  <a:pt x="12940" y="224"/>
                </a:lnTo>
                <a:lnTo>
                  <a:pt x="12810" y="112"/>
                </a:lnTo>
                <a:lnTo>
                  <a:pt x="12698" y="19"/>
                </a:lnTo>
                <a:lnTo>
                  <a:pt x="12661" y="1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5" name="Shape 315"/>
          <p:cNvSpPr/>
          <p:nvPr/>
        </p:nvSpPr>
        <p:spPr>
          <a:xfrm>
            <a:off x="1163592" y="3894513"/>
            <a:ext cx="2960933" cy="282811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6" name="Shape 316"/>
          <p:cNvSpPr/>
          <p:nvPr/>
        </p:nvSpPr>
        <p:spPr>
          <a:xfrm>
            <a:off x="4550101" y="3913031"/>
            <a:ext cx="2876723" cy="245765"/>
          </a:xfrm>
          <a:custGeom>
            <a:avLst/>
            <a:gdLst/>
            <a:ahLst/>
            <a:cxnLst/>
            <a:rect l="0" t="0" r="0" b="0"/>
            <a:pathLst>
              <a:path w="15919" h="1360" extrusionOk="0">
                <a:moveTo>
                  <a:pt x="1434" y="0"/>
                </a:moveTo>
                <a:lnTo>
                  <a:pt x="1341" y="56"/>
                </a:lnTo>
                <a:lnTo>
                  <a:pt x="1266" y="149"/>
                </a:lnTo>
                <a:lnTo>
                  <a:pt x="1211" y="242"/>
                </a:lnTo>
                <a:lnTo>
                  <a:pt x="1080" y="447"/>
                </a:lnTo>
                <a:lnTo>
                  <a:pt x="1024" y="521"/>
                </a:lnTo>
                <a:lnTo>
                  <a:pt x="950" y="577"/>
                </a:lnTo>
                <a:lnTo>
                  <a:pt x="745" y="577"/>
                </a:lnTo>
                <a:lnTo>
                  <a:pt x="429" y="521"/>
                </a:lnTo>
                <a:lnTo>
                  <a:pt x="280" y="503"/>
                </a:lnTo>
                <a:lnTo>
                  <a:pt x="149" y="503"/>
                </a:lnTo>
                <a:lnTo>
                  <a:pt x="38" y="521"/>
                </a:lnTo>
                <a:lnTo>
                  <a:pt x="19" y="540"/>
                </a:lnTo>
                <a:lnTo>
                  <a:pt x="0" y="559"/>
                </a:lnTo>
                <a:lnTo>
                  <a:pt x="19" y="614"/>
                </a:lnTo>
                <a:lnTo>
                  <a:pt x="56" y="633"/>
                </a:lnTo>
                <a:lnTo>
                  <a:pt x="168" y="670"/>
                </a:lnTo>
                <a:lnTo>
                  <a:pt x="298" y="707"/>
                </a:lnTo>
                <a:lnTo>
                  <a:pt x="373" y="726"/>
                </a:lnTo>
                <a:lnTo>
                  <a:pt x="391" y="763"/>
                </a:lnTo>
                <a:lnTo>
                  <a:pt x="391" y="819"/>
                </a:lnTo>
                <a:lnTo>
                  <a:pt x="429" y="1005"/>
                </a:lnTo>
                <a:lnTo>
                  <a:pt x="447" y="1080"/>
                </a:lnTo>
                <a:lnTo>
                  <a:pt x="485" y="1154"/>
                </a:lnTo>
                <a:lnTo>
                  <a:pt x="522" y="1173"/>
                </a:lnTo>
                <a:lnTo>
                  <a:pt x="559" y="1192"/>
                </a:lnTo>
                <a:lnTo>
                  <a:pt x="596" y="1173"/>
                </a:lnTo>
                <a:lnTo>
                  <a:pt x="633" y="1136"/>
                </a:lnTo>
                <a:lnTo>
                  <a:pt x="633" y="1080"/>
                </a:lnTo>
                <a:lnTo>
                  <a:pt x="615" y="1024"/>
                </a:lnTo>
                <a:lnTo>
                  <a:pt x="596" y="950"/>
                </a:lnTo>
                <a:lnTo>
                  <a:pt x="522" y="801"/>
                </a:lnTo>
                <a:lnTo>
                  <a:pt x="466" y="726"/>
                </a:lnTo>
                <a:lnTo>
                  <a:pt x="727" y="763"/>
                </a:lnTo>
                <a:lnTo>
                  <a:pt x="1006" y="782"/>
                </a:lnTo>
                <a:lnTo>
                  <a:pt x="1304" y="801"/>
                </a:lnTo>
                <a:lnTo>
                  <a:pt x="1415" y="838"/>
                </a:lnTo>
                <a:lnTo>
                  <a:pt x="1527" y="875"/>
                </a:lnTo>
                <a:lnTo>
                  <a:pt x="1564" y="912"/>
                </a:lnTo>
                <a:lnTo>
                  <a:pt x="1602" y="968"/>
                </a:lnTo>
                <a:lnTo>
                  <a:pt x="1713" y="1117"/>
                </a:lnTo>
                <a:lnTo>
                  <a:pt x="1769" y="1192"/>
                </a:lnTo>
                <a:lnTo>
                  <a:pt x="1844" y="1266"/>
                </a:lnTo>
                <a:lnTo>
                  <a:pt x="1918" y="1322"/>
                </a:lnTo>
                <a:lnTo>
                  <a:pt x="2011" y="1359"/>
                </a:lnTo>
                <a:lnTo>
                  <a:pt x="2216" y="1359"/>
                </a:lnTo>
                <a:lnTo>
                  <a:pt x="2235" y="1341"/>
                </a:lnTo>
                <a:lnTo>
                  <a:pt x="2235" y="1303"/>
                </a:lnTo>
                <a:lnTo>
                  <a:pt x="2216" y="1266"/>
                </a:lnTo>
                <a:lnTo>
                  <a:pt x="2123" y="1192"/>
                </a:lnTo>
                <a:lnTo>
                  <a:pt x="1862" y="1005"/>
                </a:lnTo>
                <a:lnTo>
                  <a:pt x="1639" y="875"/>
                </a:lnTo>
                <a:lnTo>
                  <a:pt x="2421" y="912"/>
                </a:lnTo>
                <a:lnTo>
                  <a:pt x="3352" y="912"/>
                </a:lnTo>
                <a:lnTo>
                  <a:pt x="3482" y="931"/>
                </a:lnTo>
                <a:lnTo>
                  <a:pt x="3612" y="950"/>
                </a:lnTo>
                <a:lnTo>
                  <a:pt x="3743" y="1005"/>
                </a:lnTo>
                <a:lnTo>
                  <a:pt x="3799" y="1024"/>
                </a:lnTo>
                <a:lnTo>
                  <a:pt x="3854" y="1061"/>
                </a:lnTo>
                <a:lnTo>
                  <a:pt x="3966" y="1136"/>
                </a:lnTo>
                <a:lnTo>
                  <a:pt x="4078" y="1210"/>
                </a:lnTo>
                <a:lnTo>
                  <a:pt x="4134" y="1229"/>
                </a:lnTo>
                <a:lnTo>
                  <a:pt x="4208" y="1229"/>
                </a:lnTo>
                <a:lnTo>
                  <a:pt x="4227" y="1210"/>
                </a:lnTo>
                <a:lnTo>
                  <a:pt x="4245" y="1210"/>
                </a:lnTo>
                <a:lnTo>
                  <a:pt x="4245" y="1154"/>
                </a:lnTo>
                <a:lnTo>
                  <a:pt x="4208" y="1098"/>
                </a:lnTo>
                <a:lnTo>
                  <a:pt x="4152" y="1043"/>
                </a:lnTo>
                <a:lnTo>
                  <a:pt x="3985" y="894"/>
                </a:lnTo>
                <a:lnTo>
                  <a:pt x="4450" y="875"/>
                </a:lnTo>
                <a:lnTo>
                  <a:pt x="4934" y="838"/>
                </a:lnTo>
                <a:lnTo>
                  <a:pt x="5158" y="838"/>
                </a:lnTo>
                <a:lnTo>
                  <a:pt x="5381" y="875"/>
                </a:lnTo>
                <a:lnTo>
                  <a:pt x="5605" y="912"/>
                </a:lnTo>
                <a:lnTo>
                  <a:pt x="5809" y="987"/>
                </a:lnTo>
                <a:lnTo>
                  <a:pt x="5921" y="1061"/>
                </a:lnTo>
                <a:lnTo>
                  <a:pt x="6144" y="1173"/>
                </a:lnTo>
                <a:lnTo>
                  <a:pt x="6256" y="1210"/>
                </a:lnTo>
                <a:lnTo>
                  <a:pt x="6349" y="1229"/>
                </a:lnTo>
                <a:lnTo>
                  <a:pt x="6386" y="1210"/>
                </a:lnTo>
                <a:lnTo>
                  <a:pt x="6405" y="1192"/>
                </a:lnTo>
                <a:lnTo>
                  <a:pt x="6424" y="1173"/>
                </a:lnTo>
                <a:lnTo>
                  <a:pt x="6424" y="1136"/>
                </a:lnTo>
                <a:lnTo>
                  <a:pt x="6386" y="1061"/>
                </a:lnTo>
                <a:lnTo>
                  <a:pt x="6331" y="1024"/>
                </a:lnTo>
                <a:lnTo>
                  <a:pt x="6275" y="968"/>
                </a:lnTo>
                <a:lnTo>
                  <a:pt x="6182" y="931"/>
                </a:lnTo>
                <a:lnTo>
                  <a:pt x="6014" y="856"/>
                </a:lnTo>
                <a:lnTo>
                  <a:pt x="5884" y="819"/>
                </a:lnTo>
                <a:lnTo>
                  <a:pt x="6815" y="763"/>
                </a:lnTo>
                <a:lnTo>
                  <a:pt x="7299" y="745"/>
                </a:lnTo>
                <a:lnTo>
                  <a:pt x="7597" y="745"/>
                </a:lnTo>
                <a:lnTo>
                  <a:pt x="7764" y="763"/>
                </a:lnTo>
                <a:lnTo>
                  <a:pt x="7839" y="801"/>
                </a:lnTo>
                <a:lnTo>
                  <a:pt x="7895" y="856"/>
                </a:lnTo>
                <a:lnTo>
                  <a:pt x="8025" y="968"/>
                </a:lnTo>
                <a:lnTo>
                  <a:pt x="8099" y="1061"/>
                </a:lnTo>
                <a:lnTo>
                  <a:pt x="8248" y="1192"/>
                </a:lnTo>
                <a:lnTo>
                  <a:pt x="8304" y="1247"/>
                </a:lnTo>
                <a:lnTo>
                  <a:pt x="8379" y="1266"/>
                </a:lnTo>
                <a:lnTo>
                  <a:pt x="8434" y="1266"/>
                </a:lnTo>
                <a:lnTo>
                  <a:pt x="8472" y="1247"/>
                </a:lnTo>
                <a:lnTo>
                  <a:pt x="8490" y="1210"/>
                </a:lnTo>
                <a:lnTo>
                  <a:pt x="8490" y="1154"/>
                </a:lnTo>
                <a:lnTo>
                  <a:pt x="8472" y="1098"/>
                </a:lnTo>
                <a:lnTo>
                  <a:pt x="8416" y="1024"/>
                </a:lnTo>
                <a:lnTo>
                  <a:pt x="8341" y="950"/>
                </a:lnTo>
                <a:lnTo>
                  <a:pt x="8081" y="726"/>
                </a:lnTo>
                <a:lnTo>
                  <a:pt x="8565" y="707"/>
                </a:lnTo>
                <a:lnTo>
                  <a:pt x="9123" y="670"/>
                </a:lnTo>
                <a:lnTo>
                  <a:pt x="9403" y="670"/>
                </a:lnTo>
                <a:lnTo>
                  <a:pt x="9663" y="689"/>
                </a:lnTo>
                <a:lnTo>
                  <a:pt x="9905" y="726"/>
                </a:lnTo>
                <a:lnTo>
                  <a:pt x="10129" y="782"/>
                </a:lnTo>
                <a:lnTo>
                  <a:pt x="10185" y="819"/>
                </a:lnTo>
                <a:lnTo>
                  <a:pt x="10259" y="875"/>
                </a:lnTo>
                <a:lnTo>
                  <a:pt x="10371" y="1005"/>
                </a:lnTo>
                <a:lnTo>
                  <a:pt x="10445" y="1061"/>
                </a:lnTo>
                <a:lnTo>
                  <a:pt x="10501" y="1117"/>
                </a:lnTo>
                <a:lnTo>
                  <a:pt x="10576" y="1136"/>
                </a:lnTo>
                <a:lnTo>
                  <a:pt x="10669" y="1154"/>
                </a:lnTo>
                <a:lnTo>
                  <a:pt x="10743" y="1136"/>
                </a:lnTo>
                <a:lnTo>
                  <a:pt x="10799" y="1117"/>
                </a:lnTo>
                <a:lnTo>
                  <a:pt x="10818" y="1061"/>
                </a:lnTo>
                <a:lnTo>
                  <a:pt x="10799" y="1024"/>
                </a:lnTo>
                <a:lnTo>
                  <a:pt x="10762" y="968"/>
                </a:lnTo>
                <a:lnTo>
                  <a:pt x="10724" y="912"/>
                </a:lnTo>
                <a:lnTo>
                  <a:pt x="10594" y="801"/>
                </a:lnTo>
                <a:lnTo>
                  <a:pt x="11506" y="838"/>
                </a:lnTo>
                <a:lnTo>
                  <a:pt x="11972" y="838"/>
                </a:lnTo>
                <a:lnTo>
                  <a:pt x="12139" y="856"/>
                </a:lnTo>
                <a:lnTo>
                  <a:pt x="12214" y="875"/>
                </a:lnTo>
                <a:lnTo>
                  <a:pt x="12251" y="912"/>
                </a:lnTo>
                <a:lnTo>
                  <a:pt x="12307" y="987"/>
                </a:lnTo>
                <a:lnTo>
                  <a:pt x="12344" y="1080"/>
                </a:lnTo>
                <a:lnTo>
                  <a:pt x="12400" y="1136"/>
                </a:lnTo>
                <a:lnTo>
                  <a:pt x="12512" y="1192"/>
                </a:lnTo>
                <a:lnTo>
                  <a:pt x="12642" y="1266"/>
                </a:lnTo>
                <a:lnTo>
                  <a:pt x="12717" y="1285"/>
                </a:lnTo>
                <a:lnTo>
                  <a:pt x="12772" y="1285"/>
                </a:lnTo>
                <a:lnTo>
                  <a:pt x="12810" y="1247"/>
                </a:lnTo>
                <a:lnTo>
                  <a:pt x="12847" y="1173"/>
                </a:lnTo>
                <a:lnTo>
                  <a:pt x="12828" y="1136"/>
                </a:lnTo>
                <a:lnTo>
                  <a:pt x="12772" y="1098"/>
                </a:lnTo>
                <a:lnTo>
                  <a:pt x="12624" y="1005"/>
                </a:lnTo>
                <a:lnTo>
                  <a:pt x="12344" y="875"/>
                </a:lnTo>
                <a:lnTo>
                  <a:pt x="13443" y="856"/>
                </a:lnTo>
                <a:lnTo>
                  <a:pt x="14020" y="856"/>
                </a:lnTo>
                <a:lnTo>
                  <a:pt x="14243" y="875"/>
                </a:lnTo>
                <a:lnTo>
                  <a:pt x="14355" y="894"/>
                </a:lnTo>
                <a:lnTo>
                  <a:pt x="14448" y="968"/>
                </a:lnTo>
                <a:lnTo>
                  <a:pt x="14597" y="1136"/>
                </a:lnTo>
                <a:lnTo>
                  <a:pt x="14690" y="1192"/>
                </a:lnTo>
                <a:lnTo>
                  <a:pt x="14783" y="1229"/>
                </a:lnTo>
                <a:lnTo>
                  <a:pt x="14839" y="1229"/>
                </a:lnTo>
                <a:lnTo>
                  <a:pt x="14876" y="1210"/>
                </a:lnTo>
                <a:lnTo>
                  <a:pt x="14895" y="1154"/>
                </a:lnTo>
                <a:lnTo>
                  <a:pt x="14895" y="1117"/>
                </a:lnTo>
                <a:lnTo>
                  <a:pt x="14858" y="1061"/>
                </a:lnTo>
                <a:lnTo>
                  <a:pt x="14820" y="1005"/>
                </a:lnTo>
                <a:lnTo>
                  <a:pt x="14765" y="950"/>
                </a:lnTo>
                <a:lnTo>
                  <a:pt x="14653" y="875"/>
                </a:lnTo>
                <a:lnTo>
                  <a:pt x="14560" y="801"/>
                </a:lnTo>
                <a:lnTo>
                  <a:pt x="15156" y="763"/>
                </a:lnTo>
                <a:lnTo>
                  <a:pt x="15453" y="745"/>
                </a:lnTo>
                <a:lnTo>
                  <a:pt x="15602" y="707"/>
                </a:lnTo>
                <a:lnTo>
                  <a:pt x="15714" y="670"/>
                </a:lnTo>
                <a:lnTo>
                  <a:pt x="15807" y="596"/>
                </a:lnTo>
                <a:lnTo>
                  <a:pt x="15900" y="503"/>
                </a:lnTo>
                <a:lnTo>
                  <a:pt x="15919" y="447"/>
                </a:lnTo>
                <a:lnTo>
                  <a:pt x="15919" y="410"/>
                </a:lnTo>
                <a:lnTo>
                  <a:pt x="15882" y="391"/>
                </a:lnTo>
                <a:lnTo>
                  <a:pt x="15770" y="391"/>
                </a:lnTo>
                <a:lnTo>
                  <a:pt x="15640" y="410"/>
                </a:lnTo>
                <a:lnTo>
                  <a:pt x="15714" y="335"/>
                </a:lnTo>
                <a:lnTo>
                  <a:pt x="15789" y="261"/>
                </a:lnTo>
                <a:lnTo>
                  <a:pt x="15863" y="186"/>
                </a:lnTo>
                <a:lnTo>
                  <a:pt x="15882" y="149"/>
                </a:lnTo>
                <a:lnTo>
                  <a:pt x="15882" y="93"/>
                </a:lnTo>
                <a:lnTo>
                  <a:pt x="15882" y="56"/>
                </a:lnTo>
                <a:lnTo>
                  <a:pt x="15863" y="37"/>
                </a:lnTo>
                <a:lnTo>
                  <a:pt x="15844" y="19"/>
                </a:lnTo>
                <a:lnTo>
                  <a:pt x="15826" y="19"/>
                </a:lnTo>
                <a:lnTo>
                  <a:pt x="15751" y="56"/>
                </a:lnTo>
                <a:lnTo>
                  <a:pt x="15677" y="112"/>
                </a:lnTo>
                <a:lnTo>
                  <a:pt x="15528" y="261"/>
                </a:lnTo>
                <a:lnTo>
                  <a:pt x="15491" y="335"/>
                </a:lnTo>
                <a:lnTo>
                  <a:pt x="15416" y="391"/>
                </a:lnTo>
                <a:lnTo>
                  <a:pt x="15323" y="428"/>
                </a:lnTo>
                <a:lnTo>
                  <a:pt x="15118" y="503"/>
                </a:lnTo>
                <a:lnTo>
                  <a:pt x="14876" y="540"/>
                </a:lnTo>
                <a:lnTo>
                  <a:pt x="14634" y="559"/>
                </a:lnTo>
                <a:lnTo>
                  <a:pt x="14132" y="596"/>
                </a:lnTo>
                <a:lnTo>
                  <a:pt x="13666" y="596"/>
                </a:lnTo>
                <a:lnTo>
                  <a:pt x="13945" y="335"/>
                </a:lnTo>
                <a:lnTo>
                  <a:pt x="14094" y="186"/>
                </a:lnTo>
                <a:lnTo>
                  <a:pt x="14150" y="112"/>
                </a:lnTo>
                <a:lnTo>
                  <a:pt x="14150" y="74"/>
                </a:lnTo>
                <a:lnTo>
                  <a:pt x="14113" y="19"/>
                </a:lnTo>
                <a:lnTo>
                  <a:pt x="14057" y="0"/>
                </a:lnTo>
                <a:lnTo>
                  <a:pt x="14001" y="19"/>
                </a:lnTo>
                <a:lnTo>
                  <a:pt x="13945" y="74"/>
                </a:lnTo>
                <a:lnTo>
                  <a:pt x="13834" y="205"/>
                </a:lnTo>
                <a:lnTo>
                  <a:pt x="13722" y="317"/>
                </a:lnTo>
                <a:lnTo>
                  <a:pt x="13648" y="428"/>
                </a:lnTo>
                <a:lnTo>
                  <a:pt x="13592" y="503"/>
                </a:lnTo>
                <a:lnTo>
                  <a:pt x="13554" y="559"/>
                </a:lnTo>
                <a:lnTo>
                  <a:pt x="13424" y="614"/>
                </a:lnTo>
                <a:lnTo>
                  <a:pt x="13312" y="633"/>
                </a:lnTo>
                <a:lnTo>
                  <a:pt x="12568" y="633"/>
                </a:lnTo>
                <a:lnTo>
                  <a:pt x="11562" y="596"/>
                </a:lnTo>
                <a:lnTo>
                  <a:pt x="11804" y="354"/>
                </a:lnTo>
                <a:lnTo>
                  <a:pt x="11860" y="279"/>
                </a:lnTo>
                <a:lnTo>
                  <a:pt x="11916" y="205"/>
                </a:lnTo>
                <a:lnTo>
                  <a:pt x="11935" y="130"/>
                </a:lnTo>
                <a:lnTo>
                  <a:pt x="11916" y="74"/>
                </a:lnTo>
                <a:lnTo>
                  <a:pt x="11897" y="56"/>
                </a:lnTo>
                <a:lnTo>
                  <a:pt x="11860" y="37"/>
                </a:lnTo>
                <a:lnTo>
                  <a:pt x="11804" y="37"/>
                </a:lnTo>
                <a:lnTo>
                  <a:pt x="11730" y="74"/>
                </a:lnTo>
                <a:lnTo>
                  <a:pt x="11655" y="130"/>
                </a:lnTo>
                <a:lnTo>
                  <a:pt x="11525" y="261"/>
                </a:lnTo>
                <a:lnTo>
                  <a:pt x="11451" y="335"/>
                </a:lnTo>
                <a:lnTo>
                  <a:pt x="11376" y="447"/>
                </a:lnTo>
                <a:lnTo>
                  <a:pt x="11339" y="503"/>
                </a:lnTo>
                <a:lnTo>
                  <a:pt x="11302" y="540"/>
                </a:lnTo>
                <a:lnTo>
                  <a:pt x="11190" y="577"/>
                </a:lnTo>
                <a:lnTo>
                  <a:pt x="11097" y="596"/>
                </a:lnTo>
                <a:lnTo>
                  <a:pt x="10911" y="596"/>
                </a:lnTo>
                <a:lnTo>
                  <a:pt x="10408" y="559"/>
                </a:lnTo>
                <a:lnTo>
                  <a:pt x="9403" y="484"/>
                </a:lnTo>
                <a:lnTo>
                  <a:pt x="9663" y="298"/>
                </a:lnTo>
                <a:lnTo>
                  <a:pt x="9738" y="242"/>
                </a:lnTo>
                <a:lnTo>
                  <a:pt x="9794" y="186"/>
                </a:lnTo>
                <a:lnTo>
                  <a:pt x="9831" y="130"/>
                </a:lnTo>
                <a:lnTo>
                  <a:pt x="9831" y="112"/>
                </a:lnTo>
                <a:lnTo>
                  <a:pt x="9812" y="74"/>
                </a:lnTo>
                <a:lnTo>
                  <a:pt x="9775" y="56"/>
                </a:lnTo>
                <a:lnTo>
                  <a:pt x="9719" y="56"/>
                </a:lnTo>
                <a:lnTo>
                  <a:pt x="9663" y="93"/>
                </a:lnTo>
                <a:lnTo>
                  <a:pt x="9589" y="130"/>
                </a:lnTo>
                <a:lnTo>
                  <a:pt x="9421" y="279"/>
                </a:lnTo>
                <a:lnTo>
                  <a:pt x="9272" y="372"/>
                </a:lnTo>
                <a:lnTo>
                  <a:pt x="9216" y="428"/>
                </a:lnTo>
                <a:lnTo>
                  <a:pt x="9142" y="447"/>
                </a:lnTo>
                <a:lnTo>
                  <a:pt x="8937" y="484"/>
                </a:lnTo>
                <a:lnTo>
                  <a:pt x="8770" y="503"/>
                </a:lnTo>
                <a:lnTo>
                  <a:pt x="8211" y="503"/>
                </a:lnTo>
                <a:lnTo>
                  <a:pt x="7839" y="484"/>
                </a:lnTo>
                <a:lnTo>
                  <a:pt x="7485" y="484"/>
                </a:lnTo>
                <a:lnTo>
                  <a:pt x="7578" y="391"/>
                </a:lnTo>
                <a:lnTo>
                  <a:pt x="7690" y="279"/>
                </a:lnTo>
                <a:lnTo>
                  <a:pt x="7746" y="223"/>
                </a:lnTo>
                <a:lnTo>
                  <a:pt x="7764" y="168"/>
                </a:lnTo>
                <a:lnTo>
                  <a:pt x="7764" y="93"/>
                </a:lnTo>
                <a:lnTo>
                  <a:pt x="7727" y="56"/>
                </a:lnTo>
                <a:lnTo>
                  <a:pt x="7690" y="19"/>
                </a:lnTo>
                <a:lnTo>
                  <a:pt x="7652" y="19"/>
                </a:lnTo>
                <a:lnTo>
                  <a:pt x="7578" y="37"/>
                </a:lnTo>
                <a:lnTo>
                  <a:pt x="7504" y="74"/>
                </a:lnTo>
                <a:lnTo>
                  <a:pt x="7429" y="149"/>
                </a:lnTo>
                <a:lnTo>
                  <a:pt x="7317" y="317"/>
                </a:lnTo>
                <a:lnTo>
                  <a:pt x="7224" y="410"/>
                </a:lnTo>
                <a:lnTo>
                  <a:pt x="7150" y="465"/>
                </a:lnTo>
                <a:lnTo>
                  <a:pt x="7038" y="503"/>
                </a:lnTo>
                <a:lnTo>
                  <a:pt x="6796" y="559"/>
                </a:lnTo>
                <a:lnTo>
                  <a:pt x="6517" y="596"/>
                </a:lnTo>
                <a:lnTo>
                  <a:pt x="6200" y="614"/>
                </a:lnTo>
                <a:lnTo>
                  <a:pt x="5586" y="596"/>
                </a:lnTo>
                <a:lnTo>
                  <a:pt x="5083" y="596"/>
                </a:lnTo>
                <a:lnTo>
                  <a:pt x="5195" y="521"/>
                </a:lnTo>
                <a:lnTo>
                  <a:pt x="5344" y="410"/>
                </a:lnTo>
                <a:lnTo>
                  <a:pt x="5418" y="335"/>
                </a:lnTo>
                <a:lnTo>
                  <a:pt x="5456" y="279"/>
                </a:lnTo>
                <a:lnTo>
                  <a:pt x="5474" y="205"/>
                </a:lnTo>
                <a:lnTo>
                  <a:pt x="5474" y="186"/>
                </a:lnTo>
                <a:lnTo>
                  <a:pt x="5474" y="149"/>
                </a:lnTo>
                <a:lnTo>
                  <a:pt x="5437" y="112"/>
                </a:lnTo>
                <a:lnTo>
                  <a:pt x="5400" y="93"/>
                </a:lnTo>
                <a:lnTo>
                  <a:pt x="5325" y="93"/>
                </a:lnTo>
                <a:lnTo>
                  <a:pt x="5251" y="149"/>
                </a:lnTo>
                <a:lnTo>
                  <a:pt x="5176" y="223"/>
                </a:lnTo>
                <a:lnTo>
                  <a:pt x="5027" y="391"/>
                </a:lnTo>
                <a:lnTo>
                  <a:pt x="4934" y="503"/>
                </a:lnTo>
                <a:lnTo>
                  <a:pt x="4860" y="540"/>
                </a:lnTo>
                <a:lnTo>
                  <a:pt x="4767" y="596"/>
                </a:lnTo>
                <a:lnTo>
                  <a:pt x="4543" y="652"/>
                </a:lnTo>
                <a:lnTo>
                  <a:pt x="4283" y="670"/>
                </a:lnTo>
                <a:lnTo>
                  <a:pt x="4003" y="689"/>
                </a:lnTo>
                <a:lnTo>
                  <a:pt x="3445" y="670"/>
                </a:lnTo>
                <a:lnTo>
                  <a:pt x="2979" y="652"/>
                </a:lnTo>
                <a:lnTo>
                  <a:pt x="3091" y="559"/>
                </a:lnTo>
                <a:lnTo>
                  <a:pt x="3184" y="447"/>
                </a:lnTo>
                <a:lnTo>
                  <a:pt x="3277" y="354"/>
                </a:lnTo>
                <a:lnTo>
                  <a:pt x="3333" y="261"/>
                </a:lnTo>
                <a:lnTo>
                  <a:pt x="3333" y="205"/>
                </a:lnTo>
                <a:lnTo>
                  <a:pt x="3314" y="186"/>
                </a:lnTo>
                <a:lnTo>
                  <a:pt x="3296" y="186"/>
                </a:lnTo>
                <a:lnTo>
                  <a:pt x="3184" y="223"/>
                </a:lnTo>
                <a:lnTo>
                  <a:pt x="3017" y="354"/>
                </a:lnTo>
                <a:lnTo>
                  <a:pt x="2849" y="503"/>
                </a:lnTo>
                <a:lnTo>
                  <a:pt x="2719" y="577"/>
                </a:lnTo>
                <a:lnTo>
                  <a:pt x="2644" y="614"/>
                </a:lnTo>
                <a:lnTo>
                  <a:pt x="2570" y="633"/>
                </a:lnTo>
                <a:lnTo>
                  <a:pt x="2328" y="633"/>
                </a:lnTo>
                <a:lnTo>
                  <a:pt x="1118" y="577"/>
                </a:lnTo>
                <a:lnTo>
                  <a:pt x="1322" y="447"/>
                </a:lnTo>
                <a:lnTo>
                  <a:pt x="1434" y="372"/>
                </a:lnTo>
                <a:lnTo>
                  <a:pt x="1564" y="279"/>
                </a:lnTo>
                <a:lnTo>
                  <a:pt x="1639" y="186"/>
                </a:lnTo>
                <a:lnTo>
                  <a:pt x="1676" y="149"/>
                </a:lnTo>
                <a:lnTo>
                  <a:pt x="1676" y="93"/>
                </a:lnTo>
                <a:lnTo>
                  <a:pt x="1676" y="74"/>
                </a:lnTo>
                <a:lnTo>
                  <a:pt x="1639" y="37"/>
                </a:lnTo>
                <a:lnTo>
                  <a:pt x="1602" y="19"/>
                </a:lnTo>
                <a:lnTo>
                  <a:pt x="1527" y="0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7" name="Shape 317"/>
          <p:cNvSpPr/>
          <p:nvPr/>
        </p:nvSpPr>
        <p:spPr>
          <a:xfrm>
            <a:off x="1251045" y="2680668"/>
            <a:ext cx="2786007" cy="232393"/>
          </a:xfrm>
          <a:custGeom>
            <a:avLst/>
            <a:gdLst/>
            <a:ahLst/>
            <a:cxnLst/>
            <a:rect l="0" t="0" r="0" b="0"/>
            <a:pathLst>
              <a:path w="15417" h="1286" extrusionOk="0">
                <a:moveTo>
                  <a:pt x="2533" y="336"/>
                </a:moveTo>
                <a:lnTo>
                  <a:pt x="2588" y="373"/>
                </a:lnTo>
                <a:lnTo>
                  <a:pt x="2607" y="448"/>
                </a:lnTo>
                <a:lnTo>
                  <a:pt x="2626" y="596"/>
                </a:lnTo>
                <a:lnTo>
                  <a:pt x="2607" y="671"/>
                </a:lnTo>
                <a:lnTo>
                  <a:pt x="2588" y="727"/>
                </a:lnTo>
                <a:lnTo>
                  <a:pt x="2570" y="764"/>
                </a:lnTo>
                <a:lnTo>
                  <a:pt x="2514" y="801"/>
                </a:lnTo>
                <a:lnTo>
                  <a:pt x="2458" y="801"/>
                </a:lnTo>
                <a:lnTo>
                  <a:pt x="2402" y="783"/>
                </a:lnTo>
                <a:lnTo>
                  <a:pt x="2384" y="764"/>
                </a:lnTo>
                <a:lnTo>
                  <a:pt x="2365" y="745"/>
                </a:lnTo>
                <a:lnTo>
                  <a:pt x="2365" y="690"/>
                </a:lnTo>
                <a:lnTo>
                  <a:pt x="2365" y="634"/>
                </a:lnTo>
                <a:lnTo>
                  <a:pt x="2384" y="522"/>
                </a:lnTo>
                <a:lnTo>
                  <a:pt x="2440" y="392"/>
                </a:lnTo>
                <a:lnTo>
                  <a:pt x="2458" y="354"/>
                </a:lnTo>
                <a:lnTo>
                  <a:pt x="2495" y="336"/>
                </a:lnTo>
                <a:close/>
                <a:moveTo>
                  <a:pt x="1155" y="429"/>
                </a:moveTo>
                <a:lnTo>
                  <a:pt x="1192" y="503"/>
                </a:lnTo>
                <a:lnTo>
                  <a:pt x="1229" y="596"/>
                </a:lnTo>
                <a:lnTo>
                  <a:pt x="1229" y="690"/>
                </a:lnTo>
                <a:lnTo>
                  <a:pt x="1211" y="764"/>
                </a:lnTo>
                <a:lnTo>
                  <a:pt x="1099" y="820"/>
                </a:lnTo>
                <a:lnTo>
                  <a:pt x="1025" y="839"/>
                </a:lnTo>
                <a:lnTo>
                  <a:pt x="969" y="801"/>
                </a:lnTo>
                <a:lnTo>
                  <a:pt x="931" y="764"/>
                </a:lnTo>
                <a:lnTo>
                  <a:pt x="931" y="690"/>
                </a:lnTo>
                <a:lnTo>
                  <a:pt x="969" y="596"/>
                </a:lnTo>
                <a:lnTo>
                  <a:pt x="1043" y="522"/>
                </a:lnTo>
                <a:lnTo>
                  <a:pt x="1155" y="429"/>
                </a:lnTo>
                <a:close/>
                <a:moveTo>
                  <a:pt x="5549" y="541"/>
                </a:moveTo>
                <a:lnTo>
                  <a:pt x="5586" y="596"/>
                </a:lnTo>
                <a:lnTo>
                  <a:pt x="5605" y="652"/>
                </a:lnTo>
                <a:lnTo>
                  <a:pt x="5642" y="801"/>
                </a:lnTo>
                <a:lnTo>
                  <a:pt x="5623" y="876"/>
                </a:lnTo>
                <a:lnTo>
                  <a:pt x="5605" y="913"/>
                </a:lnTo>
                <a:lnTo>
                  <a:pt x="5567" y="913"/>
                </a:lnTo>
                <a:lnTo>
                  <a:pt x="5512" y="876"/>
                </a:lnTo>
                <a:lnTo>
                  <a:pt x="5474" y="820"/>
                </a:lnTo>
                <a:lnTo>
                  <a:pt x="5437" y="783"/>
                </a:lnTo>
                <a:lnTo>
                  <a:pt x="5437" y="745"/>
                </a:lnTo>
                <a:lnTo>
                  <a:pt x="5437" y="708"/>
                </a:lnTo>
                <a:lnTo>
                  <a:pt x="5474" y="615"/>
                </a:lnTo>
                <a:lnTo>
                  <a:pt x="5549" y="541"/>
                </a:lnTo>
                <a:close/>
                <a:moveTo>
                  <a:pt x="8881" y="522"/>
                </a:moveTo>
                <a:lnTo>
                  <a:pt x="8956" y="541"/>
                </a:lnTo>
                <a:lnTo>
                  <a:pt x="8993" y="578"/>
                </a:lnTo>
                <a:lnTo>
                  <a:pt x="9030" y="634"/>
                </a:lnTo>
                <a:lnTo>
                  <a:pt x="9012" y="708"/>
                </a:lnTo>
                <a:lnTo>
                  <a:pt x="8974" y="783"/>
                </a:lnTo>
                <a:lnTo>
                  <a:pt x="8919" y="857"/>
                </a:lnTo>
                <a:lnTo>
                  <a:pt x="8826" y="913"/>
                </a:lnTo>
                <a:lnTo>
                  <a:pt x="8714" y="913"/>
                </a:lnTo>
                <a:lnTo>
                  <a:pt x="8621" y="894"/>
                </a:lnTo>
                <a:lnTo>
                  <a:pt x="8546" y="857"/>
                </a:lnTo>
                <a:lnTo>
                  <a:pt x="8509" y="801"/>
                </a:lnTo>
                <a:lnTo>
                  <a:pt x="8509" y="764"/>
                </a:lnTo>
                <a:lnTo>
                  <a:pt x="8509" y="727"/>
                </a:lnTo>
                <a:lnTo>
                  <a:pt x="8528" y="690"/>
                </a:lnTo>
                <a:lnTo>
                  <a:pt x="8565" y="652"/>
                </a:lnTo>
                <a:lnTo>
                  <a:pt x="8695" y="578"/>
                </a:lnTo>
                <a:lnTo>
                  <a:pt x="8788" y="541"/>
                </a:lnTo>
                <a:lnTo>
                  <a:pt x="8881" y="522"/>
                </a:lnTo>
                <a:close/>
                <a:moveTo>
                  <a:pt x="4190" y="448"/>
                </a:moveTo>
                <a:lnTo>
                  <a:pt x="4208" y="466"/>
                </a:lnTo>
                <a:lnTo>
                  <a:pt x="4227" y="503"/>
                </a:lnTo>
                <a:lnTo>
                  <a:pt x="4245" y="541"/>
                </a:lnTo>
                <a:lnTo>
                  <a:pt x="4245" y="596"/>
                </a:lnTo>
                <a:lnTo>
                  <a:pt x="4208" y="727"/>
                </a:lnTo>
                <a:lnTo>
                  <a:pt x="4152" y="801"/>
                </a:lnTo>
                <a:lnTo>
                  <a:pt x="4097" y="857"/>
                </a:lnTo>
                <a:lnTo>
                  <a:pt x="4022" y="894"/>
                </a:lnTo>
                <a:lnTo>
                  <a:pt x="3948" y="932"/>
                </a:lnTo>
                <a:lnTo>
                  <a:pt x="3873" y="932"/>
                </a:lnTo>
                <a:lnTo>
                  <a:pt x="3817" y="913"/>
                </a:lnTo>
                <a:lnTo>
                  <a:pt x="3817" y="894"/>
                </a:lnTo>
                <a:lnTo>
                  <a:pt x="3799" y="857"/>
                </a:lnTo>
                <a:lnTo>
                  <a:pt x="3817" y="745"/>
                </a:lnTo>
                <a:lnTo>
                  <a:pt x="3873" y="634"/>
                </a:lnTo>
                <a:lnTo>
                  <a:pt x="3966" y="541"/>
                </a:lnTo>
                <a:lnTo>
                  <a:pt x="4041" y="485"/>
                </a:lnTo>
                <a:lnTo>
                  <a:pt x="4115" y="448"/>
                </a:lnTo>
                <a:close/>
                <a:moveTo>
                  <a:pt x="6964" y="652"/>
                </a:moveTo>
                <a:lnTo>
                  <a:pt x="6964" y="671"/>
                </a:lnTo>
                <a:lnTo>
                  <a:pt x="7020" y="690"/>
                </a:lnTo>
                <a:lnTo>
                  <a:pt x="7094" y="783"/>
                </a:lnTo>
                <a:lnTo>
                  <a:pt x="7113" y="839"/>
                </a:lnTo>
                <a:lnTo>
                  <a:pt x="7113" y="876"/>
                </a:lnTo>
                <a:lnTo>
                  <a:pt x="7075" y="913"/>
                </a:lnTo>
                <a:lnTo>
                  <a:pt x="7001" y="932"/>
                </a:lnTo>
                <a:lnTo>
                  <a:pt x="6908" y="913"/>
                </a:lnTo>
                <a:lnTo>
                  <a:pt x="6871" y="876"/>
                </a:lnTo>
                <a:lnTo>
                  <a:pt x="6852" y="839"/>
                </a:lnTo>
                <a:lnTo>
                  <a:pt x="6871" y="783"/>
                </a:lnTo>
                <a:lnTo>
                  <a:pt x="6889" y="727"/>
                </a:lnTo>
                <a:lnTo>
                  <a:pt x="6926" y="671"/>
                </a:lnTo>
                <a:lnTo>
                  <a:pt x="6964" y="652"/>
                </a:lnTo>
                <a:close/>
                <a:moveTo>
                  <a:pt x="11674" y="559"/>
                </a:moveTo>
                <a:lnTo>
                  <a:pt x="11711" y="578"/>
                </a:lnTo>
                <a:lnTo>
                  <a:pt x="11730" y="615"/>
                </a:lnTo>
                <a:lnTo>
                  <a:pt x="11730" y="671"/>
                </a:lnTo>
                <a:lnTo>
                  <a:pt x="11711" y="745"/>
                </a:lnTo>
                <a:lnTo>
                  <a:pt x="11674" y="820"/>
                </a:lnTo>
                <a:lnTo>
                  <a:pt x="11655" y="913"/>
                </a:lnTo>
                <a:lnTo>
                  <a:pt x="11637" y="932"/>
                </a:lnTo>
                <a:lnTo>
                  <a:pt x="11618" y="950"/>
                </a:lnTo>
                <a:lnTo>
                  <a:pt x="11507" y="950"/>
                </a:lnTo>
                <a:lnTo>
                  <a:pt x="11469" y="913"/>
                </a:lnTo>
                <a:lnTo>
                  <a:pt x="11451" y="876"/>
                </a:lnTo>
                <a:lnTo>
                  <a:pt x="11432" y="839"/>
                </a:lnTo>
                <a:lnTo>
                  <a:pt x="11432" y="801"/>
                </a:lnTo>
                <a:lnTo>
                  <a:pt x="11469" y="708"/>
                </a:lnTo>
                <a:lnTo>
                  <a:pt x="11544" y="634"/>
                </a:lnTo>
                <a:lnTo>
                  <a:pt x="11618" y="578"/>
                </a:lnTo>
                <a:lnTo>
                  <a:pt x="11655" y="559"/>
                </a:lnTo>
                <a:close/>
                <a:moveTo>
                  <a:pt x="14039" y="652"/>
                </a:moveTo>
                <a:lnTo>
                  <a:pt x="14076" y="671"/>
                </a:lnTo>
                <a:lnTo>
                  <a:pt x="14132" y="708"/>
                </a:lnTo>
                <a:lnTo>
                  <a:pt x="14150" y="764"/>
                </a:lnTo>
                <a:lnTo>
                  <a:pt x="14169" y="839"/>
                </a:lnTo>
                <a:lnTo>
                  <a:pt x="14169" y="913"/>
                </a:lnTo>
                <a:lnTo>
                  <a:pt x="14150" y="969"/>
                </a:lnTo>
                <a:lnTo>
                  <a:pt x="14113" y="1006"/>
                </a:lnTo>
                <a:lnTo>
                  <a:pt x="14057" y="1025"/>
                </a:lnTo>
                <a:lnTo>
                  <a:pt x="14020" y="1006"/>
                </a:lnTo>
                <a:lnTo>
                  <a:pt x="13983" y="969"/>
                </a:lnTo>
                <a:lnTo>
                  <a:pt x="13945" y="913"/>
                </a:lnTo>
                <a:lnTo>
                  <a:pt x="13927" y="839"/>
                </a:lnTo>
                <a:lnTo>
                  <a:pt x="13927" y="783"/>
                </a:lnTo>
                <a:lnTo>
                  <a:pt x="13945" y="708"/>
                </a:lnTo>
                <a:lnTo>
                  <a:pt x="13983" y="671"/>
                </a:lnTo>
                <a:lnTo>
                  <a:pt x="14039" y="652"/>
                </a:lnTo>
                <a:close/>
                <a:moveTo>
                  <a:pt x="10092" y="671"/>
                </a:moveTo>
                <a:lnTo>
                  <a:pt x="10129" y="690"/>
                </a:lnTo>
                <a:lnTo>
                  <a:pt x="10185" y="708"/>
                </a:lnTo>
                <a:lnTo>
                  <a:pt x="10222" y="764"/>
                </a:lnTo>
                <a:lnTo>
                  <a:pt x="10240" y="820"/>
                </a:lnTo>
                <a:lnTo>
                  <a:pt x="10259" y="894"/>
                </a:lnTo>
                <a:lnTo>
                  <a:pt x="10259" y="969"/>
                </a:lnTo>
                <a:lnTo>
                  <a:pt x="10222" y="1006"/>
                </a:lnTo>
                <a:lnTo>
                  <a:pt x="10203" y="1043"/>
                </a:lnTo>
                <a:lnTo>
                  <a:pt x="10166" y="1043"/>
                </a:lnTo>
                <a:lnTo>
                  <a:pt x="10110" y="1006"/>
                </a:lnTo>
                <a:lnTo>
                  <a:pt x="10073" y="969"/>
                </a:lnTo>
                <a:lnTo>
                  <a:pt x="10036" y="876"/>
                </a:lnTo>
                <a:lnTo>
                  <a:pt x="10036" y="801"/>
                </a:lnTo>
                <a:lnTo>
                  <a:pt x="10036" y="727"/>
                </a:lnTo>
                <a:lnTo>
                  <a:pt x="10054" y="690"/>
                </a:lnTo>
                <a:lnTo>
                  <a:pt x="10092" y="671"/>
                </a:lnTo>
                <a:close/>
                <a:moveTo>
                  <a:pt x="13015" y="690"/>
                </a:moveTo>
                <a:lnTo>
                  <a:pt x="13052" y="727"/>
                </a:lnTo>
                <a:lnTo>
                  <a:pt x="13089" y="801"/>
                </a:lnTo>
                <a:lnTo>
                  <a:pt x="13108" y="894"/>
                </a:lnTo>
                <a:lnTo>
                  <a:pt x="13108" y="987"/>
                </a:lnTo>
                <a:lnTo>
                  <a:pt x="13089" y="1081"/>
                </a:lnTo>
                <a:lnTo>
                  <a:pt x="13070" y="1118"/>
                </a:lnTo>
                <a:lnTo>
                  <a:pt x="13052" y="1136"/>
                </a:lnTo>
                <a:lnTo>
                  <a:pt x="13015" y="1155"/>
                </a:lnTo>
                <a:lnTo>
                  <a:pt x="12959" y="1155"/>
                </a:lnTo>
                <a:lnTo>
                  <a:pt x="12903" y="1136"/>
                </a:lnTo>
                <a:lnTo>
                  <a:pt x="12847" y="1099"/>
                </a:lnTo>
                <a:lnTo>
                  <a:pt x="12810" y="1043"/>
                </a:lnTo>
                <a:lnTo>
                  <a:pt x="12810" y="1006"/>
                </a:lnTo>
                <a:lnTo>
                  <a:pt x="12810" y="950"/>
                </a:lnTo>
                <a:lnTo>
                  <a:pt x="12847" y="894"/>
                </a:lnTo>
                <a:lnTo>
                  <a:pt x="12921" y="783"/>
                </a:lnTo>
                <a:lnTo>
                  <a:pt x="13015" y="690"/>
                </a:lnTo>
                <a:close/>
                <a:moveTo>
                  <a:pt x="3110" y="1"/>
                </a:moveTo>
                <a:lnTo>
                  <a:pt x="2812" y="38"/>
                </a:lnTo>
                <a:lnTo>
                  <a:pt x="2514" y="131"/>
                </a:lnTo>
                <a:lnTo>
                  <a:pt x="2402" y="150"/>
                </a:lnTo>
                <a:lnTo>
                  <a:pt x="2253" y="131"/>
                </a:lnTo>
                <a:lnTo>
                  <a:pt x="2104" y="112"/>
                </a:lnTo>
                <a:lnTo>
                  <a:pt x="1974" y="94"/>
                </a:lnTo>
                <a:lnTo>
                  <a:pt x="1807" y="112"/>
                </a:lnTo>
                <a:lnTo>
                  <a:pt x="1658" y="150"/>
                </a:lnTo>
                <a:lnTo>
                  <a:pt x="1490" y="187"/>
                </a:lnTo>
                <a:lnTo>
                  <a:pt x="1229" y="187"/>
                </a:lnTo>
                <a:lnTo>
                  <a:pt x="1136" y="168"/>
                </a:lnTo>
                <a:lnTo>
                  <a:pt x="931" y="112"/>
                </a:lnTo>
                <a:lnTo>
                  <a:pt x="820" y="94"/>
                </a:lnTo>
                <a:lnTo>
                  <a:pt x="708" y="75"/>
                </a:lnTo>
                <a:lnTo>
                  <a:pt x="578" y="94"/>
                </a:lnTo>
                <a:lnTo>
                  <a:pt x="447" y="150"/>
                </a:lnTo>
                <a:lnTo>
                  <a:pt x="317" y="243"/>
                </a:lnTo>
                <a:lnTo>
                  <a:pt x="131" y="392"/>
                </a:lnTo>
                <a:lnTo>
                  <a:pt x="38" y="485"/>
                </a:lnTo>
                <a:lnTo>
                  <a:pt x="1" y="541"/>
                </a:lnTo>
                <a:lnTo>
                  <a:pt x="1" y="578"/>
                </a:lnTo>
                <a:lnTo>
                  <a:pt x="19" y="578"/>
                </a:lnTo>
                <a:lnTo>
                  <a:pt x="38" y="596"/>
                </a:lnTo>
                <a:lnTo>
                  <a:pt x="94" y="596"/>
                </a:lnTo>
                <a:lnTo>
                  <a:pt x="150" y="578"/>
                </a:lnTo>
                <a:lnTo>
                  <a:pt x="224" y="559"/>
                </a:lnTo>
                <a:lnTo>
                  <a:pt x="317" y="485"/>
                </a:lnTo>
                <a:lnTo>
                  <a:pt x="540" y="317"/>
                </a:lnTo>
                <a:lnTo>
                  <a:pt x="652" y="243"/>
                </a:lnTo>
                <a:lnTo>
                  <a:pt x="708" y="224"/>
                </a:lnTo>
                <a:lnTo>
                  <a:pt x="764" y="206"/>
                </a:lnTo>
                <a:lnTo>
                  <a:pt x="838" y="206"/>
                </a:lnTo>
                <a:lnTo>
                  <a:pt x="894" y="224"/>
                </a:lnTo>
                <a:lnTo>
                  <a:pt x="969" y="261"/>
                </a:lnTo>
                <a:lnTo>
                  <a:pt x="1062" y="317"/>
                </a:lnTo>
                <a:lnTo>
                  <a:pt x="931" y="392"/>
                </a:lnTo>
                <a:lnTo>
                  <a:pt x="838" y="485"/>
                </a:lnTo>
                <a:lnTo>
                  <a:pt x="783" y="578"/>
                </a:lnTo>
                <a:lnTo>
                  <a:pt x="745" y="671"/>
                </a:lnTo>
                <a:lnTo>
                  <a:pt x="727" y="745"/>
                </a:lnTo>
                <a:lnTo>
                  <a:pt x="745" y="839"/>
                </a:lnTo>
                <a:lnTo>
                  <a:pt x="764" y="894"/>
                </a:lnTo>
                <a:lnTo>
                  <a:pt x="801" y="969"/>
                </a:lnTo>
                <a:lnTo>
                  <a:pt x="857" y="1025"/>
                </a:lnTo>
                <a:lnTo>
                  <a:pt x="913" y="1062"/>
                </a:lnTo>
                <a:lnTo>
                  <a:pt x="987" y="1081"/>
                </a:lnTo>
                <a:lnTo>
                  <a:pt x="1136" y="1081"/>
                </a:lnTo>
                <a:lnTo>
                  <a:pt x="1211" y="1043"/>
                </a:lnTo>
                <a:lnTo>
                  <a:pt x="1267" y="969"/>
                </a:lnTo>
                <a:lnTo>
                  <a:pt x="1341" y="894"/>
                </a:lnTo>
                <a:lnTo>
                  <a:pt x="1360" y="820"/>
                </a:lnTo>
                <a:lnTo>
                  <a:pt x="1360" y="745"/>
                </a:lnTo>
                <a:lnTo>
                  <a:pt x="1322" y="578"/>
                </a:lnTo>
                <a:lnTo>
                  <a:pt x="1285" y="448"/>
                </a:lnTo>
                <a:lnTo>
                  <a:pt x="1285" y="392"/>
                </a:lnTo>
                <a:lnTo>
                  <a:pt x="1304" y="354"/>
                </a:lnTo>
                <a:lnTo>
                  <a:pt x="1378" y="317"/>
                </a:lnTo>
                <a:lnTo>
                  <a:pt x="1490" y="299"/>
                </a:lnTo>
                <a:lnTo>
                  <a:pt x="1807" y="243"/>
                </a:lnTo>
                <a:lnTo>
                  <a:pt x="2272" y="243"/>
                </a:lnTo>
                <a:lnTo>
                  <a:pt x="2384" y="261"/>
                </a:lnTo>
                <a:lnTo>
                  <a:pt x="2291" y="354"/>
                </a:lnTo>
                <a:lnTo>
                  <a:pt x="2235" y="466"/>
                </a:lnTo>
                <a:lnTo>
                  <a:pt x="2197" y="596"/>
                </a:lnTo>
                <a:lnTo>
                  <a:pt x="2197" y="727"/>
                </a:lnTo>
                <a:lnTo>
                  <a:pt x="2235" y="839"/>
                </a:lnTo>
                <a:lnTo>
                  <a:pt x="2272" y="894"/>
                </a:lnTo>
                <a:lnTo>
                  <a:pt x="2309" y="932"/>
                </a:lnTo>
                <a:lnTo>
                  <a:pt x="2346" y="950"/>
                </a:lnTo>
                <a:lnTo>
                  <a:pt x="2402" y="969"/>
                </a:lnTo>
                <a:lnTo>
                  <a:pt x="2477" y="969"/>
                </a:lnTo>
                <a:lnTo>
                  <a:pt x="2551" y="950"/>
                </a:lnTo>
                <a:lnTo>
                  <a:pt x="2626" y="913"/>
                </a:lnTo>
                <a:lnTo>
                  <a:pt x="2663" y="876"/>
                </a:lnTo>
                <a:lnTo>
                  <a:pt x="2737" y="801"/>
                </a:lnTo>
                <a:lnTo>
                  <a:pt x="2775" y="690"/>
                </a:lnTo>
                <a:lnTo>
                  <a:pt x="2793" y="578"/>
                </a:lnTo>
                <a:lnTo>
                  <a:pt x="2756" y="466"/>
                </a:lnTo>
                <a:lnTo>
                  <a:pt x="2719" y="354"/>
                </a:lnTo>
                <a:lnTo>
                  <a:pt x="2644" y="280"/>
                </a:lnTo>
                <a:lnTo>
                  <a:pt x="2551" y="206"/>
                </a:lnTo>
                <a:lnTo>
                  <a:pt x="2905" y="187"/>
                </a:lnTo>
                <a:lnTo>
                  <a:pt x="3277" y="168"/>
                </a:lnTo>
                <a:lnTo>
                  <a:pt x="3482" y="187"/>
                </a:lnTo>
                <a:lnTo>
                  <a:pt x="3668" y="206"/>
                </a:lnTo>
                <a:lnTo>
                  <a:pt x="3854" y="243"/>
                </a:lnTo>
                <a:lnTo>
                  <a:pt x="4022" y="317"/>
                </a:lnTo>
                <a:lnTo>
                  <a:pt x="3910" y="410"/>
                </a:lnTo>
                <a:lnTo>
                  <a:pt x="3799" y="522"/>
                </a:lnTo>
                <a:lnTo>
                  <a:pt x="3706" y="652"/>
                </a:lnTo>
                <a:lnTo>
                  <a:pt x="3650" y="783"/>
                </a:lnTo>
                <a:lnTo>
                  <a:pt x="3631" y="839"/>
                </a:lnTo>
                <a:lnTo>
                  <a:pt x="3631" y="913"/>
                </a:lnTo>
                <a:lnTo>
                  <a:pt x="3650" y="950"/>
                </a:lnTo>
                <a:lnTo>
                  <a:pt x="3668" y="1006"/>
                </a:lnTo>
                <a:lnTo>
                  <a:pt x="3724" y="1043"/>
                </a:lnTo>
                <a:lnTo>
                  <a:pt x="3780" y="1062"/>
                </a:lnTo>
                <a:lnTo>
                  <a:pt x="3854" y="1081"/>
                </a:lnTo>
                <a:lnTo>
                  <a:pt x="3966" y="1081"/>
                </a:lnTo>
                <a:lnTo>
                  <a:pt x="4097" y="1043"/>
                </a:lnTo>
                <a:lnTo>
                  <a:pt x="4227" y="987"/>
                </a:lnTo>
                <a:lnTo>
                  <a:pt x="4339" y="913"/>
                </a:lnTo>
                <a:lnTo>
                  <a:pt x="4413" y="820"/>
                </a:lnTo>
                <a:lnTo>
                  <a:pt x="4450" y="708"/>
                </a:lnTo>
                <a:lnTo>
                  <a:pt x="4469" y="652"/>
                </a:lnTo>
                <a:lnTo>
                  <a:pt x="4450" y="596"/>
                </a:lnTo>
                <a:lnTo>
                  <a:pt x="4432" y="522"/>
                </a:lnTo>
                <a:lnTo>
                  <a:pt x="4413" y="466"/>
                </a:lnTo>
                <a:lnTo>
                  <a:pt x="4357" y="410"/>
                </a:lnTo>
                <a:lnTo>
                  <a:pt x="4301" y="354"/>
                </a:lnTo>
                <a:lnTo>
                  <a:pt x="4432" y="317"/>
                </a:lnTo>
                <a:lnTo>
                  <a:pt x="4581" y="299"/>
                </a:lnTo>
                <a:lnTo>
                  <a:pt x="4730" y="280"/>
                </a:lnTo>
                <a:lnTo>
                  <a:pt x="4878" y="280"/>
                </a:lnTo>
                <a:lnTo>
                  <a:pt x="5009" y="299"/>
                </a:lnTo>
                <a:lnTo>
                  <a:pt x="5158" y="336"/>
                </a:lnTo>
                <a:lnTo>
                  <a:pt x="5307" y="373"/>
                </a:lnTo>
                <a:lnTo>
                  <a:pt x="5418" y="429"/>
                </a:lnTo>
                <a:lnTo>
                  <a:pt x="5363" y="503"/>
                </a:lnTo>
                <a:lnTo>
                  <a:pt x="5307" y="615"/>
                </a:lnTo>
                <a:lnTo>
                  <a:pt x="5269" y="745"/>
                </a:lnTo>
                <a:lnTo>
                  <a:pt x="5269" y="857"/>
                </a:lnTo>
                <a:lnTo>
                  <a:pt x="5288" y="969"/>
                </a:lnTo>
                <a:lnTo>
                  <a:pt x="5307" y="1006"/>
                </a:lnTo>
                <a:lnTo>
                  <a:pt x="5344" y="1062"/>
                </a:lnTo>
                <a:lnTo>
                  <a:pt x="5381" y="1081"/>
                </a:lnTo>
                <a:lnTo>
                  <a:pt x="5437" y="1118"/>
                </a:lnTo>
                <a:lnTo>
                  <a:pt x="5660" y="1118"/>
                </a:lnTo>
                <a:lnTo>
                  <a:pt x="5698" y="1099"/>
                </a:lnTo>
                <a:lnTo>
                  <a:pt x="5772" y="1025"/>
                </a:lnTo>
                <a:lnTo>
                  <a:pt x="5809" y="950"/>
                </a:lnTo>
                <a:lnTo>
                  <a:pt x="5828" y="839"/>
                </a:lnTo>
                <a:lnTo>
                  <a:pt x="5828" y="727"/>
                </a:lnTo>
                <a:lnTo>
                  <a:pt x="5809" y="615"/>
                </a:lnTo>
                <a:lnTo>
                  <a:pt x="5772" y="522"/>
                </a:lnTo>
                <a:lnTo>
                  <a:pt x="5716" y="429"/>
                </a:lnTo>
                <a:lnTo>
                  <a:pt x="5884" y="354"/>
                </a:lnTo>
                <a:lnTo>
                  <a:pt x="6051" y="299"/>
                </a:lnTo>
                <a:lnTo>
                  <a:pt x="6219" y="299"/>
                </a:lnTo>
                <a:lnTo>
                  <a:pt x="6405" y="317"/>
                </a:lnTo>
                <a:lnTo>
                  <a:pt x="6647" y="373"/>
                </a:lnTo>
                <a:lnTo>
                  <a:pt x="6759" y="429"/>
                </a:lnTo>
                <a:lnTo>
                  <a:pt x="6815" y="466"/>
                </a:lnTo>
                <a:lnTo>
                  <a:pt x="6852" y="503"/>
                </a:lnTo>
                <a:lnTo>
                  <a:pt x="6833" y="559"/>
                </a:lnTo>
                <a:lnTo>
                  <a:pt x="6796" y="671"/>
                </a:lnTo>
                <a:lnTo>
                  <a:pt x="6759" y="783"/>
                </a:lnTo>
                <a:lnTo>
                  <a:pt x="6759" y="839"/>
                </a:lnTo>
                <a:lnTo>
                  <a:pt x="6778" y="894"/>
                </a:lnTo>
                <a:lnTo>
                  <a:pt x="6815" y="969"/>
                </a:lnTo>
                <a:lnTo>
                  <a:pt x="6871" y="1025"/>
                </a:lnTo>
                <a:lnTo>
                  <a:pt x="6926" y="1062"/>
                </a:lnTo>
                <a:lnTo>
                  <a:pt x="6982" y="1081"/>
                </a:lnTo>
                <a:lnTo>
                  <a:pt x="7075" y="1081"/>
                </a:lnTo>
                <a:lnTo>
                  <a:pt x="7131" y="1062"/>
                </a:lnTo>
                <a:lnTo>
                  <a:pt x="7169" y="1025"/>
                </a:lnTo>
                <a:lnTo>
                  <a:pt x="7206" y="987"/>
                </a:lnTo>
                <a:lnTo>
                  <a:pt x="7243" y="932"/>
                </a:lnTo>
                <a:lnTo>
                  <a:pt x="7262" y="857"/>
                </a:lnTo>
                <a:lnTo>
                  <a:pt x="7262" y="801"/>
                </a:lnTo>
                <a:lnTo>
                  <a:pt x="7243" y="727"/>
                </a:lnTo>
                <a:lnTo>
                  <a:pt x="7224" y="652"/>
                </a:lnTo>
                <a:lnTo>
                  <a:pt x="7187" y="578"/>
                </a:lnTo>
                <a:lnTo>
                  <a:pt x="7131" y="503"/>
                </a:lnTo>
                <a:lnTo>
                  <a:pt x="7299" y="410"/>
                </a:lnTo>
                <a:lnTo>
                  <a:pt x="7485" y="354"/>
                </a:lnTo>
                <a:lnTo>
                  <a:pt x="7690" y="317"/>
                </a:lnTo>
                <a:lnTo>
                  <a:pt x="7876" y="299"/>
                </a:lnTo>
                <a:lnTo>
                  <a:pt x="8081" y="299"/>
                </a:lnTo>
                <a:lnTo>
                  <a:pt x="8286" y="317"/>
                </a:lnTo>
                <a:lnTo>
                  <a:pt x="8490" y="336"/>
                </a:lnTo>
                <a:lnTo>
                  <a:pt x="8677" y="373"/>
                </a:lnTo>
                <a:lnTo>
                  <a:pt x="8528" y="466"/>
                </a:lnTo>
                <a:lnTo>
                  <a:pt x="8416" y="559"/>
                </a:lnTo>
                <a:lnTo>
                  <a:pt x="8341" y="671"/>
                </a:lnTo>
                <a:lnTo>
                  <a:pt x="8323" y="727"/>
                </a:lnTo>
                <a:lnTo>
                  <a:pt x="8323" y="783"/>
                </a:lnTo>
                <a:lnTo>
                  <a:pt x="8323" y="839"/>
                </a:lnTo>
                <a:lnTo>
                  <a:pt x="8341" y="894"/>
                </a:lnTo>
                <a:lnTo>
                  <a:pt x="8379" y="932"/>
                </a:lnTo>
                <a:lnTo>
                  <a:pt x="8416" y="987"/>
                </a:lnTo>
                <a:lnTo>
                  <a:pt x="8472" y="1025"/>
                </a:lnTo>
                <a:lnTo>
                  <a:pt x="8546" y="1043"/>
                </a:lnTo>
                <a:lnTo>
                  <a:pt x="8639" y="1062"/>
                </a:lnTo>
                <a:lnTo>
                  <a:pt x="8751" y="1081"/>
                </a:lnTo>
                <a:lnTo>
                  <a:pt x="8881" y="1062"/>
                </a:lnTo>
                <a:lnTo>
                  <a:pt x="8993" y="1025"/>
                </a:lnTo>
                <a:lnTo>
                  <a:pt x="9105" y="950"/>
                </a:lnTo>
                <a:lnTo>
                  <a:pt x="9179" y="839"/>
                </a:lnTo>
                <a:lnTo>
                  <a:pt x="9216" y="727"/>
                </a:lnTo>
                <a:lnTo>
                  <a:pt x="9235" y="615"/>
                </a:lnTo>
                <a:lnTo>
                  <a:pt x="9235" y="559"/>
                </a:lnTo>
                <a:lnTo>
                  <a:pt x="9198" y="485"/>
                </a:lnTo>
                <a:lnTo>
                  <a:pt x="9179" y="429"/>
                </a:lnTo>
                <a:lnTo>
                  <a:pt x="9123" y="373"/>
                </a:lnTo>
                <a:lnTo>
                  <a:pt x="9347" y="373"/>
                </a:lnTo>
                <a:lnTo>
                  <a:pt x="9552" y="410"/>
                </a:lnTo>
                <a:lnTo>
                  <a:pt x="9756" y="466"/>
                </a:lnTo>
                <a:lnTo>
                  <a:pt x="9943" y="559"/>
                </a:lnTo>
                <a:lnTo>
                  <a:pt x="9887" y="671"/>
                </a:lnTo>
                <a:lnTo>
                  <a:pt x="9868" y="801"/>
                </a:lnTo>
                <a:lnTo>
                  <a:pt x="9887" y="932"/>
                </a:lnTo>
                <a:lnTo>
                  <a:pt x="9905" y="1062"/>
                </a:lnTo>
                <a:lnTo>
                  <a:pt x="9980" y="1155"/>
                </a:lnTo>
                <a:lnTo>
                  <a:pt x="10017" y="1192"/>
                </a:lnTo>
                <a:lnTo>
                  <a:pt x="10054" y="1230"/>
                </a:lnTo>
                <a:lnTo>
                  <a:pt x="10110" y="1248"/>
                </a:lnTo>
                <a:lnTo>
                  <a:pt x="10185" y="1230"/>
                </a:lnTo>
                <a:lnTo>
                  <a:pt x="10240" y="1211"/>
                </a:lnTo>
                <a:lnTo>
                  <a:pt x="10315" y="1192"/>
                </a:lnTo>
                <a:lnTo>
                  <a:pt x="10389" y="1118"/>
                </a:lnTo>
                <a:lnTo>
                  <a:pt x="10427" y="1043"/>
                </a:lnTo>
                <a:lnTo>
                  <a:pt x="10427" y="969"/>
                </a:lnTo>
                <a:lnTo>
                  <a:pt x="10427" y="876"/>
                </a:lnTo>
                <a:lnTo>
                  <a:pt x="10389" y="783"/>
                </a:lnTo>
                <a:lnTo>
                  <a:pt x="10352" y="708"/>
                </a:lnTo>
                <a:lnTo>
                  <a:pt x="10296" y="634"/>
                </a:lnTo>
                <a:lnTo>
                  <a:pt x="10240" y="578"/>
                </a:lnTo>
                <a:lnTo>
                  <a:pt x="10352" y="503"/>
                </a:lnTo>
                <a:lnTo>
                  <a:pt x="10501" y="429"/>
                </a:lnTo>
                <a:lnTo>
                  <a:pt x="10687" y="373"/>
                </a:lnTo>
                <a:lnTo>
                  <a:pt x="10874" y="317"/>
                </a:lnTo>
                <a:lnTo>
                  <a:pt x="11060" y="299"/>
                </a:lnTo>
                <a:lnTo>
                  <a:pt x="11246" y="299"/>
                </a:lnTo>
                <a:lnTo>
                  <a:pt x="11395" y="354"/>
                </a:lnTo>
                <a:lnTo>
                  <a:pt x="11469" y="373"/>
                </a:lnTo>
                <a:lnTo>
                  <a:pt x="11525" y="429"/>
                </a:lnTo>
                <a:lnTo>
                  <a:pt x="11451" y="485"/>
                </a:lnTo>
                <a:lnTo>
                  <a:pt x="11395" y="559"/>
                </a:lnTo>
                <a:lnTo>
                  <a:pt x="11339" y="634"/>
                </a:lnTo>
                <a:lnTo>
                  <a:pt x="11302" y="727"/>
                </a:lnTo>
                <a:lnTo>
                  <a:pt x="11283" y="820"/>
                </a:lnTo>
                <a:lnTo>
                  <a:pt x="11302" y="894"/>
                </a:lnTo>
                <a:lnTo>
                  <a:pt x="11339" y="969"/>
                </a:lnTo>
                <a:lnTo>
                  <a:pt x="11395" y="1043"/>
                </a:lnTo>
                <a:lnTo>
                  <a:pt x="11469" y="1081"/>
                </a:lnTo>
                <a:lnTo>
                  <a:pt x="11525" y="1099"/>
                </a:lnTo>
                <a:lnTo>
                  <a:pt x="11655" y="1099"/>
                </a:lnTo>
                <a:lnTo>
                  <a:pt x="11711" y="1081"/>
                </a:lnTo>
                <a:lnTo>
                  <a:pt x="11749" y="1043"/>
                </a:lnTo>
                <a:lnTo>
                  <a:pt x="11842" y="950"/>
                </a:lnTo>
                <a:lnTo>
                  <a:pt x="11897" y="820"/>
                </a:lnTo>
                <a:lnTo>
                  <a:pt x="11916" y="690"/>
                </a:lnTo>
                <a:lnTo>
                  <a:pt x="11897" y="615"/>
                </a:lnTo>
                <a:lnTo>
                  <a:pt x="11879" y="559"/>
                </a:lnTo>
                <a:lnTo>
                  <a:pt x="11860" y="503"/>
                </a:lnTo>
                <a:lnTo>
                  <a:pt x="11823" y="429"/>
                </a:lnTo>
                <a:lnTo>
                  <a:pt x="11935" y="392"/>
                </a:lnTo>
                <a:lnTo>
                  <a:pt x="12065" y="373"/>
                </a:lnTo>
                <a:lnTo>
                  <a:pt x="12214" y="354"/>
                </a:lnTo>
                <a:lnTo>
                  <a:pt x="12344" y="373"/>
                </a:lnTo>
                <a:lnTo>
                  <a:pt x="12493" y="392"/>
                </a:lnTo>
                <a:lnTo>
                  <a:pt x="12624" y="429"/>
                </a:lnTo>
                <a:lnTo>
                  <a:pt x="12773" y="485"/>
                </a:lnTo>
                <a:lnTo>
                  <a:pt x="12903" y="559"/>
                </a:lnTo>
                <a:lnTo>
                  <a:pt x="12828" y="634"/>
                </a:lnTo>
                <a:lnTo>
                  <a:pt x="12773" y="745"/>
                </a:lnTo>
                <a:lnTo>
                  <a:pt x="12698" y="876"/>
                </a:lnTo>
                <a:lnTo>
                  <a:pt x="12661" y="1006"/>
                </a:lnTo>
                <a:lnTo>
                  <a:pt x="12661" y="1118"/>
                </a:lnTo>
                <a:lnTo>
                  <a:pt x="12661" y="1174"/>
                </a:lnTo>
                <a:lnTo>
                  <a:pt x="12679" y="1211"/>
                </a:lnTo>
                <a:lnTo>
                  <a:pt x="12717" y="1248"/>
                </a:lnTo>
                <a:lnTo>
                  <a:pt x="12773" y="1267"/>
                </a:lnTo>
                <a:lnTo>
                  <a:pt x="12847" y="1285"/>
                </a:lnTo>
                <a:lnTo>
                  <a:pt x="12921" y="1285"/>
                </a:lnTo>
                <a:lnTo>
                  <a:pt x="13033" y="1267"/>
                </a:lnTo>
                <a:lnTo>
                  <a:pt x="13108" y="1230"/>
                </a:lnTo>
                <a:lnTo>
                  <a:pt x="13145" y="1174"/>
                </a:lnTo>
                <a:lnTo>
                  <a:pt x="13182" y="1118"/>
                </a:lnTo>
                <a:lnTo>
                  <a:pt x="13201" y="1043"/>
                </a:lnTo>
                <a:lnTo>
                  <a:pt x="13201" y="950"/>
                </a:lnTo>
                <a:lnTo>
                  <a:pt x="13201" y="783"/>
                </a:lnTo>
                <a:lnTo>
                  <a:pt x="13201" y="634"/>
                </a:lnTo>
                <a:lnTo>
                  <a:pt x="13219" y="559"/>
                </a:lnTo>
                <a:lnTo>
                  <a:pt x="13238" y="503"/>
                </a:lnTo>
                <a:lnTo>
                  <a:pt x="13294" y="466"/>
                </a:lnTo>
                <a:lnTo>
                  <a:pt x="13368" y="448"/>
                </a:lnTo>
                <a:lnTo>
                  <a:pt x="13461" y="448"/>
                </a:lnTo>
                <a:lnTo>
                  <a:pt x="13610" y="466"/>
                </a:lnTo>
                <a:lnTo>
                  <a:pt x="13685" y="485"/>
                </a:lnTo>
                <a:lnTo>
                  <a:pt x="13741" y="522"/>
                </a:lnTo>
                <a:lnTo>
                  <a:pt x="13778" y="559"/>
                </a:lnTo>
                <a:lnTo>
                  <a:pt x="13797" y="615"/>
                </a:lnTo>
                <a:lnTo>
                  <a:pt x="13815" y="708"/>
                </a:lnTo>
                <a:lnTo>
                  <a:pt x="13815" y="820"/>
                </a:lnTo>
                <a:lnTo>
                  <a:pt x="13815" y="913"/>
                </a:lnTo>
                <a:lnTo>
                  <a:pt x="13834" y="1006"/>
                </a:lnTo>
                <a:lnTo>
                  <a:pt x="13852" y="1043"/>
                </a:lnTo>
                <a:lnTo>
                  <a:pt x="13890" y="1081"/>
                </a:lnTo>
                <a:lnTo>
                  <a:pt x="13945" y="1118"/>
                </a:lnTo>
                <a:lnTo>
                  <a:pt x="14039" y="1136"/>
                </a:lnTo>
                <a:lnTo>
                  <a:pt x="14150" y="1136"/>
                </a:lnTo>
                <a:lnTo>
                  <a:pt x="14243" y="1118"/>
                </a:lnTo>
                <a:lnTo>
                  <a:pt x="14299" y="1062"/>
                </a:lnTo>
                <a:lnTo>
                  <a:pt x="14336" y="987"/>
                </a:lnTo>
                <a:lnTo>
                  <a:pt x="14336" y="894"/>
                </a:lnTo>
                <a:lnTo>
                  <a:pt x="14299" y="783"/>
                </a:lnTo>
                <a:lnTo>
                  <a:pt x="14262" y="690"/>
                </a:lnTo>
                <a:lnTo>
                  <a:pt x="14188" y="596"/>
                </a:lnTo>
                <a:lnTo>
                  <a:pt x="14243" y="541"/>
                </a:lnTo>
                <a:lnTo>
                  <a:pt x="14336" y="503"/>
                </a:lnTo>
                <a:lnTo>
                  <a:pt x="14430" y="466"/>
                </a:lnTo>
                <a:lnTo>
                  <a:pt x="14541" y="448"/>
                </a:lnTo>
                <a:lnTo>
                  <a:pt x="14765" y="410"/>
                </a:lnTo>
                <a:lnTo>
                  <a:pt x="14914" y="410"/>
                </a:lnTo>
                <a:lnTo>
                  <a:pt x="15137" y="448"/>
                </a:lnTo>
                <a:lnTo>
                  <a:pt x="15249" y="466"/>
                </a:lnTo>
                <a:lnTo>
                  <a:pt x="15305" y="448"/>
                </a:lnTo>
                <a:lnTo>
                  <a:pt x="15323" y="448"/>
                </a:lnTo>
                <a:lnTo>
                  <a:pt x="15360" y="392"/>
                </a:lnTo>
                <a:lnTo>
                  <a:pt x="15416" y="336"/>
                </a:lnTo>
                <a:lnTo>
                  <a:pt x="15416" y="317"/>
                </a:lnTo>
                <a:lnTo>
                  <a:pt x="15416" y="280"/>
                </a:lnTo>
                <a:lnTo>
                  <a:pt x="15379" y="261"/>
                </a:lnTo>
                <a:lnTo>
                  <a:pt x="15323" y="243"/>
                </a:lnTo>
                <a:lnTo>
                  <a:pt x="15156" y="206"/>
                </a:lnTo>
                <a:lnTo>
                  <a:pt x="14988" y="187"/>
                </a:lnTo>
                <a:lnTo>
                  <a:pt x="14821" y="187"/>
                </a:lnTo>
                <a:lnTo>
                  <a:pt x="14634" y="206"/>
                </a:lnTo>
                <a:lnTo>
                  <a:pt x="14560" y="224"/>
                </a:lnTo>
                <a:lnTo>
                  <a:pt x="14485" y="243"/>
                </a:lnTo>
                <a:lnTo>
                  <a:pt x="14318" y="336"/>
                </a:lnTo>
                <a:lnTo>
                  <a:pt x="14150" y="410"/>
                </a:lnTo>
                <a:lnTo>
                  <a:pt x="14076" y="448"/>
                </a:lnTo>
                <a:lnTo>
                  <a:pt x="13945" y="448"/>
                </a:lnTo>
                <a:lnTo>
                  <a:pt x="13871" y="429"/>
                </a:lnTo>
                <a:lnTo>
                  <a:pt x="13741" y="373"/>
                </a:lnTo>
                <a:lnTo>
                  <a:pt x="13592" y="336"/>
                </a:lnTo>
                <a:lnTo>
                  <a:pt x="13499" y="317"/>
                </a:lnTo>
                <a:lnTo>
                  <a:pt x="13424" y="317"/>
                </a:lnTo>
                <a:lnTo>
                  <a:pt x="13294" y="336"/>
                </a:lnTo>
                <a:lnTo>
                  <a:pt x="13182" y="373"/>
                </a:lnTo>
                <a:lnTo>
                  <a:pt x="13089" y="392"/>
                </a:lnTo>
                <a:lnTo>
                  <a:pt x="12977" y="410"/>
                </a:lnTo>
                <a:lnTo>
                  <a:pt x="12847" y="392"/>
                </a:lnTo>
                <a:lnTo>
                  <a:pt x="12735" y="354"/>
                </a:lnTo>
                <a:lnTo>
                  <a:pt x="12512" y="280"/>
                </a:lnTo>
                <a:lnTo>
                  <a:pt x="12400" y="243"/>
                </a:lnTo>
                <a:lnTo>
                  <a:pt x="12288" y="224"/>
                </a:lnTo>
                <a:lnTo>
                  <a:pt x="12158" y="206"/>
                </a:lnTo>
                <a:lnTo>
                  <a:pt x="12028" y="224"/>
                </a:lnTo>
                <a:lnTo>
                  <a:pt x="11767" y="261"/>
                </a:lnTo>
                <a:lnTo>
                  <a:pt x="11544" y="243"/>
                </a:lnTo>
                <a:lnTo>
                  <a:pt x="11432" y="224"/>
                </a:lnTo>
                <a:lnTo>
                  <a:pt x="11320" y="206"/>
                </a:lnTo>
                <a:lnTo>
                  <a:pt x="11209" y="187"/>
                </a:lnTo>
                <a:lnTo>
                  <a:pt x="11097" y="168"/>
                </a:lnTo>
                <a:lnTo>
                  <a:pt x="10818" y="168"/>
                </a:lnTo>
                <a:lnTo>
                  <a:pt x="10557" y="224"/>
                </a:lnTo>
                <a:lnTo>
                  <a:pt x="10445" y="280"/>
                </a:lnTo>
                <a:lnTo>
                  <a:pt x="10315" y="336"/>
                </a:lnTo>
                <a:lnTo>
                  <a:pt x="10185" y="410"/>
                </a:lnTo>
                <a:lnTo>
                  <a:pt x="10073" y="429"/>
                </a:lnTo>
                <a:lnTo>
                  <a:pt x="10017" y="429"/>
                </a:lnTo>
                <a:lnTo>
                  <a:pt x="9961" y="410"/>
                </a:lnTo>
                <a:lnTo>
                  <a:pt x="9812" y="354"/>
                </a:lnTo>
                <a:lnTo>
                  <a:pt x="9682" y="280"/>
                </a:lnTo>
                <a:lnTo>
                  <a:pt x="9552" y="243"/>
                </a:lnTo>
                <a:lnTo>
                  <a:pt x="9384" y="224"/>
                </a:lnTo>
                <a:lnTo>
                  <a:pt x="9216" y="243"/>
                </a:lnTo>
                <a:lnTo>
                  <a:pt x="8881" y="243"/>
                </a:lnTo>
                <a:lnTo>
                  <a:pt x="8397" y="168"/>
                </a:lnTo>
                <a:lnTo>
                  <a:pt x="8155" y="150"/>
                </a:lnTo>
                <a:lnTo>
                  <a:pt x="7913" y="150"/>
                </a:lnTo>
                <a:lnTo>
                  <a:pt x="7653" y="187"/>
                </a:lnTo>
                <a:lnTo>
                  <a:pt x="7392" y="224"/>
                </a:lnTo>
                <a:lnTo>
                  <a:pt x="7206" y="280"/>
                </a:lnTo>
                <a:lnTo>
                  <a:pt x="7094" y="299"/>
                </a:lnTo>
                <a:lnTo>
                  <a:pt x="7001" y="299"/>
                </a:lnTo>
                <a:lnTo>
                  <a:pt x="6833" y="261"/>
                </a:lnTo>
                <a:lnTo>
                  <a:pt x="6554" y="206"/>
                </a:lnTo>
                <a:lnTo>
                  <a:pt x="6312" y="168"/>
                </a:lnTo>
                <a:lnTo>
                  <a:pt x="6070" y="150"/>
                </a:lnTo>
                <a:lnTo>
                  <a:pt x="5791" y="187"/>
                </a:lnTo>
                <a:lnTo>
                  <a:pt x="5549" y="224"/>
                </a:lnTo>
                <a:lnTo>
                  <a:pt x="5288" y="224"/>
                </a:lnTo>
                <a:lnTo>
                  <a:pt x="5046" y="168"/>
                </a:lnTo>
                <a:lnTo>
                  <a:pt x="4916" y="150"/>
                </a:lnTo>
                <a:lnTo>
                  <a:pt x="4804" y="150"/>
                </a:lnTo>
                <a:lnTo>
                  <a:pt x="4636" y="168"/>
                </a:lnTo>
                <a:lnTo>
                  <a:pt x="4469" y="206"/>
                </a:lnTo>
                <a:lnTo>
                  <a:pt x="4320" y="243"/>
                </a:lnTo>
                <a:lnTo>
                  <a:pt x="4171" y="243"/>
                </a:lnTo>
                <a:lnTo>
                  <a:pt x="4059" y="206"/>
                </a:lnTo>
                <a:lnTo>
                  <a:pt x="3948" y="150"/>
                </a:lnTo>
                <a:lnTo>
                  <a:pt x="3836" y="94"/>
                </a:lnTo>
                <a:lnTo>
                  <a:pt x="3706" y="57"/>
                </a:lnTo>
                <a:lnTo>
                  <a:pt x="3408" y="19"/>
                </a:lnTo>
                <a:lnTo>
                  <a:pt x="3110" y="1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8" name="Shape 318"/>
          <p:cNvSpPr/>
          <p:nvPr/>
        </p:nvSpPr>
        <p:spPr>
          <a:xfrm>
            <a:off x="7852401" y="3748152"/>
            <a:ext cx="3176159" cy="343349"/>
          </a:xfrm>
          <a:custGeom>
            <a:avLst/>
            <a:gdLst/>
            <a:ahLst/>
            <a:cxnLst/>
            <a:rect l="0" t="0" r="0" b="0"/>
            <a:pathLst>
              <a:path w="17576" h="1900" extrusionOk="0">
                <a:moveTo>
                  <a:pt x="7615" y="354"/>
                </a:moveTo>
                <a:lnTo>
                  <a:pt x="7578" y="373"/>
                </a:lnTo>
                <a:lnTo>
                  <a:pt x="7540" y="391"/>
                </a:lnTo>
                <a:lnTo>
                  <a:pt x="7410" y="540"/>
                </a:lnTo>
                <a:lnTo>
                  <a:pt x="7243" y="671"/>
                </a:lnTo>
                <a:lnTo>
                  <a:pt x="7168" y="745"/>
                </a:lnTo>
                <a:lnTo>
                  <a:pt x="7094" y="782"/>
                </a:lnTo>
                <a:lnTo>
                  <a:pt x="6665" y="801"/>
                </a:lnTo>
                <a:lnTo>
                  <a:pt x="6219" y="819"/>
                </a:lnTo>
                <a:lnTo>
                  <a:pt x="4859" y="819"/>
                </a:lnTo>
                <a:lnTo>
                  <a:pt x="3054" y="782"/>
                </a:lnTo>
                <a:lnTo>
                  <a:pt x="2290" y="745"/>
                </a:lnTo>
                <a:lnTo>
                  <a:pt x="1545" y="726"/>
                </a:lnTo>
                <a:lnTo>
                  <a:pt x="1080" y="689"/>
                </a:lnTo>
                <a:lnTo>
                  <a:pt x="391" y="689"/>
                </a:lnTo>
                <a:lnTo>
                  <a:pt x="168" y="708"/>
                </a:lnTo>
                <a:lnTo>
                  <a:pt x="75" y="708"/>
                </a:lnTo>
                <a:lnTo>
                  <a:pt x="37" y="726"/>
                </a:lnTo>
                <a:lnTo>
                  <a:pt x="19" y="764"/>
                </a:lnTo>
                <a:lnTo>
                  <a:pt x="0" y="801"/>
                </a:lnTo>
                <a:lnTo>
                  <a:pt x="19" y="838"/>
                </a:lnTo>
                <a:lnTo>
                  <a:pt x="37" y="875"/>
                </a:lnTo>
                <a:lnTo>
                  <a:pt x="75" y="894"/>
                </a:lnTo>
                <a:lnTo>
                  <a:pt x="186" y="913"/>
                </a:lnTo>
                <a:lnTo>
                  <a:pt x="298" y="931"/>
                </a:lnTo>
                <a:lnTo>
                  <a:pt x="521" y="950"/>
                </a:lnTo>
                <a:lnTo>
                  <a:pt x="987" y="968"/>
                </a:lnTo>
                <a:lnTo>
                  <a:pt x="1899" y="987"/>
                </a:lnTo>
                <a:lnTo>
                  <a:pt x="4357" y="1043"/>
                </a:lnTo>
                <a:lnTo>
                  <a:pt x="5232" y="1062"/>
                </a:lnTo>
                <a:lnTo>
                  <a:pt x="6535" y="1062"/>
                </a:lnTo>
                <a:lnTo>
                  <a:pt x="6945" y="1043"/>
                </a:lnTo>
                <a:lnTo>
                  <a:pt x="7112" y="1043"/>
                </a:lnTo>
                <a:lnTo>
                  <a:pt x="7149" y="1062"/>
                </a:lnTo>
                <a:lnTo>
                  <a:pt x="7280" y="1229"/>
                </a:lnTo>
                <a:lnTo>
                  <a:pt x="7373" y="1359"/>
                </a:lnTo>
                <a:lnTo>
                  <a:pt x="7429" y="1397"/>
                </a:lnTo>
                <a:lnTo>
                  <a:pt x="7503" y="1415"/>
                </a:lnTo>
                <a:lnTo>
                  <a:pt x="7540" y="1415"/>
                </a:lnTo>
                <a:lnTo>
                  <a:pt x="7578" y="1397"/>
                </a:lnTo>
                <a:lnTo>
                  <a:pt x="7615" y="1341"/>
                </a:lnTo>
                <a:lnTo>
                  <a:pt x="7615" y="1285"/>
                </a:lnTo>
                <a:lnTo>
                  <a:pt x="7596" y="1210"/>
                </a:lnTo>
                <a:lnTo>
                  <a:pt x="7540" y="1136"/>
                </a:lnTo>
                <a:lnTo>
                  <a:pt x="7485" y="1080"/>
                </a:lnTo>
                <a:lnTo>
                  <a:pt x="7354" y="913"/>
                </a:lnTo>
                <a:lnTo>
                  <a:pt x="7503" y="801"/>
                </a:lnTo>
                <a:lnTo>
                  <a:pt x="7652" y="689"/>
                </a:lnTo>
                <a:lnTo>
                  <a:pt x="7708" y="615"/>
                </a:lnTo>
                <a:lnTo>
                  <a:pt x="7764" y="522"/>
                </a:lnTo>
                <a:lnTo>
                  <a:pt x="7782" y="484"/>
                </a:lnTo>
                <a:lnTo>
                  <a:pt x="7764" y="429"/>
                </a:lnTo>
                <a:lnTo>
                  <a:pt x="7745" y="391"/>
                </a:lnTo>
                <a:lnTo>
                  <a:pt x="7708" y="354"/>
                </a:lnTo>
                <a:close/>
                <a:moveTo>
                  <a:pt x="8788" y="335"/>
                </a:moveTo>
                <a:lnTo>
                  <a:pt x="8955" y="484"/>
                </a:lnTo>
                <a:lnTo>
                  <a:pt x="9104" y="633"/>
                </a:lnTo>
                <a:lnTo>
                  <a:pt x="9253" y="801"/>
                </a:lnTo>
                <a:lnTo>
                  <a:pt x="9309" y="894"/>
                </a:lnTo>
                <a:lnTo>
                  <a:pt x="9346" y="931"/>
                </a:lnTo>
                <a:lnTo>
                  <a:pt x="9365" y="968"/>
                </a:lnTo>
                <a:lnTo>
                  <a:pt x="9365" y="1006"/>
                </a:lnTo>
                <a:lnTo>
                  <a:pt x="9328" y="1043"/>
                </a:lnTo>
                <a:lnTo>
                  <a:pt x="9235" y="1117"/>
                </a:lnTo>
                <a:lnTo>
                  <a:pt x="9067" y="1285"/>
                </a:lnTo>
                <a:lnTo>
                  <a:pt x="8918" y="1434"/>
                </a:lnTo>
                <a:lnTo>
                  <a:pt x="8769" y="1583"/>
                </a:lnTo>
                <a:lnTo>
                  <a:pt x="8620" y="1434"/>
                </a:lnTo>
                <a:lnTo>
                  <a:pt x="8471" y="1285"/>
                </a:lnTo>
                <a:lnTo>
                  <a:pt x="8304" y="1117"/>
                </a:lnTo>
                <a:lnTo>
                  <a:pt x="8118" y="968"/>
                </a:lnTo>
                <a:lnTo>
                  <a:pt x="8285" y="838"/>
                </a:lnTo>
                <a:lnTo>
                  <a:pt x="8453" y="671"/>
                </a:lnTo>
                <a:lnTo>
                  <a:pt x="8620" y="503"/>
                </a:lnTo>
                <a:lnTo>
                  <a:pt x="8788" y="335"/>
                </a:lnTo>
                <a:close/>
                <a:moveTo>
                  <a:pt x="9886" y="317"/>
                </a:moveTo>
                <a:lnTo>
                  <a:pt x="9849" y="335"/>
                </a:lnTo>
                <a:lnTo>
                  <a:pt x="9830" y="373"/>
                </a:lnTo>
                <a:lnTo>
                  <a:pt x="9812" y="410"/>
                </a:lnTo>
                <a:lnTo>
                  <a:pt x="9830" y="484"/>
                </a:lnTo>
                <a:lnTo>
                  <a:pt x="9886" y="559"/>
                </a:lnTo>
                <a:lnTo>
                  <a:pt x="9961" y="633"/>
                </a:lnTo>
                <a:lnTo>
                  <a:pt x="10091" y="764"/>
                </a:lnTo>
                <a:lnTo>
                  <a:pt x="10221" y="968"/>
                </a:lnTo>
                <a:lnTo>
                  <a:pt x="10240" y="987"/>
                </a:lnTo>
                <a:lnTo>
                  <a:pt x="10221" y="1006"/>
                </a:lnTo>
                <a:lnTo>
                  <a:pt x="10184" y="1062"/>
                </a:lnTo>
                <a:lnTo>
                  <a:pt x="10110" y="1117"/>
                </a:lnTo>
                <a:lnTo>
                  <a:pt x="9830" y="1378"/>
                </a:lnTo>
                <a:lnTo>
                  <a:pt x="9793" y="1453"/>
                </a:lnTo>
                <a:lnTo>
                  <a:pt x="9775" y="1490"/>
                </a:lnTo>
                <a:lnTo>
                  <a:pt x="9775" y="1527"/>
                </a:lnTo>
                <a:lnTo>
                  <a:pt x="9793" y="1564"/>
                </a:lnTo>
                <a:lnTo>
                  <a:pt x="9830" y="1601"/>
                </a:lnTo>
                <a:lnTo>
                  <a:pt x="9868" y="1620"/>
                </a:lnTo>
                <a:lnTo>
                  <a:pt x="9905" y="1639"/>
                </a:lnTo>
                <a:lnTo>
                  <a:pt x="9961" y="1620"/>
                </a:lnTo>
                <a:lnTo>
                  <a:pt x="10017" y="1583"/>
                </a:lnTo>
                <a:lnTo>
                  <a:pt x="10110" y="1490"/>
                </a:lnTo>
                <a:lnTo>
                  <a:pt x="10296" y="1304"/>
                </a:lnTo>
                <a:lnTo>
                  <a:pt x="10370" y="1210"/>
                </a:lnTo>
                <a:lnTo>
                  <a:pt x="10408" y="1173"/>
                </a:lnTo>
                <a:lnTo>
                  <a:pt x="10445" y="1136"/>
                </a:lnTo>
                <a:lnTo>
                  <a:pt x="10557" y="1136"/>
                </a:lnTo>
                <a:lnTo>
                  <a:pt x="10668" y="1155"/>
                </a:lnTo>
                <a:lnTo>
                  <a:pt x="11376" y="1155"/>
                </a:lnTo>
                <a:lnTo>
                  <a:pt x="11878" y="1136"/>
                </a:lnTo>
                <a:lnTo>
                  <a:pt x="14783" y="1136"/>
                </a:lnTo>
                <a:lnTo>
                  <a:pt x="15825" y="1099"/>
                </a:lnTo>
                <a:lnTo>
                  <a:pt x="16310" y="1080"/>
                </a:lnTo>
                <a:lnTo>
                  <a:pt x="16812" y="1062"/>
                </a:lnTo>
                <a:lnTo>
                  <a:pt x="17054" y="1062"/>
                </a:lnTo>
                <a:lnTo>
                  <a:pt x="17296" y="1043"/>
                </a:lnTo>
                <a:lnTo>
                  <a:pt x="17427" y="1024"/>
                </a:lnTo>
                <a:lnTo>
                  <a:pt x="17483" y="1006"/>
                </a:lnTo>
                <a:lnTo>
                  <a:pt x="17538" y="968"/>
                </a:lnTo>
                <a:lnTo>
                  <a:pt x="17576" y="950"/>
                </a:lnTo>
                <a:lnTo>
                  <a:pt x="17576" y="913"/>
                </a:lnTo>
                <a:lnTo>
                  <a:pt x="17576" y="857"/>
                </a:lnTo>
                <a:lnTo>
                  <a:pt x="17557" y="819"/>
                </a:lnTo>
                <a:lnTo>
                  <a:pt x="17520" y="801"/>
                </a:lnTo>
                <a:lnTo>
                  <a:pt x="17464" y="782"/>
                </a:lnTo>
                <a:lnTo>
                  <a:pt x="17110" y="782"/>
                </a:lnTo>
                <a:lnTo>
                  <a:pt x="16607" y="838"/>
                </a:lnTo>
                <a:lnTo>
                  <a:pt x="15583" y="875"/>
                </a:lnTo>
                <a:lnTo>
                  <a:pt x="14559" y="894"/>
                </a:lnTo>
                <a:lnTo>
                  <a:pt x="11692" y="894"/>
                </a:lnTo>
                <a:lnTo>
                  <a:pt x="11283" y="875"/>
                </a:lnTo>
                <a:lnTo>
                  <a:pt x="10873" y="894"/>
                </a:lnTo>
                <a:lnTo>
                  <a:pt x="10650" y="894"/>
                </a:lnTo>
                <a:lnTo>
                  <a:pt x="10557" y="913"/>
                </a:lnTo>
                <a:lnTo>
                  <a:pt x="10501" y="894"/>
                </a:lnTo>
                <a:lnTo>
                  <a:pt x="10463" y="875"/>
                </a:lnTo>
                <a:lnTo>
                  <a:pt x="10352" y="689"/>
                </a:lnTo>
                <a:lnTo>
                  <a:pt x="10203" y="522"/>
                </a:lnTo>
                <a:lnTo>
                  <a:pt x="10110" y="429"/>
                </a:lnTo>
                <a:lnTo>
                  <a:pt x="9998" y="354"/>
                </a:lnTo>
                <a:lnTo>
                  <a:pt x="9924" y="317"/>
                </a:lnTo>
                <a:close/>
                <a:moveTo>
                  <a:pt x="8788" y="0"/>
                </a:moveTo>
                <a:lnTo>
                  <a:pt x="8732" y="19"/>
                </a:lnTo>
                <a:lnTo>
                  <a:pt x="8639" y="93"/>
                </a:lnTo>
                <a:lnTo>
                  <a:pt x="8546" y="186"/>
                </a:lnTo>
                <a:lnTo>
                  <a:pt x="8397" y="373"/>
                </a:lnTo>
                <a:lnTo>
                  <a:pt x="8192" y="596"/>
                </a:lnTo>
                <a:lnTo>
                  <a:pt x="7987" y="801"/>
                </a:lnTo>
                <a:lnTo>
                  <a:pt x="7950" y="857"/>
                </a:lnTo>
                <a:lnTo>
                  <a:pt x="7894" y="913"/>
                </a:lnTo>
                <a:lnTo>
                  <a:pt x="7894" y="950"/>
                </a:lnTo>
                <a:lnTo>
                  <a:pt x="7913" y="968"/>
                </a:lnTo>
                <a:lnTo>
                  <a:pt x="7931" y="1024"/>
                </a:lnTo>
                <a:lnTo>
                  <a:pt x="8006" y="1136"/>
                </a:lnTo>
                <a:lnTo>
                  <a:pt x="8080" y="1229"/>
                </a:lnTo>
                <a:lnTo>
                  <a:pt x="8229" y="1378"/>
                </a:lnTo>
                <a:lnTo>
                  <a:pt x="8378" y="1546"/>
                </a:lnTo>
                <a:lnTo>
                  <a:pt x="8564" y="1750"/>
                </a:lnTo>
                <a:lnTo>
                  <a:pt x="8676" y="1862"/>
                </a:lnTo>
                <a:lnTo>
                  <a:pt x="8751" y="1899"/>
                </a:lnTo>
                <a:lnTo>
                  <a:pt x="8806" y="1881"/>
                </a:lnTo>
                <a:lnTo>
                  <a:pt x="8881" y="1843"/>
                </a:lnTo>
                <a:lnTo>
                  <a:pt x="8993" y="1750"/>
                </a:lnTo>
                <a:lnTo>
                  <a:pt x="9179" y="1546"/>
                </a:lnTo>
                <a:lnTo>
                  <a:pt x="9402" y="1322"/>
                </a:lnTo>
                <a:lnTo>
                  <a:pt x="9607" y="1099"/>
                </a:lnTo>
                <a:lnTo>
                  <a:pt x="9644" y="1062"/>
                </a:lnTo>
                <a:lnTo>
                  <a:pt x="9663" y="1006"/>
                </a:lnTo>
                <a:lnTo>
                  <a:pt x="9644" y="950"/>
                </a:lnTo>
                <a:lnTo>
                  <a:pt x="9626" y="894"/>
                </a:lnTo>
                <a:lnTo>
                  <a:pt x="9570" y="782"/>
                </a:lnTo>
                <a:lnTo>
                  <a:pt x="9495" y="689"/>
                </a:lnTo>
                <a:lnTo>
                  <a:pt x="9309" y="466"/>
                </a:lnTo>
                <a:lnTo>
                  <a:pt x="9104" y="261"/>
                </a:lnTo>
                <a:lnTo>
                  <a:pt x="9011" y="168"/>
                </a:lnTo>
                <a:lnTo>
                  <a:pt x="8918" y="75"/>
                </a:lnTo>
                <a:lnTo>
                  <a:pt x="8881" y="19"/>
                </a:lnTo>
                <a:lnTo>
                  <a:pt x="8844" y="0"/>
                </a:lnTo>
                <a:close/>
              </a:path>
            </a:pathLst>
          </a:custGeom>
          <a:solidFill>
            <a:srgbClr val="7C7F9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65494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162</Words>
  <Application>Microsoft Office PowerPoint</Application>
  <PresentationFormat>Widescreen</PresentationFormat>
  <Paragraphs>53</Paragraphs>
  <Slides>11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MS PGothic</vt:lpstr>
      <vt:lpstr>Arial</vt:lpstr>
      <vt:lpstr>Calibri</vt:lpstr>
      <vt:lpstr>Calibri Light</vt:lpstr>
      <vt:lpstr>Kiwi School Handwriting</vt:lpstr>
      <vt:lpstr>Wingdings</vt:lpstr>
      <vt:lpstr>Office Theme</vt:lpstr>
      <vt:lpstr>Pythagoras's Theorem</vt:lpstr>
      <vt:lpstr>Learning Intentions</vt:lpstr>
      <vt:lpstr>PowerPoint Presentation</vt:lpstr>
      <vt:lpstr>Practice</vt:lpstr>
      <vt:lpstr>PowerPoint Presentation</vt:lpstr>
      <vt:lpstr>PowerPoint Presentation</vt:lpstr>
      <vt:lpstr>PowerPoint Presentation</vt:lpstr>
      <vt:lpstr>Summarise</vt:lpstr>
      <vt:lpstr>Practice</vt:lpstr>
      <vt:lpstr>Task</vt:lpstr>
      <vt:lpstr>Extra 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Pythagoras's Theorem</dc:title>
  <dc:creator>Nine Labuschagne</dc:creator>
  <cp:lastModifiedBy>Nine Labuschagne</cp:lastModifiedBy>
  <cp:revision>10</cp:revision>
  <dcterms:created xsi:type="dcterms:W3CDTF">2018-01-31T12:58:38Z</dcterms:created>
  <dcterms:modified xsi:type="dcterms:W3CDTF">2018-01-31T13:17:33Z</dcterms:modified>
</cp:coreProperties>
</file>