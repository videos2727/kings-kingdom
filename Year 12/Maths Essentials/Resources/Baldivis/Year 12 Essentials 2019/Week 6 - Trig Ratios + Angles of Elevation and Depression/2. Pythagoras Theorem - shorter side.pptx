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4" r:id="rId4"/>
    <p:sldId id="259" r:id="rId5"/>
    <p:sldId id="261" r:id="rId6"/>
    <p:sldId id="265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26B18-BEEA-4E14-BBB4-28FDD75400FB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3DF21-00EF-46BE-AFF5-E9FB864427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7668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643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08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8461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735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837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4FBB-89F2-46C1-9E09-A89828946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42C0F-EC6B-4E25-A66B-1B510BA1C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1F93-D06B-4CF0-ACC2-EFF64D29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4B9B2-AC3F-41B5-892F-931AFB88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4490C-86D7-4648-8C33-6084AC00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057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207FF-7670-451A-A5F1-2D600864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C9A6C-9909-49FB-ACF4-DC1CA82E9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551C2-9949-4ECD-865F-2964AC40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E4A6-3ACF-42FA-ADFE-C0370BDB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0832D-A6EF-4555-95D9-9EEAD7FA5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952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CE3E-5BCC-482D-99E5-B3C4D197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9C19E-8725-4140-9AAB-AE9E69D46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E39C1-4796-422E-AA8C-AC8A5670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D3027-D8DC-4EE2-92AE-2BA5BB37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6B7EB-6868-4F65-AEA9-02A1B5AD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93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52A58-EC26-4BCB-9FEE-728C907E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8025D-5782-4042-AF92-B18DD9328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9F6DB-05DB-43D5-82A3-45D901B1A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DFA96-F294-460F-A894-D7A08AB37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A7152-13DA-4133-B526-AEDF1A75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91E6A-1196-4F20-A73A-E37C3914A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329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A215-2715-418D-9E76-3D43466B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7B274-E257-44E6-A4DB-C68D51C40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CBD1C-0E00-4835-9FAC-ECB966909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0DE1EF-FB36-4ABB-81B0-20473D72E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FFA27-D54A-407C-B6C3-CC9567F2C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C83C0-8936-482B-8568-EE94DEB2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F7C0EB-B1CC-4843-A697-8E92AEA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14B38-1C73-407D-A507-BA270698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336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D24B-D817-4300-9DC3-37ACF575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76DF0-1617-4F14-8DB2-A4C7763F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55A50-4EF6-4B63-884A-C3B494FAF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9B833-1CDB-4E32-9AE9-E56A92E7F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105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C6C5E-FE17-4915-9C82-EE10DD96D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2E347-A972-4869-9040-830D892B2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96C0E-B794-413D-80D9-72FD3015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67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A62EB-92E0-442E-B126-26390E281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6EA49-49C9-4209-AAE1-DF3597A21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3F13C-B198-49D0-9B3C-F0D429703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70E87-1198-4068-BBDE-8F738B0E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8F1C0-208D-466D-872B-9631CAEFD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05533-CB9A-440F-B1F8-371EC401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64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1D3E-273E-4B3A-8F76-A12B4EEE5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6BCA6D-7B66-41FA-AB20-9F9F734C5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9E571-A8A6-4259-8EDA-9EAD23E06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32F1E-B31F-4192-8C4B-C1EE1807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05805-84AB-4450-BA27-C74E75CB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A0C37-63A0-48DE-BF50-0DEECDB1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852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FC26-6F85-4A32-B808-01B0B2C29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8A508-64AB-45E7-8465-E9D84648F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D2523-1DF7-449C-A6EC-CEB4841F6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84886-1446-4A07-A02E-B0F2CFC5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07164-594E-468E-83B3-9CB6A3B4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14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F45B2-65C5-4BF2-9AED-A037ACEF2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55C4B-216F-4908-9365-B38B22100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B25F9-E0AE-497D-9520-5DF30ABA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04460-F923-4AA0-9813-83F6545D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401EE-ABC0-442B-96D4-00E84805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6601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13462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02731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87206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01116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32810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2DEA7-09DA-4FE9-A10A-89F3DD2D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8A8EA-4A13-466B-892A-E83A27D8E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46DBB-47BC-45D2-97DF-3B382C5EE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86EAA-38FB-476E-8FCA-C35C6A47D43D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8E50-E6D3-4381-AE27-AB65ABA5B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59191-1669-4FCF-B03A-8EB0C531D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9D389-8A65-4412-A430-444CB63046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587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12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Pythagoras Theorem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Find the length of the shorter side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3368675" y="423884"/>
            <a:ext cx="8229600" cy="47847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GB" altLang="en-US" dirty="0"/>
              <a:t>A plane flies 120km due north, and then heads due east for 80km. How far is the plane from it’s starting point?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pic>
        <p:nvPicPr>
          <p:cNvPr id="102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>
            <a:off x="2909391" y="5733257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251201" y="6021389"/>
            <a:ext cx="219075" cy="219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341688" y="3429001"/>
            <a:ext cx="0" cy="2727325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279651" y="4508501"/>
            <a:ext cx="113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GB" altLang="en-US"/>
              <a:t>120km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368675" y="3429000"/>
            <a:ext cx="2205038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675" y="3429001"/>
            <a:ext cx="2205038" cy="27400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89389" y="2997201"/>
            <a:ext cx="1296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80km</a:t>
            </a:r>
          </a:p>
        </p:txBody>
      </p:sp>
      <p:pic>
        <p:nvPicPr>
          <p:cNvPr id="1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 rot="5400000">
            <a:off x="2904812" y="2992620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68565" y="1658522"/>
            <a:ext cx="3456384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3200" dirty="0"/>
              <a:t>How do we calculate the final distance?</a:t>
            </a:r>
          </a:p>
        </p:txBody>
      </p:sp>
      <p:pic>
        <p:nvPicPr>
          <p:cNvPr id="8" name="Picture 2" descr="Image result for thinking cap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64" y="296247"/>
            <a:ext cx="2128651" cy="311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4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3.7037E-6 L 0.00035 -0.397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208 L 0.23733 0.0020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9741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use Pythagoras to find the length of the shorter sides?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A253DB-6A58-4D4F-891B-F4A41918FED5}"/>
              </a:ext>
            </a:extLst>
          </p:cNvPr>
          <p:cNvSpPr txBox="1"/>
          <p:nvPr/>
        </p:nvSpPr>
        <p:spPr>
          <a:xfrm>
            <a:off x="1" y="1827341"/>
            <a:ext cx="21125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Kiwi School Handwriting" panose="00000500000000000000" pitchFamily="2" charset="0"/>
              </a:rPr>
              <a:t>How do you find the length of the Shorter Side?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653C22-7DB7-4083-A85E-EFA3B458F685}"/>
              </a:ext>
            </a:extLst>
          </p:cNvPr>
          <p:cNvSpPr/>
          <p:nvPr/>
        </p:nvSpPr>
        <p:spPr>
          <a:xfrm>
            <a:off x="2759028" y="1546145"/>
            <a:ext cx="803994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2800" dirty="0"/>
              <a:t>We can also use Pythagoras’ theorem to find the length of a shorter</a:t>
            </a:r>
          </a:p>
          <a:p>
            <a:pPr algn="ctr" eaLnBrk="1" hangingPunct="1"/>
            <a:endParaRPr lang="en-GB" altLang="en-US" sz="2800" dirty="0"/>
          </a:p>
          <a:p>
            <a:pPr algn="ctr" eaLnBrk="1" hangingPunct="1"/>
            <a:r>
              <a:rPr lang="en-GB" altLang="en-US" sz="2800" b="1" dirty="0"/>
              <a:t>a</a:t>
            </a:r>
            <a:r>
              <a:rPr lang="en-GB" altLang="en-US" sz="2800" b="1" baseline="30000" dirty="0"/>
              <a:t>2</a:t>
            </a:r>
            <a:r>
              <a:rPr lang="en-GB" altLang="en-US" sz="2800" b="1" dirty="0"/>
              <a:t> = c</a:t>
            </a:r>
            <a:r>
              <a:rPr lang="en-GB" altLang="en-US" sz="2800" b="1" baseline="30000" dirty="0"/>
              <a:t>2</a:t>
            </a:r>
            <a:r>
              <a:rPr lang="en-GB" altLang="en-US" sz="2800" b="1" dirty="0"/>
              <a:t> – b</a:t>
            </a:r>
            <a:r>
              <a:rPr lang="en-GB" altLang="en-US" sz="2800" b="1" baseline="30000" dirty="0"/>
              <a:t>2</a:t>
            </a:r>
          </a:p>
          <a:p>
            <a:pPr algn="ctr" eaLnBrk="1" hangingPunct="1"/>
            <a:endParaRPr lang="en-GB" altLang="en-US" sz="2800" dirty="0"/>
          </a:p>
          <a:p>
            <a:pPr algn="ctr" eaLnBrk="1" hangingPunct="1"/>
            <a:endParaRPr lang="en-GB" altLang="en-US" sz="28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Square the longer side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Subtract the square of the other known side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Square root your answer to get the unknown shorter side</a:t>
            </a:r>
          </a:p>
          <a:p>
            <a:pPr marL="0" indent="0" eaLnBrk="1" hangingPunct="1">
              <a:buNone/>
            </a:pPr>
            <a:r>
              <a:rPr lang="en-GB" altLang="en-US" sz="2800" dirty="0"/>
              <a:t>	</a:t>
            </a:r>
            <a:endParaRPr lang="en-GB" altLang="en-US" sz="2800" baseline="30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F04A3D-7087-482B-B962-E45581A133EB}"/>
              </a:ext>
            </a:extLst>
          </p:cNvPr>
          <p:cNvSpPr/>
          <p:nvPr/>
        </p:nvSpPr>
        <p:spPr>
          <a:xfrm>
            <a:off x="5707649" y="2638293"/>
            <a:ext cx="2142699" cy="79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24D919CC-9239-41B3-AFFE-413FFF5995FF}"/>
              </a:ext>
            </a:extLst>
          </p:cNvPr>
          <p:cNvSpPr/>
          <p:nvPr/>
        </p:nvSpPr>
        <p:spPr>
          <a:xfrm>
            <a:off x="1807949" y="1579632"/>
            <a:ext cx="4824413" cy="3168650"/>
          </a:xfrm>
          <a:prstGeom prst="rtTriangl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093BEC5-3A90-4FD5-8873-74837CF8C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86" y="2871857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12cm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5A09D6C5-40B7-4EB0-A64B-3406AC330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890" y="4751239"/>
            <a:ext cx="12239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a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11E983E-BAA9-44F2-BCCF-8E16A3D15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3948" y="2507527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13cm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2A51F-71F6-415F-A830-D945C2644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186" y="1182538"/>
            <a:ext cx="266541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c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b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13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- 12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169 - 144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25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 = √25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b="1" dirty="0">
                <a:solidFill>
                  <a:srgbClr val="00B050"/>
                </a:solidFill>
              </a:rPr>
              <a:t>a = 5 cm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DDEED7-BB85-48CA-84DC-618727AAAAB7}"/>
              </a:ext>
            </a:extLst>
          </p:cNvPr>
          <p:cNvSpPr/>
          <p:nvPr/>
        </p:nvSpPr>
        <p:spPr>
          <a:xfrm>
            <a:off x="1807948" y="4334253"/>
            <a:ext cx="402703" cy="41402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CAAB3851-3238-4FBD-9C57-70D530361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226" y="1567692"/>
            <a:ext cx="1008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6cm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D8D4CF2-23E0-407F-8738-E3800A642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1288" y="3311311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14cm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EB87173-06D0-4477-B3F4-497844059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55" y="3311311"/>
            <a:ext cx="10080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b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B55457D-4FF9-46ED-AC12-0AF78EBF0EA4}"/>
              </a:ext>
            </a:extLst>
          </p:cNvPr>
          <p:cNvGrpSpPr/>
          <p:nvPr/>
        </p:nvGrpSpPr>
        <p:grpSpPr>
          <a:xfrm rot="5400000">
            <a:off x="348991" y="3307888"/>
            <a:ext cx="3996532" cy="1960668"/>
            <a:chOff x="2927350" y="1844675"/>
            <a:chExt cx="4824414" cy="3168650"/>
          </a:xfrm>
        </p:grpSpPr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7241315D-5322-471C-BFA9-AA9D2DE69A01}"/>
                </a:ext>
              </a:extLst>
            </p:cNvPr>
            <p:cNvSpPr/>
            <p:nvPr/>
          </p:nvSpPr>
          <p:spPr>
            <a:xfrm>
              <a:off x="2927351" y="1844675"/>
              <a:ext cx="4824413" cy="3168650"/>
            </a:xfrm>
            <a:prstGeom prst="rtTriangl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8968EF-9F91-43DA-9127-9293F60BE018}"/>
                </a:ext>
              </a:extLst>
            </p:cNvPr>
            <p:cNvSpPr/>
            <p:nvPr/>
          </p:nvSpPr>
          <p:spPr>
            <a:xfrm>
              <a:off x="2927350" y="4599296"/>
              <a:ext cx="402703" cy="41402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8700DB-EF10-4D37-A914-CF9F1DB97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8919" y="1187365"/>
            <a:ext cx="266541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c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14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- 6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196 - 36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160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 = √160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b="1" dirty="0">
                <a:solidFill>
                  <a:srgbClr val="7030A0"/>
                </a:solidFill>
              </a:rPr>
              <a:t>b = 12.65 cm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21B058E-54FE-46AA-821F-C2E5AC8B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47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219133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3BD365-C47C-43DD-AEFE-92822C99F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65" y="1275940"/>
            <a:ext cx="11847670" cy="545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192</Words>
  <Application>Microsoft Office PowerPoint</Application>
  <PresentationFormat>Widescreen</PresentationFormat>
  <Paragraphs>58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MS PGothic</vt:lpstr>
      <vt:lpstr>Arial</vt:lpstr>
      <vt:lpstr>Calibri</vt:lpstr>
      <vt:lpstr>Calibri Light</vt:lpstr>
      <vt:lpstr>Kiwi School Handwriting</vt:lpstr>
      <vt:lpstr>Office Theme</vt:lpstr>
      <vt:lpstr>Pythagoras Theorem</vt:lpstr>
      <vt:lpstr>Learning Intentions</vt:lpstr>
      <vt:lpstr>PowerPoint Presentation</vt:lpstr>
      <vt:lpstr>PowerPoint Presentation</vt:lpstr>
      <vt:lpstr>Practice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Pythagoras Theorem</dc:title>
  <dc:creator>Nine Labuschagne</dc:creator>
  <cp:lastModifiedBy>Nine Labuschagne</cp:lastModifiedBy>
  <cp:revision>6</cp:revision>
  <dcterms:created xsi:type="dcterms:W3CDTF">2018-01-31T13:28:49Z</dcterms:created>
  <dcterms:modified xsi:type="dcterms:W3CDTF">2018-01-31T13:34:49Z</dcterms:modified>
</cp:coreProperties>
</file>