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6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51C73F-3521-40D9-9F1D-2D0D192C91E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CD626-FF8A-4ED3-8E33-AC41887B92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5C328B-3328-4C0C-AE9D-57D5B4FE7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230E7-6EED-43F7-AA3E-097F16CB6DC5}" type="datetimeFigureOut">
              <a:rPr lang="en-AU" smtClean="0"/>
              <a:t>24/06/2019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2C532A-3A00-4EE4-B44B-5C7CEBA0DF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0FCD84-0532-4E99-99E5-21311C035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F7343-020A-44F4-85B3-74D46B11B52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391615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40FD3-A042-43B4-96C8-27391237CB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87F302-D607-47AE-B322-F520961FE8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D82279-B82F-46E2-9650-6A72B2D842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230E7-6EED-43F7-AA3E-097F16CB6DC5}" type="datetimeFigureOut">
              <a:rPr lang="en-AU" smtClean="0"/>
              <a:t>24/06/2019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645AFD-4392-4C4B-B1EB-969C2A3DB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CE4E1-71E6-493C-82CB-954BBBFA73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F7343-020A-44F4-85B3-74D46B11B52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37547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E6495-D847-4A31-A57A-79C5A78541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82C5A6-211C-4EE2-AE7F-74459F2EC0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BCFF55-B4F0-41F9-A09B-0306A720D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230E7-6EED-43F7-AA3E-097F16CB6DC5}" type="datetimeFigureOut">
              <a:rPr lang="en-AU" smtClean="0"/>
              <a:t>24/06/2019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270422-3D0E-4B21-B4F9-AA8109B82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63D978-0918-4175-AA8D-227B99F38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F7343-020A-44F4-85B3-74D46B11B52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60649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04DAB-BDB1-4218-981B-C82747D65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25085C-03C3-40B0-A297-E51A21D333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1E0486-6E19-4591-8319-CF07B43146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18CAC4-9CBD-4012-B299-50EDDB25F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230E7-6EED-43F7-AA3E-097F16CB6DC5}" type="datetimeFigureOut">
              <a:rPr lang="en-AU" smtClean="0"/>
              <a:t>24/06/2019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BE4C6B-CA82-4F20-8EA2-EB256BF432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7577C4-219A-4216-8428-FC0582E1C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F7343-020A-44F4-85B3-74D46B11B52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08484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7643E8-AA17-41D5-8317-00182880D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8CED33-EA2E-4290-B9F7-8338739404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00C858-2C3F-4853-A265-1A5AB29B55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A12E382-7AA8-401F-AA52-373F062BC9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5913B9C-55AF-458E-A184-2399228FD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E093222-128C-4588-B058-7EAEE6B9F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230E7-6EED-43F7-AA3E-097F16CB6DC5}" type="datetimeFigureOut">
              <a:rPr lang="en-AU" smtClean="0"/>
              <a:t>24/06/2019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D13CB93-F471-4BEE-9F83-B2E07180F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22F6B1F-D2EA-4B67-AE09-1A4DB3303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F7343-020A-44F4-85B3-74D46B11B52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868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8E40A-228A-4AB2-A747-EE0E80808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F032E1-FAD7-45F4-82FA-E3EE801D56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230E7-6EED-43F7-AA3E-097F16CB6DC5}" type="datetimeFigureOut">
              <a:rPr lang="en-AU" smtClean="0"/>
              <a:t>24/06/2019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05E4E9-2BAA-493E-BFC4-8DEAFE162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518112-1A16-4D3A-BDEE-974F36BD82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F7343-020A-44F4-85B3-74D46B11B52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824825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0FB1EF-E46F-4C40-B792-05AB865A4E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230E7-6EED-43F7-AA3E-097F16CB6DC5}" type="datetimeFigureOut">
              <a:rPr lang="en-AU" smtClean="0"/>
              <a:t>24/06/2019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F6C178-3460-4DE1-8CC2-C700C890F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3C56CC-0110-4767-A3AA-0B9B9F067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F7343-020A-44F4-85B3-74D46B11B52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676470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ABA38E-6CA0-4C45-A357-83D13D68F8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C45E47-9AB2-408F-B00E-34D4D55280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F4AA590-06F0-4E97-B40F-08AA1A2EB9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D423E2-E20F-40F8-8836-7812464E8D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230E7-6EED-43F7-AA3E-097F16CB6DC5}" type="datetimeFigureOut">
              <a:rPr lang="en-AU" smtClean="0"/>
              <a:t>24/06/2019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2421F72-5978-44E1-90DA-A402BDAFC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08AE21-72B4-4F83-BED5-7EE9E84BF6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F7343-020A-44F4-85B3-74D46B11B52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21998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3884E-5ED2-489E-BAD7-176387B63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2DADC6E-B483-4903-82F1-7C7453BE7F4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FFE79D2-3FC5-434B-ACFE-2D95C98C79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54B5BD-E99F-45EA-AAB2-49F528921C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230E7-6EED-43F7-AA3E-097F16CB6DC5}" type="datetimeFigureOut">
              <a:rPr lang="en-AU" smtClean="0"/>
              <a:t>24/06/2019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B55C4F-9525-4A9B-9650-EABB2DD4F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91B827-D8E6-4637-B4C5-F37195F18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F7343-020A-44F4-85B3-74D46B11B52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35432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DC513-06E1-4419-B526-7B61CE73FA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37B740-58F5-419E-88FA-3D4935E4E9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5E7A0F-DA29-41B2-A997-4BEDEBF4A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230E7-6EED-43F7-AA3E-097F16CB6DC5}" type="datetimeFigureOut">
              <a:rPr lang="en-AU" smtClean="0"/>
              <a:t>24/06/2019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94D3A1-D5C1-4F56-85D5-7B9BCB4E2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B721B7-1B23-4CFD-B282-64303158A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F7343-020A-44F4-85B3-74D46B11B52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693441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91895EE-B563-442F-92C8-8E60922429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51AFF0-4BDD-43EA-B713-67C620FA57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0EBA31-A66B-4E34-A288-15DC13547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230E7-6EED-43F7-AA3E-097F16CB6DC5}" type="datetimeFigureOut">
              <a:rPr lang="en-AU" smtClean="0"/>
              <a:t>24/06/2019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0B38-BEF9-4311-8695-9AEA1BEF7C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36431F-C69E-4378-9B0B-29BF2871F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BF7343-020A-44F4-85B3-74D46B11B52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29034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3BDFEB9-BFC8-412D-8420-6C7C0034AF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D6754E-A25F-42A1-900E-F4977A00EA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299D72-BB21-4583-AEE3-ED9DB95CCC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C230E7-6EED-43F7-AA3E-097F16CB6DC5}" type="datetimeFigureOut">
              <a:rPr lang="en-AU" smtClean="0"/>
              <a:t>24/06/2019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C37AC8-4D48-48B2-B0ED-9A68B524766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835081-60A6-41F3-801B-1813E6D43F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DBF7343-020A-44F4-85B3-74D46B11B520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14134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83532" y="158273"/>
            <a:ext cx="6746708" cy="7571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2160" b="1" dirty="0">
                <a:solidFill>
                  <a:srgbClr val="000000"/>
                </a:solidFill>
                <a:latin typeface="Trebuchet MS - 48"/>
              </a:rPr>
              <a:t>Topic: graphing relationships</a:t>
            </a:r>
          </a:p>
          <a:p>
            <a:r>
              <a:rPr lang="en-GB" sz="2160" b="1" dirty="0">
                <a:solidFill>
                  <a:srgbClr val="000000"/>
                </a:solidFill>
                <a:latin typeface="Trebuchet MS - 48"/>
              </a:rPr>
              <a:t>EQ: What are scatter graphs?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3147" y="1286262"/>
            <a:ext cx="7582442" cy="175432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GB" dirty="0">
                <a:solidFill>
                  <a:srgbClr val="000000"/>
                </a:solidFill>
                <a:latin typeface="Trebuchet MS - 24"/>
              </a:rPr>
              <a:t>Scatter graphs are used to investigate relationships between two sets of data (bi-variate data). </a:t>
            </a:r>
          </a:p>
          <a:p>
            <a:endParaRPr lang="en-GB" dirty="0">
              <a:solidFill>
                <a:srgbClr val="000000"/>
              </a:solidFill>
              <a:latin typeface="Trebuchet MS - 24"/>
            </a:endParaRPr>
          </a:p>
          <a:p>
            <a:r>
              <a:rPr lang="en-GB" dirty="0">
                <a:solidFill>
                  <a:srgbClr val="000000"/>
                </a:solidFill>
                <a:latin typeface="Trebuchet MS - 24"/>
              </a:rPr>
              <a:t>Points are plotted very like co-ordinates.</a:t>
            </a:r>
          </a:p>
          <a:p>
            <a:endParaRPr lang="en-GB" dirty="0">
              <a:solidFill>
                <a:srgbClr val="000000"/>
              </a:solidFill>
              <a:latin typeface="Trebuchet MS - 24"/>
            </a:endParaRPr>
          </a:p>
          <a:p>
            <a:r>
              <a:rPr lang="en-GB" dirty="0">
                <a:solidFill>
                  <a:srgbClr val="000000"/>
                </a:solidFill>
                <a:latin typeface="Trebuchet MS - 24"/>
              </a:rPr>
              <a:t>Below are the marks of eight students in their Maths and Science tests.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1723110" y="3223260"/>
          <a:ext cx="8613419" cy="1714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6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Student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A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B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C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D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E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F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G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H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Maths mark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56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73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51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62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24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67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94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35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Science mark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62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68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45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68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35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73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88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32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91935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81350" y="205740"/>
            <a:ext cx="5964656" cy="3416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GB" sz="1620">
                <a:solidFill>
                  <a:srgbClr val="000000"/>
                </a:solidFill>
                <a:latin typeface="Trebuchet MS - 24"/>
              </a:rPr>
              <a:t>Draw a scatter graph of this information: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/>
          </p:nvPr>
        </p:nvGraphicFramePr>
        <p:xfrm>
          <a:off x="2214600" y="742951"/>
          <a:ext cx="7525020" cy="14703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302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9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89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89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89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990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9901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9899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9899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90108"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Student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A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B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C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D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E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F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G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H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108"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Maths mark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56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73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51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62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24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67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94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35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0103"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Science mark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62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68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45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68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35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73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88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32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74" name="Group 73"/>
          <p:cNvGrpSpPr/>
          <p:nvPr/>
        </p:nvGrpSpPr>
        <p:grpSpPr>
          <a:xfrm>
            <a:off x="3730730" y="2365213"/>
            <a:ext cx="4262650" cy="4122669"/>
            <a:chOff x="2451923" y="2628014"/>
            <a:chExt cx="4736277" cy="4580744"/>
          </a:xfrm>
        </p:grpSpPr>
        <p:grpSp>
          <p:nvGrpSpPr>
            <p:cNvPr id="71" name="Group 70"/>
            <p:cNvGrpSpPr/>
            <p:nvPr/>
          </p:nvGrpSpPr>
          <p:grpSpPr>
            <a:xfrm>
              <a:off x="2552700" y="2628014"/>
              <a:ext cx="4635500" cy="4326744"/>
              <a:chOff x="2552700" y="2628014"/>
              <a:chExt cx="4635500" cy="4326744"/>
            </a:xfrm>
          </p:grpSpPr>
          <p:grpSp>
            <p:nvGrpSpPr>
              <p:cNvPr id="49" name="Group 48"/>
              <p:cNvGrpSpPr/>
              <p:nvPr/>
            </p:nvGrpSpPr>
            <p:grpSpPr>
              <a:xfrm>
                <a:off x="3072514" y="2628014"/>
                <a:ext cx="4061424" cy="4057426"/>
                <a:chOff x="3072514" y="2628014"/>
                <a:chExt cx="4061424" cy="4057426"/>
              </a:xfrm>
            </p:grpSpPr>
            <p:grpSp>
              <p:nvGrpSpPr>
                <p:cNvPr id="46" name="Group 45"/>
                <p:cNvGrpSpPr/>
                <p:nvPr/>
              </p:nvGrpSpPr>
              <p:grpSpPr>
                <a:xfrm>
                  <a:off x="3073497" y="2886731"/>
                  <a:ext cx="3801964" cy="3798709"/>
                  <a:chOff x="3073497" y="2886731"/>
                  <a:chExt cx="3801964" cy="3798709"/>
                </a:xfrm>
              </p:grpSpPr>
              <p:sp>
                <p:nvSpPr>
                  <p:cNvPr id="4" name="Freeform 3"/>
                  <p:cNvSpPr/>
                  <p:nvPr/>
                </p:nvSpPr>
                <p:spPr>
                  <a:xfrm>
                    <a:off x="3073497" y="2895229"/>
                    <a:ext cx="18959" cy="377697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8959" h="3776974">
                        <a:moveTo>
                          <a:pt x="0" y="0"/>
                        </a:moveTo>
                        <a:lnTo>
                          <a:pt x="18958" y="0"/>
                        </a:lnTo>
                        <a:lnTo>
                          <a:pt x="18958" y="3776973"/>
                        </a:lnTo>
                        <a:lnTo>
                          <a:pt x="0" y="3776973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5" name="Freeform 4"/>
                  <p:cNvSpPr/>
                  <p:nvPr/>
                </p:nvSpPr>
                <p:spPr>
                  <a:xfrm>
                    <a:off x="3073497" y="2886731"/>
                    <a:ext cx="3800579" cy="188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800579" h="18877">
                        <a:moveTo>
                          <a:pt x="0" y="0"/>
                        </a:moveTo>
                        <a:lnTo>
                          <a:pt x="3800578" y="0"/>
                        </a:lnTo>
                        <a:lnTo>
                          <a:pt x="3800578" y="18876"/>
                        </a:lnTo>
                        <a:lnTo>
                          <a:pt x="0" y="18876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6" name="Freeform 5"/>
                  <p:cNvSpPr/>
                  <p:nvPr/>
                </p:nvSpPr>
                <p:spPr>
                  <a:xfrm>
                    <a:off x="3086817" y="3076560"/>
                    <a:ext cx="3780886" cy="1969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0886" h="19696">
                        <a:moveTo>
                          <a:pt x="0" y="0"/>
                        </a:moveTo>
                        <a:lnTo>
                          <a:pt x="3780885" y="0"/>
                        </a:lnTo>
                        <a:lnTo>
                          <a:pt x="3780885" y="19695"/>
                        </a:lnTo>
                        <a:lnTo>
                          <a:pt x="0" y="19695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7" name="Freeform 6"/>
                  <p:cNvSpPr/>
                  <p:nvPr/>
                </p:nvSpPr>
                <p:spPr>
                  <a:xfrm>
                    <a:off x="3264225" y="2896210"/>
                    <a:ext cx="19858" cy="377696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9858" h="3776966">
                        <a:moveTo>
                          <a:pt x="0" y="0"/>
                        </a:moveTo>
                        <a:lnTo>
                          <a:pt x="19857" y="0"/>
                        </a:lnTo>
                        <a:lnTo>
                          <a:pt x="19857" y="3776965"/>
                        </a:lnTo>
                        <a:lnTo>
                          <a:pt x="0" y="3776965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8" name="Freeform 7"/>
                  <p:cNvSpPr/>
                  <p:nvPr/>
                </p:nvSpPr>
                <p:spPr>
                  <a:xfrm>
                    <a:off x="3452171" y="2895229"/>
                    <a:ext cx="19694" cy="377697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9694" h="3776974">
                        <a:moveTo>
                          <a:pt x="0" y="0"/>
                        </a:moveTo>
                        <a:lnTo>
                          <a:pt x="19693" y="0"/>
                        </a:lnTo>
                        <a:lnTo>
                          <a:pt x="19693" y="3776973"/>
                        </a:lnTo>
                        <a:lnTo>
                          <a:pt x="0" y="3776973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9" name="Freeform 8"/>
                  <p:cNvSpPr/>
                  <p:nvPr/>
                </p:nvSpPr>
                <p:spPr>
                  <a:xfrm>
                    <a:off x="3642736" y="2896210"/>
                    <a:ext cx="21736" cy="377803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1736" h="3778031">
                        <a:moveTo>
                          <a:pt x="0" y="0"/>
                        </a:moveTo>
                        <a:lnTo>
                          <a:pt x="21735" y="0"/>
                        </a:lnTo>
                        <a:lnTo>
                          <a:pt x="21735" y="3778030"/>
                        </a:lnTo>
                        <a:lnTo>
                          <a:pt x="0" y="3778030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10" name="Freeform 9"/>
                  <p:cNvSpPr/>
                  <p:nvPr/>
                </p:nvSpPr>
                <p:spPr>
                  <a:xfrm>
                    <a:off x="3827825" y="2895229"/>
                    <a:ext cx="22639" cy="377901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639" h="3779013">
                        <a:moveTo>
                          <a:pt x="0" y="0"/>
                        </a:moveTo>
                        <a:lnTo>
                          <a:pt x="22638" y="0"/>
                        </a:lnTo>
                        <a:lnTo>
                          <a:pt x="22638" y="3779012"/>
                        </a:lnTo>
                        <a:lnTo>
                          <a:pt x="0" y="3779012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11" name="Freeform 10"/>
                  <p:cNvSpPr/>
                  <p:nvPr/>
                </p:nvSpPr>
                <p:spPr>
                  <a:xfrm>
                    <a:off x="4018473" y="2896210"/>
                    <a:ext cx="19692" cy="377696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9692" h="3776966">
                        <a:moveTo>
                          <a:pt x="0" y="0"/>
                        </a:moveTo>
                        <a:lnTo>
                          <a:pt x="19691" y="0"/>
                        </a:lnTo>
                        <a:lnTo>
                          <a:pt x="19691" y="3776965"/>
                        </a:lnTo>
                        <a:lnTo>
                          <a:pt x="0" y="3776965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12" name="Freeform 11"/>
                  <p:cNvSpPr/>
                  <p:nvPr/>
                </p:nvSpPr>
                <p:spPr>
                  <a:xfrm>
                    <a:off x="4209281" y="2897192"/>
                    <a:ext cx="21736" cy="377803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1736" h="3778036">
                        <a:moveTo>
                          <a:pt x="0" y="0"/>
                        </a:moveTo>
                        <a:lnTo>
                          <a:pt x="21735" y="0"/>
                        </a:lnTo>
                        <a:lnTo>
                          <a:pt x="21735" y="3778035"/>
                        </a:lnTo>
                        <a:lnTo>
                          <a:pt x="0" y="3778035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13" name="Freeform 12"/>
                  <p:cNvSpPr/>
                  <p:nvPr/>
                </p:nvSpPr>
                <p:spPr>
                  <a:xfrm>
                    <a:off x="4398047" y="2896210"/>
                    <a:ext cx="20676" cy="377696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0676" h="3776966">
                        <a:moveTo>
                          <a:pt x="0" y="0"/>
                        </a:moveTo>
                        <a:lnTo>
                          <a:pt x="20675" y="0"/>
                        </a:lnTo>
                        <a:lnTo>
                          <a:pt x="20675" y="3776965"/>
                        </a:lnTo>
                        <a:lnTo>
                          <a:pt x="0" y="3776965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14" name="Freeform 13"/>
                  <p:cNvSpPr/>
                  <p:nvPr/>
                </p:nvSpPr>
                <p:spPr>
                  <a:xfrm>
                    <a:off x="4587714" y="2897927"/>
                    <a:ext cx="22799" cy="3775988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799" h="3775988">
                        <a:moveTo>
                          <a:pt x="0" y="0"/>
                        </a:moveTo>
                        <a:lnTo>
                          <a:pt x="22798" y="0"/>
                        </a:lnTo>
                        <a:lnTo>
                          <a:pt x="22798" y="3775987"/>
                        </a:lnTo>
                        <a:lnTo>
                          <a:pt x="0" y="3775987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15" name="Freeform 14"/>
                  <p:cNvSpPr/>
                  <p:nvPr/>
                </p:nvSpPr>
                <p:spPr>
                  <a:xfrm>
                    <a:off x="4771739" y="2896210"/>
                    <a:ext cx="24436" cy="377696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4436" h="3776966">
                        <a:moveTo>
                          <a:pt x="0" y="0"/>
                        </a:moveTo>
                        <a:lnTo>
                          <a:pt x="24435" y="0"/>
                        </a:lnTo>
                        <a:lnTo>
                          <a:pt x="24435" y="3776965"/>
                        </a:lnTo>
                        <a:lnTo>
                          <a:pt x="0" y="3776965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16" name="Freeform 15"/>
                  <p:cNvSpPr/>
                  <p:nvPr/>
                </p:nvSpPr>
                <p:spPr>
                  <a:xfrm>
                    <a:off x="4963691" y="2897192"/>
                    <a:ext cx="19616" cy="377419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9616" h="3774195">
                        <a:moveTo>
                          <a:pt x="0" y="0"/>
                        </a:moveTo>
                        <a:lnTo>
                          <a:pt x="19615" y="0"/>
                        </a:lnTo>
                        <a:lnTo>
                          <a:pt x="19615" y="3774194"/>
                        </a:lnTo>
                        <a:lnTo>
                          <a:pt x="0" y="3774194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17" name="Freeform 16"/>
                  <p:cNvSpPr/>
                  <p:nvPr/>
                </p:nvSpPr>
                <p:spPr>
                  <a:xfrm>
                    <a:off x="5154255" y="2897192"/>
                    <a:ext cx="21575" cy="377525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1575" h="3775251">
                        <a:moveTo>
                          <a:pt x="0" y="0"/>
                        </a:moveTo>
                        <a:lnTo>
                          <a:pt x="21574" y="0"/>
                        </a:lnTo>
                        <a:lnTo>
                          <a:pt x="21574" y="3775250"/>
                        </a:lnTo>
                        <a:lnTo>
                          <a:pt x="0" y="3775250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18" name="Freeform 17"/>
                  <p:cNvSpPr/>
                  <p:nvPr/>
                </p:nvSpPr>
                <p:spPr>
                  <a:xfrm>
                    <a:off x="5343024" y="2897192"/>
                    <a:ext cx="20756" cy="377599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0756" h="3775993">
                        <a:moveTo>
                          <a:pt x="0" y="0"/>
                        </a:moveTo>
                        <a:lnTo>
                          <a:pt x="20755" y="0"/>
                        </a:lnTo>
                        <a:lnTo>
                          <a:pt x="20755" y="3775992"/>
                        </a:lnTo>
                        <a:lnTo>
                          <a:pt x="0" y="3775992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19" name="Freeform 18"/>
                  <p:cNvSpPr/>
                  <p:nvPr/>
                </p:nvSpPr>
                <p:spPr>
                  <a:xfrm>
                    <a:off x="5532854" y="2897927"/>
                    <a:ext cx="22798" cy="377803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798" h="3778035">
                        <a:moveTo>
                          <a:pt x="0" y="0"/>
                        </a:moveTo>
                        <a:lnTo>
                          <a:pt x="22797" y="0"/>
                        </a:lnTo>
                        <a:lnTo>
                          <a:pt x="22797" y="3778034"/>
                        </a:lnTo>
                        <a:lnTo>
                          <a:pt x="0" y="3778034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20" name="Freeform 19"/>
                  <p:cNvSpPr/>
                  <p:nvPr/>
                </p:nvSpPr>
                <p:spPr>
                  <a:xfrm>
                    <a:off x="5716958" y="2896210"/>
                    <a:ext cx="24438" cy="377901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4438" h="3779011">
                        <a:moveTo>
                          <a:pt x="0" y="0"/>
                        </a:moveTo>
                        <a:lnTo>
                          <a:pt x="24437" y="0"/>
                        </a:lnTo>
                        <a:lnTo>
                          <a:pt x="24437" y="3779010"/>
                        </a:lnTo>
                        <a:lnTo>
                          <a:pt x="0" y="3779010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21" name="Freeform 20"/>
                  <p:cNvSpPr/>
                  <p:nvPr/>
                </p:nvSpPr>
                <p:spPr>
                  <a:xfrm>
                    <a:off x="5908503" y="2897192"/>
                    <a:ext cx="21735" cy="377705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1735" h="3777054">
                        <a:moveTo>
                          <a:pt x="0" y="0"/>
                        </a:moveTo>
                        <a:lnTo>
                          <a:pt x="21734" y="0"/>
                        </a:lnTo>
                        <a:lnTo>
                          <a:pt x="21734" y="3777053"/>
                        </a:lnTo>
                        <a:lnTo>
                          <a:pt x="0" y="3777053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22" name="Freeform 21"/>
                  <p:cNvSpPr/>
                  <p:nvPr/>
                </p:nvSpPr>
                <p:spPr>
                  <a:xfrm>
                    <a:off x="6099070" y="2897927"/>
                    <a:ext cx="23533" cy="377803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3533" h="3778035">
                        <a:moveTo>
                          <a:pt x="0" y="0"/>
                        </a:moveTo>
                        <a:lnTo>
                          <a:pt x="23532" y="0"/>
                        </a:lnTo>
                        <a:lnTo>
                          <a:pt x="23532" y="3778034"/>
                        </a:lnTo>
                        <a:lnTo>
                          <a:pt x="0" y="3778034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23" name="Freeform 22"/>
                  <p:cNvSpPr/>
                  <p:nvPr/>
                </p:nvSpPr>
                <p:spPr>
                  <a:xfrm>
                    <a:off x="6287915" y="2897192"/>
                    <a:ext cx="22716" cy="377705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716" h="3777054">
                        <a:moveTo>
                          <a:pt x="0" y="0"/>
                        </a:moveTo>
                        <a:lnTo>
                          <a:pt x="22715" y="0"/>
                        </a:lnTo>
                        <a:lnTo>
                          <a:pt x="22715" y="3777053"/>
                        </a:lnTo>
                        <a:lnTo>
                          <a:pt x="0" y="3777053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24" name="Freeform 23"/>
                  <p:cNvSpPr/>
                  <p:nvPr/>
                </p:nvSpPr>
                <p:spPr>
                  <a:xfrm>
                    <a:off x="6476681" y="2897192"/>
                    <a:ext cx="24601" cy="377901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4601" h="3779015">
                        <a:moveTo>
                          <a:pt x="0" y="0"/>
                        </a:moveTo>
                        <a:lnTo>
                          <a:pt x="24600" y="0"/>
                        </a:lnTo>
                        <a:lnTo>
                          <a:pt x="24600" y="3779014"/>
                        </a:lnTo>
                        <a:lnTo>
                          <a:pt x="0" y="3779014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25" name="Freeform 24"/>
                  <p:cNvSpPr/>
                  <p:nvPr/>
                </p:nvSpPr>
                <p:spPr>
                  <a:xfrm>
                    <a:off x="6661934" y="2897192"/>
                    <a:ext cx="26390" cy="377901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6390" h="3779015">
                        <a:moveTo>
                          <a:pt x="0" y="0"/>
                        </a:moveTo>
                        <a:lnTo>
                          <a:pt x="26389" y="0"/>
                        </a:lnTo>
                        <a:lnTo>
                          <a:pt x="26389" y="3779014"/>
                        </a:lnTo>
                        <a:lnTo>
                          <a:pt x="0" y="3779014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26" name="Freeform 25"/>
                  <p:cNvSpPr/>
                  <p:nvPr/>
                </p:nvSpPr>
                <p:spPr>
                  <a:xfrm>
                    <a:off x="6847925" y="2894248"/>
                    <a:ext cx="27536" cy="377967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7536" h="3779670">
                        <a:moveTo>
                          <a:pt x="0" y="0"/>
                        </a:moveTo>
                        <a:lnTo>
                          <a:pt x="27535" y="0"/>
                        </a:lnTo>
                        <a:lnTo>
                          <a:pt x="27535" y="3779669"/>
                        </a:lnTo>
                        <a:lnTo>
                          <a:pt x="0" y="3779669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27" name="Freeform 26"/>
                  <p:cNvSpPr/>
                  <p:nvPr/>
                </p:nvSpPr>
                <p:spPr>
                  <a:xfrm>
                    <a:off x="3084773" y="3266225"/>
                    <a:ext cx="3777205" cy="1969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77205" h="19693">
                        <a:moveTo>
                          <a:pt x="0" y="0"/>
                        </a:moveTo>
                        <a:lnTo>
                          <a:pt x="3777204" y="0"/>
                        </a:lnTo>
                        <a:lnTo>
                          <a:pt x="3777204" y="19692"/>
                        </a:lnTo>
                        <a:lnTo>
                          <a:pt x="0" y="19692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28" name="Freeform 27"/>
                  <p:cNvSpPr/>
                  <p:nvPr/>
                </p:nvSpPr>
                <p:spPr>
                  <a:xfrm>
                    <a:off x="3085673" y="3454340"/>
                    <a:ext cx="3783010" cy="1969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3010" h="19693">
                        <a:moveTo>
                          <a:pt x="0" y="0"/>
                        </a:moveTo>
                        <a:lnTo>
                          <a:pt x="3783009" y="0"/>
                        </a:lnTo>
                        <a:lnTo>
                          <a:pt x="3783009" y="19692"/>
                        </a:lnTo>
                        <a:lnTo>
                          <a:pt x="0" y="19692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29" name="Freeform 28"/>
                  <p:cNvSpPr/>
                  <p:nvPr/>
                </p:nvSpPr>
                <p:spPr>
                  <a:xfrm>
                    <a:off x="3083958" y="3639184"/>
                    <a:ext cx="3783746" cy="2075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3746" h="20755">
                        <a:moveTo>
                          <a:pt x="0" y="0"/>
                        </a:moveTo>
                        <a:lnTo>
                          <a:pt x="3783745" y="0"/>
                        </a:lnTo>
                        <a:lnTo>
                          <a:pt x="3783745" y="20754"/>
                        </a:lnTo>
                        <a:lnTo>
                          <a:pt x="0" y="20754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30" name="Freeform 29"/>
                  <p:cNvSpPr/>
                  <p:nvPr/>
                </p:nvSpPr>
                <p:spPr>
                  <a:xfrm>
                    <a:off x="3087717" y="4587351"/>
                    <a:ext cx="3783739" cy="2067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3739" h="20676">
                        <a:moveTo>
                          <a:pt x="0" y="0"/>
                        </a:moveTo>
                        <a:lnTo>
                          <a:pt x="3783738" y="0"/>
                        </a:lnTo>
                        <a:lnTo>
                          <a:pt x="3783738" y="20675"/>
                        </a:lnTo>
                        <a:lnTo>
                          <a:pt x="0" y="20675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31" name="Freeform 30"/>
                  <p:cNvSpPr/>
                  <p:nvPr/>
                </p:nvSpPr>
                <p:spPr>
                  <a:xfrm>
                    <a:off x="3085673" y="4399481"/>
                    <a:ext cx="3783744" cy="206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3744" h="20677">
                        <a:moveTo>
                          <a:pt x="0" y="0"/>
                        </a:moveTo>
                        <a:lnTo>
                          <a:pt x="3783743" y="0"/>
                        </a:lnTo>
                        <a:lnTo>
                          <a:pt x="3783743" y="20676"/>
                        </a:lnTo>
                        <a:lnTo>
                          <a:pt x="0" y="20676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32" name="Freeform 31"/>
                  <p:cNvSpPr/>
                  <p:nvPr/>
                </p:nvSpPr>
                <p:spPr>
                  <a:xfrm>
                    <a:off x="3085673" y="4209652"/>
                    <a:ext cx="3777202" cy="2067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77202" h="20677">
                        <a:moveTo>
                          <a:pt x="0" y="0"/>
                        </a:moveTo>
                        <a:lnTo>
                          <a:pt x="3777201" y="0"/>
                        </a:lnTo>
                        <a:lnTo>
                          <a:pt x="3777201" y="20676"/>
                        </a:lnTo>
                        <a:lnTo>
                          <a:pt x="0" y="20676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33" name="Freeform 32"/>
                  <p:cNvSpPr/>
                  <p:nvPr/>
                </p:nvSpPr>
                <p:spPr>
                  <a:xfrm>
                    <a:off x="3087717" y="4019985"/>
                    <a:ext cx="3782927" cy="1969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2927" h="19693">
                        <a:moveTo>
                          <a:pt x="0" y="0"/>
                        </a:moveTo>
                        <a:lnTo>
                          <a:pt x="3782926" y="0"/>
                        </a:lnTo>
                        <a:lnTo>
                          <a:pt x="3782926" y="19692"/>
                        </a:lnTo>
                        <a:lnTo>
                          <a:pt x="0" y="19692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34" name="Freeform 33"/>
                  <p:cNvSpPr/>
                  <p:nvPr/>
                </p:nvSpPr>
                <p:spPr>
                  <a:xfrm>
                    <a:off x="3086817" y="3831871"/>
                    <a:ext cx="3772385" cy="1969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72385" h="19693">
                        <a:moveTo>
                          <a:pt x="0" y="0"/>
                        </a:moveTo>
                        <a:lnTo>
                          <a:pt x="3772384" y="0"/>
                        </a:lnTo>
                        <a:lnTo>
                          <a:pt x="3772384" y="19692"/>
                        </a:lnTo>
                        <a:lnTo>
                          <a:pt x="0" y="19692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35" name="Freeform 34"/>
                  <p:cNvSpPr/>
                  <p:nvPr/>
                </p:nvSpPr>
                <p:spPr>
                  <a:xfrm>
                    <a:off x="3084773" y="4774235"/>
                    <a:ext cx="3776139" cy="1977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76139" h="19775">
                        <a:moveTo>
                          <a:pt x="0" y="0"/>
                        </a:moveTo>
                        <a:lnTo>
                          <a:pt x="3776138" y="0"/>
                        </a:lnTo>
                        <a:lnTo>
                          <a:pt x="3776138" y="19774"/>
                        </a:lnTo>
                        <a:lnTo>
                          <a:pt x="0" y="19774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36" name="Freeform 35"/>
                  <p:cNvSpPr/>
                  <p:nvPr/>
                </p:nvSpPr>
                <p:spPr>
                  <a:xfrm>
                    <a:off x="3083958" y="4964147"/>
                    <a:ext cx="3783004" cy="1969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3004" h="19690">
                        <a:moveTo>
                          <a:pt x="0" y="0"/>
                        </a:moveTo>
                        <a:lnTo>
                          <a:pt x="3783003" y="0"/>
                        </a:lnTo>
                        <a:lnTo>
                          <a:pt x="3783003" y="19689"/>
                        </a:lnTo>
                        <a:lnTo>
                          <a:pt x="0" y="19689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37" name="Freeform 36"/>
                  <p:cNvSpPr/>
                  <p:nvPr/>
                </p:nvSpPr>
                <p:spPr>
                  <a:xfrm>
                    <a:off x="3082975" y="5153975"/>
                    <a:ext cx="3780881" cy="2068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0881" h="20681">
                        <a:moveTo>
                          <a:pt x="0" y="0"/>
                        </a:moveTo>
                        <a:lnTo>
                          <a:pt x="3780880" y="0"/>
                        </a:lnTo>
                        <a:lnTo>
                          <a:pt x="3780880" y="20680"/>
                        </a:lnTo>
                        <a:lnTo>
                          <a:pt x="0" y="20680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38" name="Freeform 37"/>
                  <p:cNvSpPr/>
                  <p:nvPr/>
                </p:nvSpPr>
                <p:spPr>
                  <a:xfrm>
                    <a:off x="3083958" y="5341926"/>
                    <a:ext cx="3783746" cy="2068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3746" h="20680">
                        <a:moveTo>
                          <a:pt x="0" y="0"/>
                        </a:moveTo>
                        <a:lnTo>
                          <a:pt x="3783745" y="0"/>
                        </a:lnTo>
                        <a:lnTo>
                          <a:pt x="3783745" y="20679"/>
                        </a:lnTo>
                        <a:lnTo>
                          <a:pt x="0" y="20679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39" name="Freeform 38"/>
                  <p:cNvSpPr/>
                  <p:nvPr/>
                </p:nvSpPr>
                <p:spPr>
                  <a:xfrm>
                    <a:off x="3082975" y="5526936"/>
                    <a:ext cx="3783584" cy="2084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3584" h="20842">
                        <a:moveTo>
                          <a:pt x="0" y="0"/>
                        </a:moveTo>
                        <a:lnTo>
                          <a:pt x="3783583" y="0"/>
                        </a:lnTo>
                        <a:lnTo>
                          <a:pt x="3783583" y="20841"/>
                        </a:lnTo>
                        <a:lnTo>
                          <a:pt x="0" y="20841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40" name="Freeform 39"/>
                  <p:cNvSpPr/>
                  <p:nvPr/>
                </p:nvSpPr>
                <p:spPr>
                  <a:xfrm>
                    <a:off x="3085673" y="6471091"/>
                    <a:ext cx="3783744" cy="2280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3744" h="22803">
                        <a:moveTo>
                          <a:pt x="0" y="0"/>
                        </a:moveTo>
                        <a:lnTo>
                          <a:pt x="3783743" y="0"/>
                        </a:lnTo>
                        <a:lnTo>
                          <a:pt x="3783743" y="22802"/>
                        </a:lnTo>
                        <a:lnTo>
                          <a:pt x="0" y="22802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41" name="Freeform 40"/>
                  <p:cNvSpPr/>
                  <p:nvPr/>
                </p:nvSpPr>
                <p:spPr>
                  <a:xfrm>
                    <a:off x="3085673" y="6286006"/>
                    <a:ext cx="3784723" cy="2263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4723" h="22639">
                        <a:moveTo>
                          <a:pt x="0" y="0"/>
                        </a:moveTo>
                        <a:lnTo>
                          <a:pt x="3784722" y="0"/>
                        </a:lnTo>
                        <a:lnTo>
                          <a:pt x="3784722" y="22638"/>
                        </a:lnTo>
                        <a:lnTo>
                          <a:pt x="0" y="22638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42" name="Freeform 41"/>
                  <p:cNvSpPr/>
                  <p:nvPr/>
                </p:nvSpPr>
                <p:spPr>
                  <a:xfrm>
                    <a:off x="3082975" y="6097075"/>
                    <a:ext cx="3783010" cy="2084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3010" h="20842">
                        <a:moveTo>
                          <a:pt x="0" y="0"/>
                        </a:moveTo>
                        <a:lnTo>
                          <a:pt x="3783009" y="0"/>
                        </a:lnTo>
                        <a:lnTo>
                          <a:pt x="3783009" y="20841"/>
                        </a:lnTo>
                        <a:lnTo>
                          <a:pt x="0" y="20841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43" name="Freeform 42"/>
                  <p:cNvSpPr/>
                  <p:nvPr/>
                </p:nvSpPr>
                <p:spPr>
                  <a:xfrm>
                    <a:off x="3083958" y="5907408"/>
                    <a:ext cx="3783746" cy="2084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3746" h="20843">
                        <a:moveTo>
                          <a:pt x="0" y="0"/>
                        </a:moveTo>
                        <a:lnTo>
                          <a:pt x="3783745" y="0"/>
                        </a:lnTo>
                        <a:lnTo>
                          <a:pt x="3783745" y="20842"/>
                        </a:lnTo>
                        <a:lnTo>
                          <a:pt x="0" y="20842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44" name="Freeform 43"/>
                  <p:cNvSpPr/>
                  <p:nvPr/>
                </p:nvSpPr>
                <p:spPr>
                  <a:xfrm>
                    <a:off x="3083958" y="5719620"/>
                    <a:ext cx="3778919" cy="2075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78919" h="20753">
                        <a:moveTo>
                          <a:pt x="0" y="0"/>
                        </a:moveTo>
                        <a:lnTo>
                          <a:pt x="3778918" y="0"/>
                        </a:lnTo>
                        <a:lnTo>
                          <a:pt x="3778918" y="20752"/>
                        </a:lnTo>
                        <a:lnTo>
                          <a:pt x="0" y="20752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45" name="Freeform 44"/>
                  <p:cNvSpPr/>
                  <p:nvPr/>
                </p:nvSpPr>
                <p:spPr>
                  <a:xfrm>
                    <a:off x="3073497" y="6662718"/>
                    <a:ext cx="3801718" cy="2272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801718" h="22722">
                        <a:moveTo>
                          <a:pt x="0" y="0"/>
                        </a:moveTo>
                        <a:lnTo>
                          <a:pt x="3801717" y="0"/>
                        </a:lnTo>
                        <a:lnTo>
                          <a:pt x="3801717" y="22721"/>
                        </a:lnTo>
                        <a:lnTo>
                          <a:pt x="0" y="22721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</p:grpSp>
            <p:cxnSp>
              <p:nvCxnSpPr>
                <p:cNvPr id="47" name="Straight Connector 46"/>
                <p:cNvCxnSpPr/>
                <p:nvPr/>
              </p:nvCxnSpPr>
              <p:spPr>
                <a:xfrm flipV="1">
                  <a:off x="3072514" y="2628014"/>
                  <a:ext cx="0" cy="4038785"/>
                </a:xfrm>
                <a:prstGeom prst="line">
                  <a:avLst/>
                </a:prstGeom>
                <a:ln w="38100" cap="flat" cmpd="sng" algn="ctr">
                  <a:solidFill>
                    <a:srgbClr val="000000"/>
                  </a:solidFill>
                  <a:prstDash val="solid"/>
                  <a:round/>
                  <a:headEnd type="none" w="med" len="sm"/>
                  <a:tailEnd type="triangle" w="med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Connector 47"/>
                <p:cNvCxnSpPr/>
                <p:nvPr/>
              </p:nvCxnSpPr>
              <p:spPr>
                <a:xfrm>
                  <a:off x="3074149" y="6671296"/>
                  <a:ext cx="4059789" cy="0"/>
                </a:xfrm>
                <a:prstGeom prst="line">
                  <a:avLst/>
                </a:prstGeom>
                <a:ln w="38100" cap="flat" cmpd="sng" algn="ctr">
                  <a:solidFill>
                    <a:srgbClr val="000000"/>
                  </a:solidFill>
                  <a:prstDash val="solid"/>
                  <a:round/>
                  <a:headEnd type="none" w="med" len="sm"/>
                  <a:tailEnd type="triangle" w="med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0" name="TextBox 49"/>
              <p:cNvSpPr txBox="1"/>
              <p:nvPr/>
            </p:nvSpPr>
            <p:spPr>
              <a:xfrm>
                <a:off x="2552700" y="2743200"/>
                <a:ext cx="587559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100</a:t>
                </a:r>
              </a:p>
            </p:txBody>
          </p:sp>
          <p:sp>
            <p:nvSpPr>
              <p:cNvPr id="51" name="TextBox 50"/>
              <p:cNvSpPr txBox="1"/>
              <p:nvPr/>
            </p:nvSpPr>
            <p:spPr>
              <a:xfrm>
                <a:off x="2628900" y="5397500"/>
                <a:ext cx="587376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30</a:t>
                </a:r>
              </a:p>
            </p:txBody>
          </p:sp>
          <p:sp>
            <p:nvSpPr>
              <p:cNvPr id="52" name="TextBox 51"/>
              <p:cNvSpPr txBox="1"/>
              <p:nvPr/>
            </p:nvSpPr>
            <p:spPr>
              <a:xfrm>
                <a:off x="2628900" y="5778500"/>
                <a:ext cx="587376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20</a:t>
                </a:r>
              </a:p>
            </p:txBody>
          </p:sp>
          <p:sp>
            <p:nvSpPr>
              <p:cNvPr id="53" name="TextBox 52"/>
              <p:cNvSpPr txBox="1"/>
              <p:nvPr/>
            </p:nvSpPr>
            <p:spPr>
              <a:xfrm>
                <a:off x="2628900" y="6159500"/>
                <a:ext cx="587376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10</a:t>
                </a:r>
              </a:p>
            </p:txBody>
          </p:sp>
          <p:sp>
            <p:nvSpPr>
              <p:cNvPr id="54" name="TextBox 53"/>
              <p:cNvSpPr txBox="1"/>
              <p:nvPr/>
            </p:nvSpPr>
            <p:spPr>
              <a:xfrm>
                <a:off x="2705100" y="6604000"/>
                <a:ext cx="587376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0</a:t>
                </a:r>
              </a:p>
            </p:txBody>
          </p:sp>
          <p:sp>
            <p:nvSpPr>
              <p:cNvPr id="55" name="TextBox 54"/>
              <p:cNvSpPr txBox="1"/>
              <p:nvPr/>
            </p:nvSpPr>
            <p:spPr>
              <a:xfrm>
                <a:off x="2616200" y="4267200"/>
                <a:ext cx="587188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60</a:t>
                </a:r>
              </a:p>
            </p:txBody>
          </p:sp>
          <p:sp>
            <p:nvSpPr>
              <p:cNvPr id="56" name="TextBox 55"/>
              <p:cNvSpPr txBox="1"/>
              <p:nvPr/>
            </p:nvSpPr>
            <p:spPr>
              <a:xfrm>
                <a:off x="2616200" y="4648200"/>
                <a:ext cx="587188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50</a:t>
                </a:r>
              </a:p>
            </p:txBody>
          </p:sp>
          <p:sp>
            <p:nvSpPr>
              <p:cNvPr id="57" name="TextBox 56"/>
              <p:cNvSpPr txBox="1"/>
              <p:nvPr/>
            </p:nvSpPr>
            <p:spPr>
              <a:xfrm>
                <a:off x="2616200" y="5029200"/>
                <a:ext cx="587188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40</a:t>
                </a:r>
              </a:p>
            </p:txBody>
          </p:sp>
          <p:sp>
            <p:nvSpPr>
              <p:cNvPr id="58" name="TextBox 57"/>
              <p:cNvSpPr txBox="1"/>
              <p:nvPr/>
            </p:nvSpPr>
            <p:spPr>
              <a:xfrm>
                <a:off x="2616200" y="3124200"/>
                <a:ext cx="587188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90</a:t>
                </a:r>
              </a:p>
            </p:txBody>
          </p:sp>
          <p:sp>
            <p:nvSpPr>
              <p:cNvPr id="59" name="TextBox 58"/>
              <p:cNvSpPr txBox="1"/>
              <p:nvPr/>
            </p:nvSpPr>
            <p:spPr>
              <a:xfrm>
                <a:off x="2616200" y="3505200"/>
                <a:ext cx="587188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80</a:t>
                </a:r>
              </a:p>
            </p:txBody>
          </p:sp>
          <p:sp>
            <p:nvSpPr>
              <p:cNvPr id="60" name="TextBox 59"/>
              <p:cNvSpPr txBox="1"/>
              <p:nvPr/>
            </p:nvSpPr>
            <p:spPr>
              <a:xfrm>
                <a:off x="2616200" y="3886200"/>
                <a:ext cx="587188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70</a:t>
                </a:r>
              </a:p>
            </p:txBody>
          </p:sp>
          <p:sp>
            <p:nvSpPr>
              <p:cNvPr id="61" name="TextBox 60"/>
              <p:cNvSpPr txBox="1"/>
              <p:nvPr/>
            </p:nvSpPr>
            <p:spPr>
              <a:xfrm>
                <a:off x="6604000" y="6667500"/>
                <a:ext cx="584200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100</a:t>
                </a:r>
              </a:p>
            </p:txBody>
          </p:sp>
          <p:sp>
            <p:nvSpPr>
              <p:cNvPr id="62" name="TextBox 61"/>
              <p:cNvSpPr txBox="1"/>
              <p:nvPr/>
            </p:nvSpPr>
            <p:spPr>
              <a:xfrm>
                <a:off x="3937000" y="6667500"/>
                <a:ext cx="584200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30</a:t>
                </a:r>
              </a:p>
            </p:txBody>
          </p:sp>
          <p:sp>
            <p:nvSpPr>
              <p:cNvPr id="63" name="TextBox 62"/>
              <p:cNvSpPr txBox="1"/>
              <p:nvPr/>
            </p:nvSpPr>
            <p:spPr>
              <a:xfrm>
                <a:off x="3556000" y="6667500"/>
                <a:ext cx="584200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20</a:t>
                </a:r>
              </a:p>
            </p:txBody>
          </p:sp>
          <p:sp>
            <p:nvSpPr>
              <p:cNvPr id="64" name="TextBox 63"/>
              <p:cNvSpPr txBox="1"/>
              <p:nvPr/>
            </p:nvSpPr>
            <p:spPr>
              <a:xfrm>
                <a:off x="3175000" y="6667500"/>
                <a:ext cx="584200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10</a:t>
                </a:r>
              </a:p>
            </p:txBody>
          </p:sp>
          <p:sp>
            <p:nvSpPr>
              <p:cNvPr id="65" name="TextBox 64"/>
              <p:cNvSpPr txBox="1"/>
              <p:nvPr/>
            </p:nvSpPr>
            <p:spPr>
              <a:xfrm>
                <a:off x="5080000" y="6667500"/>
                <a:ext cx="584200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60</a:t>
                </a:r>
              </a:p>
            </p:txBody>
          </p:sp>
          <p:sp>
            <p:nvSpPr>
              <p:cNvPr id="66" name="TextBox 65"/>
              <p:cNvSpPr txBox="1"/>
              <p:nvPr/>
            </p:nvSpPr>
            <p:spPr>
              <a:xfrm>
                <a:off x="4699000" y="6667500"/>
                <a:ext cx="584200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50</a:t>
                </a:r>
              </a:p>
            </p:txBody>
          </p:sp>
          <p:sp>
            <p:nvSpPr>
              <p:cNvPr id="67" name="TextBox 66"/>
              <p:cNvSpPr txBox="1"/>
              <p:nvPr/>
            </p:nvSpPr>
            <p:spPr>
              <a:xfrm>
                <a:off x="4318000" y="6654800"/>
                <a:ext cx="584200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40</a:t>
                </a:r>
              </a:p>
            </p:txBody>
          </p:sp>
          <p:sp>
            <p:nvSpPr>
              <p:cNvPr id="68" name="TextBox 67"/>
              <p:cNvSpPr txBox="1"/>
              <p:nvPr/>
            </p:nvSpPr>
            <p:spPr>
              <a:xfrm>
                <a:off x="6223000" y="6667500"/>
                <a:ext cx="584200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90</a:t>
                </a:r>
              </a:p>
            </p:txBody>
          </p:sp>
          <p:sp>
            <p:nvSpPr>
              <p:cNvPr id="69" name="TextBox 68"/>
              <p:cNvSpPr txBox="1"/>
              <p:nvPr/>
            </p:nvSpPr>
            <p:spPr>
              <a:xfrm>
                <a:off x="5842000" y="6667500"/>
                <a:ext cx="584200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80</a:t>
                </a:r>
              </a:p>
            </p:txBody>
          </p:sp>
          <p:sp>
            <p:nvSpPr>
              <p:cNvPr id="70" name="TextBox 69"/>
              <p:cNvSpPr txBox="1"/>
              <p:nvPr/>
            </p:nvSpPr>
            <p:spPr>
              <a:xfrm>
                <a:off x="5461000" y="6667500"/>
                <a:ext cx="584200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70</a:t>
                </a:r>
              </a:p>
            </p:txBody>
          </p:sp>
        </p:grpSp>
        <p:sp>
          <p:nvSpPr>
            <p:cNvPr id="72" name="TextBox 71"/>
            <p:cNvSpPr txBox="1"/>
            <p:nvPr/>
          </p:nvSpPr>
          <p:spPr>
            <a:xfrm>
              <a:off x="4381500" y="6921500"/>
              <a:ext cx="1484067" cy="287258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en-GB" sz="1080">
                  <a:solidFill>
                    <a:srgbClr val="000000"/>
                  </a:solidFill>
                  <a:latin typeface="Trebuchet MS - 16"/>
                </a:rPr>
                <a:t>Maths mark</a:t>
              </a:r>
            </a:p>
          </p:txBody>
        </p:sp>
        <p:sp>
          <p:nvSpPr>
            <p:cNvPr id="73" name="TextBox 72"/>
            <p:cNvSpPr txBox="1"/>
            <p:nvPr/>
          </p:nvSpPr>
          <p:spPr>
            <a:xfrm rot="16200000">
              <a:off x="1854200" y="4452571"/>
              <a:ext cx="1482704" cy="287258"/>
            </a:xfrm>
            <a:prstGeom prst="rect">
              <a:avLst/>
            </a:prstGeom>
            <a:noFill/>
          </p:spPr>
          <p:txBody>
            <a:bodyPr vert="horz" rtlCol="0">
              <a:spAutoFit/>
            </a:bodyPr>
            <a:lstStyle/>
            <a:p>
              <a:pPr algn="ctr"/>
              <a:r>
                <a:rPr lang="en-GB" sz="1080">
                  <a:solidFill>
                    <a:srgbClr val="000000"/>
                  </a:solidFill>
                  <a:latin typeface="Trebuchet MS - 16"/>
                </a:rPr>
                <a:t>Science mark</a:t>
              </a:r>
            </a:p>
          </p:txBody>
        </p:sp>
      </p:grpSp>
      <p:grpSp>
        <p:nvGrpSpPr>
          <p:cNvPr id="77" name="Group 76"/>
          <p:cNvGrpSpPr/>
          <p:nvPr/>
        </p:nvGrpSpPr>
        <p:grpSpPr>
          <a:xfrm>
            <a:off x="8700181" y="2958324"/>
            <a:ext cx="238209" cy="145808"/>
            <a:chOff x="7973534" y="3287026"/>
            <a:chExt cx="264677" cy="162009"/>
          </a:xfrm>
        </p:grpSpPr>
        <p:sp>
          <p:nvSpPr>
            <p:cNvPr id="75" name="Freeform 74"/>
            <p:cNvSpPr/>
            <p:nvPr/>
          </p:nvSpPr>
          <p:spPr>
            <a:xfrm>
              <a:off x="7973534" y="3287026"/>
              <a:ext cx="264677" cy="162009"/>
            </a:xfrm>
            <a:custGeom>
              <a:avLst/>
              <a:gdLst/>
              <a:ahLst/>
              <a:cxnLst/>
              <a:rect l="0" t="0" r="0" b="0"/>
              <a:pathLst>
                <a:path w="264677" h="162009">
                  <a:moveTo>
                    <a:pt x="132537" y="68051"/>
                  </a:moveTo>
                  <a:lnTo>
                    <a:pt x="244119" y="0"/>
                  </a:lnTo>
                  <a:lnTo>
                    <a:pt x="264676" y="12412"/>
                  </a:lnTo>
                  <a:lnTo>
                    <a:pt x="153403" y="81148"/>
                  </a:lnTo>
                  <a:lnTo>
                    <a:pt x="264676" y="149199"/>
                  </a:lnTo>
                  <a:lnTo>
                    <a:pt x="244119" y="162008"/>
                  </a:lnTo>
                  <a:lnTo>
                    <a:pt x="132537" y="93849"/>
                  </a:lnTo>
                  <a:lnTo>
                    <a:pt x="21087" y="162008"/>
                  </a:lnTo>
                  <a:lnTo>
                    <a:pt x="0" y="149199"/>
                  </a:lnTo>
                  <a:lnTo>
                    <a:pt x="111450" y="80896"/>
                  </a:lnTo>
                  <a:lnTo>
                    <a:pt x="0" y="12845"/>
                  </a:lnTo>
                  <a:lnTo>
                    <a:pt x="21087" y="0"/>
                  </a:lnTo>
                  <a:close/>
                </a:path>
              </a:pathLst>
            </a:custGeom>
            <a:solidFill>
              <a:srgbClr val="131516"/>
            </a:solidFill>
            <a:ln w="0" cap="flat" cmpd="sng" algn="ctr">
              <a:solidFill>
                <a:srgbClr val="131516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20"/>
            </a:p>
          </p:txBody>
        </p:sp>
        <p:sp>
          <p:nvSpPr>
            <p:cNvPr id="76" name="Freeform 75"/>
            <p:cNvSpPr/>
            <p:nvPr/>
          </p:nvSpPr>
          <p:spPr>
            <a:xfrm>
              <a:off x="7973534" y="3287026"/>
              <a:ext cx="264677" cy="162009"/>
            </a:xfrm>
            <a:custGeom>
              <a:avLst/>
              <a:gdLst/>
              <a:ahLst/>
              <a:cxnLst/>
              <a:rect l="0" t="0" r="0" b="0"/>
              <a:pathLst>
                <a:path w="264677" h="162009">
                  <a:moveTo>
                    <a:pt x="132537" y="68051"/>
                  </a:moveTo>
                  <a:lnTo>
                    <a:pt x="244119" y="0"/>
                  </a:lnTo>
                  <a:lnTo>
                    <a:pt x="264676" y="12412"/>
                  </a:lnTo>
                  <a:lnTo>
                    <a:pt x="153403" y="81148"/>
                  </a:lnTo>
                  <a:lnTo>
                    <a:pt x="264676" y="149199"/>
                  </a:lnTo>
                  <a:lnTo>
                    <a:pt x="244119" y="162008"/>
                  </a:lnTo>
                  <a:lnTo>
                    <a:pt x="132537" y="93849"/>
                  </a:lnTo>
                  <a:lnTo>
                    <a:pt x="21087" y="162008"/>
                  </a:lnTo>
                  <a:lnTo>
                    <a:pt x="0" y="149199"/>
                  </a:lnTo>
                  <a:lnTo>
                    <a:pt x="111450" y="80896"/>
                  </a:lnTo>
                  <a:lnTo>
                    <a:pt x="0" y="12845"/>
                  </a:lnTo>
                  <a:lnTo>
                    <a:pt x="21087" y="0"/>
                  </a:lnTo>
                  <a:close/>
                </a:path>
              </a:pathLst>
            </a:custGeom>
            <a:solidFill>
              <a:schemeClr val="accent1">
                <a:alpha val="1000"/>
              </a:schemeClr>
            </a:solidFill>
            <a:ln w="12700" cap="flat" cmpd="sng" algn="ctr">
              <a:solidFill>
                <a:srgbClr val="1F1A1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20"/>
            </a:p>
          </p:txBody>
        </p:sp>
      </p:grpSp>
      <p:grpSp>
        <p:nvGrpSpPr>
          <p:cNvPr id="80" name="Group 79"/>
          <p:cNvGrpSpPr/>
          <p:nvPr/>
        </p:nvGrpSpPr>
        <p:grpSpPr>
          <a:xfrm>
            <a:off x="9043112" y="3301213"/>
            <a:ext cx="238202" cy="145848"/>
            <a:chOff x="8354568" y="3668014"/>
            <a:chExt cx="264669" cy="162053"/>
          </a:xfrm>
        </p:grpSpPr>
        <p:sp>
          <p:nvSpPr>
            <p:cNvPr id="78" name="Freeform 77"/>
            <p:cNvSpPr/>
            <p:nvPr/>
          </p:nvSpPr>
          <p:spPr>
            <a:xfrm>
              <a:off x="8354568" y="3668014"/>
              <a:ext cx="264669" cy="162053"/>
            </a:xfrm>
            <a:custGeom>
              <a:avLst/>
              <a:gdLst/>
              <a:ahLst/>
              <a:cxnLst/>
              <a:rect l="0" t="0" r="0" b="0"/>
              <a:pathLst>
                <a:path w="264669" h="162053">
                  <a:moveTo>
                    <a:pt x="132461" y="68072"/>
                  </a:moveTo>
                  <a:lnTo>
                    <a:pt x="244094" y="0"/>
                  </a:lnTo>
                  <a:lnTo>
                    <a:pt x="264668" y="12446"/>
                  </a:lnTo>
                  <a:lnTo>
                    <a:pt x="153416" y="81153"/>
                  </a:lnTo>
                  <a:lnTo>
                    <a:pt x="264668" y="149225"/>
                  </a:lnTo>
                  <a:lnTo>
                    <a:pt x="244094" y="162052"/>
                  </a:lnTo>
                  <a:lnTo>
                    <a:pt x="132461" y="93853"/>
                  </a:lnTo>
                  <a:lnTo>
                    <a:pt x="21082" y="162052"/>
                  </a:lnTo>
                  <a:lnTo>
                    <a:pt x="0" y="149225"/>
                  </a:lnTo>
                  <a:lnTo>
                    <a:pt x="111379" y="80899"/>
                  </a:lnTo>
                  <a:lnTo>
                    <a:pt x="0" y="12827"/>
                  </a:lnTo>
                  <a:lnTo>
                    <a:pt x="21082" y="0"/>
                  </a:lnTo>
                  <a:close/>
                </a:path>
              </a:pathLst>
            </a:custGeom>
            <a:solidFill>
              <a:srgbClr val="131516"/>
            </a:solidFill>
            <a:ln w="0" cap="flat" cmpd="sng" algn="ctr">
              <a:solidFill>
                <a:srgbClr val="131516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20"/>
            </a:p>
          </p:txBody>
        </p:sp>
        <p:sp>
          <p:nvSpPr>
            <p:cNvPr id="79" name="Freeform 78"/>
            <p:cNvSpPr/>
            <p:nvPr/>
          </p:nvSpPr>
          <p:spPr>
            <a:xfrm>
              <a:off x="8354568" y="3668014"/>
              <a:ext cx="264669" cy="162053"/>
            </a:xfrm>
            <a:custGeom>
              <a:avLst/>
              <a:gdLst/>
              <a:ahLst/>
              <a:cxnLst/>
              <a:rect l="0" t="0" r="0" b="0"/>
              <a:pathLst>
                <a:path w="264669" h="162053">
                  <a:moveTo>
                    <a:pt x="132461" y="68072"/>
                  </a:moveTo>
                  <a:lnTo>
                    <a:pt x="244094" y="0"/>
                  </a:lnTo>
                  <a:lnTo>
                    <a:pt x="264668" y="12446"/>
                  </a:lnTo>
                  <a:lnTo>
                    <a:pt x="153416" y="81153"/>
                  </a:lnTo>
                  <a:lnTo>
                    <a:pt x="264668" y="149225"/>
                  </a:lnTo>
                  <a:lnTo>
                    <a:pt x="244094" y="162052"/>
                  </a:lnTo>
                  <a:lnTo>
                    <a:pt x="132461" y="93853"/>
                  </a:lnTo>
                  <a:lnTo>
                    <a:pt x="21082" y="162052"/>
                  </a:lnTo>
                  <a:lnTo>
                    <a:pt x="0" y="149225"/>
                  </a:lnTo>
                  <a:lnTo>
                    <a:pt x="111379" y="80899"/>
                  </a:lnTo>
                  <a:lnTo>
                    <a:pt x="0" y="12827"/>
                  </a:lnTo>
                  <a:lnTo>
                    <a:pt x="21082" y="0"/>
                  </a:lnTo>
                  <a:close/>
                </a:path>
              </a:pathLst>
            </a:custGeom>
            <a:solidFill>
              <a:schemeClr val="accent1">
                <a:alpha val="1000"/>
              </a:schemeClr>
            </a:solidFill>
            <a:ln w="12700" cap="flat" cmpd="sng" algn="ctr">
              <a:solidFill>
                <a:srgbClr val="1F1A1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20"/>
            </a:p>
          </p:txBody>
        </p:sp>
      </p:grpSp>
      <p:grpSp>
        <p:nvGrpSpPr>
          <p:cNvPr id="83" name="Group 82"/>
          <p:cNvGrpSpPr/>
          <p:nvPr/>
        </p:nvGrpSpPr>
        <p:grpSpPr>
          <a:xfrm>
            <a:off x="9386012" y="3644113"/>
            <a:ext cx="238202" cy="145848"/>
            <a:chOff x="8735568" y="4049014"/>
            <a:chExt cx="264669" cy="162053"/>
          </a:xfrm>
        </p:grpSpPr>
        <p:sp>
          <p:nvSpPr>
            <p:cNvPr id="81" name="Freeform 80"/>
            <p:cNvSpPr/>
            <p:nvPr/>
          </p:nvSpPr>
          <p:spPr>
            <a:xfrm>
              <a:off x="8735568" y="4049014"/>
              <a:ext cx="264669" cy="162053"/>
            </a:xfrm>
            <a:custGeom>
              <a:avLst/>
              <a:gdLst/>
              <a:ahLst/>
              <a:cxnLst/>
              <a:rect l="0" t="0" r="0" b="0"/>
              <a:pathLst>
                <a:path w="264669" h="162053">
                  <a:moveTo>
                    <a:pt x="132461" y="68072"/>
                  </a:moveTo>
                  <a:lnTo>
                    <a:pt x="244094" y="0"/>
                  </a:lnTo>
                  <a:lnTo>
                    <a:pt x="264668" y="12446"/>
                  </a:lnTo>
                  <a:lnTo>
                    <a:pt x="153416" y="81153"/>
                  </a:lnTo>
                  <a:lnTo>
                    <a:pt x="264668" y="149225"/>
                  </a:lnTo>
                  <a:lnTo>
                    <a:pt x="244094" y="162052"/>
                  </a:lnTo>
                  <a:lnTo>
                    <a:pt x="132461" y="93853"/>
                  </a:lnTo>
                  <a:lnTo>
                    <a:pt x="21082" y="162052"/>
                  </a:lnTo>
                  <a:lnTo>
                    <a:pt x="0" y="149225"/>
                  </a:lnTo>
                  <a:lnTo>
                    <a:pt x="111379" y="80899"/>
                  </a:lnTo>
                  <a:lnTo>
                    <a:pt x="0" y="12827"/>
                  </a:lnTo>
                  <a:lnTo>
                    <a:pt x="21082" y="0"/>
                  </a:lnTo>
                  <a:close/>
                </a:path>
              </a:pathLst>
            </a:custGeom>
            <a:solidFill>
              <a:srgbClr val="131516"/>
            </a:solidFill>
            <a:ln w="0" cap="flat" cmpd="sng" algn="ctr">
              <a:solidFill>
                <a:srgbClr val="131516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20"/>
            </a:p>
          </p:txBody>
        </p:sp>
        <p:sp>
          <p:nvSpPr>
            <p:cNvPr id="82" name="Freeform 81"/>
            <p:cNvSpPr/>
            <p:nvPr/>
          </p:nvSpPr>
          <p:spPr>
            <a:xfrm>
              <a:off x="8735568" y="4049014"/>
              <a:ext cx="264669" cy="162053"/>
            </a:xfrm>
            <a:custGeom>
              <a:avLst/>
              <a:gdLst/>
              <a:ahLst/>
              <a:cxnLst/>
              <a:rect l="0" t="0" r="0" b="0"/>
              <a:pathLst>
                <a:path w="264669" h="162053">
                  <a:moveTo>
                    <a:pt x="132461" y="68072"/>
                  </a:moveTo>
                  <a:lnTo>
                    <a:pt x="244094" y="0"/>
                  </a:lnTo>
                  <a:lnTo>
                    <a:pt x="264668" y="12446"/>
                  </a:lnTo>
                  <a:lnTo>
                    <a:pt x="153416" y="81153"/>
                  </a:lnTo>
                  <a:lnTo>
                    <a:pt x="264668" y="149225"/>
                  </a:lnTo>
                  <a:lnTo>
                    <a:pt x="244094" y="162052"/>
                  </a:lnTo>
                  <a:lnTo>
                    <a:pt x="132461" y="93853"/>
                  </a:lnTo>
                  <a:lnTo>
                    <a:pt x="21082" y="162052"/>
                  </a:lnTo>
                  <a:lnTo>
                    <a:pt x="0" y="149225"/>
                  </a:lnTo>
                  <a:lnTo>
                    <a:pt x="111379" y="80899"/>
                  </a:lnTo>
                  <a:lnTo>
                    <a:pt x="0" y="12827"/>
                  </a:lnTo>
                  <a:lnTo>
                    <a:pt x="21082" y="0"/>
                  </a:lnTo>
                  <a:close/>
                </a:path>
              </a:pathLst>
            </a:custGeom>
            <a:solidFill>
              <a:schemeClr val="accent1">
                <a:alpha val="1000"/>
              </a:schemeClr>
            </a:solidFill>
            <a:ln w="12700" cap="flat" cmpd="sng" algn="ctr">
              <a:solidFill>
                <a:srgbClr val="1F1A1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20"/>
            </a:p>
          </p:txBody>
        </p:sp>
      </p:grpSp>
      <p:grpSp>
        <p:nvGrpSpPr>
          <p:cNvPr id="86" name="Group 85"/>
          <p:cNvGrpSpPr/>
          <p:nvPr/>
        </p:nvGrpSpPr>
        <p:grpSpPr>
          <a:xfrm>
            <a:off x="9728912" y="3987013"/>
            <a:ext cx="238202" cy="145848"/>
            <a:chOff x="9116568" y="4430014"/>
            <a:chExt cx="264669" cy="162053"/>
          </a:xfrm>
        </p:grpSpPr>
        <p:sp>
          <p:nvSpPr>
            <p:cNvPr id="84" name="Freeform 83"/>
            <p:cNvSpPr/>
            <p:nvPr/>
          </p:nvSpPr>
          <p:spPr>
            <a:xfrm>
              <a:off x="9116568" y="4430014"/>
              <a:ext cx="264669" cy="162053"/>
            </a:xfrm>
            <a:custGeom>
              <a:avLst/>
              <a:gdLst/>
              <a:ahLst/>
              <a:cxnLst/>
              <a:rect l="0" t="0" r="0" b="0"/>
              <a:pathLst>
                <a:path w="264669" h="162053">
                  <a:moveTo>
                    <a:pt x="132461" y="68072"/>
                  </a:moveTo>
                  <a:lnTo>
                    <a:pt x="244094" y="0"/>
                  </a:lnTo>
                  <a:lnTo>
                    <a:pt x="264668" y="12446"/>
                  </a:lnTo>
                  <a:lnTo>
                    <a:pt x="153416" y="81153"/>
                  </a:lnTo>
                  <a:lnTo>
                    <a:pt x="264668" y="149225"/>
                  </a:lnTo>
                  <a:lnTo>
                    <a:pt x="244094" y="162052"/>
                  </a:lnTo>
                  <a:lnTo>
                    <a:pt x="132461" y="93853"/>
                  </a:lnTo>
                  <a:lnTo>
                    <a:pt x="21082" y="162052"/>
                  </a:lnTo>
                  <a:lnTo>
                    <a:pt x="0" y="149225"/>
                  </a:lnTo>
                  <a:lnTo>
                    <a:pt x="111379" y="80899"/>
                  </a:lnTo>
                  <a:lnTo>
                    <a:pt x="0" y="12827"/>
                  </a:lnTo>
                  <a:lnTo>
                    <a:pt x="21082" y="0"/>
                  </a:lnTo>
                  <a:close/>
                </a:path>
              </a:pathLst>
            </a:custGeom>
            <a:solidFill>
              <a:srgbClr val="131516"/>
            </a:solidFill>
            <a:ln w="0" cap="flat" cmpd="sng" algn="ctr">
              <a:solidFill>
                <a:srgbClr val="131516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20"/>
            </a:p>
          </p:txBody>
        </p:sp>
        <p:sp>
          <p:nvSpPr>
            <p:cNvPr id="85" name="Freeform 84"/>
            <p:cNvSpPr/>
            <p:nvPr/>
          </p:nvSpPr>
          <p:spPr>
            <a:xfrm>
              <a:off x="9116568" y="4430014"/>
              <a:ext cx="264669" cy="162053"/>
            </a:xfrm>
            <a:custGeom>
              <a:avLst/>
              <a:gdLst/>
              <a:ahLst/>
              <a:cxnLst/>
              <a:rect l="0" t="0" r="0" b="0"/>
              <a:pathLst>
                <a:path w="264669" h="162053">
                  <a:moveTo>
                    <a:pt x="132461" y="68072"/>
                  </a:moveTo>
                  <a:lnTo>
                    <a:pt x="244094" y="0"/>
                  </a:lnTo>
                  <a:lnTo>
                    <a:pt x="264668" y="12446"/>
                  </a:lnTo>
                  <a:lnTo>
                    <a:pt x="153416" y="81153"/>
                  </a:lnTo>
                  <a:lnTo>
                    <a:pt x="264668" y="149225"/>
                  </a:lnTo>
                  <a:lnTo>
                    <a:pt x="244094" y="162052"/>
                  </a:lnTo>
                  <a:lnTo>
                    <a:pt x="132461" y="93853"/>
                  </a:lnTo>
                  <a:lnTo>
                    <a:pt x="21082" y="162052"/>
                  </a:lnTo>
                  <a:lnTo>
                    <a:pt x="0" y="149225"/>
                  </a:lnTo>
                  <a:lnTo>
                    <a:pt x="111379" y="80899"/>
                  </a:lnTo>
                  <a:lnTo>
                    <a:pt x="0" y="12827"/>
                  </a:lnTo>
                  <a:lnTo>
                    <a:pt x="21082" y="0"/>
                  </a:lnTo>
                  <a:close/>
                </a:path>
              </a:pathLst>
            </a:custGeom>
            <a:solidFill>
              <a:schemeClr val="accent1">
                <a:alpha val="1000"/>
              </a:schemeClr>
            </a:solidFill>
            <a:ln w="12700" cap="flat" cmpd="sng" algn="ctr">
              <a:solidFill>
                <a:srgbClr val="1F1A1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20"/>
            </a:p>
          </p:txBody>
        </p:sp>
      </p:grpSp>
      <p:grpSp>
        <p:nvGrpSpPr>
          <p:cNvPr id="89" name="Group 88"/>
          <p:cNvGrpSpPr/>
          <p:nvPr/>
        </p:nvGrpSpPr>
        <p:grpSpPr>
          <a:xfrm>
            <a:off x="8437322" y="3529813"/>
            <a:ext cx="238202" cy="145848"/>
            <a:chOff x="7681468" y="3922014"/>
            <a:chExt cx="264669" cy="162053"/>
          </a:xfrm>
        </p:grpSpPr>
        <p:sp>
          <p:nvSpPr>
            <p:cNvPr id="87" name="Freeform 86"/>
            <p:cNvSpPr/>
            <p:nvPr/>
          </p:nvSpPr>
          <p:spPr>
            <a:xfrm>
              <a:off x="7681468" y="3922014"/>
              <a:ext cx="264669" cy="162053"/>
            </a:xfrm>
            <a:custGeom>
              <a:avLst/>
              <a:gdLst/>
              <a:ahLst/>
              <a:cxnLst/>
              <a:rect l="0" t="0" r="0" b="0"/>
              <a:pathLst>
                <a:path w="264669" h="162053">
                  <a:moveTo>
                    <a:pt x="132461" y="68072"/>
                  </a:moveTo>
                  <a:lnTo>
                    <a:pt x="244094" y="0"/>
                  </a:lnTo>
                  <a:lnTo>
                    <a:pt x="264668" y="12446"/>
                  </a:lnTo>
                  <a:lnTo>
                    <a:pt x="153416" y="81153"/>
                  </a:lnTo>
                  <a:lnTo>
                    <a:pt x="264668" y="149225"/>
                  </a:lnTo>
                  <a:lnTo>
                    <a:pt x="244094" y="162052"/>
                  </a:lnTo>
                  <a:lnTo>
                    <a:pt x="132461" y="93853"/>
                  </a:lnTo>
                  <a:lnTo>
                    <a:pt x="21082" y="162052"/>
                  </a:lnTo>
                  <a:lnTo>
                    <a:pt x="0" y="149225"/>
                  </a:lnTo>
                  <a:lnTo>
                    <a:pt x="111379" y="80899"/>
                  </a:lnTo>
                  <a:lnTo>
                    <a:pt x="0" y="12827"/>
                  </a:lnTo>
                  <a:lnTo>
                    <a:pt x="21082" y="0"/>
                  </a:lnTo>
                  <a:close/>
                </a:path>
              </a:pathLst>
            </a:custGeom>
            <a:solidFill>
              <a:srgbClr val="131516"/>
            </a:solidFill>
            <a:ln w="0" cap="flat" cmpd="sng" algn="ctr">
              <a:solidFill>
                <a:srgbClr val="131516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20"/>
            </a:p>
          </p:txBody>
        </p:sp>
        <p:sp>
          <p:nvSpPr>
            <p:cNvPr id="88" name="Freeform 87"/>
            <p:cNvSpPr/>
            <p:nvPr/>
          </p:nvSpPr>
          <p:spPr>
            <a:xfrm>
              <a:off x="7681468" y="3922014"/>
              <a:ext cx="264669" cy="162053"/>
            </a:xfrm>
            <a:custGeom>
              <a:avLst/>
              <a:gdLst/>
              <a:ahLst/>
              <a:cxnLst/>
              <a:rect l="0" t="0" r="0" b="0"/>
              <a:pathLst>
                <a:path w="264669" h="162053">
                  <a:moveTo>
                    <a:pt x="132461" y="68072"/>
                  </a:moveTo>
                  <a:lnTo>
                    <a:pt x="244094" y="0"/>
                  </a:lnTo>
                  <a:lnTo>
                    <a:pt x="264668" y="12446"/>
                  </a:lnTo>
                  <a:lnTo>
                    <a:pt x="153416" y="81153"/>
                  </a:lnTo>
                  <a:lnTo>
                    <a:pt x="264668" y="149225"/>
                  </a:lnTo>
                  <a:lnTo>
                    <a:pt x="244094" y="162052"/>
                  </a:lnTo>
                  <a:lnTo>
                    <a:pt x="132461" y="93853"/>
                  </a:lnTo>
                  <a:lnTo>
                    <a:pt x="21082" y="162052"/>
                  </a:lnTo>
                  <a:lnTo>
                    <a:pt x="0" y="149225"/>
                  </a:lnTo>
                  <a:lnTo>
                    <a:pt x="111379" y="80899"/>
                  </a:lnTo>
                  <a:lnTo>
                    <a:pt x="0" y="12827"/>
                  </a:lnTo>
                  <a:lnTo>
                    <a:pt x="21082" y="0"/>
                  </a:lnTo>
                  <a:close/>
                </a:path>
              </a:pathLst>
            </a:custGeom>
            <a:solidFill>
              <a:schemeClr val="accent1">
                <a:alpha val="1000"/>
              </a:schemeClr>
            </a:solidFill>
            <a:ln w="12700" cap="flat" cmpd="sng" algn="ctr">
              <a:solidFill>
                <a:srgbClr val="1F1A1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20"/>
            </a:p>
          </p:txBody>
        </p:sp>
      </p:grpSp>
      <p:grpSp>
        <p:nvGrpSpPr>
          <p:cNvPr id="92" name="Group 91"/>
          <p:cNvGrpSpPr/>
          <p:nvPr/>
        </p:nvGrpSpPr>
        <p:grpSpPr>
          <a:xfrm>
            <a:off x="8780222" y="3872713"/>
            <a:ext cx="238202" cy="145848"/>
            <a:chOff x="8062468" y="4303014"/>
            <a:chExt cx="264669" cy="162053"/>
          </a:xfrm>
        </p:grpSpPr>
        <p:sp>
          <p:nvSpPr>
            <p:cNvPr id="90" name="Freeform 89"/>
            <p:cNvSpPr/>
            <p:nvPr/>
          </p:nvSpPr>
          <p:spPr>
            <a:xfrm>
              <a:off x="8062468" y="4303014"/>
              <a:ext cx="264669" cy="162053"/>
            </a:xfrm>
            <a:custGeom>
              <a:avLst/>
              <a:gdLst/>
              <a:ahLst/>
              <a:cxnLst/>
              <a:rect l="0" t="0" r="0" b="0"/>
              <a:pathLst>
                <a:path w="264669" h="162053">
                  <a:moveTo>
                    <a:pt x="132461" y="68072"/>
                  </a:moveTo>
                  <a:lnTo>
                    <a:pt x="244094" y="0"/>
                  </a:lnTo>
                  <a:lnTo>
                    <a:pt x="264668" y="12446"/>
                  </a:lnTo>
                  <a:lnTo>
                    <a:pt x="153416" y="81153"/>
                  </a:lnTo>
                  <a:lnTo>
                    <a:pt x="264668" y="149225"/>
                  </a:lnTo>
                  <a:lnTo>
                    <a:pt x="244094" y="162052"/>
                  </a:lnTo>
                  <a:lnTo>
                    <a:pt x="132461" y="93853"/>
                  </a:lnTo>
                  <a:lnTo>
                    <a:pt x="21082" y="162052"/>
                  </a:lnTo>
                  <a:lnTo>
                    <a:pt x="0" y="149225"/>
                  </a:lnTo>
                  <a:lnTo>
                    <a:pt x="111379" y="80899"/>
                  </a:lnTo>
                  <a:lnTo>
                    <a:pt x="0" y="12827"/>
                  </a:lnTo>
                  <a:lnTo>
                    <a:pt x="21082" y="0"/>
                  </a:lnTo>
                  <a:close/>
                </a:path>
              </a:pathLst>
            </a:custGeom>
            <a:solidFill>
              <a:srgbClr val="131516"/>
            </a:solidFill>
            <a:ln w="0" cap="flat" cmpd="sng" algn="ctr">
              <a:solidFill>
                <a:srgbClr val="131516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20"/>
            </a:p>
          </p:txBody>
        </p:sp>
        <p:sp>
          <p:nvSpPr>
            <p:cNvPr id="91" name="Freeform 90"/>
            <p:cNvSpPr/>
            <p:nvPr/>
          </p:nvSpPr>
          <p:spPr>
            <a:xfrm>
              <a:off x="8062468" y="4303014"/>
              <a:ext cx="264669" cy="162053"/>
            </a:xfrm>
            <a:custGeom>
              <a:avLst/>
              <a:gdLst/>
              <a:ahLst/>
              <a:cxnLst/>
              <a:rect l="0" t="0" r="0" b="0"/>
              <a:pathLst>
                <a:path w="264669" h="162053">
                  <a:moveTo>
                    <a:pt x="132461" y="68072"/>
                  </a:moveTo>
                  <a:lnTo>
                    <a:pt x="244094" y="0"/>
                  </a:lnTo>
                  <a:lnTo>
                    <a:pt x="264668" y="12446"/>
                  </a:lnTo>
                  <a:lnTo>
                    <a:pt x="153416" y="81153"/>
                  </a:lnTo>
                  <a:lnTo>
                    <a:pt x="264668" y="149225"/>
                  </a:lnTo>
                  <a:lnTo>
                    <a:pt x="244094" y="162052"/>
                  </a:lnTo>
                  <a:lnTo>
                    <a:pt x="132461" y="93853"/>
                  </a:lnTo>
                  <a:lnTo>
                    <a:pt x="21082" y="162052"/>
                  </a:lnTo>
                  <a:lnTo>
                    <a:pt x="0" y="149225"/>
                  </a:lnTo>
                  <a:lnTo>
                    <a:pt x="111379" y="80899"/>
                  </a:lnTo>
                  <a:lnTo>
                    <a:pt x="0" y="12827"/>
                  </a:lnTo>
                  <a:lnTo>
                    <a:pt x="21082" y="0"/>
                  </a:lnTo>
                  <a:close/>
                </a:path>
              </a:pathLst>
            </a:custGeom>
            <a:solidFill>
              <a:schemeClr val="accent1">
                <a:alpha val="1000"/>
              </a:schemeClr>
            </a:solidFill>
            <a:ln w="12700" cap="flat" cmpd="sng" algn="ctr">
              <a:solidFill>
                <a:srgbClr val="1F1A1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20"/>
            </a:p>
          </p:txBody>
        </p:sp>
      </p:grpSp>
      <p:grpSp>
        <p:nvGrpSpPr>
          <p:cNvPr id="95" name="Group 94"/>
          <p:cNvGrpSpPr/>
          <p:nvPr/>
        </p:nvGrpSpPr>
        <p:grpSpPr>
          <a:xfrm>
            <a:off x="9123122" y="4215613"/>
            <a:ext cx="238202" cy="145848"/>
            <a:chOff x="8443468" y="4684014"/>
            <a:chExt cx="264669" cy="162053"/>
          </a:xfrm>
        </p:grpSpPr>
        <p:sp>
          <p:nvSpPr>
            <p:cNvPr id="93" name="Freeform 92"/>
            <p:cNvSpPr/>
            <p:nvPr/>
          </p:nvSpPr>
          <p:spPr>
            <a:xfrm>
              <a:off x="8443468" y="4684014"/>
              <a:ext cx="264669" cy="162053"/>
            </a:xfrm>
            <a:custGeom>
              <a:avLst/>
              <a:gdLst/>
              <a:ahLst/>
              <a:cxnLst/>
              <a:rect l="0" t="0" r="0" b="0"/>
              <a:pathLst>
                <a:path w="264669" h="162053">
                  <a:moveTo>
                    <a:pt x="132461" y="68072"/>
                  </a:moveTo>
                  <a:lnTo>
                    <a:pt x="244094" y="0"/>
                  </a:lnTo>
                  <a:lnTo>
                    <a:pt x="264668" y="12446"/>
                  </a:lnTo>
                  <a:lnTo>
                    <a:pt x="153416" y="81153"/>
                  </a:lnTo>
                  <a:lnTo>
                    <a:pt x="264668" y="149225"/>
                  </a:lnTo>
                  <a:lnTo>
                    <a:pt x="244094" y="162052"/>
                  </a:lnTo>
                  <a:lnTo>
                    <a:pt x="132461" y="93853"/>
                  </a:lnTo>
                  <a:lnTo>
                    <a:pt x="21082" y="162052"/>
                  </a:lnTo>
                  <a:lnTo>
                    <a:pt x="0" y="149225"/>
                  </a:lnTo>
                  <a:lnTo>
                    <a:pt x="111379" y="80899"/>
                  </a:lnTo>
                  <a:lnTo>
                    <a:pt x="0" y="12827"/>
                  </a:lnTo>
                  <a:lnTo>
                    <a:pt x="21082" y="0"/>
                  </a:lnTo>
                  <a:close/>
                </a:path>
              </a:pathLst>
            </a:custGeom>
            <a:solidFill>
              <a:srgbClr val="131516"/>
            </a:solidFill>
            <a:ln w="0" cap="flat" cmpd="sng" algn="ctr">
              <a:solidFill>
                <a:srgbClr val="131516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20"/>
            </a:p>
          </p:txBody>
        </p:sp>
        <p:sp>
          <p:nvSpPr>
            <p:cNvPr id="94" name="Freeform 93"/>
            <p:cNvSpPr/>
            <p:nvPr/>
          </p:nvSpPr>
          <p:spPr>
            <a:xfrm>
              <a:off x="8443468" y="4684014"/>
              <a:ext cx="264669" cy="162053"/>
            </a:xfrm>
            <a:custGeom>
              <a:avLst/>
              <a:gdLst/>
              <a:ahLst/>
              <a:cxnLst/>
              <a:rect l="0" t="0" r="0" b="0"/>
              <a:pathLst>
                <a:path w="264669" h="162053">
                  <a:moveTo>
                    <a:pt x="132461" y="68072"/>
                  </a:moveTo>
                  <a:lnTo>
                    <a:pt x="244094" y="0"/>
                  </a:lnTo>
                  <a:lnTo>
                    <a:pt x="264668" y="12446"/>
                  </a:lnTo>
                  <a:lnTo>
                    <a:pt x="153416" y="81153"/>
                  </a:lnTo>
                  <a:lnTo>
                    <a:pt x="264668" y="149225"/>
                  </a:lnTo>
                  <a:lnTo>
                    <a:pt x="244094" y="162052"/>
                  </a:lnTo>
                  <a:lnTo>
                    <a:pt x="132461" y="93853"/>
                  </a:lnTo>
                  <a:lnTo>
                    <a:pt x="21082" y="162052"/>
                  </a:lnTo>
                  <a:lnTo>
                    <a:pt x="0" y="149225"/>
                  </a:lnTo>
                  <a:lnTo>
                    <a:pt x="111379" y="80899"/>
                  </a:lnTo>
                  <a:lnTo>
                    <a:pt x="0" y="12827"/>
                  </a:lnTo>
                  <a:lnTo>
                    <a:pt x="21082" y="0"/>
                  </a:lnTo>
                  <a:close/>
                </a:path>
              </a:pathLst>
            </a:custGeom>
            <a:solidFill>
              <a:schemeClr val="accent1">
                <a:alpha val="1000"/>
              </a:schemeClr>
            </a:solidFill>
            <a:ln w="12700" cap="flat" cmpd="sng" algn="ctr">
              <a:solidFill>
                <a:srgbClr val="1F1A1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20"/>
            </a:p>
          </p:txBody>
        </p:sp>
      </p:grpSp>
      <p:grpSp>
        <p:nvGrpSpPr>
          <p:cNvPr id="98" name="Group 97"/>
          <p:cNvGrpSpPr/>
          <p:nvPr/>
        </p:nvGrpSpPr>
        <p:grpSpPr>
          <a:xfrm>
            <a:off x="9466022" y="4558513"/>
            <a:ext cx="238202" cy="145848"/>
            <a:chOff x="8824468" y="5065014"/>
            <a:chExt cx="264669" cy="162053"/>
          </a:xfrm>
        </p:grpSpPr>
        <p:sp>
          <p:nvSpPr>
            <p:cNvPr id="96" name="Freeform 95"/>
            <p:cNvSpPr/>
            <p:nvPr/>
          </p:nvSpPr>
          <p:spPr>
            <a:xfrm>
              <a:off x="8824468" y="5065014"/>
              <a:ext cx="264669" cy="162053"/>
            </a:xfrm>
            <a:custGeom>
              <a:avLst/>
              <a:gdLst/>
              <a:ahLst/>
              <a:cxnLst/>
              <a:rect l="0" t="0" r="0" b="0"/>
              <a:pathLst>
                <a:path w="264669" h="162053">
                  <a:moveTo>
                    <a:pt x="132461" y="68072"/>
                  </a:moveTo>
                  <a:lnTo>
                    <a:pt x="244094" y="0"/>
                  </a:lnTo>
                  <a:lnTo>
                    <a:pt x="264668" y="12446"/>
                  </a:lnTo>
                  <a:lnTo>
                    <a:pt x="153416" y="81153"/>
                  </a:lnTo>
                  <a:lnTo>
                    <a:pt x="264668" y="149225"/>
                  </a:lnTo>
                  <a:lnTo>
                    <a:pt x="244094" y="162052"/>
                  </a:lnTo>
                  <a:lnTo>
                    <a:pt x="132461" y="93853"/>
                  </a:lnTo>
                  <a:lnTo>
                    <a:pt x="21082" y="162052"/>
                  </a:lnTo>
                  <a:lnTo>
                    <a:pt x="0" y="149225"/>
                  </a:lnTo>
                  <a:lnTo>
                    <a:pt x="111379" y="80899"/>
                  </a:lnTo>
                  <a:lnTo>
                    <a:pt x="0" y="12827"/>
                  </a:lnTo>
                  <a:lnTo>
                    <a:pt x="21082" y="0"/>
                  </a:lnTo>
                  <a:close/>
                </a:path>
              </a:pathLst>
            </a:custGeom>
            <a:solidFill>
              <a:srgbClr val="131516"/>
            </a:solidFill>
            <a:ln w="0" cap="flat" cmpd="sng" algn="ctr">
              <a:solidFill>
                <a:srgbClr val="131516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20"/>
            </a:p>
          </p:txBody>
        </p:sp>
        <p:sp>
          <p:nvSpPr>
            <p:cNvPr id="97" name="Freeform 96"/>
            <p:cNvSpPr/>
            <p:nvPr/>
          </p:nvSpPr>
          <p:spPr>
            <a:xfrm>
              <a:off x="8824468" y="5065014"/>
              <a:ext cx="264669" cy="162053"/>
            </a:xfrm>
            <a:custGeom>
              <a:avLst/>
              <a:gdLst/>
              <a:ahLst/>
              <a:cxnLst/>
              <a:rect l="0" t="0" r="0" b="0"/>
              <a:pathLst>
                <a:path w="264669" h="162053">
                  <a:moveTo>
                    <a:pt x="132461" y="68072"/>
                  </a:moveTo>
                  <a:lnTo>
                    <a:pt x="244094" y="0"/>
                  </a:lnTo>
                  <a:lnTo>
                    <a:pt x="264668" y="12446"/>
                  </a:lnTo>
                  <a:lnTo>
                    <a:pt x="153416" y="81153"/>
                  </a:lnTo>
                  <a:lnTo>
                    <a:pt x="264668" y="149225"/>
                  </a:lnTo>
                  <a:lnTo>
                    <a:pt x="244094" y="162052"/>
                  </a:lnTo>
                  <a:lnTo>
                    <a:pt x="132461" y="93853"/>
                  </a:lnTo>
                  <a:lnTo>
                    <a:pt x="21082" y="162052"/>
                  </a:lnTo>
                  <a:lnTo>
                    <a:pt x="0" y="149225"/>
                  </a:lnTo>
                  <a:lnTo>
                    <a:pt x="111379" y="80899"/>
                  </a:lnTo>
                  <a:lnTo>
                    <a:pt x="0" y="12827"/>
                  </a:lnTo>
                  <a:lnTo>
                    <a:pt x="21082" y="0"/>
                  </a:lnTo>
                  <a:close/>
                </a:path>
              </a:pathLst>
            </a:custGeom>
            <a:solidFill>
              <a:schemeClr val="accent1">
                <a:alpha val="1000"/>
              </a:schemeClr>
            </a:solidFill>
            <a:ln w="12700" cap="flat" cmpd="sng" algn="ctr">
              <a:solidFill>
                <a:srgbClr val="1F1A17"/>
              </a:solidFill>
              <a:prstDash val="solid"/>
              <a:round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sz="1620"/>
            </a:p>
          </p:txBody>
        </p:sp>
      </p:grpSp>
    </p:spTree>
    <p:extLst>
      <p:ext uri="{BB962C8B-B14F-4D97-AF65-F5344CB8AC3E}">
        <p14:creationId xmlns:p14="http://schemas.microsoft.com/office/powerpoint/2010/main" val="28388299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181350" y="205740"/>
            <a:ext cx="5966460" cy="3416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GB" sz="1620">
                <a:solidFill>
                  <a:srgbClr val="000000"/>
                </a:solidFill>
                <a:latin typeface="Trebuchet MS - 24"/>
              </a:rPr>
              <a:t>Draw a scatter graph of this information: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/>
          </p:nvPr>
        </p:nvGraphicFramePr>
        <p:xfrm>
          <a:off x="2214601" y="742950"/>
          <a:ext cx="7524944" cy="147035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30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89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90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89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990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990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989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989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90118"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Student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A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B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C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D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E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F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G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H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118"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Maths mark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56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73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51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62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24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67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94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35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0118"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Science mark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62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68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45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68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35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73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88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32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99" name="Group 98"/>
          <p:cNvGrpSpPr/>
          <p:nvPr/>
        </p:nvGrpSpPr>
        <p:grpSpPr>
          <a:xfrm>
            <a:off x="4343675" y="2525230"/>
            <a:ext cx="4266926" cy="4122672"/>
            <a:chOff x="3132971" y="2805811"/>
            <a:chExt cx="4741029" cy="4580747"/>
          </a:xfrm>
        </p:grpSpPr>
        <p:grpSp>
          <p:nvGrpSpPr>
            <p:cNvPr id="74" name="Group 73"/>
            <p:cNvGrpSpPr/>
            <p:nvPr/>
          </p:nvGrpSpPr>
          <p:grpSpPr>
            <a:xfrm>
              <a:off x="3132971" y="2805811"/>
              <a:ext cx="4741029" cy="4580747"/>
              <a:chOff x="3132971" y="2805811"/>
              <a:chExt cx="4741029" cy="4580747"/>
            </a:xfrm>
          </p:grpSpPr>
          <p:grpSp>
            <p:nvGrpSpPr>
              <p:cNvPr id="71" name="Group 70"/>
              <p:cNvGrpSpPr/>
              <p:nvPr/>
            </p:nvGrpSpPr>
            <p:grpSpPr>
              <a:xfrm>
                <a:off x="3238500" y="2805811"/>
                <a:ext cx="4635500" cy="4326747"/>
                <a:chOff x="3238500" y="2805811"/>
                <a:chExt cx="4635500" cy="4326747"/>
              </a:xfrm>
            </p:grpSpPr>
            <p:grpSp>
              <p:nvGrpSpPr>
                <p:cNvPr id="49" name="Group 48"/>
                <p:cNvGrpSpPr/>
                <p:nvPr/>
              </p:nvGrpSpPr>
              <p:grpSpPr>
                <a:xfrm>
                  <a:off x="3758311" y="2805811"/>
                  <a:ext cx="4061460" cy="4057397"/>
                  <a:chOff x="3758311" y="2805811"/>
                  <a:chExt cx="4061460" cy="4057397"/>
                </a:xfrm>
              </p:grpSpPr>
              <p:grpSp>
                <p:nvGrpSpPr>
                  <p:cNvPr id="46" name="Group 45"/>
                  <p:cNvGrpSpPr/>
                  <p:nvPr/>
                </p:nvGrpSpPr>
                <p:grpSpPr>
                  <a:xfrm>
                    <a:off x="3759327" y="3064510"/>
                    <a:ext cx="3801873" cy="3798698"/>
                    <a:chOff x="3759327" y="3064510"/>
                    <a:chExt cx="3801873" cy="3798698"/>
                  </a:xfrm>
                </p:grpSpPr>
                <p:sp>
                  <p:nvSpPr>
                    <p:cNvPr id="4" name="Freeform 3"/>
                    <p:cNvSpPr/>
                    <p:nvPr/>
                  </p:nvSpPr>
                  <p:spPr>
                    <a:xfrm>
                      <a:off x="3759327" y="3073019"/>
                      <a:ext cx="18924" cy="377698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8924" h="3776981">
                          <a:moveTo>
                            <a:pt x="0" y="0"/>
                          </a:moveTo>
                          <a:lnTo>
                            <a:pt x="18923" y="0"/>
                          </a:lnTo>
                          <a:lnTo>
                            <a:pt x="18923" y="3776980"/>
                          </a:lnTo>
                          <a:lnTo>
                            <a:pt x="0" y="3776980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5" name="Freeform 4"/>
                    <p:cNvSpPr/>
                    <p:nvPr/>
                  </p:nvSpPr>
                  <p:spPr>
                    <a:xfrm>
                      <a:off x="3759327" y="3064510"/>
                      <a:ext cx="3800603" cy="18924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800603" h="18924">
                          <a:moveTo>
                            <a:pt x="0" y="0"/>
                          </a:moveTo>
                          <a:lnTo>
                            <a:pt x="3800602" y="0"/>
                          </a:lnTo>
                          <a:lnTo>
                            <a:pt x="3800602" y="18923"/>
                          </a:lnTo>
                          <a:lnTo>
                            <a:pt x="0" y="18923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6" name="Freeform 5"/>
                    <p:cNvSpPr/>
                    <p:nvPr/>
                  </p:nvSpPr>
                  <p:spPr>
                    <a:xfrm>
                      <a:off x="3772662" y="3254375"/>
                      <a:ext cx="3780791" cy="19686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780791" h="19686">
                          <a:moveTo>
                            <a:pt x="0" y="0"/>
                          </a:moveTo>
                          <a:lnTo>
                            <a:pt x="3780790" y="0"/>
                          </a:lnTo>
                          <a:lnTo>
                            <a:pt x="3780790" y="19685"/>
                          </a:lnTo>
                          <a:lnTo>
                            <a:pt x="0" y="19685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7" name="Freeform 6"/>
                    <p:cNvSpPr/>
                    <p:nvPr/>
                  </p:nvSpPr>
                  <p:spPr>
                    <a:xfrm>
                      <a:off x="3950081" y="3074035"/>
                      <a:ext cx="19813" cy="377698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9813" h="3776981">
                          <a:moveTo>
                            <a:pt x="0" y="0"/>
                          </a:moveTo>
                          <a:lnTo>
                            <a:pt x="19812" y="0"/>
                          </a:lnTo>
                          <a:lnTo>
                            <a:pt x="19812" y="3776980"/>
                          </a:lnTo>
                          <a:lnTo>
                            <a:pt x="0" y="3776980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8" name="Freeform 7"/>
                    <p:cNvSpPr/>
                    <p:nvPr/>
                  </p:nvSpPr>
                  <p:spPr>
                    <a:xfrm>
                      <a:off x="4137914" y="3073019"/>
                      <a:ext cx="19813" cy="377698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9813" h="3776981">
                          <a:moveTo>
                            <a:pt x="0" y="0"/>
                          </a:moveTo>
                          <a:lnTo>
                            <a:pt x="19812" y="0"/>
                          </a:lnTo>
                          <a:lnTo>
                            <a:pt x="19812" y="3776980"/>
                          </a:lnTo>
                          <a:lnTo>
                            <a:pt x="0" y="3776980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9" name="Freeform 8"/>
                    <p:cNvSpPr/>
                    <p:nvPr/>
                  </p:nvSpPr>
                  <p:spPr>
                    <a:xfrm>
                      <a:off x="4328541" y="3074035"/>
                      <a:ext cx="21718" cy="377799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1718" h="3777997">
                          <a:moveTo>
                            <a:pt x="0" y="0"/>
                          </a:moveTo>
                          <a:lnTo>
                            <a:pt x="21717" y="0"/>
                          </a:lnTo>
                          <a:lnTo>
                            <a:pt x="21717" y="3777996"/>
                          </a:lnTo>
                          <a:lnTo>
                            <a:pt x="0" y="3777996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10" name="Freeform 9"/>
                    <p:cNvSpPr/>
                    <p:nvPr/>
                  </p:nvSpPr>
                  <p:spPr>
                    <a:xfrm>
                      <a:off x="4513580" y="3073019"/>
                      <a:ext cx="22734" cy="3779013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2734" h="3779013">
                          <a:moveTo>
                            <a:pt x="0" y="0"/>
                          </a:moveTo>
                          <a:lnTo>
                            <a:pt x="22733" y="0"/>
                          </a:lnTo>
                          <a:lnTo>
                            <a:pt x="22733" y="3779012"/>
                          </a:lnTo>
                          <a:lnTo>
                            <a:pt x="0" y="3779012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11" name="Freeform 10"/>
                    <p:cNvSpPr/>
                    <p:nvPr/>
                  </p:nvSpPr>
                  <p:spPr>
                    <a:xfrm>
                      <a:off x="4704334" y="3074035"/>
                      <a:ext cx="19686" cy="377698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9686" h="3776981">
                          <a:moveTo>
                            <a:pt x="0" y="0"/>
                          </a:moveTo>
                          <a:lnTo>
                            <a:pt x="19685" y="0"/>
                          </a:lnTo>
                          <a:lnTo>
                            <a:pt x="19685" y="3776980"/>
                          </a:lnTo>
                          <a:lnTo>
                            <a:pt x="0" y="3776980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12" name="Freeform 11"/>
                    <p:cNvSpPr/>
                    <p:nvPr/>
                  </p:nvSpPr>
                  <p:spPr>
                    <a:xfrm>
                      <a:off x="4895088" y="3075051"/>
                      <a:ext cx="21718" cy="377799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1718" h="3777997">
                          <a:moveTo>
                            <a:pt x="0" y="0"/>
                          </a:moveTo>
                          <a:lnTo>
                            <a:pt x="21717" y="0"/>
                          </a:lnTo>
                          <a:lnTo>
                            <a:pt x="21717" y="3777996"/>
                          </a:lnTo>
                          <a:lnTo>
                            <a:pt x="0" y="3777996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13" name="Freeform 12"/>
                    <p:cNvSpPr/>
                    <p:nvPr/>
                  </p:nvSpPr>
                  <p:spPr>
                    <a:xfrm>
                      <a:off x="5083810" y="3074035"/>
                      <a:ext cx="20702" cy="377698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0702" h="3776981">
                          <a:moveTo>
                            <a:pt x="0" y="0"/>
                          </a:moveTo>
                          <a:lnTo>
                            <a:pt x="20701" y="0"/>
                          </a:lnTo>
                          <a:lnTo>
                            <a:pt x="20701" y="3776980"/>
                          </a:lnTo>
                          <a:lnTo>
                            <a:pt x="0" y="3776980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14" name="Freeform 13"/>
                    <p:cNvSpPr/>
                    <p:nvPr/>
                  </p:nvSpPr>
                  <p:spPr>
                    <a:xfrm>
                      <a:off x="5273548" y="3075686"/>
                      <a:ext cx="22734" cy="3776092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2734" h="3776092">
                          <a:moveTo>
                            <a:pt x="0" y="0"/>
                          </a:moveTo>
                          <a:lnTo>
                            <a:pt x="22733" y="0"/>
                          </a:lnTo>
                          <a:lnTo>
                            <a:pt x="22733" y="3776091"/>
                          </a:lnTo>
                          <a:lnTo>
                            <a:pt x="0" y="3776091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15" name="Freeform 14"/>
                    <p:cNvSpPr/>
                    <p:nvPr/>
                  </p:nvSpPr>
                  <p:spPr>
                    <a:xfrm>
                      <a:off x="5457571" y="3074035"/>
                      <a:ext cx="24385" cy="377698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4385" h="3776981">
                          <a:moveTo>
                            <a:pt x="0" y="0"/>
                          </a:moveTo>
                          <a:lnTo>
                            <a:pt x="24384" y="0"/>
                          </a:lnTo>
                          <a:lnTo>
                            <a:pt x="24384" y="3776980"/>
                          </a:lnTo>
                          <a:lnTo>
                            <a:pt x="0" y="3776980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16" name="Freeform 15"/>
                    <p:cNvSpPr/>
                    <p:nvPr/>
                  </p:nvSpPr>
                  <p:spPr>
                    <a:xfrm>
                      <a:off x="5649468" y="3075051"/>
                      <a:ext cx="19686" cy="377418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19686" h="3774187">
                          <a:moveTo>
                            <a:pt x="0" y="0"/>
                          </a:moveTo>
                          <a:lnTo>
                            <a:pt x="19685" y="0"/>
                          </a:lnTo>
                          <a:lnTo>
                            <a:pt x="19685" y="3774186"/>
                          </a:lnTo>
                          <a:lnTo>
                            <a:pt x="0" y="3774186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17" name="Freeform 16"/>
                    <p:cNvSpPr/>
                    <p:nvPr/>
                  </p:nvSpPr>
                  <p:spPr>
                    <a:xfrm>
                      <a:off x="5840095" y="3075051"/>
                      <a:ext cx="21590" cy="3775203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1590" h="3775203">
                          <a:moveTo>
                            <a:pt x="0" y="0"/>
                          </a:moveTo>
                          <a:lnTo>
                            <a:pt x="21589" y="0"/>
                          </a:lnTo>
                          <a:lnTo>
                            <a:pt x="21589" y="3775202"/>
                          </a:lnTo>
                          <a:lnTo>
                            <a:pt x="0" y="3775202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18" name="Freeform 17"/>
                    <p:cNvSpPr/>
                    <p:nvPr/>
                  </p:nvSpPr>
                  <p:spPr>
                    <a:xfrm>
                      <a:off x="6028817" y="3075051"/>
                      <a:ext cx="20702" cy="3775965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0702" h="3775965">
                          <a:moveTo>
                            <a:pt x="0" y="0"/>
                          </a:moveTo>
                          <a:lnTo>
                            <a:pt x="20701" y="0"/>
                          </a:lnTo>
                          <a:lnTo>
                            <a:pt x="20701" y="3775964"/>
                          </a:lnTo>
                          <a:lnTo>
                            <a:pt x="0" y="3775964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19" name="Freeform 18"/>
                    <p:cNvSpPr/>
                    <p:nvPr/>
                  </p:nvSpPr>
                  <p:spPr>
                    <a:xfrm>
                      <a:off x="6218682" y="3075686"/>
                      <a:ext cx="22735" cy="3778124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2735" h="3778124">
                          <a:moveTo>
                            <a:pt x="0" y="0"/>
                          </a:moveTo>
                          <a:lnTo>
                            <a:pt x="22734" y="0"/>
                          </a:lnTo>
                          <a:lnTo>
                            <a:pt x="22734" y="3778123"/>
                          </a:lnTo>
                          <a:lnTo>
                            <a:pt x="0" y="3778123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20" name="Freeform 19"/>
                    <p:cNvSpPr/>
                    <p:nvPr/>
                  </p:nvSpPr>
                  <p:spPr>
                    <a:xfrm>
                      <a:off x="6402705" y="3074035"/>
                      <a:ext cx="24512" cy="3779013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4512" h="3779013">
                          <a:moveTo>
                            <a:pt x="0" y="0"/>
                          </a:moveTo>
                          <a:lnTo>
                            <a:pt x="24511" y="0"/>
                          </a:lnTo>
                          <a:lnTo>
                            <a:pt x="24511" y="3779012"/>
                          </a:lnTo>
                          <a:lnTo>
                            <a:pt x="0" y="3779012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21" name="Freeform 20"/>
                    <p:cNvSpPr/>
                    <p:nvPr/>
                  </p:nvSpPr>
                  <p:spPr>
                    <a:xfrm>
                      <a:off x="6594348" y="3075051"/>
                      <a:ext cx="21718" cy="377698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1718" h="3776981">
                          <a:moveTo>
                            <a:pt x="0" y="0"/>
                          </a:moveTo>
                          <a:lnTo>
                            <a:pt x="21717" y="0"/>
                          </a:lnTo>
                          <a:lnTo>
                            <a:pt x="21717" y="3776980"/>
                          </a:lnTo>
                          <a:lnTo>
                            <a:pt x="0" y="3776980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22" name="Freeform 21"/>
                    <p:cNvSpPr/>
                    <p:nvPr/>
                  </p:nvSpPr>
                  <p:spPr>
                    <a:xfrm>
                      <a:off x="6784848" y="3075686"/>
                      <a:ext cx="23496" cy="3778124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3496" h="3778124">
                          <a:moveTo>
                            <a:pt x="0" y="0"/>
                          </a:moveTo>
                          <a:lnTo>
                            <a:pt x="23495" y="0"/>
                          </a:lnTo>
                          <a:lnTo>
                            <a:pt x="23495" y="3778123"/>
                          </a:lnTo>
                          <a:lnTo>
                            <a:pt x="0" y="3778123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23" name="Freeform 22"/>
                    <p:cNvSpPr/>
                    <p:nvPr/>
                  </p:nvSpPr>
                  <p:spPr>
                    <a:xfrm>
                      <a:off x="6973697" y="3075051"/>
                      <a:ext cx="22734" cy="377698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2734" h="3776981">
                          <a:moveTo>
                            <a:pt x="0" y="0"/>
                          </a:moveTo>
                          <a:lnTo>
                            <a:pt x="22733" y="0"/>
                          </a:lnTo>
                          <a:lnTo>
                            <a:pt x="22733" y="3776980"/>
                          </a:lnTo>
                          <a:lnTo>
                            <a:pt x="0" y="3776980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24" name="Freeform 23"/>
                    <p:cNvSpPr/>
                    <p:nvPr/>
                  </p:nvSpPr>
                  <p:spPr>
                    <a:xfrm>
                      <a:off x="7162419" y="3075051"/>
                      <a:ext cx="24639" cy="3779013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4639" h="3779013">
                          <a:moveTo>
                            <a:pt x="0" y="0"/>
                          </a:moveTo>
                          <a:lnTo>
                            <a:pt x="24638" y="0"/>
                          </a:lnTo>
                          <a:lnTo>
                            <a:pt x="24638" y="3779012"/>
                          </a:lnTo>
                          <a:lnTo>
                            <a:pt x="0" y="3779012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25" name="Freeform 24"/>
                    <p:cNvSpPr/>
                    <p:nvPr/>
                  </p:nvSpPr>
                  <p:spPr>
                    <a:xfrm>
                      <a:off x="7347712" y="3075051"/>
                      <a:ext cx="26417" cy="3779013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6417" h="3779013">
                          <a:moveTo>
                            <a:pt x="0" y="0"/>
                          </a:moveTo>
                          <a:lnTo>
                            <a:pt x="26416" y="0"/>
                          </a:lnTo>
                          <a:lnTo>
                            <a:pt x="26416" y="3779012"/>
                          </a:lnTo>
                          <a:lnTo>
                            <a:pt x="0" y="3779012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26" name="Freeform 25"/>
                    <p:cNvSpPr/>
                    <p:nvPr/>
                  </p:nvSpPr>
                  <p:spPr>
                    <a:xfrm>
                      <a:off x="7533767" y="3072003"/>
                      <a:ext cx="27433" cy="3779775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27433" h="3779775">
                          <a:moveTo>
                            <a:pt x="0" y="0"/>
                          </a:moveTo>
                          <a:lnTo>
                            <a:pt x="27432" y="0"/>
                          </a:lnTo>
                          <a:lnTo>
                            <a:pt x="27432" y="3779774"/>
                          </a:lnTo>
                          <a:lnTo>
                            <a:pt x="0" y="3779774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27" name="Freeform 26"/>
                    <p:cNvSpPr/>
                    <p:nvPr/>
                  </p:nvSpPr>
                  <p:spPr>
                    <a:xfrm>
                      <a:off x="3770630" y="3443986"/>
                      <a:ext cx="3777108" cy="19686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777108" h="19686">
                          <a:moveTo>
                            <a:pt x="0" y="0"/>
                          </a:moveTo>
                          <a:lnTo>
                            <a:pt x="3777107" y="0"/>
                          </a:lnTo>
                          <a:lnTo>
                            <a:pt x="3777107" y="19685"/>
                          </a:lnTo>
                          <a:lnTo>
                            <a:pt x="0" y="19685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28" name="Freeform 27"/>
                    <p:cNvSpPr/>
                    <p:nvPr/>
                  </p:nvSpPr>
                  <p:spPr>
                    <a:xfrm>
                      <a:off x="3771519" y="3632200"/>
                      <a:ext cx="3782950" cy="19686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782950" h="19686">
                          <a:moveTo>
                            <a:pt x="0" y="0"/>
                          </a:moveTo>
                          <a:lnTo>
                            <a:pt x="3782949" y="0"/>
                          </a:lnTo>
                          <a:lnTo>
                            <a:pt x="3782949" y="19685"/>
                          </a:lnTo>
                          <a:lnTo>
                            <a:pt x="0" y="19685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29" name="Freeform 28"/>
                    <p:cNvSpPr/>
                    <p:nvPr/>
                  </p:nvSpPr>
                  <p:spPr>
                    <a:xfrm>
                      <a:off x="3769741" y="3816985"/>
                      <a:ext cx="3783712" cy="20702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783712" h="20702">
                          <a:moveTo>
                            <a:pt x="0" y="0"/>
                          </a:moveTo>
                          <a:lnTo>
                            <a:pt x="3783711" y="0"/>
                          </a:lnTo>
                          <a:lnTo>
                            <a:pt x="3783711" y="20701"/>
                          </a:lnTo>
                          <a:lnTo>
                            <a:pt x="0" y="20701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30" name="Freeform 29"/>
                    <p:cNvSpPr/>
                    <p:nvPr/>
                  </p:nvSpPr>
                  <p:spPr>
                    <a:xfrm>
                      <a:off x="3773551" y="4765167"/>
                      <a:ext cx="3783712" cy="20702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783712" h="20702">
                          <a:moveTo>
                            <a:pt x="0" y="0"/>
                          </a:moveTo>
                          <a:lnTo>
                            <a:pt x="3783711" y="0"/>
                          </a:lnTo>
                          <a:lnTo>
                            <a:pt x="3783711" y="20701"/>
                          </a:lnTo>
                          <a:lnTo>
                            <a:pt x="0" y="20701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31" name="Freeform 30"/>
                    <p:cNvSpPr/>
                    <p:nvPr/>
                  </p:nvSpPr>
                  <p:spPr>
                    <a:xfrm>
                      <a:off x="3771519" y="4577334"/>
                      <a:ext cx="3783712" cy="20575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783712" h="20575">
                          <a:moveTo>
                            <a:pt x="0" y="0"/>
                          </a:moveTo>
                          <a:lnTo>
                            <a:pt x="3783711" y="0"/>
                          </a:lnTo>
                          <a:lnTo>
                            <a:pt x="3783711" y="20574"/>
                          </a:lnTo>
                          <a:lnTo>
                            <a:pt x="0" y="20574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32" name="Freeform 31"/>
                    <p:cNvSpPr/>
                    <p:nvPr/>
                  </p:nvSpPr>
                  <p:spPr>
                    <a:xfrm>
                      <a:off x="3771519" y="4387469"/>
                      <a:ext cx="3777108" cy="20702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777108" h="20702">
                          <a:moveTo>
                            <a:pt x="0" y="0"/>
                          </a:moveTo>
                          <a:lnTo>
                            <a:pt x="3777107" y="0"/>
                          </a:lnTo>
                          <a:lnTo>
                            <a:pt x="3777107" y="20701"/>
                          </a:lnTo>
                          <a:lnTo>
                            <a:pt x="0" y="20701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33" name="Freeform 32"/>
                    <p:cNvSpPr/>
                    <p:nvPr/>
                  </p:nvSpPr>
                  <p:spPr>
                    <a:xfrm>
                      <a:off x="3773551" y="4197731"/>
                      <a:ext cx="3782950" cy="19686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782950" h="19686">
                          <a:moveTo>
                            <a:pt x="0" y="0"/>
                          </a:moveTo>
                          <a:lnTo>
                            <a:pt x="3782949" y="0"/>
                          </a:lnTo>
                          <a:lnTo>
                            <a:pt x="3782949" y="19685"/>
                          </a:lnTo>
                          <a:lnTo>
                            <a:pt x="0" y="19685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34" name="Freeform 33"/>
                    <p:cNvSpPr/>
                    <p:nvPr/>
                  </p:nvSpPr>
                  <p:spPr>
                    <a:xfrm>
                      <a:off x="3772662" y="4009644"/>
                      <a:ext cx="3772282" cy="19686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772282" h="19686">
                          <a:moveTo>
                            <a:pt x="0" y="0"/>
                          </a:moveTo>
                          <a:lnTo>
                            <a:pt x="3772281" y="0"/>
                          </a:lnTo>
                          <a:lnTo>
                            <a:pt x="3772281" y="19685"/>
                          </a:lnTo>
                          <a:lnTo>
                            <a:pt x="0" y="19685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35" name="Freeform 34"/>
                    <p:cNvSpPr/>
                    <p:nvPr/>
                  </p:nvSpPr>
                  <p:spPr>
                    <a:xfrm>
                      <a:off x="3770630" y="4951984"/>
                      <a:ext cx="3776092" cy="19813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776092" h="19813">
                          <a:moveTo>
                            <a:pt x="0" y="0"/>
                          </a:moveTo>
                          <a:lnTo>
                            <a:pt x="3776091" y="0"/>
                          </a:lnTo>
                          <a:lnTo>
                            <a:pt x="3776091" y="19812"/>
                          </a:lnTo>
                          <a:lnTo>
                            <a:pt x="0" y="19812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36" name="Freeform 35"/>
                    <p:cNvSpPr/>
                    <p:nvPr/>
                  </p:nvSpPr>
                  <p:spPr>
                    <a:xfrm>
                      <a:off x="3769741" y="5141976"/>
                      <a:ext cx="3783077" cy="19686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783077" h="19686">
                          <a:moveTo>
                            <a:pt x="0" y="0"/>
                          </a:moveTo>
                          <a:lnTo>
                            <a:pt x="3783076" y="0"/>
                          </a:lnTo>
                          <a:lnTo>
                            <a:pt x="3783076" y="19685"/>
                          </a:lnTo>
                          <a:lnTo>
                            <a:pt x="0" y="19685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37" name="Freeform 36"/>
                    <p:cNvSpPr/>
                    <p:nvPr/>
                  </p:nvSpPr>
                  <p:spPr>
                    <a:xfrm>
                      <a:off x="3768725" y="5331714"/>
                      <a:ext cx="3780918" cy="20702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780918" h="20702">
                          <a:moveTo>
                            <a:pt x="0" y="0"/>
                          </a:moveTo>
                          <a:lnTo>
                            <a:pt x="3780917" y="0"/>
                          </a:lnTo>
                          <a:lnTo>
                            <a:pt x="3780917" y="20701"/>
                          </a:lnTo>
                          <a:lnTo>
                            <a:pt x="0" y="20701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38" name="Freeform 37"/>
                    <p:cNvSpPr/>
                    <p:nvPr/>
                  </p:nvSpPr>
                  <p:spPr>
                    <a:xfrm>
                      <a:off x="3769741" y="5519674"/>
                      <a:ext cx="3783712" cy="20702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783712" h="20702">
                          <a:moveTo>
                            <a:pt x="0" y="0"/>
                          </a:moveTo>
                          <a:lnTo>
                            <a:pt x="3783711" y="0"/>
                          </a:lnTo>
                          <a:lnTo>
                            <a:pt x="3783711" y="20701"/>
                          </a:lnTo>
                          <a:lnTo>
                            <a:pt x="0" y="20701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39" name="Freeform 38"/>
                    <p:cNvSpPr/>
                    <p:nvPr/>
                  </p:nvSpPr>
                  <p:spPr>
                    <a:xfrm>
                      <a:off x="3768725" y="5704713"/>
                      <a:ext cx="3783585" cy="20828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783585" h="20828">
                          <a:moveTo>
                            <a:pt x="0" y="0"/>
                          </a:moveTo>
                          <a:lnTo>
                            <a:pt x="3783584" y="0"/>
                          </a:lnTo>
                          <a:lnTo>
                            <a:pt x="3783584" y="20827"/>
                          </a:lnTo>
                          <a:lnTo>
                            <a:pt x="0" y="20827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40" name="Freeform 39"/>
                    <p:cNvSpPr/>
                    <p:nvPr/>
                  </p:nvSpPr>
                  <p:spPr>
                    <a:xfrm>
                      <a:off x="3771519" y="6648831"/>
                      <a:ext cx="3783712" cy="22861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783712" h="22861">
                          <a:moveTo>
                            <a:pt x="0" y="0"/>
                          </a:moveTo>
                          <a:lnTo>
                            <a:pt x="3783711" y="0"/>
                          </a:lnTo>
                          <a:lnTo>
                            <a:pt x="3783711" y="22860"/>
                          </a:lnTo>
                          <a:lnTo>
                            <a:pt x="0" y="22860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41" name="Freeform 40"/>
                    <p:cNvSpPr/>
                    <p:nvPr/>
                  </p:nvSpPr>
                  <p:spPr>
                    <a:xfrm>
                      <a:off x="3771519" y="6463792"/>
                      <a:ext cx="3784728" cy="2260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784728" h="22607">
                          <a:moveTo>
                            <a:pt x="0" y="0"/>
                          </a:moveTo>
                          <a:lnTo>
                            <a:pt x="3784727" y="0"/>
                          </a:lnTo>
                          <a:lnTo>
                            <a:pt x="3784727" y="22606"/>
                          </a:lnTo>
                          <a:lnTo>
                            <a:pt x="0" y="22606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42" name="Freeform 41"/>
                    <p:cNvSpPr/>
                    <p:nvPr/>
                  </p:nvSpPr>
                  <p:spPr>
                    <a:xfrm>
                      <a:off x="3768725" y="6274815"/>
                      <a:ext cx="3783077" cy="20957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783077" h="20957">
                          <a:moveTo>
                            <a:pt x="0" y="0"/>
                          </a:moveTo>
                          <a:lnTo>
                            <a:pt x="3783076" y="0"/>
                          </a:lnTo>
                          <a:lnTo>
                            <a:pt x="3783076" y="20956"/>
                          </a:lnTo>
                          <a:lnTo>
                            <a:pt x="0" y="20956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43" name="Freeform 42"/>
                    <p:cNvSpPr/>
                    <p:nvPr/>
                  </p:nvSpPr>
                  <p:spPr>
                    <a:xfrm>
                      <a:off x="3769741" y="6085205"/>
                      <a:ext cx="3783712" cy="20829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783712" h="20829">
                          <a:moveTo>
                            <a:pt x="0" y="0"/>
                          </a:moveTo>
                          <a:lnTo>
                            <a:pt x="3783711" y="0"/>
                          </a:lnTo>
                          <a:lnTo>
                            <a:pt x="3783711" y="20828"/>
                          </a:lnTo>
                          <a:lnTo>
                            <a:pt x="0" y="20828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44" name="Freeform 43"/>
                    <p:cNvSpPr/>
                    <p:nvPr/>
                  </p:nvSpPr>
                  <p:spPr>
                    <a:xfrm>
                      <a:off x="3769741" y="5897372"/>
                      <a:ext cx="3778886" cy="20829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778886" h="20829">
                          <a:moveTo>
                            <a:pt x="0" y="0"/>
                          </a:moveTo>
                          <a:lnTo>
                            <a:pt x="3778885" y="0"/>
                          </a:lnTo>
                          <a:lnTo>
                            <a:pt x="3778885" y="20828"/>
                          </a:lnTo>
                          <a:lnTo>
                            <a:pt x="0" y="20828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  <p:sp>
                  <p:nvSpPr>
                    <p:cNvPr id="45" name="Freeform 44"/>
                    <p:cNvSpPr/>
                    <p:nvPr/>
                  </p:nvSpPr>
                  <p:spPr>
                    <a:xfrm>
                      <a:off x="3759327" y="6840474"/>
                      <a:ext cx="3801746" cy="22734"/>
                    </a:xfrm>
                    <a:custGeom>
                      <a:avLst/>
                      <a:gdLst/>
                      <a:ahLst/>
                      <a:cxnLst/>
                      <a:rect l="0" t="0" r="0" b="0"/>
                      <a:pathLst>
                        <a:path w="3801746" h="22734">
                          <a:moveTo>
                            <a:pt x="0" y="0"/>
                          </a:moveTo>
                          <a:lnTo>
                            <a:pt x="3801745" y="0"/>
                          </a:lnTo>
                          <a:lnTo>
                            <a:pt x="3801745" y="22733"/>
                          </a:lnTo>
                          <a:lnTo>
                            <a:pt x="0" y="22733"/>
                          </a:lnTo>
                          <a:close/>
                        </a:path>
                      </a:pathLst>
                    </a:custGeom>
                    <a:solidFill>
                      <a:srgbClr val="8C8CFF">
                        <a:alpha val="50980"/>
                      </a:srgbClr>
                    </a:solidFill>
                    <a:ln w="0" cap="flat" cmpd="sng" algn="ctr">
                      <a:solidFill>
                        <a:srgbClr val="8C8CFF">
                          <a:alpha val="5098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en-GB" sz="1620"/>
                    </a:p>
                  </p:txBody>
                </p:sp>
              </p:grpSp>
              <p:cxnSp>
                <p:nvCxnSpPr>
                  <p:cNvPr id="47" name="Straight Connector 46"/>
                  <p:cNvCxnSpPr/>
                  <p:nvPr/>
                </p:nvCxnSpPr>
                <p:spPr>
                  <a:xfrm flipV="1">
                    <a:off x="3758311" y="2805811"/>
                    <a:ext cx="0" cy="4038727"/>
                  </a:xfrm>
                  <a:prstGeom prst="line">
                    <a:avLst/>
                  </a:prstGeom>
                  <a:ln w="38100" cap="flat" cmpd="sng" algn="ctr">
                    <a:solidFill>
                      <a:srgbClr val="000000"/>
                    </a:solidFill>
                    <a:prstDash val="solid"/>
                    <a:round/>
                    <a:headEnd type="none" w="med" len="sm"/>
                    <a:tailEnd type="triangle" w="med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48" name="Straight Connector 47"/>
                  <p:cNvCxnSpPr/>
                  <p:nvPr/>
                </p:nvCxnSpPr>
                <p:spPr>
                  <a:xfrm>
                    <a:off x="3759962" y="6849110"/>
                    <a:ext cx="4059809" cy="0"/>
                  </a:xfrm>
                  <a:prstGeom prst="line">
                    <a:avLst/>
                  </a:prstGeom>
                  <a:ln w="38100" cap="flat" cmpd="sng" algn="ctr">
                    <a:solidFill>
                      <a:srgbClr val="000000"/>
                    </a:solidFill>
                    <a:prstDash val="solid"/>
                    <a:round/>
                    <a:headEnd type="none" w="med" len="sm"/>
                    <a:tailEnd type="triangle" w="med" len="sm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50" name="TextBox 49"/>
                <p:cNvSpPr txBox="1"/>
                <p:nvPr/>
              </p:nvSpPr>
              <p:spPr>
                <a:xfrm>
                  <a:off x="3238500" y="2921000"/>
                  <a:ext cx="584200" cy="287258"/>
                </a:xfrm>
                <a:prstGeom prst="rect">
                  <a:avLst/>
                </a:prstGeom>
                <a:noFill/>
              </p:spPr>
              <p:txBody>
                <a:bodyPr vert="horz" rtlCol="0">
                  <a:spAutoFit/>
                </a:bodyPr>
                <a:lstStyle/>
                <a:p>
                  <a:pPr algn="ctr"/>
                  <a:r>
                    <a:rPr lang="en-GB" sz="1080">
                      <a:solidFill>
                        <a:srgbClr val="000000"/>
                      </a:solidFill>
                      <a:latin typeface="Trebuchet MS - 16"/>
                    </a:rPr>
                    <a:t>100</a:t>
                  </a:r>
                </a:p>
              </p:txBody>
            </p:sp>
            <p:sp>
              <p:nvSpPr>
                <p:cNvPr id="51" name="TextBox 50"/>
                <p:cNvSpPr txBox="1"/>
                <p:nvPr/>
              </p:nvSpPr>
              <p:spPr>
                <a:xfrm>
                  <a:off x="3314700" y="5575300"/>
                  <a:ext cx="584200" cy="287258"/>
                </a:xfrm>
                <a:prstGeom prst="rect">
                  <a:avLst/>
                </a:prstGeom>
                <a:noFill/>
              </p:spPr>
              <p:txBody>
                <a:bodyPr vert="horz" rtlCol="0">
                  <a:spAutoFit/>
                </a:bodyPr>
                <a:lstStyle/>
                <a:p>
                  <a:pPr algn="ctr"/>
                  <a:r>
                    <a:rPr lang="en-GB" sz="1080">
                      <a:solidFill>
                        <a:srgbClr val="000000"/>
                      </a:solidFill>
                      <a:latin typeface="Trebuchet MS - 16"/>
                    </a:rPr>
                    <a:t>30</a:t>
                  </a:r>
                </a:p>
              </p:txBody>
            </p:sp>
            <p:sp>
              <p:nvSpPr>
                <p:cNvPr id="52" name="TextBox 51"/>
                <p:cNvSpPr txBox="1"/>
                <p:nvPr/>
              </p:nvSpPr>
              <p:spPr>
                <a:xfrm>
                  <a:off x="3314700" y="5956300"/>
                  <a:ext cx="584200" cy="287258"/>
                </a:xfrm>
                <a:prstGeom prst="rect">
                  <a:avLst/>
                </a:prstGeom>
                <a:noFill/>
              </p:spPr>
              <p:txBody>
                <a:bodyPr vert="horz" rtlCol="0">
                  <a:spAutoFit/>
                </a:bodyPr>
                <a:lstStyle/>
                <a:p>
                  <a:pPr algn="ctr"/>
                  <a:r>
                    <a:rPr lang="en-GB" sz="1080">
                      <a:solidFill>
                        <a:srgbClr val="000000"/>
                      </a:solidFill>
                      <a:latin typeface="Trebuchet MS - 16"/>
                    </a:rPr>
                    <a:t>20</a:t>
                  </a:r>
                </a:p>
              </p:txBody>
            </p:sp>
            <p:sp>
              <p:nvSpPr>
                <p:cNvPr id="53" name="TextBox 52"/>
                <p:cNvSpPr txBox="1"/>
                <p:nvPr/>
              </p:nvSpPr>
              <p:spPr>
                <a:xfrm>
                  <a:off x="3314700" y="6337300"/>
                  <a:ext cx="584200" cy="287258"/>
                </a:xfrm>
                <a:prstGeom prst="rect">
                  <a:avLst/>
                </a:prstGeom>
                <a:noFill/>
              </p:spPr>
              <p:txBody>
                <a:bodyPr vert="horz" rtlCol="0">
                  <a:spAutoFit/>
                </a:bodyPr>
                <a:lstStyle/>
                <a:p>
                  <a:pPr algn="ctr"/>
                  <a:r>
                    <a:rPr lang="en-GB" sz="1080">
                      <a:solidFill>
                        <a:srgbClr val="000000"/>
                      </a:solidFill>
                      <a:latin typeface="Trebuchet MS - 16"/>
                    </a:rPr>
                    <a:t>10</a:t>
                  </a:r>
                </a:p>
              </p:txBody>
            </p:sp>
            <p:sp>
              <p:nvSpPr>
                <p:cNvPr id="54" name="TextBox 53"/>
                <p:cNvSpPr txBox="1"/>
                <p:nvPr/>
              </p:nvSpPr>
              <p:spPr>
                <a:xfrm>
                  <a:off x="3390900" y="6781800"/>
                  <a:ext cx="584200" cy="287258"/>
                </a:xfrm>
                <a:prstGeom prst="rect">
                  <a:avLst/>
                </a:prstGeom>
                <a:noFill/>
              </p:spPr>
              <p:txBody>
                <a:bodyPr vert="horz" rtlCol="0">
                  <a:spAutoFit/>
                </a:bodyPr>
                <a:lstStyle/>
                <a:p>
                  <a:pPr algn="ctr"/>
                  <a:r>
                    <a:rPr lang="en-GB" sz="1080">
                      <a:solidFill>
                        <a:srgbClr val="000000"/>
                      </a:solidFill>
                      <a:latin typeface="Trebuchet MS - 16"/>
                    </a:rPr>
                    <a:t>0</a:t>
                  </a:r>
                </a:p>
              </p:txBody>
            </p:sp>
            <p:sp>
              <p:nvSpPr>
                <p:cNvPr id="55" name="TextBox 54"/>
                <p:cNvSpPr txBox="1"/>
                <p:nvPr/>
              </p:nvSpPr>
              <p:spPr>
                <a:xfrm>
                  <a:off x="3302000" y="4445000"/>
                  <a:ext cx="584200" cy="287258"/>
                </a:xfrm>
                <a:prstGeom prst="rect">
                  <a:avLst/>
                </a:prstGeom>
                <a:noFill/>
              </p:spPr>
              <p:txBody>
                <a:bodyPr vert="horz" rtlCol="0">
                  <a:spAutoFit/>
                </a:bodyPr>
                <a:lstStyle/>
                <a:p>
                  <a:pPr algn="ctr"/>
                  <a:r>
                    <a:rPr lang="en-GB" sz="1080">
                      <a:solidFill>
                        <a:srgbClr val="000000"/>
                      </a:solidFill>
                      <a:latin typeface="Trebuchet MS - 16"/>
                    </a:rPr>
                    <a:t>60</a:t>
                  </a:r>
                </a:p>
              </p:txBody>
            </p:sp>
            <p:sp>
              <p:nvSpPr>
                <p:cNvPr id="56" name="TextBox 55"/>
                <p:cNvSpPr txBox="1"/>
                <p:nvPr/>
              </p:nvSpPr>
              <p:spPr>
                <a:xfrm>
                  <a:off x="3302000" y="4826000"/>
                  <a:ext cx="584200" cy="287258"/>
                </a:xfrm>
                <a:prstGeom prst="rect">
                  <a:avLst/>
                </a:prstGeom>
                <a:noFill/>
              </p:spPr>
              <p:txBody>
                <a:bodyPr vert="horz" rtlCol="0">
                  <a:spAutoFit/>
                </a:bodyPr>
                <a:lstStyle/>
                <a:p>
                  <a:pPr algn="ctr"/>
                  <a:r>
                    <a:rPr lang="en-GB" sz="1080">
                      <a:solidFill>
                        <a:srgbClr val="000000"/>
                      </a:solidFill>
                      <a:latin typeface="Trebuchet MS - 16"/>
                    </a:rPr>
                    <a:t>50</a:t>
                  </a:r>
                </a:p>
              </p:txBody>
            </p:sp>
            <p:sp>
              <p:nvSpPr>
                <p:cNvPr id="57" name="TextBox 56"/>
                <p:cNvSpPr txBox="1"/>
                <p:nvPr/>
              </p:nvSpPr>
              <p:spPr>
                <a:xfrm>
                  <a:off x="3302000" y="5207000"/>
                  <a:ext cx="584200" cy="287258"/>
                </a:xfrm>
                <a:prstGeom prst="rect">
                  <a:avLst/>
                </a:prstGeom>
                <a:noFill/>
              </p:spPr>
              <p:txBody>
                <a:bodyPr vert="horz" rtlCol="0">
                  <a:spAutoFit/>
                </a:bodyPr>
                <a:lstStyle/>
                <a:p>
                  <a:pPr algn="ctr"/>
                  <a:r>
                    <a:rPr lang="en-GB" sz="1080">
                      <a:solidFill>
                        <a:srgbClr val="000000"/>
                      </a:solidFill>
                      <a:latin typeface="Trebuchet MS - 16"/>
                    </a:rPr>
                    <a:t>40</a:t>
                  </a:r>
                </a:p>
              </p:txBody>
            </p:sp>
            <p:sp>
              <p:nvSpPr>
                <p:cNvPr id="58" name="TextBox 57"/>
                <p:cNvSpPr txBox="1"/>
                <p:nvPr/>
              </p:nvSpPr>
              <p:spPr>
                <a:xfrm>
                  <a:off x="3302000" y="3302000"/>
                  <a:ext cx="584200" cy="287258"/>
                </a:xfrm>
                <a:prstGeom prst="rect">
                  <a:avLst/>
                </a:prstGeom>
                <a:noFill/>
              </p:spPr>
              <p:txBody>
                <a:bodyPr vert="horz" rtlCol="0">
                  <a:spAutoFit/>
                </a:bodyPr>
                <a:lstStyle/>
                <a:p>
                  <a:pPr algn="ctr"/>
                  <a:r>
                    <a:rPr lang="en-GB" sz="1080">
                      <a:solidFill>
                        <a:srgbClr val="000000"/>
                      </a:solidFill>
                      <a:latin typeface="Trebuchet MS - 16"/>
                    </a:rPr>
                    <a:t>90</a:t>
                  </a:r>
                </a:p>
              </p:txBody>
            </p:sp>
            <p:sp>
              <p:nvSpPr>
                <p:cNvPr id="59" name="TextBox 58"/>
                <p:cNvSpPr txBox="1"/>
                <p:nvPr/>
              </p:nvSpPr>
              <p:spPr>
                <a:xfrm>
                  <a:off x="3302000" y="3683000"/>
                  <a:ext cx="584200" cy="287258"/>
                </a:xfrm>
                <a:prstGeom prst="rect">
                  <a:avLst/>
                </a:prstGeom>
                <a:noFill/>
              </p:spPr>
              <p:txBody>
                <a:bodyPr vert="horz" rtlCol="0">
                  <a:spAutoFit/>
                </a:bodyPr>
                <a:lstStyle/>
                <a:p>
                  <a:pPr algn="ctr"/>
                  <a:r>
                    <a:rPr lang="en-GB" sz="1080">
                      <a:solidFill>
                        <a:srgbClr val="000000"/>
                      </a:solidFill>
                      <a:latin typeface="Trebuchet MS - 16"/>
                    </a:rPr>
                    <a:t>80</a:t>
                  </a:r>
                </a:p>
              </p:txBody>
            </p:sp>
            <p:sp>
              <p:nvSpPr>
                <p:cNvPr id="60" name="TextBox 59"/>
                <p:cNvSpPr txBox="1"/>
                <p:nvPr/>
              </p:nvSpPr>
              <p:spPr>
                <a:xfrm>
                  <a:off x="3302000" y="4064000"/>
                  <a:ext cx="584200" cy="287258"/>
                </a:xfrm>
                <a:prstGeom prst="rect">
                  <a:avLst/>
                </a:prstGeom>
                <a:noFill/>
              </p:spPr>
              <p:txBody>
                <a:bodyPr vert="horz" rtlCol="0">
                  <a:spAutoFit/>
                </a:bodyPr>
                <a:lstStyle/>
                <a:p>
                  <a:pPr algn="ctr"/>
                  <a:r>
                    <a:rPr lang="en-GB" sz="1080">
                      <a:solidFill>
                        <a:srgbClr val="000000"/>
                      </a:solidFill>
                      <a:latin typeface="Trebuchet MS - 16"/>
                    </a:rPr>
                    <a:t>70</a:t>
                  </a:r>
                </a:p>
              </p:txBody>
            </p:sp>
            <p:sp>
              <p:nvSpPr>
                <p:cNvPr id="61" name="TextBox 60"/>
                <p:cNvSpPr txBox="1"/>
                <p:nvPr/>
              </p:nvSpPr>
              <p:spPr>
                <a:xfrm>
                  <a:off x="7289800" y="6845300"/>
                  <a:ext cx="584200" cy="287258"/>
                </a:xfrm>
                <a:prstGeom prst="rect">
                  <a:avLst/>
                </a:prstGeom>
                <a:noFill/>
              </p:spPr>
              <p:txBody>
                <a:bodyPr vert="horz" rtlCol="0">
                  <a:spAutoFit/>
                </a:bodyPr>
                <a:lstStyle/>
                <a:p>
                  <a:pPr algn="ctr"/>
                  <a:r>
                    <a:rPr lang="en-GB" sz="1080">
                      <a:solidFill>
                        <a:srgbClr val="000000"/>
                      </a:solidFill>
                      <a:latin typeface="Trebuchet MS - 16"/>
                    </a:rPr>
                    <a:t>100</a:t>
                  </a:r>
                </a:p>
              </p:txBody>
            </p:sp>
            <p:sp>
              <p:nvSpPr>
                <p:cNvPr id="62" name="TextBox 61"/>
                <p:cNvSpPr txBox="1"/>
                <p:nvPr/>
              </p:nvSpPr>
              <p:spPr>
                <a:xfrm>
                  <a:off x="4622800" y="6845300"/>
                  <a:ext cx="584200" cy="287258"/>
                </a:xfrm>
                <a:prstGeom prst="rect">
                  <a:avLst/>
                </a:prstGeom>
                <a:noFill/>
              </p:spPr>
              <p:txBody>
                <a:bodyPr vert="horz" rtlCol="0">
                  <a:spAutoFit/>
                </a:bodyPr>
                <a:lstStyle/>
                <a:p>
                  <a:pPr algn="ctr"/>
                  <a:r>
                    <a:rPr lang="en-GB" sz="1080">
                      <a:solidFill>
                        <a:srgbClr val="000000"/>
                      </a:solidFill>
                      <a:latin typeface="Trebuchet MS - 16"/>
                    </a:rPr>
                    <a:t>30</a:t>
                  </a:r>
                </a:p>
              </p:txBody>
            </p:sp>
            <p:sp>
              <p:nvSpPr>
                <p:cNvPr id="63" name="TextBox 62"/>
                <p:cNvSpPr txBox="1"/>
                <p:nvPr/>
              </p:nvSpPr>
              <p:spPr>
                <a:xfrm>
                  <a:off x="4241800" y="6845300"/>
                  <a:ext cx="584200" cy="287258"/>
                </a:xfrm>
                <a:prstGeom prst="rect">
                  <a:avLst/>
                </a:prstGeom>
                <a:noFill/>
              </p:spPr>
              <p:txBody>
                <a:bodyPr vert="horz" rtlCol="0">
                  <a:spAutoFit/>
                </a:bodyPr>
                <a:lstStyle/>
                <a:p>
                  <a:pPr algn="ctr"/>
                  <a:r>
                    <a:rPr lang="en-GB" sz="1080">
                      <a:solidFill>
                        <a:srgbClr val="000000"/>
                      </a:solidFill>
                      <a:latin typeface="Trebuchet MS - 16"/>
                    </a:rPr>
                    <a:t>20</a:t>
                  </a:r>
                </a:p>
              </p:txBody>
            </p:sp>
            <p:sp>
              <p:nvSpPr>
                <p:cNvPr id="64" name="TextBox 63"/>
                <p:cNvSpPr txBox="1"/>
                <p:nvPr/>
              </p:nvSpPr>
              <p:spPr>
                <a:xfrm>
                  <a:off x="3860800" y="6845300"/>
                  <a:ext cx="584200" cy="287258"/>
                </a:xfrm>
                <a:prstGeom prst="rect">
                  <a:avLst/>
                </a:prstGeom>
                <a:noFill/>
              </p:spPr>
              <p:txBody>
                <a:bodyPr vert="horz" rtlCol="0">
                  <a:spAutoFit/>
                </a:bodyPr>
                <a:lstStyle/>
                <a:p>
                  <a:pPr algn="ctr"/>
                  <a:r>
                    <a:rPr lang="en-GB" sz="1080">
                      <a:solidFill>
                        <a:srgbClr val="000000"/>
                      </a:solidFill>
                      <a:latin typeface="Trebuchet MS - 16"/>
                    </a:rPr>
                    <a:t>10</a:t>
                  </a:r>
                </a:p>
              </p:txBody>
            </p:sp>
            <p:sp>
              <p:nvSpPr>
                <p:cNvPr id="65" name="TextBox 64"/>
                <p:cNvSpPr txBox="1"/>
                <p:nvPr/>
              </p:nvSpPr>
              <p:spPr>
                <a:xfrm>
                  <a:off x="5765800" y="6845300"/>
                  <a:ext cx="584200" cy="287258"/>
                </a:xfrm>
                <a:prstGeom prst="rect">
                  <a:avLst/>
                </a:prstGeom>
                <a:noFill/>
              </p:spPr>
              <p:txBody>
                <a:bodyPr vert="horz" rtlCol="0">
                  <a:spAutoFit/>
                </a:bodyPr>
                <a:lstStyle/>
                <a:p>
                  <a:pPr algn="ctr"/>
                  <a:r>
                    <a:rPr lang="en-GB" sz="1080">
                      <a:solidFill>
                        <a:srgbClr val="000000"/>
                      </a:solidFill>
                      <a:latin typeface="Trebuchet MS - 16"/>
                    </a:rPr>
                    <a:t>60</a:t>
                  </a:r>
                </a:p>
              </p:txBody>
            </p:sp>
            <p:sp>
              <p:nvSpPr>
                <p:cNvPr id="66" name="TextBox 65"/>
                <p:cNvSpPr txBox="1"/>
                <p:nvPr/>
              </p:nvSpPr>
              <p:spPr>
                <a:xfrm>
                  <a:off x="5384800" y="6845300"/>
                  <a:ext cx="584200" cy="287258"/>
                </a:xfrm>
                <a:prstGeom prst="rect">
                  <a:avLst/>
                </a:prstGeom>
                <a:noFill/>
              </p:spPr>
              <p:txBody>
                <a:bodyPr vert="horz" rtlCol="0">
                  <a:spAutoFit/>
                </a:bodyPr>
                <a:lstStyle/>
                <a:p>
                  <a:pPr algn="ctr"/>
                  <a:r>
                    <a:rPr lang="en-GB" sz="1080">
                      <a:solidFill>
                        <a:srgbClr val="000000"/>
                      </a:solidFill>
                      <a:latin typeface="Trebuchet MS - 16"/>
                    </a:rPr>
                    <a:t>50</a:t>
                  </a:r>
                </a:p>
              </p:txBody>
            </p:sp>
            <p:sp>
              <p:nvSpPr>
                <p:cNvPr id="67" name="TextBox 66"/>
                <p:cNvSpPr txBox="1"/>
                <p:nvPr/>
              </p:nvSpPr>
              <p:spPr>
                <a:xfrm>
                  <a:off x="5003800" y="6832600"/>
                  <a:ext cx="584200" cy="287258"/>
                </a:xfrm>
                <a:prstGeom prst="rect">
                  <a:avLst/>
                </a:prstGeom>
                <a:noFill/>
              </p:spPr>
              <p:txBody>
                <a:bodyPr vert="horz" rtlCol="0">
                  <a:spAutoFit/>
                </a:bodyPr>
                <a:lstStyle/>
                <a:p>
                  <a:pPr algn="ctr"/>
                  <a:r>
                    <a:rPr lang="en-GB" sz="1080">
                      <a:solidFill>
                        <a:srgbClr val="000000"/>
                      </a:solidFill>
                      <a:latin typeface="Trebuchet MS - 16"/>
                    </a:rPr>
                    <a:t>40</a:t>
                  </a:r>
                </a:p>
              </p:txBody>
            </p:sp>
            <p:sp>
              <p:nvSpPr>
                <p:cNvPr id="68" name="TextBox 67"/>
                <p:cNvSpPr txBox="1"/>
                <p:nvPr/>
              </p:nvSpPr>
              <p:spPr>
                <a:xfrm>
                  <a:off x="6908800" y="6845300"/>
                  <a:ext cx="584200" cy="287258"/>
                </a:xfrm>
                <a:prstGeom prst="rect">
                  <a:avLst/>
                </a:prstGeom>
                <a:noFill/>
              </p:spPr>
              <p:txBody>
                <a:bodyPr vert="horz" rtlCol="0">
                  <a:spAutoFit/>
                </a:bodyPr>
                <a:lstStyle/>
                <a:p>
                  <a:pPr algn="ctr"/>
                  <a:r>
                    <a:rPr lang="en-GB" sz="1080">
                      <a:solidFill>
                        <a:srgbClr val="000000"/>
                      </a:solidFill>
                      <a:latin typeface="Trebuchet MS - 16"/>
                    </a:rPr>
                    <a:t>90</a:t>
                  </a:r>
                </a:p>
              </p:txBody>
            </p:sp>
            <p:sp>
              <p:nvSpPr>
                <p:cNvPr id="69" name="TextBox 68"/>
                <p:cNvSpPr txBox="1"/>
                <p:nvPr/>
              </p:nvSpPr>
              <p:spPr>
                <a:xfrm>
                  <a:off x="6527800" y="6845300"/>
                  <a:ext cx="584200" cy="287258"/>
                </a:xfrm>
                <a:prstGeom prst="rect">
                  <a:avLst/>
                </a:prstGeom>
                <a:noFill/>
              </p:spPr>
              <p:txBody>
                <a:bodyPr vert="horz" rtlCol="0">
                  <a:spAutoFit/>
                </a:bodyPr>
                <a:lstStyle/>
                <a:p>
                  <a:pPr algn="ctr"/>
                  <a:r>
                    <a:rPr lang="en-GB" sz="1080">
                      <a:solidFill>
                        <a:srgbClr val="000000"/>
                      </a:solidFill>
                      <a:latin typeface="Trebuchet MS - 16"/>
                    </a:rPr>
                    <a:t>80</a:t>
                  </a:r>
                </a:p>
              </p:txBody>
            </p:sp>
            <p:sp>
              <p:nvSpPr>
                <p:cNvPr id="70" name="TextBox 69"/>
                <p:cNvSpPr txBox="1"/>
                <p:nvPr/>
              </p:nvSpPr>
              <p:spPr>
                <a:xfrm>
                  <a:off x="6146800" y="6845300"/>
                  <a:ext cx="584200" cy="287258"/>
                </a:xfrm>
                <a:prstGeom prst="rect">
                  <a:avLst/>
                </a:prstGeom>
                <a:noFill/>
              </p:spPr>
              <p:txBody>
                <a:bodyPr vert="horz" rtlCol="0">
                  <a:spAutoFit/>
                </a:bodyPr>
                <a:lstStyle/>
                <a:p>
                  <a:pPr algn="ctr"/>
                  <a:r>
                    <a:rPr lang="en-GB" sz="1080">
                      <a:solidFill>
                        <a:srgbClr val="000000"/>
                      </a:solidFill>
                      <a:latin typeface="Trebuchet MS - 16"/>
                    </a:rPr>
                    <a:t>70</a:t>
                  </a:r>
                </a:p>
              </p:txBody>
            </p:sp>
          </p:grpSp>
          <p:sp>
            <p:nvSpPr>
              <p:cNvPr id="72" name="TextBox 71"/>
              <p:cNvSpPr txBox="1"/>
              <p:nvPr/>
            </p:nvSpPr>
            <p:spPr>
              <a:xfrm>
                <a:off x="5067300" y="7099300"/>
                <a:ext cx="1473200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Maths mark</a:t>
                </a:r>
              </a:p>
            </p:txBody>
          </p:sp>
          <p:sp>
            <p:nvSpPr>
              <p:cNvPr id="73" name="TextBox 72"/>
              <p:cNvSpPr txBox="1"/>
              <p:nvPr/>
            </p:nvSpPr>
            <p:spPr>
              <a:xfrm rot="16200000">
                <a:off x="2540000" y="4630371"/>
                <a:ext cx="1473200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Science mark</a:t>
                </a:r>
              </a:p>
            </p:txBody>
          </p:sp>
        </p:grpSp>
        <p:grpSp>
          <p:nvGrpSpPr>
            <p:cNvPr id="77" name="Group 76"/>
            <p:cNvGrpSpPr/>
            <p:nvPr/>
          </p:nvGrpSpPr>
          <p:grpSpPr>
            <a:xfrm>
              <a:off x="6424168" y="4188714"/>
              <a:ext cx="264669" cy="162053"/>
              <a:chOff x="6424168" y="4188714"/>
              <a:chExt cx="264669" cy="162053"/>
            </a:xfrm>
          </p:grpSpPr>
          <p:sp>
            <p:nvSpPr>
              <p:cNvPr id="75" name="Freeform 74"/>
              <p:cNvSpPr/>
              <p:nvPr/>
            </p:nvSpPr>
            <p:spPr>
              <a:xfrm>
                <a:off x="6424168" y="418871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rgbClr val="131516"/>
              </a:solidFill>
              <a:ln w="0" cap="flat" cmpd="sng" algn="ctr">
                <a:solidFill>
                  <a:srgbClr val="13151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  <p:sp>
            <p:nvSpPr>
              <p:cNvPr id="76" name="Freeform 75"/>
              <p:cNvSpPr/>
              <p:nvPr/>
            </p:nvSpPr>
            <p:spPr>
              <a:xfrm>
                <a:off x="6424168" y="418871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 w="12700" cap="flat" cmpd="sng" algn="ctr">
                <a:solidFill>
                  <a:srgbClr val="1F1A1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</p:grpSp>
        <p:grpSp>
          <p:nvGrpSpPr>
            <p:cNvPr id="80" name="Group 79"/>
            <p:cNvGrpSpPr/>
            <p:nvPr/>
          </p:nvGrpSpPr>
          <p:grpSpPr>
            <a:xfrm>
              <a:off x="5585968" y="5065014"/>
              <a:ext cx="264669" cy="162053"/>
              <a:chOff x="5585968" y="5065014"/>
              <a:chExt cx="264669" cy="162053"/>
            </a:xfrm>
          </p:grpSpPr>
          <p:sp>
            <p:nvSpPr>
              <p:cNvPr id="78" name="Freeform 77"/>
              <p:cNvSpPr/>
              <p:nvPr/>
            </p:nvSpPr>
            <p:spPr>
              <a:xfrm>
                <a:off x="5585968" y="506501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rgbClr val="131516"/>
              </a:solidFill>
              <a:ln w="0" cap="flat" cmpd="sng" algn="ctr">
                <a:solidFill>
                  <a:srgbClr val="13151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  <p:sp>
            <p:nvSpPr>
              <p:cNvPr id="79" name="Freeform 78"/>
              <p:cNvSpPr/>
              <p:nvPr/>
            </p:nvSpPr>
            <p:spPr>
              <a:xfrm>
                <a:off x="5585968" y="506501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 w="12700" cap="flat" cmpd="sng" algn="ctr">
                <a:solidFill>
                  <a:srgbClr val="1F1A1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</p:grpSp>
        <p:grpSp>
          <p:nvGrpSpPr>
            <p:cNvPr id="83" name="Group 82"/>
            <p:cNvGrpSpPr/>
            <p:nvPr/>
          </p:nvGrpSpPr>
          <p:grpSpPr>
            <a:xfrm>
              <a:off x="4544568" y="5433314"/>
              <a:ext cx="264669" cy="162052"/>
              <a:chOff x="4544568" y="5433314"/>
              <a:chExt cx="264669" cy="162052"/>
            </a:xfrm>
          </p:grpSpPr>
          <p:sp>
            <p:nvSpPr>
              <p:cNvPr id="81" name="Freeform 80"/>
              <p:cNvSpPr/>
              <p:nvPr/>
            </p:nvSpPr>
            <p:spPr>
              <a:xfrm>
                <a:off x="4544568" y="5433314"/>
                <a:ext cx="264669" cy="162052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2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4"/>
                    </a:lnTo>
                    <a:lnTo>
                      <a:pt x="244094" y="162051"/>
                    </a:lnTo>
                    <a:lnTo>
                      <a:pt x="132461" y="93853"/>
                    </a:lnTo>
                    <a:lnTo>
                      <a:pt x="21082" y="162051"/>
                    </a:lnTo>
                    <a:lnTo>
                      <a:pt x="0" y="149224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rgbClr val="131516"/>
              </a:solidFill>
              <a:ln w="0" cap="flat" cmpd="sng" algn="ctr">
                <a:solidFill>
                  <a:srgbClr val="13151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  <p:sp>
            <p:nvSpPr>
              <p:cNvPr id="82" name="Freeform 81"/>
              <p:cNvSpPr/>
              <p:nvPr/>
            </p:nvSpPr>
            <p:spPr>
              <a:xfrm>
                <a:off x="4544568" y="5433314"/>
                <a:ext cx="264669" cy="162052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2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4"/>
                    </a:lnTo>
                    <a:lnTo>
                      <a:pt x="244094" y="162051"/>
                    </a:lnTo>
                    <a:lnTo>
                      <a:pt x="132461" y="93853"/>
                    </a:lnTo>
                    <a:lnTo>
                      <a:pt x="21082" y="162051"/>
                    </a:lnTo>
                    <a:lnTo>
                      <a:pt x="0" y="149224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 w="12700" cap="flat" cmpd="sng" algn="ctr">
                <a:solidFill>
                  <a:srgbClr val="1F1A1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</p:grpSp>
        <p:grpSp>
          <p:nvGrpSpPr>
            <p:cNvPr id="86" name="Group 85"/>
            <p:cNvGrpSpPr/>
            <p:nvPr/>
          </p:nvGrpSpPr>
          <p:grpSpPr>
            <a:xfrm>
              <a:off x="4963668" y="5547614"/>
              <a:ext cx="264669" cy="162052"/>
              <a:chOff x="4963668" y="5547614"/>
              <a:chExt cx="264669" cy="162052"/>
            </a:xfrm>
          </p:grpSpPr>
          <p:sp>
            <p:nvSpPr>
              <p:cNvPr id="84" name="Freeform 83"/>
              <p:cNvSpPr/>
              <p:nvPr/>
            </p:nvSpPr>
            <p:spPr>
              <a:xfrm>
                <a:off x="4963668" y="5547614"/>
                <a:ext cx="264669" cy="162052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2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4"/>
                    </a:lnTo>
                    <a:lnTo>
                      <a:pt x="244094" y="162051"/>
                    </a:lnTo>
                    <a:lnTo>
                      <a:pt x="132461" y="93853"/>
                    </a:lnTo>
                    <a:lnTo>
                      <a:pt x="21082" y="162051"/>
                    </a:lnTo>
                    <a:lnTo>
                      <a:pt x="0" y="149224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rgbClr val="131516"/>
              </a:solidFill>
              <a:ln w="0" cap="flat" cmpd="sng" algn="ctr">
                <a:solidFill>
                  <a:srgbClr val="13151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  <p:sp>
            <p:nvSpPr>
              <p:cNvPr id="85" name="Freeform 84"/>
              <p:cNvSpPr/>
              <p:nvPr/>
            </p:nvSpPr>
            <p:spPr>
              <a:xfrm>
                <a:off x="4963668" y="5547614"/>
                <a:ext cx="264669" cy="162052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2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4"/>
                    </a:lnTo>
                    <a:lnTo>
                      <a:pt x="244094" y="162051"/>
                    </a:lnTo>
                    <a:lnTo>
                      <a:pt x="132461" y="93853"/>
                    </a:lnTo>
                    <a:lnTo>
                      <a:pt x="21082" y="162051"/>
                    </a:lnTo>
                    <a:lnTo>
                      <a:pt x="0" y="149224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 w="12700" cap="flat" cmpd="sng" algn="ctr">
                <a:solidFill>
                  <a:srgbClr val="1F1A1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</p:grpSp>
        <p:grpSp>
          <p:nvGrpSpPr>
            <p:cNvPr id="89" name="Group 88"/>
            <p:cNvGrpSpPr/>
            <p:nvPr/>
          </p:nvGrpSpPr>
          <p:grpSpPr>
            <a:xfrm>
              <a:off x="5763768" y="4404614"/>
              <a:ext cx="264669" cy="162053"/>
              <a:chOff x="5763768" y="4404614"/>
              <a:chExt cx="264669" cy="162053"/>
            </a:xfrm>
          </p:grpSpPr>
          <p:sp>
            <p:nvSpPr>
              <p:cNvPr id="87" name="Freeform 86"/>
              <p:cNvSpPr/>
              <p:nvPr/>
            </p:nvSpPr>
            <p:spPr>
              <a:xfrm>
                <a:off x="5763768" y="440461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rgbClr val="131516"/>
              </a:solidFill>
              <a:ln w="0" cap="flat" cmpd="sng" algn="ctr">
                <a:solidFill>
                  <a:srgbClr val="13151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  <p:sp>
            <p:nvSpPr>
              <p:cNvPr id="88" name="Freeform 87"/>
              <p:cNvSpPr/>
              <p:nvPr/>
            </p:nvSpPr>
            <p:spPr>
              <a:xfrm>
                <a:off x="5763768" y="440461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 w="12700" cap="flat" cmpd="sng" algn="ctr">
                <a:solidFill>
                  <a:srgbClr val="1F1A1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</p:grpSp>
        <p:grpSp>
          <p:nvGrpSpPr>
            <p:cNvPr id="92" name="Group 91"/>
            <p:cNvGrpSpPr/>
            <p:nvPr/>
          </p:nvGrpSpPr>
          <p:grpSpPr>
            <a:xfrm>
              <a:off x="6017768" y="4188714"/>
              <a:ext cx="264669" cy="162053"/>
              <a:chOff x="6017768" y="4188714"/>
              <a:chExt cx="264669" cy="162053"/>
            </a:xfrm>
          </p:grpSpPr>
          <p:sp>
            <p:nvSpPr>
              <p:cNvPr id="90" name="Freeform 89"/>
              <p:cNvSpPr/>
              <p:nvPr/>
            </p:nvSpPr>
            <p:spPr>
              <a:xfrm>
                <a:off x="6017768" y="418871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rgbClr val="131516"/>
              </a:solidFill>
              <a:ln w="0" cap="flat" cmpd="sng" algn="ctr">
                <a:solidFill>
                  <a:srgbClr val="13151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  <p:sp>
            <p:nvSpPr>
              <p:cNvPr id="91" name="Freeform 90"/>
              <p:cNvSpPr/>
              <p:nvPr/>
            </p:nvSpPr>
            <p:spPr>
              <a:xfrm>
                <a:off x="6017768" y="418871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 w="12700" cap="flat" cmpd="sng" algn="ctr">
                <a:solidFill>
                  <a:srgbClr val="1F1A1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</p:grpSp>
        <p:grpSp>
          <p:nvGrpSpPr>
            <p:cNvPr id="95" name="Group 94"/>
            <p:cNvGrpSpPr/>
            <p:nvPr/>
          </p:nvGrpSpPr>
          <p:grpSpPr>
            <a:xfrm>
              <a:off x="6170168" y="3998214"/>
              <a:ext cx="264669" cy="162053"/>
              <a:chOff x="6170168" y="3998214"/>
              <a:chExt cx="264669" cy="162053"/>
            </a:xfrm>
          </p:grpSpPr>
          <p:sp>
            <p:nvSpPr>
              <p:cNvPr id="93" name="Freeform 92"/>
              <p:cNvSpPr/>
              <p:nvPr/>
            </p:nvSpPr>
            <p:spPr>
              <a:xfrm>
                <a:off x="6170168" y="399821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rgbClr val="131516"/>
              </a:solidFill>
              <a:ln w="0" cap="flat" cmpd="sng" algn="ctr">
                <a:solidFill>
                  <a:srgbClr val="13151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  <p:sp>
            <p:nvSpPr>
              <p:cNvPr id="94" name="Freeform 93"/>
              <p:cNvSpPr/>
              <p:nvPr/>
            </p:nvSpPr>
            <p:spPr>
              <a:xfrm>
                <a:off x="6170168" y="399821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 w="12700" cap="flat" cmpd="sng" algn="ctr">
                <a:solidFill>
                  <a:srgbClr val="1F1A1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</p:grpSp>
        <p:grpSp>
          <p:nvGrpSpPr>
            <p:cNvPr id="98" name="Group 97"/>
            <p:cNvGrpSpPr/>
            <p:nvPr/>
          </p:nvGrpSpPr>
          <p:grpSpPr>
            <a:xfrm>
              <a:off x="7211568" y="3452114"/>
              <a:ext cx="264669" cy="162053"/>
              <a:chOff x="7211568" y="3452114"/>
              <a:chExt cx="264669" cy="162053"/>
            </a:xfrm>
          </p:grpSpPr>
          <p:sp>
            <p:nvSpPr>
              <p:cNvPr id="96" name="Freeform 95"/>
              <p:cNvSpPr/>
              <p:nvPr/>
            </p:nvSpPr>
            <p:spPr>
              <a:xfrm>
                <a:off x="7211568" y="345211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rgbClr val="131516"/>
              </a:solidFill>
              <a:ln w="0" cap="flat" cmpd="sng" algn="ctr">
                <a:solidFill>
                  <a:srgbClr val="13151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  <p:sp>
            <p:nvSpPr>
              <p:cNvPr id="97" name="Freeform 96"/>
              <p:cNvSpPr/>
              <p:nvPr/>
            </p:nvSpPr>
            <p:spPr>
              <a:xfrm>
                <a:off x="7211568" y="345211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 w="12700" cap="flat" cmpd="sng" algn="ctr">
                <a:solidFill>
                  <a:srgbClr val="1F1A1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</p:grpSp>
      </p:grpSp>
      <p:sp>
        <p:nvSpPr>
          <p:cNvPr id="100" name="TextBox 99"/>
          <p:cNvSpPr txBox="1"/>
          <p:nvPr/>
        </p:nvSpPr>
        <p:spPr>
          <a:xfrm>
            <a:off x="1752600" y="2514600"/>
            <a:ext cx="2620877" cy="5909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1620">
                <a:solidFill>
                  <a:srgbClr val="0000FF"/>
                </a:solidFill>
                <a:latin typeface="Trebuchet MS - 24"/>
              </a:rPr>
              <a:t>What yours should look like:</a:t>
            </a:r>
          </a:p>
        </p:txBody>
      </p:sp>
    </p:spTree>
    <p:extLst>
      <p:ext uri="{BB962C8B-B14F-4D97-AF65-F5344CB8AC3E}">
        <p14:creationId xmlns:p14="http://schemas.microsoft.com/office/powerpoint/2010/main" val="2765166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32610" y="182880"/>
            <a:ext cx="8733009" cy="46628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GB" sz="2430" b="1">
                <a:solidFill>
                  <a:srgbClr val="000000"/>
                </a:solidFill>
                <a:latin typeface="Trebuchet MS - 36"/>
              </a:rPr>
              <a:t>Plot these sets of data on scatter graphs: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/>
          </p:nvPr>
        </p:nvGraphicFramePr>
        <p:xfrm>
          <a:off x="2040736" y="1714500"/>
          <a:ext cx="7960747" cy="1714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5506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775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2268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0508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Day of the week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M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T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W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T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F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S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S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Sales of scarves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73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56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54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38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7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39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82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Temperature (oC)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9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13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15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19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25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12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5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1780260" y="4389120"/>
          <a:ext cx="8613419" cy="1714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126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001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Journey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1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2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3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4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5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6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7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8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Distance (km)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75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140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237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180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20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93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104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42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Petrol used (l)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7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12.5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25.3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16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3.5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8.9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9.5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4.1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1844040" y="857250"/>
            <a:ext cx="8392764" cy="5909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GB" sz="1620">
                <a:solidFill>
                  <a:srgbClr val="000000"/>
                </a:solidFill>
                <a:latin typeface="Trebuchet MS - 24"/>
              </a:rPr>
              <a:t>The data below shows the number of scarves sold by a shop in a week and the temperature that day: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89760" y="3589020"/>
            <a:ext cx="8392764" cy="59093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GB" sz="1620">
                <a:solidFill>
                  <a:srgbClr val="000000"/>
                </a:solidFill>
                <a:latin typeface="Trebuchet MS - 24"/>
              </a:rPr>
              <a:t>The data below shows the amount of petrol used by a car and the distance driven on eight different journeys:</a:t>
            </a:r>
          </a:p>
        </p:txBody>
      </p:sp>
    </p:spTree>
    <p:extLst>
      <p:ext uri="{BB962C8B-B14F-4D97-AF65-F5344CB8AC3E}">
        <p14:creationId xmlns:p14="http://schemas.microsoft.com/office/powerpoint/2010/main" val="33667382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32610" y="182880"/>
            <a:ext cx="8778173" cy="46628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GB" sz="2430" b="1">
                <a:solidFill>
                  <a:srgbClr val="000000"/>
                </a:solidFill>
                <a:latin typeface="Trebuchet MS - 36"/>
              </a:rPr>
              <a:t>How your scatter graph should look: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/>
          </p:nvPr>
        </p:nvGraphicFramePr>
        <p:xfrm>
          <a:off x="2669401" y="788671"/>
          <a:ext cx="7019618" cy="20012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48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37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72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0551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0551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549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550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2176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95543"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Day of the week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M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T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W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T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F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S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S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543"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Sales of scarves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73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56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54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38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7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39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82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40664"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Temperature (oC)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9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13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15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19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b="0" i="0" u="none" baseline="0">
                          <a:solidFill>
                            <a:srgbClr val="000000"/>
                          </a:solidFill>
                          <a:latin typeface="Trebuchet MS - 22"/>
                        </a:rPr>
                        <a:t>20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12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5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89" name="Group 88"/>
          <p:cNvGrpSpPr/>
          <p:nvPr/>
        </p:nvGrpSpPr>
        <p:grpSpPr>
          <a:xfrm>
            <a:off x="3750786" y="2473795"/>
            <a:ext cx="4219734" cy="4128387"/>
            <a:chOff x="2474207" y="2748661"/>
            <a:chExt cx="4688593" cy="4587097"/>
          </a:xfrm>
        </p:grpSpPr>
        <p:grpSp>
          <p:nvGrpSpPr>
            <p:cNvPr id="67" name="Group 66"/>
            <p:cNvGrpSpPr/>
            <p:nvPr/>
          </p:nvGrpSpPr>
          <p:grpSpPr>
            <a:xfrm>
              <a:off x="2474207" y="2748661"/>
              <a:ext cx="4688593" cy="4587097"/>
              <a:chOff x="2474207" y="2748661"/>
              <a:chExt cx="4688593" cy="4587097"/>
            </a:xfrm>
          </p:grpSpPr>
          <p:grpSp>
            <p:nvGrpSpPr>
              <p:cNvPr id="49" name="Group 48"/>
              <p:cNvGrpSpPr/>
              <p:nvPr/>
            </p:nvGrpSpPr>
            <p:grpSpPr>
              <a:xfrm>
                <a:off x="3047111" y="2748661"/>
                <a:ext cx="4061460" cy="4057396"/>
                <a:chOff x="3047111" y="2748661"/>
                <a:chExt cx="4061460" cy="4057396"/>
              </a:xfrm>
            </p:grpSpPr>
            <p:grpSp>
              <p:nvGrpSpPr>
                <p:cNvPr id="46" name="Group 45"/>
                <p:cNvGrpSpPr/>
                <p:nvPr/>
              </p:nvGrpSpPr>
              <p:grpSpPr>
                <a:xfrm>
                  <a:off x="3048127" y="3007360"/>
                  <a:ext cx="3801873" cy="3798697"/>
                  <a:chOff x="3048127" y="3007360"/>
                  <a:chExt cx="3801873" cy="3798697"/>
                </a:xfrm>
              </p:grpSpPr>
              <p:sp>
                <p:nvSpPr>
                  <p:cNvPr id="4" name="Freeform 3"/>
                  <p:cNvSpPr/>
                  <p:nvPr/>
                </p:nvSpPr>
                <p:spPr>
                  <a:xfrm>
                    <a:off x="3048127" y="3015869"/>
                    <a:ext cx="18924" cy="377698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8924" h="3776980">
                        <a:moveTo>
                          <a:pt x="0" y="0"/>
                        </a:moveTo>
                        <a:lnTo>
                          <a:pt x="18923" y="0"/>
                        </a:lnTo>
                        <a:lnTo>
                          <a:pt x="18923" y="3776979"/>
                        </a:lnTo>
                        <a:lnTo>
                          <a:pt x="0" y="3776979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5" name="Freeform 4"/>
                  <p:cNvSpPr/>
                  <p:nvPr/>
                </p:nvSpPr>
                <p:spPr>
                  <a:xfrm>
                    <a:off x="3048127" y="3007360"/>
                    <a:ext cx="3800603" cy="1892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800603" h="18924">
                        <a:moveTo>
                          <a:pt x="0" y="0"/>
                        </a:moveTo>
                        <a:lnTo>
                          <a:pt x="3800602" y="0"/>
                        </a:lnTo>
                        <a:lnTo>
                          <a:pt x="3800602" y="18923"/>
                        </a:lnTo>
                        <a:lnTo>
                          <a:pt x="0" y="18923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6" name="Freeform 5"/>
                  <p:cNvSpPr/>
                  <p:nvPr/>
                </p:nvSpPr>
                <p:spPr>
                  <a:xfrm>
                    <a:off x="3061462" y="3197225"/>
                    <a:ext cx="3780791" cy="1968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0791" h="19686">
                        <a:moveTo>
                          <a:pt x="0" y="0"/>
                        </a:moveTo>
                        <a:lnTo>
                          <a:pt x="3780790" y="0"/>
                        </a:lnTo>
                        <a:lnTo>
                          <a:pt x="3780790" y="19685"/>
                        </a:lnTo>
                        <a:lnTo>
                          <a:pt x="0" y="19685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7" name="Freeform 6"/>
                  <p:cNvSpPr/>
                  <p:nvPr/>
                </p:nvSpPr>
                <p:spPr>
                  <a:xfrm>
                    <a:off x="3238881" y="3016885"/>
                    <a:ext cx="19813" cy="377698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9813" h="3776981">
                        <a:moveTo>
                          <a:pt x="0" y="0"/>
                        </a:moveTo>
                        <a:lnTo>
                          <a:pt x="19812" y="0"/>
                        </a:lnTo>
                        <a:lnTo>
                          <a:pt x="19812" y="3776980"/>
                        </a:lnTo>
                        <a:lnTo>
                          <a:pt x="0" y="3776980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8" name="Freeform 7"/>
                  <p:cNvSpPr/>
                  <p:nvPr/>
                </p:nvSpPr>
                <p:spPr>
                  <a:xfrm>
                    <a:off x="3426714" y="3015869"/>
                    <a:ext cx="19813" cy="377698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9813" h="3776980">
                        <a:moveTo>
                          <a:pt x="0" y="0"/>
                        </a:moveTo>
                        <a:lnTo>
                          <a:pt x="19812" y="0"/>
                        </a:lnTo>
                        <a:lnTo>
                          <a:pt x="19812" y="3776979"/>
                        </a:lnTo>
                        <a:lnTo>
                          <a:pt x="0" y="3776979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9" name="Freeform 8"/>
                  <p:cNvSpPr/>
                  <p:nvPr/>
                </p:nvSpPr>
                <p:spPr>
                  <a:xfrm>
                    <a:off x="3617341" y="3016885"/>
                    <a:ext cx="21718" cy="377799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1718" h="3777997">
                        <a:moveTo>
                          <a:pt x="0" y="0"/>
                        </a:moveTo>
                        <a:lnTo>
                          <a:pt x="21717" y="0"/>
                        </a:lnTo>
                        <a:lnTo>
                          <a:pt x="21717" y="3777996"/>
                        </a:lnTo>
                        <a:lnTo>
                          <a:pt x="0" y="3777996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10" name="Freeform 9"/>
                  <p:cNvSpPr/>
                  <p:nvPr/>
                </p:nvSpPr>
                <p:spPr>
                  <a:xfrm>
                    <a:off x="3802380" y="3015869"/>
                    <a:ext cx="22734" cy="377901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734" h="3779013">
                        <a:moveTo>
                          <a:pt x="0" y="0"/>
                        </a:moveTo>
                        <a:lnTo>
                          <a:pt x="22733" y="0"/>
                        </a:lnTo>
                        <a:lnTo>
                          <a:pt x="22733" y="3779012"/>
                        </a:lnTo>
                        <a:lnTo>
                          <a:pt x="0" y="3779012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11" name="Freeform 10"/>
                  <p:cNvSpPr/>
                  <p:nvPr/>
                </p:nvSpPr>
                <p:spPr>
                  <a:xfrm>
                    <a:off x="3993134" y="3016885"/>
                    <a:ext cx="19686" cy="377698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9686" h="3776981">
                        <a:moveTo>
                          <a:pt x="0" y="0"/>
                        </a:moveTo>
                        <a:lnTo>
                          <a:pt x="19685" y="0"/>
                        </a:lnTo>
                        <a:lnTo>
                          <a:pt x="19685" y="3776980"/>
                        </a:lnTo>
                        <a:lnTo>
                          <a:pt x="0" y="3776980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12" name="Freeform 11"/>
                  <p:cNvSpPr/>
                  <p:nvPr/>
                </p:nvSpPr>
                <p:spPr>
                  <a:xfrm>
                    <a:off x="4183888" y="3017901"/>
                    <a:ext cx="21718" cy="377799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1718" h="3777996">
                        <a:moveTo>
                          <a:pt x="0" y="0"/>
                        </a:moveTo>
                        <a:lnTo>
                          <a:pt x="21717" y="0"/>
                        </a:lnTo>
                        <a:lnTo>
                          <a:pt x="21717" y="3777995"/>
                        </a:lnTo>
                        <a:lnTo>
                          <a:pt x="0" y="3777995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13" name="Freeform 12"/>
                  <p:cNvSpPr/>
                  <p:nvPr/>
                </p:nvSpPr>
                <p:spPr>
                  <a:xfrm>
                    <a:off x="4372610" y="3016885"/>
                    <a:ext cx="20702" cy="377698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0702" h="3776981">
                        <a:moveTo>
                          <a:pt x="0" y="0"/>
                        </a:moveTo>
                        <a:lnTo>
                          <a:pt x="20701" y="0"/>
                        </a:lnTo>
                        <a:lnTo>
                          <a:pt x="20701" y="3776980"/>
                        </a:lnTo>
                        <a:lnTo>
                          <a:pt x="0" y="3776980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14" name="Freeform 13"/>
                  <p:cNvSpPr/>
                  <p:nvPr/>
                </p:nvSpPr>
                <p:spPr>
                  <a:xfrm>
                    <a:off x="4562348" y="3018536"/>
                    <a:ext cx="22734" cy="377609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734" h="3776091">
                        <a:moveTo>
                          <a:pt x="0" y="0"/>
                        </a:moveTo>
                        <a:lnTo>
                          <a:pt x="22733" y="0"/>
                        </a:lnTo>
                        <a:lnTo>
                          <a:pt x="22733" y="3776090"/>
                        </a:lnTo>
                        <a:lnTo>
                          <a:pt x="0" y="3776090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15" name="Freeform 14"/>
                  <p:cNvSpPr/>
                  <p:nvPr/>
                </p:nvSpPr>
                <p:spPr>
                  <a:xfrm>
                    <a:off x="4746371" y="3016885"/>
                    <a:ext cx="24385" cy="377698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4385" h="3776981">
                        <a:moveTo>
                          <a:pt x="0" y="0"/>
                        </a:moveTo>
                        <a:lnTo>
                          <a:pt x="24384" y="0"/>
                        </a:lnTo>
                        <a:lnTo>
                          <a:pt x="24384" y="3776980"/>
                        </a:lnTo>
                        <a:lnTo>
                          <a:pt x="0" y="3776980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16" name="Freeform 15"/>
                  <p:cNvSpPr/>
                  <p:nvPr/>
                </p:nvSpPr>
                <p:spPr>
                  <a:xfrm>
                    <a:off x="4938268" y="3017901"/>
                    <a:ext cx="19686" cy="377418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9686" h="3774186">
                        <a:moveTo>
                          <a:pt x="0" y="0"/>
                        </a:moveTo>
                        <a:lnTo>
                          <a:pt x="19685" y="0"/>
                        </a:lnTo>
                        <a:lnTo>
                          <a:pt x="19685" y="3774185"/>
                        </a:lnTo>
                        <a:lnTo>
                          <a:pt x="0" y="3774185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17" name="Freeform 16"/>
                  <p:cNvSpPr/>
                  <p:nvPr/>
                </p:nvSpPr>
                <p:spPr>
                  <a:xfrm>
                    <a:off x="5128895" y="3017901"/>
                    <a:ext cx="21591" cy="377520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1591" h="3775202">
                        <a:moveTo>
                          <a:pt x="0" y="0"/>
                        </a:moveTo>
                        <a:lnTo>
                          <a:pt x="21590" y="0"/>
                        </a:lnTo>
                        <a:lnTo>
                          <a:pt x="21590" y="3775201"/>
                        </a:lnTo>
                        <a:lnTo>
                          <a:pt x="0" y="3775201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18" name="Freeform 17"/>
                  <p:cNvSpPr/>
                  <p:nvPr/>
                </p:nvSpPr>
                <p:spPr>
                  <a:xfrm>
                    <a:off x="5317617" y="3017901"/>
                    <a:ext cx="20702" cy="377596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0702" h="3775964">
                        <a:moveTo>
                          <a:pt x="0" y="0"/>
                        </a:moveTo>
                        <a:lnTo>
                          <a:pt x="20701" y="0"/>
                        </a:lnTo>
                        <a:lnTo>
                          <a:pt x="20701" y="3775963"/>
                        </a:lnTo>
                        <a:lnTo>
                          <a:pt x="0" y="3775963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19" name="Freeform 18"/>
                  <p:cNvSpPr/>
                  <p:nvPr/>
                </p:nvSpPr>
                <p:spPr>
                  <a:xfrm>
                    <a:off x="5507482" y="3018536"/>
                    <a:ext cx="22734" cy="377812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734" h="3778123">
                        <a:moveTo>
                          <a:pt x="0" y="0"/>
                        </a:moveTo>
                        <a:lnTo>
                          <a:pt x="22733" y="0"/>
                        </a:lnTo>
                        <a:lnTo>
                          <a:pt x="22733" y="3778122"/>
                        </a:lnTo>
                        <a:lnTo>
                          <a:pt x="0" y="3778122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20" name="Freeform 19"/>
                  <p:cNvSpPr/>
                  <p:nvPr/>
                </p:nvSpPr>
                <p:spPr>
                  <a:xfrm>
                    <a:off x="5691505" y="3016885"/>
                    <a:ext cx="24512" cy="377901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4512" h="3779013">
                        <a:moveTo>
                          <a:pt x="0" y="0"/>
                        </a:moveTo>
                        <a:lnTo>
                          <a:pt x="24511" y="0"/>
                        </a:lnTo>
                        <a:lnTo>
                          <a:pt x="24511" y="3779012"/>
                        </a:lnTo>
                        <a:lnTo>
                          <a:pt x="0" y="3779012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21" name="Freeform 20"/>
                  <p:cNvSpPr/>
                  <p:nvPr/>
                </p:nvSpPr>
                <p:spPr>
                  <a:xfrm>
                    <a:off x="5883148" y="3017901"/>
                    <a:ext cx="21718" cy="377698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1718" h="3776981">
                        <a:moveTo>
                          <a:pt x="0" y="0"/>
                        </a:moveTo>
                        <a:lnTo>
                          <a:pt x="21717" y="0"/>
                        </a:lnTo>
                        <a:lnTo>
                          <a:pt x="21717" y="3776980"/>
                        </a:lnTo>
                        <a:lnTo>
                          <a:pt x="0" y="3776980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22" name="Freeform 21"/>
                  <p:cNvSpPr/>
                  <p:nvPr/>
                </p:nvSpPr>
                <p:spPr>
                  <a:xfrm>
                    <a:off x="6073648" y="3018536"/>
                    <a:ext cx="23496" cy="377812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3496" h="3778123">
                        <a:moveTo>
                          <a:pt x="0" y="0"/>
                        </a:moveTo>
                        <a:lnTo>
                          <a:pt x="23495" y="0"/>
                        </a:lnTo>
                        <a:lnTo>
                          <a:pt x="23495" y="3778122"/>
                        </a:lnTo>
                        <a:lnTo>
                          <a:pt x="0" y="3778122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23" name="Freeform 22"/>
                  <p:cNvSpPr/>
                  <p:nvPr/>
                </p:nvSpPr>
                <p:spPr>
                  <a:xfrm>
                    <a:off x="6262497" y="3017901"/>
                    <a:ext cx="22734" cy="377698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734" h="3776981">
                        <a:moveTo>
                          <a:pt x="0" y="0"/>
                        </a:moveTo>
                        <a:lnTo>
                          <a:pt x="22733" y="0"/>
                        </a:lnTo>
                        <a:lnTo>
                          <a:pt x="22733" y="3776980"/>
                        </a:lnTo>
                        <a:lnTo>
                          <a:pt x="0" y="3776980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24" name="Freeform 23"/>
                  <p:cNvSpPr/>
                  <p:nvPr/>
                </p:nvSpPr>
                <p:spPr>
                  <a:xfrm>
                    <a:off x="6451219" y="3017901"/>
                    <a:ext cx="24639" cy="377901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4639" h="3779012">
                        <a:moveTo>
                          <a:pt x="0" y="0"/>
                        </a:moveTo>
                        <a:lnTo>
                          <a:pt x="24638" y="0"/>
                        </a:lnTo>
                        <a:lnTo>
                          <a:pt x="24638" y="3779011"/>
                        </a:lnTo>
                        <a:lnTo>
                          <a:pt x="0" y="3779011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25" name="Freeform 24"/>
                  <p:cNvSpPr/>
                  <p:nvPr/>
                </p:nvSpPr>
                <p:spPr>
                  <a:xfrm>
                    <a:off x="6636512" y="3017901"/>
                    <a:ext cx="26417" cy="377901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6417" h="3779012">
                        <a:moveTo>
                          <a:pt x="0" y="0"/>
                        </a:moveTo>
                        <a:lnTo>
                          <a:pt x="26416" y="0"/>
                        </a:lnTo>
                        <a:lnTo>
                          <a:pt x="26416" y="3779011"/>
                        </a:lnTo>
                        <a:lnTo>
                          <a:pt x="0" y="3779011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26" name="Freeform 25"/>
                  <p:cNvSpPr/>
                  <p:nvPr/>
                </p:nvSpPr>
                <p:spPr>
                  <a:xfrm>
                    <a:off x="6822567" y="3014853"/>
                    <a:ext cx="27433" cy="377977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7433" h="3779775">
                        <a:moveTo>
                          <a:pt x="0" y="0"/>
                        </a:moveTo>
                        <a:lnTo>
                          <a:pt x="27432" y="0"/>
                        </a:lnTo>
                        <a:lnTo>
                          <a:pt x="27432" y="3779774"/>
                        </a:lnTo>
                        <a:lnTo>
                          <a:pt x="0" y="3779774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27" name="Freeform 26"/>
                  <p:cNvSpPr/>
                  <p:nvPr/>
                </p:nvSpPr>
                <p:spPr>
                  <a:xfrm>
                    <a:off x="3059430" y="3386836"/>
                    <a:ext cx="3777108" cy="1968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77108" h="19686">
                        <a:moveTo>
                          <a:pt x="0" y="0"/>
                        </a:moveTo>
                        <a:lnTo>
                          <a:pt x="3777107" y="0"/>
                        </a:lnTo>
                        <a:lnTo>
                          <a:pt x="3777107" y="19685"/>
                        </a:lnTo>
                        <a:lnTo>
                          <a:pt x="0" y="19685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28" name="Freeform 27"/>
                  <p:cNvSpPr/>
                  <p:nvPr/>
                </p:nvSpPr>
                <p:spPr>
                  <a:xfrm>
                    <a:off x="3060319" y="3575050"/>
                    <a:ext cx="3782950" cy="1968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2950" h="19686">
                        <a:moveTo>
                          <a:pt x="0" y="0"/>
                        </a:moveTo>
                        <a:lnTo>
                          <a:pt x="3782949" y="0"/>
                        </a:lnTo>
                        <a:lnTo>
                          <a:pt x="3782949" y="19685"/>
                        </a:lnTo>
                        <a:lnTo>
                          <a:pt x="0" y="19685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29" name="Freeform 28"/>
                  <p:cNvSpPr/>
                  <p:nvPr/>
                </p:nvSpPr>
                <p:spPr>
                  <a:xfrm>
                    <a:off x="3058541" y="3759835"/>
                    <a:ext cx="3783712" cy="2070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3712" h="20702">
                        <a:moveTo>
                          <a:pt x="0" y="0"/>
                        </a:moveTo>
                        <a:lnTo>
                          <a:pt x="3783711" y="0"/>
                        </a:lnTo>
                        <a:lnTo>
                          <a:pt x="3783711" y="20701"/>
                        </a:lnTo>
                        <a:lnTo>
                          <a:pt x="0" y="20701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30" name="Freeform 29"/>
                  <p:cNvSpPr/>
                  <p:nvPr/>
                </p:nvSpPr>
                <p:spPr>
                  <a:xfrm>
                    <a:off x="3062351" y="4708017"/>
                    <a:ext cx="3783712" cy="2070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3712" h="20702">
                        <a:moveTo>
                          <a:pt x="0" y="0"/>
                        </a:moveTo>
                        <a:lnTo>
                          <a:pt x="3783711" y="0"/>
                        </a:lnTo>
                        <a:lnTo>
                          <a:pt x="3783711" y="20701"/>
                        </a:lnTo>
                        <a:lnTo>
                          <a:pt x="0" y="20701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31" name="Freeform 30"/>
                  <p:cNvSpPr/>
                  <p:nvPr/>
                </p:nvSpPr>
                <p:spPr>
                  <a:xfrm>
                    <a:off x="3060319" y="4520184"/>
                    <a:ext cx="3783712" cy="2057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3712" h="20575">
                        <a:moveTo>
                          <a:pt x="0" y="0"/>
                        </a:moveTo>
                        <a:lnTo>
                          <a:pt x="3783711" y="0"/>
                        </a:lnTo>
                        <a:lnTo>
                          <a:pt x="3783711" y="20574"/>
                        </a:lnTo>
                        <a:lnTo>
                          <a:pt x="0" y="20574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32" name="Freeform 31"/>
                  <p:cNvSpPr/>
                  <p:nvPr/>
                </p:nvSpPr>
                <p:spPr>
                  <a:xfrm>
                    <a:off x="3060319" y="4330319"/>
                    <a:ext cx="3777108" cy="2070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77108" h="20702">
                        <a:moveTo>
                          <a:pt x="0" y="0"/>
                        </a:moveTo>
                        <a:lnTo>
                          <a:pt x="3777107" y="0"/>
                        </a:lnTo>
                        <a:lnTo>
                          <a:pt x="3777107" y="20701"/>
                        </a:lnTo>
                        <a:lnTo>
                          <a:pt x="0" y="20701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33" name="Freeform 32"/>
                  <p:cNvSpPr/>
                  <p:nvPr/>
                </p:nvSpPr>
                <p:spPr>
                  <a:xfrm>
                    <a:off x="3062351" y="4140581"/>
                    <a:ext cx="3782950" cy="1968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2950" h="19686">
                        <a:moveTo>
                          <a:pt x="0" y="0"/>
                        </a:moveTo>
                        <a:lnTo>
                          <a:pt x="3782949" y="0"/>
                        </a:lnTo>
                        <a:lnTo>
                          <a:pt x="3782949" y="19685"/>
                        </a:lnTo>
                        <a:lnTo>
                          <a:pt x="0" y="19685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34" name="Freeform 33"/>
                  <p:cNvSpPr/>
                  <p:nvPr/>
                </p:nvSpPr>
                <p:spPr>
                  <a:xfrm>
                    <a:off x="3061462" y="3952494"/>
                    <a:ext cx="3772282" cy="1968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72282" h="19686">
                        <a:moveTo>
                          <a:pt x="0" y="0"/>
                        </a:moveTo>
                        <a:lnTo>
                          <a:pt x="3772281" y="0"/>
                        </a:lnTo>
                        <a:lnTo>
                          <a:pt x="3772281" y="19685"/>
                        </a:lnTo>
                        <a:lnTo>
                          <a:pt x="0" y="19685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35" name="Freeform 34"/>
                  <p:cNvSpPr/>
                  <p:nvPr/>
                </p:nvSpPr>
                <p:spPr>
                  <a:xfrm>
                    <a:off x="3059430" y="4894834"/>
                    <a:ext cx="3776092" cy="1981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76092" h="19813">
                        <a:moveTo>
                          <a:pt x="0" y="0"/>
                        </a:moveTo>
                        <a:lnTo>
                          <a:pt x="3776091" y="0"/>
                        </a:lnTo>
                        <a:lnTo>
                          <a:pt x="3776091" y="19812"/>
                        </a:lnTo>
                        <a:lnTo>
                          <a:pt x="0" y="19812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36" name="Freeform 35"/>
                  <p:cNvSpPr/>
                  <p:nvPr/>
                </p:nvSpPr>
                <p:spPr>
                  <a:xfrm>
                    <a:off x="3058541" y="5084826"/>
                    <a:ext cx="3783077" cy="1968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3077" h="19686">
                        <a:moveTo>
                          <a:pt x="0" y="0"/>
                        </a:moveTo>
                        <a:lnTo>
                          <a:pt x="3783076" y="0"/>
                        </a:lnTo>
                        <a:lnTo>
                          <a:pt x="3783076" y="19685"/>
                        </a:lnTo>
                        <a:lnTo>
                          <a:pt x="0" y="19685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37" name="Freeform 36"/>
                  <p:cNvSpPr/>
                  <p:nvPr/>
                </p:nvSpPr>
                <p:spPr>
                  <a:xfrm>
                    <a:off x="3057525" y="5274564"/>
                    <a:ext cx="3780918" cy="2070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0918" h="20702">
                        <a:moveTo>
                          <a:pt x="0" y="0"/>
                        </a:moveTo>
                        <a:lnTo>
                          <a:pt x="3780917" y="0"/>
                        </a:lnTo>
                        <a:lnTo>
                          <a:pt x="3780917" y="20701"/>
                        </a:lnTo>
                        <a:lnTo>
                          <a:pt x="0" y="20701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38" name="Freeform 37"/>
                  <p:cNvSpPr/>
                  <p:nvPr/>
                </p:nvSpPr>
                <p:spPr>
                  <a:xfrm>
                    <a:off x="3058541" y="5462524"/>
                    <a:ext cx="3783712" cy="2070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3712" h="20702">
                        <a:moveTo>
                          <a:pt x="0" y="0"/>
                        </a:moveTo>
                        <a:lnTo>
                          <a:pt x="3783711" y="0"/>
                        </a:lnTo>
                        <a:lnTo>
                          <a:pt x="3783711" y="20701"/>
                        </a:lnTo>
                        <a:lnTo>
                          <a:pt x="0" y="20701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39" name="Freeform 38"/>
                  <p:cNvSpPr/>
                  <p:nvPr/>
                </p:nvSpPr>
                <p:spPr>
                  <a:xfrm>
                    <a:off x="3057525" y="5647563"/>
                    <a:ext cx="3783585" cy="2082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3585" h="20829">
                        <a:moveTo>
                          <a:pt x="0" y="0"/>
                        </a:moveTo>
                        <a:lnTo>
                          <a:pt x="3783584" y="0"/>
                        </a:lnTo>
                        <a:lnTo>
                          <a:pt x="3783584" y="20828"/>
                        </a:lnTo>
                        <a:lnTo>
                          <a:pt x="0" y="20828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40" name="Freeform 39"/>
                  <p:cNvSpPr/>
                  <p:nvPr/>
                </p:nvSpPr>
                <p:spPr>
                  <a:xfrm>
                    <a:off x="3060319" y="6591680"/>
                    <a:ext cx="3783712" cy="2286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3712" h="22861">
                        <a:moveTo>
                          <a:pt x="0" y="0"/>
                        </a:moveTo>
                        <a:lnTo>
                          <a:pt x="3783711" y="0"/>
                        </a:lnTo>
                        <a:lnTo>
                          <a:pt x="3783711" y="22860"/>
                        </a:lnTo>
                        <a:lnTo>
                          <a:pt x="0" y="22860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41" name="Freeform 40"/>
                  <p:cNvSpPr/>
                  <p:nvPr/>
                </p:nvSpPr>
                <p:spPr>
                  <a:xfrm>
                    <a:off x="3060319" y="6406642"/>
                    <a:ext cx="3784728" cy="2260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4728" h="22606">
                        <a:moveTo>
                          <a:pt x="0" y="0"/>
                        </a:moveTo>
                        <a:lnTo>
                          <a:pt x="3784727" y="0"/>
                        </a:lnTo>
                        <a:lnTo>
                          <a:pt x="3784727" y="22605"/>
                        </a:lnTo>
                        <a:lnTo>
                          <a:pt x="0" y="22605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42" name="Freeform 41"/>
                  <p:cNvSpPr/>
                  <p:nvPr/>
                </p:nvSpPr>
                <p:spPr>
                  <a:xfrm>
                    <a:off x="3057525" y="6217666"/>
                    <a:ext cx="3783077" cy="2095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3077" h="20956">
                        <a:moveTo>
                          <a:pt x="0" y="0"/>
                        </a:moveTo>
                        <a:lnTo>
                          <a:pt x="3783076" y="0"/>
                        </a:lnTo>
                        <a:lnTo>
                          <a:pt x="3783076" y="20955"/>
                        </a:lnTo>
                        <a:lnTo>
                          <a:pt x="0" y="20955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43" name="Freeform 42"/>
                  <p:cNvSpPr/>
                  <p:nvPr/>
                </p:nvSpPr>
                <p:spPr>
                  <a:xfrm>
                    <a:off x="3058541" y="6028055"/>
                    <a:ext cx="3783712" cy="2082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3712" h="20829">
                        <a:moveTo>
                          <a:pt x="0" y="0"/>
                        </a:moveTo>
                        <a:lnTo>
                          <a:pt x="3783711" y="0"/>
                        </a:lnTo>
                        <a:lnTo>
                          <a:pt x="3783711" y="20828"/>
                        </a:lnTo>
                        <a:lnTo>
                          <a:pt x="0" y="20828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44" name="Freeform 43"/>
                  <p:cNvSpPr/>
                  <p:nvPr/>
                </p:nvSpPr>
                <p:spPr>
                  <a:xfrm>
                    <a:off x="3058541" y="5840222"/>
                    <a:ext cx="3778886" cy="2082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78886" h="20829">
                        <a:moveTo>
                          <a:pt x="0" y="0"/>
                        </a:moveTo>
                        <a:lnTo>
                          <a:pt x="3778885" y="0"/>
                        </a:lnTo>
                        <a:lnTo>
                          <a:pt x="3778885" y="20828"/>
                        </a:lnTo>
                        <a:lnTo>
                          <a:pt x="0" y="20828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45" name="Freeform 44"/>
                  <p:cNvSpPr/>
                  <p:nvPr/>
                </p:nvSpPr>
                <p:spPr>
                  <a:xfrm>
                    <a:off x="3048127" y="6783323"/>
                    <a:ext cx="3801746" cy="2273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801746" h="22734">
                        <a:moveTo>
                          <a:pt x="0" y="0"/>
                        </a:moveTo>
                        <a:lnTo>
                          <a:pt x="3801745" y="0"/>
                        </a:lnTo>
                        <a:lnTo>
                          <a:pt x="3801745" y="22733"/>
                        </a:lnTo>
                        <a:lnTo>
                          <a:pt x="0" y="22733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</p:grpSp>
            <p:cxnSp>
              <p:nvCxnSpPr>
                <p:cNvPr id="47" name="Straight Connector 46"/>
                <p:cNvCxnSpPr/>
                <p:nvPr/>
              </p:nvCxnSpPr>
              <p:spPr>
                <a:xfrm flipV="1">
                  <a:off x="3047111" y="2748661"/>
                  <a:ext cx="0" cy="4038727"/>
                </a:xfrm>
                <a:prstGeom prst="line">
                  <a:avLst/>
                </a:prstGeom>
                <a:ln w="38100" cap="flat" cmpd="sng" algn="ctr">
                  <a:solidFill>
                    <a:srgbClr val="000000"/>
                  </a:solidFill>
                  <a:prstDash val="solid"/>
                  <a:round/>
                  <a:headEnd type="none" w="med" len="sm"/>
                  <a:tailEnd type="triangle" w="med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Connector 47"/>
                <p:cNvCxnSpPr/>
                <p:nvPr/>
              </p:nvCxnSpPr>
              <p:spPr>
                <a:xfrm>
                  <a:off x="3048762" y="6791960"/>
                  <a:ext cx="4059809" cy="0"/>
                </a:xfrm>
                <a:prstGeom prst="line">
                  <a:avLst/>
                </a:prstGeom>
                <a:ln w="38100" cap="flat" cmpd="sng" algn="ctr">
                  <a:solidFill>
                    <a:srgbClr val="000000"/>
                  </a:solidFill>
                  <a:prstDash val="solid"/>
                  <a:round/>
                  <a:headEnd type="none" w="med" len="sm"/>
                  <a:tailEnd type="triangle" w="med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0" name="TextBox 49"/>
              <p:cNvSpPr txBox="1"/>
              <p:nvPr/>
            </p:nvSpPr>
            <p:spPr>
              <a:xfrm>
                <a:off x="2590800" y="2870200"/>
                <a:ext cx="587376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20</a:t>
                </a:r>
              </a:p>
            </p:txBody>
          </p:sp>
          <p:sp>
            <p:nvSpPr>
              <p:cNvPr id="51" name="TextBox 50"/>
              <p:cNvSpPr txBox="1"/>
              <p:nvPr/>
            </p:nvSpPr>
            <p:spPr>
              <a:xfrm>
                <a:off x="2590800" y="4762500"/>
                <a:ext cx="578821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10</a:t>
                </a:r>
              </a:p>
            </p:txBody>
          </p:sp>
          <p:sp>
            <p:nvSpPr>
              <p:cNvPr id="52" name="TextBox 51"/>
              <p:cNvSpPr txBox="1"/>
              <p:nvPr/>
            </p:nvSpPr>
            <p:spPr>
              <a:xfrm>
                <a:off x="2641600" y="5676900"/>
                <a:ext cx="578821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5</a:t>
                </a:r>
              </a:p>
            </p:txBody>
          </p:sp>
          <p:sp>
            <p:nvSpPr>
              <p:cNvPr id="53" name="TextBox 52"/>
              <p:cNvSpPr txBox="1"/>
              <p:nvPr/>
            </p:nvSpPr>
            <p:spPr>
              <a:xfrm>
                <a:off x="2679700" y="6724650"/>
                <a:ext cx="584200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0</a:t>
                </a:r>
              </a:p>
            </p:txBody>
          </p:sp>
          <p:sp>
            <p:nvSpPr>
              <p:cNvPr id="54" name="TextBox 53"/>
              <p:cNvSpPr txBox="1"/>
              <p:nvPr/>
            </p:nvSpPr>
            <p:spPr>
              <a:xfrm>
                <a:off x="2590800" y="3797300"/>
                <a:ext cx="586999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15</a:t>
                </a:r>
              </a:p>
            </p:txBody>
          </p:sp>
          <p:sp>
            <p:nvSpPr>
              <p:cNvPr id="55" name="TextBox 54"/>
              <p:cNvSpPr txBox="1"/>
              <p:nvPr/>
            </p:nvSpPr>
            <p:spPr>
              <a:xfrm>
                <a:off x="6578600" y="6788150"/>
                <a:ext cx="584200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100</a:t>
                </a:r>
              </a:p>
            </p:txBody>
          </p:sp>
          <p:sp>
            <p:nvSpPr>
              <p:cNvPr id="56" name="TextBox 55"/>
              <p:cNvSpPr txBox="1"/>
              <p:nvPr/>
            </p:nvSpPr>
            <p:spPr>
              <a:xfrm>
                <a:off x="3911600" y="6788150"/>
                <a:ext cx="584200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30</a:t>
                </a:r>
              </a:p>
            </p:txBody>
          </p:sp>
          <p:sp>
            <p:nvSpPr>
              <p:cNvPr id="57" name="TextBox 56"/>
              <p:cNvSpPr txBox="1"/>
              <p:nvPr/>
            </p:nvSpPr>
            <p:spPr>
              <a:xfrm>
                <a:off x="3530600" y="6788150"/>
                <a:ext cx="584200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20</a:t>
                </a:r>
              </a:p>
            </p:txBody>
          </p:sp>
          <p:sp>
            <p:nvSpPr>
              <p:cNvPr id="58" name="TextBox 57"/>
              <p:cNvSpPr txBox="1"/>
              <p:nvPr/>
            </p:nvSpPr>
            <p:spPr>
              <a:xfrm>
                <a:off x="3149600" y="6788150"/>
                <a:ext cx="584200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10</a:t>
                </a:r>
              </a:p>
            </p:txBody>
          </p:sp>
          <p:sp>
            <p:nvSpPr>
              <p:cNvPr id="59" name="TextBox 58"/>
              <p:cNvSpPr txBox="1"/>
              <p:nvPr/>
            </p:nvSpPr>
            <p:spPr>
              <a:xfrm>
                <a:off x="5054600" y="6788150"/>
                <a:ext cx="584200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60</a:t>
                </a:r>
              </a:p>
            </p:txBody>
          </p:sp>
          <p:sp>
            <p:nvSpPr>
              <p:cNvPr id="60" name="TextBox 59"/>
              <p:cNvSpPr txBox="1"/>
              <p:nvPr/>
            </p:nvSpPr>
            <p:spPr>
              <a:xfrm>
                <a:off x="4673600" y="6788150"/>
                <a:ext cx="584200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50</a:t>
                </a:r>
              </a:p>
            </p:txBody>
          </p:sp>
          <p:sp>
            <p:nvSpPr>
              <p:cNvPr id="61" name="TextBox 60"/>
              <p:cNvSpPr txBox="1"/>
              <p:nvPr/>
            </p:nvSpPr>
            <p:spPr>
              <a:xfrm>
                <a:off x="4292600" y="6775450"/>
                <a:ext cx="584200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40</a:t>
                </a:r>
              </a:p>
            </p:txBody>
          </p:sp>
          <p:sp>
            <p:nvSpPr>
              <p:cNvPr id="62" name="TextBox 61"/>
              <p:cNvSpPr txBox="1"/>
              <p:nvPr/>
            </p:nvSpPr>
            <p:spPr>
              <a:xfrm>
                <a:off x="6197600" y="6788150"/>
                <a:ext cx="584200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90</a:t>
                </a:r>
              </a:p>
            </p:txBody>
          </p:sp>
          <p:sp>
            <p:nvSpPr>
              <p:cNvPr id="63" name="TextBox 62"/>
              <p:cNvSpPr txBox="1"/>
              <p:nvPr/>
            </p:nvSpPr>
            <p:spPr>
              <a:xfrm>
                <a:off x="5816600" y="6788150"/>
                <a:ext cx="584200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80</a:t>
                </a:r>
              </a:p>
            </p:txBody>
          </p:sp>
          <p:sp>
            <p:nvSpPr>
              <p:cNvPr id="64" name="TextBox 63"/>
              <p:cNvSpPr txBox="1"/>
              <p:nvPr/>
            </p:nvSpPr>
            <p:spPr>
              <a:xfrm>
                <a:off x="5435600" y="6788150"/>
                <a:ext cx="584200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70</a:t>
                </a:r>
              </a:p>
            </p:txBody>
          </p:sp>
          <p:sp>
            <p:nvSpPr>
              <p:cNvPr id="65" name="TextBox 64"/>
              <p:cNvSpPr txBox="1"/>
              <p:nvPr/>
            </p:nvSpPr>
            <p:spPr>
              <a:xfrm>
                <a:off x="4000500" y="7048500"/>
                <a:ext cx="2018291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Sales of scarves</a:t>
                </a:r>
              </a:p>
            </p:txBody>
          </p:sp>
          <p:sp>
            <p:nvSpPr>
              <p:cNvPr id="66" name="TextBox 65"/>
              <p:cNvSpPr txBox="1"/>
              <p:nvPr/>
            </p:nvSpPr>
            <p:spPr>
              <a:xfrm rot="16200000">
                <a:off x="1655470" y="4579571"/>
                <a:ext cx="1924732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Temperature (</a:t>
                </a:r>
                <a:r>
                  <a:rPr lang="en-GB" sz="720" baseline="70000">
                    <a:solidFill>
                      <a:srgbClr val="000000"/>
                    </a:solidFill>
                    <a:latin typeface="Trebuchet MS - 16"/>
                  </a:rPr>
                  <a:t>o</a:t>
                </a:r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C)</a:t>
                </a:r>
              </a:p>
            </p:txBody>
          </p:sp>
        </p:grpSp>
        <p:grpSp>
          <p:nvGrpSpPr>
            <p:cNvPr id="70" name="Group 69"/>
            <p:cNvGrpSpPr/>
            <p:nvPr/>
          </p:nvGrpSpPr>
          <p:grpSpPr>
            <a:xfrm>
              <a:off x="4392168" y="3115564"/>
              <a:ext cx="264669" cy="162053"/>
              <a:chOff x="4392168" y="3115564"/>
              <a:chExt cx="264669" cy="162053"/>
            </a:xfrm>
          </p:grpSpPr>
          <p:sp>
            <p:nvSpPr>
              <p:cNvPr id="68" name="Freeform 67"/>
              <p:cNvSpPr/>
              <p:nvPr/>
            </p:nvSpPr>
            <p:spPr>
              <a:xfrm>
                <a:off x="4392168" y="31155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rgbClr val="131516"/>
              </a:solidFill>
              <a:ln w="0" cap="flat" cmpd="sng" algn="ctr">
                <a:solidFill>
                  <a:srgbClr val="13151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  <p:sp>
            <p:nvSpPr>
              <p:cNvPr id="69" name="Freeform 68"/>
              <p:cNvSpPr/>
              <p:nvPr/>
            </p:nvSpPr>
            <p:spPr>
              <a:xfrm>
                <a:off x="4392168" y="31155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 w="12700" cap="flat" cmpd="sng" algn="ctr">
                <a:solidFill>
                  <a:srgbClr val="1F1A1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</p:grpSp>
        <p:grpSp>
          <p:nvGrpSpPr>
            <p:cNvPr id="73" name="Group 72"/>
            <p:cNvGrpSpPr/>
            <p:nvPr/>
          </p:nvGrpSpPr>
          <p:grpSpPr>
            <a:xfrm>
              <a:off x="3249168" y="2925064"/>
              <a:ext cx="264669" cy="162053"/>
              <a:chOff x="3249168" y="2925064"/>
              <a:chExt cx="264669" cy="162053"/>
            </a:xfrm>
          </p:grpSpPr>
          <p:sp>
            <p:nvSpPr>
              <p:cNvPr id="71" name="Freeform 70"/>
              <p:cNvSpPr/>
              <p:nvPr/>
            </p:nvSpPr>
            <p:spPr>
              <a:xfrm>
                <a:off x="3249168" y="29250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rgbClr val="131516"/>
              </a:solidFill>
              <a:ln w="0" cap="flat" cmpd="sng" algn="ctr">
                <a:solidFill>
                  <a:srgbClr val="13151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  <p:sp>
            <p:nvSpPr>
              <p:cNvPr id="72" name="Freeform 71"/>
              <p:cNvSpPr/>
              <p:nvPr/>
            </p:nvSpPr>
            <p:spPr>
              <a:xfrm>
                <a:off x="3249168" y="29250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 w="12700" cap="flat" cmpd="sng" algn="ctr">
                <a:solidFill>
                  <a:srgbClr val="1F1A1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</p:grpSp>
        <p:grpSp>
          <p:nvGrpSpPr>
            <p:cNvPr id="76" name="Group 75"/>
            <p:cNvGrpSpPr/>
            <p:nvPr/>
          </p:nvGrpSpPr>
          <p:grpSpPr>
            <a:xfrm>
              <a:off x="6043168" y="5744464"/>
              <a:ext cx="264669" cy="162053"/>
              <a:chOff x="6043168" y="5744464"/>
              <a:chExt cx="264669" cy="162053"/>
            </a:xfrm>
          </p:grpSpPr>
          <p:sp>
            <p:nvSpPr>
              <p:cNvPr id="74" name="Freeform 73"/>
              <p:cNvSpPr/>
              <p:nvPr/>
            </p:nvSpPr>
            <p:spPr>
              <a:xfrm>
                <a:off x="6043168" y="57444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rgbClr val="131516"/>
              </a:solidFill>
              <a:ln w="0" cap="flat" cmpd="sng" algn="ctr">
                <a:solidFill>
                  <a:srgbClr val="13151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  <p:sp>
            <p:nvSpPr>
              <p:cNvPr id="75" name="Freeform 74"/>
              <p:cNvSpPr/>
              <p:nvPr/>
            </p:nvSpPr>
            <p:spPr>
              <a:xfrm>
                <a:off x="6043168" y="57444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 w="12700" cap="flat" cmpd="sng" algn="ctr">
                <a:solidFill>
                  <a:srgbClr val="1F1A1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</p:grpSp>
        <p:grpSp>
          <p:nvGrpSpPr>
            <p:cNvPr id="79" name="Group 78"/>
            <p:cNvGrpSpPr/>
            <p:nvPr/>
          </p:nvGrpSpPr>
          <p:grpSpPr>
            <a:xfrm>
              <a:off x="4392168" y="4449064"/>
              <a:ext cx="264669" cy="162053"/>
              <a:chOff x="4392168" y="4449064"/>
              <a:chExt cx="264669" cy="162053"/>
            </a:xfrm>
          </p:grpSpPr>
          <p:sp>
            <p:nvSpPr>
              <p:cNvPr id="77" name="Freeform 76"/>
              <p:cNvSpPr/>
              <p:nvPr/>
            </p:nvSpPr>
            <p:spPr>
              <a:xfrm>
                <a:off x="4392168" y="44490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rgbClr val="131516"/>
              </a:solidFill>
              <a:ln w="0" cap="flat" cmpd="sng" algn="ctr">
                <a:solidFill>
                  <a:srgbClr val="13151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  <p:sp>
            <p:nvSpPr>
              <p:cNvPr id="78" name="Freeform 77"/>
              <p:cNvSpPr/>
              <p:nvPr/>
            </p:nvSpPr>
            <p:spPr>
              <a:xfrm>
                <a:off x="4392168" y="44490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 w="12700" cap="flat" cmpd="sng" algn="ctr">
                <a:solidFill>
                  <a:srgbClr val="1F1A1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</p:grpSp>
        <p:grpSp>
          <p:nvGrpSpPr>
            <p:cNvPr id="82" name="Group 81"/>
            <p:cNvGrpSpPr/>
            <p:nvPr/>
          </p:nvGrpSpPr>
          <p:grpSpPr>
            <a:xfrm>
              <a:off x="5700268" y="5007864"/>
              <a:ext cx="264669" cy="162053"/>
              <a:chOff x="5700268" y="5007864"/>
              <a:chExt cx="264669" cy="162053"/>
            </a:xfrm>
          </p:grpSpPr>
          <p:sp>
            <p:nvSpPr>
              <p:cNvPr id="80" name="Freeform 79"/>
              <p:cNvSpPr/>
              <p:nvPr/>
            </p:nvSpPr>
            <p:spPr>
              <a:xfrm>
                <a:off x="5700268" y="50078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rgbClr val="131516"/>
              </a:solidFill>
              <a:ln w="0" cap="flat" cmpd="sng" algn="ctr">
                <a:solidFill>
                  <a:srgbClr val="13151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  <p:sp>
            <p:nvSpPr>
              <p:cNvPr id="81" name="Freeform 80"/>
              <p:cNvSpPr/>
              <p:nvPr/>
            </p:nvSpPr>
            <p:spPr>
              <a:xfrm>
                <a:off x="5700268" y="50078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 w="12700" cap="flat" cmpd="sng" algn="ctr">
                <a:solidFill>
                  <a:srgbClr val="1F1A1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</p:grpSp>
        <p:grpSp>
          <p:nvGrpSpPr>
            <p:cNvPr id="85" name="Group 84"/>
            <p:cNvGrpSpPr/>
            <p:nvPr/>
          </p:nvGrpSpPr>
          <p:grpSpPr>
            <a:xfrm>
              <a:off x="5077968" y="4245864"/>
              <a:ext cx="264669" cy="162053"/>
              <a:chOff x="5077968" y="4245864"/>
              <a:chExt cx="264669" cy="162053"/>
            </a:xfrm>
          </p:grpSpPr>
          <p:sp>
            <p:nvSpPr>
              <p:cNvPr id="83" name="Freeform 82"/>
              <p:cNvSpPr/>
              <p:nvPr/>
            </p:nvSpPr>
            <p:spPr>
              <a:xfrm>
                <a:off x="5077968" y="42458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rgbClr val="131516"/>
              </a:solidFill>
              <a:ln w="0" cap="flat" cmpd="sng" algn="ctr">
                <a:solidFill>
                  <a:srgbClr val="13151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  <p:sp>
            <p:nvSpPr>
              <p:cNvPr id="84" name="Freeform 83"/>
              <p:cNvSpPr/>
              <p:nvPr/>
            </p:nvSpPr>
            <p:spPr>
              <a:xfrm>
                <a:off x="5077968" y="42458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 w="12700" cap="flat" cmpd="sng" algn="ctr">
                <a:solidFill>
                  <a:srgbClr val="1F1A1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</p:grpSp>
        <p:grpSp>
          <p:nvGrpSpPr>
            <p:cNvPr id="88" name="Group 87"/>
            <p:cNvGrpSpPr/>
            <p:nvPr/>
          </p:nvGrpSpPr>
          <p:grpSpPr>
            <a:xfrm>
              <a:off x="4963668" y="3864864"/>
              <a:ext cx="264669" cy="162053"/>
              <a:chOff x="4963668" y="3864864"/>
              <a:chExt cx="264669" cy="162053"/>
            </a:xfrm>
          </p:grpSpPr>
          <p:sp>
            <p:nvSpPr>
              <p:cNvPr id="86" name="Freeform 85"/>
              <p:cNvSpPr/>
              <p:nvPr/>
            </p:nvSpPr>
            <p:spPr>
              <a:xfrm>
                <a:off x="4963668" y="38648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rgbClr val="131516"/>
              </a:solidFill>
              <a:ln w="0" cap="flat" cmpd="sng" algn="ctr">
                <a:solidFill>
                  <a:srgbClr val="13151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  <p:sp>
            <p:nvSpPr>
              <p:cNvPr id="87" name="Freeform 86"/>
              <p:cNvSpPr/>
              <p:nvPr/>
            </p:nvSpPr>
            <p:spPr>
              <a:xfrm>
                <a:off x="4963668" y="38648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 w="12700" cap="flat" cmpd="sng" algn="ctr">
                <a:solidFill>
                  <a:srgbClr val="1F1A1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8831070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32610" y="182880"/>
            <a:ext cx="8778173" cy="46628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GB" sz="2430" b="1">
                <a:solidFill>
                  <a:srgbClr val="000000"/>
                </a:solidFill>
                <a:latin typeface="Trebuchet MS - 36"/>
              </a:rPr>
              <a:t>How your scatter graph should look: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/>
          </p:nvPr>
        </p:nvGraphicFramePr>
        <p:xfrm>
          <a:off x="2340330" y="788671"/>
          <a:ext cx="7525020" cy="1780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33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89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89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89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9901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9901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9899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9899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90109"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Journey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1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2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3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4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5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6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7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8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Distance (km)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75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140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b="0" i="0" u="none" baseline="0">
                          <a:solidFill>
                            <a:srgbClr val="000000"/>
                          </a:solidFill>
                          <a:latin typeface="Trebuchet MS - 22"/>
                        </a:rPr>
                        <a:t>197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180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20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93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104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42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7210"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Petrol used (l)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7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12.5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b="0" i="0" u="none" baseline="0">
                          <a:solidFill>
                            <a:srgbClr val="000000"/>
                          </a:solidFill>
                          <a:latin typeface="Trebuchet MS - 22"/>
                        </a:rPr>
                        <a:t>21.3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000" b="0" i="0" u="none" baseline="0">
                          <a:solidFill>
                            <a:srgbClr val="000000"/>
                          </a:solidFill>
                          <a:latin typeface="Trebuchet MS - 22"/>
                        </a:rPr>
                        <a:t>16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3.5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8.9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9.5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200" b="0" i="0" u="none" baseline="0">
                          <a:solidFill>
                            <a:srgbClr val="000000"/>
                          </a:solidFill>
                          <a:latin typeface="Trebuchet MS - 24"/>
                        </a:rPr>
                        <a:t>4.1</a:t>
                      </a:r>
                    </a:p>
                  </a:txBody>
                  <a:tcPr marL="82296" marR="82296" marT="41148" marB="41148">
                    <a:lnL w="38100" cmpd="sng">
                      <a:solidFill>
                        <a:srgbClr val="000000"/>
                      </a:solidFill>
                      <a:prstDash val="solid"/>
                    </a:lnL>
                    <a:lnR w="38100" cmpd="sng">
                      <a:solidFill>
                        <a:srgbClr val="000000"/>
                      </a:solidFill>
                      <a:prstDash val="solid"/>
                    </a:lnR>
                    <a:lnT w="38100" cmpd="sng">
                      <a:solidFill>
                        <a:srgbClr val="000000"/>
                      </a:solidFill>
                      <a:prstDash val="solid"/>
                    </a:lnT>
                    <a:lnB w="38100" cmpd="sng">
                      <a:solidFill>
                        <a:srgbClr val="000000"/>
                      </a:solidFill>
                      <a:prstDash val="solid"/>
                    </a:lnB>
                    <a:solidFill>
                      <a:srgbClr val="FFFFFF">
                        <a:alpha val="99996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93" name="Group 92"/>
          <p:cNvGrpSpPr/>
          <p:nvPr/>
        </p:nvGrpSpPr>
        <p:grpSpPr>
          <a:xfrm>
            <a:off x="3680735" y="2428075"/>
            <a:ext cx="4326935" cy="4128387"/>
            <a:chOff x="2396372" y="2697861"/>
            <a:chExt cx="4807705" cy="4587097"/>
          </a:xfrm>
        </p:grpSpPr>
        <p:grpSp>
          <p:nvGrpSpPr>
            <p:cNvPr id="68" name="Group 67"/>
            <p:cNvGrpSpPr/>
            <p:nvPr/>
          </p:nvGrpSpPr>
          <p:grpSpPr>
            <a:xfrm>
              <a:off x="2396372" y="2697861"/>
              <a:ext cx="4807705" cy="4587097"/>
              <a:chOff x="2396372" y="2697861"/>
              <a:chExt cx="4807705" cy="4587097"/>
            </a:xfrm>
          </p:grpSpPr>
          <p:grpSp>
            <p:nvGrpSpPr>
              <p:cNvPr id="49" name="Group 48"/>
              <p:cNvGrpSpPr/>
              <p:nvPr/>
            </p:nvGrpSpPr>
            <p:grpSpPr>
              <a:xfrm>
                <a:off x="3085211" y="2697861"/>
                <a:ext cx="4061460" cy="4057396"/>
                <a:chOff x="3085211" y="2697861"/>
                <a:chExt cx="4061460" cy="4057396"/>
              </a:xfrm>
            </p:grpSpPr>
            <p:grpSp>
              <p:nvGrpSpPr>
                <p:cNvPr id="46" name="Group 45"/>
                <p:cNvGrpSpPr/>
                <p:nvPr/>
              </p:nvGrpSpPr>
              <p:grpSpPr>
                <a:xfrm>
                  <a:off x="3086227" y="2956560"/>
                  <a:ext cx="3801873" cy="3798697"/>
                  <a:chOff x="3086227" y="2956560"/>
                  <a:chExt cx="3801873" cy="3798697"/>
                </a:xfrm>
              </p:grpSpPr>
              <p:sp>
                <p:nvSpPr>
                  <p:cNvPr id="4" name="Freeform 3"/>
                  <p:cNvSpPr/>
                  <p:nvPr/>
                </p:nvSpPr>
                <p:spPr>
                  <a:xfrm>
                    <a:off x="3086227" y="2965069"/>
                    <a:ext cx="18924" cy="377698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8924" h="3776980">
                        <a:moveTo>
                          <a:pt x="0" y="0"/>
                        </a:moveTo>
                        <a:lnTo>
                          <a:pt x="18923" y="0"/>
                        </a:lnTo>
                        <a:lnTo>
                          <a:pt x="18923" y="3776979"/>
                        </a:lnTo>
                        <a:lnTo>
                          <a:pt x="0" y="3776979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5" name="Freeform 4"/>
                  <p:cNvSpPr/>
                  <p:nvPr/>
                </p:nvSpPr>
                <p:spPr>
                  <a:xfrm>
                    <a:off x="3086227" y="2956560"/>
                    <a:ext cx="3800603" cy="1892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800603" h="18924">
                        <a:moveTo>
                          <a:pt x="0" y="0"/>
                        </a:moveTo>
                        <a:lnTo>
                          <a:pt x="3800602" y="0"/>
                        </a:lnTo>
                        <a:lnTo>
                          <a:pt x="3800602" y="18923"/>
                        </a:lnTo>
                        <a:lnTo>
                          <a:pt x="0" y="18923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6" name="Freeform 5"/>
                  <p:cNvSpPr/>
                  <p:nvPr/>
                </p:nvSpPr>
                <p:spPr>
                  <a:xfrm>
                    <a:off x="3099562" y="3146425"/>
                    <a:ext cx="3780791" cy="1968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0791" h="19686">
                        <a:moveTo>
                          <a:pt x="0" y="0"/>
                        </a:moveTo>
                        <a:lnTo>
                          <a:pt x="3780790" y="0"/>
                        </a:lnTo>
                        <a:lnTo>
                          <a:pt x="3780790" y="19685"/>
                        </a:lnTo>
                        <a:lnTo>
                          <a:pt x="0" y="19685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7" name="Freeform 6"/>
                  <p:cNvSpPr/>
                  <p:nvPr/>
                </p:nvSpPr>
                <p:spPr>
                  <a:xfrm>
                    <a:off x="3276981" y="2966085"/>
                    <a:ext cx="19813" cy="377698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9813" h="3776981">
                        <a:moveTo>
                          <a:pt x="0" y="0"/>
                        </a:moveTo>
                        <a:lnTo>
                          <a:pt x="19812" y="0"/>
                        </a:lnTo>
                        <a:lnTo>
                          <a:pt x="19812" y="3776980"/>
                        </a:lnTo>
                        <a:lnTo>
                          <a:pt x="0" y="3776980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8" name="Freeform 7"/>
                  <p:cNvSpPr/>
                  <p:nvPr/>
                </p:nvSpPr>
                <p:spPr>
                  <a:xfrm>
                    <a:off x="3464814" y="2965069"/>
                    <a:ext cx="19813" cy="3776980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9813" h="3776980">
                        <a:moveTo>
                          <a:pt x="0" y="0"/>
                        </a:moveTo>
                        <a:lnTo>
                          <a:pt x="19812" y="0"/>
                        </a:lnTo>
                        <a:lnTo>
                          <a:pt x="19812" y="3776979"/>
                        </a:lnTo>
                        <a:lnTo>
                          <a:pt x="0" y="3776979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9" name="Freeform 8"/>
                  <p:cNvSpPr/>
                  <p:nvPr/>
                </p:nvSpPr>
                <p:spPr>
                  <a:xfrm>
                    <a:off x="3655441" y="2966085"/>
                    <a:ext cx="21718" cy="377799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1718" h="3777997">
                        <a:moveTo>
                          <a:pt x="0" y="0"/>
                        </a:moveTo>
                        <a:lnTo>
                          <a:pt x="21717" y="0"/>
                        </a:lnTo>
                        <a:lnTo>
                          <a:pt x="21717" y="3777996"/>
                        </a:lnTo>
                        <a:lnTo>
                          <a:pt x="0" y="3777996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10" name="Freeform 9"/>
                  <p:cNvSpPr/>
                  <p:nvPr/>
                </p:nvSpPr>
                <p:spPr>
                  <a:xfrm>
                    <a:off x="3840480" y="2965069"/>
                    <a:ext cx="22734" cy="377901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734" h="3779013">
                        <a:moveTo>
                          <a:pt x="0" y="0"/>
                        </a:moveTo>
                        <a:lnTo>
                          <a:pt x="22733" y="0"/>
                        </a:lnTo>
                        <a:lnTo>
                          <a:pt x="22733" y="3779012"/>
                        </a:lnTo>
                        <a:lnTo>
                          <a:pt x="0" y="3779012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11" name="Freeform 10"/>
                  <p:cNvSpPr/>
                  <p:nvPr/>
                </p:nvSpPr>
                <p:spPr>
                  <a:xfrm>
                    <a:off x="4031234" y="2966085"/>
                    <a:ext cx="19686" cy="377698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9686" h="3776981">
                        <a:moveTo>
                          <a:pt x="0" y="0"/>
                        </a:moveTo>
                        <a:lnTo>
                          <a:pt x="19685" y="0"/>
                        </a:lnTo>
                        <a:lnTo>
                          <a:pt x="19685" y="3776980"/>
                        </a:lnTo>
                        <a:lnTo>
                          <a:pt x="0" y="3776980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12" name="Freeform 11"/>
                  <p:cNvSpPr/>
                  <p:nvPr/>
                </p:nvSpPr>
                <p:spPr>
                  <a:xfrm>
                    <a:off x="4221988" y="2967101"/>
                    <a:ext cx="21718" cy="377799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1718" h="3777996">
                        <a:moveTo>
                          <a:pt x="0" y="0"/>
                        </a:moveTo>
                        <a:lnTo>
                          <a:pt x="21717" y="0"/>
                        </a:lnTo>
                        <a:lnTo>
                          <a:pt x="21717" y="3777995"/>
                        </a:lnTo>
                        <a:lnTo>
                          <a:pt x="0" y="3777995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13" name="Freeform 12"/>
                  <p:cNvSpPr/>
                  <p:nvPr/>
                </p:nvSpPr>
                <p:spPr>
                  <a:xfrm>
                    <a:off x="4410710" y="2966085"/>
                    <a:ext cx="20702" cy="377698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0702" h="3776981">
                        <a:moveTo>
                          <a:pt x="0" y="0"/>
                        </a:moveTo>
                        <a:lnTo>
                          <a:pt x="20701" y="0"/>
                        </a:lnTo>
                        <a:lnTo>
                          <a:pt x="20701" y="3776980"/>
                        </a:lnTo>
                        <a:lnTo>
                          <a:pt x="0" y="3776980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14" name="Freeform 13"/>
                  <p:cNvSpPr/>
                  <p:nvPr/>
                </p:nvSpPr>
                <p:spPr>
                  <a:xfrm>
                    <a:off x="4600448" y="2967736"/>
                    <a:ext cx="22734" cy="377609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734" h="3776091">
                        <a:moveTo>
                          <a:pt x="0" y="0"/>
                        </a:moveTo>
                        <a:lnTo>
                          <a:pt x="22733" y="0"/>
                        </a:lnTo>
                        <a:lnTo>
                          <a:pt x="22733" y="3776090"/>
                        </a:lnTo>
                        <a:lnTo>
                          <a:pt x="0" y="3776090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15" name="Freeform 14"/>
                  <p:cNvSpPr/>
                  <p:nvPr/>
                </p:nvSpPr>
                <p:spPr>
                  <a:xfrm>
                    <a:off x="4784471" y="2966085"/>
                    <a:ext cx="24385" cy="377698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4385" h="3776981">
                        <a:moveTo>
                          <a:pt x="0" y="0"/>
                        </a:moveTo>
                        <a:lnTo>
                          <a:pt x="24384" y="0"/>
                        </a:lnTo>
                        <a:lnTo>
                          <a:pt x="24384" y="3776980"/>
                        </a:lnTo>
                        <a:lnTo>
                          <a:pt x="0" y="3776980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16" name="Freeform 15"/>
                  <p:cNvSpPr/>
                  <p:nvPr/>
                </p:nvSpPr>
                <p:spPr>
                  <a:xfrm>
                    <a:off x="4976368" y="2967101"/>
                    <a:ext cx="19686" cy="377418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19686" h="3774186">
                        <a:moveTo>
                          <a:pt x="0" y="0"/>
                        </a:moveTo>
                        <a:lnTo>
                          <a:pt x="19685" y="0"/>
                        </a:lnTo>
                        <a:lnTo>
                          <a:pt x="19685" y="3774185"/>
                        </a:lnTo>
                        <a:lnTo>
                          <a:pt x="0" y="3774185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17" name="Freeform 16"/>
                  <p:cNvSpPr/>
                  <p:nvPr/>
                </p:nvSpPr>
                <p:spPr>
                  <a:xfrm>
                    <a:off x="5166995" y="2967101"/>
                    <a:ext cx="21591" cy="377520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1591" h="3775202">
                        <a:moveTo>
                          <a:pt x="0" y="0"/>
                        </a:moveTo>
                        <a:lnTo>
                          <a:pt x="21590" y="0"/>
                        </a:lnTo>
                        <a:lnTo>
                          <a:pt x="21590" y="3775201"/>
                        </a:lnTo>
                        <a:lnTo>
                          <a:pt x="0" y="3775201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18" name="Freeform 17"/>
                  <p:cNvSpPr/>
                  <p:nvPr/>
                </p:nvSpPr>
                <p:spPr>
                  <a:xfrm>
                    <a:off x="5355717" y="2967101"/>
                    <a:ext cx="20702" cy="377596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0702" h="3775964">
                        <a:moveTo>
                          <a:pt x="0" y="0"/>
                        </a:moveTo>
                        <a:lnTo>
                          <a:pt x="20701" y="0"/>
                        </a:lnTo>
                        <a:lnTo>
                          <a:pt x="20701" y="3775963"/>
                        </a:lnTo>
                        <a:lnTo>
                          <a:pt x="0" y="3775963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19" name="Freeform 18"/>
                  <p:cNvSpPr/>
                  <p:nvPr/>
                </p:nvSpPr>
                <p:spPr>
                  <a:xfrm>
                    <a:off x="5545582" y="2967736"/>
                    <a:ext cx="22734" cy="377812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734" h="3778123">
                        <a:moveTo>
                          <a:pt x="0" y="0"/>
                        </a:moveTo>
                        <a:lnTo>
                          <a:pt x="22733" y="0"/>
                        </a:lnTo>
                        <a:lnTo>
                          <a:pt x="22733" y="3778122"/>
                        </a:lnTo>
                        <a:lnTo>
                          <a:pt x="0" y="3778122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20" name="Freeform 19"/>
                  <p:cNvSpPr/>
                  <p:nvPr/>
                </p:nvSpPr>
                <p:spPr>
                  <a:xfrm>
                    <a:off x="5729605" y="2966085"/>
                    <a:ext cx="24512" cy="377901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4512" h="3779013">
                        <a:moveTo>
                          <a:pt x="0" y="0"/>
                        </a:moveTo>
                        <a:lnTo>
                          <a:pt x="24511" y="0"/>
                        </a:lnTo>
                        <a:lnTo>
                          <a:pt x="24511" y="3779012"/>
                        </a:lnTo>
                        <a:lnTo>
                          <a:pt x="0" y="3779012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21" name="Freeform 20"/>
                  <p:cNvSpPr/>
                  <p:nvPr/>
                </p:nvSpPr>
                <p:spPr>
                  <a:xfrm>
                    <a:off x="5921248" y="2967101"/>
                    <a:ext cx="21718" cy="377698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1718" h="3776981">
                        <a:moveTo>
                          <a:pt x="0" y="0"/>
                        </a:moveTo>
                        <a:lnTo>
                          <a:pt x="21717" y="0"/>
                        </a:lnTo>
                        <a:lnTo>
                          <a:pt x="21717" y="3776980"/>
                        </a:lnTo>
                        <a:lnTo>
                          <a:pt x="0" y="3776980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22" name="Freeform 21"/>
                  <p:cNvSpPr/>
                  <p:nvPr/>
                </p:nvSpPr>
                <p:spPr>
                  <a:xfrm>
                    <a:off x="6111748" y="2967736"/>
                    <a:ext cx="23496" cy="377812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3496" h="3778123">
                        <a:moveTo>
                          <a:pt x="0" y="0"/>
                        </a:moveTo>
                        <a:lnTo>
                          <a:pt x="23495" y="0"/>
                        </a:lnTo>
                        <a:lnTo>
                          <a:pt x="23495" y="3778122"/>
                        </a:lnTo>
                        <a:lnTo>
                          <a:pt x="0" y="3778122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23" name="Freeform 22"/>
                  <p:cNvSpPr/>
                  <p:nvPr/>
                </p:nvSpPr>
                <p:spPr>
                  <a:xfrm>
                    <a:off x="6300597" y="2967101"/>
                    <a:ext cx="22734" cy="377698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2734" h="3776981">
                        <a:moveTo>
                          <a:pt x="0" y="0"/>
                        </a:moveTo>
                        <a:lnTo>
                          <a:pt x="22733" y="0"/>
                        </a:lnTo>
                        <a:lnTo>
                          <a:pt x="22733" y="3776980"/>
                        </a:lnTo>
                        <a:lnTo>
                          <a:pt x="0" y="3776980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24" name="Freeform 23"/>
                  <p:cNvSpPr/>
                  <p:nvPr/>
                </p:nvSpPr>
                <p:spPr>
                  <a:xfrm>
                    <a:off x="6489319" y="2967101"/>
                    <a:ext cx="24639" cy="377901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4639" h="3779012">
                        <a:moveTo>
                          <a:pt x="0" y="0"/>
                        </a:moveTo>
                        <a:lnTo>
                          <a:pt x="24638" y="0"/>
                        </a:lnTo>
                        <a:lnTo>
                          <a:pt x="24638" y="3779011"/>
                        </a:lnTo>
                        <a:lnTo>
                          <a:pt x="0" y="3779011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25" name="Freeform 24"/>
                  <p:cNvSpPr/>
                  <p:nvPr/>
                </p:nvSpPr>
                <p:spPr>
                  <a:xfrm>
                    <a:off x="6674612" y="2967101"/>
                    <a:ext cx="26417" cy="377901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6417" h="3779012">
                        <a:moveTo>
                          <a:pt x="0" y="0"/>
                        </a:moveTo>
                        <a:lnTo>
                          <a:pt x="26416" y="0"/>
                        </a:lnTo>
                        <a:lnTo>
                          <a:pt x="26416" y="3779011"/>
                        </a:lnTo>
                        <a:lnTo>
                          <a:pt x="0" y="3779011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26" name="Freeform 25"/>
                  <p:cNvSpPr/>
                  <p:nvPr/>
                </p:nvSpPr>
                <p:spPr>
                  <a:xfrm>
                    <a:off x="6860667" y="2964053"/>
                    <a:ext cx="27433" cy="377977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27433" h="3779775">
                        <a:moveTo>
                          <a:pt x="0" y="0"/>
                        </a:moveTo>
                        <a:lnTo>
                          <a:pt x="27432" y="0"/>
                        </a:lnTo>
                        <a:lnTo>
                          <a:pt x="27432" y="3779774"/>
                        </a:lnTo>
                        <a:lnTo>
                          <a:pt x="0" y="3779774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27" name="Freeform 26"/>
                  <p:cNvSpPr/>
                  <p:nvPr/>
                </p:nvSpPr>
                <p:spPr>
                  <a:xfrm>
                    <a:off x="3097530" y="3336036"/>
                    <a:ext cx="3777108" cy="1968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77108" h="19686">
                        <a:moveTo>
                          <a:pt x="0" y="0"/>
                        </a:moveTo>
                        <a:lnTo>
                          <a:pt x="3777107" y="0"/>
                        </a:lnTo>
                        <a:lnTo>
                          <a:pt x="3777107" y="19685"/>
                        </a:lnTo>
                        <a:lnTo>
                          <a:pt x="0" y="19685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28" name="Freeform 27"/>
                  <p:cNvSpPr/>
                  <p:nvPr/>
                </p:nvSpPr>
                <p:spPr>
                  <a:xfrm>
                    <a:off x="3098419" y="3524250"/>
                    <a:ext cx="3782950" cy="1968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2950" h="19686">
                        <a:moveTo>
                          <a:pt x="0" y="0"/>
                        </a:moveTo>
                        <a:lnTo>
                          <a:pt x="3782949" y="0"/>
                        </a:lnTo>
                        <a:lnTo>
                          <a:pt x="3782949" y="19685"/>
                        </a:lnTo>
                        <a:lnTo>
                          <a:pt x="0" y="19685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29" name="Freeform 28"/>
                  <p:cNvSpPr/>
                  <p:nvPr/>
                </p:nvSpPr>
                <p:spPr>
                  <a:xfrm>
                    <a:off x="3096641" y="3709035"/>
                    <a:ext cx="3783712" cy="2070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3712" h="20702">
                        <a:moveTo>
                          <a:pt x="0" y="0"/>
                        </a:moveTo>
                        <a:lnTo>
                          <a:pt x="3783711" y="0"/>
                        </a:lnTo>
                        <a:lnTo>
                          <a:pt x="3783711" y="20701"/>
                        </a:lnTo>
                        <a:lnTo>
                          <a:pt x="0" y="20701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30" name="Freeform 29"/>
                  <p:cNvSpPr/>
                  <p:nvPr/>
                </p:nvSpPr>
                <p:spPr>
                  <a:xfrm>
                    <a:off x="3100451" y="4657217"/>
                    <a:ext cx="3783712" cy="2070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3712" h="20702">
                        <a:moveTo>
                          <a:pt x="0" y="0"/>
                        </a:moveTo>
                        <a:lnTo>
                          <a:pt x="3783711" y="0"/>
                        </a:lnTo>
                        <a:lnTo>
                          <a:pt x="3783711" y="20701"/>
                        </a:lnTo>
                        <a:lnTo>
                          <a:pt x="0" y="20701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31" name="Freeform 30"/>
                  <p:cNvSpPr/>
                  <p:nvPr/>
                </p:nvSpPr>
                <p:spPr>
                  <a:xfrm>
                    <a:off x="3098419" y="4469384"/>
                    <a:ext cx="3783712" cy="20575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3712" h="20575">
                        <a:moveTo>
                          <a:pt x="0" y="0"/>
                        </a:moveTo>
                        <a:lnTo>
                          <a:pt x="3783711" y="0"/>
                        </a:lnTo>
                        <a:lnTo>
                          <a:pt x="3783711" y="20574"/>
                        </a:lnTo>
                        <a:lnTo>
                          <a:pt x="0" y="20574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32" name="Freeform 31"/>
                  <p:cNvSpPr/>
                  <p:nvPr/>
                </p:nvSpPr>
                <p:spPr>
                  <a:xfrm>
                    <a:off x="3098419" y="4279519"/>
                    <a:ext cx="3777108" cy="2070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77108" h="20702">
                        <a:moveTo>
                          <a:pt x="0" y="0"/>
                        </a:moveTo>
                        <a:lnTo>
                          <a:pt x="3777107" y="0"/>
                        </a:lnTo>
                        <a:lnTo>
                          <a:pt x="3777107" y="20701"/>
                        </a:lnTo>
                        <a:lnTo>
                          <a:pt x="0" y="20701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33" name="Freeform 32"/>
                  <p:cNvSpPr/>
                  <p:nvPr/>
                </p:nvSpPr>
                <p:spPr>
                  <a:xfrm>
                    <a:off x="3100451" y="4089781"/>
                    <a:ext cx="3782950" cy="1968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2950" h="19686">
                        <a:moveTo>
                          <a:pt x="0" y="0"/>
                        </a:moveTo>
                        <a:lnTo>
                          <a:pt x="3782949" y="0"/>
                        </a:lnTo>
                        <a:lnTo>
                          <a:pt x="3782949" y="19685"/>
                        </a:lnTo>
                        <a:lnTo>
                          <a:pt x="0" y="19685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34" name="Freeform 33"/>
                  <p:cNvSpPr/>
                  <p:nvPr/>
                </p:nvSpPr>
                <p:spPr>
                  <a:xfrm>
                    <a:off x="3099562" y="3901694"/>
                    <a:ext cx="3772282" cy="1968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72282" h="19686">
                        <a:moveTo>
                          <a:pt x="0" y="0"/>
                        </a:moveTo>
                        <a:lnTo>
                          <a:pt x="3772281" y="0"/>
                        </a:lnTo>
                        <a:lnTo>
                          <a:pt x="3772281" y="19685"/>
                        </a:lnTo>
                        <a:lnTo>
                          <a:pt x="0" y="19685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35" name="Freeform 34"/>
                  <p:cNvSpPr/>
                  <p:nvPr/>
                </p:nvSpPr>
                <p:spPr>
                  <a:xfrm>
                    <a:off x="3097530" y="4844034"/>
                    <a:ext cx="3776092" cy="19813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76092" h="19813">
                        <a:moveTo>
                          <a:pt x="0" y="0"/>
                        </a:moveTo>
                        <a:lnTo>
                          <a:pt x="3776091" y="0"/>
                        </a:lnTo>
                        <a:lnTo>
                          <a:pt x="3776091" y="19812"/>
                        </a:lnTo>
                        <a:lnTo>
                          <a:pt x="0" y="19812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36" name="Freeform 35"/>
                  <p:cNvSpPr/>
                  <p:nvPr/>
                </p:nvSpPr>
                <p:spPr>
                  <a:xfrm>
                    <a:off x="3096641" y="5034026"/>
                    <a:ext cx="3783077" cy="1968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3077" h="19686">
                        <a:moveTo>
                          <a:pt x="0" y="0"/>
                        </a:moveTo>
                        <a:lnTo>
                          <a:pt x="3783076" y="0"/>
                        </a:lnTo>
                        <a:lnTo>
                          <a:pt x="3783076" y="19685"/>
                        </a:lnTo>
                        <a:lnTo>
                          <a:pt x="0" y="19685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37" name="Freeform 36"/>
                  <p:cNvSpPr/>
                  <p:nvPr/>
                </p:nvSpPr>
                <p:spPr>
                  <a:xfrm>
                    <a:off x="3095625" y="5223764"/>
                    <a:ext cx="3780918" cy="2070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0918" h="20702">
                        <a:moveTo>
                          <a:pt x="0" y="0"/>
                        </a:moveTo>
                        <a:lnTo>
                          <a:pt x="3780917" y="0"/>
                        </a:lnTo>
                        <a:lnTo>
                          <a:pt x="3780917" y="20701"/>
                        </a:lnTo>
                        <a:lnTo>
                          <a:pt x="0" y="20701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38" name="Freeform 37"/>
                  <p:cNvSpPr/>
                  <p:nvPr/>
                </p:nvSpPr>
                <p:spPr>
                  <a:xfrm>
                    <a:off x="3096641" y="5411724"/>
                    <a:ext cx="3783712" cy="20702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3712" h="20702">
                        <a:moveTo>
                          <a:pt x="0" y="0"/>
                        </a:moveTo>
                        <a:lnTo>
                          <a:pt x="3783711" y="0"/>
                        </a:lnTo>
                        <a:lnTo>
                          <a:pt x="3783711" y="20701"/>
                        </a:lnTo>
                        <a:lnTo>
                          <a:pt x="0" y="20701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39" name="Freeform 38"/>
                  <p:cNvSpPr/>
                  <p:nvPr/>
                </p:nvSpPr>
                <p:spPr>
                  <a:xfrm>
                    <a:off x="3095625" y="5596763"/>
                    <a:ext cx="3783585" cy="2082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3585" h="20829">
                        <a:moveTo>
                          <a:pt x="0" y="0"/>
                        </a:moveTo>
                        <a:lnTo>
                          <a:pt x="3783584" y="0"/>
                        </a:lnTo>
                        <a:lnTo>
                          <a:pt x="3783584" y="20828"/>
                        </a:lnTo>
                        <a:lnTo>
                          <a:pt x="0" y="20828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40" name="Freeform 39"/>
                  <p:cNvSpPr/>
                  <p:nvPr/>
                </p:nvSpPr>
                <p:spPr>
                  <a:xfrm>
                    <a:off x="3098419" y="6540880"/>
                    <a:ext cx="3783712" cy="22861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3712" h="22861">
                        <a:moveTo>
                          <a:pt x="0" y="0"/>
                        </a:moveTo>
                        <a:lnTo>
                          <a:pt x="3783711" y="0"/>
                        </a:lnTo>
                        <a:lnTo>
                          <a:pt x="3783711" y="22860"/>
                        </a:lnTo>
                        <a:lnTo>
                          <a:pt x="0" y="22860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41" name="Freeform 40"/>
                  <p:cNvSpPr/>
                  <p:nvPr/>
                </p:nvSpPr>
                <p:spPr>
                  <a:xfrm>
                    <a:off x="3098419" y="6355842"/>
                    <a:ext cx="3784728" cy="22606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4728" h="22606">
                        <a:moveTo>
                          <a:pt x="0" y="0"/>
                        </a:moveTo>
                        <a:lnTo>
                          <a:pt x="3784727" y="0"/>
                        </a:lnTo>
                        <a:lnTo>
                          <a:pt x="3784727" y="22605"/>
                        </a:lnTo>
                        <a:lnTo>
                          <a:pt x="0" y="22605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42" name="Freeform 41"/>
                  <p:cNvSpPr/>
                  <p:nvPr/>
                </p:nvSpPr>
                <p:spPr>
                  <a:xfrm>
                    <a:off x="3095625" y="6166865"/>
                    <a:ext cx="3783077" cy="20957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3077" h="20957">
                        <a:moveTo>
                          <a:pt x="0" y="0"/>
                        </a:moveTo>
                        <a:lnTo>
                          <a:pt x="3783076" y="0"/>
                        </a:lnTo>
                        <a:lnTo>
                          <a:pt x="3783076" y="20956"/>
                        </a:lnTo>
                        <a:lnTo>
                          <a:pt x="0" y="20956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43" name="Freeform 42"/>
                  <p:cNvSpPr/>
                  <p:nvPr/>
                </p:nvSpPr>
                <p:spPr>
                  <a:xfrm>
                    <a:off x="3096641" y="5977255"/>
                    <a:ext cx="3783712" cy="2082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83712" h="20829">
                        <a:moveTo>
                          <a:pt x="0" y="0"/>
                        </a:moveTo>
                        <a:lnTo>
                          <a:pt x="3783711" y="0"/>
                        </a:lnTo>
                        <a:lnTo>
                          <a:pt x="3783711" y="20828"/>
                        </a:lnTo>
                        <a:lnTo>
                          <a:pt x="0" y="20828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44" name="Freeform 43"/>
                  <p:cNvSpPr/>
                  <p:nvPr/>
                </p:nvSpPr>
                <p:spPr>
                  <a:xfrm>
                    <a:off x="3096641" y="5789422"/>
                    <a:ext cx="3778886" cy="20829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778886" h="20829">
                        <a:moveTo>
                          <a:pt x="0" y="0"/>
                        </a:moveTo>
                        <a:lnTo>
                          <a:pt x="3778885" y="0"/>
                        </a:lnTo>
                        <a:lnTo>
                          <a:pt x="3778885" y="20828"/>
                        </a:lnTo>
                        <a:lnTo>
                          <a:pt x="0" y="20828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  <p:sp>
                <p:nvSpPr>
                  <p:cNvPr id="45" name="Freeform 44"/>
                  <p:cNvSpPr/>
                  <p:nvPr/>
                </p:nvSpPr>
                <p:spPr>
                  <a:xfrm>
                    <a:off x="3086227" y="6732523"/>
                    <a:ext cx="3801746" cy="22734"/>
                  </a:xfrm>
                  <a:custGeom>
                    <a:avLst/>
                    <a:gdLst/>
                    <a:ahLst/>
                    <a:cxnLst/>
                    <a:rect l="0" t="0" r="0" b="0"/>
                    <a:pathLst>
                      <a:path w="3801746" h="22734">
                        <a:moveTo>
                          <a:pt x="0" y="0"/>
                        </a:moveTo>
                        <a:lnTo>
                          <a:pt x="3801745" y="0"/>
                        </a:lnTo>
                        <a:lnTo>
                          <a:pt x="3801745" y="22733"/>
                        </a:lnTo>
                        <a:lnTo>
                          <a:pt x="0" y="22733"/>
                        </a:lnTo>
                        <a:close/>
                      </a:path>
                    </a:pathLst>
                  </a:custGeom>
                  <a:solidFill>
                    <a:srgbClr val="8C8CFF">
                      <a:alpha val="50980"/>
                    </a:srgbClr>
                  </a:solidFill>
                  <a:ln w="0" cap="flat" cmpd="sng" algn="ctr">
                    <a:solidFill>
                      <a:srgbClr val="8C8CFF">
                        <a:alpha val="50980"/>
                      </a:srgbClr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GB" sz="1620"/>
                  </a:p>
                </p:txBody>
              </p:sp>
            </p:grpSp>
            <p:cxnSp>
              <p:nvCxnSpPr>
                <p:cNvPr id="47" name="Straight Connector 46"/>
                <p:cNvCxnSpPr/>
                <p:nvPr/>
              </p:nvCxnSpPr>
              <p:spPr>
                <a:xfrm flipV="1">
                  <a:off x="3085211" y="2697861"/>
                  <a:ext cx="0" cy="4038727"/>
                </a:xfrm>
                <a:prstGeom prst="line">
                  <a:avLst/>
                </a:prstGeom>
                <a:ln w="38100" cap="flat" cmpd="sng" algn="ctr">
                  <a:solidFill>
                    <a:srgbClr val="000000"/>
                  </a:solidFill>
                  <a:prstDash val="solid"/>
                  <a:round/>
                  <a:headEnd type="none" w="med" len="sm"/>
                  <a:tailEnd type="triangle" w="med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" name="Straight Connector 47"/>
                <p:cNvCxnSpPr/>
                <p:nvPr/>
              </p:nvCxnSpPr>
              <p:spPr>
                <a:xfrm>
                  <a:off x="3086862" y="6741160"/>
                  <a:ext cx="4059809" cy="0"/>
                </a:xfrm>
                <a:prstGeom prst="line">
                  <a:avLst/>
                </a:prstGeom>
                <a:ln w="38100" cap="flat" cmpd="sng" algn="ctr">
                  <a:solidFill>
                    <a:srgbClr val="000000"/>
                  </a:solidFill>
                  <a:prstDash val="solid"/>
                  <a:round/>
                  <a:headEnd type="none" w="med" len="sm"/>
                  <a:tailEnd type="triangle" w="med" len="sm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0" name="TextBox 49"/>
              <p:cNvSpPr txBox="1"/>
              <p:nvPr/>
            </p:nvSpPr>
            <p:spPr>
              <a:xfrm>
                <a:off x="2654301" y="2819400"/>
                <a:ext cx="587188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25</a:t>
                </a:r>
              </a:p>
            </p:txBody>
          </p:sp>
          <p:sp>
            <p:nvSpPr>
              <p:cNvPr id="51" name="TextBox 50"/>
              <p:cNvSpPr txBox="1"/>
              <p:nvPr/>
            </p:nvSpPr>
            <p:spPr>
              <a:xfrm>
                <a:off x="2692401" y="5829300"/>
                <a:ext cx="586999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5</a:t>
                </a:r>
              </a:p>
            </p:txBody>
          </p:sp>
          <p:sp>
            <p:nvSpPr>
              <p:cNvPr id="52" name="TextBox 51"/>
              <p:cNvSpPr txBox="1"/>
              <p:nvPr/>
            </p:nvSpPr>
            <p:spPr>
              <a:xfrm>
                <a:off x="2717801" y="6673850"/>
                <a:ext cx="584200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0</a:t>
                </a:r>
              </a:p>
            </p:txBody>
          </p:sp>
          <p:sp>
            <p:nvSpPr>
              <p:cNvPr id="53" name="TextBox 52"/>
              <p:cNvSpPr txBox="1"/>
              <p:nvPr/>
            </p:nvSpPr>
            <p:spPr>
              <a:xfrm>
                <a:off x="2654301" y="4343400"/>
                <a:ext cx="587270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15</a:t>
                </a:r>
              </a:p>
            </p:txBody>
          </p:sp>
          <p:sp>
            <p:nvSpPr>
              <p:cNvPr id="54" name="TextBox 53"/>
              <p:cNvSpPr txBox="1"/>
              <p:nvPr/>
            </p:nvSpPr>
            <p:spPr>
              <a:xfrm>
                <a:off x="2654301" y="5080000"/>
                <a:ext cx="587270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10</a:t>
                </a:r>
              </a:p>
            </p:txBody>
          </p:sp>
          <p:sp>
            <p:nvSpPr>
              <p:cNvPr id="55" name="TextBox 54"/>
              <p:cNvSpPr txBox="1"/>
              <p:nvPr/>
            </p:nvSpPr>
            <p:spPr>
              <a:xfrm>
                <a:off x="2654301" y="3581400"/>
                <a:ext cx="587270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20</a:t>
                </a:r>
              </a:p>
            </p:txBody>
          </p:sp>
          <p:sp>
            <p:nvSpPr>
              <p:cNvPr id="56" name="TextBox 55"/>
              <p:cNvSpPr txBox="1"/>
              <p:nvPr/>
            </p:nvSpPr>
            <p:spPr>
              <a:xfrm>
                <a:off x="6616701" y="6743700"/>
                <a:ext cx="587376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200</a:t>
                </a:r>
              </a:p>
            </p:txBody>
          </p:sp>
          <p:sp>
            <p:nvSpPr>
              <p:cNvPr id="57" name="TextBox 56"/>
              <p:cNvSpPr txBox="1"/>
              <p:nvPr/>
            </p:nvSpPr>
            <p:spPr>
              <a:xfrm>
                <a:off x="3949700" y="6743700"/>
                <a:ext cx="587188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60</a:t>
                </a:r>
              </a:p>
            </p:txBody>
          </p:sp>
          <p:sp>
            <p:nvSpPr>
              <p:cNvPr id="58" name="TextBox 57"/>
              <p:cNvSpPr txBox="1"/>
              <p:nvPr/>
            </p:nvSpPr>
            <p:spPr>
              <a:xfrm>
                <a:off x="3568701" y="6743700"/>
                <a:ext cx="578821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40</a:t>
                </a:r>
              </a:p>
            </p:txBody>
          </p:sp>
          <p:sp>
            <p:nvSpPr>
              <p:cNvPr id="59" name="TextBox 58"/>
              <p:cNvSpPr txBox="1"/>
              <p:nvPr/>
            </p:nvSpPr>
            <p:spPr>
              <a:xfrm>
                <a:off x="3187701" y="6743700"/>
                <a:ext cx="587188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20</a:t>
                </a:r>
              </a:p>
            </p:txBody>
          </p:sp>
          <p:sp>
            <p:nvSpPr>
              <p:cNvPr id="60" name="TextBox 59"/>
              <p:cNvSpPr txBox="1"/>
              <p:nvPr/>
            </p:nvSpPr>
            <p:spPr>
              <a:xfrm>
                <a:off x="5067300" y="6743700"/>
                <a:ext cx="586999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120</a:t>
                </a:r>
              </a:p>
            </p:txBody>
          </p:sp>
          <p:sp>
            <p:nvSpPr>
              <p:cNvPr id="61" name="TextBox 60"/>
              <p:cNvSpPr txBox="1"/>
              <p:nvPr/>
            </p:nvSpPr>
            <p:spPr>
              <a:xfrm>
                <a:off x="4686300" y="6743700"/>
                <a:ext cx="586999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100</a:t>
                </a:r>
              </a:p>
            </p:txBody>
          </p:sp>
          <p:sp>
            <p:nvSpPr>
              <p:cNvPr id="62" name="TextBox 61"/>
              <p:cNvSpPr txBox="1"/>
              <p:nvPr/>
            </p:nvSpPr>
            <p:spPr>
              <a:xfrm>
                <a:off x="4330700" y="6731000"/>
                <a:ext cx="586999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80</a:t>
                </a:r>
              </a:p>
            </p:txBody>
          </p:sp>
          <p:sp>
            <p:nvSpPr>
              <p:cNvPr id="63" name="TextBox 62"/>
              <p:cNvSpPr txBox="1"/>
              <p:nvPr/>
            </p:nvSpPr>
            <p:spPr>
              <a:xfrm>
                <a:off x="6210300" y="6743700"/>
                <a:ext cx="586999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180</a:t>
                </a:r>
              </a:p>
            </p:txBody>
          </p:sp>
          <p:sp>
            <p:nvSpPr>
              <p:cNvPr id="64" name="TextBox 63"/>
              <p:cNvSpPr txBox="1"/>
              <p:nvPr/>
            </p:nvSpPr>
            <p:spPr>
              <a:xfrm>
                <a:off x="5829300" y="6743700"/>
                <a:ext cx="586999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160</a:t>
                </a:r>
              </a:p>
            </p:txBody>
          </p:sp>
          <p:sp>
            <p:nvSpPr>
              <p:cNvPr id="65" name="TextBox 64"/>
              <p:cNvSpPr txBox="1"/>
              <p:nvPr/>
            </p:nvSpPr>
            <p:spPr>
              <a:xfrm>
                <a:off x="5448300" y="6743700"/>
                <a:ext cx="586999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140</a:t>
                </a:r>
              </a:p>
            </p:txBody>
          </p:sp>
          <p:sp>
            <p:nvSpPr>
              <p:cNvPr id="66" name="TextBox 65"/>
              <p:cNvSpPr txBox="1"/>
              <p:nvPr/>
            </p:nvSpPr>
            <p:spPr>
              <a:xfrm>
                <a:off x="4394200" y="6997700"/>
                <a:ext cx="1474335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Distance (km)</a:t>
                </a:r>
              </a:p>
            </p:txBody>
          </p:sp>
          <p:sp>
            <p:nvSpPr>
              <p:cNvPr id="67" name="TextBox 66"/>
              <p:cNvSpPr txBox="1"/>
              <p:nvPr/>
            </p:nvSpPr>
            <p:spPr>
              <a:xfrm rot="16200000">
                <a:off x="1798930" y="4528771"/>
                <a:ext cx="1482141" cy="287258"/>
              </a:xfrm>
              <a:prstGeom prst="rect">
                <a:avLst/>
              </a:prstGeom>
              <a:noFill/>
            </p:spPr>
            <p:txBody>
              <a:bodyPr vert="horz" rtlCol="0">
                <a:spAutoFit/>
              </a:bodyPr>
              <a:lstStyle/>
              <a:p>
                <a:pPr algn="ctr"/>
                <a:r>
                  <a:rPr lang="en-GB" sz="1080">
                    <a:solidFill>
                      <a:srgbClr val="000000"/>
                    </a:solidFill>
                    <a:latin typeface="Trebuchet MS - 16"/>
                  </a:rPr>
                  <a:t>Petrol used (l)</a:t>
                </a:r>
              </a:p>
            </p:txBody>
          </p:sp>
        </p:grpSp>
        <p:grpSp>
          <p:nvGrpSpPr>
            <p:cNvPr id="71" name="Group 70"/>
            <p:cNvGrpSpPr/>
            <p:nvPr/>
          </p:nvGrpSpPr>
          <p:grpSpPr>
            <a:xfrm>
              <a:off x="5598668" y="4766564"/>
              <a:ext cx="264669" cy="162053"/>
              <a:chOff x="5598668" y="4766564"/>
              <a:chExt cx="264669" cy="162053"/>
            </a:xfrm>
          </p:grpSpPr>
          <p:sp>
            <p:nvSpPr>
              <p:cNvPr id="69" name="Freeform 68"/>
              <p:cNvSpPr/>
              <p:nvPr/>
            </p:nvSpPr>
            <p:spPr>
              <a:xfrm>
                <a:off x="5598668" y="47665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rgbClr val="131516"/>
              </a:solidFill>
              <a:ln w="0" cap="flat" cmpd="sng" algn="ctr">
                <a:solidFill>
                  <a:srgbClr val="13151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  <p:sp>
            <p:nvSpPr>
              <p:cNvPr id="70" name="Freeform 69"/>
              <p:cNvSpPr/>
              <p:nvPr/>
            </p:nvSpPr>
            <p:spPr>
              <a:xfrm>
                <a:off x="5598668" y="47665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 w="12700" cap="flat" cmpd="sng" algn="ctr">
                <a:solidFill>
                  <a:srgbClr val="1F1A1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</p:grpSp>
        <p:grpSp>
          <p:nvGrpSpPr>
            <p:cNvPr id="74" name="Group 73"/>
            <p:cNvGrpSpPr/>
            <p:nvPr/>
          </p:nvGrpSpPr>
          <p:grpSpPr>
            <a:xfrm>
              <a:off x="6665468" y="3521964"/>
              <a:ext cx="264669" cy="162053"/>
              <a:chOff x="6665468" y="3521964"/>
              <a:chExt cx="264669" cy="162053"/>
            </a:xfrm>
          </p:grpSpPr>
          <p:sp>
            <p:nvSpPr>
              <p:cNvPr id="72" name="Freeform 71"/>
              <p:cNvSpPr/>
              <p:nvPr/>
            </p:nvSpPr>
            <p:spPr>
              <a:xfrm>
                <a:off x="6665468" y="35219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rgbClr val="131516"/>
              </a:solidFill>
              <a:ln w="0" cap="flat" cmpd="sng" algn="ctr">
                <a:solidFill>
                  <a:srgbClr val="13151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  <p:sp>
            <p:nvSpPr>
              <p:cNvPr id="73" name="Freeform 72"/>
              <p:cNvSpPr/>
              <p:nvPr/>
            </p:nvSpPr>
            <p:spPr>
              <a:xfrm>
                <a:off x="6665468" y="35219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 w="12700" cap="flat" cmpd="sng" algn="ctr">
                <a:solidFill>
                  <a:srgbClr val="1F1A1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</p:grpSp>
        <p:grpSp>
          <p:nvGrpSpPr>
            <p:cNvPr id="77" name="Group 76"/>
            <p:cNvGrpSpPr/>
            <p:nvPr/>
          </p:nvGrpSpPr>
          <p:grpSpPr>
            <a:xfrm>
              <a:off x="4709668" y="5249164"/>
              <a:ext cx="264669" cy="162053"/>
              <a:chOff x="4709668" y="5249164"/>
              <a:chExt cx="264669" cy="162053"/>
            </a:xfrm>
          </p:grpSpPr>
          <p:sp>
            <p:nvSpPr>
              <p:cNvPr id="75" name="Freeform 74"/>
              <p:cNvSpPr/>
              <p:nvPr/>
            </p:nvSpPr>
            <p:spPr>
              <a:xfrm>
                <a:off x="4709668" y="52491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rgbClr val="131516"/>
              </a:solidFill>
              <a:ln w="0" cap="flat" cmpd="sng" algn="ctr">
                <a:solidFill>
                  <a:srgbClr val="13151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  <p:sp>
            <p:nvSpPr>
              <p:cNvPr id="76" name="Freeform 75"/>
              <p:cNvSpPr/>
              <p:nvPr/>
            </p:nvSpPr>
            <p:spPr>
              <a:xfrm>
                <a:off x="4709668" y="52491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 w="12700" cap="flat" cmpd="sng" algn="ctr">
                <a:solidFill>
                  <a:srgbClr val="1F1A1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</p:grpSp>
        <p:grpSp>
          <p:nvGrpSpPr>
            <p:cNvPr id="80" name="Group 79"/>
            <p:cNvGrpSpPr/>
            <p:nvPr/>
          </p:nvGrpSpPr>
          <p:grpSpPr>
            <a:xfrm>
              <a:off x="3769868" y="6023864"/>
              <a:ext cx="264669" cy="162053"/>
              <a:chOff x="3769868" y="6023864"/>
              <a:chExt cx="264669" cy="162053"/>
            </a:xfrm>
          </p:grpSpPr>
          <p:sp>
            <p:nvSpPr>
              <p:cNvPr id="78" name="Freeform 77"/>
              <p:cNvSpPr/>
              <p:nvPr/>
            </p:nvSpPr>
            <p:spPr>
              <a:xfrm>
                <a:off x="3769868" y="60238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rgbClr val="131516"/>
              </a:solidFill>
              <a:ln w="0" cap="flat" cmpd="sng" algn="ctr">
                <a:solidFill>
                  <a:srgbClr val="13151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  <p:sp>
            <p:nvSpPr>
              <p:cNvPr id="79" name="Freeform 78"/>
              <p:cNvSpPr/>
              <p:nvPr/>
            </p:nvSpPr>
            <p:spPr>
              <a:xfrm>
                <a:off x="3769868" y="60238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 w="12700" cap="flat" cmpd="sng" algn="ctr">
                <a:solidFill>
                  <a:srgbClr val="1F1A1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</p:grpSp>
        <p:grpSp>
          <p:nvGrpSpPr>
            <p:cNvPr id="83" name="Group 82"/>
            <p:cNvGrpSpPr/>
            <p:nvPr/>
          </p:nvGrpSpPr>
          <p:grpSpPr>
            <a:xfrm>
              <a:off x="4366768" y="5515864"/>
              <a:ext cx="264669" cy="162053"/>
              <a:chOff x="4366768" y="5515864"/>
              <a:chExt cx="264669" cy="162053"/>
            </a:xfrm>
          </p:grpSpPr>
          <p:sp>
            <p:nvSpPr>
              <p:cNvPr id="81" name="Freeform 80"/>
              <p:cNvSpPr/>
              <p:nvPr/>
            </p:nvSpPr>
            <p:spPr>
              <a:xfrm>
                <a:off x="4366768" y="55158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rgbClr val="131516"/>
              </a:solidFill>
              <a:ln w="0" cap="flat" cmpd="sng" algn="ctr">
                <a:solidFill>
                  <a:srgbClr val="13151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  <p:sp>
            <p:nvSpPr>
              <p:cNvPr id="82" name="Freeform 81"/>
              <p:cNvSpPr/>
              <p:nvPr/>
            </p:nvSpPr>
            <p:spPr>
              <a:xfrm>
                <a:off x="4366768" y="55158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 w="12700" cap="flat" cmpd="sng" algn="ctr">
                <a:solidFill>
                  <a:srgbClr val="1F1A1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</p:grpSp>
        <p:grpSp>
          <p:nvGrpSpPr>
            <p:cNvPr id="86" name="Group 85"/>
            <p:cNvGrpSpPr/>
            <p:nvPr/>
          </p:nvGrpSpPr>
          <p:grpSpPr>
            <a:xfrm>
              <a:off x="6373368" y="4271264"/>
              <a:ext cx="264669" cy="162053"/>
              <a:chOff x="6373368" y="4271264"/>
              <a:chExt cx="264669" cy="162053"/>
            </a:xfrm>
          </p:grpSpPr>
          <p:sp>
            <p:nvSpPr>
              <p:cNvPr id="84" name="Freeform 83"/>
              <p:cNvSpPr/>
              <p:nvPr/>
            </p:nvSpPr>
            <p:spPr>
              <a:xfrm>
                <a:off x="6373368" y="42712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rgbClr val="131516"/>
              </a:solidFill>
              <a:ln w="0" cap="flat" cmpd="sng" algn="ctr">
                <a:solidFill>
                  <a:srgbClr val="13151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  <p:sp>
            <p:nvSpPr>
              <p:cNvPr id="85" name="Freeform 84"/>
              <p:cNvSpPr/>
              <p:nvPr/>
            </p:nvSpPr>
            <p:spPr>
              <a:xfrm>
                <a:off x="6373368" y="42712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 w="12700" cap="flat" cmpd="sng" algn="ctr">
                <a:solidFill>
                  <a:srgbClr val="1F1A1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</p:grpSp>
        <p:grpSp>
          <p:nvGrpSpPr>
            <p:cNvPr id="89" name="Group 88"/>
            <p:cNvGrpSpPr/>
            <p:nvPr/>
          </p:nvGrpSpPr>
          <p:grpSpPr>
            <a:xfrm>
              <a:off x="3338068" y="6150864"/>
              <a:ext cx="264669" cy="162053"/>
              <a:chOff x="3338068" y="6150864"/>
              <a:chExt cx="264669" cy="162053"/>
            </a:xfrm>
          </p:grpSpPr>
          <p:sp>
            <p:nvSpPr>
              <p:cNvPr id="87" name="Freeform 86"/>
              <p:cNvSpPr/>
              <p:nvPr/>
            </p:nvSpPr>
            <p:spPr>
              <a:xfrm>
                <a:off x="3338068" y="61508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rgbClr val="131516"/>
              </a:solidFill>
              <a:ln w="0" cap="flat" cmpd="sng" algn="ctr">
                <a:solidFill>
                  <a:srgbClr val="13151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  <p:sp>
            <p:nvSpPr>
              <p:cNvPr id="88" name="Freeform 87"/>
              <p:cNvSpPr/>
              <p:nvPr/>
            </p:nvSpPr>
            <p:spPr>
              <a:xfrm>
                <a:off x="3338068" y="61508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 w="12700" cap="flat" cmpd="sng" algn="ctr">
                <a:solidFill>
                  <a:srgbClr val="1F1A1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</p:grpSp>
        <p:grpSp>
          <p:nvGrpSpPr>
            <p:cNvPr id="92" name="Group 91"/>
            <p:cNvGrpSpPr/>
            <p:nvPr/>
          </p:nvGrpSpPr>
          <p:grpSpPr>
            <a:xfrm>
              <a:off x="4925568" y="5223764"/>
              <a:ext cx="264669" cy="162053"/>
              <a:chOff x="4925568" y="5223764"/>
              <a:chExt cx="264669" cy="162053"/>
            </a:xfrm>
          </p:grpSpPr>
          <p:sp>
            <p:nvSpPr>
              <p:cNvPr id="90" name="Freeform 89"/>
              <p:cNvSpPr/>
              <p:nvPr/>
            </p:nvSpPr>
            <p:spPr>
              <a:xfrm>
                <a:off x="4925568" y="52237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rgbClr val="131516"/>
              </a:solidFill>
              <a:ln w="0" cap="flat" cmpd="sng" algn="ctr">
                <a:solidFill>
                  <a:srgbClr val="131516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  <p:sp>
            <p:nvSpPr>
              <p:cNvPr id="91" name="Freeform 90"/>
              <p:cNvSpPr/>
              <p:nvPr/>
            </p:nvSpPr>
            <p:spPr>
              <a:xfrm>
                <a:off x="4925568" y="5223764"/>
                <a:ext cx="264669" cy="162053"/>
              </a:xfrm>
              <a:custGeom>
                <a:avLst/>
                <a:gdLst/>
                <a:ahLst/>
                <a:cxnLst/>
                <a:rect l="0" t="0" r="0" b="0"/>
                <a:pathLst>
                  <a:path w="264669" h="162053">
                    <a:moveTo>
                      <a:pt x="132461" y="68072"/>
                    </a:moveTo>
                    <a:lnTo>
                      <a:pt x="244094" y="0"/>
                    </a:lnTo>
                    <a:lnTo>
                      <a:pt x="264668" y="12446"/>
                    </a:lnTo>
                    <a:lnTo>
                      <a:pt x="153416" y="81153"/>
                    </a:lnTo>
                    <a:lnTo>
                      <a:pt x="264668" y="149225"/>
                    </a:lnTo>
                    <a:lnTo>
                      <a:pt x="244094" y="162052"/>
                    </a:lnTo>
                    <a:lnTo>
                      <a:pt x="132461" y="93853"/>
                    </a:lnTo>
                    <a:lnTo>
                      <a:pt x="21082" y="162052"/>
                    </a:lnTo>
                    <a:lnTo>
                      <a:pt x="0" y="149225"/>
                    </a:lnTo>
                    <a:lnTo>
                      <a:pt x="111379" y="80899"/>
                    </a:lnTo>
                    <a:lnTo>
                      <a:pt x="0" y="12827"/>
                    </a:lnTo>
                    <a:lnTo>
                      <a:pt x="21082" y="0"/>
                    </a:lnTo>
                    <a:close/>
                  </a:path>
                </a:pathLst>
              </a:custGeom>
              <a:solidFill>
                <a:schemeClr val="accent1">
                  <a:alpha val="1000"/>
                </a:schemeClr>
              </a:solidFill>
              <a:ln w="12700" cap="flat" cmpd="sng" algn="ctr">
                <a:solidFill>
                  <a:srgbClr val="1F1A17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162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8984450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451</Words>
  <Application>Microsoft Office PowerPoint</Application>
  <PresentationFormat>Widescreen</PresentationFormat>
  <Paragraphs>279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5" baseType="lpstr">
      <vt:lpstr>Arial</vt:lpstr>
      <vt:lpstr>Calibri</vt:lpstr>
      <vt:lpstr>Calibri Light</vt:lpstr>
      <vt:lpstr>Trebuchet MS - 16</vt:lpstr>
      <vt:lpstr>Trebuchet MS - 22</vt:lpstr>
      <vt:lpstr>Trebuchet MS - 24</vt:lpstr>
      <vt:lpstr>Trebuchet MS - 36</vt:lpstr>
      <vt:lpstr>Trebuchet MS - 48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WILSON James [Baldivis Secondary College]</dc:creator>
  <cp:lastModifiedBy>WILSON James [Baldivis Secondary College]</cp:lastModifiedBy>
  <cp:revision>2</cp:revision>
  <dcterms:created xsi:type="dcterms:W3CDTF">2019-06-24T14:11:36Z</dcterms:created>
  <dcterms:modified xsi:type="dcterms:W3CDTF">2019-06-24T14:32:56Z</dcterms:modified>
</cp:coreProperties>
</file>