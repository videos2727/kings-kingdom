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11"/>
  </p:notesMasterIdLst>
  <p:sldIdLst>
    <p:sldId id="260" r:id="rId2"/>
    <p:sldId id="270" r:id="rId3"/>
    <p:sldId id="266" r:id="rId4"/>
    <p:sldId id="261" r:id="rId5"/>
    <p:sldId id="267" r:id="rId6"/>
    <p:sldId id="268" r:id="rId7"/>
    <p:sldId id="264" r:id="rId8"/>
    <p:sldId id="263" r:id="rId9"/>
    <p:sldId id="26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91" autoAdjust="0"/>
    <p:restoredTop sz="75131" autoAdjust="0"/>
  </p:normalViewPr>
  <p:slideViewPr>
    <p:cSldViewPr snapToGrid="0">
      <p:cViewPr varScale="1">
        <p:scale>
          <a:sx n="68" d="100"/>
          <a:sy n="68" d="100"/>
        </p:scale>
        <p:origin x="765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611EB7-0E04-4F6D-BEEE-012F5E754E28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457385-BDBB-4624-81DF-DDCB4D1B520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2539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6702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321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96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90312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479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25969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67297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8073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62DA5-64AD-4A91-9692-15905DD6AE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976758-59DE-4AB3-920C-F8558D957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41215-90F7-4EB4-92F7-DD52E976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3BF58-2EE0-4C30-ABAD-B4920CC39251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0F871-499C-4182-8F9A-849AB66AB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7AC04-A382-4D2F-88C3-89D46425B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4AC9-8A18-4C40-99C3-FD72BA814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1451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63E49-8E38-475C-9279-AC5E77CE3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1A402-A9A3-470C-934F-20456B283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FF1DE-6B4F-44AF-A5A0-02C4FAC61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3BF58-2EE0-4C30-ABAD-B4920CC39251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4299E-BF8C-4666-B191-D934533F6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40288-CC62-400D-98FC-6B48B1F45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4AC9-8A18-4C40-99C3-FD72BA814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4193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A564E-749D-455F-A858-DA3338A80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18653-C865-498C-9F38-4BA8E66B2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DD0E2-1B5B-492F-AE57-A33E342ED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3BF58-2EE0-4C30-ABAD-B4920CC39251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CC4E-A764-4512-8A62-B300F7756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2D00A-B610-42B0-9DE1-D6E246E00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4AC9-8A18-4C40-99C3-FD72BA814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7782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512D2-4482-4396-AAB5-C9ED63F4F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AB2E6-9D56-48D7-B7EF-B5E2012D43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9C09EB-712D-4AFB-9931-9A916FDAA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14476-10BB-4C8B-A834-47A023321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3BF58-2EE0-4C30-ABAD-B4920CC39251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26E0AE-D34D-4052-A131-C5C6DDC36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26009-3401-4F41-BDC4-2EC2E00E8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4AC9-8A18-4C40-99C3-FD72BA814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4817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D2B90-C446-476A-81A8-5377F3338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13C8A-BB56-4B02-ABCD-761192825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FC4BFE-F53D-4C15-8959-81F3187AB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A15C59-DF71-4B46-A290-C36552D038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DC9147-6F40-4316-B620-235D09587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AFAC7B-7281-4F39-B572-C3159E52B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3BF58-2EE0-4C30-ABAD-B4920CC39251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5DEB07-47D4-4A95-9A66-8BA1C80D3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8DBE59-DD53-4B70-A161-11F54FE2C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4AC9-8A18-4C40-99C3-FD72BA814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704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31194-B40C-4012-80D7-74A83DF4D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1C1806-5261-49DC-9677-8AF58960B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3BF58-2EE0-4C30-ABAD-B4920CC39251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B4E527-0523-4E2C-8D84-CAA4F5F49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2FB813-4E17-4368-B645-9C6935145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4AC9-8A18-4C40-99C3-FD72BA814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4540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03FD18-78BF-423A-8524-32F269543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3BF58-2EE0-4C30-ABAD-B4920CC39251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A09E47-C9DC-44B4-9257-EBE2BE53A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445E4C-5D9D-48D8-A568-23745305E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4AC9-8A18-4C40-99C3-FD72BA814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9948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B15F-B0E8-42B2-A908-EB7448749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6516C-B3EF-44B6-8F0B-5D0219308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16E53C-4981-4CBC-BEF0-46471010D4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1E4C2F-55F2-402E-B590-4480F945A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3BF58-2EE0-4C30-ABAD-B4920CC39251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511CC8-3318-4DEA-864B-258568CCA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E1194A-343B-4740-B130-1E5CB1204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4AC9-8A18-4C40-99C3-FD72BA814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1639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A03B9-8595-401B-975C-DB99BF39A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F8A7F9-41CA-4A64-9393-7DAC87F97E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0CF709-5C37-405D-8BDF-6A43A83081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7DF539-F445-4743-B7CC-5053DA0A4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3BF58-2EE0-4C30-ABAD-B4920CC39251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7C64E-6F08-45E5-8F03-CD283E47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CF0B3-55C8-49E1-A27C-BE6183D3A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4AC9-8A18-4C40-99C3-FD72BA814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2681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0F2EA-984D-406F-8D62-B1DD1DDEB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FD01EE-2F07-4E45-BCAC-FF44AA5AB7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66019-CA86-4D95-8644-44BC13CFC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3BF58-2EE0-4C30-ABAD-B4920CC39251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B9F14-0E2E-4FA6-935F-5FD9186E6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1CE49-0B0C-44A2-9D1E-DC84303E5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4AC9-8A18-4C40-99C3-FD72BA814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2564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075000-49CF-4405-BB1E-C7E73D4593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CE8C6A-9E7E-4EA6-AC6A-89EBCC6B90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9E0DF-4584-43DB-ABA9-10377204E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3BF58-2EE0-4C30-ABAD-B4920CC39251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7B4DF-5657-4495-A141-D9D56F9B2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B5688-9AAF-4DFB-885D-F8A599435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4AC9-8A18-4C40-99C3-FD72BA814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51836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92534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972887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401477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378689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99819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D47DB9-EF64-4DBA-9BE0-C68D103E2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8DE85-B46D-4C41-A517-DDD4B2DBD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286C0-2925-405A-B09F-5D6EF2DAED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3BF58-2EE0-4C30-ABAD-B4920CC39251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ABAFC-3657-4AE7-9DEA-756B00C3C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CA5CD-5857-4335-994E-D9B547A940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D4AC9-8A18-4C40-99C3-FD72BA814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2976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12 Essentials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New Topic: Probability</a:t>
            </a:r>
            <a:br>
              <a:rPr lang="en-AU" b="1" dirty="0">
                <a:latin typeface="Fragment Core" panose="02000504040000020003" pitchFamily="50" charset="0"/>
              </a:rPr>
            </a:br>
            <a:br>
              <a:rPr lang="en-AU" b="1" dirty="0">
                <a:latin typeface="Fragment Core" panose="02000504040000020003" pitchFamily="50" charset="0"/>
              </a:rPr>
            </a:br>
            <a:r>
              <a:rPr lang="en-AU" b="1" dirty="0">
                <a:latin typeface="Fragment Core" panose="02000504040000020003" pitchFamily="50" charset="0"/>
              </a:rPr>
              <a:t>Probability Expressions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F4741-6DE7-4E4B-9009-E66DF4393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898" y="411332"/>
            <a:ext cx="6749522" cy="1546400"/>
          </a:xfrm>
        </p:spPr>
        <p:txBody>
          <a:bodyPr/>
          <a:lstStyle/>
          <a:p>
            <a:r>
              <a:rPr lang="en-AU" dirty="0"/>
              <a:t>5 Questions</a:t>
            </a:r>
          </a:p>
        </p:txBody>
      </p:sp>
    </p:spTree>
    <p:extLst>
      <p:ext uri="{BB962C8B-B14F-4D97-AF65-F5344CB8AC3E}">
        <p14:creationId xmlns:p14="http://schemas.microsoft.com/office/powerpoint/2010/main" val="413954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52504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Probability Expressions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Probability Expressions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language do we use to describe probability?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DA0B90F-B1C5-4FEC-AE52-96EC37C45753}"/>
              </a:ext>
            </a:extLst>
          </p:cNvPr>
          <p:cNvSpPr txBox="1"/>
          <p:nvPr/>
        </p:nvSpPr>
        <p:spPr>
          <a:xfrm>
            <a:off x="1956839" y="1416710"/>
            <a:ext cx="9544926" cy="267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Probability:</a:t>
            </a:r>
          </a:p>
          <a:p>
            <a:pPr marL="342900" indent="-342900" defTabSz="914126">
              <a:buFont typeface="Arial" panose="020B0604020202020204" pitchFamily="34" charset="0"/>
              <a:buChar char="•"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is the chance of an event occurring</a:t>
            </a:r>
          </a:p>
          <a:p>
            <a:pPr marL="342900" indent="-342900" defTabSz="914126">
              <a:buFont typeface="Arial" panose="020B0604020202020204" pitchFamily="34" charset="0"/>
              <a:buChar char="•"/>
            </a:pPr>
            <a:r>
              <a:rPr lang="en-AU" sz="2399" dirty="0">
                <a:solidFill>
                  <a:prstClr val="black"/>
                </a:solidFill>
              </a:rPr>
              <a:t>may be written as percentages, decimals and fractions </a:t>
            </a:r>
          </a:p>
          <a:p>
            <a:pPr defTabSz="914126"/>
            <a:endParaRPr lang="en-US" sz="2399" dirty="0">
              <a:solidFill>
                <a:prstClr val="black"/>
              </a:solidFill>
            </a:endParaRPr>
          </a:p>
          <a:p>
            <a:pPr defTabSz="914126"/>
            <a:r>
              <a:rPr lang="en-US" sz="2399" dirty="0">
                <a:solidFill>
                  <a:prstClr val="black"/>
                </a:solidFill>
              </a:rPr>
              <a:t>An event is something that might happen (e.g. rolling a 6 on a 6-sided die)</a:t>
            </a:r>
          </a:p>
          <a:p>
            <a:pPr defTabSz="914126"/>
            <a:endParaRPr lang="en-US" sz="2399" dirty="0">
              <a:solidFill>
                <a:prstClr val="black"/>
              </a:solidFill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A scale is used to describe the probability of an event happening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A7E3CEC-4621-4CE5-8E41-793CC048C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871" y="4078331"/>
            <a:ext cx="9788228" cy="273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077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099" y="0"/>
            <a:ext cx="8610600" cy="120936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Group Activity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68F0A2-A059-4052-938F-FAD8B553C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2891"/>
            <a:ext cx="10111494" cy="22592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49FDD3-6424-421A-B1D9-151D8334CF08}"/>
              </a:ext>
            </a:extLst>
          </p:cNvPr>
          <p:cNvSpPr txBox="1"/>
          <p:nvPr/>
        </p:nvSpPr>
        <p:spPr>
          <a:xfrm>
            <a:off x="365759" y="3283595"/>
            <a:ext cx="1167482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Certain or Very Likely to Happen        Could Happen           Won’t or very unlikely to happen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235A2B-D570-4CF1-9698-89FBE7649A7C}"/>
              </a:ext>
            </a:extLst>
          </p:cNvPr>
          <p:cNvCxnSpPr>
            <a:cxnSpLocks/>
          </p:cNvCxnSpPr>
          <p:nvPr/>
        </p:nvCxnSpPr>
        <p:spPr>
          <a:xfrm>
            <a:off x="4577115" y="3370125"/>
            <a:ext cx="0" cy="3066071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C4C7990-2E1E-4C8E-8033-6898D115DB37}"/>
              </a:ext>
            </a:extLst>
          </p:cNvPr>
          <p:cNvCxnSpPr>
            <a:cxnSpLocks/>
          </p:cNvCxnSpPr>
          <p:nvPr/>
        </p:nvCxnSpPr>
        <p:spPr>
          <a:xfrm>
            <a:off x="7244455" y="3283595"/>
            <a:ext cx="0" cy="3152601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550D8E-34DA-435A-999D-BCD2AE814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1" y="0"/>
            <a:ext cx="1068233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527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52504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Probability Expressions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390149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Probability Expressions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language do we use to describe probability?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DA0B90F-B1C5-4FEC-AE52-96EC37C45753}"/>
              </a:ext>
            </a:extLst>
          </p:cNvPr>
          <p:cNvSpPr txBox="1"/>
          <p:nvPr/>
        </p:nvSpPr>
        <p:spPr>
          <a:xfrm>
            <a:off x="1973464" y="1387627"/>
            <a:ext cx="9544926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Probability can be expressed in a mathematical way: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A41220-C2FF-4E5D-B8D1-980611D92E4A}"/>
              </a:ext>
            </a:extLst>
          </p:cNvPr>
          <p:cNvSpPr/>
          <p:nvPr/>
        </p:nvSpPr>
        <p:spPr>
          <a:xfrm>
            <a:off x="1973466" y="4248337"/>
            <a:ext cx="9544924" cy="830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based as a faction of the number of favourable outcomes to the number of possible outcomes.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E4F1553-5895-4386-8269-B4A741134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7016" y="2208357"/>
            <a:ext cx="8098160" cy="1130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483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9D7588-CA5E-4BF2-885E-49BE083982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7825"/>
          <a:stretch/>
        </p:blipFill>
        <p:spPr>
          <a:xfrm>
            <a:off x="0" y="1303684"/>
            <a:ext cx="7841180" cy="5236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528F097-A0D7-486A-B0EA-AB0B207BE9D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220"/>
          <a:stretch/>
        </p:blipFill>
        <p:spPr>
          <a:xfrm>
            <a:off x="0" y="1827342"/>
            <a:ext cx="11546237" cy="1773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291D153-CE6B-45BE-925A-8DED92F27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1468746" cy="35157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29611C5-744C-464A-967C-C9F1314FC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59534"/>
            <a:ext cx="12192000" cy="326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304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1426</TotalTime>
  <Words>143</Words>
  <Application>Microsoft Office PowerPoint</Application>
  <PresentationFormat>Widescreen</PresentationFormat>
  <Paragraphs>32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Fragment Core</vt:lpstr>
      <vt:lpstr>Office Theme</vt:lpstr>
      <vt:lpstr>New Topic: Probability  Probability Expressions</vt:lpstr>
      <vt:lpstr>5 Questions</vt:lpstr>
      <vt:lpstr>PowerPoint Presentation</vt:lpstr>
      <vt:lpstr>Group Activity</vt:lpstr>
      <vt:lpstr>Practice</vt:lpstr>
      <vt:lpstr>PowerPoint Presentation</vt:lpstr>
      <vt:lpstr>Practice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Topic: Probability  Probability Expressions</dc:title>
  <dc:creator>Nine LABUSCHAGNE</dc:creator>
  <cp:lastModifiedBy>Barry Stanton</cp:lastModifiedBy>
  <cp:revision>10</cp:revision>
  <dcterms:created xsi:type="dcterms:W3CDTF">2018-07-25T03:28:40Z</dcterms:created>
  <dcterms:modified xsi:type="dcterms:W3CDTF">2019-07-25T04:50:22Z</dcterms:modified>
</cp:coreProperties>
</file>