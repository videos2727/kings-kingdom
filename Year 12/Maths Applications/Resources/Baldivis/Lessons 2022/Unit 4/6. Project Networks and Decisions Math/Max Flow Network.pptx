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59" r:id="rId10"/>
    <p:sldId id="260" r:id="rId11"/>
    <p:sldId id="261" r:id="rId12"/>
    <p:sldId id="262" r:id="rId13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87" d="100"/>
          <a:sy n="87" d="100"/>
        </p:scale>
        <p:origin x="200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23D65D-FB65-47BF-BF43-ADB328DEC5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34947-71DB-4B7D-AD0B-B3DAA1B44C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23EF8-1ECA-42AB-8A50-8AB1491B5198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2DF03-758D-4BC0-B8BF-C9950EAE98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7E434-FCD8-409E-B24F-260F4A64E6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B7673-824B-43D3-B289-D88AA4C59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4551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2:08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18 13184,'-10'-16'8187,"9"14"-6531,3 4-982,-1-1 451,-1 16 982,5 225-1782,17 57-325,-19-270-407,5 65-2264,-9-48-1608,-5-4-3510,2-39 2877,3-3 1712</inkml:trace>
  <inkml:trace contextRef="#ctx0" brushRef="#br0" timeOffset="351.96">246 79 13696,'0'-1'60,"-1"1"233,1 0 0,-1 0 0,1-1 1,-1 1-1,0-1 0,1 1 1,-1 0-1,1-1 0,-1 1 0,1-1 1,-1 1-1,1-1 0,0 0 0,-1 1 1,1-1-1,0 1 0,-1-1 1,1 0-1,0 1 0,0-1 0,-1 1 1,1-1-1,0 0 0,0 0 0,0 1 1,0-1-294,0-2 637,0 3 913,4 2 481,-3-2-1316,-1 0-224,0 0 63,-6 14 385,1-2-852,-1 1 1,0-1-1,0 0 0,-1 0 1,-5 5-88,-44 55-648,33-45-277,7-7-64,-35 44-3213,19-20-3252,18-19 3497</inkml:trace>
  <inkml:trace contextRef="#ctx0" brushRef="#br0" timeOffset="744.39">41 787 12416,'4'-2'13205,"8"2"-7905,24 1-6742,-11 0 2005,178-12-523,-1-1-43,-191 13-127,0 0 0,0 0 0,-1 1 0,6 1 130,21 8-3234,-27-8-10,-2-1-1982,2 2 939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2:06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516 208 7040,'0'-2'761,"0"-1"1,1 1 0,-1 0 0,1-1-1,-1 1 1,1-1 0,0 1-1,0 0 1,0 0 0,0-1 0,0 1-1,1 0 1,0-2-762,1 1 716,-1-1 0,0 0-1,0 0 1,0 0 0,0 0 0,0-1-716,-1-2 417,1 1 0,-1 0 1,0-1-1,0 1 1,-1-1-1,0 1 0,0-1 1,-1 1-1,0-4-417,0 7 93,1 0 0,-1-1 0,0 1 0,0 0 1,0 0-1,-1 0 0,1 0 0,-1 0 0,0 0 0,0 1 0,0-1 0,0 0 0,0 1 0,0-1 0,-1 1 1,1 0-1,-1 0 0,1 0 0,-4-1-93,-3-1 40,0 0 0,0 1 0,0 0 1,-1 0-1,0 1 0,1 1 0,-1-1 1,0 2-1,0-1 0,1 1 0,-1 1 0,0 0 1,0 0-1,1 1 0,-10 3-40,-8 3-15,0 1 0,0 1 1,1 2-1,-19 11 15,31-16-18,0 2 0,1-1 0,0 2 0,0 0 0,1 0 0,1 1-1,0 1 1,0 0 0,1 0 0,1 1 0,0 0 0,1 1 0,-5 10 18,11-20-5,0 1 0,0-1-1,0 1 1,1-1 0,0 1 0,0 0 0,0-1-1,1 1 1,-1 0 0,1 0 0,0-1-1,1 1 1,-1 1 5,1-3 0,0 0 1,-1 0-1,1-1 0,1 1 0,-1 0 0,0 0 1,1-1-1,-1 1 0,1 0 0,0-1 0,0 0 1,0 1-1,0-1 0,0 0 0,0 0 0,1 0 1,-1 0-1,1 0 0,-1-1 0,3 2 0,31 12 0,0-1 0,0-1 0,33 5 0,-25-6 0,-1 1 0,26 13 0,-56-21 1,0 2 0,-1-1 0,0 2 0,0 0 0,-1 0 0,0 1 1,0 0-1,-1 1 0,0 0 0,3 6-1,-10-12 11,0 0 1,0 0-1,0 0 0,0 1 1,-1-1-1,0 1 0,0 0 1,0 0-1,-1-1 0,0 1 1,0 0-1,0 0 0,0 1 1,-1-1-1,0 0 1,0 0-1,0 0 0,0 0 1,-1 0-1,0 0 0,0 0 1,-1 0-1,1 0 0,-1 0 1,0-1-1,0 1 0,-1 0 1,1-1-1,-1 0 0,0 0 1,-3 4-12,-2 1 10,0 0 0,-1-1 0,-1 0 0,1-1 0,-1 1 0,0-2 0,-1 1 0,0-2 0,0 1-10,-9 3 15,0-1 0,0-1-1,-1-1 1,-15 3-15,19-6-174,1 0 0,-2-1 0,1-1 0,0 0 0,0-1 0,0-1 1,0-1-1,0 0 0,0-2 0,0 0 0,0 0 0,1-2 0,-9-3 174,21 7-302,0-1 0,0 1-1,0 0 1,0-1 0,1 0 0,-1 0 0,1 0 0,0-1 0,0 1-1,0-1 1,0 1 0,0-1 0,1 0 0,0 0 0,0 0-1,0 0 1,0-1 0,0 1 0,1-1 0,0-1 302,0 2-562,0 0 0,1 0 0,0 0 0,0-1 1,0 1-1,0 0 0,1 0 0,-1 0 0,1 0 0,0 0 1,1 0-1,-1 0 0,1 0 0,0-1 562,15-17-3189</inkml:trace>
  <inkml:trace contextRef="#ctx0" brushRef="#br0" timeOffset="431.95">751 104 10624,'-15'-7'3429,"15"7"-3266,-1 0-1,1-1 1,0 1 0,0 0 0,-1 0 0,1 0-1,0-1 1,0 1 0,0 0 0,-1 0 0,1-1-1,0 1 1,0 0 0,0-1 0,0 1 0,0 0-1,-1-1 1,1 1 0,0 0 0,0-1 0,0 1-1,0 0 1,0-1 0,0 1-163,1-2 737,-1 5 101,0-2 666,0-1-496,0 0-144,1 4 395,5 15-1032,0 1-1,-1-1 1,-1 1-1,-1 0 1,-1 0 0,-1 7-227,3 11 123,2 6-123,41 196 21,-13-81-3781,-31-143 1693,-1 0-1,1 6 2068,-2 2-5555,-1-8 2227</inkml:trace>
  <inkml:trace contextRef="#ctx0" brushRef="#br0" timeOffset="1056.18">656 536 14080,'-4'0'1306,"0"-1"1,0 1-1,0 0 1,0 0 0,0 0-1,-3 1-1306,71-3 4064,18-7-5241,-47 4-130,1 2 0,-1 1 0,7 3 1307,-30-1-1353,0 1 0,0 1 0,0 0 0,0 0 0,-1 1 0,3 1 1353,-9-2-432,-1 0 0,1 1 0,0 0 1,-1-1-1,1 1 0,1 3 432,-1-3 421,-2 1 1,1 0-1,0 0 0,-1 1 0,0-1 1,0 1-1,1 0-421,-3-3 316,3 7 1390,2-1 0,-1 0 1,1 1-1,3 2-1706,-7-10 123,-1 1-1,1 0 1,0-1 0,0 1-1,0-1 1,0 1 0,0-1-1,0 0 1,0 0 0,0 0-1,0 0 1,0 0 0,1-1-1,-1 1 1,0 0 0,1-1-1,-1 0 1,0 0 0,1 0-1,1 0-122,5-1 48,0-1-1,-1 0 0,1-1 0,-1 0 1,0 0-1,0-1 0,2 0-47,53-34 87,-50 30-83,-3 2 63,0-1 1,0-1 0,-1 1-1,0-1 1,-1-1 0,3-2-68,-9 8 66,1 0 0,-1 0 1,0 0-1,0 0 1,0 0-1,-1 0 0,1 0 1,-1-1-1,0 1 1,0 0-1,0-1 0,0 1 1,0-1-1,-1 0 0,0 1 1,0-1-1,0 1 1,0-1-1,0 1 0,-1-1 1,1 0-1,-1 0-66,0 1 51,-1 0-1,1 1 0,0-1 1,-1 1-1,1 0 1,-1-1-1,0 1 0,0 0 1,0 0-1,0 0 1,0 0-1,0 0 1,-1 1-1,1-1 0,0 1 1,-1-1-1,0 1 1,1 0-1,-1 0 0,0 0 1,1 0-1,-1 1 1,0-1-51,-2 0 41,0 0 0,0 1 0,0-1 1,0 1-1,0 0 0,0 0 1,1 1-1,-1-1 0,0 1 0,0 0 1,0 1-1,0-1 0,0 1-41,-4 3 36,1 0 1,0 0-1,0 1 0,0 0 0,1 0 1,0 1-1,0 0 0,0 0 0,1 1 1,0-1-1,1 1 0,0 1 0,0-1 1,1 1-37,-4 6 7,1 1 1,1 0-1,0 0 1,1 0-1,1 0 1,1 1-1,-1 12-7,3-21-51,0 0 0,1-1 0,0 1 0,1-1-1,-1 1 1,1-1 0,1 1 0,-1-1 0,1 1 0,1-1-1,0 0 1,0 0 0,0 0 0,0 0 0,1-1 0,0 1-1,1-1 1,0 0 0,-1 0 0,2-1 0,-1 1 0,1-1 0,0 0-1,0-1 1,0 0 0,0 0 0,1 0 51,5 2-541,0 0 0,0-1-1,0-1 1,1 0 0,-1-1 0,1 0 0,0-1 0,3 0 541,-7-1-1068,0-1 0,0 0 0,0 0-1,0-1 1,0-1 0,0 1 0,0-1 0,0-1 0,0 1 0,-1-1 0,0-1 0,3-1 1068,20-11-3072</inkml:trace>
  <inkml:trace contextRef="#ctx0" brushRef="#br0" timeOffset="1673.02">1525 570 12288,'0'-1'374,"-1"1"0,0-1 0,0 1 0,0-1-1,0 1 1,0-1 0,0 1 0,0 0 0,1 0 0,-1-1 0,0 1 0,0 0 0,0 0 0,0 0 0,0 0 0,0 0 0,0 0 0,0 0 0,0 0 0,0 0 0,0 1 0,0-1 0,0 0 0,0 1 0,0-1 0,0 1 0,0-1 0,0 1 0,1-1 0,-2 1-374,2 0 93,-1 0 0,0 0 1,0 0-1,0 0 0,1 1 1,-1-1-1,1 0 0,-1 0 0,1 1 1,-1-1-1,1 0 0,0 0 1,0 1-1,-1-1 0,1 0 0,0 1 1,0-1-1,0 0 0,1 1 1,-1-1-1,0 1-93,2 12 14,-1 1 1,0-1-1,-2 5-14,3 34 69,11 44 32,4 0 1,13 30-102,-10-24-69,-13-69-118,-7-30 164,1 0-35,0 1-1,0 0 1,0 0-1,-1 0 1,0 0-1,0 4 59,0-9-2,-1 0 0,1 0-1,0 0 1,-1 0 0,1 0 0,-1 0-1,1-1 1,0 1 0,-1 0 0,1 0-1,0 0 1,0-1 0,-1 1 0,1 0-1,0 0 1,-1-1 0,1 1 0,0 0-1,0-1 1,0 1 0,-1 0 0,1 0-1,0-1 1,0 1 0,0-1-1,0 1 1,-1 0 0,1-1 0,0 1-1,0-1 3,-8-19-12,-5-20-60,-16-50 32,13 12 40,3-1 0,0-46 0,12 115-6,-2-14 19,2 0 1,1 0-1,1-15-13,0 33 6,-1-1-1,1 1 1,1 0-1,-1-1 1,1 1-1,0 0 1,1 0 0,-1 0-1,1 0 1,0 0-1,1 1 1,-1-1-1,1 1 1,0 0-1,1 0 1,0 0-6,5-3-1,0 0 1,0 1-1,1 0 1,0 1-1,0 0 1,1 1-1,0 0 1,0 1-1,10-3 1,-15 5 14,0 1 0,1 0 0,-1 0 0,0 0 0,0 1 0,0 0-1,1 0 1,-1 1 0,0 0 0,0 0 0,0 1 0,0 0 0,0 0 0,0 0 0,-1 1-1,1 0 1,-1 1 0,1 0-14,-4-2 25,0 0 0,0 1 0,-1 0 0,1-1 0,-1 1 0,1 0 0,-1 1-1,0-1 1,0 0 0,0 0 0,-1 1 0,1-1 0,-1 1 0,0 0 0,0-1 0,0 1 0,-1 0 0,1 0-1,-1-1 1,0 1 0,0 1-25,0 5 33,-1 1 0,0-1-1,0 0 1,-1 0 0,-1 0-1,0-1 1,-2 5-33,-1 3-74,-2-1 0,0 1 0,-1-2 1,-1 1-1,0-2 0,-1 1 0,-1-1 0,0-1 0,-1 0 0,0-1 0,-1 0 0,0-1 0,-1 0 1,-6 2 73,18-11-202,-1 1 0,0-1 0,0 0 0,0 0 1,0-1-1,-1 1 0,1-1 0,0 0 1,-1 0-1,1-1 0,-1 1 0,-3-1 202,5 0-274,0 0 0,0-1 0,0 1 0,1 0 0,-1-1 0,0 0 0,1 0-1,-1 0 1,1 0 0,-1 0 0,1 0 0,-1-1 0,1 1 0,0-1 0,-1 0 0,1 0-1,0 1 1,0-1 0,0-1 274,-1-1-927,-1-1 1,1 0-1,0 0 0,0-1 0,0 1 0,1 0 1,-1-5 926,-8-20-3184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2:49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35 594 9088,'-3'-1'798,"1"0"1,0 1-1,-1-1 1,1 0 0,-1 1-1,1-1 1,-1 1-1,0 0-798,-6 0 4604,7 1-1367,4 0-3220,1 0 0,0 0 0,0 0 0,0 0 0,0 0 0,0-1 1,0 0-1,0 1 0,0-1 0,1 0 0,-1-1 0,0 1 0,0 0 0,0-1 1,0 0-1,0 0 0,2-1-17,7-2 31,-1 0 0,0-1 0,-1-1 1,2 0-32,10-8 39,0-1 0,-1-1 1,0 0-1,-1-2 0,-1 0 1,-1-2-1,-1 0 0,14-20-39,-27 34 16,-1 0 0,1-1-1,-1 1 1,0-1 0,0 0 0,-1 0-1,0 0 1,0 0 0,-1 0 0,0 0-1,0 0-15,-1 4 19,0 0 0,0 0 0,0 0 0,0 0 0,-1 0 0,1 0-1,-1 0 1,0 0 0,0 0 0,0 0 0,0 0 0,0 1 0,-1-1 0,1 1-1,-1-1 1,0 1 0,0-1 0,0 1 0,0 0 0,0 0 0,0 0 0,-1 0-1,1 0 1,-1 0 0,1 1 0,-1-1 0,-1 0-19,0 1 9,1-1-1,0 1 1,-1 0 0,1 0-1,-1 0 1,1 0 0,-1 1-1,0-1 1,1 1 0,-1 0-1,0 0 1,1 1 0,-1-1-1,1 1 1,-3 0-9,1 1 12,0-1 0,0 2-1,0-1 1,0 0 0,0 1 0,0 0-1,1 0 1,-1 1 0,-2 2-12,-6 7 46,0 1 1,1 1 0,0 0 0,1 1-1,-1 5-46,-8 9 152,2 2 1,-13 31-153,26-53 25,1 1 0,1-1 0,0 1 0,0 0 0,1 0 1,0 0-1,1 1 0,0-1 0,1 0 0,0 1 1,2 4-26,-2-11-26,1-1 0,1 1 0,-1-1 0,1 0 1,-1 0-1,1 1 0,0-1 0,1 0 1,-1-1-1,1 1 0,0 0 0,-1-1 0,2 1 1,-1-1-1,0 0 0,1 0 0,-1-1 0,1 1 1,0 0-1,0-1 0,0 0 0,0 0 1,0 0-1,0-1 0,3 1 26,7 2-359,1-1 0,-1 0 0,1-1 0,0 0 0,-1-2 0,1 1 0,2-2 359,13 0-1587,0-2 0,0-1 0,10-4 1587,-13 1-3286,1-1 0,0-1 3286,23-9-3226</inkml:trace>
  <inkml:trace contextRef="#ctx0" brushRef="#br0" timeOffset="532.79">945 335 11008,'-3'-2'1127,"-11"-10"2984,14 12-3938,-1 0 1,1-1 0,0 1-1,-1 0 1,1-1-1,0 1 1,-1 0 0,1 0-1,-1 0 1,1-1-1,0 1 1,-1 0 0,1 0-1,-1 0 1,1 0 0,-1 0-1,1 0 1,-1 0-1,1 0 1,-1 0 0,1 0-1,0 0 1,-1 0-1,1 0 1,-1 0-174,-1 0 263,0 0 0,0 0 0,0 0 0,0 0 1,0 0-1,0 0 0,0 0 0,0-1 0,0 1 0,0-1 0,0 0 0,-1 0-263,0 1 155,1-1-1,-1 1 1,0-1 0,0 1-1,1 0 1,-1 0-1,0 0 1,0 1 0,-1-1-155,-19 2 326,11-1-309,-1 0 1,1 0-1,0 2 1,0-1-1,0 2 1,0-1-1,-7 5-17,-33 11-89,15-5 64,-17 8 25,43-16 0,0 0 1,0 0-1,0 1 0,1 1 1,0 0-1,-6 6 0,15-13 0,-1 1 0,1-1 0,0 0 0,0 1 0,0-1 0,0 1 0,0-1 0,0 1 0,1-1 0,-1 1 0,0 0 0,1-1 0,-1 1 0,1 0 0,0 0 0,-1 0 0,1-1 0,1 0 0,-1 0 0,0 0 0,0 0 0,0 0 0,1 0 0,-1 0 0,0 0 0,1 0 0,-1 0 0,1-1 0,-1 1 0,1 0 0,0 0 0,-1 0 0,1 0 0,0-1 0,0 1 0,-1 0 0,1-1 0,0 1 0,0-1 0,0 1 0,0-1 0,0 1 0,0-1 0,0 1 0,27 9-119,0 0 1,1-2-1,7 1 119,12 3-150,-34-9 122,22 7-270,27 11 298,-52-17-24,-1 1 0,0 0 0,0 0 0,-1 1 0,1 0 0,-1 1 0,-1 0 0,3 2 24,-10-8 0,0 0 0,0 1 0,0-1 0,0 0 0,0 0 0,0 0 0,0 1 0,0-1 0,0 1 0,-1-1 0,1 0 0,0 1 0,-1-1 0,1 1 0,-1-1 0,0 1 0,1 0 0,-1-1 0,0 1 0,0-1 0,0 1 0,0-1 0,-1 1 0,1 0 0,0-1 0,-1 1 0,1-1 0,-1 1 0,0 1 0,-1-1 0,1 1 0,-1-1 0,0 1 0,0-1 0,0 1 0,0-1 0,-1 0 0,1 0 0,-1 0 0,1-1 0,-1 1 0,-1 0 0,-5 2-358,0 1 1,-1-2-1,1 0 0,-1 0 0,0 0 1,0-2-1,0 1 0,0-1 0,0 0 1,0-1-1,0 0 0,-1-1 0,1 0 1,0-1-1,0 0 0,1 0 0,-1-1 0,0-1 1,1 1-1,-1-1 0,1-1 0,0 0 1,1 0-1,-4-4 358,9 7-464,-1 0 1,2-1-1,-1 0 0,0 0 1,0 0-1,1 0 0,0 0 1,0 0-1,0-1 0,0 1 1,0-1-1,1 1 0,-1-1 1,1 0-1,0 1 0,-1-4 464,0-25-2938</inkml:trace>
  <inkml:trace contextRef="#ctx0" brushRef="#br0" timeOffset="897.15">1177 7 11904,'-11'-7'3898,"10"7"-3594,0 0 0,0 0 0,0 0 0,0 0 0,0 0 0,1 1-1,-1-1 1,0 0 0,0 0 0,0 1 0,0-1 0,1 0 0,-1 1 0,0-1 0,1 1-1,-1-1 1,0 1 0,0-1 0,1 1 0,-1 0-304,0-1 663,0 1-538,0 0 1,1 1-1,-1-1 0,0 0 0,0 0 0,1 1 0,-1-1 1,0 1-1,1-1 0,-1 0 0,1 1 0,0-1 0,-1 1 1,1-1-1,0 1 0,0-1 0,0 1 0,0-1 0,0 1 1,1-1-1,-1 1 0,0-1 0,1 1-125,-1 14 113,2 49 54,3 0 1,3 4-168,25 128-414,-5-28-3544,-22-110-1826,-5-34 774,-1-4 1730</inkml:trace>
  <inkml:trace contextRef="#ctx0" brushRef="#br0" timeOffset="1267.93">992 379 11264,'-45'-23'7146,"44"22"-7041,-3-1 1537,6 2 641,9 2 594,29-9-2239,29-1-638,-4 1 23,-16 0-21,49-6 288,-82 12-36,1 0-1,-1 2 1,1 0 0,14 2-254,-27-2 38,0 0 0,-1 1 0,1-1 0,-1 0 1,1 1-1,-1 0 0,0 0 0,1 0 0,-1 0 1,0 0-1,-1 1 0,1-1 0,0 1 1,-1 0-1,1 0 0,-1 0 0,0 0 0,0 0 1,0 0-1,0 1 0,-1-1 0,1 1 0,-1-1 1,1 2-39,2 12 35,0 0 0,0 1 1,-2-1-1,1 15-35,0-3-19,11 76-1249,-2-37-7533,-11-63 3356,3-2 1723</inkml:trace>
  <inkml:trace contextRef="#ctx0" brushRef="#br0" timeOffset="1615.62">1473 140 12032,'-41'-12'4479,"41"12"-3487,-23-11 864,15 7 384,2 4-1312,-2-5-224,8 5-480,-5-3-864,5 3 352,0-5-2368,10 10 1472,-1-5-5279,9 3 3615</inkml:trace>
  <inkml:trace contextRef="#ctx0" brushRef="#br0" timeOffset="2054.4">1619 303 11776,'-8'38'5300,"4"-8"-3742,3-19-1079,2 0 0,-1 0 0,1-1 0,1 1 1,0-1-1,1 2-479,1 9 234,5 16 422,13 36-656,-8-30 960,-13-39-621,0-1 431,2-10-326,-3 6-429,7-19 128,50-126 65,-45 120-272,1 0 0,1 1 1,1 0-1,10-10 64,-23 31-20,1 1-1,0-1 1,1 1-1,-1-1 0,1 1 1,-1 1-1,1-1 1,0 0-1,0 1 1,0 0-1,4-2 21,-5 3-9,-1 0 0,1 1 0,-1-1 0,1 1 0,-1 0 0,1-1 0,0 1 0,-1 1 0,1-1 0,0 0 0,-1 0 0,1 1 0,-1 0 0,1-1 0,-1 1-1,1 0 1,-1 0 0,0 0 0,1 1 0,-1-1 0,1 1 9,1 2 15,0-1 0,0 0 0,0 1 0,-1 0-1,0 0 1,0 0 0,0 0 0,0 0 0,-1 1 0,2 2-15,4 12 28,0 0 0,-1 1-28,1 5 25,6 11 8,42 116 339,-54-144-339,0-1 0,1 0 0,0 0 0,1 0-1,1 2-32,-4-7 9,0-1-1,-1 0 0,1 0 0,0 0 0,0 0 1,0 0-1,0 0 0,0 0 0,1 0 0,-1 0 1,0 0-1,0 0 0,1-1 0,-1 1 0,0 0 1,1-1-1,-1 1 0,0-1 0,1 0 1,-1 0-1,1 1 0,-1-1 0,1 0 0,-1 0 1,1 0-1,-1 0 0,1 0 0,-1-1 0,0 1 1,1 0-9,0-1 9,0 0 1,-1 0 0,1 0 0,0 0-1,0-1 1,-1 1 0,1 0 0,-1-1 0,1 1-1,-1-1 1,0 1 0,0-1 0,1 0-1,0-1-9,15-31 38,-11 21-36,-1 1 2,19-37-144,2 1 0,2 1 0,24-30 140,-41 63-31,-7 7 15,1 0 0,0 1 0,6-5 16,-10 9 7,1 1-1,-1 0 1,0 0 0,1 0-1,-1 0 1,1 0 0,0 0-1,-1 1 1,1-1 0,0 0-1,-1 1 1,1-1 0,0 1-1,-1 0 1,1-1 0,0 1-1,0 0 1,0 0 0,0 0-7,0 1 9,-1-1 0,1 1 1,0-1-1,-1 1 0,1-1 1,-1 1-1,1 0 1,-1 0-1,1 0 0,-1 0 1,0 0-1,1 0 0,-1 0 1,0 1-1,0-1 1,0 0-1,0 1 0,0-1 1,0 1-10,3 6 7,0-1 1,-1 0 0,2 6-8,-2-4-25,-1-4 48,31 76-829,-24-61-1299,1 0 1,7 10 2104,-13-24-982,0-1 0,0-1 1,0 1-1,1 0 0,-1-1 0,1 0 1,0 0-1,0 0 0,3 0 982,0 2-1751,19 14-1971</inkml:trace>
  <inkml:trace contextRef="#ctx0" brushRef="#br0" timeOffset="2857.12">2958 396 11136,'0'-24'3674,"0"24"-3620,0 0 0,0-1 0,1 1 0,-1 0 0,0 0 0,0-1 1,0 1-1,0 0 0,0 0 0,0-1 0,0 1 0,-1 0 0,1 0 0,0-1 0,0 1 0,0 0 0,0 0 0,0-1 0,0 1 0,0 0 0,0 0 0,-1 0 0,1-1 0,0 1 0,0 0 0,0 0 0,0 0 0,-1 0 0,1-1 1,0 1-55,-5-4 658,1 1 771,0 0-1,-1 0 0,1 0 0,-1 0 1,0 0-1429,-8 0 93,5 3-14,0 1 1,0-1-1,0 1 1,0 0-1,0 1 1,0 0-1,1 1 1,-1-1-1,0 1 1,1 1-1,-4 1-79,-8 6 100,0 2-1,0 0 1,-12 11-100,6 0 199,-16 20-199,34-36 22,0 0 1,1 0 0,1 0-1,-1 1 1,1 0 0,1 0-1,-1 3-22,4-10-9,0 0 0,1 0 0,0 0 0,-1 0 0,1 0 0,0 0 0,0 0 0,0 0 0,0 0 0,1-1 0,-1 1 0,0 0 0,1 0 0,-1 0 0,1 0 0,0 0 0,0 0 0,0-1 0,0 1 0,0 0 0,0-1 0,0 1 0,0-1 1,1 1-1,-1-1 0,0 1 0,1-1 9,1 1-19,-1 0 1,1 0-1,0 0 1,-1 0-1,1-1 1,0 0-1,0 1 1,0-1-1,1 0 1,-1 0-1,0 0 1,0-1-1,0 1 1,3-1 18,2 0 12,-1 0 1,0-1-1,0 0 1,1 0-1,-1-1 0,0 0 1,2-1-13,-5 2 18,0-1 1,-1 0-1,1 0 1,-1 0 0,1 0-1,-1 0 1,0-1-1,0 0 1,0 1-1,0-1 1,0 0-1,-1-1 1,1 1 0,0-2-19,8-17 19,-1 0 1,-1-1 0,-2 0 0,3-12-20,-3 12-154,-5 18 56,-1 9 38,2 6 63,2 5-17,1-1-1,1 0 1,0-1-1,1 1 1,1-1 0,7 9 14,-9-15-167,0 1 0,0-2 1,0 1-1,1-1 0,0 0 1,0 0-1,0-1 0,1-1 1,0 1-1,0-1 0,1 0 167,1 0-194,1-1 0,-1 0-1,1 0 1,0-1-1,0-1 1,0 0 0,0 0-1,0-2 1,0 1 0,11-3 194,-17 2 12,1 0-1,-1-1 1,0 0 0,0 0 0,1-1 0,-1 1 0,-1-1-1,1-1 1,0 1 0,-1-1 0,0 0 0,0 0 0,0 0 0,0-1-1,0 0 1,-1 0 0,0 0 0,0 0 0,-1-1 0,3-5-12,6-14 318,-2 0 0,-2 0 0,0-1 0,-1 0 0,-2-1 0,0 0 0,-2 1 0,-1-15-318,0-101 1208,-3 82-1078,14 138 446,4 32-361,11 29-215,7 38-5191,-33-167 3299,-1 0-1,0 0 0,-1 5 1893,-2 5-5313,1-3 2081</inkml:trace>
  <inkml:trace contextRef="#ctx0" brushRef="#br0" timeOffset="3475.26">3135 384 11264,'-42'-5'7349,"41"5"-7030,0 0-1,1 0 1,-1 0 0,0 0 0,1 0-1,-1 0 1,0 1 0,1-1 0,-1 0-1,0 0 1,1 1 0,-1-1 0,0 0 0,1 1-1,-1-1 1,1 1 0,-1-1 0,1 1-319,-8 2 2949,65-5-3012,17-5 63,29-1-982,-15 0 185,-53 4 556,0 2 1,16 1 240,-38 2 28,0 0 0,-1 0-1,1 2 1,-1-1 0,0 2 0,0 0-1,0 0 1,10 6-28,-10-4 57,0-1-1,1 0 1,-1-1-1,1 0 1,0-1-1,0 0-56,-4-2 42,-1 0 1,1 0-1,-1-1 1,0-1-1,1 1 0,-1-1 1,0-1-1,1 1 0,-1-1 1,2-1-43,4-2 197,0-1 1,0-1-1,0 0 0,0 0 1,-1-1-1,3-3-197,-12 7 127,1 0 0,-1 0 1,0-1-1,0 0 0,0 1 0,-1-1 1,0 0-1,0-1 0,0 1-127,0 0 97,-2 3-64,0 0 0,0 0 0,0 0 0,0 0 0,0 0 0,0 0 0,0-1 0,-1 1-1,1 0 1,-1 0 0,0-1 0,0 1 0,0 0 0,0-1 0,0 1 0,0 0 0,-1-1 0,1 1-1,-1 0 1,1 0 0,-1-1 0,0 1 0,0 0 0,0 0 0,0 0 0,-1-2-33,0 2-8,-1-1 1,1 1 0,-1 0-1,1-1 1,-1 1 0,0 0-1,1 0 1,-1 1 0,0-1-1,0 1 1,-1-1 0,1 1-1,0 0 1,0 0 0,-1 1-1,1-1 1,-2 0 7,-6 1 43,1-1 0,-1 1 0,0 1 0,0 0 0,1 1 0,-1 0 0,1 1 0,-1 0 0,1 0 0,0 1 0,0 0 0,1 1 0,-1 0 0,1 1 0,0 0 0,0 0 0,1 1 0,0 0 0,0 1-43,-2 1 58,1 1 0,0 0-1,1 0 1,0 1 0,0 0 0,1 1 0,1-1 0,0 1-1,0 1 1,2-1 0,-1 1 0,2 0 0,-1 0 0,0 13-58,3-21 5,1 0 1,0 1-1,0-1 1,1 0 0,-1 0-1,1 0 1,0 0-1,0 0 1,1 0-1,0 0 1,-1 0-1,2-1 1,0 4-6,1-2-12,0 0 0,1-1 0,-1 1 0,1-1 1,0 1-1,1-2 0,-1 1 0,1 0 0,0-1 12,11 7-143,1-2-1,0 0 0,0-1 1,1 0-1,0-2 1,11 3 143,20 3-1400,1-1 0,1-3 0,28 1 1400,-25-6-11640,46-5 11640,-54 2-4154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2:21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371 406 5632,'-1'-5'1031,"0"0"1,0 0-1,0 0 1,0 0-1,1 0 1,0 0-1,0-1 1,1 1-1,-1 0 1,2-4-1032,0-20 3759,-2 15-1542,0 10-1076,0 8-67,-5 99 430,5 136-210,0-98-110,0-50-3870,0-19-3140,0-4-4326,0-72 7064</inkml:trace>
  <inkml:trace contextRef="#ctx0" brushRef="#br0" timeOffset="362.71">80 463 9216,'-19'-17'3061,"18"17"-2926,0-1 0,0 0 0,0 1 0,1-1 0,-1 0 0,0 1 0,1-1 0,-1 0 0,0 0 0,1 0-1,-1 1 1,1-1 0,-1 0 0,1 0 0,0 0 0,-1 0 0,1-1-135,-1-2 591,0 0 465,0 0 0,1 0 0,-1-1 0,1 1 1,0 0-1,0 0 0,1-2-1056,2-14 1823,-3 19-1734,1-1 1,0 1-1,0-1 0,0 1 1,0 0-1,0 0 0,1-1 1,-1 1-1,0 0 0,0 0 0,1 0 1,-1 0-1,2 0-89,6-5 402,-5 3-337,1 0 1,-1 0-1,1 1 1,0 0-1,0 0 1,0 0-1,0 0 1,0 1-1,0 0 1,2 0-66,12-2 4,0 2 1,5 0-5,14 0 29,28-1 72,62 6-101,-80-1-10,-46-3-61,104 8 19,-52 1-1645,-2 6-4222,-52-15 5824,15 8-3170,-15-7 2909,1 0-1,-1-1 0,1 1 1,-1 0-1,1-1 1,-1 1-1,1 0 1,-1 0-1,0 0 1,0-1-1,1 1 0,-1 0 1,0 0-1,0 0 357,1 15-3434</inkml:trace>
  <inkml:trace contextRef="#ctx0" brushRef="#br0" timeOffset="716.89">25 1042 10368,'-15'-3'3762,"6"1"673,20 2-217,152 3-1640,64-1-3316,-142-6-3155,10-4 3893,22-11-9248,-76 13 5958</inkml:trace>
  <inkml:trace contextRef="#ctx0" brushRef="#br0" timeOffset="1419.67">1295 835 9984,'-4'-29'6464,"1"17"-2521,3 9-3726,-1 0 0,0 0 0,0 0 1,0 0-1,0 0 0,0 0 0,0 0 0,-1 1 0,1-1 0,-1 0 0,0 1 1,-1-1-218,0-1 115,-1 0 1,0 0-1,0 1 1,-1-1 0,1 1-1,-1 0 1,0 1-1,0-1 1,0 1 0,0 0-1,0 0 1,0 0 0,-3 0-116,1 1 51,-1 0 0,1 1 1,-1-1-1,1 1 1,-1 1-1,1 0 1,0 0-1,-1 0 1,-1 1-52,-10 4-18,0 1 0,1 1 0,0 0 0,1 1 0,0 1 0,0 1 0,-3 2 18,4-1-23,1 1 0,-1 0 1,-10 14 22,18-19-36,0 1 0,1 0 0,1 1 0,0 0 0,0 0 0,1 0 0,-3 7 36,7-14-6,0 0 1,0 1 0,0-1 0,1 0 0,-1 1 0,1-1 0,0 1 0,0-1 0,0 1 0,0-1-1,1 0 1,0 2 5,-1-3-5,0-1-1,1 1 0,-1-1 1,1 0-1,-1 1 1,1-1-1,0 0 0,0 1 1,0-1-1,0 0 0,-1 0 1,2 1-1,-1-1 0,0 0 1,0 0-1,0 0 1,0-1-1,1 1 0,-1 0 1,0 0-1,1-1 0,-1 1 1,0-1-1,1 1 1,-1-1-1,1 1 0,0-1 6,8 1-68,-1-1 0,1 0 0,-1 0 0,1-1 0,-1 0 0,1-1 1,-1 0-1,0-1 0,0 0 0,0 0 0,3-2 68,12-6-148,1-2 1,-2 0 0,8-7 147,-13 8-53,0-1-1,-1 0 1,12-14 53,-22 20-19,0-1 0,0 0 0,-1 0 0,0-1 0,-1 0 0,0 0 0,0 0 0,-1 0 0,1-4 19,1-7-17,-1 1-1,-1-1 0,-1 0 1,-1 0-1,0-18 18,-3-13 142,-5-38-142,0 38 217,-3 0-217,-1-5 460,9 47-282,-1 0 0,0 0-1,0 1 1,-1-1 0,0 1 0,-3-6-178,6 15 10,0-1 1,0 0 0,0 0 0,0 0 0,0 0 0,0 0-1,0 0 1,0 0 0,0 0 0,0 0 0,0 0 0,-1 0 0,1 0-1,0 1 1,0-1 0,0 0 0,0 0 0,0 0 0,0 0-1,0 0 1,0 0 0,-1 0 0,1 0 0,0 0 0,0 0 0,0 0-1,0 0 1,0 0 0,0 0 0,0 0 0,0 0 0,-1 0-1,1 0 1,0 0 0,0 0 0,0-1 0,0 1 0,0 0-1,0 0 1,0 0-11,1 16 228,1 6-16,-2-1-1,0 3-211,0 21 142,5 21-29,3 0-1,3 0 0,7 17-112,61 189-3505,-72-248 2019,-4-13-58,0-1-1,1 1 1,0-1 0,0 0 0,1 0 0,2 3 1544,2-6-4134,0-3 1436</inkml:trace>
  <inkml:trace contextRef="#ctx0" brushRef="#br0" timeOffset="2601.29">1468 892 12928,'0'0'173,"0"0"1,0 0 0,0 0 0,0 0 0,0 0 0,0 1-1,0-1 1,0 0 0,-1 0 0,1 0 0,0 0 0,0 0-1,0 0 1,0 0 0,0 0 0,0 1 0,0-1 0,0 0-1,0 0 1,0 0 0,0 0 0,0 0 0,0 0 0,0 0-1,1 0 1,-1 1 0,0-1 0,0 0 0,0 0-1,0 0 1,0 0 0,0 0 0,0 0 0,0 0 0,0 0-1,0 0 1,0 1 0,0-1 0,0 0 0,0 0 0,1 0-1,-1 0 1,0 0 0,0 0 0,0 0 0,0 0 0,0 0-1,0 0 1,0 0 0,0 0 0,1 0 0,-1 0 0,0 0-1,0 0 1,0 0 0,0 0 0,0 0 0,0 0 0,0 0-174,14 4 2067,16 0-2593,-20-5 543,-1 0 0,1 0 0,-1 0 0,0-1 0,0-1 0,0 0 0,0 0 1,8-4-18,1-3 50,0 0 0,-1-1 1,11-8-51,-18 11 11,-1 0 0,0 0 1,0-1-1,-1 0 1,0-1-1,-1 0 0,0 0 1,-1-1-1,0 1 1,0-2-12,-2 4 10,-1 1 1,0-1-1,0 0 1,-1-1-1,0 1 1,0 0-1,-1-1 1,0 1-1,-1-1 1,0 1-1,0-1 1,0 1-1,-1 0 1,-2-6-11,3 11 3,-1 0 0,0 1-1,0-1 1,0 0 0,0 1 0,0-1 0,-1 0-1,1 1 1,-1 0 0,0-1 0,0 1 0,1 0 0,-1 0-1,-1 0 1,1 0 0,0 0 0,0 0 0,-1 1-1,0-1-2,1 1 3,-1 0 0,1 0-1,-1 1 1,1-1 0,-1 1-1,1 0 1,-1-1 0,1 1-1,-1 0 1,1 1 0,-1-1-1,1 0 1,-1 1 0,1-1-1,-1 1 1,1 0 0,0 0-1,-1 0 1,1 0 0,0 0-1,0 0 1,-1 1-3,-4 3 50,0 0 0,1 1 1,-1 0-1,1 0 0,0 0 0,1 1-50,-34 44 375,39-51-368,-11 16 71,1-1 0,1 2 1,0-1-1,1 1 1,1 1-1,-3 10-78,8-19 13,0-1 0,0 0-1,0 0 1,1 1 0,0-1-1,1 1 1,0-1 0,0 1 0,1-1-1,0 1 1,1-1 0,0 0-1,0 1 1,0-1 0,3 3-13,-3-7 11,0 0-1,0 0 1,1 0 0,-1 0 0,1-1 0,0 1 0,0-1-1,0 0 1,1 0 0,-1 0 0,1 0 0,0-1-1,-1 0 1,4 2-11,-1-1 6,1-1 0,-1 1-1,1-1 1,0-1 0,0 1-1,0-1 1,0 0 0,0-1 0,0 0-6,9 0-36,0-1 1,0-1 0,-1 0-1,1-2 1,-1 1 0,1-2-1,-1 0 1,1-1 35,-6 1-33,0 1 0,0-1 0,0-1 1,-1 0-1,0 0 0,0-1 0,0 0 0,-1-1 1,0 0-1,1-1 33,-4 2-6,0 0 1,-1 0-1,1 0 1,-1-1-1,-1 1 1,1-1-1,-1 0 1,-1 0-1,1 0 0,-1-1 1,-1 1-1,1 0 1,-1-6 5,-1 6 18,1 0 0,-2 0 0,1 0 0,-1 0 1,-1-3-19,2 11 1,0 0 1,0 0 0,0 0 0,0 0 0,0 0 0,0 0-1,0 0 1,0 0 0,0 0 0,0 1 0,0-1-1,0 0 1,0 0 0,0 0 0,0 0 0,0 0 0,0 0-1,0 0 1,0 0 0,-1 0 0,1 0 0,0 0 0,0 0-1,0 0 1,0 0 0,0 0 0,0 0 0,0 0 0,0 0-1,0 0 1,0 0 0,0 0 0,0 0 0,0 0 0,0-1-1,0 1 1,0 0 0,-1 0 0,1 0 0,0 0 0,0 0-1,0 0 1,0 0 0,0 0 0,0 0 0,0 0 0,0 0-1,0 0 1,0 0 0,0 0 0,0 0 0,0 0 0,0 0-1,0 0 1,0 0 0,0-1 0,0 1 0,0 0 0,0 0-1,0 0 1,0 0 0,0 0 0,0 0 0,0 0-1,0 0 1,0 0 0,0 0 0,0 0 0,0 0-2,-3 7 110,-1 10 102,5-5-180,1 0 1,0 0-1,0-1 1,1 1-1,0 0 1,1-1 0,1 0-1,-1 0 1,2 0-1,0-1 1,0 0 0,0 0-1,2 0 1,-1-1-1,1 0 1,0 0 0,1-1-1,1 1-32,-8-8 9,-1 0 0,1 1 0,-1-1 1,1 0-1,-1 0 0,1 0 0,0-1 0,0 1 0,-1 0 0,1 0 0,0-1 0,0 0 0,0 1 0,0-1 0,0 0 1,0 0-1,0 0 0,0 0 0,-1 0 0,1 0 0,0 0 0,0-1 0,0 1 0,0-1 0,0 1 0,-1-1 0,1 0-9,4-2 10,-1 1-1,0-2 0,0 1 0,0 0 1,0-1-1,-1 0 0,0 0 0,1 0 0,-2-1 1,1 1-1,0-1 0,-1 0 0,0 0 0,1-2-9,8-17-13,0 0 0,4-16 13,-7 20-33,23-61-48,0 2-254,30-53 335,-45 106-13,-5 17 16,-11 9-2,-1 0-1,1 0 0,-1 0 1,0 0-1,1 0 0,-1 0 1,1 0-1,-1 0 0,0 0 0,1 0 1,-1 0-1,1 0 0,-1 0 1,0 0-1,1 0 0,-1 1 1,1-1-1,-1 0 0,0 0 0,1 0 1,-1 1-1,0-1 0,1 0 1,-1 1-1,0-1 0,0 0 1,1 0-1,-1 1 0,0-1 1,0 1-1,1-1 0,3 10 12,0 0 1,0 0-1,0 0 1,-1 1-1,-1-1 0,0 1 1,-1 0-1,1 0-12,0 4 13,-2-15-13,9 57-4,13 44 4,-17-83-207,0-1-1,1 0 1,1-1-1,1 1 1,1-1-1,0-1 1,11 15 207,-15-24-275,0 0 1,0-1-1,0 1 1,1-1-1,2 1 275,-6-4-96,0-1 0,0 1-1,1-1 1,-1 0 0,1 1 0,-1-1 0,1-1 0,0 1-1,-1 0 1,1 0 0,0-1 0,0 0 0,-1 1-1,1-1 1,0 0 0,0 0 96,3-1-98,0 0 1,-1 0 0,1 0-1,-1-1 1,1 0-1,-1 0 1,1 0-1,-1 0 1,0-1-1,0 0 1,0 0-1,-1 0 1,1-1-1,-1 0 1,0 0-1,0 0 1,0 0-1,0-1 98,2-3-21,-1 0 0,-1-1 0,0 1 0,0-1 0,-1 0 0,2-7 21,3-13 41,1-15-41,-2-6 495,-2-1 0,-2 0 0,-2 1 0,-3-1 0,-5-32-495,2 44 1709,-6-18-1709,4 27 493,7 9-283,1 19-160,-1 15-32,0 1 25,0 41 95,3 0 1,3 15-139,46 259-32,-21-188-3862,-29-131 3133,6 27-3430,-8-35 3352,1 1 0,-1-1 1,0 0-1,-1 0 0,1 0 0,0 0 1,-1 1-1,1-1 0,-1 0 839,0 4-3114</inkml:trace>
  <inkml:trace contextRef="#ctx0" brushRef="#br0" timeOffset="2957.27">2546 673 12544,'-23'3'5548,"15"-2"1645,9-1-5849,-1 0-651,9-1-181,43-9-690,40-15 178,-57 16-350,20-7-959,124-32-7883,-101 33 1384,-41 9 4731</inkml:trace>
  <inkml:trace contextRef="#ctx0" brushRef="#br0" timeOffset="3296.67">3167 572 12672,'-5'7'2787,"1"-1"0,-1 1 0,1-1 1,0 2-2788,-2 7 2397,5-12-2141,-5 15 352,0-1 0,2 1 0,0 2-608,1 3 17,1-1 1,1 1-1,0 0 1,3 15-18,0-23-903,1 1 0,0-1 0,1 2 903,0-5-2929,0 1 1,1-1 0,6 11 2928,-11-23-198,0 1 0,1-1-1,-1 1 1,0-1 0,0 1 0,1-1-1,-1 1 1,0-1 0,1 1 0,-1-1-1,0 0 1,1 1 0,-1-1 0,0 1-1,1-1 1,-1 0 0,1 0-1,-1 1 1,1-1 0,-1 0 0,1 0-1,-1 1 1,1-1 0,-1 0 0,1 0-1,-1 0 1,1 0 0,-1 0 0,1 0-1,-1 0 1,1 0 0,-1 0 0,1 0-1,0 0 1,-1 0 0,1 0 0,-1 0-1,1-1 1,-1 1 0,1 0 198,8-1-3120</inkml:trace>
  <inkml:trace contextRef="#ctx0" brushRef="#br0" timeOffset="3297.67">3152 544 12800,'-7'-26'1628,"-11"-35"2845,15 51-3983,-19-62 6054,18 62-5705,0 0-1,0 0 1,-5-8-839,5 11-81,0 0 0,1 0 0,0-1 0,0 1 0,0-1 0,1 1 0,0-1 0,1 0 0,-1-3 81,2 10-232,1-1 1,-1 1-1,0 0 0,0 0 1,1-1-1,-1 1 0,0 0 1,1 0-1,-1 0 0,1 0 1,0 0-1,-1 0 0,1 0 1,0 0-1,-1 0 1,1 0-1,0 0 0,0 0 1,0 0-1,0 1 0,0-1 1,0 0-1,0 1 0,0-1 1,0 0-1,1 1 0,-1 0 1,0-1-1,0 1 0,0 0 1,0-1-1,1 1 1,-1 0-1,1 0 232,6-1-2180,0 1 1,0 0-1,0 0 1,8 2 2179,-15-2-190,34 5-3196</inkml:trace>
  <inkml:trace contextRef="#ctx0" brushRef="#br0" timeOffset="3675.62">3840 317 13184,'1'-3'693,"-1"0"0,1 1 0,-1-1 0,0 0 0,0 1 0,0-1 0,0 0 0,0 1 0,0-1 0,-1 0 0,1 1 0,-1-1 0,0 1 0,0-1 0,0 0-693,-3-6 1264,-1 1-1,1-1 0,-4-3-1263,1 1 214,2 3-113,1 1 0,-1 0 0,-1 1 0,1-1 1,-2 0-102,-15-17 123,5 3-147,-2 1-1,0 0 0,-13-9 25,23 22-42,-1 0 0,1 1 0,-1-1-1,-1 2 1,1 0 0,-1 0 0,0 0 0,0 2 0,-11-4 42,17 6-19,0 0 0,0 1 0,0-1 0,0 1 0,-1 0 0,1 1 0,0-1 0,0 1 0,0 0 1,0 0-1,0 0 0,0 1 0,0 0 0,0 0 0,0 0 0,1 0 0,-4 3 19,1 0-7,1 0 1,0 1 0,0-1-1,1 2 1,0-1 0,0 0-1,0 1 1,1 0-1,0 0 1,-3 5 6,-4 15-13,2-1-1,0 2 1,2-1-1,0 1 1,-1 23 13,2 5 15,2 1 0,2 0 1,3 0-1,3-1 0,3 9-15,16 85-311,17 42 311,-38-183-73,28 147-2139,-26-124-640,-1 0 0,-2 8 2852,-2-24-2082,-2-4-3302,2-4 2088</inkml:trace>
  <inkml:trace contextRef="#ctx0" brushRef="#br0" timeOffset="4376.64">3216 714 14336,'-9'-2'2536,"-3"1"2205,10 0-2250,4 1-286,5-1-2067,0 0 0,0 0 0,0-1 1,-1 0-1,5-2-138,8-2 61,6-1-55,135-34-1361,-119 32 32,1 3 0,39-2 1323,-75 7-101,1 1 0,-1 0-1,0 0 1,1 1 0,-1 0 0,0 0-1,0 1 1,6 1 101,-9-2-10,-1 1 0,1-1 0,-1 0 0,0 1 0,0-1 0,0 1 0,0 0 0,0 0 0,0 0 0,0 0 0,-1 0 0,1 0 0,-1 0 1,1 0-1,-1 1 0,0-1 0,0 1 0,0-1 0,0 1 0,0-1 0,-1 1 0,1 1 10,15 98 538,-14-94-480,0 0 0,1 0 0,0 0 1,0-1-1,0 1 0,1-1 0,4 5-58,-6-8 25,1-1 1,0 0-1,0 0 1,0 0-1,0 0 1,1 0-1,-1 0 1,1-1-1,0 0 1,-1 1 0,1-2-1,0 1 1,0 0-1,0-1 1,2 1-26,3 0 26,1-1 1,-1 0-1,0 0 1,1-1-1,-1 0 1,0 0-1,1-1 1,-1-1 0,0 0-1,0 0 1,5-2-27,-3 0 107,0 0-1,-1 0 1,1-1 0,-1-1 0,0 1 0,-1-2-1,0 1 1,0-2 0,2-1-107,-7 5 102,0-1 1,0 0-1,-1 0 1,1 0-1,-1 0 0,-1 0 1,1-1-1,-1 1 0,0-1 1,0 0-1,0 0 1,-1 1-1,0-1 0,0 0 1,0-2-103,0-2 164,-1 0 0,0-1 0,-1 1 0,0 0 0,-1-1 0,1 1 0,-2 0 0,-1-4-164,2 8-43,3 7-52,1 13-50,-1 11 192,2 0 0,1 0 0,1 0-1,3 6-46,-1-5-5,44 172 53,-16-70 357,11 86-405,-44-197 146,0 1 1,0 1 0,-2-1-1,0 7-146,-1-20 53,1 1 0,-1 0-1,0-1 1,0 1-1,-1 0 1,0-1 0,0 0-1,0 1 1,-1-1 0,1 0-1,-1 0 1,-1 0 0,1-1-1,-1 1 1,-2 2-53,0-2 39,0 0 0,0 0 0,-1-1 0,0 0 0,1-1 0,-1 0 0,-6 3-39,-6 0 63,0 0 1,-9 1-64,9-4-129,0 0 0,0-1 1,-1-1-1,1-1 0,-1-1 0,1-1 1,0 0-1,0-2 0,-8-2 129,-8-3-1006,1-2-1,0-2 1,0-1 0,-13-9 1006,30 14-1367,1 0 0,0-1 0,1-1 0,0 0 0,1-1 0,-3-3 1367,-23-27-4016</inkml:trace>
  <inkml:trace contextRef="#ctx0" brushRef="#br0" timeOffset="5422.26">4902 34 10496,'1'-27'5840,"0"20"-1888,0 22 431,-4 166-3309,0-28-1673,14 117 599,-3-142-3351,-8-44-5292,-1-64 4862,0-11-214,0-2 1211</inkml:trace>
  <inkml:trace contextRef="#ctx0" brushRef="#br0" timeOffset="6359.08">4673 535 12416,'-23'0'4042,"23"0"-3920,-1 0 1,1 0-1,0 0 0,-1 0 0,1 0 0,-1 0 1,1 0-1,-1 0 0,1 0 0,-1 0 0,1 0 1,0 0-1,-1 0 0,1 0 0,-1 0 0,1 0 1,-1 1-1,1-1 0,0 0 0,-1 0 0,1 1 1,0-1-1,-1 0 0,1 0 0,0 1 0,-1-1 1,1 0-1,0 1 0,-1-1 0,1 0 0,0 1 1,0-1-1,-1 1 0,1-1 0,0 0 0,0 1 1,0-1-1,0 1 0,0-1 0,0 1 0,0-1 1,-1 0-1,1 1 0,0-1 0,1 1 0,-1 0-122,1 2 1147,-1-3-1142,0 0 1,0 0 0,0 0 0,0 1-1,0-1 1,0 0 0,0 0 0,0 0-1,0 0 1,0 0 0,0 0-1,0 0 1,0 0 0,0 1 0,0-1-1,0 0 1,0 0 0,0 0-1,1 0 1,-1 0 0,0 0 0,0 0-1,0 0 1,0 0 0,0 0-1,0 0 1,0 0 0,0 1 0,0-1-1,0 0 1,1 0 0,-1 0-1,0 0 1,0 0 0,0 0 0,0 0-1,0 0 1,0 0 0,0 0 0,0 0-1,1 0 1,-1 0 0,0 0-1,0 0 1,0 0 0,0 0 0,0 0-1,0 0 1,0 0 0,0 0-1,0 0 1,1-1 0,-1 1 0,0 0-1,0 0 1,0 0-6,8-1 70,0 0 0,-1-1 1,1 0-1,0 0 0,-1 0 0,3-2-70,29-13-353,5-4 353,13-6-441,96-36-1454,68-31-4066,-214 91 5641,0-1 1,0 1-1,-1-2 0,4-2 320,-8 5-5,0 0-1,0 0 1,0 0 0,0 0-1,0 0 1,0-1-1,-1 1 1,1 0-1,-1-1 1,0 1-1,0-1 1,0 0 0,1-2 5,-1-2 500,-1 1 0,1-1 1,-1 1-1,-1-1 1,1 0-1,-1 1 0,0-1 1,-2-4-501,3 8 277,-1 0 1,0 0-1,0 0 0,0 0 1,0 0-1,0 0 1,-1 0-1,1 1 1,-1-1-1,0 0 0,0 1 1,0-1-1,0 1 1,0 0-1,0 0 1,-1 0-1,1 0 1,-1 0-1,0 0-277,3 2 19,0 0 1,-1 0-1,1 0 1,0 0-1,-1 0 1,1 1-1,0-1 1,-1 0-1,1 0 1,0 0-1,-1 0 1,1 1-1,0-1 1,0 0-1,-1 0 0,1 1 1,0-1-1,0 0 1,-1 0-1,1 1 1,0-1-1,0 0 1,0 1-1,0-1 1,-1 0-1,1 1 1,0-1-1,0 0 1,0 1-1,0-1 1,0 0-1,0 1 0,0-1 1,0 1-1,0-1 1,0 0-1,0 1 1,0-1-1,0 0 1,1 1-20,-2 1 80,0 15 93,1 1 1,0-1-1,1 1 1,1-1-174,1 26 100,31 431 706,-34-469-732,0-1 1,1 1 0,0-1-1,0 1 1,0 0 0,0-1-1,1 0 1,0 1 0,1 2-75,-2-6 4,-1-1 1,0 0-1,0 0 1,1 1-1,-1-1 1,0 0 0,1 0-1,-1 0 1,0 0-1,1 1 1,-1-1-1,0 0 1,1 0 0,-1 0-1,0 0 1,1 0-1,-1 0 1,0 0-1,1 0 1,-1 0 0,0 0-1,1 0 1,-1 0-1,0 0 1,1 0-1,-1 0 1,0 0 0,1 0-1,-1 0 1,0-1-1,1 1 1,-1 0-1,0 0 1,1 0 0,-1-1-1,0 1 1,0 0-1,1 0 1,-1-1-1,0 1 1,0 0 0,1 0-1,-1-1 1,0 1-1,0-1-4,9-13-48,-8 13 51,2-6-22,-1 1 1,1-1 0,-1 0 0,1-6 18,2-5-29,24-86-105,-9 31-238,12-27 372,-31 99-4,8-17-49,-9 18 52,0-1 1,0 1-1,0 0 1,0 0-1,1-1 0,-1 1 1,0 0-1,0 0 1,0-1-1,1 1 1,-1 0-1,0 0 1,0 0-1,1-1 0,-1 1 1,0 0-1,1 0 1,-1 0-1,0 0 1,1 0-1,-1-1 1,0 1-1,1 0 0,-1 0 1,0 0-1,0 0 1,1 0-1,-1 0 1,0 0-1,1 0 0,-1 0 1,0 0-1,1 0 1,-1 1-1,0-1 1,1 0-1,-1 0 1,0 0-1,1 0 0,-1 0 1,0 1-1,0-1 1,1 0-1,-1 0 1,0 0-1,0 1 0,1-1 1,-1 0-1,0 1 1,0-1-1,0 0 1,5 8-22,-1-1 0,0 1 0,0 0 0,-1 0-1,2 7 23,3 6-1,0 0 8,1-1 0,1-1 0,1 0 0,1 0-1,0-1 1,2 0-7,-7-9 12,1-1 1,0 1-1,0-1 0,1-1 0,0 0 0,1 0 0,-1-1 0,1 0 0,0-1 1,1 0-1,-1 0 0,5 0-12,-9-3 2,1 0 1,-1-1-1,1 0 0,-1 0 1,1-1-1,-1 0 1,1 0-1,-1 0 0,1-1 1,-1 0-1,1 0 1,-1 0-1,1-1 0,-1 0 1,0-1-1,0 1 1,0-1-1,0 0 0,-1-1 1,1 1-1,-1-1 0,0 0 1,0-1-1,0 1 1,0-1-1,-1 0 0,0 0 1,0 0-1,1-2-2,4-10 33,0 0-1,0-1 0,-2 0 1,0 0-1,-2-1 1,0 1-1,0-1 0,-2 0 1,0-1-1,-2 1 1,0 0-1,-1-1 1,-2-17-33,1 30 39,0 0 1,0 1-1,-1-1 1,0 0-1,0 1 1,-1-3-40,2 8 12,1-1 0,-1 1 1,0-1-1,0 1 0,0 0 1,0-1-1,0 1 0,0 0 0,0 0 1,0-1-1,0 1 0,-1 0 1,1 0-1,0 1 0,-1-1 0,1 0 1,0 0-1,-1 1 0,1-1 1,-1 0-1,0 1 0,1 0 0,-1-1 1,1 1-1,-1 0 0,0 0 1,1 0-1,-2 0-12,0 0 23,0 1 0,0 0 0,0 0 0,0 0 0,0 0 0,0 0 0,0 0 0,0 1 0,1 0 0,-1-1 0,0 1 0,1 0 0,0 0 0,-1 1 0,1-1 0,0 0 0,0 1 0,0-1 0,0 2-23,-4 5 72,0 0-1,1 0 1,1 1-1,0 0 0,0 0-71,-3 10 86,1-1 0,0 1-1,2 1 1,0-1-1,1 1 1,1-1 0,1 8-86,1-19 14,1 0 0,0 0 1,0-1-1,1 1 1,0 0-1,1-1 0,0 1 1,1 3-15,-1-7-21,0 0 0,0 1 0,0-2 0,1 1 0,0 0 0,-1 0 0,2-1 1,-1 0-1,0 0 0,1 0 0,0-1 0,0 1 0,0-1 21,4 2-167,0-1 1,0 0-1,0-1 0,0 0 0,1 0 0,-1-1 1,1 0-1,7 0 167,14 0-1306,-1-1 0,6-2 1306,-24 0-459,24 0-5461,37-8 5920,-49 5-3666,0-1 1,0-2-1,8-3 3666,-3 0-3573</inkml:trace>
  <inkml:trace contextRef="#ctx0" brushRef="#br0" timeOffset="7264.52">7149 394 9600,'0'-10'2565,"1"4"215,-1 0 0,0 0 0,0 0 0,-1-5-2780,0 10 149,0-1 0,0 1 0,0-1 0,0 0 0,0 1 0,0 0 0,0-1 0,-1 1 0,1 0 0,-1-1 0,1 1 0,0 0 0,-1 0 0,0 0 0,1 0-1,-1 1 1,0-1 0,1 0 0,-1 1 0,0-1 0,0 1 0,-1-1-149,-7-1 184,-1 0 0,0 1 0,-5 0-184,8 0 91,-3 1-60,-1 0 0,1 0 1,0 1-1,-1 1 1,1 0-1,0 0 1,0 1-1,0 0 0,0 1-31,-5 3 4,0 1-1,0 0 0,1 1 0,0 0 0,-6 7-3,-2-1-55,17-11 38,0-1 0,0 1-1,0 0 1,0 1-1,1-1 1,0 1-1,0 0 1,0 1-1,1-1 1,-4 6 17,8-9-1,-1-1 1,0 1 0,1-1-1,0 1 1,-1 0-1,1-1 1,0 1-1,0 0 1,0-1 0,0 1-1,0 0 1,0-1-1,0 1 1,1 0-1,-1-1 1,1 1 0,-1-1-1,1 1 1,-1-1-1,1 1 1,0-1 0,0 1-1,0-1 1,0 0-1,0 1 1,0-1-1,0 0 1,0 0 0,2 1 0,2 3-14,1-1 0,0 1 0,0-2 0,0 1 0,1-1 0,1 1 14,60 26-41,-19-10-30,38 23 71,-83-40 12,0-1 1,0 1-1,1 0 1,-2 0-1,1 0 1,0 1-1,-1-1 1,1 1 0,0 2-13,-3-4-2,0-1 0,0 1 0,0 0 0,0 0 1,-1-1-1,1 1 0,-1 0 0,1 0 0,-1 0 0,0 0 1,1-1-1,-1 1 0,0 0 0,0 0 0,-1 0 1,1 0-1,0 0 0,-1-1 0,1 1 0,-1 0 1,1 0-1,-1 0 0,0-1 0,0 1 0,0 0 1,0-1-1,0 1 2,-3 3-23,0 0-1,0 0 1,-1 0-1,1-1 1,-1 1 0,0-1-1,0 0 1,-1-1 0,1 1-1,-1-1 1,-3 1 23,-10 4-410,0 0 0,-19 4 410,24-9-487,1 1 0,-1-2 0,-11 2 487,20-4-320,0 0 1,0 0-1,0 0 1,0 0-1,0-1 1,0 0-1,0 0 0,0 0 1,0-1-1,0 0 1,-1 0 319,4 0-359,-1 1 0,0-1 0,1 0 0,-1 0 0,1 0 0,-1 0 0,1 0 0,0 0 0,0-1 0,0 1 0,0-1 0,0 0 0,1 1 0,-1-1 0,1 0 0,0 0 0,0 0 0,0 0 0,0 0 0,0 0 0,1 0 0,-1 0 0,1-1 0,0 1 0,0 0 0,0 0 0,1 0 0,-1 0 0,0 0 0,1-1 0,0 1 0,0 0 359,11-26-2837</inkml:trace>
  <inkml:trace contextRef="#ctx0" brushRef="#br0" timeOffset="7717.29">7272 471 9728,'-11'9'6900,"11"-9"-6724,-1 0-1,1 0 1,0 0 0,0 0-1,0 0 1,0 0-1,0 0 1,0 0-1,0 0 1,-1 1-1,1-1 1,0 0-1,0 0 1,0 0-1,0 0 1,0 0 0,0 0-1,-1 0 1,1 0-1,0 0 1,0 0-1,0 0 1,0 0-1,0 0 1,-1 0-1,1 0 1,0 0 0,0 0-1,0 0 1,0 0-1,0 0 1,-1 0-1,1-1 1,0 1-1,0 0 1,0 0-1,0 0 1,0 0-1,0 0 1,0 0 0,-1 0-1,1 0 1,0-1-1,0 1 1,0 0-1,0 0-175,0-2 65,1 1-1,-1-1 0,0 1 0,1-1 1,-1 1-1,1-1 0,0 1 0,0-1 1,-1 1-1,1 0 0,0-1 0,0 1 1,1-1-65,16-17-11,-11 11 56,-1 2-55,1 0 1,0 0-1,-1 1 1,2 0-1,-1 0 1,0 1 0,1-1-1,0 2 1,0-1-1,0 1 1,1 0 0,-1 1-1,0 0 1,3 0 9,-6 1 3,0 1 1,-1 0-1,1-1 1,0 2 0,0-1-1,0 0 1,0 1-1,0 0 1,0 0-1,0 1 1,-1-1 0,1 1-1,0 0 1,-1 0-1,0 1 1,1-1-1,-1 1 1,0 0 0,0 0-1,-1 1 1,1-1-1,-1 1 1,1-1-1,-1 1 1,0 1-4,0-1 22,0 0 0,-1 1 1,0 0-1,1-1 0,-1 1 0,-1 0 1,1 0-1,-1 0 0,0 0 1,0 0-1,0 0 0,-1 1 0,0 0-22,0 2 43,-1 0 0,0-1 0,0 1-1,-1-1 1,0 1 0,0-1 0,0 0 0,-4 6-43,0-1 54,0 0 1,-1-1 0,-1 0-1,0 0 1,0 0 0,-1-1-1,0-1 1,-1 1 0,0-1 0,-3 1-55,2-3 30,0 0 1,0 0 0,-1-1 0,1-1 0,-2 0 0,1 0 0,0-1 0,-1-1 0,-9 1-31,16-3-48,1 0 1,-1-1-1,0 0 0,1 0 1,-1 0-1,0-1 0,1 0 0,-1 0 1,1-1-1,-5-1 48,6 2-74,1-1-1,-1 0 1,1 0 0,0 0 0,-1 0-1,1-1 1,0 1 0,1-1 0,-1 0-1,0 0 1,1 0 0,-1 0 0,1 0-1,0-1 1,0 1 0,0-2 74,-1-2-171,1 1 1,-1-1-1,2 0 0,-1 0 1,1 0-1,0-1 0,0 1 1,1 0-1,0-7 171,0 12-48,0-9-353,1 1 1,0 0 0,0-1-1,1 1 1,1 0-1,-1 0 1,1 0-1,1 1 1,0-1-1,1 1 1,-1-1 0,2 2-1,-1-1 1,6-6 400,-3 7-1009,-1-1 1,1 1-1,1 1 1,0-1-1,0 2 1,0-1-1,1 1 1,4-2 1008,26-9-2800</inkml:trace>
  <inkml:trace contextRef="#ctx0" brushRef="#br0" timeOffset="8149.41">7650 402 12288,'0'0'3978,"0"0"-2277,0 0-42,0 0 309,0 0-736,0 0-75,0 0-511,1 17 90,7 27-642,-4-21-88,0 1 0,3 1-6,-2-5 20,2 0 0,1 0 0,0-1 0,9 14-20,-13-27-5,0 1-1,1-1 0,-1 0 0,2-1 1,-1 1-1,0-1 0,1 0 1,0 0-1,0-1 0,0 0 0,1 0 1,0 0-1,-1-1 0,8 3 6,-11-5-2,1 0 0,-1 0-1,0 0 1,1-1 0,-1 1 0,1-1 0,-1 0-1,1 0 1,-1 0 0,1 0 0,-1-1-1,0 1 1,1-1 0,-1 0 0,1 0-1,-1 0 1,0 0 0,0-1 0,0 1-1,0-1 1,0 0 0,0 0 0,0 0-1,-1 0 1,3-3 2,0 0 5,0 0-1,-1-1 1,1 0 0,-1 0 0,-1-1-1,1 1 1,-1-1 0,0 1-1,-1-1 1,1 0 0,-1 0-1,0-4-4,23-130 38,-26 140-48,1 0 1,1 1 0,-1-1-1,0 0 1,0 1 0,0-1-1,0 0 1,0 1 0,0-1-1,1 0 1,-1 1 0,0-1-1,1 1 1,-1-1 0,0 0-1,1 1 1,0-1 9,-1 1-2,0 0-1,0 0 1,1 0-1,-1 0 1,0 0 0,0 0-1,1 0 1,-1 1-1,0-1 1,0 0 0,0 0-1,1 0 1,-1 0-1,0 0 1,0 1 0,0-1-1,1 0 1,-1 0-1,0 0 1,0 1 0,0-1-1,0 0 1,0 0-1,1 0 1,-1 1 0,0-1-1,0 0 1,0 1 2,8 22 23,23 96-380,-26-103-769,0 0 1,1 0 0,1 0-1,1-1 1,0 0 0,3 3 1125,4-1-5131,2-4 1601</inkml:trace>
  <inkml:trace contextRef="#ctx0" brushRef="#br0" timeOffset="8535.53">8211 475 13824,'-20'-3'4511,"13"4"-2649,-6 8-470,12-8-1236,0 0 0,0 0 0,0 0 0,1 0 1,-1 0-1,0 1 0,0-1 0,1 0 0,-1 0 1,1 1-1,-1-1 0,1 1 0,0-1 0,0 0 1,-1 1-1,1-1 0,0 1-156,-1 5 315,-2 5-223,1-1-1,1 1 0,0-1 1,0 1-1,1 0 0,0-1 1,1 1-1,1 0 0,0-1 1,1 6-92,4 6 90,0-1 0,1-1 1,1 1-1,10 15-90,-11-17 459,-7-19-107,-1-8 298,0-44-669,3 1 1,6-33 18,-5 60-190,1 0 1,1 1 0,0 0-1,2 0 1,1 1 0,11-21 189,-13 29-503,2 0 1,-1 0-1,7-5 503,-11 13-485,0 1 0,0-1 1,1 1-1,-1 0 0,1 0 0,0 1 0,0-1 0,1 1 0,3-2 485,-3 4-960,-1-1 0,0 1 0,1 0 0,-1 1 0,1-1 0,-1 1 0,1 0 0,4 1 960,18 2-3482</inkml:trace>
  <inkml:trace contextRef="#ctx0" brushRef="#br0" timeOffset="9268.93">8761 434 12800,'-17'-9'5938,"2"-2"1,-8-6-5939,22 16 68,-1 0 0,0 0 0,1 0 1,-1 0-1,0 0 0,1 0 0,-1 0 1,0 1-1,0-1 0,0 1 0,1-1 1,-1 1-1,0 0 0,0 0 1,0 0-1,0 0 0,0 0 0,-1 0-68,0 1 20,0 0 1,0 0-1,0 0 0,1 0 0,-1 0 0,0 1 0,1-1 0,-1 1 1,1 0-1,-1-1 0,0 2-20,-6 6-37,1 0 0,0 1 0,0 0 1,1 0-1,-2 4 37,5-8 99,-8 15-225,0 1-1,1 0 1,1 1 0,1 0 0,1 1 0,-4 22 126,11-41-321,0 1-1,0 0 1,0-1 0,1 1 0,0 0 0,0 0 0,1-1 0,-1 1 0,1 0 0,0 0 0,2 4 321,-2-7-174,0 0 0,1-1 1,-1 1-1,1-1 0,-1 1 0,1-1 1,0 1-1,0-1 0,0 0 0,0 0 1,0 0-1,1 0 0,-1 0 0,1 0 1,-1-1-1,1 1 0,0-1 0,-1 0 0,1 0 1,0 0-1,0 0 0,3 1 174,39 5 294,4 0 4121,-42-5-3967,0-1 0,0 0-1,0 0 1,0 0 0,1-1-1,-1-1 1,0 1-1,0-1 1,4-1-448,3-2-44,0 0-1,-1-1 0,1 0 1,3-3 44,10-5 33,-1-1-1,-1-1 1,0-1-1,-1-2 1,11-9-33,-18 11 101,-1 1 0,-1-2 0,0 0 0,-1-1-1,-1 0 1,-1-1 0,5-10-101,-12 20 123,-1-1 0,0 0 0,0 0 0,-1 0-1,-1 0 1,1-3-123,-2 8 52,0 1 0,-1 0 0,0 0 0,0-1-1,0 1 1,0 0 0,0 0 0,-1-1 0,0 1 0,0 0-1,0 0 1,-1 0 0,1 0 0,-1 0 0,-2-3-52,4 6 5,-1 0 1,0 0-1,0 0 1,1 0 0,-1 0-1,0 1 1,0-1-1,0 0 1,0 0-1,0 1 1,-1-1-1,1 0 1,0 1-1,0-1 1,0 1-1,0 0 1,-1-1 0,1 1-1,0 0 1,0 0-1,-1 0 1,1 0-1,0 0 1,0 0-1,-1 0 1,1 0-1,0 0 1,0 0 0,-1 1-1,1-1 1,0 1-1,-1-1-5,-3 2 11,0 1-1,1-1 0,-1 1 1,0 0-1,1 0 1,-3 2-11,-5 6 33,-1 1 0,1 0 0,1 1 0,0 0 0,1 1-1,-6 10-31,3-2 24,2 0 0,0 1 0,1 1 0,0 1-25,8-18 10,-1 0-1,1 1 0,1-1 1,-1 1-1,1-1 0,0 1 1,1 0-1,0-1 0,1 6-9,-1-9-10,1-1 0,0 1-1,0 0 1,0-1 0,1 1-1,-1-1 1,1 1 0,0-1-1,0 0 1,0 1 0,0-1-1,1 0 1,-1 0 0,1-1-1,-1 1 1,1-1 0,0 1-1,0-1 1,1 0 0,0 1 10,6 2-108,0 0 1,1 0-1,0-1 1,0-1-1,0 0 1,0 0-1,1-1 0,-1 0 1,4-1 107,27 1-2203,38-2 2203,-72-1-253,24 0-2018,0-2 0,13-4 2271,-16 1-8439,14-5 8439,-10 2-3765</inkml:trace>
  <inkml:trace contextRef="#ctx0" brushRef="#br0" timeOffset="21185.09">9558 754 2944,'0'0'976,"5"-7"1706,-1 3 2321,18-6 6517,-38 40-8357,2-2-3238,-36 69-3787,43-81-119,-1 1 0,1 3 3981,1 8-3765</inkml:trace>
  <inkml:trace contextRef="#ctx0" brushRef="#br0" timeOffset="21822.48">10150 483 11648,'-7'-19'6070,"4"12"-4567,0 0-1,0 0 1,0 1 0,-1-1 0,-2-2-1503,4 6 84,0 1 0,0-1 0,0 1 0,-1 0-1,1 0 1,-1 0 0,0 0 0,1 0 0,-1 1 0,0-1-1,0 1 1,0 0 0,0 0 0,0 0 0,-1 0-84,-7-2 52,0 1 1,-1 0-1,1 1 1,-1 0-1,0 0 1,-6 2-53,-17 4-51,-33 9 51,50-10-49,1 2 1,1-1-1,-1 2 0,-10 6 49,25-12-9,0 0-1,0 0 1,0 0-1,0 1 1,0-1-1,0 1 1,1-1-1,-1 1 1,0 0-1,1-1 1,0 1-1,-1 0 1,1 0-1,0 0 1,-1 2 9,2-3-2,0 0 0,0 0 0,0 1 0,0-1 1,0 0-1,0 1 0,0-1 0,0 0 1,1 0-1,-1 1 0,0-1 0,1 0 1,-1 0-1,1 0 0,0 0 0,-1 1 1,1-1-1,0 0 0,0 0 0,0 0 1,-1 0-1,1-1 0,0 1 0,0 0 0,0 0 1,0-1-1,1 1 0,-1 0 2,25 16-13,0-1 0,2-2 0,-1 0 0,11 2 13,24 12-97,-39-17 26,0 1 0,-1 1 0,0 1-1,-1 0 1,-1 2 0,0 1 71,-17-14-11,1 0 0,-1 1-1,-1-1 1,1 1 0,1 2 11,-3-5-1,0 1 1,-1-1-1,1 1 1,0 0-1,-1-1 1,1 1 0,-1 0-1,1-1 1,-1 1-1,0 0 1,0-1-1,0 1 1,0 0 0,0 0-1,0-1 1,0 1-1,-1 0 1,0 2-7,0-1-1,0 0 1,-1 0 0,1 0-1,-1 0 1,0 0-1,0 0 1,0 0 0,0-1-1,0 1 1,-1-1-1,1 1 1,-1-1 0,-1 1 7,-2 1-39,1-1 1,-1 0 0,0 0 0,1-1 0,-1 1 0,0-1-1,0 0 1,-2-1 38,-2 1-334,0 0-1,0-1 1,0 0-1,0-1 1,0 0-1,0-1 0,0 0 1,0 0-1,0-1 1,-8-3 334,13 4-779,0-1 1,-1-1-1,1 1 0,-4-3 779,7 3-542,0 1 0,0-1 0,0 1-1,0-1 1,1 0 0,-1 0 0,0 1 0,1-1-1,-1-1 1,1 1 0,0 0 0,-1-2 542,-3-16-3328</inkml:trace>
  <inkml:trace contextRef="#ctx0" brushRef="#br0" timeOffset="22154.84">10473 370 12032,'-9'4'3366,"7"-3"-2835,1-1-1,-1 1 1,0-1-1,0 1 1,0 0-1,1 0 1,-1 0-1,0 0 1,1 0 0,-1 1-1,1-1 1,-1 0-531,0 4 327,0-1 1,1 0 0,-1 0 0,1 1-1,0-1 1,0 1 0,0-1 0,1 1-1,-1-1 1,1 1 0,1 4-328,6 66-827,13 52 827,-7-61-3649,3 0-4083,-11-50 2916,3-4 1654</inkml:trace>
  <inkml:trace contextRef="#ctx0" brushRef="#br0" timeOffset="22508.89">10364 207 14464,'-42'-20'5439,"42"20"-4223,-17-12-288,12 9-640,10 6-320,-5-3-1344,3 0 768,7 0-2848,4 0 1921,8 0-4161,1 5 3200</inkml:trace>
  <inkml:trace contextRef="#ctx0" brushRef="#br0" timeOffset="22859.26">10727 418 9600,'-6'6'1130,"4"-4"-866,1-1 0,0 1 0,-1-1 0,1 1-1,0 0 1,0-1 0,0 1 0,0 0-1,0 0 1,0 0 0,1 0 0,-1 0 0,1 1-264,-3 5 791,0 0 1,1 0-1,1 1 1,-1-1 0,1 1-1,1-1 1,0 8-792,1 24 1597,-1-24-1407,1-1-1,0 1 0,1 2-189,3 6 131,-1 1 668,2 1-1,2 2-798,-7-20 1025,3-16-439,11-23-421,-1 0 0,1-9-165,-4 12-26,3-9-6,-6 14-8,1 0 1,1 0-1,1 2 1,1-1-1,6-6 40,-15 24-8,7-10-22,0 0 0,11-9 30,-17 19 6,-1 1-1,1 0 0,-1 0 0,1 0 0,0 1 1,0-1-1,0 1 0,1 0 0,-1 0 0,0 1 1,1-1-1,2 0-5,-4 2 6,0 0 0,-1 0 0,1 0 1,-1 0-1,1 1 0,-1-1 0,1 1 0,-1 0 0,0-1 0,1 1 1,-1 0-1,0 0 0,1 1 0,-1-1 0,0 0 0,0 1 0,0-1 1,0 1-1,0 0 0,-1 0 0,1 0 0,1 1-6,4 6 9,0 1 0,0 0 0,-1 0 0,1 3-9,12 23 22,-3 1 0,9 28-22,20 79-1851,-45-144 1850,4 14-762,0 1-1545,0-1 0,1 1 0,1-1 0,2 3 2308,-2-8-4501,3-4 1504</inkml:trace>
  <inkml:trace contextRef="#ctx0" brushRef="#br0" timeOffset="23214.3">11420 123 11136,'-19'-7'3594,"18"7"-3475,1 0 1,0 0-1,0-1 0,-1 1 0,1 0 0,0 0 0,-1 0 0,1 0 1,0 0-1,0 0 0,-1 0 0,1 0 0,0 0 0,-1 0 0,1 0 1,0 0-1,-1 0 0,1 0 0,0 0 0,-1 0 0,1 0 0,0 0 1,-1 0-1,1 0 0,0 0 0,0 0 0,-1 1 0,1-1-119,1 3 6056,0-1-5870,1 0 0,0 1 0,0-1-1,-1 0 1,0 1 0,1-1 0,-1 1 0,0 0 0,0-1 0,0 1 0,-1 0 0,1 0-1,0 2-185,0 7 19,-1 0-1,0 11-18,-1-3 134,11 269-22,-3-214-2694,3-1 1,19 65 2581,-27-129-947,10 29-2178,2-14-2856,-2-8 2792</inkml:trace>
  <inkml:trace contextRef="#ctx0" brushRef="#br0" timeOffset="23548.62">11743 365 13184,'-23'-8'5970,"22"8"-5771,0 0-1,1 0 1,-1 0 0,0 0 0,0 0-1,0 0 1,0 0 0,0 0 0,0 0-1,0 0 1,0 0 0,0 0-1,0 1 1,0-1 0,0 0 0,0 1-1,1-1 1,-1 1 0,0-1 0,0 1-1,0 0-198,-4 3 394,0 0 0,0-1 0,-1 1 0,1-1-1,-6 2-393,-12 8 213,-17 11 338,-25 12-551,41-24 160,0 1-1,1 1 1,1 1-1,0 1 1,-17 16-160,37-30 16,1-1 0,0 0 0,-1 1 0,1-1 0,0 1 0,0 0 1,0-1-1,0 1 0,0 0 0,0-1 0,1 1 0,-1 0 0,0 0 0,1 0 0,0 0 1,-1 0-1,1 0 0,0 0 0,0-1 0,0 1-16,0 1 9,1-1 0,0 1 1,-1-1-1,1 0 0,0 0 0,0 1 0,0-1 1,1 0-1,-1 0 0,0 0 0,1 0 0,-1 0 1,1-1-1,0 1-9,7 6-8,0 0 0,1-1 0,0-1 0,0 0-1,10 4 10,28 12-77,1-1 1,40 9 75,18 7-1427,-76-24-1093,-1 0-1,14 10 2521,-36-18-657,23 14-6398,-17-8 3525</inkml:trace>
  <inkml:trace contextRef="#ctx0" brushRef="#br0" timeOffset="26567.68">12995 475 7296,'2'-6'1587,"0"-1"0,1 1 0,0 0 0,0 1 1,2-5-1588,-4 8 369,0 0 0,-1 1 0,1-1 0,-1 0 0,1 0 0,-1 0 0,0 0 0,0 0 1,0 0-1,0 0 0,0 0 0,0 0 0,0 0 0,-1 0 0,1 0 0,-1 0-369,0-5 537,1 5-443,0-1 1,-1 1-1,1-1 1,-1 1-1,1-1 1,-1 1-1,0 0 1,0-1-1,0 1 1,0 0-1,-1 0 1,1 0-1,-1-1 1,1 1-1,-1 1 1,0-1-1,1 0 1,-1 0-1,0 1 0,0-1 1,0 1-1,-1-1 1,1 1-1,0 0 1,0 0-1,-1 0 1,1 0-1,-2 0-94,-2-1 18,-1 0 0,0 0 0,0 0 0,0 1 0,0 0 0,-1 1 0,1 0-1,0 0 1,0 0 0,0 1 0,0 0 0,0 0 0,0 1 0,-1 0-18,-11 4 1,-1 1 0,1 1 0,1 0 0,0 2 0,-10 6-1,8-2-28,1 2-1,0-1 1,1 2-1,1 1 0,-2 3 29,-6 10-27,2 1 0,-13 23 27,33-50 6,0 0 0,0 1 0,0-1-1,1 1 1,0 0 0,0-1 0,1 1 0,0 0 0,-1 5-6,2-9 0,0 0-1,0 0 1,0 0 0,0 0-1,1 0 1,-1 0 0,0 0-1,1-1 1,-1 1 0,1 0-1,0 0 1,0-1 0,0 1 0,0 0-1,0-1 1,0 1 0,0-1-1,0 1 1,1-1 0,-1 1-1,0-1 1,1 0 0,-1 0-1,1 0 1,0 0 0,-1 0-1,1 0 1,0 0 0,0 0 0,-1-1-1,1 1 1,0-1 0,1 1 0,9 1-49,0 0 0,0 0 0,0-1 1,0-1-1,0 0 0,0 0 0,1-1 1,-1-1-1,0 0 0,4-2 49,3-1-112,1-1-1,-1-1 0,0-1 1,0-1-1,14-9 113,-25 13 18,0-1 0,0 0 0,0-1-1,-1 0 1,1 0 0,-2-1 0,1 1 0,-1-2 0,0 1 0,-1-1-1,0 1 1,-1-1 0,1-1 0,-2 1 0,1-1 0,-1 1-1,-1-1 1,0 0 0,0 0 0,-1 0 0,0 0 0,-1 0 0,0-2-18,0-49 293,2 86-332,1 1 1,2-1-1,0-1 1,2 1-1,1 1 39,-2-5-52,-1-5-684,0 0 0,2 0 0,6 12 736,-9-20-866,1 0 1,0-1-1,0 1 1,0-1-1,1 0 1,0-1-1,5 4 866,-10-8-598,1-1 0,0 1 1,0-1-1,0 0 0,0 1 0,1-1 0,-1 0 0,0 0 0,0-1 0,1 1 1,-1 0-1,0-1 0,1 1 0,-1-1 0,1 0 0,-1 0 0,1 0 0,-1 0 1,2 0 597,14-1-2443</inkml:trace>
  <inkml:trace contextRef="#ctx0" brushRef="#br0" timeOffset="27021.23">13209 460 8064,'0'-41'2592,"0"39"-2369,0 0 1,-1 0-1,1 0 1,0 0 0,-1 0-1,1 1 1,-1-1-1,1 0 1,-1 0 0,0 0-1,0 1 1,0-1-1,-1-1-223,2 3 104,0 0 0,0 0 1,-1-1-1,1 1 0,0 0 0,0 0 0,0-1 0,-1 1 0,1 0 0,0 0 0,0-1 0,0 1 0,0 0 0,0-1 0,0 1 0,0 0 0,0-1 1,-1 1-1,1 0 0,0-1 0,0 1 0,0 0 0,0 0 0,1-1 0,-1 1 0,0 0 0,0-1 0,0 1 0,0 0 0,0-1 0,0 1 0,0 0 1,1 0-1,-1-1 0,0 1 0,0 0 0,0-1-104,0 14 3549,2 45-3061,1-17-166,2 1 0,1-1 0,2 0 1,3-1-1,4 12-322,-8-38 659,-7-14-637,0 0-1,0 0 0,0 0 1,1 1-1,-1-1 0,0 0 1,0 0-1,0 0 0,1 0 1,-1 1-1,0-1 1,0 0-1,0 0 0,1 0 1,-1 0-1,0 0 0,0 0 1,1 0-1,-1 0 1,0 1-1,0-1 0,1 0 1,-1 0-1,0 0 0,0 0 1,1 0-1,-1 0 1,0-1-23,2 0 46,-1 0 0,1 0-1,-1-1 1,1 1 0,-1-1-1,1 1 1,-1-1 0,0 0-1,0 1 1,1-3-45,-2 4-8,13-23 11,-1 0 1,6-15-4,6-14-66,-14 33 41,12-25-113,6-4 138,-19 34-44,0 0 1,1 1 0,1 1 0,0 0 0,6-5 43,-16 16-4,-1 1 0,1-1 1,0 0-1,0 0 0,0 1 0,0-1 0,-1 1 0,1-1 0,0 1 0,0-1 0,0 1 0,0 0 0,0-1 0,0 1 1,0 0-1,0 0 0,0 0 0,1 0 0,-1 0 0,0 0 0,0 0 0,0 0 0,0 0 0,0 0 0,0 1 1,0-1-1,0 0 0,0 1 0,0-1 0,0 1 0,0-1 0,0 1 0,-1-1 0,1 1 0,0 0 0,0-1 1,0 1-1,0 0 4,3 5-19,1-1 0,-1 1 0,-1-1 1,1 1-1,2 6 19,-5-10-3,10 22 2,-1 2 1,-1-1-1,0 3 1,11 33-126,-11-36-688,1-1 1,2 0-1,10 17 814,-18-35-661,0 0 1,0 0-1,0 0 0,1-1 0,0 1 1,1-1-1,-1 0 0,1-1 0,0 1 1,0-1-1,0-1 0,0 1 0,1-1 1,0 0-1,-1 0 0,1-1 661,25 7-2997</inkml:trace>
  <inkml:trace contextRef="#ctx0" brushRef="#br0" timeOffset="27578.35">14206 495 9984,'-6'-16'2510,"-2"0"1,0 1-1,-1 0 1,-5-7-2511,10 17 161,-1 0 0,0 0 1,0 1-1,0-1 0,-1 1 0,1 1 0,-1-1 0,0 1 0,0 0 1,-1 0-1,-1 0-161,4 1 18,-1 1 1,1 0 0,-1 0 0,1 0-1,-1 1 1,1-1 0,-1 1-1,0 0 1,1 0 0,-1 1-1,1-1 1,-1 1 0,1 0 0,-1 0-1,1 1 1,-1 0 0,-3 1-19,-6 6 31,0 0 0,0 1 1,1 0-1,0 1 0,1 0 0,0 1 1,-7 10-32,-2 4 56,2 1 1,0 1 0,-5 13-57,17-29 22,1 1 0,1-1 0,-1 1 0,2 1 0,0-1 0,1 1-22,2-9-3,0 0 0,0-1-1,1 1 1,0 0 0,0 0 0,1 0 0,-1-1 0,1 1 0,0 1 3,0-4-13,-1 0 1,1 1-1,0-1 1,0 0 0,1 1-1,-1-1 1,0 0 0,1 0-1,-1 0 1,1 0 0,0 0-1,-1-1 1,1 1-1,0 0 1,0-1 0,0 1-1,1 0 13,1-1-26,-1 1 0,1-1 0,-1 1 0,1-1 0,0 0 0,0-1 0,-1 1 0,1-1 0,0 1 0,0-1 0,0 0 0,-1-1-1,1 1 1,0-1 0,0 1 0,0-1 26,10-3-99,-1 0 0,0-1 0,9-5 99,-11 5-46,-1 0 1,1-1 0,-1-1-1,-1 0 1,1 0 0,-1-1-1,-1 0 1,0 0 0,0-1-1,0 0 1,-1-1 0,0 0-1,-1 0 1,0 0 0,-1 0-1,0-1 1,0 0 0,-2 0-1,1-1 1,0-5 45,3-14 19,-2-1-1,-1 0 1,-2 0 0,-1-2-19,-5-138 586,-1 116 575,-6-20-1161,5 40 445,6 32-390,-1 2-19,1 1 0,-1 0 1,1-1-1,0 0 0,0 1 0,0-1 1,0 1-1,0-1 0,0 1 1,0-1-1,0 1 0,1-1-36,-1 4 46,0-1 0,1 1-1,-1 0 1,0 0 0,0 0 0,0 0-1,0-1 1,0 1 0,0 0 0,0 0-46,-1 6 97,5 60 165,3 0-1,2-1 1,7 13-262,-6-26 47,12 55-1682,4-2 1,11 16 1634,-34-113-987,12 29-1956,1-14-3282,-2-11 2855</inkml:trace>
  <inkml:trace contextRef="#ctx0" brushRef="#br0" timeOffset="37604.01">344 1572 8064,'-4'-14'2672,"3"11"-1488,1-1 4331,0-11-1639,1 23-2580,6 18-910,-1 0 0,-2 1 0,0-1 0,-2 5-386,3 10 142,3 12-142,47 225 1456,-55-277-1424,1 0 0,-1 0 1,0 0-1,0 0 1,0 1-1,0-1 1,0 0-1,0 0 1,0 0-1,0 0 1,0 0-1,-1 0 1,1 1-33,0-2 10,0 0 1,0 0 0,-1 0-1,1 0 1,0 0 0,0 0-1,0 0 1,-1 0 0,1 0-1,0 0 1,0 0 0,0 0-1,0 0 1,-1 0 0,1 0-1,0 0 1,0 0 0,0 0-1,-1 0 1,1 0 0,0 0-1,0 0 1,0 0 0,-1 0-1,1 0 1,0 0 0,0 0-1,0 0 1,0-1 0,0 1-1,-1 0 1,1 0 0,0 0-1,0 0 1,0 0 0,0 0-1,0-1 1,0 1 0,-1 0-11,-1-2 32,0-1 1,0 1-1,0-1 1,1 0-1,-1 1 1,1-1 0,-1 0-1,1 0-32,-7-20-26,2 0 0,0 0-1,2 0 1,1-1 0,0 1-1,2-1 1,1 0 0,0 1 0,2-1-1,1 0 1,1 1 0,1 0-1,0 0 1,7-13 26,-10 30-75,1 0 0,-1 0 0,1 0 0,1 1 0,-1-1 0,1 1 0,0 0-1,0 0 1,0 1 0,1-1 0,0 1 0,0 0 0,0 0 0,0 0 0,0 1 0,1 0 0,0 0 0,0 0-1,-1 1 1,2-1 0,-1 2 0,0-1 0,0 1 0,0 0 0,3 0 75,11 0-1513,1 1 0,-1 1 0,11 2 1513,31 8-7173,-25-2 3595</inkml:trace>
  <inkml:trace contextRef="#ctx0" brushRef="#br0" timeOffset="38190.46">1209 1644 13312,'-20'-6'5784,"20"6"-5631,-1-1 0,1 1 0,-1 0 0,1 0 1,-1-1-1,1 1 0,-1 0 0,1-1 0,-1 1 0,1-1 0,-1 1 1,1 0-1,0-1 0,-1 1 0,1-1 0,0 1 0,0-1 0,-1 1 0,1-1 1,0 1-1,0-1 0,0 1 0,-1-1-153,1 0 106,0-1 1,-1 1-1,0 0 0,1 0 0,-1-1 1,0 1-1,1 0 0,-1 0 0,0 0 1,0 0-1,0 0 0,0 0 1,0 0-1,0 0 0,0 0 0,0 0 1,0 1-1,-1-1 0,1 0 1,0 1-1,0-1 0,-2 1-106,0-2 128,-1 0-1,1 1 1,-1 0 0,0 0 0,0 0-1,0 0 1,-1 1-128,-2 0 18,0 1 0,0 1-1,-1-1 1,1 1 0,0 0 0,1 0 0,-1 1 0,0 0 0,1 1 0,-1-1-1,1 1 1,-2 2-18,-7 5-36,1 0 0,0 1 0,0 1-1,-1 3 37,2 0-9,0 2 0,1-1 1,1 2-1,0-1 0,2 1 0,0 1 0,1 0 0,1 0 0,-2 11 9,7-23-14,0 0 0,0 1 0,1 0 0,0-1 0,1 1 0,-1 0 0,2 4 14,-1-10-5,1 0 0,-1 0 1,1 1-1,0-1 0,0 0 1,0 0-1,0 0 0,0 0 0,1 0 1,-1 0-1,1 0 0,0 0 1,0-1-1,0 1 0,0 0 0,1-1 1,-1 0-1,1 0 0,-1 0 1,1 0-1,0 0 5,2 1-8,-1-1 0,1 0 0,0 0-1,-1 0 1,1-1 0,0 1 0,0-1 0,0-1 0,1 1 0,-1-1 0,0 1-1,0-2 1,0 1 0,0 0 0,0-1 0,0 0 0,0 0 0,0-1-1,0 1 1,0-1 0,0 0 8,3-2 12,1 1 0,-1-1 1,0-1-1,0 0 0,-1 0 0,1 0 0,-1-1 0,0 0 0,-1 0 0,1-1 0,-1 0 0,-1 0 1,1 0-1,-1-1 0,-1 0 0,1 0 0,-1 0 0,0 0 0,-1-1 0,0 0 0,-1 1 0,0-1 1,0 0-1,0 0 0,-1 0 0,-1-1-12,1-9 71,-1 0-1,-1-10-70,0 22-3,1 1-1,-2-1 0,1 1 1,-1 0-1,0-1 0,-1 1 1,1 0-1,-2-3 4,4 9 0,0 0-1,0 0 1,0 0-1,0 0 1,0 0 0,0 0-1,0 0 1,0 0-1,-1 0 1,1-1 0,0 1-1,0 0 1,0 0 0,0 0-1,0 0 1,0 0-1,0 0 1,0 0 0,0 0-1,0 0 1,0 0 0,0 0-1,0 0 1,0 0-1,0-1 1,0 1 0,0 0-1,0 0 1,-1 0 0,1 0-1,0 0 1,0 0-1,0 0 1,0 0 0,0 0-1,0 0 1,0 0-1,0 0 1,0 0 0,0 0-1,0 0 1,-1 0 0,1 0-1,0 0 1,0 0-1,0 0 1,0 0 0,0 0-1,0 0 1,0 0 0,0 0-1,0 0 1,0 0-1,0 0 1,-1 1 0,1-1-1,0 0 1,0 0 0,0 0-1,0 0 1,0 0-1,0 0 1,0 0 0,0 0-1,0 0 1,-2 9-12,2 12 6,3 1-286,1-1 0,1 1-1,1-1 1,1 0 0,1 0 0,0-1-1,2 0 1,0-1 0,2 0 0,6 8 292,-14-21-807,1 0 1,1 0 0,-1-1-1,1 0 1,4 4 806,12 7-1750</inkml:trace>
  <inkml:trace contextRef="#ctx0" brushRef="#br0" timeOffset="38674.38">1337 1730 11392,'-16'-38'3733,"16"36"-3516,0 1 1,-1-1-1,1 1 1,-1-1-1,0 1 1,0 0-1,1-1 1,-1 1-1,0 0 1,0-1-1,0 1 0,0 0 1,0 0-1,-1 0 1,0-1-218,-4-3 2183,5 5-2094,1 0 0,0-1 0,0 1 0,0 0 0,0 0 0,-1 0 0,1-1 0,0 1 0,0 0 0,0 0 0,-1 0-1,1 0 1,0 0 0,0 0 0,-1-1 0,1 1 0,0 0 0,0 0 0,-1 0 0,1 0 0,0 0 0,0 0 0,-1 0 0,1 0 0,0 0 0,-1 0 0,1 0 0,0 0 0,0 1 0,-1-1 0,1 0 0,0 0 0,0 0-89,-6 9 846,2 13-617,5-5-146,0 1 1,2-1 0,0 1 0,0-1-1,3 2-83,29 86 212,-24-75-96,-11-30-115,4 13 175,1 0 0,6 9-176,-9-18 69,0-1-1,0 0 0,0 0 1,0 0-1,1 0 0,-1 0 1,1 0-1,0-1 0,0 1 1,0-1-1,0 0 1,2 2-69,-4-4 10,-1 0 0,0 0 0,1 0 0,-1 1 0,1-1 0,-1 0 1,1 0-1,-1 0 0,0 0 0,1 0 0,-1 0 0,1 0 0,-1 0 1,1 0-1,-1 0 0,0 0 0,1 0 0,-1 0 0,1 0 0,-1-1 1,0 1-1,1 0 0,-1 0 0,1 0 0,-1-1 0,0 1 0,1 0-10,9-15 169,2-9-89,-2 0 0,3-12-80,10-27 27,-7 27-116,2 1 0,1 0 0,16-22 89,-34 55-3,0 0-1,1 1 1,-1-1-1,1 0 1,-1 1-1,1 0 1,-1-1-1,1 1 1,0 0-1,0-1 1,0 1-1,0 0 1,0 1-1,1-2 4,-2 2-2,1 0 0,-1-1 0,0 1 0,1 0 0,-1 0 1,0 0-1,1 1 0,-1-1 0,0 0 0,1 0 0,-1 1 0,0-1 0,0 0 0,1 1 0,-1 0 0,0-1 0,0 1 0,0 0 2,3 2-2,0 0-1,-1 0 1,0 0-1,0 1 0,0-1 1,0 1-1,0 0 1,-1 0-1,0 0 1,0 0-1,2 4 3,8 27-602,0 0-1,-3 1 603,18 53-1935,-21-74 1506,0-1-1,0 0 0,2 0 1,7 11 429,-12-20-779,1-1 0,-1 1 1,1-1-1,0 0 0,0 0 1,0-1-1,1 1 1,-1-1-1,1 0 0,0 0 1,0 0-1,0-1 0,0 0 1,0 0-1,0 0 0,1 0 1,-1-1-1,5 1 779,16-2-3013</inkml:trace>
  <inkml:trace contextRef="#ctx0" brushRef="#br0" timeOffset="39672.38">2201 1773 13696,'-1'-2'617,"0"-1"0,0 0 0,-1 1 0,0-1 0,1 1 0,-1 0 0,0-1 0,0 1 0,0 0 0,-1 0 0,1 0 0,0 1 0,-1-1 0,1 0 0,-1 1 0,0 0 0,1-1 0,-1 1 0,0 0 1,0 0-618,-5-1 83,1 0 0,-1 0 0,0 0 0,0 1 0,0 0 0,0 1 0,-1 0 0,1 0 0,0 1 0,0 0 0,0 0 0,0 1 0,0 0 0,-6 2-83,6 1-25,0-1 0,0 1 0,1 1 0,0-1 0,0 1 0,1 0 0,-1 1 0,1-1 0,1 1 0,-1 1 0,1-1 0,-2 6 25,-6 11 24,1 0-1,1 1 1,-3 13-24,11-32-6,1 0 1,1 0 0,-1 1-1,1-1 1,1 0 0,-1 0-1,1 1 1,0-1 0,0 0-1,1 1 1,-1-1 0,3 5 5,-3-8-4,1 0 0,0 0 1,1 0-1,-1 0 0,0-1 0,1 1 1,0 0-1,0-1 0,0 1 1,0-1-1,0 0 0,0 1 1,0-1-1,1 0 0,-1-1 1,1 1-1,-1 0 0,1-1 1,0 1-1,0-1 0,0 0 1,0 0-1,0 0 0,0 0 1,0 0-1,0-1 4,5 1 14,-1-1 0,1 1 0,-1-2 0,1 1 0,0-1 0,-1 0 0,1-1 0,-1 0 0,0 0 0,0 0 0,0-1 0,0 0 0,0-1 0,0 0 0,-1 0 0,1 0 0,-1 0 0,0-1 0,-1 0 0,1-1 0,-1 1 0,0-1 0,0 0 0,-1 0 0,0 0 1,0-1-1,1-2-14,0-3 10,-1-1 1,-1 1-1,0 0 1,0-1 0,-1 0-1,-1 1 1,0-1 0,-1-11-11,-3-20 2,-7-41-2,9 78-7,1-13 1,1 20-66,2 4 41,3 11 1,3 10-32,-1 1-1,4 24 63,0 2 13,35 178 282,-40-187-116,-1-6 201,-1 1-1,-1 19-379,-4-38 150,-1 0 0,0 0 0,-1 0 1,-1 0-1,-5 17-150,5-26 16,-1 0-1,-1 0 1,0-1 0,0 1 0,-1-1 0,0 0-1,0-1 1,-1 1 0,0-1 0,0-1 0,-1 1-1,0-1 1,-1-1 0,0 1 0,0-1-1,0-1 1,0 0 0,-1 0 0,0-1 0,0 0-1,0-1 1,0 0 0,-1 0 0,1-1 0,-1-1-1,-1 0-15,5 0-9,-1-2-1,1 1 1,-1-1-1,1 0 1,-7-2 9,11 2-9,-1 1 0,1-1 0,0 0-1,0-1 1,0 1 0,0 0 0,1-1 0,-1 0 0,0 0 0,1 0 0,-1 0 0,1 0 0,-1-1 9,2 1-4,0 0-1,0 1 0,0-1 1,0 0-1,1 0 1,-1 0-1,1 0 0,-1 0 1,1 0-1,0 0 1,0 0-1,0-1 0,0 1 1,0 0-1,0 0 1,0 0-1,1 0 0,-1 0 1,1 0-1,0 0 0,-1 0 1,1 0-1,0 1 1,0-1 4,4-7-21,-1 1 1,1 0 0,0 1-1,3-3 21,-8 9 0,34-38-120,2 1-1,1 1 1,18-11 120,-6 4-295,40-46 295,-51 46-33,-3-2 0,15-25 33,-34 45 53,-1 0-1,-1-1 1,-2 0 0,-1-1-1,7-26-52,-15 46 47,-2 0-1,1 0 0,-1 0 0,0 0 0,-1-1 0,0-4-46,0 8 59,-1 0-1,0 0 1,0 0 0,-1 0 0,1 0-1,-1 0 1,0 0 0,0 1 0,0-1-1,-1 1 1,0-2-59,2 5 6,0-1-1,-1 1 0,1-1 1,0 1-1,0-1 1,-1 1-1,1 0 1,-1 0-1,0-1 1,1 1-1,-1 0 1,0 0-1,1 1 1,-1-1-1,0 0 0,0 1 1,0-1-1,0 1 1,1-1-1,-1 1 1,0 0-1,0 0 1,0 0-1,0 0 1,0 0-1,0 0 0,0 1 1,0-1-1,0 0 1,0 1-1,1 0 1,-1-1-1,-1 2-5,-1 0 11,-1 0-1,1 1 0,-1 0 0,1-1 1,0 2-1,0-1 0,0 0 1,0 1-1,1 0 0,0 0 0,-3 4-10,0 2 43,1-1-1,1 1 0,-1 1 1,2-1-1,-1 0 0,2 1 0,-1 0 1,1 0-1,1 0 0,0 0 0,1 0 1,0 0-1,0 0 0,1 0 1,2 10-43,-1-12 6,0 0-1,0 0 1,1-1 0,0 1 0,0-1 0,1 1 0,0-1 0,1 0 0,-1 0 0,2-1 0,-1 1 0,1-1 0,0 0-1,0-1 1,1 0 0,0 0 0,0 0 0,1-1 0,3 3-6,4-1-48,0-1 0,-1-1-1,2 0 1,-1-1 0,0-1 0,1 0-1,0-1 1,0 0 0,2-2 48,22 1-554,0-3 0,0-1 0,4-2 554,-9-1-2770,27-8 2770,1-6-9565,-40 14 5341</inkml:trace>
  <inkml:trace contextRef="#ctx0" brushRef="#br0" timeOffset="40744.3">3803 1908 11392,'-5'-4'1143,"-3"-1"787,1-1 0,0 0 0,0-1 0,-4-4-1930,8 7 732,0-1 0,0 1 0,0 0 0,1-1 0,-1 0 0,0-2-732,3 5 15,-1 1 1,1-1-1,0 1 1,0-1-1,-1 0 0,1 1 1,0-1-1,1 1 1,-1-1-1,0 1 0,0-1 1,1 1-1,-1-1 1,1 1-1,-1-1 0,1 1 1,-1-1-1,1 1 1,0 0-1,0-1 1,0 1-1,1-1-15,2-3-13,1 0 0,0 0 0,0 1 0,1 0 0,0 0 0,-1 0 1,1 1-1,1-1 0,-1 1 0,0 1 0,1-1 0,-1 1 0,1 1 0,0-1 0,-1 1 0,1 0 0,0 0 0,0 1 1,0 0-1,0 0 0,0 1 0,4 1 13,-2-1 10,-1 0 1,0 1-1,0 0 1,0 1-1,0-1 1,0 2-1,-1-1 0,1 1 1,-1 0-1,0 1 1,0-1-1,0 1 1,-1 1-1,1-1 1,-1 1-1,-1 1 0,1-1 1,3 6-11,-7-8 25,0 1 0,0-1 1,-1 1-1,1-1 0,-1 1 0,0 0 1,0-1-1,0 1 0,-1 0 0,0 0 0,0-1 1,0 1-1,0 0 0,-1 0 0,0-1 1,0 1-1,0 0 0,-1-1 0,1 1 1,-1-1-26,-1 4 36,-1 0 1,0 0-1,0-1 1,-1 0-1,0 0 1,0 0-1,0 0 1,-1-1-1,0 0 1,0 0 0,-4 2-37,-1 1 20,-2 0 0,0 0 0,0-1 1,0-1-1,-1 0 0,0-1 0,0 0 1,-1-2-1,0 1 0,-9 0-20,-15 1 123,-1-2 0,-16-1-123,44-3-3,1 0 0,-1-1 1,1 0-1,-1-1 0,1 0 1,0-1-1,0 0 0,0-1 1,0 0-1,-9-5 3,17 7-23,0 0-1,0 0 1,0 0-1,1 0 1,-1 0 0,1-1-1,-1 1 1,1-1 0,0 1-1,0-1 1,0 0 0,0 0 23,2 1-37,-1 0 1,0 1 0,1-1 0,-1 0-1,1 0 1,0 1 0,0-1-1,-1 0 1,1 0 0,0 0 0,1 1-1,-1-1 1,0 0 0,0 0-1,1 1 1,-1-1 0,1 0 0,0 0-1,-1 1 1,1-1 0,0 0 0,0 1-1,0-1 37,5-6-296,0 0 0,0 1 1,1-1-1,0 2 0,0-1 0,1 1 0,-1 0 0,6-3 296,19-10-2283,23-10 2283,-47 24-198,66-29-4844,1 2-1,36-7 5043,-19 13-3034</inkml:trace>
  <inkml:trace contextRef="#ctx0" brushRef="#br0" timeOffset="41176.79">4982 1540 10880,'1'-13'2818,"-1"9"-2161,1 0 0,-1 0 1,0 0-1,-1 0 1,1 0-1,-1 0 0,1 0 1,-1 0-1,0 0 0,-2-3-657,-2-2 493,-1 0 0,0 0 0,-1 0-1,0 1 1,0 0 0,0 0 0,-1 1-1,-2-1-492,-23-18 972,-20-11-972,50 35 41,-12-8-16,-1 0-1,0 2 1,-1-1 0,0 2-1,0 0 1,0 1 0,-1 1-1,-12-2-24,23 6 5,-1 0 1,1 1-1,0 0 0,-1 0 0,1 0 0,0 1 0,-1 0 1,1 1-1,0 0 0,-5 1-5,7-1 1,-1 1 0,1 0 0,0-1 1,1 2-1,-1-1 0,0 0 0,1 1 0,0 0 0,0 0 1,0 0-1,0 1 0,1-1 0,0 1 0,0 0 1,0 0-2,-5 10 15,1 1 1,0 0-1,2 0 1,0 0-1,0 1 1,2 0-1,0 0 1,1 0-1,1 0 1,0 13-16,3 30 89,3-1 0,6 26-89,-9-71 3,31 168-76,26 69 73,-44-190-557,-2-18-522,-8-27-441,0 1 0,0 8 1520,-4-19-1455,0 0-1,-1 0 1,0 1-1,0-1 0,-1 2 1456,1-7-361,-2 9-2829,2-10 3060,0 0 0,0 0 0,0 1-1,0-1 1,-1 0 0,1 0 0,0 0-1,0 0 1,0 1 0,0-1 0,-1 0-1,1 0 1,0 0 0,0 0 0,0 0-1,-1 0 1,1 0 0,0 0 0,0 0-1,0 1 1,-1-1 0,1 0 0,0 0-1,0 0 1,-1 0 0,1 0 0,0 0-1,0-1 1,0 1 0,-1 0 0,1 0-1,0 0 1,0 0 0,-1 0 0,1 0 0,0 0 129,-5-4-2905</inkml:trace>
  <inkml:trace contextRef="#ctx0" brushRef="#br0" timeOffset="41508.87">4227 1847 13184,'-22'-11'4287,"20"11"-3935,1-1 0,-1 1 0,1-1 0,-1 1 0,1-1-1,-1 1 1,1 0 0,-1 0 0,1 0 0,-1 0-352,-2 1 1121,6-1 453,8 6 548,15-3-1969,0 0-1,0-2 1,0 0-1,2-2-152,101-11-791,-93 9 199,93-15-3448,-43 4-3322,-42 8 3714</inkml:trace>
  <inkml:trace contextRef="#ctx0" brushRef="#br0" timeOffset="42395.75">5761 1612 9856,'-30'-8'6576,"29"8"-6450,1-1 0,0 1 0,0 0 0,-1 0 0,1 0 0,0 0 0,0 0 1,-1-1-1,1 1 0,0 0 0,0 0 0,-1 0 0,1 0 0,0 0 0,-1 0 1,1 0-1,0 0 0,-1 0 0,1 0 0,0 0 0,0 0 0,-1 0 1,1 0-1,0 1 0,-1-1 0,1 0 0,0 0 0,0 0 0,-1 0 0,1 0 1,0 1-1,0-1 0,-1 0 0,1 0 0,0 0 0,0 1 0,0-1 1,-1 0-1,1 0 0,0 1 0,0-1 0,0 0 0,0 0 0,0 1 0,0-1 1,0 0-1,-1 0 0,1 1 0,0-1 0,0 0-126,1 21 606,0-8-239,0 62 807,10 61-1174,-9-105 1079,-2-28-356,-1-18-515,2-13-211,1 0-1,2 1 1,0 0-1,2-1 0,1 2 1,1-1-1,2 1 1,0 0-1,6-9 4,-12 26-43,1 1 0,-1 0 0,1-1 0,1 2-1,2-4 44,-7 10-17,1-1 0,0 0 0,0 0 0,-1 1-1,1-1 1,0 1 0,1 0 0,-1 0-1,0-1 1,2 1 17,-3 0-10,0 1 1,0 0-1,1 0 0,-1-1 1,0 1-1,1 0 0,-1 0 1,0 0-1,1 0 0,-1 1 1,0-1-1,0 0 0,1 0 1,-1 1-1,0-1 1,0 1-1,0-1 0,1 1 1,-1 0-1,0 0 10,4 2-2,0 1-1,-1 0 1,1 0-1,-1 1 1,0-1 0,0 1-1,-1 0 1,4 5 2,2 6 41,0 1 1,1 6-42,10 31 293,-3 0 1,10 51-294,-26-101 42,-1-2-18,8 21 373,-8-23-390,0 0-1,0 1 1,0-1-1,0 0 1,1 0-1,-1 0 1,0 1-1,0-1 1,0 0-1,0 0 1,0 0-1,1 0 1,-1 0-1,0 1 1,0-1-1,0 0 1,1 0-1,-1 0 1,0 0-1,0 0 1,0 0-1,1 0 1,-1 0-1,0 0 1,0 0-1,1 0 1,-1 0-1,0 0 1,0 0-1,0 0 1,1 0-1,-1 0 1,0 0-7,1-1 10,0 1 1,-1-1-1,1 1 1,0-1 0,-1 0-1,1 1 1,-1-1-1,1 0 1,-1 0 0,1 0-1,-1 1 1,1-1 0,-1-1-12,20-42 92,-4 9-155,1 1 0,1 0 0,15-19 64,-28 46-9,11-16-52,2 0 1,0 2-1,7-6 61,-20 22-12,0 0 0,0 1 0,0-1 0,1 1 0,-1 1 0,1-1 0,0 1 0,0 0 0,1 0 0,-1 0-1,1 1 1,-1 0 0,1 1 0,0-1 0,-1 1 0,4 0 12,-6 2 4,-1-1 1,1 1-1,0 0 0,-1 0 1,1 0-1,-1 0 0,0 0 1,1 1-1,-1 0 0,0 0 1,0 0-1,0 0 0,0 0 1,0 0-1,-1 1 0,1-1 1,-1 1-1,1 0-4,5 7 11,0 0 0,-1 1 1,0 0-1,3 7-11,3 11-105,-2 1 0,0 0 0,-3 1 0,6 27 105,-7-27-460,-1-1-1025,-4-16-1978,1 0 0,4 8 3463,-2-12-5418,5-2 1701</inkml:trace>
  <inkml:trace contextRef="#ctx0" brushRef="#br0" timeOffset="43467.44">7127 1615 11904,'-11'-1'2916,"8"0"-2178,-1 1-1,1-1 0,-1 1 0,1-1 0,-1-1 1,1 1-1,0 0 0,-1-1 0,-1-1-737,-3-1 471,0 1-1,0-1 1,0 1-1,0 1 1,-1-1-1,1 2 0,-3-1-470,-63-7 988,59 7-810,-2 1-102,1 0 1,0 1 0,-1 1-1,1 0 1,0 1-1,0 1 1,-3 1-77,9-1-7,0 0 0,0 1 0,0 0 0,1 1 0,-1-1 0,1 2 0,1-1 0,-1 2 0,1-1 0,0 1 0,-5 6 7,2-1 6,0 0 0,1 1 1,1 0-1,0 1 1,1 0-1,-4 9-6,9-16 14,0-1-1,1 1 0,0 0 1,0 0-1,0 0 1,1 1-1,0-1 1,0 0-1,1 0 0,0 1 1,0-1-1,0 0 1,1 1-1,0-1 1,3 7-14,-3-11 9,0 0 1,0 0 0,0-1 0,0 1 0,1 0 0,-1-1-1,1 1 1,0-1 0,0 1 0,0-1 0,0 0 0,0 1-1,1-1 1,-1-1 0,1 1 0,-1 0 0,1 0 0,-1-1 0,2 1-10,0-1-2,0 0 1,1 1 0,-1-2 0,1 1 0,-1 0 0,1-1 0,-1 0 0,1 0 0,-1 0 0,1-1 0,-1 1 0,1-1 1,11-3 4,-1-1-1,1 0 1,-1-1 0,-1-1 0,1 0 0,10-8-4,-12 8 34,-1-2 0,0 0 0,0 0 0,0-1 0,7-9-34,-14 14 11,-1-1 0,0 1-1,0-1 1,0 0 0,-1 0-1,0 0 1,0 0 0,0 0-1,-1-1 1,0 1 0,-1-1-1,1 0 1,-1 0 0,0 0-11,0-70-138,-2 42-215,3 33 178,2 7 98,7 10 63,-8-11 8,20 33-528,14 32 534,0 0-2612,-25-48-1055,2-2 1,4 7 3666,-15-23-917,1 1 1,-1 0 0,1-1 0,0 0 0,0 0 0,0 0 0,0 0 0,1-1-1,2 2 917,19 9-3130</inkml:trace>
  <inkml:trace contextRef="#ctx0" brushRef="#br0" timeOffset="43798.99">7787 1531 13440,'-4'0'1512,"0"1"0,0-1 0,0 1 1,0 0-1,0 0 0,1 0 0,-2 0-1512,-7 5 750,0 0-1,-11 7-749,-10 6 289,0-2-436,2 2 0,1 1 0,-16 14 147,-81 75-6818,114-98 3750,0-2 0,-1 0 0,0 0 0,-10 3 3068,8-3-2858</inkml:trace>
  <inkml:trace contextRef="#ctx0" brushRef="#br0" timeOffset="44130.8">7258 1568 13312,'0'0'57,"-1"0"263,1-1 0,-1 1 0,0 0-1,1-1 1,-1 1 0,0 0 0,0 0 0,1 0-1,-1-1 1,0 1 0,0 0 0,0 0 0,1 0-1,-1 0 1,0 0 0,0 1 0,1-1 0,-1 0-1,0 0 1,0 0 0,1 1 0,-1-1 0,0 0-320,2 0 283,1 1 1,-1-1-1,0 0 1,0 0-1,1 1 1,-1-1-1,0 0 0,0 1 1,0 0-1,0-1 1,0 1-1,1-1 1,-1 1-1,0 0 1,-1 0-1,1 0 1,1 1-284,25 22 159,-19-17 153,114 114-88,-68-70-258,-15-13-1634,3-2 0,2 0 1668,-38-32-925,0 0-1,0 0 1,1-1 0,-1 0 0,6 2 925,-8-4-1250,1 1 0,0-1 1,0 0-1,0 0 0,0-1 1,0 1-1,0-1 0,4-1 1250,12 1-3349</inkml:trace>
  <inkml:trace contextRef="#ctx0" brushRef="#br0" timeOffset="44771.54">7896 1629 9984,'-4'-3'1137,"-1"0"1,1 0 0,0 0 0,0-1-1,1 0 1,-4-3-1138,2 0 4290,3 0-2233,2 2-26,1 14-1182,0 7-777,0 0 0,4 15-72,-2-16-11,3 19-39,16 91-4468,-13-88-5762,4 8 10280,-4-16-3514</inkml:trace>
  <inkml:trace contextRef="#ctx0" brushRef="#br0" timeOffset="45135.01">7819 1385 13952,'-41'-12'5183,"41"12"-4031,-13-3-192,8-2-384,10 10-448,-5-5-928,0 0 416,0 0-2368,8 0 1504,11 0-4639,3 3 3295</inkml:trace>
  <inkml:trace contextRef="#ctx0" brushRef="#br0" timeOffset="45692.14">8120 1612 12800,'-4'3'1000,"1"0"1,0 0-1,0 1 1,0-1-1,1 1 1,-3 2-1001,4-3 202,0-1 1,0 1 0,0-1 0,0 1 0,1 0 0,-1-1 0,1 1-1,-1 0 1,1-1 0,0 1 0,0 0 0,1 2-203,5 49 1098,2 0 1,10 29-1099,-6-53 1123,-5-18-431,-7-12-676,0 0-1,0 0 0,0 1 0,0-1 1,0 0-1,0 0 0,0 0 0,0 0 0,0 0 1,0 0-1,0 0 0,0 0 0,0 0 1,0 0-1,0 1 0,0-1 0,0 0 0,0 0 1,0 0-1,0 0 0,0 0 0,1 0 1,-1 0-1,0 0 0,0 0 0,0 0 1,0 0-1,0 0 0,0 0 0,0 0 0,0 0 1,0 0-1,1 0 0,-1 0 0,0 0 1,0 0-1,0 0 0,0 0 0,0 0 1,0 0-1,0 0 0,0 0 0,0 0 0,1 0 1,-1 0-1,0 0 0,0 0 0,0 0 1,0 0-1,0 0 0,0 0 0,0 0 0,0 0 1,0 0-1,0-1 0,0 1 0,1 0 1,-1 0-1,0 0 0,0 0 0,0 0 1,0 0-1,0 0 0,0 0 0,0 0-15,7-36 357,-4 21-301,0 1 1,4-10-57,3-8-31,3 0 1,0 1 0,14-22 30,-25 50-2,7-14-75,2 1-1,4-5 78,-11 16-31,0 0 0,0 1 0,0-1-1,1 1 1,0 0 0,0 0 0,0 1 0,0 0 0,4-2 31,-7 4-5,0 0 1,0 1-1,1-1 1,-1 1 0,0 0-1,1-1 1,-1 1-1,0 0 1,1 0 0,-1 1-1,0-1 1,1 0-1,-1 1 1,0-1 0,1 1-1,-1 0 1,0 0-1,0 0 1,0 0 0,0 0-1,0 0 1,0 1-1,0-1 1,0 1 0,0-1-1,-1 1 1,2 1 4,3 3-11,-1 0-1,0 0 1,0 1 0,0 0 0,-1 0-1,0 0 1,1 2 11,13 34 72,-2 1 0,8 34-72,-19-59 86,1-1-1,1 1 0,0-1 1,4 6-86,-10-23 10,0 1 1,0-1 0,0 1 0,0-1 0,0 0-1,0 1 1,1-1 0,-1 0 0,1 1-11,-1-2 8,0 1-1,-1-1 1,1 0 0,-1 0 0,1 1 0,-1-1-1,1 0 1,-1 0 0,1 0 0,0 0-1,-1 0 1,1 0 0,-1 0 0,1 0-1,0 0 1,-1 0 0,1 0 0,-1 0 0,1 0-8,1-1 13,1-1 0,-1 1 1,0 0-1,0-1 0,0 1 1,0-1-1,0 0 0,0 0 1,0 0-1,0-1-13,12-15 34,-1 0-1,-1 0 1,-1-1-1,6-15-33,-11 23 0,1-2 6,10-21-47,1 2-1,2 0 1,7-7 41,-24 35-8,0 0-1,1 1 1,-1-1-1,0 1 1,1 0-1,0 0 1,0 0-1,3-1 9,-5 3-1,-1 1-1,0-1 1,1 0-1,-1 1 1,1 0-1,-1-1 1,1 1-1,-1 0 1,1 0 0,-1 0-1,1 0 1,-1 0-1,1 0 1,-1 0-1,1 0 1,-1 1-1,1-1 1,-1 1-1,0-1 1,1 1-1,-1 0 1,1-1-1,-1 1 1,0 0 0,0 0-1,0 0 1,1 0-1,-1 0 1,0 0-1,1 1 2,4 5 0,-1 0 0,1 1-1,-1 0 1,0 0 0,-1 0 0,2 5 0,20 55-105,-12-28-77,-10-29-71,6 13-1248,0 0 1,2 1 1500,-9-19-887,0-1 0,1 0 1,-1 0-1,1 0 1,0 0-1,0 0 0,1-1 1,-1 0-1,1 0 0,0 0 1,1 1 886,13 1-4704,4-2 1616</inkml:trace>
  <inkml:trace contextRef="#ctx0" brushRef="#br0" timeOffset="46123.59">9153 1568 13696,'-16'-7'4511,"16"7"-4358,-1 0 0,1 0-1,-1-1 1,1 1-1,-1 0 1,1 0-1,-1 0 1,1 0-1,-1 0 1,0 0 0,1 0-1,-1 0 1,1 0-1,-1 0 1,1 0-1,-1 0 1,1 0-1,-1 1 1,1-1 0,-1 0-1,1 0 1,-1 1-1,1-1 1,-1 0-1,1 1 1,-1-1-1,1 0 1,0 1 0,-1-1-1,1 0 1,-1 1-153,-7 15 1540,6-13-1447,0 3-38,0-1 1,1 0 0,-1 1-1,1 0 1,0-1-1,1 1 1,0 0 0,-1-1-1,2 1 1,-1 1-56,2 15 60,2-1 0,0 1-60,-3-17 23,2 9 1,1 1 0,0-1 0,1-1 0,1 1 0,0-1 0,0 0 0,6 7-24,-8-14 6,0 0 0,0-1 0,0 1-1,1-1 1,0 0 0,0 0 0,0 0 0,1-1-1,-1 0 1,1 0 0,0 0 0,1-1 0,-1 1-1,0-2 1,1 1 0,3 0-6,-4-2 14,1 0 0,-1-1-1,1 0 1,-1 0 0,0 0 0,1-1 0,-1 0-1,0 0 1,0 0 0,1-1 0,-1 0 0,0 0 0,-1-1-1,1 0 1,0 0 0,-1 0 0,1-1 0,-1 1-1,0-1 1,-1-1 0,1 1 0,1-2-14,1-3 18,0 1 1,-1-1 0,0 0-1,-1-1 1,0 0 0,0 1-1,2-9-18,0-3 81,-1 1 0,-1-1 0,1-12-81,-5 18 118,0 0-1,-1-1 1,0-1-118,-1-7 63,7 49-4,-1 16-1224,3 0 1,1-1 0,13 37 1164,-20-71-909,0 1 0,1-1 0,0 0 0,0-1 0,0 1 0,3 3 909,9 7-5154,2-3 1661</inkml:trace>
  <inkml:trace contextRef="#ctx0" brushRef="#br0" timeOffset="46792.13">9713 1609 12032,'-26'-28'7231,"25"27"-7137,1 1-1,0 0 0,0 0 0,0 0 0,-1-1 1,1 1-1,0 0 0,0 0 0,-1 0 0,1 0 1,0 0-1,0 0 0,-1 0 0,1 0 0,0-1 1,0 1-1,-1 0 0,1 0 0,0 0 0,0 0 1,-1 0-1,1 0 0,0 0 0,0 0 0,-1 1 1,1-1-1,0 0 0,0 0 0,-1 0 0,1 0 1,0 0-1,0 0 0,-1 0-93,-6 10 1254,5-7-1137,0 1 1,1-1-1,0 1 1,0 0-1,0 0 1,0 2-118,-1 13 101,2 1 1,0-1-1,2 1 0,0-1 1,1 0-1,1 0 0,0 0 1,2 0-1,0-1 0,1 0-101,-5-13 64,-1-1-1,1 0 1,0 0 0,0 0-1,1 0 1,-1 0-1,1-1 1,-1 1 0,1-1-1,1 1 1,-1-1-1,0 0 1,1 0-64,-3-3 12,-1 1-1,1-1 1,0 0 0,-1 0 0,1 0 0,0 0-1,-1 0 1,1 0 0,0 0 0,-1 0 0,1 0-1,0 0 1,-1 0 0,1 0 0,0 0-1,-1 0 1,1-1 0,0 1 0,-1 0 0,1 0-1,-1-1 1,1 1 0,0-1 0,-1 1-1,1 0 1,-1-1 0,1 1 0,-1-1 0,1 1-1,-1-1 1,0 1 0,1-1 0,-1 0 0,0 1-1,1-1 1,-1 1 0,0-1 0,0 0-1,1 0-11,1-3 48,34-47 54,7-16-102,-13 19-364,24-29 364,-51 74-25,-1-1 0,1 1 0,0 0 0,0 0-1,1 0 1,-1 0 0,4-1 25,-7 3 8,1 1-1,0-1 0,0 1 1,0 0-1,0-1 1,0 1-1,1 0 0,-1 0 1,0 0-1,0 0 1,0 0-1,0 0 0,0 0 1,0 0-1,0 0 1,0 1-1,0-1 0,0 0 1,0 1-1,0-1 1,0 1-1,0-1 1,0 1-1,-1-1 0,1 1 1,0 0-1,0-1 1,0 1-1,-1 0 0,1 0 1,0-1-1,-1 1 1,1 0-1,0 0 0,-1 0 1,1 0-8,13 21 72,-1 1-1,-1 0 1,-1 1 0,0 2-72,6 11 220,3 4-220,-15-33 43,1 1 0,0-1 0,0 0 0,1 0-43,0 0 94,-6-7-85,0 0 1,-1 0-1,1-1 0,0 1 0,0-1 0,0 1 0,-1 0 1,1-1-1,0 1 0,0-1 0,0 0 0,0 1 1,0-1-1,0 0 0,0 0 0,0 1 0,0-1 0,0 0 1,0 0-1,0 0 0,0 0 0,0 0 0,0-1 1,0 1-1,0 0 0,0 0 0,0-1 0,0 1 0,0 0 1,0-1-1,0 1 0,0-1 0,0 1 0,0-1 1,-1 0-1,1 1 0,0-1 0,0 0-9,3-3 34,1 0 1,-1-1-1,0 1 0,0-1 1,-1 0-1,1 0-34,30-51 18,5-8-63,-23 41-26,2 1-1,0 1 1,2 1-1,0 1 1,6-3 71,-24 19-9,1 1 0,0 0 1,-1 1-1,1-1 0,0 0 0,0 1 1,0-1-1,0 1 0,0 0 0,0 0 1,1 1-1,-1-1 0,0 0 1,0 1-1,1 0 0,-1 0 0,1 0 9,-1 0 4,0 1 0,0 0 0,0 0 0,0 0 0,0 0 0,-1 0 0,1 0-1,0 1 1,-1-1 0,1 1 0,-1 0 0,0 0 0,1 0 0,-1 0 0,0 0 0,0 0-1,0 0 1,0 1 0,0 1-4,16 26-310,-2 0 0,9 23 310,-9-18-3108,1-1-1,4 4 3109,-18-34-995,-1 0 0,1 0 0,0 0 0,0 0 0,0 0 0,0-1-1,1 0 1,-1 0 0,1 0 0,0 0 0,0 0 0,3 1 995,11 4-3125</inkml:trace>
  <inkml:trace contextRef="#ctx0" brushRef="#br0" timeOffset="47629.94">11888 1548 10496,'-22'-33'8721,"-1"0"-3538,-50-63-2187,13 18-2068,32 44-628,-1 1 0,-2 1 0,-1 2 0,-20-15-300,41 37 12,1 1 0,-1 0 0,0 1 0,-1 0-12,6 3-19,0 0 1,0 1-1,0 0 0,0 0 1,0 1-1,0-1 1,-1 1-1,-5 0 19,9 1-16,0 1-1,0-1 1,1 1-1,-1 0 1,0 0 0,1-1-1,-1 2 1,0-1-1,1 0 1,0 0-1,-1 1 1,1 0 0,0-1-1,-1 1 1,1 0-1,0 0 1,0 1 16,-4 3-30,1 0 1,0 1-1,1 0 1,-1 0-1,1 1 30,-2 5-9,0 1-1,1 0 0,1 0 1,0 0-1,1 1 0,0-1 0,0 14 10,0-2-1,-4 27 1,3 1 0,3 0 0,1 0 0,7 38 0,21 170 59,-11-137-50,7 59-882,-17-132-348,-4-33-583,-1 0 0,0 0 0,-1 0 0,-2 13 1804,1-28-989,-1 5-422,-4-7-4040,0-2 2033</inkml:trace>
  <inkml:trace contextRef="#ctx0" brushRef="#br0" timeOffset="48005.05">11087 1684 12928,'-31'-2'4202,"22"2"-2442,-31 19 4037,40-19-5764,-1 0 0,1 0 0,0 0 0,-1 0-1,1 1 1,0-1 0,0 0 0,-1 0 0,1 0 0,0 0-1,-1 1 1,1-1 0,0 0 0,0 0 0,-1 0 0,1 1-1,0-1 1,0 0 0,0 0 0,-1 1 0,1-1 0,0 0-1,0 1 1,0-1 0,0 0 0,0 0 0,0 1 0,0-1-1,-1 0 1,1 1 0,0-1 0,0 0 0,0 1 0,0-1-1,0 0 1,0 1 0,0-1 0,1 0 0,-1 1 0,0-1-1,0 0 1,0 1 0,0-1 0,0 0 0,0 0 0,1 1-1,-1-1 1,0 0 0,0 0 0,0 1-33,13 6 150,18-1-97,0-2-1,0-1 1,1-2-1,-1-1 1,4-1-53,19 0-444,118-4-3469,-2-1-7832,-116 9 8241</inkml:trace>
  <inkml:trace contextRef="#ctx0" brushRef="#br0" timeOffset="48352.68">12034 1385 12288,'-35'-16'7546,"30"15"-4913,-1 3 403,5-1-2924,0 0-1,1 0 0,-1 0 1,0 0-1,0 0 0,1 0 1,-1 0-1,1 1 0,-1-1 1,1 0-1,0 0 0,-1 1 1,1-1-1,0 0 0,0 0 1,0 1-112,-5 24-15,2 0 0,1 1 1,1-1-1,2 21 15,-1-34-66,14 198 126,-6-138-5233,15 63 5173,-21-127-1411,-1-3 516,1-1 0,-1 1 0,1-1 0,0 1 0,1 1 895,-2-5-521,0 0 0,0-1 0,0 1 0,0-1 1,1 1-1,-1-1 0,0 1 0,1-1 0,-1 0 1,1 0-1,0 0 521,15 7-3392</inkml:trace>
  <inkml:trace contextRef="#ctx0" brushRef="#br0" timeOffset="48720.51">12176 1725 12160,'-20'-6'3978,"19"6"-3851,1 0 0,-1 0-1,1-1 1,-1 1 0,0 0 0,1-1-1,-1 1 1,1 0 0,-1-1 0,1 1-1,-1-1 1,1 1 0,-1 0 0,1-1-1,0 1 1,-1-1 0,1 0 0,0 1-1,-1-1 1,1 1 0,0-1 0,-1 1-1,1-1 1,0 0-127,-1-1 601,1 2-418,0-1-1,-1 1 1,1-1 0,0 1 0,0-1 0,0 1-1,0-1 1,-1 1 0,1-1 0,0 1 0,0-1-1,0 1 1,0-1 0,0 1 0,0-1 0,0 1-1,0-1 1,0 1 0,1-1 0,-1 1 0,0-1 0,0 1-1,0-1 1,0 1 0,1-1-183,10-14 1255,18-9-1235,-12 14-38,1 2-1,0 0 1,0 1 0,0 0-1,1 2 1,0 0 0,0 1 18,-7 2-17,0 0 0,1 0 0,-1 2 0,0-1 0,1 1 0,-1 1 0,0 0 1,0 1-1,0 1 0,0-1 0,5 3 17,-11-2 8,0-1 0,0 1 0,-1 0-1,1 0 1,-1 0 0,1 1 0,-1 0 0,0 0 0,-1 0 0,4 3-8,-5-3 22,0 0 0,0 0 0,-1 0 0,1 1 0,-1-1 0,0 1 1,0-1-1,0 1 0,-1 0 0,0 0 0,0 0 0,0 0 0,0 0 1,-1 3-23,1-1 54,-2 0 1,1 1 0,-1-1 0,0 1-1,-1-1 1,0 0 0,0 0 0,0 0 0,-1 0-1,0 0 1,0 0 0,-1-1 0,0 0 0,0 1-1,0-2 1,-1 1 0,0 0 0,0-1-1,-1 0 1,1 0 0,-1 0 0,-1 0-55,-6 2 72,0 0 1,0-1-1,-1-1 0,1 0 1,-1-1-1,0-1 1,-5 1-73,10-3 3,1 0 0,-1-1 0,0 0 0,0-1 0,1 1 0,-1-2 0,0 0-3,5 2-6,-3-2-156,-1 1 0,1-1 0,0-1-1,0 0 1,-1 0 0,2 0-1,-1-1 1,0 0 0,1 0-1,0 0 1,-1-1 0,2 0-1,-1 0 1,1-1 0,0 0-1,0 0 1,0 0 0,1 0-1,0-1 1,0 1 0,1-1-1,-1 0 1,2 0 0,-1-1-1,1 1 1,0-1 0,0 1-1,1-1 1,0 1 0,1-1-1,0 0 1,0-3 162,0 3-517,0 0 0,1 0 1,0 0-1,1 0 0,-1 1 0,2-1 1,-1 0-1,1 1 0,0 0 0,0-1 1,1 1-1,0 0 0,0 1 0,1-1 1,0 1-1,0 0 0,1 0 0,-1 0 1,7-4 516,31-19-3974,2 7 1356</inkml:trace>
  <inkml:trace contextRef="#ctx0" brushRef="#br0" timeOffset="49240.43">12771 1466 9344,'20'14'3061,"-20"-8"4021,-8 10-3730,5-12-2837,-4 10-199,0 0 1,2 0-1,-1 1 1,2 0-1,0 0 1,0 0-1,1 0 0,1 0 1,0 11-317,2-7 47,0 0 0,0 0 0,2 3-47,-1-13 71,1-1 0,0 1 0,0-1 0,1 0 0,0 0 0,0 0 0,1 0 0,1 1-71,-5-8 19,1 1-1,0-1 1,0 0-1,-1 0 1,1 0-1,0 1 0,0-1 1,0 0-1,0 0 1,0 0-1,0 0 1,1-1-1,-1 1 1,0 0-1,0 0 1,1-1-1,-1 1 1,0-1-1,2 1-18,-2-1 18,0 0-1,1 0 1,-1 0-1,0 0 1,0-1-1,0 1 1,0 0-1,0-1 1,1 1-1,-1 0 1,0-1-1,0 1 1,0-1-1,0 0 1,0 1-1,0-1 1,-1 0-1,1 0 1,0 0-18,3-3 48,0-1 0,0 0-1,0 0 1,-1-1 0,0 1 0,0-1 0,1-4-48,15-35 84,0-2-382,7-9 298,-25 54-10,0 0 0,0 0 0,1 0 0,-1 0 0,0 0 0,1 0-1,-1 0 1,1 1 0,0-1 0,0 1 0,-1-1 0,1 1 0,0-1-1,0 1 1,0 0 0,0 0 0,1 0 0,-1 0 10,0 1-9,0-1 1,1 1 0,-1 0-1,0 0 1,1 0-1,-1 0 1,0 1 0,1-1-1,-1 1 1,0-1 0,1 1-1,-1 0 1,0 0-1,0 0 1,0 0 0,0 0-1,1 1 9,92 58 47,0 0 7,-62-40-35,-18-10-12,0-2 1,0 0-1,1 0 0,9 2-7,-17-7 26,58 16 180,-58-17-102,0-1 0,0 0 0,0 0 0,1-1 0,-1 0 0,0 0 0,1-1-104,-7 1 39,0-1-1,0 1 0,0-1 0,0 1 1,0-1-1,0 0 0,0 0 0,-1 0 1,1 0-1,0 0 0,0 0 0,-1-1 0,1 1 1,-1 0-1,1-1 0,-1 1 0,0-1 1,1 0-1,-1 1 0,0-1 0,0 0 0,0 0 1,0 0-1,-1 0 0,1 0 0,0 0 1,-1 0-1,0 0 0,1 0 0,-1 0 1,0 0-39,1-10 55,-1 0 1,0 0 0,-1 0 0,0 1-1,-1-4-55,1 7 35,-12-62-2094,-9-26 2059,8 51-3648,1 19-6148,7 17 5604</inkml:trace>
  <inkml:trace contextRef="#ctx0" brushRef="#br0" timeOffset="50684.35">13633 1834 18431,'-13'-20'8803,"13"19"-8563,-1 0-1,1-1 1,0 1 0,-1 0 0,1 0 0,0-1-1,0 1 1,-1 0 0,1-1 0,0 1 0,0 0 0,0-1-1,1 1 1,-1 0 0,0-1-240,1-1 187,0 0 0,-1-1 0,0 1 0,0 0 0,0-1 0,0 1 0,0-2-187,-1-7 72,1 9-4866,0 3 2975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3:17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55 9984,'0'0'60,"0"-1"69,0 1 1,0 0 0,0 0 0,0 0 0,0-1-1,0 1 1,0 0 0,0 0 0,0 0-1,0 0 1,0-1 0,0 1 0,0 0 0,0 0-1,0 0 1,0-1 0,0 1 0,0 0 0,0 0-1,0 0 1,0-1 0,1 1 0,-1 0-1,0 0 1,0 0 0,0 0 0,0-1 0,0 1-1,0 0 1,0 0 0,1 0 0,-1 0 0,0 0-1,0 0 1,0 0 0,0-1 0,1 1-1,-1 0 1,0 0 0,0 0 0,0 0 0,1 0-1,-1 0 1,0 0 0,0 0 0,0 0 0,1 0-130,-1 0 1999,0 0-607,0 0 160,0 0-485,0 0 213,0 0-411,0 0-53,0 0-320,4 12 475,-12 471-294,5-285-507,-14 262 636,4-263-553,-8 103-21,15-175-386,5-87-498,1-26-339,-1 1-1,0-1 0,-1 6 992,0-7-2808,2-7 22,-2-10-2169,1-7 1185</inkml:trace>
  <inkml:trace contextRef="#ctx0" brushRef="#br0" timeOffset="966.32">201 8 9984,'-1'-3'906,"-2"-1"1704,3 4-2556,0 0 0,0 0 0,0 0-1,0 0 1,0 0 0,0 0 0,0 0-1,0 0 1,0 0 0,0 0 0,0 0 0,0 0-1,0 0 1,0 0 0,0 1 0,0-1 0,0 0-1,0 0 1,0 0 0,0 0 0,0 0-1,0 0 1,0 0 0,0 0 0,0 0 0,0 0-1,0 0 1,0 0 0,0 0 0,0 0-1,0 0 1,0 0 0,0 0 0,0 0 0,0 0-1,0 0 1,0 0 0,0 0 0,0 0-1,0 0 1,0 0 0,0 0 0,-1 0 0,1 0-1,0 0 1,0 0 0,0 0 0,0 0-1,0 0 1,0 0 0,0 0 0,0 0 0,0 0-1,0 0 1,0 0-54,0 1 2176,0-1-747,0 0-31,0 0-529,-1 8 534,-8 15-700,0 0 0,-2-1 1,-2 3-704,6-12 119,-9 18 17,-2-1 0,-13 16-136,-19 36 144,22-39 635,28-43-778,0 0 1,0 0 0,0 0-1,0 0 1,0 0 0,0 0 0,0 0-1,0 0 1,0 0 0,0 0 0,0-1-1,0 1 1,0 0 0,0 0 0,0 0-1,0 0 1,0 0 0,0 0-1,0 0 1,0 0 0,0 0 0,0 0-1,0 0 1,0 0 0,0 0 0,0 0-1,-1 0 1,1-1 0,0 1 0,0 0-1,0 0 1,0 0 0,0 0-1,0 0 1,0 0 0,0 0 0,0 0-1,0 0 1,0 0 0,-1 0 0,1 0-1,0 0 1,0 0 0,0 0 0,0 0-1,0 0 1,0 0 0,0 0-1,0 0 1,0 1 0,0-1 0,0 0-1,-1 0 1,1 0 0,0 0 0,0 0-1,0 0-1,1-8 8,40-69 30,-29 53-49,0 0 0,2 1 0,1 0 0,4-3 11,-13 19 31,1-1 1,-1 0 0,2 1-1,-1 1 1,1-1 0,0 1-1,0 0 1,1 1 0,0 0-1,0 0 1,0 1-1,6-2-31,-13 6 11,0 0 0,1-1 0,-1 1 0,0 0 0,0 0 0,1 0 0,-1 0 0,0 0 0,1 1-1,-1-1 1,0 1 0,0-1 0,0 1 0,1 0 0,-1 0 0,0 0 0,0 0 0,0 0-1,-1 1 1,1-1 0,0 0 0,0 1 0,-1 0 0,1 0-11,6 6 3,-1 0-1,0 0 1,-1 1 0,3 5-3,-7-11 5,84 140-1177,-30-45-7912,-38-69 5602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3:19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547 71 13696,'-18'-20'8063,"14"15"-4928,0 1-2678,0 1 0,1-1 0,-1 0 0,0 1 0,-1 0 0,-3-3-457,0 3 54,1 0 0,-1 0 0,0 1 0,0 0-1,0 0 1,0 0 0,0 1 0,0 1-1,0-1 1,-1 1 0,1 1 0,-4 0-54,-6 2-21,0 2 1,0 0 0,0 1-1,1 0 1,0 2 0,0 0-1,-11 7 21,2 1-33,0 2-1,1 0 0,1 2 0,-4 5 34,17-15-69,0 1-1,1 0 0,0 0 0,1 1 1,0 0-1,-2 4 70,10-13-17,0 0-1,-1-1 1,1 1-1,0 0 1,0 0 0,1 0-1,-1 0 1,1 0-1,-1 0 1,1 0 0,0 0-1,0 0 1,0 0-1,1 3 18,0-3-12,0 0 0,0-1-1,0 1 1,0 0-1,1-1 1,-1 1 0,1-1-1,0 0 1,0 1-1,0-1 1,0 0 0,0 0-1,0 0 1,0 0-1,1-1 1,-1 1 0,1-1-1,0 1 13,28 14-57,1-1-1,19 5 58,19 9 14,-28-10 81,31 21-95,-62-33 18,1 1-1,-1 0 1,-1 1-1,1 0 0,-2 0 1,1 1-1,-1 1 1,0 0-19,-6-7 24,-1 0-1,1 0 0,-1 1 0,0-1 1,0 0-1,-1 1 0,0-1 0,1 1 0,-1-1 1,-1 1-1,1 0 0,-1-1 0,0 1 0,0 0 1,0-1-1,0 1 0,-1 2-22,-1-1 19,1 0 0,-1 0 0,0 0 0,-1 0 0,1-1 0,-1 1 0,0-1 0,-1 0 0,1 0 0,-1 0 0,0 0 0,0 0-1,-1 0-18,-7 7 13,0-1 0,-1 0-1,0-1 1,-1 0 0,0-1-1,0-1 1,-1 0 0,-13 5-13,15-9-120,0 0 1,-1-1-1,0-1 1,1 0-1,-1 0 1,0-2-1,0 1 0,0-2 1,1 0-1,-8-2 120,13 2-385,1 0 0,0-1-1,0 0 1,-1-1 0,1 0-1,1 0 1,-1 0 0,0-1-1,1 0 1,0 0 0,0 0-1,0-1 1,0 0 0,1 0-1,0-1 1,0 0-1,0 0 1,1 0 0,-4-5 385,7 9-446,0 0 0,-1 0 0,1-1 1,0 1-1,0-1 0,1 1 0,-1-1 0,0 1 1,1-1-1,-1 1 0,1-1 0,0 1 0,0-1 1,0 0-1,0 1 0,0-1 0,1 1 446,7-19-3370</inkml:trace>
  <inkml:trace contextRef="#ctx0" brushRef="#br0" timeOffset="486.7">638 471 13952,'-5'3'4701,"5"-8"-1860,1 1-1210,2 4-1331,-1-1 0,1 0 0,0 1 0,0-2 0,0 1 1,-1 0-1,1 0 0,0-1-300,27-11 52,-15 9-36,-1 2-1,1-1 1,0 2-1,0 0 1,0 1 0,-1 0-1,1 1 1,0 1 0,0 0-1,-1 1 1,1 1 0,-1 0-1,0 1 1,0 1 0,5 3-16,-16-8 34,0 1 0,0 0 0,0-1 0,0 1 0,0 1 0,-1-1 0,1 0 0,-1 1 0,0-1 0,0 1 0,0 0 0,0-1 1,0 1-1,-1 0 0,1 0 0,-1 0 0,2 3-34,-2-1 57,-1-1 1,1 1 0,-1-1-1,1 1 1,-1-1-1,0 0 1,-1 1 0,1-1-1,-1 1 1,0-1-1,0 0 1,0 1 0,-2 1-58,-1 6 76,-2 1 1,0-1-1,0-1 1,-1 1 0,0-1-1,-1 0 1,-1-1 0,-3 4-77,5-7 19,0 0 1,1-1-1,-2 0 1,1-1-1,-1 0 1,0 0 0,0 0-1,0-1 1,-1 0-1,1-1 1,-1 0-1,-6 1-19,10-3-57,0-1 0,-1 1 0,1-2-1,-1 1 1,1 0 0,0-1-1,0 0 1,-1 0 0,1-1 0,0 1-1,0-1 1,0-1 0,0 1-1,1 0 1,-1-1 0,0 0 0,0-1 57,0 1-187,1 0 0,0-1 0,0 0 0,0 1 1,0-1-1,0-1 0,1 1 0,-1-1 0,1 1 1,0-1-1,1 0 0,-1 0 0,1 0 1,0 0-1,0 0 0,0-3 187,2 3-434,-1 0 1,1 0-1,0 0 0,0 0 1,1-1-1,0 1 0,0 0 1,0 0-1,0 0 0,1 0 1,0 0-1,0 1 0,0-1 1,1 0-1,-1 1 0,3-4 434,2 0-1246,0-1 0,0 1-1,1 0 1,-1 0-1,2 1 1,-1 0-1,2 0 1247,22-12-2730</inkml:trace>
  <inkml:trace contextRef="#ctx0" brushRef="#br0" timeOffset="950.93">1043 436 9472,'1'1'562,"0"-1"0,-1 1 0,1 0 0,-1 0 0,1 0 0,-1 0 0,1 0 1,-1 0-1,0 0 0,1 0 0,-1 0 0,0 0 0,0 0 0,0 0 0,0 0 0,0 0 1,0 1-563,0 24 5863,-1-14-5885,2 2 39,0-1 1,1 1 0,0-1 0,1 0 0,0 1 0,1-2 0,1 1 0,0 0 0,5 7-18,-5-10 5,1 0 0,0 0 1,1-1-1,0 1 0,0-2 0,1 1 0,0-1 1,0 0-1,1-1 0,0 0 0,7 4-5,-12-9 0,0 0-1,0 0 1,0-1-1,0 0 0,1 1 1,-1-2-1,0 1 1,1 0-1,-1-1 1,1 0-1,-1 0 0,1 0 1,-1 0-1,3-1 1,-3 0 3,0 0-1,-1 0 0,1 0 1,0 0-1,-1 0 0,1-1 1,-1 0-1,1 1 0,-1-1 1,0-1-1,0 1 0,0 0 1,0-1-1,0 0 1,0 1-1,-1-1 0,2-1-2,0-2 84,-1 1-1,1-1 0,-1 0 1,0 0-1,0 0 1,0 0-1,-1 0 0,0-1 1,-1 1-1,1-1 1,-1-4-84,2-9 260,1-19 1469,-1-13-1729,-3 52-3,0 0 1,0 0-1,0 0 1,0 0-1,0 0 1,0 0-1,0 0 1,0 0-1,0 0 0,0 0 1,0 0-1,0 0 1,0 0-1,1 0 1,-1 0-1,0 0 1,0 0-1,0 0 1,0 0-1,0 1 0,0-1 1,0 0-1,0 0 1,0 0-1,0 0 1,0 0-1,0 0 1,1 0-1,-1-1 1,0 1-1,0 0 1,0 0-1,0 0 0,0 0 1,0 0-1,0 0 1,0 0-1,0 0 1,0 0-1,0 0 1,0 0-1,0 0 1,0 0-1,0 0 1,1 0-1,-1 0 0,0 0 1,0 0-1,0 0 1,0 0-1,0-1 1,0 1-1,0 0 1,0 0-1,0 0 1,0 0-1,0 0 1,0 0-1,0 0 0,0 0 1,0 0-1,0 0 1,0 0 2,7 9-71,6 15 51,-4 1-257,-1 0-1,0 6 278,-1-6-2096,1 0 1,2 5 2095,-6-21-1015,8 18-3705,-11-26 4190,0 0 1,-1 0 0,1 0-1,0 0 1,0 0-1,0 0 1,0 0 0,0 0-1,0 0 1,0 0 0,0 0-1,0-1 1,0 1 0,1 0-1,-1-1 1,0 1-1,1-1 1,0 1 529,11 0-3157</inkml:trace>
  <inkml:trace contextRef="#ctx0" brushRef="#br0" timeOffset="1336.06">1593 513 12288,'-1'0'542,"0"-1"1,1 1-1,-1 0 0,0-1 1,0 1-1,-1 0 1,1 0-1,0 0 1,0-1-1,0 1 1,0 0-1,0 1-542,1-2 76,0 1 0,-1 0-1,1 0 1,0 0 0,0 0-1,0 0 1,0 0 0,-1 0-1,1 0 1,0 0 0,0 0-1,0 0 1,0 0 0,-1 0 0,1 1-1,0-1 1,0 0 0,0 0-1,0 0 1,0 0 0,-1 0-1,1 0 1,0 0 0,0 0 0,0 0-1,0 1 1,0-1 0,0 0-1,-1 0 1,1 0 0,0 0-1,0 0 1,0 0 0,0 1 0,0-1-1,0 0 1,0 0 0,0 0-1,0 0 1,0 1 0,0-1-1,0 0 1,0 0 0,0 0-1,0 0 1,0 1 0,0-1 0,0 0-1,0 0 1,0 0 0,0 0-1,0 0 1,0 1 0,0-1-1,0 0 1,0 0 0,0 0 0,1 0-1,-1 1-75,0 2 241,1 0 0,-1 0 0,1 1 0,-1-1 0,0 1 0,0-1 0,-1 0 0,1 1 0,-1 1-241,1-3 66,-2 15 19,2 0 1,0-1-1,1 1 0,1 0 1,0 0-1,2-1 0,3 12-85,-4-15 560,-1-1 0,0 1 0,-1 0 0,-1 5-560,0-64-33,2 1-1,1-1 1,3 1 0,2-7 33,-6 47-273,0-1-1,0 1 1,0-1 0,0 1 0,1-1-1,0 1 1,0 0 0,0 0 0,1 1-1,0-1 1,0 1 0,0 0 0,0 0 0,1 0-1,-1 0 1,1 1 0,0-1 0,0 1-1,0 1 1,2-1 273,12-5-2865,1 0-1,0 2 1,0 1 0,21-3 2865,-26 5-1900,12-2-1140</inkml:trace>
  <inkml:trace contextRef="#ctx0" brushRef="#br0" timeOffset="2343.38">2172 491 12544,'-9'-7'8562,"9"5"-4904,1 0-1393,-4 0-1665,1-1 1,0 1 0,-1 0 0,0 0 0,1 0 0,-3-1-601,3 2 6,-1 0 0,1 0 1,-1 0-1,0 0 0,1 0 0,-1 1 1,0-1-1,0 1 0,1 0 0,-1 0 1,0 0-1,0 0 0,0 0 1,1 0-1,-1 1 0,0 0 0,1-1 1,-1 1-1,0 0 0,1 0 0,-1 0 1,1 1-1,-1-1 0,1 1 1,0-1-1,-1 1 0,1 0 0,0 0 1,0 0-1,0 1-6,-5 4-29,1 0 0,1 0 0,-1 1 0,1 0 1,0 0-1,1 0 0,0 0 0,-3 8 29,1 4-95,0 0 0,1 0 0,-2 13 95,6-23-103,0 1 0,0-1 0,1 0 0,0 1 0,1-1 0,0 0 0,1 0 0,1 4 103,-2-11-92,0 0 0,0 0 0,0-1 0,0 1 0,1 0 0,-1 0 0,1-1 0,0 1 1,0-1-1,0 1 0,0-1 0,0 0 0,1 1 0,-1-1 0,0-1 0,3 3 92,0-2-264,-1 0-1,1 0 0,0 0 1,0 0-1,-1-1 0,1 0 1,0 0-1,0 0 0,0-1 1,1 0 264,11 0-1408,1-1 0,-1 0 0,1-2 0,-1 0 0,9-3 1408,8-3-2818,27-6 750,-48 12 3448,0 1-1,-1 1 1,9 0-1380,-17 1 1062,0 0-1,0 1 1,1 0-1,-1 0 1,0 0-1,2 1-1061,-3-1 336,0 0 0,0 0 0,0 0 0,0 0-1,0-1 1,1 0 0,-1 1 0,0-1 0,0 0 0,0-1 0,1 1-336,-1-1 26,1 0 0,-1 0 0,0 0 0,0 0 0,1-1 0,-1 1 0,0-1 0,-1 0 0,1 0 0,0 0 0,0 0 0,0-1-26,4-4 33,1-2 1,-1 1 0,0-2-34,15-16 83,-11 13-12,1-1 1,-2 0 0,0-1-1,1-3-71,-7 11 121,0 0 0,-1 0-1,0 0 1,0-1 0,-1 1-1,0-1 1,0 1 0,-1-1-1,0 0 1,0-5-121,-1 10 4,0 1-1,0 0 0,-1 0 1,1-1-1,-1 1 1,1 0-1,-1 0 1,0 0-1,0 0 1,0 0-1,0 0 1,0 0-1,0 0 0,-1 0 1,1 0-1,-1 1 1,1-1-1,-1 0 1,0 1-1,1 0 1,-1-1-1,0 1 0,0 0 1,0 0-1,0 0 1,0 0-1,0 0 1,0 0-1,-1 1 1,1-1-1,0 1-3,-3-1-1,1 0 0,0 0 0,-1 1 0,1 0 0,-1-1 0,1 2-1,-1-1 1,1 1 0,-1-1 0,1 1 0,0 0 0,-1 1 0,1-1 0,0 1 0,-4 2 1,2 0 35,0 1 1,0-1 0,0 1 0,0 1-1,1-1 1,0 1 0,0 0-1,1 0 1,-1 1 0,1-1-1,1 1 1,-1 0 0,1 0 0,1 0-1,-1 1 1,1-1 0,0 0-1,1 1 1,-1 5-36,1-8 13,1 0 0,0 0 0,0 0 0,0 1 0,0-1 0,1 0 0,0 0 0,0 0 0,0 0 0,1 0 0,-1 0 0,1 0 0,0-1 0,1 1 0,-1-1 0,1 1 0,0-1 0,0 0 0,1 0 1,-1 0-1,1 0 0,-1-1 0,1 0 0,0 1 0,1-1 0,-1-1 0,0 1 0,1-1 0,4 3-13,12 2-110,-1 0 0,1-2 1,0 0-1,0-1 0,12 0 110,35 1-2412,6-3 2412,5 0-3850,-50-3 92,3 1-1043,-10 3-1423,-4 4 2352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3:25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598 151 12032,'3'-7'7043,"3"1"-3652,3-6-839,-8 8-2416,0 1-1,0 0 1,-1-1-1,1 1 1,-1-1 0,1 1-1,-1-1 1,0 1 0,-1-1-1,1 1 1,0 0 0,-1-1-1,0 1 1,0-1 0,0 1-1,0 0 1,0 0-1,-1 0 1,0-1 0,1 1-1,-1 1 1,0-1 0,-1 0-1,1 0 1,0 1 0,-1-1-1,1 1 1,-1 0-1,0 0 1,-2-1-136,-5-2 10,0 0-1,0 1 1,0 0-1,-1 1 1,0 1-1,0-1 1,0 2-1,0-1 1,0 1 0,0 1-1,0 0 1,0 1-1,-3 1-9,-15 2-37,1 1-1,1 1 0,-1 2 0,-20 8 38,21-4-18,0 1-1,1 1 0,0 1 1,1 1-1,1 1 0,1 2 1,0 0-1,-2 4 19,21-19-15,0 0-1,0 1 1,1-1-1,-1 0 1,1 1-1,0 0 1,0 0-1,0 1 16,3-5-5,-1 1-1,0-1 0,1 1 1,0-1-1,-1 1 1,1-1-1,0 1 0,0-1 1,0 1-1,0-1 0,0 1 1,0-1-1,0 1 1,1-1-1,-1 1 0,0-1 1,1 1-1,-1-1 0,1 1 1,0-1-1,-1 0 0,1 1 1,0-1-1,0 0 1,0 1-1,0-1 0,0 0 1,0 0-1,0 0 0,0 0 1,1 0-1,0 0 6,6 5-38,1-1 1,0 0-1,0-1 0,0 0 0,0 0 0,8 1 38,16 4-96,12 0 96,4 1-13,15 6-208,31 12 221,-74-20-25,-1 0 1,0 1-1,0 1 1,-1 1 0,0 0-1,8 9 25,-22-17-11,-1 1 0,0 0-1,0 0 1,0 0 0,0 0 0,-1 1-1,0-1 1,0 1 0,0 0 0,0 0-1,-1 0 1,0 0 0,0 1 0,0-1-1,0 2 13,-2-3 3,1 1 0,-1-1 0,0 1 1,0-1-1,0 1 0,-1-1 1,1 1-1,-1-1 0,0 1 1,-1-1-1,1 1 0,-1-1 1,1 0-1,-1 0 0,-1 0 1,1 0-1,0 0 0,-2 1-4,-4 4 25,0-1 0,0 1-1,-1-1 1,0-1 0,0 1-1,-1-2 1,0 1 0,0-1-1,0-1 1,-1 0 0,0 0-1,0-1 1,-7 1-25,-2 1-36,0-2 0,0 0 0,-1-2 0,1 0 1,-1-1-1,1-1 0,-11-1 36,14-1-321,0-1-1,1-1 1,0 0 0,0-1 0,0-1-1,0 0 1,1-1 0,0-1 0,1 0 0,0-1-1,0-1 1,0 0 0,-6-8 321,18 17-238,0-1 0,0 0 1,0 0-1,1 1 0,-1-1 1,1 0-1,0-1 0,-1 1 0,1 0 1,0 0-1,0 0 0,1-1 0,-1 1 1,0 0-1,1-1 0,-1 1 1,1-1-1,0 1 0,0-1 0,0 1 1,0-1-1,0 1 0,0 0 0,1-1 1,-1 1-1,1-1 0,0 1 1,0 0-1,-1-1 0,2 1 0,-1 0 1,0 0-1,0 0 0,1 0 1,-1 0-1,1 0 0,-1 0 0,1 0 1,0 1-1,0-1 238,26-21-4363,7 3 1441</inkml:trace>
  <inkml:trace contextRef="#ctx0" brushRef="#br0" timeOffset="320.42">785 395 12032,'0'0'160,"0"0"-1,0 0 1,0 0 0,0 0 0,0 0 0,0 0 0,0 0 0,0 0-1,0 0 1,0 0 0,0 0 0,1 0 0,-1 0 0,0 0 0,0 0 0,0 0-1,0 0 1,0 0 0,0 0 0,0 0 0,0 0 0,0 1 0,0-1 0,0 0-1,0 0 1,0 0 0,0 0 0,0 0 0,0 0 0,0 0 0,0 0 0,0 0-1,0 0 1,0 0 0,0 0 0,0 0 0,0 0 0,0 1 0,0-1 0,0 0-1,0 0 1,0 0 0,0 0 0,0 0 0,0 0 0,0 0 0,0 0-1,0 0 1,0 0 0,0 0 0,0 0 0,-1 0 0,1 0 0,0 0 0,0 0-1,0 0 1,0 0 0,0 0 0,0 0 0,0 1 0,0-1 0,0 0 0,0 0-160,10 7 3680,-6-4-3620,-1 0 1,1 0-1,0 0 0,-1 0 0,0 0 0,0 1 1,0 0-1,1 0-60,4 17 64,-2-1 0,0 2 0,-1-1 1,0 0-1,-2 1 0,0 7-64,2 16 42,0-1-93,-4-26-1686,2 1-1,3 13 1738,-7-32-106,1 0-1,0 1 1,0-1-1,0 0 1,0 0 0,0 0-1,0 1 1,0-1-1,0 0 1,0 0-1,0 1 1,0-1-1,0 0 1,0 0 0,1 0-1,-1 1 1,0-1-1,0 0 1,0 0-1,0 0 1,0 0-1,0 1 1,0-1 0,1 0-1,-1 0 1,0 0-1,0 0 1,0 1-1,0-1 1,1 0-1,-1 0 1,0 0-1,0 0 1,0 0 0,1 0-1,-1 0 1,0 0-1,0 0 1,0 0-1,1 0 1,-1 1-1,0-1 1,0 0 0,0 0-1,1-1 1,-1 1-1,0 0 1,0 0-1,0 0 1,1 0-1,-1 0 1,0 0-1,0 0 1,0 0 0,1 0-1,-1 0 1,0 0-1,0-1 1,0 1-1,1 0 1,-1 0-1,0 0 1,0 0 0,0 0-1,0-1 1,0 1-1,0 0 1,1 0-1,-1 0 1,0-1 106,8-14-5359,1-4 1242</inkml:trace>
  <inkml:trace contextRef="#ctx0" brushRef="#br0" timeOffset="662.96">859 62 12800,'-24'-9'4831,"19"9"-3775,2 0 0,3 0-224,0 0-992,0 0-352,3 5-1312,7 4-575,4-1-2561,-1-1-1056</inkml:trace>
  <inkml:trace contextRef="#ctx0" brushRef="#br0" timeOffset="1010.78">1017 442 11520,'-1'6'1068,"0"1"0,1-1 0,-1 0 0,1 1 0,1-1 1,0 7-1069,10 36 2638,-7-37-2304,-1 0-1,-1 1 0,0-1 1,0 1-1,-2 0-333,0 14 1707,0-26-1174,0-15 848,1 2-1313,0-1-1,1 0 1,0 1-1,1 0 1,0-1 0,1 1-1,0 0 1,2-1-68,1-3-56,1 1 0,0 0 0,2 0 0,-1 1 1,9-9 55,-12 16 10,1 0 0,-1 0 0,1 0 0,1 1 0,-1 1 1,1-1-1,7-4-10,-12 9 5,-1 0 1,1 0-1,-1 0 1,1 0-1,0 0 1,-1 0-1,1 1 0,0-1 1,0 1-1,0 0 1,-1 0-1,1 0 1,0 0-1,0 0 1,0 0-1,-1 1 1,1 0-1,0-1 0,-1 1 1,1 0-1,0 0 1,-1 1-1,1-1 1,-1 0-1,0 1 1,1-1-1,-1 1 1,2 2-6,4 4 22,0 1 1,0 0 0,-1 1 0,0-1 0,-1 2 0,0-1 0,-1 1 0,0-1 0,4 13-23,4 16-185,-3 2 0,1 8 185,-1-5-476,-5-3-563,-1-7-2318,2-14-3212,-6-20 6493,0 0 0,0 0 1,0 0-1,0 0 1,0 0-1,0 0 1,0 1-1,0-1 1,0 0-1,0 0 1,0 0-1,0 0 1,1 0-1,-1 0 0,0 0 1,0 0-1,0 0 1,0 0-1,0 0 1,0 1-1,0-1 1,0 0-1,0 0 1,0 0-1,0 0 1,0 0-1,0 0 0,1 0 1,-1 0-1,0 0 1,0 0-1,0 0 1,0 0-1,0 0 1,0 0-1,0 0 1,0 0-1,0 0 1,1 0-1,-1 0 0,0 0 1,0 0-1,0 0 1,0 0-1,0 0 1,0 0-1,0 0 1,0 0-1,0 0 1,1 0-1,-1 0 1,0 0-1,0 0 0,0 0 1,0 0 75,3-6-2999,-1 3 1342,7-6-1484</inkml:trace>
  <inkml:trace contextRef="#ctx0" brushRef="#br0" timeOffset="1367.53">1513 18 12160,'-3'0'505,"1"0"320,0 0 0,-1 0 0,1 0 0,-1 0 0,1 0 0,0 1 0,-1 0 0,1-1-825,1 1 154,0-1 0,1 1 0,-1-1 0,0 0 1,1 1-1,-1 0 0,1-1 0,-1 1 1,1-1-1,-1 1 0,1 0 0,-1-1 1,1 1-1,0 0 0,-1-1 0,1 1 0,0 0 1,-1 0-1,1-1 0,0 1 0,0 0 1,0 0-1,0-1 0,0 1 0,0 0 0,0 0 1,0 0-155,4 102 2760,10 47-2760,-1-28 109,4 34-671,-2-54-3857,-15-99 3961,6 24-1366,-6-26 1498,0 0-1,1 0 1,-1 0-1,1 0 1,-1 0-1,0 0 0,1 0 1,0-1-1,-1 1 1,1 0-1,0 0 1,-1-1-1,1 1 1,0 0-1,0-1 1,-1 1-1,1 0 1,0-1-1,0 1 1,0-1-1,0 0 1,0 1-1,1-1 327,10-1-6341</inkml:trace>
  <inkml:trace contextRef="#ctx0" brushRef="#br0" timeOffset="1746.16">1897 268 13568,'-1'2'8231,"-3"3"-4213,1 0-3969,0-1 0,0 0-1,-1 0 1,1-1 0,-1 1 0,0-1 0,-1 1-49,-59 29 174,-2-3-1,0-3 0,-2-3 1,-3-2-174,68-21 11,-34 11 25,35-11-26,-1 0 0,1 0-1,0 0 1,0 0 0,-1 1 0,1-1 0,0 1 0,0-1-1,0 1 1,1 0 0,-1 0 0,-1 1-10,3-3 12,0 1 0,0-1 1,1 1-1,-1-1 0,0 0 1,0 1-1,0-1 0,0 0 1,1 1-1,-1-1 0,0 0 1,0 1-1,1-1 0,-1 0 1,0 0-1,1 1 0,-1-1 1,0 0-1,1 0 0,-1 1 1,0-1-1,1 0 0,-1 0 1,1 0-13,12 7 34,-11-6-12,48 25 167,95 53 97,-104-54-212,-2 1 1,18 17-75,-3 3 146,-2 3 1,37 46-147,-62-68-272,-25-25-240,-2-2-501,8-22-6859,-8 0 2214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3:23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301 167 8320,'-1'-1'243,"0"0"0,1 0-1,-1 0 1,0-1 0,1 1 0,0 0 0,-1 0 0,1-1 0,0 1 0,0 0 0,-1 0 0,1-1 0,0 1 0,0 0-1,0-1 1,1 1 0,-1 0 0,0 0 0,0-1 0,1 1 0,-1 0 0,1 0 0,-1-1 0,1 1 0,-1 0-1,1 0 1,0 0 0,0 0 0,-1 0 0,1 0 0,0 0 0,0 0 0,0 0 0,0 1 0,0-1 0,0 0 0,0 0-1,0 1 1,1-1 0,-1 1 0,0-1 0,1 1-243,6-7 1945,-8 7-1822,1-1 0,-1 1 0,1 0 1,-1-1-1,1 1 0,0-1 0,-1 1 0,1 0 0,-1-1 0,1 1 0,0 0 0,-1-1 0,1 1 0,-1 0 1,1 0-1,0 0-123,0 0 741,-1 0-74,0 0-33,-3 87 1241,-6 14-1875,2-17 232,-10 344 201,19 6-112,0-125 498,-10 272 56,7-441-589,2-85-151,-5-29-606,1-21-322,0-17-215,1-13-1539,1-1 1,2-17 2546,0-4-2864,-1-35-1968,0-15-410</inkml:trace>
  <inkml:trace contextRef="#ctx0" brushRef="#br0" timeOffset="858.65">400 69 9472,'-2'-2'427,"-9"-10"5181,11 11-5375,-1 1 1,0 0 0,1-1-1,-1 1 1,0 0-1,1 0 1,-1 0 0,0-1-1,0 1 1,1 0 0,-1 0-1,0 0 1,0 0 0,1 0-1,-1 1 1,0-1 0,1 0-1,-1 0 1,0 0-234,-4 2 179,0 0-1,0 1 1,1-1-1,-1 1 1,1 0-1,-1 0 1,1 0 0,0 1-1,0-1 1,1 1-1,-2 1-178,-10 13 357,-12 19-357,14-20 218,-10 14 24,-27 35 1356,-56 59-1598,82-99 419,15-15 61,-2 1 1,1-2-1,-2 0 1,-8 6-481,23-18 52,-1 0 0,0 0-1,0 0 1,0-1 0,0 1 0,0-1 0,-1 0 0,1-1-52,7-9 76,33-45-94,-3-1 1,-1-5 17,-10 16 85,2 1-1,1 2 0,34-37-84,-61 78 36,1 0 0,-1 0 0,1 0 0,4-3-36,-8 6 8,0 1 0,0-1 0,0 0-1,0 1 1,0-1 0,1 1 0,-1-1 0,0 1 0,0 0 0,0-1 0,1 1 0,-1 0 0,0 0 0,0 0-1,1 0 1,-1 0 0,0 0 0,1 0 0,-1 0 0,0 0 0,0 1 0,0-1 0,1 1 0,-1-1 0,1 1-9,1 3 16,1-1-1,0 1 1,-1 1-1,0-1 0,0 0 1,0 1-1,0 0 1,-1 0-1,0-1 0,0 2-14,35 88 48,-19-47 54,14 28-102,-12-39-44,1 0 0,2-1 0,2-1 0,12 13 44,23 27-3287,-22-22-8188,-26-32 7427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4:08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31 111 14080,'-20'0'4591,"20"1"-4380,-1-1 0,1 0 0,-1 0-1,1 0 1,-1 0 0,1 0 0,-1 1 0,1-1-1,-1 0 1,1 0 0,-1 1 0,1-1-1,-1 0 1,1 1 0,0-1 0,-1 0-1,1 1 1,-1-1 0,1 1 0,0-1 0,0 1-1,-1-1 1,1 0 0,0 1 0,0 0-211,4 0 1434,0 3-1400,0-1 0,1 0 0,-1 0 0,1 0 0,-1-1 0,1 0 0,0 0 0,0 0 0,0 0 0,0-1 0,0 0 0,0 0 0,0 0-1,1 0 1,3-1-34,14 0-180,0-1 1,0-1-1,4-2 180,11 0-946,-19 3 352,-7 0-830,-1 0 1,0 0 0,0-1-1,3-2 1424,4-1-5167,-4 4 1631</inkml:trace>
  <inkml:trace contextRef="#ctx0" brushRef="#br0" timeOffset="353.51">58 31 14720,'-27'4'4735,"27"-4"-4678,0 0 0,-1 0 0,1 0 0,0 0 0,0 1-1,0-1 1,-1 0 0,1 0 0,0 0 0,0 0 0,-1 0-1,1 0 1,0 0 0,0 0 0,-1 0 0,1 0 0,0 0-1,0 0 1,0-1 0,-1 1 0,1 0 0,0 0 0,0 0-1,-1 0 1,1 0 0,0 0 0,0 0 0,0-1 0,0 1-1,-1 0 1,1 0 0,0 0 0,0 0 0,0-1 0,0 1-57,-10-12 1616,9 12-1540,1 0 1,0 0 0,0 0-1,0 0 1,0-1-1,-1 1 1,1 0 0,0 0-1,0 0 1,0 0 0,0-1-1,-1 1 1,1 0-1,0 0 1,0 0 0,0-1-1,0 1 1,0 0 0,0 0-1,0 0 1,0-1-1,0 1 1,0 0 0,0 0-1,0-1 1,0 1 0,0 0-1,0 0 1,0-1-1,0 1 1,0 0 0,0 0-1,0 0 1,0-1 0,0 1-1,0 0 1,0 0 0,0 0-1,0-1 1,1 1-1,-1 0 1,0 0 0,0 0-1,0-1 1,0 1 0,1 0-1,-1 0 1,0 0-1,0 0 1,0 0-77,17-5 256,2 1-178,-14 3-83,-1 0-1,1 1 1,0-1 0,0 1-1,0 0 1,-1 0 0,1 1 0,0-1-1,0 1 1,4 2 5,27 2-374,94-4-6791,-71-1-885,-23 0 4274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4:26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15 11008,'-11'-11'3594,"3"8"776,8 3-4193,0 0-1,0 0 1,0 0 0,0 0 0,0 0 0,0 0 0,0 0 0,0 0 0,0 0 0,0 0 0,0 0-1,0 0 1,0 0 0,0 0 0,0 0 0,0 0-177,0 0 1072,0 6 85,10 175 81,-11-57-1155,3 140-2961,-2-250 1217,1 1 0,1-1 1,1 0-1,-1 0 0,6 11 1661,-1-11-4805,5-2 1584</inkml:trace>
  <inkml:trace contextRef="#ctx0" brushRef="#br0" timeOffset="523.54">238 346 11392,'-15'3'3733,"10"-4"-2053,3 0-1317,1-1 0,-1 1 1,1 0-1,0-1 0,-1 1 0,1-1 1,0 1-1,0-1 0,0 0 0,0 1 1,0-1-1,1 0 0,-1 0 0,0 1 1,1-1-1,-1 0 0,1 0 0,0 0 1,0 0-1,-1 0 0,1-1-363,1 0 15,-1 1 0,1-1 0,0 1 1,-1-1-1,1 0 0,0 1 0,1 0 0,-1-2-15,12-16-7,1 0 0,0 0 0,1 2 0,1 0 1,1 0-1,1 2 0,0 0 0,1 1 0,0 1 0,1 1 0,1 0 1,0 2-1,1 1 0,6-2 7,-24 10 11,0 1 0,0-1-1,0 1 1,0 0 0,0 1 0,0-1 0,0 1-1,0-1 1,0 1 0,0 0 0,3 1-11,-4 0 18,-1-1-1,1 1 1,-1 0 0,1 0-1,-1 0 1,0 0 0,1 1-1,-1-1 1,0 1 0,0-1-1,0 1 1,0 0 0,0-1-1,0 1 1,-1 0 0,1 1 0,0-1-1,-1 1-17,3 3 41,0 0 1,-1 1-1,0 0 0,-1 0 0,0 0 0,0 0 0,0 0 0,-1 0 1,0 0-1,0 0 0,-1 7-41,0 10 88,-2 0 1,-5 23-89,4-30 33,-1 0 0,-1 0 0,-1-1 0,-1 0 1,0 0-1,0-1 0,-2 0 0,0 0 0,-1-1 1,0 0-1,-1 0 0,-1-1 0,-1 1-33,-12 10 52,-2-1-1,0-1 0,-1-1 0,-1-2 1,-30 15-52,45-25-3,-21 9-114,33-17 94,1 0 0,-1-1 0,1 1 1,-1-1-1,1 0 0,0 1 0,-1-1 0,1 0 1,-1 0-1,1 0 0,-1 0 0,1 0 0,-1 0 0,1-1 1,-1 1-1,1 0 0,-1-1 0,1 1 0,-1-1 1,0 0 22,3 0-31,0 1 0,-1-1 1,1 0-1,0 1 0,0-1 1,0 1-1,0-1 0,0 1 1,0 0-1,0-1 0,0 1 1,1 0 30,7-2-40,0 0 0,0 0 1,0 2-1,0-1 1,0 1-1,1 0 0,-1 1 1,1 0 39,23 4 9,20 7-9,-15-4-76,52 15-895,-44-10-2730,12 0 3701,-41-10-2606,0-1 0,0-1-1,2 0 2607,5-1-3338</inkml:trace>
  <inkml:trace contextRef="#ctx0" brushRef="#br0" timeOffset="971.07">804 395 12416,'-4'-6'1256,"2"4"-161,1-1 1,-1 1-1,1-1 0,0 0 0,-1 1 0,1-1 1,0-3-1096,1 5 152,0 0 0,0 0 0,0 0 0,0 0 1,0 0-1,0 0 0,0 0 0,1 0 0,-1 0 1,0 0-1,1 0 0,-1 0 0,1 0 0,-1 0 1,1 0-1,-1 0 0,1 0 0,0 0 0,-1 0 0,1 1 1,0-1-1,0 0 0,0 1 0,0-1-152,20-16 74,0 0 0,1 2 0,9-4-74,-23 15-10,0 0-1,1 0 1,-1 1-1,1 0 1,0 0-1,0 1 1,1 0-1,-1 1 1,0 0-1,0 0 1,7 1 10,-4 1 38,-1 0 1,1 1 0,-1 1-1,0 0 1,0 0-1,0 1 1,0 1-1,0 0 1,-1 0 0,0 1-1,0 0 1,0 1-1,1 2-38,-2-2 61,-2 0 0,1 0 0,-1 1 0,0 0 0,0 0 0,-1 1 0,0 0 0,-1 0 0,0 0 0,0 1 0,-1 0 0,0 0 0,-1 0 0,2 7-61,-4-11 74,-1 0 0,1 1 1,-1-1-1,0 0 0,-1 1 1,0-1-1,0 0 0,0 1 1,0-1-1,-1 0 1,0 0-75,-1 2 84,-1 0 0,1 0 0,-1 0 1,-1 0-1,0-1 0,0 0 0,-3 4-84,-5 1 136,1 0 0,-2-1 0,1-1 0,-2 0 0,1-1 0,-1 0 0,-1-1 0,-13 4-136,18-7 43,-1-1-1,0 0 0,0-1 0,0 0 0,0-1 0,-1 0 0,1-1 0,-1-1 0,1 0 0,-1 0 0,-10-3-42,13 1-47,-1 0-1,1-1 1,0 0-1,0-1 1,0 0-1,0-1 1,1 0-1,-1 0 1,1-1-1,1 0 1,-1-1-1,1 0 1,-7-7 47,11 10-197,0 0 0,0-1 0,0 1 1,1-1-1,-1 1 0,1-1 0,0 0 1,1 0-1,-1-1 0,1 1 0,0-1 1,0 1-1,1-1 0,-1 1 0,1-1 1,1 0-1,-1 0 0,1 1 0,0-2 197,1-2-1109,1-1 1,-1 0-1,2 1 0,0-1 0,0 1 0,1 0 1,0 0-1,0 0 0,1 1 0,0 0 0,0-1 1109,22-20-3898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3:52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4797 245 9344,'-10'-55'6522,"9"53"-6016,1 0-1,-1-1 1,0 1 0,0 0-1,0 0 1,0 0-1,-1 0 1,1 0 0,0 0-1,-1 0 1,-1-2-506,-3-3 667,-7-9-130,0 1 1,0 1-1,-2 0 0,0 1 0,0 1 0,-1 0 0,-7-3-537,9 8-33,0 0 0,0 1-1,-1 1 1,0 0 0,0 1 0,0 1-1,-1 0 1,1 1 0,-1 0 0,1 2-1,-1 0 1,1 0 0,-1 2 0,1 0-1,-1 0 1,1 2 0,0 0 33,9-2-23,0 0 1,0 0-1,0 1 1,0 0-1,1 0 0,-1 1 1,1-1-1,0 1 1,0 1-1,1-1 0,-1 0 1,0 3 22,-2 1-42,2 0 0,0 0 0,0 1 0,0 0 0,1 0 0,0 0 0,-2 10 42,0 3-25,1 1 1,2 0-1,0 0 1,1 1 0,1-1-1,2 0 1,1 15 24,5 27-53,3 1-1,4 3 54,86 318-642,-37-155-92,-57-210 86,13 62-2958,-17-70-485,0 0-1,-1 12 4092,-1-26-71,0 0 0,0 0 0,0 0-1,0 0 1,0 1 0,0-1 0,0 0-1,0 0 1,0 0 0,0 0 0,0 0 0,0 0-1,0 0 1,0 0 0,0 1 0,0-1-1,0 0 1,0 0 0,0 0 0,0 0-1,0 0 1,0 0 0,0 0 0,0 0-1,0 0 1,0 0 0,0 0 0,0 1-1,0-1 1,0 0 0,-1 0 0,1 0 0,0 0-1,0 0 1,0 0 0,0 0 0,0 0-1,0 0 1,0 0 0,0 0 0,0 0-1,-1 0 1,1 0 0,0 0 0,0 0-1,0 0 1,0 0 0,0 0 0,0 0 0,0 0-1,0 0 1,0 0 0,-1 0 0,1 0-1,0 0 1,0 0 71,-4-3-2581</inkml:trace>
  <inkml:trace contextRef="#ctx0" brushRef="#br0" timeOffset="479.09">4151 746 11904,'-31'-7'7311,"145"4"-3327,31-1-4263,-108 4 179,-1 3-1,35 6 101,-64-8-4,1 1 0,0 1-1,-1 0 1,1 0 0,-1 0 0,0 1-1,0 0 1,-1 0 0,7 5 4,0 2 119,0 1 1,-1 0-1,9 12-119,10 4 2000,-29-26-1157,-2-2-224,0 2 623,0-6-378,0 1-847,-1-18-495,2-1 0,1 1-1,1-2 479,-2 16-491,1 0 0,0 0 0,0 0-1,0 0 1,1 0 0,0 0 0,1 1-1,0 0 1,0-1 0,4-4 491,-3 4-1308,1 1 1,0-1 0,0 1-1,0 1 1,1-1 0,0 1 0,0 0-1,7-4 1308,13-3-3338</inkml:trace>
  <inkml:trace contextRef="#ctx0" brushRef="#br0" timeOffset="1269.23">5002 665 10880,'-35'20'6954,"25"-12"-2828,9-8-3949,0 1 0,0 0 0,1-1 0,-1 1 0,0-1 0,0 1 0,0-1 0,1 0 0,-1 1 0,0-1 0,0 0-1,0 1 1,0-1 0,0 0 0,0 0 0,0 0 0,0 0 0,0 0 0,0 0-177,33-9-421,-19 6 385,-1 1 1,1 1 0,0-1 0,0 2-1,0 0 1,0 1 0,1 0 35,6 1-52,0 2 1,0 0-1,-1 1 0,5 3 52,-19-7 23,-1 1-1,1 0 0,-1 0 0,1 0 1,-1 0-1,0 1 0,1-1 1,-1 1-1,-1 0 0,1 1 1,0-1-1,-1 1 0,0-1 0,0 1 1,0 0-1,0 0 0,0 1 1,-1-1-1,0 0 0,0 1 1,0 0-1,0 1-22,-2-5-28,1 0 1,-1-1-1,0 1 1,1 0-1,-1 0 0,0 0 1,0 0-1,0 0 1,0 0-1,0 0 0,0 0 1,0 0-1,0 0 1,0 0-1,-1 0 0,1 0 1,0 1 27,-1-1-357,0-1 0,-1 1 0,1-1 0,0 1 0,0-1 0,0 1 0,0-1 0,0 0 0,-1 1 0,1-1 0,0 0 0,0 0 0,0 0-1,-1 0 1,1 0 0,0 0 0,-1 0 357,-5-2-4074,6 2 3764,2 1 6019,-1 0-3066,1-1-2528,-1 0 0,0 1 0,0-1 0,0 1-1,1-1 1,-1 1 0,0-1 0,0 1 0,0-1 0,0 1-1,0-1 1,0 1 0,0-1 0,0 1 0,0-1 0,0 1-1,0-1 1,0 1 0,0-1 0,0 1 0,0-1 0,-1 1-1,1-1 1,0 1 0,0-1 0,-1 1 0,1-1-115,-9 12 201,-1-3-61,9-7-121,-1 0 0,1 0 0,-1-1 0,1 1 1,-1-1-1,0 1 0,0-1 0,0 1-19,-11 6 240,-1-1 1,0 0-1,0 0 1,0-2-1,-1 1 1,0-2-1,0 0 1,0-1-1,0-1 1,-1 0-1,-8 0-240,15-3 81,1 0 0,-1-1 0,0 1 0,0-2 0,1 1 0,-1-1 0,-1-1-81,4 1 36,3 2-118,0-1 1,0 1-1,0-1 1,0 0 0,0 0-1,1 0 1,-1-1-1,1 1 1,-1-1-1,1 1 1,0-1 0,0 0-1,0 0 1,0 0-1,1 0 1,-1 0-1,1 0 1,0 0-1,0 0 1,0-1 0,0 1-1,0 0 1,1-1-1,0 1 1,-1-1-1,1 1 1,0-1-1,1 1 1,-1 0 0,1-1-1,-1 1 1,1-1-1,0 1 1,0 0-1,1 0 1,-1 0 0,2-3 81,6-5-1481,1 1 0,0 0 1,0 0-1,1 1 0,0 1 1,0 0-1,1 0 1,9-4 1480,14-6-3760</inkml:trace>
  <inkml:trace contextRef="#ctx0" brushRef="#br0" timeOffset="2072.96">5293 719 12928,'-2'-1'645,"-13"-6"3338,15 7-3736,-1-1-1,1 1 1,-1 0 0,0-1-1,1 1 1,-1-1 0,1 1-1,-1-1 1,1 1 0,-1-1 0,1 1-1,0-1 1,-1 1 0,1-1-1,0 0 1,-1 1 0,1-1 0,0 0-1,0 1 1,-1-1-247,17 16 1717,0 4-1802,0 1-1,-2 1 0,4 9 86,-5-7 280,2-2-1,0 0 1,1 0-280,-15-20 104,-1-1 1,0 1 0,1-1 0,-1 1 0,1-1 0,-1 1 0,1-1 0,-1 1 0,1-1 0,-1 1 0,1-1-1,-1 0 1,1 1 0,0-1 0,-1 0 0,1 1 0,-1-1 0,1 0 0,0 0 0,0 1-105,2-13 943,-2 8-1217,2-12 150,1 1 0,1-1-1,0 1 1,1 0-1,0 1 1,2-1-1,0 1 1,0 1 0,5-7 124,-11 18-24,-1 0 0,1 0 0,0 0 1,-1 0-1,1 0 0,0 1 0,0-1 1,0 0-1,0 1 0,1 0 0,-1-1 1,0 1-1,1 0 0,-1 0 1,0 0-1,1 0 0,-1 1 0,1-1 1,0 1-1,-1-1 0,1 1 0,-1 0 1,1 0-1,0 0 0,-1 1 1,1-1-1,-1 0 0,2 1 24,3 2-17,-1-1-1,0 1 1,0 0 0,0 0 0,-1 0-1,1 1 1,-1 0 0,0 0 0,0 0-1,4 5 18,37 36 67,8 8 1045,-1 4-1112,-52-56 27,-1-1 0,1 1 0,-1-1 0,1 1 0,0-1 0,-1 1 0,1-1 0,-1 0 0,1 1 0,0-1 0,-1 0 0,1 0 0,0 1 0,-1-1 0,1 0 0,0 0 1,0 0-1,-1 0 0,1 0 0,0 0 0,0 0 0,-1 0 0,1 0 0,0 0 0,-1 0 0,1-1 0,0 1 0,-1 0 0,1 0 0,0-1 0,-1 1 0,1 0 0,0-1 0,-1 1 0,1-1-27,3-2-24,0 0 0,0-1 0,0 1-1,3-5 25,-2 3-1,20-24-413,10-16 414,-14 18-174,0 1-1,13-11 175,-23 26-60,0 1 0,0 0 1,1 1-1,0 0 0,8-3 60,-17 10 2,1 0 0,0 0 1,0 1-1,0-1 0,0 1 1,0 0-1,0 0 0,0 1 1,1-1-1,-1 1 0,0 0 1,0 0-1,1 0 0,-1 1 1,0-1-1,0 1 0,0 0 1,0 1-1,0-1 0,0 0 1,4 3-3,-2-1 27,1 1 1,-1 0 0,0 0-1,0 1 1,0 0 0,-1 0 0,0 0-1,4 5-27,0 3-13,0-1-1,-1 1 1,5 12 13,4 6-429,6 13-2633,-9-14-4929,-6-13 4071</inkml:trace>
  <inkml:trace contextRef="#ctx0" brushRef="#br0" timeOffset="-5267.32">117 480 6144,'-1'-1'736,"0"0"1,1 0-1,-1 0 1,0-1-1,1 1 1,-1 0-1,1-1 1,0 1-1,-1 0 1,1-1-1,0 1 1,0-1-1,0 1 1,0-1-737,0-23 5554,1 14-4721,-1 3-336,-1 3-324,1 1 0,0-1 1,0 0-1,0 1 1,1-1-1,0 1 1,0-1-1,0 0 1,0 1-1,1 0 1,-1-1-1,1 1 1,0 0-1,1 0 1,2-4-174,-1 2-11,0 0 1,1 0 0,0 1 0,1-1 0,-1 1 0,1 1-1,0-1 1,0 1 0,0 0 0,1 0 0,-1 1 0,1-1-1,0 1 1,0 1 0,0 0 0,1 0 0,-1 0 0,0 1 0,1 0-1,-1 0 1,4 1 10,2 0-2,-1 1 1,0 1-1,1 0 0,-1 0 0,0 2 1,0-1-1,-1 1 0,1 1 0,-1 0 1,0 1-1,0 0 0,0 0 0,-1 1 0,0 1 1,-1 0-1,8 8 2,0 1 42,-2 1 0,0 0 1,-1 1-1,-1 1 0,0 0 0,-2 1 0,0 1 1,2 8-43,-6-10 48,-2 0 1,0 1-1,0-1 1,-2 1-1,-1 0 1,0 0-1,-2 0 1,0 0-1,-2 0 1,-1 7-49,1-13 71,-1 0 0,-1 0 0,0-1 0,-1 0 0,-1 0 0,0 0 1,-3 3-72,-5 8 177,-1 0 0,-1-2 0,-5 5-177,7-11 103,-1-1 1,-1-1-1,0 0 0,-1-2 1,0 1-1,-2-2 0,1 0 1,-12 4-104,20-11 60,-1 0 1,0-1-1,0 0 0,0 0 1,0-1-1,-1 0 0,1-1 1,-1-1-1,0 0 1,1 0-1,-1-2 0,-1 1-60,5-1 8,0 0 0,-1-1-1,1 0 1,0 0 0,0-1 0,0 0-1,0-1 1,1 1 0,-1-1-1,1-1 1,0 0 0,0 0 0,1 0-1,-1 0 1,1-1 0,-4-6-8,1 2-53,1-1 0,1 0 0,0-1 0,0 0 0,1 0 0,1 0 0,0-1 0,1 1 0,0-1 0,1 0 0,0-1 0,1 1 0,1 0-1,0-1 1,1-5 53,1-20-721,2 1 0,2 0 0,1 1 0,9-27 721,-9 41-903,0-1 0,2 1 1,4-7 902,-9 22-773,1 0 1,0 1 0,1-1-1,0 1 1,0 0 0,1 0-1,0 0 1,0 1 0,0 0-1,7-5 773,-10 9-797,0 0 0,0 0-1,0 0 1,1 1 0,-1-1-1,1 0 798,23-3-3226</inkml:trace>
  <inkml:trace contextRef="#ctx0" brushRef="#br0" timeOffset="-4591.75">727 855 10112,'-30'-23'6751,"24"16"-2015,1-2-2357,5 9-2361,0 0 0,0 0 1,0 0-1,0 0 0,0-1 0,0 1 1,0 0-1,0 0 0,0 0 0,0 0 1,0 0-1,-1 0 0,1 0 0,0 0 1,0 0-1,0 0 0,0 0 0,0 0 0,0 0 1,0 0-1,0 0 0,0 0 0,0 0 1,-1 0-1,1 0 0,0 0 0,0 0 1,0 0-1,0 0 0,0 0 0,0 0 1,0 0-1,0 0 0,0 0 0,0 0 0,-1 0 1,1 0-1,0 0 0,0 0 0,0 0 1,0 1-1,0-1 0,0 0 0,0 0 1,0 0-1,0 0 0,0 0 0,0 0 1,0 0-1,0 0 0,0 0 0,0 0-18,-2 8 104,2 12-292,2-9 176,-1 0 1,1-1-1,1 0 0,0 0 1,1 0-1,0 0 0,0 0 1,1-1-1,0 1 1,1-1-1,1 1 12,-1-3 31,0 0 0,0 0 0,1 0 1,-1-1-1,1 0 0,1-1 0,-1 0 0,4 2-31,-7-5 30,0 0-1,0-1 1,0 1-1,0-1 0,0 0 1,1 0-1,-1 0 1,0-1-1,0 0 0,1 0 1,-1 0-1,0 0 1,0 0-1,1-1 0,-1 0 1,0 0-1,0 0 1,3-1-30,2-1 74,-1-1 0,0 0 0,0 0 0,0 0 0,0-1 0,-1-1 0,1 1 0,-1-1 0,-1 0 0,1 0 0,-1-1 0,0 0 0,0 0 1,-1-1-1,0 1 0,-1-1 0,1 0 0,2-8-74,18-45 405,-24 61-409,-1 0 0,0 0 0,0-1 0,0 1 0,1 0 0,-1-1 0,0 1-1,0 0 1,1 0 0,-1 0 0,0-1 0,0 1 0,1 0 0,-1 0 0,0 0 0,1 0 0,-1-1 0,0 1 0,1 0-1,-1 0 1,0 0 0,1 0 0,-1 0 0,0 0 0,1 0 0,-1 0 0,0 0 0,1 0 0,-1 0 0,0 0 0,1 0-1,-1 0 1,0 1 0,1-1 0,-1 0 0,0 0 0,1 0 0,-1 0 0,0 1 0,1-1 0,-1 0 0,0 0-1,0 0 1,1 1 0,-1-1 0,0 0 0,0 1 4,15 12-160,-5 2 110,-1 1-1,0 0 0,-1 1 1,2 7 50,35 96-2800,-40-106 1607,7 14-1254,-11-26 1872,0-1 0,0 1 0,0-1-1,0 1 1,0-1 0,0 0 0,0 1 0,0-1 0,1 0 0,-1 0 0,1 0 0,-1 0 0,1 0 0,1 1 575,9 2-3386</inkml:trace>
  <inkml:trace contextRef="#ctx0" brushRef="#br0" timeOffset="-4239.95">1278 305 13440,'-1'0'427,"0"0"0,0 0 1,0 0-1,0 0 1,0 0-1,0 0 0,0 1 1,0-1-1,0 0 1,0 0-1,0 1 0,0-1 1,0 1-1,0-1 1,1 1-1,-2-1-427,2 1 115,0 0 1,-1-1-1,1 1 0,0 0 0,-1 0 0,1-1 1,0 1-1,0 0 0,0-1 0,0 1 1,-1 0-1,1 0 0,0-1 0,0 1 1,1 0-1,-1 0 0,0-1 0,0 1 1,0 0-1,0 0 0,1 0-115,23 116 544,7 101-544,-9-56 53,-5-38-1344,-6-41-3636,-7-52 927,0-1 555</inkml:trace>
  <inkml:trace contextRef="#ctx0" brushRef="#br0" timeOffset="-3886.65">1160 807 14464,'-20'4'4655,"20"-4"-4379,-1 0-1,0 0 0,1 1 1,-1-1-1,0 0 1,1 1-1,-1-1 0,1 0 1,-1 1-1,1-1 0,-1 1 1,1-1-1,-1 1 0,1-1 1,-1 1-1,1-1 0,0 1 1,-1 0-1,1-1 0,0 1-275,0-1 3,7 0 1639,13-1-1739,0-2 0,0 0 0,-1-1-1,17-6 98,26-5-1280,18 0-2143,31-6-5463,-51 16 5265</inkml:trace>
  <inkml:trace contextRef="#ctx0" brushRef="#br0" timeOffset="-3285.36">1993 832 12288,'-23'-9'7429,"21"8"-6929,1 0 1,-1 1 0,0-1-1,0 0 1,1 0 0,-1-1 0,1 1-1,-1 0 1,1 0 0,-1-1-501,-14-10 779,7 9-701,1 0-1,-1 1 0,0 0 0,0 0 1,0 1-1,0 0 0,0 1 1,0 0-1,0 0 0,-1 1 1,1 0-1,0 0 0,-7 3-77,0 1-55,-1 0 0,2 1 0,-1 1-1,1 0 1,0 1 0,1 0 0,-3 3 55,8-4-11,0 0 0,1 0 0,-1 0 0,1 1 0,-3 5 11,8-9-23,0 0 0,0-1 0,1 1-1,-1 0 1,1 0 0,0 1 0,1-1 0,-1 0 0,0 1 0,1-1 0,0 1-1,0-1 1,1 1 0,-1 1 23,1-4-10,1 1 0,-1-1 0,0 0-1,1 0 1,-1 0 0,1 0 0,0 0 0,0-1-1,0 1 1,0 0 0,0 0 0,0 0 0,0-1-1,0 1 1,1 0 0,-1-1 0,1 1 0,-1-1-1,1 0 1,-1 1 0,1-1 0,0 0 0,0 0-1,0 0 1,0 0 0,0-1 0,0 1 0,1 0 10,4 1 1,-1 0 1,0-1 0,1 0-1,-1 0 1,1-1 0,-1 0 0,1 0-1,4-1-1,1 0 47,-1-1 0,0-1-1,0 0 1,0 0 0,0-1-1,-1-1 1,1 0 0,8-6-47,-12 7 28,0 0 0,-1-1 0,0 0 1,0-1-1,0 1 0,-1-1 1,1 0-1,-1-1 0,-1 1 1,0-1-1,1 0 0,-2 0 1,1-2-29,-2 5 3,6-20-252,-8 23 153,2 2 61,0 0 0,-1 0 0,1 0 0,-1 1 0,1-1 0,-1 0 0,0 1 1,2 1 33,1 2-49,0-1 29,0 1 1,-1-1-1,0 1 1,0 0 0,0 0-1,-1 0 1,2 3 20,13 41-17,-14-39 38,14 47 136,-2 2 1,7 55-158,-17-80 298,-3 0 1,0 1 0,-3-1-1,0 1 1,-6 28-299,4-49 143,0 0 0,0 0 0,-1-1 0,-1 0-1,-5 10-142,7-16 59,-1 1 0,-1-1-1,1-1 1,-1 1 0,0-1-1,-1 1 1,0-2 0,0 1-1,0-1 1,0 1 0,-2-1-59,-7 5 64,-2-1 0,1-1 0,-1 0 0,-1-1 0,1-1 0,-1-1 0,-8 1-64,8-3-44,0-1 1,0 0-1,0-2 1,0 0-1,0-1 1,0-1-1,-10-2 44,14 1-254,0-1 0,0 0 0,1 0 0,-1-2-1,1 0 1,1 0 0,-1-1 0,1-1 0,-8-6 254,16 11-309,0-1 1,0 0-1,0-1 1,0 1-1,1-1 1,0 0-1,0 0 1,0 0-1,1 0 1,-1 0-1,1 0 1,1-1-1,-1 1 1,1-1-1,0 1 1,-1-3 308,1-2-1019,0 0 0,1 0 0,0 0 0,1 0 0,0 0 0,0 0 0,1 0 0,2-7 1019,13-26-3610</inkml:trace>
  <inkml:trace contextRef="#ctx0" brushRef="#br0" timeOffset="-2815.84">2051 936 9728,'-2'0'1159,"-7"-2"402,7-3 2295,2 4-3325,1 0 0,-1 0 0,0-1 0,1 1 0,-1 0 1,1 0-1,0 0 0,-1 0 0,1 0 0,0 0 0,0 0 1,-1 0-1,2-1-531,21-18 1708,-15 14-1783,1 0 0,0 1 1,0 0-1,10-4 75,-2 3 4,1 1 1,0 2 0,0-1-1,0 2 1,0 1-1,0 0 1,0 1-1,0 1 1,0 0 0,0 2-1,0 0 1,0 1-1,0 0 1,4 4-5,-17-6 72,0 0 0,0 0 1,0 0-1,0 1 0,-1 0 1,1 0-1,-1 0 0,0 0 0,1 1-72,-4-2 44,1-1 0,-1 0 0,0 1 0,0-1 0,0 1 0,0-1-1,0 1 1,0 0 0,0-1 0,0 1 0,-1 0 0,1 0 0,-1 0-1,1-1 1,-1 1 0,0 0 0,0 0 0,0 0 0,0 0 0,0 0-1,0-1 1,0 1 0,-1 0 0,1 0 0,0 0 0,-1 0 0,0 1-44,-2 1 73,0 0-1,0 0 1,0 0 0,0 0 0,-1 0 0,1-1 0,-1 1 0,0-1 0,0 0 0,0-1 0,0 1 0,-4 1-73,-3 3 68,-2 2-16,-1 0-4,0 0-1,0 0 0,-1-2 0,-1 0 0,-4 2-47,2-3-64,0-1 0,0-1 0,0-1 0,-12 1 64,21-4-163,1 0-1,0 0 0,-1-1 0,1 0 1,-1 0-1,-3-2 164,8 2-201,0 0 1,0 0-1,0-1 1,0 0-1,0 0 1,0 0-1,1 0 1,-1 0-1,1-1 1,-1 0-1,1 0 1,0 0-1,0 0 201,1 0-492,0 0-1,0 0 1,1-1-1,-1 1 1,1-1-1,0 0 1,0 1-1,0-1 1,0 0-1,0 1 1,1-1-1,0 0 1,0 0-1,0 0 1,0 1-1,1-1 1,-1 0-1,1 0 1,0 1-1,0-1 1,0 0-1,1 1 1,-1-1-1,1 1 1,0 0-1,0-1 493,19-25-3386</inkml:trace>
  <inkml:trace contextRef="#ctx0" brushRef="#br0" timeOffset="-2436.82">2526 860 13824,'-5'8'7385,"6"2"-4494,10 11-3482,-6-11 927,1 4-435,52 115-2314,-56-120 419,0-6-45,-1-4-2477,4 0 1268</inkml:trace>
  <inkml:trace contextRef="#ctx0" brushRef="#br0" timeOffset="-2082.61">2494 475 18559,'-14'-15'6944,"14"15"-5408,-10-8-64,5 3-448,10 5-768,-5-4-288,0 4 0,0-3-1056,0 3 608,0-5-2144,0 10 1472,0-2-3776,5 6 2752,0-1-4671,-1 7 3839</inkml:trace>
  <inkml:trace contextRef="#ctx0" brushRef="#br0" timeOffset="-1228.54">2748 840 11648,'-26'-27'7343,"23"22"-3683,-4-4-482,43 79-3226,-31-52 162,-1-6 242,-4-12-357,0 0 0,1 0 0,-1 0 0,1 0 0,-1 0 1,0 0-1,1 0 0,-1 0 0,0 0 0,1 0 0,-1 0 1,1-1-1,-1 1 0,0 0 0,1 0 0,-1 0 1,0 0-1,1-1 0,-1 1 0,0 0 0,0 0 0,1-1 1,-1 1-1,0 0 0,0-1 0,1 1 0,-1 0 0,0 0 1,0-1-1,0 1 0,1-1 0,-1 1 0,0-1 1,3-3-7,9-11-79,-1 1 1,2 0-1,0 1 1,1 0-1,5-3 86,-15 13-22,0 1 0,0-1 0,0 1 0,1-1 0,-1 1 0,1 1-1,-1-1 1,1 1 0,-1-1 0,1 1 0,0 1 0,0-1 0,-1 1-1,1-1 1,0 1 0,0 1 0,0-1 0,-1 1 0,1 0 0,0 0 0,0 0-1,-1 0 1,2 2 22,7 3-191,1 0 0,-1 1 0,-1 1-1,1 1 1,1 2 191,57 50-3263,-44-38 1082,-22-18 1208,0 0-1,1-1 0,0 0 0,-1 0 0,2 0 0,-1-1 1,0 0-1,1 0 0,-1 0 0,7 1 974,14 0-2805</inkml:trace>
  <inkml:trace contextRef="#ctx0" brushRef="#br0" timeOffset="-573.56">3572 783 10112,'0'0'367,"0"-1"0,0 1 0,0-1 0,0 1 0,0-1 1,0 1-1,0-1 0,0 1 0,0-1 0,0 1 0,-1-1 0,1 1 1,0-1-1,0 1 0,0-1 0,-1 1 0,1-1 0,0 1 0,-1 0 1,1-1-1,0 1 0,-1 0 0,1-1 0,-1 1-367,-11-3 5176,-2 1-3958,-3-6-610,14 6-560,1 1 1,-1 0 0,0 0-1,1 0 1,-1 0 0,0 0 0,0 1-1,1-1 1,-1 1 0,0-1-1,0 1 1,0 0 0,0 0-1,1 1 1,-3-1-49,-5 2-53,1 0 0,-1 0 0,0 1 0,1 0 0,-1 1 0,1 0 0,0 0 0,0 1 0,1 0 0,-1 1 0,1 0 0,1 0 0,-1 1 1,1 0-1,-4 4 53,5-4-89,0 0 1,0 1-1,0 0 1,1 0 0,0 0-1,-3 9 89,7-16-35,0 1 0,0 0 0,0 0 0,0 0 0,1 0 0,-1 0 0,1 1 0,0-1 0,-1 0 0,1 0 0,0 0 0,0 0-1,1 0 1,-1 0 0,0 0 0,1 1 0,-1-1 0,1 0 0,-1 0 0,1 0 0,0 0 0,0 0 0,0-1 0,0 1 0,0 0-1,1 0 1,-1-1 0,0 1 0,1-1 0,0 1 0,-1-1 0,1 1 0,0-1 0,0 0 35,1 1 0,1 0 0,0 0 0,0-1-1,-1 0 1,1 1 0,0-1 0,0-1 0,0 1 0,0-1 0,0 1 0,0-1-1,1 0 1,-1-1 0,0 1 0,0-1 0,0 1 0,0-1 0,0-1 0,7-1 59,0-1 0,0-1 0,-1 0 0,1 0 0,7-6-59,-15 9 58,0 0-1,0 0 0,0 0 0,-1-1 1,1 1-1,-1-1 0,1 1 1,-1-1-1,0 0 0,0 0 1,0 0-1,0-1-57,-1 2 25,0 0-1,0-1 1,-1 1 0,1 0-1,-1-1 1,1 1 0,-1-1-1,0 1 1,0-1 0,0 1-1,0-1 1,-1 1 0,1-1 0,0 1-1,-1 0 1,0-3-25,-2-5-74,3 9 57,-1 0 1,1 0-1,0-1 0,0 1 1,-1 0-1,1 0 0,-1 0 1,1 0-1,-1 0 1,1 0-1,-1 0 0,0 0 1,1 0-1,-1 0 0,0 1 1,0-1-1,1 0 1,-2 0 16,2 1-6,0 0 0,0 0 0,0 0 1,0 0-1,0 0 0,0 0 1,-1 0-1,1 0 0,0 0 0,0-1 1,0 1-1,0 0 0,0 0 1,0 0-1,0 0 0,0 0 0,-1 0 1,1 0-1,0 0 0,0 0 1,0 0-1,0 0 0,0 1 0,0-1 1,0 0-1,0 0 0,-1 0 1,1 0-1,0 0 0,0 0 0,0 0 1,0 0-1,0 0 0,0 0 1,0 0-1,0 0 0,0 0 0,0 0 1,0 1-1,0-1 0,-1 0 1,1 0-1,0 0 0,0 0 0,0 0 1,0 0-1,0 0 0,0 0 1,0 0-1,0 1 0,0-1 0,0 0 1,0 0-1,0 0 0,0 0 1,0 0-1,0 0 0,0 0 0,0 0 1,0 1-1,0-1 0,0 0 1,1 0-1,-1 0 0,0 0 0,0 0 1,0 0 5,1 9-103,-1-9 77,21 73-418,15 35 444,-1-4 28,-23-66 13,3 8 185,-2-1 1,-1 6-227,-9-36 181,-1 0 1,-1 0-1,0 1 1,-1-1-1,-1 0 1,0 0 0,-1 0-1,-2 11-181,1-18 76,0-1-1,0 1 1,0 0-1,-1-1 0,0 0 1,0 0-1,-1 0 1,0-1-1,0 1 1,0-1-1,-1 0 1,-4 3-76,-2 1 58,0-1 1,0 0 0,-1-1 0,0 0 0,-1-1 0,-4 1-59,1-2-104,0-1 1,0 0-1,0-2 1,-1 0 0,1-1-1,-1 0 1,1-2-1,-1 0 1,0-1-1,-12-2 104,11 1-336,0-1-1,0 0 0,1-2 1,-1 0-1,1-1 0,0-1 1,1 0-1,-13-8 337,23 11-416,0 0 0,1-1 0,-1 0 0,1 0 0,0 0 0,0-1 1,0 0-1,1 0 0,0-1 0,-1-2 416,1 2-958,1-1 1,0 0 0,1 1-1,0-1 1,0 0-1,0-1 958,-8-37-3642</inkml:trace>
  <inkml:trace contextRef="#ctx0" brushRef="#br0" timeOffset="3114.7">563 1653 9728,'-2'-14'11404,"-4"-3"-6499,5 16-4790,0-1 1,0 0-1,0 0 0,-1 1 0,1-1 0,0 0 0,0 1 0,-1-1 0,1 1 0,-1 0 0,0 0 0,1-1 0,-1 1 1,0 0-1,0 0 0,1 0 0,-3 0-115,-13-3 98,-1 1 1,0 1 0,0 0-1,-16 2-98,5 1-56,0 1 0,0 2 0,0 0 0,-25 9 56,32-5-51,0 0-1,1 1 1,0 1-1,1 1 1,0 1-1,1 1 1,0 0-1,1 2 0,-6 6 52,20-17-43,0 0-1,0-1 0,0 2 0,1-1 1,0 0-1,0 1 0,0-1 0,0 1 0,0 2 44,2-5-12,0 0-1,1 0 1,-1 0-1,1 0 1,-1 1 0,1-1-1,0 0 1,0 0-1,0 0 1,0 1-1,0-1 1,0 0-1,1 0 1,-1 0-1,1 0 1,-1 1-1,1-1 1,0 0-1,0 0 1,0 0 0,0-1-1,0 1 1,0 0-1,2 1 13,1 2-17,1 0 0,-1-1 0,1 1-1,0-1 1,1 0 0,-1 0 0,6 2 17,44 20-91,-26-14 46,49 18-50,-58-23 131,0 0-1,-1 1 0,0 1 1,-1 1-1,0 0 1,7 6-36,-23-14 14,0-1 1,0 1 0,0-1 0,0 1 0,0 0 0,-1 0 0,1 0 0,-1 0-1,1 0 1,-1 0 0,1 0 0,-1 1 0,0-1 0,0 0 0,0 1 0,-1-1-1,1 1 1,0 1-15,-1-2 10,-1 1 0,1-1 0,0 0 0,-1 1 0,1-1 0,-1 0 0,0 0 0,0 1 0,0-1 0,0 0 0,0 0 0,0 0 0,-1 0 0,1 0 0,-1 0 0,1 0 1,-1-1-1,-1 2-10,-2 2 17,-1-1 0,1 0 0,-1 0 0,0 0 0,0 0 0,0-1 0,-1 0 0,-4 1-17,-9 3-42,1-2 1,-6 1 41,5-1-496,-1-1 0,0-1 0,1 0 0,-1-2 0,-13-1 496,30 0-331,0-1-1,0 0 1,1 0 0,-1 0-1,0 0 1,1 0 0,-1-1 0,1 0-1,-1 0 1,1 0 0,0 0-1,0 0 1,-1-2 331,2 3-281,1 0 0,-1-1 0,1 1 0,0 0 0,0-1 0,0 1 0,0-1 0,0 0 0,0 1 0,0-1 0,0 0 0,0 1 0,1-1 0,-1 0 0,1 0 0,0 0 0,-1 1 0,1-1 0,0 0 0,0 0-1,0 0 1,0 0 0,0 0 0,1 1 0,-1-1 0,0 0 0,1 0 0,0 0 281,12-23-4272,4 3 1462</inkml:trace>
  <inkml:trace contextRef="#ctx0" brushRef="#br0" timeOffset="3936.2">576 1840 9472,'0'0'259,"0"0"1,0 0 0,0 0 0,0 0-1,0 0 1,0 0 0,0 0-1,0 1 1,0-1 0,0 0-1,0 0 1,0 0 0,0 0-1,0 0 1,0 0 0,0 0 0,0 1-1,0-1 1,0 0 0,0 0-1,1 0 1,-1 0 0,0 0-1,0 0 1,0 0 0,0 0 0,0 0-1,0 0 1,0 1 0,0-1-1,0 0 1,1 0 0,-1 0-1,0 0 1,0 0 0,0 0 0,0 0-1,0 0 1,0 0 0,0 0-1,1 0-259,5-3 4565,14-13-5206,-3 2 784,-10 10-156,1 0 0,-1 1 0,1 0 0,-1 0 0,1 0 0,0 1-1,0 0 1,0 1 0,0-1 0,1 2 0,-1-1 0,0 1 0,0 0 0,0 1 0,1 0 0,-1 0 0,0 1 0,0 0 0,0 1 0,3 1 13,-2-1 14,0 1 0,0 1 0,-1-1 0,1 2 1,-1-1-1,0 1 0,-1 0 0,4 3-14,-7-4 34,1-1 1,-1 1-1,0 0 1,0 0-1,0 0 0,-1 1 1,1-1-1,-2 1 0,1 0 1,0 0-1,-1 0 0,0 0 1,0 4-35,-2-6 47,1 1 1,-2-1-1,1 0 1,0 0 0,-1 0-1,0-1 1,1 1-1,-2 0 1,1 0 0,0 0-1,-1-1 1,0 1-1,0 0 1,0-1 0,0 0-1,-1 2-47,-2 2 90,-1-1 0,0 1 0,1-1 0,-2 0 0,1-1 0,-1 1 1,-6 2-91,-8 5 231,-1-1 0,-18 7-231,30-15 26,0 0 1,0-1 0,-1 0 0,1 0 0,-1-1 0,1-1 0,-8 1-27,11-2-72,0 0-1,1-1 1,-1 0-1,1 0 1,-1-1-1,1 1 1,0-1 0,0-1-1,0 1 1,-1-2 72,4 3-113,0-1 0,0 0 1,0 0-1,0 0 1,0 0-1,1-1 0,-1 1 1,1-1-1,0 0 1,-1 0-1,1 1 0,1-1 1,-1 0-1,0-1 1,1 1-1,-1 0 0,1 0 1,0-1-1,0-1 113,-1-2-408,1-1 0,1 0 0,-1 1 0,1-1 0,1 0 0,-1 0-1,1 1 1,1-1 0,0 1 0,0-1 0,0 1 0,1-2 408,1-1-614,1 1 0,0 0 0,0 0 1,0 0-1,1 0 0,1 1 0,0 0 0,0 1 0,1-2 614,0 2-356,0 1-1,0-1 0,1 2 1,-1-1-1,1 1 0,1 0 0,-1 1 1,0 0-1,4-1 357,-5 3 170,0 0 0,-1 1 1,1-1-1,0 1 0,0 1 1,0 0-1,0 0 0,0 0 0,0 1 1,0 0-1,0 1 0,1 0-170,1 1 875,-1 0 0,0 1-1,0 0 1,0 1 0,0 0-1,-1 0 1,1 1 0,-2 0-1,1 0 1,5 7-875,-5-5 308,-1 0-1,0 1 0,3 6-307,-3-5 48,41 60 52,-41-61-99,1 0 0,0-1 1,0 0-1,1 0 0,0 0 0,0-1-1,7 4 56,1-1-1,0 0 1,10 3-56,-21-10 75,1-1-1,1 1 1,-1-1-1,0-1 1,0 1-1,1-1 0,-1-1 1,1 1-1,-1-1 1,4-1-75,-6 1 53,-1-1 0,0-1 0,0 1 0,0 0 0,0-1 0,-1 0 0,1 0 0,0 0 0,-1 0 0,1-1 0,-1 1 0,0-1 0,0 0 0,0 0 0,0 0 0,0 0 0,-1-1 0,0 1 0,1-1-1,-1 1 1,0-1 0,-1 0 0,1 0 0,-1 0 0,0 0 0,1 0 0,-2 0 0,1 0 0,0 0 0,-1-3-53,6-128-58,-6 137 26,0 1 1,1-1 0,0 0 0,0 0-1,-1 0 1,1 0 0,0 0 0,1 0 31,5 12-22,1 9-376,1 0 0,2-1 0,7 12 398,-12-24-926,1-1 0,-1 0 0,2 0 0,-1 0 0,1-1-1,0 0 1,1-1 0,9 7 926,-14-12-837,0 0 0,0 1-1,0-1 1,1-1 0,-1 1-1,1-1 1,0 0 0,1 1 837,16 3-2752</inkml:trace>
  <inkml:trace contextRef="#ctx0" brushRef="#br0" timeOffset="4425.3">1560 1984 8448,'-13'-14'2520,"-11"-13"5125,24 27-7585,-1 0 0,1-1 1,0 1-1,0 0 1,0 0-1,0 0 0,-1-1 1,1 1-1,0 0 0,0 0 1,-1 0-1,1-1 0,0 1 1,0 0-1,-1 0 0,1 0 1,0 0-1,0 0 0,-1 0 1,1 0-1,0-1 1,-1 1-1,1 0 0,0 0 1,0 0-1,-1 0 0,1 0 1,0 0-1,-1 0 0,1 0 1,0 1-1,0-1 0,-1 0 1,1 0-1,0 0 1,0 0-1,-1 0 0,1 0 1,0 1-1,0-1 0,-1 0 1,1 0-1,0 0 0,0 0 1,-1 1-1,1-1 0,0 0 1,0 0-1,0 1-60,-1 0-11,1 0 0,0 0-1,-1 0 1,1-1 0,0 1 0,0 0-1,-1 0 1,1 0 0,0 0 0,0 0-1,0 0 1,0 0 0,1 0 0,-1 1 11,4 11 21,2-1-1,-1 1 1,1-1 0,1 0 0,0 0 0,9 10-21,-3-3 429,-4-3 505,-9-15-300,0-1-148,0 0 175,-4-5 502,2 1-1136,1 0 0,0 0 1,0 0-1,0 0 0,0 0 1,0-1-1,1 1-27,-1-6-15,-3-15-51,0 4-29,0-1-1,2 0 0,1-1 0,1 1 1,0-2 95,1 16-60,-1-1-3,1 0 0,0 0 0,1 0 0,0 1 1,0-1-1,1 0 63,-2 7-10,0 0 0,0 0 1,0 0-1,0 0 0,0 1 0,0-1 1,0 0-1,1 0 0,-1 1 0,1-1 1,-1 1-1,1 0 0,0-1 1,-1 1-1,1 0 0,0 0 0,0 0 1,0 0-1,0 0 0,0 1 0,0-1 1,0 0-1,0 1 0,0 0 0,0-1 1,0 1-1,0 0 0,1 0 10,3 0-21,1 1 0,-1 0 0,0 0-1,0 0 1,0 1 0,0 0 0,-1 0-1,2 1 22,46 24-111,-2 0 179,-12-8 16,-31-14-346,1-1 0,-1 0 0,1-1 0,-1 1 0,1-1 0,1-1 262,0-1-2999,-4-4-6172,-3 2 6019</inkml:trace>
  <inkml:trace contextRef="#ctx0" brushRef="#br0" timeOffset="5305.11">2120 1823 11904,'-11'-13'3898,"11"13"-3766,-1-1 1,1 1-1,0-1 0,-1 1 0,1-1 0,0 1 1,0-1-1,-1 1 0,1-1 0,0 1 0,0-1 1,0 1-1,0-1 0,-1 0 0,1 1 0,0-1 1,0 1-1,0-1 0,0 1 0,0-1 1,1 0-1,-1 1 0,0-1 0,0 0-132,1-6 4048,-1 4-3575,0 0 0,0-1-1,-1 1 1,1 0 0,-1-1-1,0 1 1,0 0 0,0 0-1,0-1 1,-1 1-473,2 2 29,-1 0 0,1 0 0,-1 0 0,0 1 0,1-1 0,-1 0 0,0 0 0,0 1 0,0-1 1,1 0-1,-1 1 0,0-1 0,0 1 0,0-1 0,0 1 0,0-1 0,0 1 0,0 0 0,0 0 0,0-1 0,0 1 0,0 0 0,0 0 0,0 0 0,0 0 1,-1 0-1,1 0 0,0 1 0,0-1 0,0 0 0,0 0 0,0 1 0,0-1 0,0 1 0,0-1-29,-4 3-21,1-1 0,0 1 0,-1-1 0,1 1-1,0 0 1,1 1 0,-1-1 0,0 1 0,1 0 0,0-1 0,0 1-1,0 1 22,-9 13-139,2 0 1,-3 6 138,6-10-66,0 0-88,1-1-1,0 1 1,1 1 0,1-1 0,0 1-1,1 0 1,0-1 0,2 1 0,-1 0-1,2 1 1,0-1 0,1 0 0,2 13 154,-2-22-186,1-1 1,0 1 0,0 0 0,0 0 0,1-1 0,-1 1 0,1-1 0,1 0 0,0 2 185,-1-4-173,-1 0 0,1 0 0,0 0 0,0 0 0,0-1 0,0 1 0,0-1 0,0 0 0,1 0 0,-1 0-1,1 0 1,-1-1 0,1 1 0,0-1 0,1 0 173,11 2-387,1-1-1,-1 0 0,1-2 0,-1 0 0,1 0 1,-1-2-1,14-2 388,-26 3 110,0 0 1,-1 0-1,1-1 1,0 1-1,-1-1 1,3-1-111,-3 1 326,1 0 1,0 0-1,-1 1 1,1-1 0,0 1-1,0 0 1,2 0-327,2 0 756,2-1-570,1 1 1,-1-1 0,0-1 0,0 0 0,0-1 0,0 1 0,7-6-187,-4 3 83,-1-2 0,0 0 0,0 0 0,-1-1-1,0 0 1,-1-1 0,0 0 0,0-1 0,-1 0 0,-1-1 0,6-8-83,-11 14 131,1-1-1,-1 1 1,0-1 0,-1 0-1,1 0 1,-1 0 0,-1 0-1,0 0 1,1 0 0,-2 0-1,1 0 1,-1-1 0,-1 1-1,1 0 1,-1 0-1,0-1 1,-1 1 0,0 0-1,0 0 1,0 1 0,-1-1-1,-2-3-130,4 8 5,0 0 0,0 0 0,0 0-1,-1 0 1,1 1 0,-1-1 0,1 1-1,-1-1 1,0 1 0,1-1 0,-1 1-1,0 0 1,0 0 0,0 0 0,0 0-1,0 0 1,0 0 0,0 1 0,-1-1-1,1 1 1,0-1 0,0 1 0,0 0-1,-1 0 1,1 0 0,0 0 0,0 0-1,-1 0 1,1 1 0,-1 0-5,-1 0-13,0 0 1,0 1 0,0 0-1,0-1 1,0 1 0,0 1-1,1-1 1,-1 1 0,1-1-1,0 1 1,0 0 0,0 0-1,0 0 1,0 1 0,0 0 12,0 2-2,0-1-1,0 1 1,1 1 0,-1-1 0,2 0 0,-1 0 0,0 1-1,1-1 1,1 1 0,-1-1 0,1 1 0,0-1 0,0 1-1,1 0 1,-1-1 0,2 0 0,-1 1 0,1-1 0,0 0-1,0 1 1,1-1 0,-1 0 0,1-1 0,1 1 0,-1 0 0,1-1-1,0 0 1,0 0 0,1 0 0,0 0 0,-1-1 0,2 1 1,6 3-120,0 0 0,1-1 0,0-1 0,0 0 0,0 0 0,1-2 0,0 1 0,0-2 0,4 1 121,9 1-3335,22 0 3335,25-2-8220,-39-3 4156</inkml:trace>
  <inkml:trace contextRef="#ctx0" brushRef="#br0" timeOffset="8841.39">3177 2171 13056,'-3'0'2019,"-3"0"-344,5 3 8294,21-3-9547,34 3-429,-32-1 34,-1-1 0,1-1 0,8-2-27,10-4-836,23-8 836,5-3-5633,-66 17 5110,-1 0-1,0-1 1,0 1-1,1 0 1,-1-1-1,0 1 1,0-1 0,0 1-1,0-1 1,0 1-1,0-1 1,0 0-1,0 0 1,0 0-1,0 1 1,0-1 0,0 0-1,-1 0 1,1 0-1,0 0 1,-1 0-1,1 0 1,0-1-1,-1 1 1,1 0 0,-1 0-1,0-1 524,3-7-3413</inkml:trace>
  <inkml:trace contextRef="#ctx0" brushRef="#br0" timeOffset="9174.36">3239 2053 12800,'-34'17'4122,"23"-9"-2293,-8 9 118,6-1 2000,13-16-3900,0 1-1,0-1 0,-1 1 1,1-1-1,0 1 0,0-1 1,0 0-1,0 1 1,0-1-1,0 1 0,0-1 1,0 1-1,0-1 0,0 1 1,0-1-1,0 1 0,0-1 1,0 1-1,0-1 1,0 0-1,0 1 0,1-1 1,-1 1-47,1 0-5,0 0-1,0-1 1,0 1 0,1-1 0,-1 1 0,0-1 0,1 1 0,-1-1 0,0 1 0,0-1-1,1 0 1,-1 0 0,1 0 0,-1 0 0,0 0 0,1 0 0,-1 0 0,0 0 0,1-1-1,-1 1 1,0 0 0,2-1 5,162-34-1776,-115 27-1491,23-1-7465,-46 8 7148</inkml:trace>
  <inkml:trace contextRef="#ctx0" brushRef="#br0" timeOffset="28325.51">4031 1977 10112,'-33'-5'6346,"33"1"-1343,7-7-4034,12-13-1229,1 1 312,1-1-30,0 2 1,17-13-23,-31 29 6,0 0 0,0 1-1,1 0 1,0 1 0,0-1-1,0 2 1,0-1 0,1 1 0,0 0-1,-1 1 1,4-1-6,-9 3 9,-1 0 1,1-1-1,-1 1 0,1 0 1,-1 0-1,1 0 0,-1 1 1,1-1-1,-1 1 1,1-1-1,-1 1 0,0 0 1,1 0-1,-1 0 0,0 0 1,1 0-1,-1 1 0,1 0-9,-1 0 12,1 1-1,0-1 1,-1 1-1,0 0 1,0 0-1,0 0 1,0 0-1,0 0 0,-1 1 1,1-1-1,0 4-11,1 5 47,0 0 1,-1 0-1,0 0 0,-1 1 0,0-1 0,-1 1 0,-1 0-47,0-2 52,0 1 1,-1 0-1,-1-1 0,0 1 1,0-1-1,-5 10-52,-4 6 91,-1-2 0,-4 5-91,0-4 65,0 0 0,-2-2 0,0 0 0,-2-2 0,0 0 0,-2-1 0,0-1 0,-2-1 0,0-1 0,0-2 0,-20 9-65,30-18 35,-1 0 1,0-2 0,-6 2-36,-7 2-43,27-9 40,1 1-12,-1 0-1,1-1 0,-1 1 0,1-1 0,-1 1 0,1-1 0,-1 0 1,1 0-1,-1 0 0,1 0 0,-1 0 0,0 0 0,1 0 0,-1 0 1,0-1 15,2 1-5,-1 0 0,1 0 1,0 0-1,0 0 0,0 0 1,0 0-1,0 0 1,0 0-1,-1 0 0,1 0 1,0 0-1,0 0 1,0 0-1,0 0 0,0 0 1,0 0-1,-1 0 0,1 0 1,0 0-1,0 0 1,0-1-1,0 1 0,0 0 1,0 0-1,0 0 0,0 0 1,0 0-1,-1 0 1,1 0-1,0-1 0,0 1 1,0 0-1,0 0 0,0 0 1,0 0-1,0 0 1,0 0-1,0-1 0,0 1 1,0 0-1,0 0 1,0 0-1,0 0 0,0 0 1,0-1-1,0 1 0,0 0 1,0 0-1,0 0 1,0 0-1,1 0 5,7-7-151,14-2-17,-5 5 158,1 1 0,0 1 0,0 1 0,0 0 0,0 1 0,0 1 0,-1 1 0,5 1 10,34 8 12,50 16-12,-93-23-28,70 24-445,-42-13-2403,8 0 2876,-47-14-424,0-1 1,1 1-1,-1-1 0,0 0 1,1 0-1,-1 1 0,1-1 1,-1-1-1,1 1 1,-1 0-1,0-1 0,1 1 1,-1-1-1,0 0 1,1 1-1,-1-1 0,0 0 1,0-1-1,0 1 1,0 0-1,1-1 424,11-7-3029</inkml:trace>
  <inkml:trace contextRef="#ctx0" brushRef="#br0" timeOffset="28811.06">4546 2058 11648,'-1'0'649,"-1"0"0,1 0 0,-1 0 0,1-1 1,-1 1-1,1 0 0,0-1 0,-1 1 0,1-1 1,0 0-1,-1 0-649,12-9 4904,38-40-4379,-40 42-538,1 0 0,0 1-1,1-1 1,-1 2 0,1-1 0,1 2 0,-1-1 0,1 1-1,0 1 1,0 0 0,0 0 0,5 0 13,-10 3 14,0 0 1,-1 1-1,1-1 0,-1 1 0,1 0 1,0 1-1,-1-1 0,1 1 0,0 0 1,-1 1-1,0-1 0,1 1 1,-1 0-1,0 0 0,0 1 0,0 0 1,0 0-1,0 0 0,-1 0 1,1 1-1,-1-1 0,0 1 0,0 0 1,0 1-1,-1-1 0,3 4-14,-1 0 56,0 0-1,0 0 1,-1 0 0,-1 1-1,1-1 1,-1 1-1,-1 0 1,1 0-1,-1 0 1,-1 0 0,1 9-56,-2-6 63,0 0 1,-1-1-1,0 1 1,-1 0 0,-1 0-1,1-1 1,-2 1 0,-3 9-64,0-7 87,1 1 1,-2-2-1,0 1 1,0-1 0,-1 0-1,-1-1 1,0 0-1,-1-1 1,0 0-1,0 0 1,-1-2 0,-1 1-1,0-1 1,-3 1-88,8-6 36,0 0 0,0-1 1,0 0-1,0-1 0,0 0 1,0 0-1,-1 0 0,1-1 1,-1 0-1,1-1 0,-1 0 0,0 0 1,1-1-1,-1 0 0,1-1 1,-5-1-37,6 1-21,0 0 0,1-1-1,-1 1 1,1-1 0,0-1 0,0 1 0,0-1 0,1 0 0,-1 0 0,1-1 0,0 0 0,0 0 0,0 0 0,1 0 0,0-1 0,0 0 0,0 0 0,1 0 0,0 0 0,-2-4 21,3 3-84,0 0 0,1 0 0,-1-1 0,2 1 0,-1 0 0,1 0 0,0 0 0,0-1 0,1 1 0,0 0 0,0 0 0,1 0 0,1-5 84,1-1-628,1 0 0,1 0 0,0 0 1,0 0-1,1 1 0,4-5 628,0 3-1556,0-1-1,1 2 0,1 0 1,0 0-1,1 1 0,0 1 0,1 0 1,0 1-1,7-2 1557,18-6-3077</inkml:trace>
  <inkml:trace contextRef="#ctx0" brushRef="#br0" timeOffset="29196.49">5160 2090 11648,'-22'-8'10943,"22"8"-9657,0 0-502,0 0-32,0 0-315,0 0-144,0 0-159,9 21-172,6 32-2385,6 45 2423,-17-70-4281,-1 0-1,-1 19 4282,-5-3-7472,3-23 4587</inkml:trace>
  <inkml:trace contextRef="#ctx0" brushRef="#br0" timeOffset="29575.45">4997 2280 14336,'-20'0'4655,"12"1"-1420,7 0-1801,12 0-748,193-26-1150,-67 16-5963,-123 8 4366,0 1 0,0 1 0,0 0-1,2 2 2062,16 4-3354</inkml:trace>
  <inkml:trace contextRef="#ctx0" brushRef="#br0" timeOffset="30314.31">6104 1787 8704,'-9'-2'513,"-9"-3"2961,0-1 0,0 0 1,1-1-1,-3-3-3474,16 7 110,-1 1 0,1 0 0,-1 0 0,1 0 0,-1 1-1,0 0 1,1 0 0,-1 0 0,0 0 0,0 1 0,0-1 0,0 1 0,0 0 0,1 1 0,-1-1 0,0 1-1,0 0 1,0 1 0,1-1 0,-1 1 0,1 0 0,-5 2-110,-5 3-10,1 1 0,0 1 0,1 0-1,0 1 1,0 0 0,-7 9 10,1 1-5,0 0 1,2 1-1,0 1 0,-10 20 5,4-3-105,2 1 0,-6 21 105,22-50-14,0 0 0,0 1 0,1-1 0,0 1 0,1 0 0,1 0 1,-1 9 13,2-14-5,1 0 1,-1 0 0,1-1 0,1 1 0,-1 0 0,1 0 0,0-1 0,1 1 0,0-1 0,0 0 0,0 0-1,1 0 1,-1 0 0,2 0 4,1 1-16,0 0 0,0-1 0,1 0 0,0 0 0,0 0 0,1-1 0,0 0 0,-1-1 0,2 0 0,-1 0 0,0 0 0,1-1 0,0 0 0,-1-1 0,1 0 0,0-1 0,0 1 0,1-2 0,-1 1 0,0-1 0,0-1 0,0 0 0,1 0 16,10-1-34,0-2 0,0 0 0,0-1 0,0-1 0,-1-1 0,0-1 0,-1 0 0,15-10 34,-30 17-4,-1-1 0,0 1 1,0-1-1,0 0 0,0 0 0,0 0 0,0 0 0,-1 0 0,1 0 0,-1 0 0,1-1 0,-1 1 1,0-1-1,1-2 4,-1 4-3,-1-1 0,0 1 0,0-1 0,1 0 1,-1 1-1,0-1 0,0 1 0,-1-1 0,1 0 1,0 1-1,-1-1 0,1 1 0,0-1 0,-1 1 0,0-1 1,1 1-1,-1-1 0,0 1 0,0 0 0,0-1 1,0 1-1,0 0 0,0 0 0,0-1 0,0 1 1,-1 0-1,1 0 0,0 0 3,-5-2-16,0-1-1,0 1 1,0-1 0,0 2-1,0-1 1,-1 1 0,1 0-1,-1 0 1,-1 0 16,-10-1-60,0 1 0,-18-1 60,7 3-199,1 1 0,-1 2 0,1 0 0,0 2 0,0 1 0,-12 5 199,35-10-346,0 1 1,0 0 0,0 0-1,1 1 1,-1-1 0,0 1-1,1 0 1,0 0 0,0 1-1,0-1 1,0 1 0,-3 3 345,7-7-197,-1 1 0,0-1 1,1 1-1,-1 0 0,1-1 1,-1 1-1,1 0 0,-1-1 1,1 1-1,0 0 0,-1-1 1,1 1-1,0 0 0,-1 0 1,1-1-1,0 1 0,0 0 1,0 0-1,0 0 0,0-1 1,0 1-1,0 0 0,0 0 1,0 0-1,0 0 0,0-1 1,0 1-1,1 0 0,-1 0 1,0-1-1,1 1 0,-1 0 1,0 0-1,1-1 0,-1 1 0,1 0 1,-1-1-1,1 1 0,-1-1 1,1 1-1,0-1 0,-1 1 1,1-1-1,0 1 0,-1-1 1,1 1-1,0-1 0,0 0 1,0 1 196,15 7-2768</inkml:trace>
  <inkml:trace contextRef="#ctx0" brushRef="#br0" timeOffset="30777.83">6208 2030 13952,'-19'0'4511,"18"0"-4341,1 0 0,-1-1 0,1 1 0,-1 0-1,1 0 1,-1 0 0,1 0 0,-1 0 0,1-1 0,-1 1-1,1 0 1,-1 0 0,1-1 0,0 1 0,-1 0-1,1-1 1,-1 1 0,1 0 0,0-1 0,-1 1-1,1-1 1,0 1 0,0-1 0,-1 1 0,1-1-170,0 1 37,1 0 1,-1 0-1,0 0 1,1 0-1,-1 0 1,0 0 0,1 0-1,-1 0 1,0 0-1,0 0 1,1 0-1,-1 0 1,0 0-1,1-1 1,-1 1 0,0 0-1,0 0 1,1 0-1,-1 0 1,0-1-1,0 1 1,1 0-1,-1 0 1,0-1-38,6-7-79,-3 3 60,0 1 0,0-1-1,1 1 1,0 0 0,0 0 0,0 0 0,3-1 19,3-3-42,1 1 0,1 0 0,-1 1 0,1 0 1,0 1-1,0 0 0,1 1 0,-1 1 0,1 0 0,2 0 42,-5 2 9,1 0 0,-1 0 0,0 1 0,1 1-1,-1 0 1,0 0 0,1 1 0,-1 0 0,0 1-1,0 0 1,0 0 0,-1 1 0,2 2-9,0-1 22,0 1 1,-1 1-1,0 0 1,-1 0-1,1 1 1,0 2-23,-5-5 26,0 0 1,-1 0-1,0 0 1,0 1-1,0-1 1,0 1-1,-1 0 1,0 1-1,0-1 1,-1 0-1,2 7-26,-2-7 50,-1 0 0,0 1 0,0-1 0,-1 0 0,1 0 0,-1 1 0,-1-1 0,1 0 0,-1 1 1,0-1-1,0 0 0,-1 0 0,0 0 0,0 0 0,0 0 0,-1 0 0,0-1 0,0 1 0,0-1 0,-1 0 0,0 0 0,0 0 0,0 0 0,-1-1 0,1 0 0,-1 0 0,0 0 0,0 0 0,-2 0-50,-21 13 204,0-1 0,-9 3-204,23-12 138,-1-1 0,0 0 0,0-2 0,-1 0 1,-11 2-139,18-5 36,1 0 0,-1-1 0,0 0 0,1-1 0,-1 1 0,1-2 0,-1 1 0,1-1 0,0 0 0,0-1 0,-1 0 0,0-1-36,5 2-25,-1-1 1,1 1 0,0-1 0,1 1 0,-1-1 0,0 0 0,1-1 0,0 1 0,-1-1-1,1 1 1,1-1 0,-1 0 0,1 0 0,-1 0 0,1-1 0,0 1 0,0 0-1,1-1 1,0 1 0,-1-1 0,1 1 0,1-1 0,-1 0 24,-1-16-374,1 0 0,1 0 1,1 0-1,0 0 0,2 0 1,0 0-1,3-6 374,-3 16-816,1 0 0,0-1 1,0 1-1,2 0 0,-1 1 0,1-1 1,0 1-1,1 1 0,0-1 0,1 1 0,0 0 1,1 1-1,8-8 816,23-11-3381</inkml:trace>
  <inkml:trace contextRef="#ctx0" brushRef="#br0" timeOffset="31148.32">6891 1998 12288,'-17'1'4659,"10"1"-1445,7-2-3174,0 0-1,-1 0 1,1 0 0,0 0-1,0 0 1,0 0 0,0 0-1,0 0 1,0 0 0,0 0-1,0 0 1,0 0 0,0 0-1,0 0 1,0 0 0,0 0-1,0 0 1,0 0 0,0 1-1,0-1 1,0 0 0,0 0-1,0 0 1,-1 0 0,1 0-1,0 0 1,0 0 0,0 0-1,0 0 1,0 0 0,0 0-1,0 0 1,0 1 0,1-1-1,-1 0 1,0 0 0,0 0-1,0 0 1,0 0 0,0 0-1,0 0 1,0 0 0,0 0-1,0 0 1,0 0 0,0 0-1,0 0 1,0 0 0,0 0-1,0 1 1,0-1 0,0 0-1,0 0 1,0 0 0,0 0-1,1 0 1,-1 0 0,0 0-1,0 0 1,0 0 0,0 0-40,0 1 60,1 0 1,-1 0 0,0 0 0,0 0 0,1 0 0,-1 0 0,0 0-1,0 0 1,0 0 0,0 0 0,0 0 0,-1 0 0,1 0-61,0 4 78,2 27-30,1 0 1,6 23-49,-4-29 4,5 38-1949,-5-24-2220,2-1-1,1 0 0,11 29 4166,-15-56-2965</inkml:trace>
  <inkml:trace contextRef="#ctx0" brushRef="#br0" timeOffset="31484.32">6763 2220 14336,'-27'3'9999,"80"-5"-10959,0-3 0,26-7 960,-17 3-3024,28-2-4325,-45 6 3979</inkml:trace>
  <inkml:trace contextRef="#ctx0" brushRef="#br0" timeOffset="31836.84">7388 1811 12416,'-5'-1'2685,"-1"0"1,1 0 0,0 1 0,0 0 0,-2 0-2686,-5 48 138,-10 25-36,-16 31-102,11-31 26,25-65-60,-1-1-1,1 1 1,1-1 0,0 1-1,0 1 35,0-7-9,1-1-1,0 1 1,0 0-1,0 0 1,0 0-1,0-1 1,0 1-1,1 0 1,-1 0-1,1-1 1,-1 1-1,1 0 1,-1-1-1,1 1 1,0 0-1,0-1 1,0 1-1,0-1 1,0 1-1,0-1 1,0 0-1,1 0 1,-1 1-1,1-1 10,4 2-41,-1 0 0,1-1 0,-1 0 1,1 0-1,0-1 0,0 0 0,-1 0 0,1 0 0,0 0 0,3-1 41,13 0-352,0-2-1,4-1 353,-3 1-443,57-8-6274,44-14 6717,-38 7-7043,-45 12 4041</inkml:trace>
  <inkml:trace contextRef="#ctx0" brushRef="#br0" timeOffset="32168.97">7524 1745 12544,'-23'-2'4042,"23"1"-3856,-1 1-1,0 0 1,0 0-1,0 0 1,1 0-1,-1 0 1,0 1-1,0-1 1,0 0-1,1 0 1,-1 0-1,0 1 1,0-1-1,1 0 1,-1 1-1,0-1 1,1 1-1,-1-1 1,0 1 0,1-1-1,-1 1 1,0-1-1,1 1 1,-1 0-1,1-1 1,-1 1-186,-6 18 1504,5-14-1512,0 8 91,-1 0-1,1 0 1,1 0 0,1 0 0,0 11-83,-1 17 61,0 23-709,2 1 0,3-1 0,2 0 0,8 21 648,-11-68-2030,1 0 1,4 9 2029,-5-18-1530,0-1 0,0 0 1,1 0-1,0 0 0,0 0 1,4 4 1529,6 6-2976</inkml:trace>
  <inkml:trace contextRef="#ctx0" brushRef="#br0" timeOffset="32508.51">7711 1949 13440,'-15'-16'6617,"15"16"-6463,0-1 0,0 0-1,-1 0 1,1 1 0,0-1 0,0 0-1,0 0 1,0 1 0,0-1 0,0 0-1,0 0 1,0 1 0,1-1-1,-1 0 1,0 1 0,0-1 0,0 0-1,1 0 1,-1 1 0,1-1 0,-1 1-1,1-1-153,2-5-1,1 1 0,0 0-1,0 0 1,0 1 0,1-1-1,0 1 1,0 0 0,0 0-1,0 0 1,1 1 0,-1 0 1,7-3-52,0 0 1,0 1-1,1 0 1,-1 1-1,2 0 52,-2 1-13,1 1-1,-1 1 1,0 0 0,1 1-1,-1 0 1,0 0-1,1 2 1,-1 0-1,0 0 1,0 1 0,0 0-1,0 1 1,0 0-1,-1 1 1,0 1-1,11 6 14,-8-3 38,-1 0 0,0 1 0,0 0 0,-1 1 0,0 0 0,-1 1 0,0 1 0,-1-1 0,0 2-1,-1-1 1,-1 2 0,5 8-38,-10-15 91,1 1 0,-1 0-1,-1 0 1,1 0-1,-2 0 1,1 1 0,-1-1-1,0 0 1,-1 1-1,0-1 1,-1 4-91,0-6 99,0-1-1,-1 1 1,1-1-1,-1 0 1,0 1-1,-1-1 1,1 0-1,-1-1 1,0 1-1,-1 0 1,0-1 0,1 0-1,-2 0 1,1 0-1,-1 0 1,1 0-1,-1-1-98,-11 7 195,0 0 0,0-1 0,-1-1 0,0-1-1,-8 2-194,-8 3 372,0-2-1,-17 2-371,37-9 63,-1-2-1,0 1 0,0-2 0,0 0 0,0-1 0,0 0 1,1-1-1,-1 0 0,0-2 0,-2 0-62,9 1-28,0 0 1,1 0-1,-1-1 1,1 0-1,0 0 1,0-1-1,0 1 0,0-1 1,1-1-1,-1 1 1,1-1-1,0 0 1,0 0-1,1 0 1,0-1-1,0 0 0,0 0 1,0 0-1,1 0 1,0 0-1,0-3 28,-3-8-208,0-1 0,2-1 1,0 1-1,1-1 0,1 0 0,1 0 0,0-13 208,2 6-719,1 0 0,2 0 0,0 0 0,1 1 0,6-16 719,-4 22-1511,1 0 0,0 1 0,3-5 1511,-3 10-2968,0-1 0,7-6 2968,12-8-3488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4:54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46 12800,'-2'-1'1010,"1"0"0,-1 0 0,0 1 0,0-1 1,0 1-1,0-1 0,1 1 0,-1 0 0,0-1 1,0 1-1,0 0 0,0 1-1010,35-4 3222,27-4-3317,15-3-1976,-58 9 1211,2 0-1812,1-2 1,1 0 2671,-17 2-2124,1 0-1,0 0 1,-1-1 0,1 0-1,-1 0 1,2-1 2124,-1 2-3253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4:54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15 14848,'-1'0'131,"-4"-2"2039,0 0-1,0 1 1,0-1 0,-5 0-2170,53 0 4355,-10 0-6171,22 1 1816,23 1-4022,-36-1-7849,11 3 11871,-21 2-3552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5:04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34 8192,'-5'-9'1998,"4"7"-372,1-1 1,-1 1-1,1-1 0,-1 1 0,1-1 0,0 1 0,0 0 0,0-3-1626,0 5 71,0 0 0,0 0-1,0 0 1,-1 0 0,1 0-1,0 0 1,0 0 0,0 0 0,0 0-1,0 0 1,0 0 0,0 0-1,0 0 1,-1 0 0,1 0-1,0 0 1,0 0 0,0 0 0,0 0-1,0 0 1,0 0 0,0 0-1,-1 0 1,1 0 0,0 0-1,0 0 1,0 0 0,0 0 0,0 0-1,0 0 1,0 0 0,0 0-1,0 1 1,0-1 0,-1 0-1,1 0 1,0 0 0,0 0 0,0 0-1,0 0 1,0 0 0,0 0-1,0 1 1,0-1 0,0 0-1,0 0 1,0 0 0,0 0 0,0 0-1,0 0 1,0 0 0,0 1-1,0-1 1,0 0-71,0 1 54,-1-1 0,1 1 0,0 0 0,-1 0 1,1 0-1,0 0 0,0 0 0,0 0 0,0 0 0,0 0 0,0 0 0,0-1 0,0 1 0,0 0 0,0 1-54,1 5 20,0 0 0,-1 0 0,0 0 0,0 3-20,0 20 54,3 17 20,11 96 140,-1-37-54,0 3-2255,-1-37-9703,-9-64 8033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5:05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12032,'0'0'427,"0"0"0,-1 0 0,1 0 0,0 0 1,-1 0-1,1 1 0,0-1 0,0 0 1,-1 0-1,1 0 0,0 0 0,0 0 0,-1 1 1,1-1-1,0 0 0,0 0 0,-1 0 0,1 1 1,0-1-1,0 0 0,0 0 0,-1 0 0,1 1 1,0-1-428,-3 11 3857,3 16-4407,1-16 1581,6 300-743,-4-257-1108,0 3-1811,2-18-2323,-4-26-192,2-1 1610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5:05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41 114 10496,'-4'-10'6213,"10"6"-530,-4 3-5238,4-1 186,0-1 0,0-1 0,-1 1 0,1-1 0,1-3-631,17-9 365,-13 9-342,0 0 0,1 1 0,0 1 0,0 0 0,1 0 0,3 0-23,8-1-1,1 1 0,-1 2 0,1 0-1,0 1 1,0 2 1,-10 0 14,-1 1 0,0 0-1,0 1 1,0 1 0,0 0-1,0 1 1,0 1 0,-1 0 0,7 4-14,-5-2 69,-2 0 1,1 1 0,-1 1 0,-1 0 0,1 0 0,-2 1 0,1 1 0,-1 0 0,3 5-70,-10-9 44,0-1 0,-1 1 0,0-1 0,-1 1 0,0 0 0,0 0 0,0 0 0,0 0 0,-1 1 0,-1-1 0,1 0 0,-1 0 0,0 1 0,-1-1 0,0 0 0,0 0 0,0 1 0,-1-1 0,0 0 0,-2 2-44,2-1 63,-2-1-1,1 0 1,-1 0 0,0-1 0,0 1-1,-1-1 1,1 0 0,-2 0-1,-4 5-62,1-3 75,-1-1-1,0 1 1,0-2-1,-1 1 0,1-1 1,-2-1-75,-16 7 184,0-1 1,-1-2 0,0-1-1,-22 2-184,39-7 41,0-1 0,-1 0 0,1-1 0,0-1 0,-1 0 0,1 0 1,-1-2-1,1 1 0,-1-1 0,-1-2-41,-2 0-105,1-1 0,0 0 1,1-2-1,-1 1 0,1-2 0,1 0 1,-1 0-1,2-2 0,-12-9 105,18 14-57,1 0 1,1 0-1,-1-1 1,1 0-1,0 1 0,0-1 1,1-1-1,-1 1 0,1 0 1,1-1-1,-1 0 0,1 0 1,1 1-1,-1-1 1,1 0-1,0-1 0,1 1 1,-1 0-1,1 0 0,1 0 1,-1 0-1,1 0 1,2-6 55,0 2-649,0 1-1,1-1 1,0 1-1,1 0 0,0 0 1,0 0-1,1 1 0,7-9 651,-6 8-2312,2 1 0,-1 0-1,1 0 1,1 1 0,0 0-1,0 1 1,10-6 2312,8 0-3605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4:42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6123 607 9600,'-1'1'410,"-1"0"0,1 0 0,0 0 0,0 0 0,0 1 0,-1-1 0,1 0 0,1 0 0,-1 1 0,0-1 0,0 0 0,0 1 0,1-1 0,-1 1 0,0-1 0,1 1-410,-2 27 4780,2-28-4723,0 0 247,0-1 85,0 6 1902,0-13-1051,0 2-1173,0 1 0,1-1 0,0 1 0,0-1 0,0 1 0,1 0 0,0-1 0,-1 1 0,2 0 0,-1 0 1,0 0-1,1 0 0,-1 1 0,1-1 0,2-1-67,8-8-169,0 0 1,1 2-1,5-4 169,-12 9-4,4-2-53,0 0 0,0 1 0,1 0 0,0 1 0,0 1 0,0 0 0,1 0 0,12-2 57,-19 5-26,0 1 0,1 0-1,-1 0 1,0 1 0,0 0-1,0 0 1,1 0 0,-1 1 0,0-1-1,0 2 1,0-1 0,0 1-1,0 0 1,0 0 0,0 0-1,0 1 1,-1 0 0,0 0 0,1 0-1,0 2 27,8 6 23,-2 1-1,1 1 0,-1 0 0,-1 0 1,-1 1-1,0 0 0,0 1 1,-1 0-1,-1 0 0,-1 1 1,0 1-23,-5-8-20,1 0 1,-2 0 0,1 1 0,-2-1 0,1 7 19,-1 10-3332,0-21 2024,0-4-2916,-3-1 1429,3 0-1759</inkml:trace>
  <inkml:trace contextRef="#ctx0" brushRef="#br0" timeOffset="368.36">6833 29 12800,'-26'-28'7594,"25"27"-5941,1 1-378,5 124 446,8 23-1721,-13-144 28,19 144-386,-7-74-3220,-4 1 0,-3 28 3578,-5-69-2949,0-4-1515</inkml:trace>
  <inkml:trace contextRef="#ctx0" brushRef="#br0" timeOffset="992.69">6683 522 13824,'-27'-16'8074,"26"15"-6463,6 1-241,22-1-1700,-1-2 0,5-1 330,-5 1-998,1 0 0,4 2 998,19 1-1199,90 0-6694,-47 0 9876,-57-5 2444,-24 4-3562,0 0 1,0-1 0,8-2-866,-8 2 128,0-1 0,1 2 0,8 0-128,-8 1-2,0 0 1,-1 1-1,1 1 0,0 0 1,-1 1-1,0 0 0,1 1 1,2 2 1,-10-4 32,1 1 1,-1-1 0,0 1 0,0 1-1,0-1 1,0 1 0,-1 0 0,1 0-1,-1 0 1,0 0 0,0 1 0,-1 0-1,1 0 1,-1 0 0,0 0-1,0 0 1,-1 1 0,2 4-33,-3-6 85,0 0 0,-1 0 1,1 0-1,-1 0 0,0 0 0,0 0 0,0 0 0,0 0 1,-1 0-1,0 0 0,1-1 0,-2 1 0,1 0 1,0 0-1,-1 0 0,0-1 0,1 1 0,-1-1 1,-1 1-1,1-1 0,-1 0 0,1 0 0,-1 0 1,-1 1-86,-3 3 172,-1 0 1,0 0 0,0-1 0,0 0 0,-1-1-1,0 0 1,0 0 0,0-1 0,-3 1-173,-2 0 180,-1-1 1,0 0-1,0-1 1,0-1-1,0 0 0,0-1 1,-12-1-181,16-1 63,0 0 0,0 0 0,0-1 0,0 0 0,0-1 1,0-1-1,1 1 0,-1-2 0,1 1 0,0-2 0,0 1-63,8 3-34,-1 0 0,1 0 0,-1 0 0,1 0 0,0 0 0,-1 0 0,1-1-1,0 1 1,1-1 0,-1 1 0,0-1 0,1 0 0,0 0 0,-1 0 0,1 0 0,0 0 0,0 0 0,1 0 0,-1 0-1,1 0 1,-1 0 0,1 0 0,0-3 34,1-2-186,-1 0 0,2 0 0,-1 0 0,1 0 0,0 0 0,0 0 0,1 1 0,2-5 186,7-11-2279,13-21 2279,-22 39-222,9-12-1549,0 0 0,1 2 0,2-3 1771,-9 12-751,23-27-4683</inkml:trace>
  <inkml:trace contextRef="#ctx0" brushRef="#br0" timeOffset="-710">5859 493 8960,'-17'-3'3420,"6"3"3245,10 11-2174,1-10-4524,0 39 557,-1-14-503,1 1 0,2 0 0,2 14-21,0-26-613,-1 0-1,2 0 1,0-1 0,1 0-1,7 13 614,-10-19-1325,3 7-230,-3-10-1825,0-5-3389,2-7 1847</inkml:trace>
  <inkml:trace contextRef="#ctx0" brushRef="#br0" timeOffset="-356.26">5745 308 12800,'-22'-29'4735,"22"29"-3679,-15-11 256,11 6-128,4 5-768,-5-4-1056,10 8 288,-5-4-2048,9 5 1312,1-2-3519,6 9 2591,13 5-1664,6 6 992,7 2 352</inkml:trace>
  <inkml:trace contextRef="#ctx0" brushRef="#br0" timeOffset="-10479.37">955 219 12800,'0'-13'7493,"1"54"-2673,5 28-3863,0 25-1209,-2-13 95,1 62 200,-3-46-4254,-5-67-719,-4-2-6358,7-19 8221</inkml:trace>
  <inkml:trace contextRef="#ctx0" brushRef="#br0" timeOffset="-10107.61">582 308 11136,'-51'3'7237,"40"-1"-3112,11-1-4083,0-1 1,0 0-1,0 0 0,0 0 1,0 0-1,0 0 1,0 0-1,0 0 0,0 0 1,0 0-1,0 0 1,0 1-1,0-1 0,0 0 1,0 0-1,0 0 1,0 0-1,0 0 0,0 0 1,0 0-1,0 0 1,0 0-1,0 0 0,0 0 1,0 1-1,0-1 1,0 0-1,0 0 0,0 0 1,0 0-1,0 0 1,1 0-1,-1 0 0,0 0 1,0 0-1,0 0 1,0 0-1,0 0 0,0 0 1,0 0-1,0 0 1,0 0-1,0 0 0,0 0 1,0 0-1,1 0 1,-1 0-1,0 0 0,0 0 1,0 0-1,0 0 1,0 0-43,20 4 1622,14-6-1231,31-5-391,-47 4 9,38-4 37,125-19-28,45-13-1300,-74 18-3074,-144 20 4139,1 0-1405,1 0-1,0 0 1,0 1-1,0 0 1,-1 1 0,10 1 1622,-8 4-4608,-2 5 1632</inkml:trace>
  <inkml:trace contextRef="#ctx0" brushRef="#br0" timeOffset="-9757.65">701 772 12800,'-27'0'4122,"27"0"-3948,-1 0 0,0 0 1,0 0-1,0 0 0,0 0 0,1 0 0,-1 0 0,0 0 1,0 0-1,0 1 0,0-1 0,1 0 0,-1 0 0,0 1 1,0-1-1,0 1-174,-2 1 573,12 0 4115,44 3-4293,62-9-1003,52-11 608,-121 10-582,103-4-4320,-48 11-3913,-59 2 5589</inkml:trace>
  <inkml:trace contextRef="#ctx0" brushRef="#br0" timeOffset="-9219.22">1493 542 11520,'-7'-1'1477,"0"0"0,0 1 0,0 0 0,-4 1-1477,9-1 263,1 0 0,-1 0 0,0 1 0,1-1 0,-1 1 0,0-1 0,1 1 0,-1-1 0,1 1 0,-1 0 0,1 0 0,-1 0 0,1 0 0,0 0 0,0 0 0,-1 0-1,1 1 1,0-1 0,0 0 0,0 1-263,0 6 129,1 0 0,0 0 0,0 1 1,1-1-1,0 4-129,10 37-16,-8-36 225,0 0 0,-1 0 1,0 0-1,0 12-209,-1-14 855,0-10-17,5-14 401,1-6-1286,2 3 9,6-11-81,2 0 0,16-19 119,-28 40-19,0-1-1,0 2 0,1-1 0,0 0 0,0 1 1,0 0-1,1 1 0,0-1 0,0 1 0,0 1 0,0-1 1,1 1-1,2-1 20,-5 3 3,0 1 0,0-1 1,0 1-1,0 0 0,0 0 1,0 1-1,0-1 0,0 1 1,0 0-1,-1 0 0,1 1 1,0 0-1,-1-1 0,1 1 1,-1 1-1,1-1 0,-1 1 1,0 0-1,0 0 0,2 2-3,7 6 32,0 2-1,-1-1 1,0 2-1,-1 0 1,1 2-32,4 7 19,-1 1 0,0 1 0,-2 1-19,7 18-4521,-18-40 3213,-1-3-5090,-1-1 2686</inkml:trace>
  <inkml:trace contextRef="#ctx0" brushRef="#br0" timeOffset="-4358.59">2390 461 10112,'-1'-1'475,"0"0"0,-1 0-1,1 0 1,0-1 0,0 1 0,0 0 0,0-1 0,0 1 0,1-1 0,-1 1 0,0-1 0,1 1-1,-1-1 1,1 1 0,-1-1 0,1 1 0,0-1 0,0 0 0,0 1 0,0-1 0,0-1-475,0 0 330,1 1 0,-1-1 1,1 1-1,-1-1 0,0 0 1,0 1-1,0-1 1,-1-2-331,1-6 413,-1-14 100,-1 1 1,-1 0-1,0-1 1,-2 1-1,-4-7-513,5 16 91,0 1-1,-2 0 1,0 0-1,-1 0 0,0 1 1,-1 0-1,0 0 0,-1 1 1,-1-1-91,5 7-25,-1 1-1,1 0 1,-1 0 0,0 0 0,-1 1-1,1 0 1,-1 0 0,0 1 0,-7-3 25,12 5-17,0 0 0,-1 0 0,1 0 0,-1 1 0,1 0 0,-1-1 0,1 1 0,-1 0 1,1 0-1,-1 0 0,1 0 0,-1 1 0,1-1 0,-1 1 0,1-1 0,0 1 0,-1 0 0,1 0 1,0 0-1,-1 0 0,1 0 0,0 1 0,0-1 0,0 1 0,0-1 0,0 1 0,0 0 0,1 0 1,-1 0-1,1 0 0,-1 0 0,1 0 17,-8 12-32,2 1 0,0-1 1,0 2-1,2-1 0,0 0 0,0 1 0,1 2 32,-4 28-124,-3 40 124,7-29 39,2-1 0,2 1 1,6 32-40,-3-61 22,25 191 132,-9-74-1386,-6-42-5883,-13-88 2278,0-1 1504</inkml:trace>
  <inkml:trace contextRef="#ctx0" brushRef="#br0" timeOffset="-3995.31">1862 700 12672,'-20'-4'4122,"20"4"-3988,-1-1 0,0 1 0,1 0 0,-1 0 0,1 0 0,-1 0 0,0 0 0,1 0 0,-1 0 0,0 0 0,1 0 0,-1 0 0,1 0 0,-1 0 0,0 1 0,1-1 0,-1 0 0,1 0 0,-1 1 0,1-1 0,-1 0 0,0 1-134,-1 0 599,16-5 3951,15-5-4060,15-1-490,-23 6-23,27-5-56,0 3-1,10 1 80,104 3-1714,-54 7-2737,-89-4 910,0 0 0,10-3 3541,3 2-3248</inkml:trace>
  <inkml:trace contextRef="#ctx0" brushRef="#br0" timeOffset="-3638.71">2594 242 13696,'-4'-3'1565,"0"-1"1,0 1 0,0 0 0,-1 0 0,0-1-1566,4 12 3209,1 37-3365,0-43 281,2 48-205,4 18 80,-1-19-21,1 5-725,10 37 746,-6-45-4742,4 2 4742,-11-39-1729,0 1-1,1-1 1,0 0-1,1 0 1,0 0-1,1-1 1,1 2 1729,6 6-2976</inkml:trace>
  <inkml:trace contextRef="#ctx0" brushRef="#br0" timeOffset="-3306.65">2817 648 13696,'-26'-16'8111,"37"8"-4233,51-27-3969,-42 24 46,1 1-1,1 1 1,0 1-1,0 1 1,15-3 45,-28 8-9,0 1 0,0 0 0,0 1-1,0-1 1,0 2 0,0-1 0,0 1 0,0 1 0,0 0-1,0 0 1,0 0 0,-1 1 0,1 1 0,-1-1 0,0 1 0,1 1 9,-5-2-1,1 0 0,-1-1 1,0 2-1,-1-1 1,1 0-1,0 1 1,-1-1-1,0 1 0,0 0 1,0 0-1,0 1 1,-1-1-1,1 2 1,-2-3 14,0 0 1,0 0-1,0 0 0,0 0 1,-1 0-1,0 0 0,1 0 1,-1 0-1,0 0 0,0 0 1,-1 0-1,1 0 0,-1 0 1,1 0-1,-1-1 0,0 1 1,0 0-1,-1 0 0,1 0 1,0-1-1,-2 3-14,-1 1 45,-1 0 0,0 0 0,0 0 0,0-1 0,-1 0 0,0 0 0,0 0 0,0-1 0,0 0 0,-1 0 1,1 0-1,-1-1 0,0 0 0,-1 0 0,1-1 0,-7 2-45,-1-1 44,-1 0 0,1-2 0,-1 1 0,0-2 0,1 0 0,-1-1 0,-12-2-44,21 2-112,0-1-1,0 0 1,0 0-1,0 0 0,-3-2 113,8 3-95,-1 0-1,1 0 1,0-1-1,-1 1 1,1-1-1,0 1 1,0-1-1,0 0 1,0 0-1,0 0 1,0 0-1,1 0 1,-1 0-1,1-1 1,-1 1-1,1 0 1,-1-2 95,1-1-436,0 0 1,0-1 0,0 1 0,1 0 0,-1-1 0,1 1 0,0 0 0,1-1-1,0 1 1,-1 0 0,2-1 0,0-3 435,1 0-1143,0 0-1,1 1 0,0-1 1,0 1-1,1 0 1,0 1-1,2-3 1144,19-20-3226</inkml:trace>
  <inkml:trace contextRef="#ctx0" brushRef="#br0" timeOffset="-2720.03">3300 498 11136,'-3'5'2303,"-4"5"5117,4-1-5794,2 3-1529,0 0 1,0 0-1,1 0 1,1 1-1,0-1 1,1 0-1,0 3-97,0-8 9,0-1 0,0 0-1,1 0 1,-1 1 0,1-1-1,1-1 1,-1 1 0,1 0 0,0-1-1,0 0 1,1 0 0,-1 0-1,1 0 1,2 0-9,-4-2 48,1 0 0,-1-1 0,1 0 0,-1 0 0,1 0 0,0 0 0,0-1 0,0 0 0,0 1 0,0-1 0,0-1 1,0 1-1,0-1 0,0 1 0,0-1 0,0 0 0,1 0 0,-1-1 0,0 0 0,0 1 0,0-1 0,3-2-48,1 0 97,-1 0 0,0-1 1,0 0-1,0 0 0,0-1 1,-1 1-1,0-2 0,3-1-97,4-7 43,0-1 0,0 0 0,-2-1-43,-7 11-35,-1 1 1,0 0 0,1-1-1,0 1 1,0 1 0,1-1-1,2-2 35,-5 5-6,-1 1-1,0-1 0,1 0 0,0 1 1,-1-1-1,1 1 0,-1-1 0,1 1 1,0 0-1,-1-1 0,1 1 0,0 0 1,-1 0-1,1 0 0,0 1 0,-1-1 0,1 0 1,0 1-1,-1-1 0,1 1 0,-1-1 1,1 1-1,-1 0 0,1-1 0,-1 1 1,1 1 6,11 5-35,0-1-1,9 4 36,8 3-57,-10-3 111,0-1-1,0-1 1,1-1 0,0-1 0,0-1 0,1-1 0,0-1 0,-1-1 0,14 0-54,-34-2-19,2 0 106,1 0 0,-1 0-1,0 0 1,1 0 0,-1-1-1,0 1 1,0-1 0,3-1-87,-5 2 35,0-1 0,-1 1 0,1 0 0,-1-1 0,1 1 0,-1-1 0,1 1 0,-1-1 0,1 1 0,-1-1 0,0 1 0,1-1 0,-1 1 0,0-1 0,1 1 1,-1-1-1,0 0 0,0 1 0,0-1-35,1-1 44,-1 1 0,0-1-1,0 1 1,0-1 0,0 1 0,0-1 0,-1 1 0,1-1 0,0 1 0,-1-1 0,0-1-44,-56-139-3456,52 128 2567,3 9-309,0 0-1,0 0 1,0 0-1,1 0 1,-1-4 1198,2 8-308,0 1 0,0-1 0,-1 0 0,1 0 0,0 1 0,1-1 0,-1 0 0,0 0 0,0 1 0,0-1 1,0 0-1,0 1 0,1-1 0,-1 0 0,0 0 0,1 1 0,-1-1 0,1 1 0,-1-1 0,0 0 0,1 1 0,-1-1 1,1 1-1,0-1 0,-1 1 0,1-1 0,-1 1 0,1-1 0,0 1 0,-1 0 0,1-1 0,0 1 0,-1 0 0,1 0 1,0 0-1,0-1 0,-1 1 0,1 0 0,0 0 308,12 0-2752</inkml:trace>
  <inkml:trace contextRef="#ctx0" brushRef="#br0" timeOffset="-2364.73">4111 498 12160,'0'0'302,"0"0"0,-1 0 1,1 0-1,0 0 1,0 0-1,0 0 0,-1 0 1,1 1-1,0-1 1,0 0-1,0 0 0,-1 0 1,1 0-1,0 0 1,0 0-1,0 1 0,0-1 1,-1 0-1,1 0 1,0 0-1,0 0 0,0 1 1,0-1-1,0 0 1,0 0-1,0 0 0,0 1 1,-1-1-1,1 0 1,0 0-303,0 11 2737,3 12-4249,-2-17 2404,5 33-2254,10 31 1362,-5-35-3473,3-2-3431,-6-20 3614</inkml:trace>
  <inkml:trace contextRef="#ctx0" brushRef="#br0" timeOffset="-2032.54">4029 231 12160,'-37'-29'4575,"37"29"-3583,-22-17 736,12 14 192,10 3-1152,-9-4-576,9-1-192,-5 2-1312,5 3 704,0-5-2336,10 10 1633,-1-5-4385,9 8 3168</inkml:trace>
  <inkml:trace contextRef="#ctx0" brushRef="#br0" timeOffset="-1261.83">4247 619 9728,'-2'4'858,"-1"-1"1,0 1 0,1 0 0,0 0-1,0 0 1,0 0 0,0 1-859,2-4 10,-1 1 335,1 0 0,-1 0 0,1 0 0,0 1 0,-1-1-1,1 0 1,0 0 0,1 0 0,-1 0 0,0 1 0,1-1-345,0 11 1438,-1-13-1397,0 0 0,0 1 1,0-1-1,0 0 0,0 0 0,0 1 1,1-1-1,-1 0 0,0 0 1,0 0-1,0 1 0,0-1 1,1 0-1,-1 0 0,0 0 0,0 0 1,0 1-1,1-1 0,-1 0 1,0 0-1,0 0 0,1 0 0,-1 0 1,0 0-1,0 0 0,1 0 1,-1 0-1,0 0 0,0 0 1,1 0-1,-1 0 0,0 0 0,0 0 1,1 0-1,-1 0 0,0 0 1,0 0-1,1 0 0,-1 0 0,0 0 1,0 0-42,11-3 936,-5-2-805,0 1 1,0-1 0,-1 0-1,1 0 1,-1-1-1,0 1 1,-1-1-1,1 0 1,0-3-132,14-16-48,2 0-2,-7 7-26,1 0-1,0 2 1,2 0 76,-13 12-29,0 0 1,1 1-1,0-1 1,-1 1-1,1 0 0,1 1 1,-1-1-1,0 1 1,0 0-1,1 0 0,-1 1 1,1 0-1,5-1 29,-7 2-11,0 0 0,0 0 0,0 1 0,-1-1 0,1 1 0,0 0 0,0 0 0,0 0-1,-1 1 1,1-1 0,-1 1 0,1 0 0,-1 0 0,0 0 0,0 1 11,9 5-105,-1 2 0,-1 0 1,5 5 104,2 3-346,1-1-180,5 6-3035,13 8 3561,-26-24-1081,0 0 1,0 0 0,0-1 0,1-1 0,8 4 1080,-7-5-644,0 0 0,0-1-1,1-1 1,-1 0 0,1 0 0,0-1 0,-1-1 0,1 0-1,0 0 1,7-3 644,-8 1 416,1 0-1,-1-1 1,-1-1 0,1 0-1,0 0-415,-4 0 1049,1 0 0,-1 0 0,0-1 0,-1 0 1,1-1-1,4-4-1049,-8 6 621,1 0 0,-1 0 1,0-1-1,0 1 1,0-1-1,-1 0 1,1-1-1,-1 1 1,0-1-622,-2 4 141,0-1 0,-1 1 0,1-1 0,-1 0 0,1 1 1,-1-1-1,0 0 0,0 1 0,0-1 0,0 0 0,0 1 0,-1-1 1,1 0-1,-1 1 0,0-1 0,0 1 0,0-1 0,0 1 0,0-1 1,0 1-1,-1 0 0,0-1-141,1 0 4,-1 1 0,0 0 0,0 0 1,0-1-1,0 1 0,0 1 0,0-1 0,0 0 0,-1 0 0,1 1 1,-1-1-1,1 1 0,-1 0 0,0 0 0,-2-1-4,1 1-4,0 0 0,-1 1 0,1-1 0,0 1 0,-1 0 0,1 0 0,0 1 1,-1-1-1,1 1 0,0 0 4,-7 1-15,1 2 1,0-1 0,1 1 0,-1 1 0,1-1 0,0 2-1,0-1 1,-5 5 14,-1 1-91,1 1 0,-5 6 91,15-15-23,1 1 0,0-1 1,0 1-1,0 0 1,0 0-1,1 0 1,0 0-1,-1 1 1,1-1-1,1 1 1,-1-1-1,0 3 23,2-6-12,0 0 0,0 0 0,0 1 0,0-1-1,0 0 1,0 1 0,0-1 0,1 0 0,-1 0 0,0 1 0,1-1 0,-1 0 0,1 0 0,-1 0-1,1 0 1,-1 1 0,1-1 0,0 0 0,0 0 0,0 0 0,0-1 0,-1 1 0,1 0 0,0 0-1,0 0 1,1-1 0,-1 1 0,0 0 0,0-1 0,0 1 0,0-1 0,0 1 0,1-1 0,-1 0-1,0 1 1,1-1 12,5 1-45,1 1-1,0-1 1,0-1-1,0 1 1,3-1 45,-10 0-4,20-1-31,1 0 1,-1-1-1,12-3 35,-23 3 39,-1-1 0,1 1 0,-1-1 0,0-1 0,1 0 0,-2 0 0,1-1 0,6-4-39,-12 6 40,-1 0-1,1 0 1,-1 0 0,1 0-1,-1-1 1,0 1-1,0-1 1,0 1-1,-1-1 1,1 0-1,-1 0 1,0 0 0,0 1-1,0-1 1,-1-2-40,2-5-177,-1-1 1,0 0-1,-1-1 177,0 12-90,2 25 14,1 1-1,2-1 1,0-1 0,3 9 76,2 10-37,26 89 244,1 7 253,-31-111-318,-1 1 1,-2-1-1,0 29-142,-3-47 169,0 0 1,-1 0-1,0 0 1,0 0-1,-1 0 1,-1 0-1,0 2-169,1-5 86,-1-1-1,1 0 1,-1-1-1,0 1 1,0 0 0,0-1-1,-1 0 1,1 0-1,-1 0 1,0 0-1,-1 0 1,-2 1-86,1-1 66,-1 0 0,0 0 1,-1-1-1,1 0 0,-1 0 1,-6 1-67,-47 9 215,30-8-223,-1-1 0,1-2 0,-1-1 0,-15-3 8,20 0-298,1-1-1,0-1 0,0-1 1,0-1-1,0-2 0,-3-2 299,13 4-481,2-1 0,-1-1 0,1 0 0,0-1 0,1 0 0,0-1 0,-12-11 481,15 10-1146,0 0 0,0-1-1,1 0 1,0 0 0,-1-5 1146,5 9-787,1 0 0,1 0 0,-1 0 0,1-1 0,1 1 1,-1-1-1,2 0 0,-1 0 0,1 0 0,0 0 0,1-5 787,3-37-3285</inkml:trace>
  <inkml:trace contextRef="#ctx0" brushRef="#br0" timeOffset="2127.77">304 1662 10240,'11'-3'12143,"-11"3"-12030,1 0 0,-1 0-1,1 0 1,-1 0 0,1 0-1,-1 0 1,1 0-1,-1 0 1,0-1 0,1 1-1,-1 0 1,1 0 0,-1 0-1,1 0 1,-1-1 0,0 1-1,1 0 1,-1-1 0,1 1-1,-1 0 1,0-1-1,1 1 1,-1 0 0,0-1-1,0 1 1,1 0 0,-1-1-1,0 1 1,0-1-113,2-14 1836,-2 10-1291,-1 4-511,1 0 0,0 1 0,0-1 0,0 1 1,0-1-1,-1 0 0,1 1 0,0-1 0,-1 1 0,1-1 0,0 1 0,-1-1 0,1 1 0,-1-1 0,1 1 0,-1-1 0,1 1 1,-1 0-1,1-1 0,-1 1 0,1 0 0,-1-1 0,1 1 0,-1 0 0,0 0 0,1 0 0,-1-1-34,-20-3 82,19 3-65,-18 0-65,-1 0 0,1 1 0,-1 1 0,0 0 0,-7 3 48,5 0-43,0 0-1,-7 4 44,21-5-80,-1 0-1,1 0 1,1 1-1,-1 0 0,0 0 1,1 1-1,-2 2 81,9-6-21,0-1 0,0 1 0,0 0 0,0-1 0,1 1 0,-1 0 0,0-1 0,0 1 1,1 0-1,-1 0 0,0 0 0,1 0 0,-1 0 0,1 0 0,0 0 0,-1 0 0,1 0 0,-1 0 0,1 0 0,0 0 0,0 0 0,0 0 0,0 0 0,0 0 0,0 0 0,0 0 0,0 0 0,0 0 0,0 0 0,0 0 1,1 0-1,-1 0 0,0 0 0,1 0 0,-1 0 0,1 0 0,-1 0 0,1 0 0,0 0 0,-1 0 0,1-1 0,0 1 0,-1 0 0,1 0 21,4 3-80,1 1 0,-1-1 0,0 0 0,1-1 0,0 1 0,3 1 80,94 41-537,-70-33 375,0 2 1,-1 1-1,-1 2 1,-1 1 0,2 3 161,-27-18-8,0 0 0,0 1 0,0-1 0,-1 1 0,1 1 8,-4-4 21,1 0-1,-1 0 1,1 1 0,-1-1-1,0 0 1,0 1 0,0-1-1,-1 1 1,1-1 0,-1 1 0,1-1-1,-1 1 1,0 2-21,0-4 19,0 0 1,0 0-1,0 1 1,0-1-1,-1 0 1,1 0-1,0 0 1,-1 0-1,1 0 1,-1 0-1,1 0 1,-1 1-1,0-2 1,0 1-1,1 0 1,-1 0-1,0 0 0,0 0 1,0 0-1,0-1 1,0 1-1,0 0 1,0-1-1,0 1 1,0-1-1,-1 1-19,-2 1 49,0-1 0,0 0 0,0 0 0,-1 0 0,1 0 0,-2 0-49,-11 0-136,0-1 1,-1 0-1,1-1 0,0-1 1,0-1-1,-11-3 136,9 1-1460,2-1 0,-1 0-1,-11-6 1461,27 11-367,0-1 0,-1 1 0,1 0 0,0-1 0,0 1 0,0-1 0,0 1 0,0-1 0,0 0 0,1 0 0,-1 0 0,1 0 1,-1 0-1,1 0 0,0 0 0,-1-2 367,1 2-348,0 1 1,1-1-1,-1 1 1,1-1 0,-1 1-1,1-1 1,-1 0-1,1 1 1,0-1 0,0 1-1,0-1 1,0 0 0,0 1-1,0-1 1,0 0-1,1 1 1,-1-1 0,1 1-1,-1-1 1,1 1-1,-1-1 1,2-1 347,10-14-2933</inkml:trace>
  <inkml:trace contextRef="#ctx0" brushRef="#br0" timeOffset="2467.94">560 1615 12800,'-1'0'311,"0"0"0,1 0 0,-1 0 0,1 1 0,-1-1 0,0 0 0,1 0 0,-1 0 0,1 1 0,-1-1 0,0 0 0,1 1 0,-1-1 0,1 1 0,-1-1 0,1 0 0,-1 1 0,1-1 0,0 1 0,-1-1 0,1 1 0,-1-1 0,1 1 0,0 0 0,0-1 0,-1 1 0,1-1 0,0 1 0,0 0 0,0-1 0,0 1 0,0 0 0,-1-1 0,1 1 0,0 0-311,1 1 144,0 0 1,-1 1-1,1 0 1,-1-1 0,0 1-1,0-1 1,0 1-1,0-1 1,0 1 0,-1 1-145,0 7 74,3 4-133,0 0 0,0-1 0,1 1 0,1-1 0,1 0 0,1 4 59,2 3-1535,-2 0 0,1 10 1535,2 8-3984,1-2-4437,-6-24 5381</inkml:trace>
  <inkml:trace contextRef="#ctx0" brushRef="#br0" timeOffset="2823.76">501 1417 14208,'-19'-17'5343,"19"17"-4127,-10-9-160,7 6-576,6 6-416,-3-3-1664,0 0 864,0 0-3775,10 0 2495,-1 0-3744,9 9 3264</inkml:trace>
  <inkml:trace contextRef="#ctx0" brushRef="#br0" timeOffset="3157.79">755 1743 9984,'-4'11'1229,"3"-8"-846,0 0 0,0 0 0,1 0 0,-1 0 0,1 0 0,-1 0 1,1 0-1,0 0 0,0 2-383,0-2 28,0 5 524,1 1-1,-1-1 1,1 1 0,1-1 0,-1 0-1,3 6-551,8 28 795,-11-23 2698,0-33-3185,0 0 0,1 0 0,1 1-1,0-1 1,0 1 0,6-13-308,6-10-561,18-32 561,-25 54-133,0 0-1,1 0 1,0 1 0,4-4 133,-8 12-56,0-1 0,0 1-1,1 0 1,-1 1 0,1-1-1,0 1 1,0 0 0,0 1-1,1-1 1,-1 1 0,2 0 56,-5 2-3,0 1 1,0-1-1,0 1 1,0-1 0,0 1-1,0 0 1,0 0-1,0 0 1,0 1-1,0-1 1,0 1 0,0 0-1,0-1 1,0 1-1,-1 1 1,1-1 0,0 0-1,-1 1 1,1-1-1,-1 1 1,1 0-1,-1 0 1,0 0 0,1 0-1,-1 0 1,0 0-1,0 0 1,0 2 2,6 7 21,0 0 0,-1 1 0,-1 0 0,0 1 0,4 9-21,27 81 5,-1-2-3205,-33-93 2729,-2-3-909,2 0 0,-1 1 0,0-2 0,3 5 1380,-4-9-349,-1 1 0,1 0 0,0 0-1,-1 0 1,1 0 0,0-1 0,0 1 0,0 0 0,0 0 0,-1-1 0,1 1-1,0-1 1,0 1 0,0-1 0,0 1 0,0-1 0,0 0 0,0 0 0,1 1-1,-1-1 1,0 0 0,0 0 0,0 0 0,0 0 0,0 0 349,13-3-2752</inkml:trace>
  <inkml:trace contextRef="#ctx0" brushRef="#br0" timeOffset="3505.7">1366 1311 12672,'-12'-10'4122,"12"10"-3949,-1-1 0,1 1 0,-1 0-1,0 0 1,1 0 0,-1 0 0,1 0 0,-1 0 0,0 0-1,1 0 1,-1 0 0,1 0 0,-1 0 0,0 0 0,1 0-1,-1 1 1,1-1 0,-1 0 0,1 0 0,-1 1-1,0-1 1,1 1-173,-1-1 1537,2 26-735,2-1 0,1 1 0,3 9-802,4 28 676,13 93-1181,6 41-1091,-27-167-261,4 34-6046,-4-42 4373</inkml:trace>
  <inkml:trace contextRef="#ctx0" brushRef="#br0" timeOffset="3836.92">1694 1546 12288,'-1'0'368,"1"-1"1,0 1-1,-1 0 1,1-1-1,0 1 1,-1-1-1,1 1 1,0 0-1,-1-1 1,1 1-1,-1 0 1,1 0-1,-1-1 1,1 1-1,-1 0 1,1 0-1,0 0 1,-1 0-1,1 0 1,-1 0-1,1-1 1,-1 1-1,1 0 1,-1 0-1,1 0 1,-1 1-1,0-1 1,1 0-1,0 0 1,-1 0-1,1 0 1,-1 0 0,1 1-1,-1-1 1,1 0-1,-1 0 1,1 1-1,-1-1 1,1 0-369,-12 7-629,-12 2 839,1 2 0,-1 2-210,3-2 18,-21 13 0,0 1 1,-9 10-19,46-31 10,-1 0 17,0 0 0,0 1-1,0-1 1,1 1 0,-1 0-1,1 1 1,1 0 0,-4 4-27,7-8 5,0 0 0,1 0 0,-1 0-1,1 0 1,0-1 0,0 1 0,-1 0 0,1 0 0,0 0 0,1 0 0,-1 0 0,0 0 0,1 0 0,-1 0 0,1 0-1,-1-1 1,1 1 0,0 0 0,0 0 0,0-1 0,0 1 0,0 0 0,0-1 0,0 1 0,0-1 0,2 2-5,5 6-38,1 0 1,0 0 0,8 5 37,-12-11-16,24 19-351,1-1-1,15 6 368,18 12-1372,-10-6-654,8 7-4145,-20-11-1599,-23-14 4682</inkml:trace>
  <inkml:trace contextRef="#ctx0" brushRef="#br0" timeOffset="4190.63">1998 1889 12672,'-7'7'4122,"6"-5"-2293,1-2 139,0 0 352,0 0-901,9 3 464,4-3-1948,95-2-3158,-87 0-891,1 0-1,-1-2 0,20-5 4115,-22 5-3221</inkml:trace>
  <inkml:trace contextRef="#ctx0" brushRef="#br0" timeOffset="4537.72">1980 1743 12928,'-1'0'33,"-1"-1"598,0 1 0,0-1 0,0 1-1,0 0 1,0-1 0,0 1 0,0 0 0,0 0 0,0 0 0,0 1 0,0-1 0,0 0 0,0 1 0,0-1 0,0 1 0,0 0 0,0 0 0,0 0 0,-1 0-631,42-1 2329,-13 1-2861,64-3-3514,-30-4-5502,-38 2 5868</inkml:trace>
  <inkml:trace contextRef="#ctx0" brushRef="#br0" timeOffset="5963.25">2753 1408 12800,'-9'-12'6031,"5"7"-2737,2 5-897,-17 2 1032,15 1-3426,0 0-1,0 0 0,1 0 1,-1 0-1,1 1 0,0 0 1,0 0-1,0 0 1,1 0-1,-1 0 0,-1 4-2,-3 9-48,1 0-1,-3 11 49,0-1 34,-4 10 14,3-11-6,1 0 1,1 2-43,6-20 29,1 0 1,0 0 0,0 0-1,0 0 1,1 1 0,0-1-1,1 0 1,0 0 0,0 1-30,0-6 7,0 0 1,0 1-1,1-1 1,-1 0-1,1 0 1,0 0 0,0 0-1,0 0 1,0-1-1,0 1 1,1 0-1,-1-1 1,1 0-1,0 0 1,-1 0-1,1 0 1,0 0-1,0 0 1,0-1-1,1 1 1,-1-1 0,2 1-8,8 2-66,0 0 1,0-1 0,1-1 0,-1 0 0,1-1 65,57 5-2442,36-5 2442,-30-2-3846,17 0-7967,-75 1 8768</inkml:trace>
  <inkml:trace contextRef="#ctx0" brushRef="#br0" timeOffset="6310.65">2959 1408 12160,'-19'-20'6674,"19"20"-6477,-1-1-1,1 1 1,0 0 0,-1-1 0,1 1 0,0 0 0,-1-1 0,1 1 0,0 0-1,-1 0 1,1-1 0,-1 1 0,1 0 0,-1 0 0,1 0 0,0 0 0,-1-1 0,1 1-1,-1 0 1,1 0 0,-1 0 0,1 0 0,-1 0 0,1 0 0,-1 0 0,1 0 0,0 1-1,-1-1 1,1 0-197,-3 3 66,1 0 0,0 0 0,1 1-1,-1-1 1,1 0 0,-1 1 0,1-1-1,0 1 1,0 0 0,1-1 0,-1 1-1,1 0 1,0 0 0,0 0-66,-1 18-2,3 19 2,-2-39 15,3 167 92,-2-16-2790,1-117-3888,7 29 6571,-4-41-4896,3-3 1558</inkml:trace>
  <inkml:trace contextRef="#ctx0" brushRef="#br0" timeOffset="6714.77">3122 1578 14592,'-1'0'267,"1"-1"1,0 1 0,-1-1-1,1 1 1,0-1 0,-1 1-1,1-1 1,0 1 0,0-1-1,-1 1 1,1-1 0,0 1-1,0-1 1,0 1 0,0-1-1,0 0 1,0 1 0,0-1-1,0 1 1,0-1 0,0 0-1,0 1 1,0-1 0,0 1 0,0-1-1,1 0-267,11-9 3618,-7 7-3934,21-14 552,-1 1-297,19-9 61,-33 19-51,0 2 0,0 0 0,0 0 0,1 1 0,10-2 51,-7 2-1,1 2 0,-1 0 0,0 0 0,0 2 0,12 1 1,-18-1 8,0 1 0,0 0 0,0 0 0,0 1 0,-1 0-1,1 0 1,-1 1 0,0 0 0,0 1 0,2 2-8,0 0 29,0 1 1,0 0-1,-1 1 0,0 0 0,-1 1 0,0 0 0,0 0 0,-1 0 0,0 1 1,1 5-30,-4-6 31,0 0 0,0 0 0,-1 0 1,0 0-1,-1 1 0,-1-1 0,1 1 1,-2 0-1,1 0 0,-1-1 1,-1 1-1,-1 4-31,0-3 86,0-1 0,-1 1 1,0-1-1,-1 0 0,0 0 1,0-1-1,-2 1 0,1-1 0,-1 0 1,-2 1-87,3-4 69,-1 1 1,0-1 0,-1 0 0,1-1 0,-1 0 0,-1 0-1,1 0 1,-1-1 0,0 0 0,0-1 0,-1 0 0,1 0 0,-1 0-70,-9 2 67,-1 0 0,0-1 0,0 0 0,0-2 0,0 0 0,0-2 0,-16 1-67,20-3-45,0-1 0,-1-1 0,-4-1 45,13 3-62,1-1 0,0-1 0,0 1 0,0-1 0,0 0 0,0 0 0,0 0 0,1-1 0,-5-4 62,4 2-123,1 0 1,-1 0 0,1 0 0,1-1 0,-1 0 0,1 0 0,0 0 0,1-1 0,0 1-1,0-1 1,1 0 0,-1 0 0,2 0 0,-1 0 0,1 0 0,0-8 122,1 4-334,0 0 1,0 0 0,1 1-1,1-1 1,0 0-1,1 1 1,0-1 0,1 1-1,0 0 1,0 0-1,6-8 334,-1 4-1440,0 1 0,1 0 0,0 0 1,1 2-1,1-1 0,0 1 0,14-9 1440,18-9-3296</inkml:trace>
  <inkml:trace contextRef="#ctx0" brushRef="#br0" timeOffset="7271.83">4029 1630 10112,'-23'-15'6639,"21"13"-5366,2 2-1143,0 0 0,0 0 0,0 0-1,0 0 1,0 0 0,0 0 0,0 0-1,-1 0 1,1 0 0,0 0 0,0 0-1,0 0 1,0 0 0,0 0 0,0-1-1,0 1 1,-1 0 0,1 0 0,0 0-1,0 0 1,0 0 0,0 0 0,0 0-1,0 0 1,-1 0 0,1 1 0,0-1-1,0 0 1,0 0 0,0 0 0,0 0-1,0 0 1,0 0 0,0 0 0,-1 0-1,1 0 1,0 0 0,0 0 0,0 0-1,0 0 1,0 0 0,0 1-1,0-1 1,0 0 0,0 0 0,0 0-1,0 0 1,-1 0 0,1 0-130,-2 2 353,1 0-359,0 0 1,0 1-1,0-1 0,0 1 0,0-1 1,0 1-1,1-1 0,-1 1 0,1 0 1,0-1-1,0 1 0,0 0 0,0 1 6,0 2-15,-3 82-1996,4 21 2011,0-15-8544,-1-58 1227,0-23 4576</inkml:trace>
  <inkml:trace contextRef="#ctx0" brushRef="#br0" timeOffset="7605.45">3874 1849 11776,'-31'-3'7375,"57"1"-2301,27-6-3955,22-1-1706,9 2-247,50-4-3908,-2-5-6903,-95 11 8749</inkml:trace>
  <inkml:trace contextRef="#ctx0" brushRef="#br0" timeOffset="7975.28">4570 1513 11136,'-22'-20'7135,"20"15"-2331,2 10-2002,-4 16-2805,1-1 0,1 1 1,0 0-1,2 0 0,0 0 0,2 1 3,-1 29 54,0 26-4683,7 56 4629,-7-125-1081,0 1 1,1-1-1,0 0 0,0 0 1,2 4 1080,8 9-5434,1-6 2154</inkml:trace>
  <inkml:trace contextRef="#ctx0" brushRef="#br0" timeOffset="8323.16">4807 1662 14720,'-12'-10'4815,"12"10"-4688,-1 0-1,1 0 0,0 0 1,0 0-1,0 0 1,-1-1-1,1 1 0,0 0 1,0 0-1,0 0 0,0-1 1,0 1-1,-1 0 0,1 0 1,0 0-1,0-1 1,0 1-1,0 0 0,0 0 1,0-1-1,0 1 0,0 0 1,0 0-1,0-1 0,0 1 1,0 0-1,0 0 0,0-1 1,0 1-1,0 0 1,0 0-1,0-1 0,0 1 1,0 0-1,0 0 0,0 0 1,1-1-1,-1 1 0,0 0-126,8-7 282,-5 5-30,12-10-257,0 1 0,1 0 0,0 1 0,1 1 0,0 0 0,0 2 1,1 0-1,13-4 5,-22 9-6,-1 0 0,1 0 0,0 1 1,-1 0-1,1 1 0,0 0 0,0 0 0,0 1 1,-1 0-1,1 0 0,0 1 0,-1 0 0,1 1 1,-1 0-1,0 0 0,0 1 0,0 0 0,0 0 1,-1 1-1,2 1 6,0 2 11,1 0-1,-2 0 1,1 1 0,-1 0 0,-1 0 0,1 1-1,-2 0 1,1 1 0,-2-1 0,2 4-11,-3-5 2,0 0 1,-1 0-1,0 0 0,-1 0 1,0 1-1,0-1 0,-1 0 1,-1 1-1,1 0 0,-1-1 1,-1 1-1,0-1 1,-1 5-3,0-5 66,0-1 1,-1 0 0,0 0-1,0 0 1,0-1 0,-1 1-1,-1-1 1,1 0 0,-1 0-1,0 0 1,-1 0 0,1-1-1,-1 0 1,-1 0 0,1-1-1,-1 0 1,0 0 0,0 0-1,0-1 1,-1 0 0,0-1-1,1 1 1,-1-1 0,-6 1-67,-1 0 82,-1 0 0,0-1 1,0-1-1,0 0 0,0-2 1,0 1-1,0-2 0,0 0 1,-5-2-83,14 2-47,0 0 0,0-1 0,0 1 1,0-2-1,1 1 0,-1-1 0,1 0 0,0 0 1,0-1-1,0 0 0,0 0 0,1 0 1,-1-1-1,1 1 0,0-1 0,0-1 0,1 1 1,0-1-1,0 1 0,0-1 0,1-1 1,-3-4 46,2 0-222,0-1 0,0 1 0,1-1 0,1 1 0,0-1 0,1 0 0,0 0 0,1 0 0,0 0 0,1 1 0,1-11 222,0 14-483,0-1-1,0 1 1,1 0 0,0 0 0,0 0 0,1 0 0,0 1 0,0-1 0,1 1 0,0 0 0,0 1 0,0-1 0,1 1 0,0 0 0,1 0 0,5-4 483,24-12-4709,1 7 1488</inkml:trace>
  <inkml:trace contextRef="#ctx0" brushRef="#br0" timeOffset="8779.8">5549 1667 8960,'3'-5'398,"2"-6"10162,-4 16-4416,-1 3-5268,0 31-1100,1 1 0,3-1 0,1 0 0,7 25 224,-6-42-2564,-2 1-1,2 15 2565,-5-11-4911,-3 1-3390,2-15 5208</inkml:trace>
  <inkml:trace contextRef="#ctx0" brushRef="#br0" timeOffset="9128.93">5408 1950 14208,'-20'-3'4655,"11"4"491,8 0-4086,6 0 297,15-2-1442,1-1 1,-1-1-1,1-1 85,32-5-1047,69-5-2834,0 0-5891,-84 12 6588</inkml:trace>
  <inkml:trace contextRef="#ctx0" brushRef="#br0" timeOffset="20964.37">6295 1469 5888,'0'-2'369,"-1"1"-150,1 0-1,0-1 1,0 1-1,0 0 1,0 0 0,0 0-1,0 0 1,1-1-1,-1 1 1,0 0 0,0 0-1,1 0 1,-1 0 0,1 0-1,-1 0 1,1 0-1,-1 0 1,1 0 0,0 0-1,0 0 1,-1 0-1,1 0 1,0 1 0,1-2-219,-1 1 431,0 0 1,-1 0 0,1 0-1,0-1 1,0 1 0,-1 0 0,1-1-1,-1 1 1,1 0 0,-1-1-1,1 1 1,-1-1 0,0 1-1,0 0 1,0-2-432,1 0 663,-1-1 0,0 1 0,0-1 0,0 1 0,-1 0 0,1-3-663,-1 5 99,1 1 1,-1-1-1,0 0 1,1 0-1,-1 1 1,1-1-1,-1 1 1,0-1-1,0 0 1,1 1-1,-1-1 1,0 1-1,0 0 1,0-1-1,0 1 1,1 0-1,-1-1 1,0 1-1,0 0 1,0 0-1,0 0 1,0 0-1,0 0 1,0 0-1,0 0 1,0 0-1,0 0 1,1 0 0,-2 1-100,-28 5 511,20-2-500,-1 1-1,1 0 1,0 0-1,0 1 1,0 1 0,1 0-1,0 0 1,0 1 0,1 0-1,0 0 1,1 1 0,-5 5-11,-6 12-3,1 0 0,1 1 1,1 0-1,1 3 3,2-3-25,2 0-1,0 1 0,2 0 1,1 1-1,0 11 26,5-32-39,1 0 0,1 0 0,-1 1 0,1-1 0,1 0 0,-1 0-1,2 1 1,-1-1 0,1 0 0,0 0 0,0 0 0,2 2 39,-1-5-32,-1 0 1,1-1 0,0 1-1,0-1 1,0 0-1,1 0 1,-1 0-1,1 0 1,0-1 0,0 1-1,0-1 1,1 0-1,-1 0 1,1 0-1,-1-1 1,1 0-1,0 0 1,0 0 0,3 0 31,12 4-113,0-2 1,0-1-1,0 0 1,0-2-1,0 0 1,1-1-1,2-1 113,-8-1-43,0 0-1,0 0 1,0-2-1,-1 0 1,1 0-1,-1-1 1,0-1-1,0-1 1,11-7 43,-19 11 2,0-1 0,-1-1 0,1 1-1,-1-1 1,-1 0 0,1 0 0,-1 0 0,1-1 0,-1 1 0,-1-1-1,1 0 1,-1 0 0,0-1 0,0 0-2,-2 4 36,0-1 1,0 1-1,-1-1 0,1 1 1,0-1-1,-1 0 1,0 1-1,0-1 0,0 1 1,-1-1-1,1 0 0,-1 1 1,0-1-1,0 1 1,0-1-1,0 1 0,0 0 1,-1-1-1,0 1 0,0 0 1,0 0-1,0 0 0,0 0 1,0 1-1,-1-1 1,1 0-1,-1 1-36,-2-2 23,-1 0-1,0 0 1,1 1 0,-1 0 0,0 0-1,-1 0 1,1 1 0,0 0 0,-1 0-1,1 0 1,-1 1 0,0 0 0,1 1-1,-1-1 1,0 1 0,-3 1-23,-7 0 12,0 1 1,0 0-1,1 2 1,-1 0 0,-15 6-13,7-1-41,0 2 1,1 1-1,1 0 1,0 2 0,0 1-1,1 1 1,-18 17 40,35-29-172,0 1 0,0-1 0,0 1 0,1 0 0,0 0 0,0 0 0,0 1 0,0-1 0,1 1 0,0 0 0,0 0 0,-1 6 172,3-11-94,1 0 0,0 0 0,0 0 1,0-1-1,0 1 0,0 0 0,0 0 0,0 0 0,0 0 0,0 0 0,0 0 1,0-1-1,0 1 0,1 0 0,-1 0 0,0 0 0,1 0 0,-1-1 1,0 1-1,1 0 0,-1 0 0,1-1 0,-1 1 0,1 0 0,0-1 1,-1 1-1,1-1 0,0 1 0,-1-1 0,1 1 0,0-1 0,0 1 94,3 0-422,-1 1-1,0-1 1,1 0-1,-1-1 1,1 1-1,-1 0 1,1-1-1,0 0 423,6 1-1246,1-1 0,-1-1 0,3 0 1246,41-9-4224</inkml:trace>
  <inkml:trace contextRef="#ctx0" brushRef="#br0" timeOffset="21487.71">6606 1711 12288,'-10'0'1247,"7"0"-901,0 1-1,1-1 0,-1-1 1,0 1-1,0 0 1,1-1-1,-1 1 1,0-1-1,1 0 1,-1 0-1,0 0 1,1 0-1,-1-1-345,-2 0 609,1-1 3820,12-3-2419,-5 4-2445,19-10 503,1 0 1,0 2-1,1 1 0,0 0 0,15-2-68,-20 7-21,-1 1 0,1 1-1,0 0 1,1 1 0,-1 1 0,0 1-1,16 3 22,-16 0 1,-1 0 0,0 2 0,0 0 0,-1 1 0,1 1 0,-2 0 0,1 2 0,-1 0 0,0 0 0,-1 1 0,4 5-1,-15-12 16,0-1 1,0 1-1,-1 0 0,1 0 1,-1 0-1,0 1 1,0-1-1,0 1 0,-1-1 1,0 1-1,0 0 0,0 0 1,0 0-1,-1 0 1,0 0-1,0 1 0,0-1 1,0 0-1,-1 1 1,0-1-1,0 0 0,-1 1 1,1-1-1,-1 0 0,-1 0 1,1 0-1,0 1 1,-1-1-1,0-1 0,0 1 1,-1 0-1,0 0 0,1-1 1,-1 1-1,-1-1 1,1 0-1,-1 0 0,1 0 1,-1-1-1,0 1 1,-1-1-1,0 1-16,-13 7 166,-1 0 0,0-1 1,-1-1-1,1-1 0,-2 0 1,1-2-1,-1 0 0,0-2 0,-21 3-166,10-4 93,0-1 0,0-1 0,0-2 0,0-1-1,0-2 1,-13-3-93,33 4 11,1 0-1,-1 0 1,0-1-1,1 0 1,0-1 0,0 0-1,0-1 1,1-1-1,0 1 1,-6-7-11,11 9-42,1 0 0,0 0 0,0 0 0,0-1 0,0 0 0,1 0 1,0 0-1,0 0 0,0-1 0,0 1 0,1-1 0,0 1 0,0-1 0,1 0 0,0 0 1,0 0-1,0 0 0,1 0 0,-1 0 0,1 0 0,1 0 0,-1 0 42,2-6-301,1 1 0,0 0-1,1-1 1,0 1 0,0 0 0,1 1-1,0-1 1,1 1 0,1 0-1,-1 0 1,2 1 0,-1 0 0,7-6 301,1 0-1602,1 0 0,1 1 0,0 1 0,1 1 0,0 0 0,1 1 0,0 1 1602,31-11-4533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5:54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0 19199,'-6'2'1956,"1"-1"0,-1 0 0,0-1 0,0 1 0,0-1 0,-4-1-1956,-14 1 1832,29 0-6691,-5 0 4700,0 0-1,0 0 0,0 0 0,0 0 0,0 0 0,0 0 0,0 0 0,0 0 0,0 0 1,0 0-1,0 0 0,0 0 0,-1-1 0,1 1 0,0 0 0,0 0 0,0 0 0,0 0 1,0 0-1,0 0 0,0 0 0,0 0 0,0 0 0,0 0 0,0-1 0,0 1 0,0 0 1,0 0-1,1 0 0,-1 0 0,0 0 0,0 0 0,0 0 0,0 0 0,0 0 0,0 0 1,0 0-1,0 0 0,0-1 0,0 1 0,0 0 0,0 0 0,0 0 0,0 0 0,0 0 1,0 0-1,1 0 0,-1 0 0,0 0 0,0 0 0,0 0 160,-1-1-4906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5:52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 12416,'-1'0'402,"0"0"0,-1 0 0,1 0 1,0 0-1,0 1 0,0-1 0,0 0 0,0 1 1,0-1-1,0 1 0,0-1 0,0 1 1,0 0-1,0-1 0,0 1 0,0 0 0,0 0-402,-1 1 502,0 0 1,1 1-1,-1-1 0,1 0 0,-1 1 0,1-1 0,-1 3-502,-1 6 589,-1 0 0,1 1-1,0 5-588,2-11 95,-6 33 103,2 1 0,2 0 1,2 33-199,4-1-979,10 50 979,-12-116-74,9 60-3428,2 3 3502,-7-49-2431,1 0-1,0 0 1,2 0-1,0 0 1,5 7 2431,1-4-3008</inkml:trace>
  <inkml:trace contextRef="#ctx0" brushRef="#br0" timeOffset="331.82">312 251 11904,'-26'-52'9791,"20"42"-6275,4 6-2971,4 6-414,-2-1-136,1 0 0,-1 0 0,0 1 1,0-1-1,1 0 0,-1 1 0,0-1 0,0 0 0,0 1 0,0-1 0,-1 1 5,1 7-42,4 22-36,-3 0 0,0 9 78,1 36 71,1-34-274,14 123-282,-12-133-2697,7 17 3182,-6-28-3739,1 0-1,7 14 3740,-4-18-5024,-2-4 1675</inkml:trace>
  <inkml:trace contextRef="#ctx0" brushRef="#br0" timeOffset="870.92">604 367 13568,'-1'0'317,"0"0"0,0 0 0,1 0 1,-1-1-1,0 1 0,1 0 1,-1-1-1,1 1 0,-1-1 0,0 1 1,1-1-1,-1 1 0,1-1 1,-1 1-1,1-1 0,-1 1 0,1-1 1,0 0-1,-1 1 0,1-1 1,0 0-1,-1 1 0,1-1 0,0 0-317,0 0 246,1 0-1,-1 1 1,1-1-1,-1 0 0,1 0 1,-1 0-1,1 1 0,0-1 1,-1 0-1,1 1 1,0-1-1,0 1 0,-1-1 1,1 0-1,0 1 0,0 0 1,0-1-1,0 1-245,20-13 325,-13 7-332,1 1 1,0 1-1,-1-1 1,5 0 6,12-4-60,1 2-1,0 0 1,0 2 0,0 1-1,17-1 61,-35 5 10,0-1-1,0 2 0,0-1 0,0 1 0,0 0 1,0 1-1,0 0 0,0 0 0,-1 1 0,1 0 1,-1 0-1,0 1 0,0 0 0,0 0 0,0 0 1,-1 1-1,1 0 0,-1 1 0,0-1 1,2 5-10,-4-5 17,0 0 1,-1 0 0,0 1-1,0-1 1,-1 1 0,1 0-1,-1 0 1,0 0 0,-1 0-1,0 0 1,0 0 0,0 0-1,0 0 1,-1 1 0,0-1 0,-1 5-18,-1 3 78,0 0 0,-1 0 0,0 0 0,-2 0 0,1 0 1,-6 8-79,4-9 126,-1 0 0,0-1 0,-1 0 0,0-1 1,-1 0-1,-1 0 0,0-1 0,0 0 1,-1 0-1,-10 6-126,6-5 142,0-2 0,0 0 1,0-1-1,-1-1 0,0 0 0,-1-1 0,0-1 0,-12 3-142,18-6 25,1 0-1,-1-1 1,0 0-1,0-1 1,1 0-1,-1 0 1,0-1-1,0-1 0,1 0 1,-1 0-1,1-1 1,-3-1-25,8 2-39,1 0 0,1 0-1,-1-1 1,0 1 0,1-1 0,-1 0 0,1 1 0,0-2 0,0 1 0,0 0 0,0-1-1,0 1 1,0-2 39,0-1-65,0 0 1,0 0-1,0 0 0,1-1 0,0 1 0,1 0 0,-1-1 0,1-3 65,0-6-266,0 1 0,1 0 0,1 0 0,0 0 0,1 0-1,1 0 1,3-11 266,-1 13-607,-1 0 0,1 1-1,1-1 1,0 1 0,1 0 0,0 1-1,1 0 1,1 0 0,7-8 607,-6 8-1376,0 2 1,1-1-1,-1 1 1,2 1-1,-1 0 1,1 1-1,1 0 1,-1 1-1,11-4 1376,22-3-3082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5:50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1 617 9216,'38'-2'7394,"19"-5"-5034,-38 2-2307,-1 0 0,0-1 1,0-1-1,0-1 0,-1 0 0,3-4-53,7-2 12,6-1 126,-2-3 1,0 0 0,-1-2-1,16-15-138,-43 33 129,0-1 1,0 0-1,-1 0 0,0 0 0,1 0 0,-1 0 0,0-1 0,0 1 0,-1 0 0,1-1 0,-1 0 0,0 1 0,0-1 0,0 0 0,0-1-129,-1 3 52,1 1 0,-1 0 0,0 0 0,-1 0-1,1-1 1,0 1 0,0 0 0,0 0 0,-1 0-1,1 0 1,0 0 0,-1-1 0,1 1 0,-1 0-1,1 0 1,-1 0 0,0 0 0,0 0 0,1 0-1,-1 1 1,0-1 0,0 0 0,0 0 0,0 1-1,0-1 1,0 0 0,0 1 0,0-1-52,-5-2 147,1 1 0,0 0 0,-1 0 1,1 0-1,-3 1-147,0-1 74,0 1-1,0 0 1,0 1 0,1 0-1,-1 0 1,0 1 0,0 0 0,0 0-1,0 1 1,1 0 0,-1 0-1,1 1 1,-1 0 0,1 0 0,0 1-1,0 0 1,1 0 0,-1 1-1,1-1 1,-4 4-74,-2 3 66,0 1 0,0 0 0,1 1 1,1 0-1,0 0 0,1 1 0,0 1 0,1-1 0,0 3-66,2-5 13,1 1 0,0 0-1,1 0 1,1 0 0,0 1 0,-1 10-13,4-20-38,-1 1 0,1-1 1,0 1-1,0-1 0,1 1 1,-1-1-1,1 0 0,0 1 1,0-1-1,1 0 1,-1 0-1,1 0 0,0 0 1,0 0-1,0 0 0,1 0 1,-1 0-1,1-1 0,0 1 1,0-1-1,0 0 1,0 0-1,1 0 38,4 2-150,0 0 1,0-1-1,0 0 1,1 0-1,0-1 0,0 0 1,0-1-1,0 0 1,0 0-1,0-1 0,1 0 1,2 0 149,17-1-1066,1 0 1,-1-3-1,9-1 1066,9-4-3605,-1-2 0,0-3-1,0-1 1,8-5 3605,-2 1-2901</inkml:trace>
  <inkml:trace contextRef="#ctx0" brushRef="#br0" timeOffset="347.64">1065 438 9728,'1'-1'533,"-1"-1"-1,0 1 1,0-1 0,1 1 0,-1 0 0,1-1 0,-1 1 0,1-1 0,0 1 0,-1 0 0,1-1-1,0 1 1,0 0 0,0 0 0,0 0 0,0 0 0,0 0 0,0 0 0,0 0 0,0 0-1,2 0-532,-2-1 644,0 2-437,-1-1 1,1 1-1,0-1 1,-1 1-1,1-1 1,-1 0-1,1 1 0,-1-1 1,1 0-1,-1 0 1,1 1-1,-1-1 1,0 0-1,1 0 1,-1 0-1,0 1 0,0-1 1,1-1-208,-5-1 1575,-6 5-1124,-18 14-313,0 1 0,1 1 0,0 2-1,-10 11-137,13-13 30,-28 25-260,-73 55-1272,87-71-2354,0-2-1,-19 7 3857,26-19-5338,6-4 1690</inkml:trace>
  <inkml:trace contextRef="#ctx0" brushRef="#br0" timeOffset="687.77">598 418 10368,'-18'-35'6773,"15"30"-3628,5-1 339,0 10-3055,0 0 0,0-1 1,0 1-1,1-1 0,-1 1 0,3 1-429,10 16 86,30 52 65,14 21-241,-46-76-351,1 0-1,1-1 0,16 15 442,-7-9-1880,2-2 0,23 16 1880,-40-31-1145,0 0 0,1-1 0,0 0 0,0 0 0,0-1 0,0-1 0,1 0 0,-1 0 0,1-1 0,8 0 1145,18-1-3237</inkml:trace>
  <inkml:trace contextRef="#ctx0" brushRef="#br0" timeOffset="1221.03">1612 514 12160,'-4'-3'1914,"-1"0"0,0 0 1,1 0-1,-1 1 1,-5-2-1915,-27-8 4928,23 8-4101,5 2-768,1 0-1,0 1 1,0 0-1,-1 0 1,1 1-1,0 0 1,-1 0-1,1 1 1,0 0-1,0 1 1,-1 0-1,1 0 1,0 0-1,1 1 1,-1 1-1,-5 2-58,-5 4-109,0 1-1,1 0 0,0 2 0,1 0 0,1 0 0,-2 3 110,9-7-239,-1 0 0,1 0-1,0 1 1,1 0-1,0 0 1,1 1 0,0 0-1,1 0 1,-3 8 239,7-17-101,0 1 1,0-1-1,1 0 1,-1 1-1,1-1 1,0 1-1,-1-1 1,1 1-1,0 0 1,0-1-1,1 1 1,-1-1-1,1 1 1,-1-1-1,1 1 1,0-1-1,0 0 1,0 1-1,0-1 101,1 1-51,0-1 1,0 0-1,0 0 0,0 0 0,0 0 0,1-1 1,-1 1-1,1-1 0,-1 1 0,1-1 0,-1 0 1,1 0-1,0 0 0,0 0 0,-1 0 0,1-1 1,0 1 50,28 3 182,0-1 0,0-1 0,-1-1 1,1-2-1,0-1 0,25-5-182,-35 3 112,1 0 0,0-2-1,-1 0 1,0-1 0,-1-1 0,0-1 0,11-7-112,-18 9 83,-1-1 1,-1 0-1,1-1 1,-1 0-1,0-1 1,-1 0-1,-1-1 1,1 0-1,-1 0 1,-1-1-1,7-12-83,-11 14 187,1 0 0,-1 0-1,-1 0 1,0-1 0,0 1-1,-1-1 1,0 0 0,-1-8-187,-1 17 29,0 1 0,0-1 0,0 0 0,0 0 0,0 0 1,-1 0-1,1 1 0,-1-1 0,0 0 0,1 1 1,-1-1-1,0 0 0,0 1 0,0-1 0,0 1 1,0-1-1,-1 1 0,1-1 0,-1 0-29,-1 0 31,1 1 0,0-1-1,-1 1 1,0 0 0,1 0 0,-1-1-1,0 2 1,1-1 0,-1 0 0,0 1-1,0-1 1,0 1-31,-4-1 37,1 1 1,0 0-1,0 0 0,0 1 0,0 0 1,0 0-1,0 0 0,0 1 0,0 0 1,0 0-1,0 1 0,0 0-37,-3 2 53,0 1 0,1 1 1,0 0-1,0 0 0,1 0 0,0 1 0,0 0 0,0 1 0,1-1 0,1 1 1,-4 6-54,6-8-23,-1-1 0,1 1 0,1 0 0,-1 0 1,1 0-1,0 1 0,1-1 0,0 0 1,0 1-1,0-1 0,1 0 0,0 1 1,1-1-1,-1 1 0,1-1 0,1 0 0,0 1 23,-1-4-71,1 1-1,0-1 0,0 0 1,0 0-1,1 0 0,0 0 1,0 0-1,0 0 0,0-1 1,0 1-1,1-1 0,0 1 72,2 0-187,0 1 1,1-1-1,0 0 1,0 0-1,0-1 0,0 0 1,2 0 186,11 3-630,0-1-1,0-1 1,1-1 0,0-1 0,3 0 630,31 0-6857,41-4 6857,-49-1-8257,4-4 8257,-14 3-2853</inkml:trace>
  <inkml:trace contextRef="#ctx0" brushRef="#br0" timeOffset="1651.95">2103 721 13440,'-21'23'7845,"21"-23"-7780,0 0 0,0 0 0,0 0 0,0 0 0,0 0 0,0 0 0,0 0 0,0 0 0,-1 0 0,1 1 1,0-1-1,0 0 0,0 0 0,0 0 0,0 0 0,0 0 0,0 0 0,0 0 0,0 0 0,0 0 0,0 0 0,0 0 0,0 1 0,0-1 1,0 0-1,0 0 0,0 0 0,0 0 0,0 0 0,0 0 0,0 0 0,0 0 0,0 0 0,0 0 0,0 1 0,0-1 0,0 0 1,0 0-1,0 0 0,0 0 0,0 0 0,1 0 0,-1 0 0,0 0 0,0 0 0,0 0 0,0 0 0,0 0 0,0 0 0,0 0 0,0 0 1,0 0-1,0 0 0,0 1 0,0-1 0,1 0 0,-1 0-65,9 1 877,13-4-1282,-9-3 135,1-1 0,-1 0 1,-1-1-1,1 0 0,-1-1 1,-1 0-1,10-9 270,-13 10 169,0 0 0,0 0 1,-1-1-1,0 0 0,0 0 0,-1-1 0,0 0-169,-5 7 94,1 0-1,-1 1 1,1-1-1,-1 0 1,0 0-1,0 0 1,-1-1 0,1 1-1,0 0 1,-1 0-1,0 0 1,0 0-1,0-1 1,0 1-1,0 0 1,-1 0-1,0 0 1,1-1-1,-1 1 1,0 0-1,0 0 1,-1 0-1,1 1 1,-1-1-1,1 0 1,-2-1-94,1 2 23,0 0 1,0 0-1,0 1 0,0-1 1,0 0-1,-1 1 1,1-1-1,-1 1 1,1 0-1,-1 0 0,1 0 1,-1 0-1,0 0 1,1 1-1,-1-1 0,0 1 1,0 0-1,1 0 1,-1 0-1,0 0 0,0 0 1,1 0-1,-1 1-23,-5 0 40,0 1 0,1 0-1,-1 0 1,1 0 0,0 1-1,-1 1 1,-1 0-40,-7 7 73,1 0 0,0 1 0,1 0 0,0 1 1,1 1-1,0 0 0,-4 7-73,11-13-9,1 0 1,-1 0 0,1 1-1,1-1 1,0 1 0,0 0-1,0 0 1,1 0 0,-1 9 8,3-15-50,0 0 0,1 0 0,0 0 0,0 0 0,0 0 0,0 0 0,0 0 0,0 0 0,1 0 0,0 0 0,-1 0 1,1 0-1,0-1 0,0 1 0,1 0 0,-1 0 0,0-1 0,1 1 0,0-1 0,0 1 0,0-1 0,0 0 0,0 0 0,0 0 1,0 0-1,1 0 0,-1 0 0,1-1 0,-1 1 0,1-1 0,-1 1 0,1-1 0,1 0 50,14 5-835,0 0 0,1-1-1,-1-1 1,1-1 0,0-1-1,12 0 836,24-1-8006,37-6 8006,-34-2-4768,-1-2 1611</inkml:trace>
  <inkml:trace contextRef="#ctx0" brushRef="#br0" timeOffset="2290.5">2968 596 11520,'3'-5'1219,"0"-1"0,-1 0 1,0 0-1,0-1 0,-1 1 1,0 0-1,0-1 0,0 1 1,-1-1-1220,1 4 133,-1 1 1,-1 0-1,1-1 1,0 1 0,0 0-1,-1 0 1,1 0-1,-1-1 1,0 1 0,0 0-1,0 0 1,0 0-1,0 0 1,0 0-1,0 0 1,-1 0 0,1 1-1,0-1 1,-1 0-1,0 1 1,1-1 0,-1 1-1,0 0 1,0-1-1,0 1 1,0 0 0,-1-1-134,-4 0 28,0 0 1,1 0-1,-1 0 0,0 1 1,0-1-1,0 2 1,0-1-1,0 1 1,0 0-1,-1 1 1,-1 0-29,-3 1 33,1 0 0,0 1-1,0 1 1,0 0 0,1 0 0,-9 5-33,-6 5 47,2 2 1,-1 0-1,2 2 0,0 0 0,-6 8-47,8-7-3,5-5-79,0 0-1,1 1 0,1 0 1,0 2-1,-1 2 83,12-17-38,1 0-1,0-1 1,0 1 0,1 0-1,-1 0 1,0-1 0,1 1-1,-1 0 1,1 0 0,-1 0-1,1 0 1,0 0 0,0 0-1,0 0 1,0 0-1,0 0 1,0 0 0,0 0-1,1-1 1,-1 1 0,1 0-1,0 1 39,0-2-36,0 1 1,0-1-1,0 1 0,0-1 0,0 0 0,1 0 0,-1 1 0,1-1 0,-1 0 0,1 0 1,-1 0-1,1 0 0,0 0 0,-1-1 0,1 1 0,0-1 0,0 1 0,-1-1 0,1 1 1,0-1-1,0 0 0,0 0 0,1 0 36,11 1-235,0-2-1,0 0 1,0 0 0,0-1 0,0-1-1,0 0 1,0-1 0,5-3 235,-1-1-252,1 0 0,-1-1 0,-1-1 1,0 0-1,11-9 252,-19 11 30,1 0 0,-1 0 0,0-1 0,-1 0 0,0-1 0,0 1 0,-1-2 0,0 1 0,-1-1 0,0 0 0,-1 0 0,0 0 0,-1-1 0,0 0 0,-1 0 0,1-9-30,4-30 494,-2 0 0,-2-1 0,-3-6-494,-9-156 1984,8 210-1955,-1-7 71,0 0 1,2 1 0,0-11-101,0-9-30,-1 27 25,0 4 9,0 16 43,0 31-15,-1 58-248,5 0 0,10 45 216,-10-124-379,4 27-2788,6 19 3167,-10-56-1955,1-1 0,1 0 1,0 0-1,1-1 0,0 0 1,6 8 1954,4 0-3264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5:46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349 520 9216,'0'-2'646,"0"-1"-1,0 0 1,1 0 0,-1 1 0,1-1 0,0 0-1,0 0 1,0 1 0,0-1 0,1 1 0,-1-1-1,1 1 1,1-2-646,-2 2 399,1 0 0,-1 0 0,0 0 1,0 0-1,1-1 0,-2 1 0,1 0 0,0 0 0,0-1 0,-1 1 0,1 0 0,-1-1 0,0 0-399,0 0 123,0 1 0,0-1 0,0 1-1,0-1 1,-1 1 0,0-1 0,1 1-1,-1 0 1,0-1 0,0 1 0,0 0-1,0 0 1,-1 0 0,1 0 0,0 0-1,-1 0 1,0 0 0,1 0 0,-1 1 0,0-1-1,0 0 1,0 1 0,0 0 0,0-1-1,0 1 1,0 0 0,-1 0 0,1 0-1,0 0 1,-1 1 0,1-1 0,0 1-1,-1-1-122,-5 0 4,0 0 0,0 1 0,-1-1 0,1 2-1,0-1 1,0 1 0,0 0 0,0 1 0,-4 1-4,-3 2 0,1 0 0,0 1 1,1 0-1,-1 1 1,1 1-1,1 0 1,-1 1-1,1 0 1,1 1-1,0 0 1,-4 5-1,6-5-31,1 0 0,0 1 1,0 0-1,1 0 0,0 0 0,1 1 0,1 0 1,0 1-1,0-1 0,1 1 0,1 0 1,0 0-1,0 4 31,2-12-96,1-1-1,-1 1 1,1 0 0,0-1-1,0 1 1,0-1 0,1 1 0,0 0-1,0-1 1,0 1 0,0-1 0,1 1-1,-1-1 1,1 0 0,0 0-1,1 0 1,-1 0 0,1 0 0,0 0 96,2 2-347,1-1 0,1 0 0,-1 0 1,1-1-1,0 0 0,0 0 0,0 0 1,0-1-1,1 0 0,-1 0 0,1-1 1,0 0-1,6 0 347,3 1-1591,2-1 0,-1-1-1,0-1 1,0-1 0,12-2 1591,28-2-3301</inkml:trace>
  <inkml:trace contextRef="#ctx0" brushRef="#br0" timeOffset="973.59">794 546 11392,'0'-1'346,"0"0"0,-1 0 0,1 1 1,-1-1-1,1 0 0,0 0 0,-1 1 1,0-1-1,1 0 0,-1 1 0,1-1 1,-1 1-1,0-1 0,1 1 0,-1-1 0,0 1 1,0-1-1,0 1 0,1 0 0,-1-1 1,0 1-1,0 0 0,0 0-346,-28-9 3856,17 5-2726,9 3-993,-13-4 416,0 0 1,0 2-1,-6-1-553,15 3 12,0 1 0,0-1-1,-1 2 1,1-1 0,0 1 0,0 0 0,0 1 0,-1 0 0,0 0-12,-4 3 23,-1 0 1,1 1 0,0 0 0,0 1-1,1 0 1,-1 1 0,2 0 0,-9 9-24,4-3 47,1 1 0,0 1 1,1 0-1,1 1 0,-5 10-47,15-25 2,-31 57-74,29-51 0,1 1 0,0-1 0,0 0 0,1 1 1,0 0-1,-1 4 72,3-11-31,0-1 0,-1 1-1,1 0 1,0 0 0,0 0 0,1 0 0,-1 0 0,0 0-1,1 0 1,-1 0 0,1 0 0,-1 0 0,1 0 0,0 0-1,0-1 1,0 1 0,1 1 31,-1-1-19,1-1 0,-1 0 0,1 0 0,-1 0 0,1 0 0,-1 0 0,1 0 0,0 0 0,0-1 0,-1 1 0,1 0 0,0-1 0,0 0 0,0 1 0,-1-1 0,1 0 0,0 0 0,0 0 0,0 0 19,10-1-14,-1 0-1,1-1 0,-1 0 0,1-1 1,-1 0-1,0-1 0,0 0 1,0-1-1,6-3 15,-4 1 38,-1 0 0,0-1 0,-1 0 0,0-1 0,0 0 0,-1-1 0,8-9-38,-5 2 6,-2 0 0,0-1 0,-1-1 0,0 0 0,-2 0 0,0-1 0,3-15-6,-9 29-29,2-8-247,-1 12 144,-1 8 84,0 7-52,5 30-1474,1-1 0,10 25 1574,-15-59-461,0-1 0,1 1 0,0-1 1,0 0-1,0 0 0,1 0 0,0-1 0,0 1 0,1-1 0,3 2 461,-6-5-132,0 0-1,0-1 0,0 1 0,1-1 0,-1 0 0,1 0 1,-1 0-1,1-1 0,-1 1 0,1-1 0,0 0 0,0 0 1,0 0-1,0-1 0,0 1 0,0-1 0,0 0 0,-1 0 1,1 0-1,0 0 0,0-1 0,0 0 0,1 0 133,-3 0 205,0 1 1,0-1-1,0 0 0,0 0 0,0-1 1,0 1-1,0 0 0,-1-1 0,1 1 0,0-1 1,-1 1-1,1-1 0,-1 0 0,1 1 0,-1-1 1,0 0-1,0 0 0,0 0 0,0 0 1,0 0-1,0-1 0,-1 1 0,1 0 0,0-1-205,0-7 568,0 0 0,0 0-1,-1 1 1,-1-1 0,1-2-568,-1-10 337,1-117 1189,9 160-1430,16 49-50,-20-50 79,2-1 0,0 0 0,1 0 1,1 0-1,6 7-125,-13-22 63,-1-2 7,0 0-1,1-1 1,-1 1 0,0 0 0,1 0 0,-1 0-1,1-1 1,0 1 0,0-1 0,0 1-70,-1-2 13,0 0 1,-1 0-1,1 0 0,0 1 0,0-1 1,0 0-1,0 0 0,0 0 1,0 0-1,0-1 0,0 1 0,0 0 1,0 0-1,0-1 0,0 1 0,0 0 1,-1-1-1,1 1 0,0-1 1,0 1-1,0-1 0,0 1 0,-1-1 1,1 0-1,0 1 0,-1-1 1,1 0-14,16-15-7,-2-1 1,0-1 0,-1 0-1,10-16 7,-6 7-76,20-22 76,-18 28-42,1 0 0,4-2 42,-18 17 8,0 0 0,0 1 0,0 0 1,1 0-1,0 1 0,0 0 0,0 1 0,1-1 1,-1 2-9,-5 1 16,0 0 1,0 0-1,0 1 1,0-1-1,0 1 1,0 0-1,0 0 1,0 0-1,-1 1 1,1-1-1,0 1 1,0-1-1,0 1 1,0 0-1,0 0 1,-1 0-1,3 1-16,-1 1 8,-1 0 0,0-1 0,1 1 0,-1 0 0,0 1 0,0-1 0,-1 0 0,1 1 0,-1 0 0,0 0 0,1 0-8,4 13-109,0-1 0,-1 1 1,-1 0-1,0 1 1,0 5 108,9 33-1255,2-10-2000,-13-36 873,1-1 1,1-1 0,4 8 2381,-1-7-4694,2-5 1580</inkml:trace>
  <inkml:trace contextRef="#ctx0" brushRef="#br0" timeOffset="1443.89">1678 500 12800,'-12'-10'4122,"12"10"-3969,-1 0 0,1 0 0,-1 0 1,0 0-1,1 0 0,-1 0 0,1 0 0,-1 0 0,1 0 0,-1 0 0,0 0 0,1 0 0,-1 0 0,1 1 1,-1-1-1,1 0 0,-1 0 0,1 1 0,-1-1 0,1 0 0,-1 1 0,0-1-153,0 1 1907,-9 83 626,12-38-2485,2 0 0,2-1 0,4 11-48,-8-33-39,-2-19 48,0 0 1,1 0-1,-1-1 0,1 1 1,-1 0-1,1 0 0,0-1 1,1 1-1,-1 0 1,1-1-1,0 1-9,-2-4 1,0 0 0,0 0-1,0 0 1,0 0 0,0 0 0,0 1 0,0-1 0,0 0-1,0 0 1,0 0 0,1 0 0,-1 0 0,0 0 0,0 0-1,0 0 1,0 0 0,0 0 0,0 0 0,0 0 0,0 0-1,1 0 1,-1 0 0,0 0 0,0 0 0,0 0 0,0 0-1,0 0 1,0 0 0,0 0 0,0 0 0,1 0 0,-1 0-1,0 0 1,0 0 0,0 0 0,0 0 0,0 0 0,0 0-1,0-1 1,0 1 0,0 0 0,0 0 0,1 0 0,-1 0-1,4-6 44,2-9 21,-5 14-62,25-76-52,-15 41-24,10-19 73,-12 34 9,2-5-50,1 1 0,6-9 41,-14 27-8,1 1 1,-1-1-1,1 1 0,0 0 1,0 1-1,1-1 0,0 1 1,0 0-1,0 0 0,6-3 8,-10 7-5,-1 0-1,1 1 1,0-1 0,-1 0-1,1 1 1,0-1 0,-1 1-1,1-1 1,0 1-1,0 0 1,0-1 0,-1 1-1,1 0 1,0 1-1,0-1 1,0 0 0,-1 0-1,1 1 1,0-1-1,1 1 6,0 1 2,0-1-1,-1 1 1,1 0-1,-1 0 1,1 0-1,-1 0 0,0 1 1,0-1-1,0 1 1,0-1-1,0 1 1,-1 0-2,13 21-67,-1 1 0,-1 0 0,-2 1 0,5 16 67,8 21-3211,-14-41-5683,10 17 8894,-9-22-3328</inkml:trace>
  <inkml:trace contextRef="#ctx0" brushRef="#br0" timeOffset="1893.8">2150 638 13056,'-1'-3'277,"-2"-4"834,1 1 1,0-1-1,0 0 0,1 0 0,-1 0 0,1-4-1111,1 9 197,0 0 0,1-1 0,-1 1 0,1 0 0,-1 0 0,1 0 0,0 0 1,-1-1-1,1 1 0,0 0 0,0 0 0,1 0 0,-1 1 0,0-1 0,1 0 0,-1 0 0,1 1 0,-1-1 0,1 1 0,0-1 0,1 0-197,12-8-57,-1 0 1,1 1-1,1 0 1,-1 1-1,11-3 57,-20 9-17,0 0-1,0 0 0,1 0 1,-1 1-1,0 0 0,1 0 1,-1 0-1,1 1 0,-1 0 1,1 0-1,-1 1 0,1 0 1,-1 0-1,0 1 0,1-1 1,3 3 17,0 1 42,-1 0 0,1 0 0,-1 1 0,0 0 0,-1 1 0,0 0 0,0 0 0,0 0 0,-1 1 0,0 1 0,0 0-42,-3-4 30,-1-1 0,0 1 0,-1 0 0,1 0 0,-1 0 0,0 1 0,0-1 1,-1 0-1,1 1 0,-1-1 0,-1 1 0,1-1 0,-1 1 0,1-1 0,-2 1 0,1 0 0,-1-1 0,1 1 0,-2-1 0,1 1 0,-2 3-30,0-2 71,0-1 1,-1 0 0,1 0-1,-1 0 1,-1-1-1,1 1 1,-1-1 0,0 0-1,0 0 1,0-1-1,-1 1 1,0-1-1,0-1 1,0 1 0,0-1-1,0 0 1,-1 0-1,1-1 1,-6 2-72,-2-1 39,0 0 0,-1-1 0,1-1 1,-1 0-1,0-1 0,1 0 0,-1-1 0,1-1 1,-5-1-40,12 2-126,-1-1 0,1 0 1,0-1-1,0 0 0,0 0 1,0 0-1,0-1 0,1 1 1,0-2-1,0 1 0,0-1 1,0 0-1,1 0 0,-1 0 1,1-1-1,1 0 0,-1 0 1,-2-5 125,4 5-418,1 1-1,-1-1 1,1 1 0,0-1 0,1 0 0,-1 0 0,1 0 0,1 0 0,-1 0 0,1 0 0,0 0 0,0 0 0,0 0 0,1 0 0,0 0-1,1 1 1,0-6 418,2 1-1237,0 0-1,0 0 1,1 1-1,0-1 1,1 1-1,0 0 1,0 1-1,1-1 1,1 1 1237,27-27-3024</inkml:trace>
  <inkml:trace contextRef="#ctx0" brushRef="#br0" timeOffset="2263.59">2798 11 13056,'-9'-10'4287,"9"10"-4166,0 0 0,0 0 0,0-1 0,-1 1 0,1 0 0,0 0 0,0 0 0,-1 0 0,1 0 0,0 0 0,-1 0 0,1 0 0,0 0 0,0 0 0,-1 0 0,1 0 0,0 0 0,0 0-1,-1 0 1,1 1 0,0-1 0,0 0 0,-1 0 0,1 0 0,0 0 0,0 0 0,0 0 0,-1 1 0,1-1 0,0 0 0,0 0 0,0 1-121,-1-1 1399,-1 34 1548,-3 17-2947,1-15-115,1 18 115,14 165-237,-6-147-214,17 145-5523,-20-199 4580,-1 1-1421,0 0 0,-2 1 0,0 2 2815,0-1-2768</inkml:trace>
  <inkml:trace contextRef="#ctx0" brushRef="#br0" timeOffset="2611.03">2470 549 12672,'-5'-5'1553,"0"0"0,0 0 0,1-1 0,0 1 0,-4-7-1553,8 12 134,0-1 1,0 1-1,0-1 1,0 1-1,0 0 1,0-1-1,0 1 1,0-1 0,0 1-1,0 0 1,0-1-1,1 1 1,-1-1-1,0 1 1,0 0-1,0-1 1,0 1-1,1 0 1,-1-1-1,0 1 1,0 0-1,1-1 1,-1 1 0,0 0-1,1 0 1,-1-1-1,0 1 1,1 0-1,-1 0 1,0 0-1,1-1-134,13-6 427,-12 6-230,13-5-111,-1 2 0,0-1-1,1 2 1,0 0 0,3 0-86,78-6-290,-87 8 258,164-7-2069,-78 4-1172,-1-2-3582,-43 2 3378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5:44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514 571 9344,'-5'-21'4576,"0"-1"0,0-13-4576,-4-20 2282,-8-22-1146,-3 2 0,-4 0 0,-8-12-1136,27 74 84,0 0 0,-1 1 0,0 0 0,-1 0 0,-1 1 0,0 0 0,0 0 0,-2-1-84,8 11-18,1-1-1,0 1 1,-1 0 0,1-1 0,0 1-1,-1 0 1,1 0 0,-1 0-1,0 0 1,1 1 0,-1-1 0,0 0-1,0 1 1,1-1 0,-1 1-1,0-1 1,0 1 0,0 0 0,1 0-1,-1 0 1,0 0 0,0 0 0,0 0-1,0 0 1,0 1 0,1-1-1,-1 1 1,0-1 0,0 1 0,1 0-1,-1 0 1,0 0 0,0 0 18,-2 2-41,0 0 0,1 1 0,-1-1 0,1 1 1,0-1-1,0 1 0,1 0 0,-1 0 0,1 0 0,0 0 0,0 1 1,-1 1 40,-4 15 21,1 0 0,1 1 0,-1 11-21,3-19 27,-6 46 80,2 1 0,4 0-1,2 24-106,14 179 181,-12-243-164,17 150 107,1 1-942,-14-112-34,-1-24-1109,-1 0 1,-3 36 1960,-4-21-4169,0-28-718,3-10 2077</inkml:trace>
  <inkml:trace contextRef="#ctx0" brushRef="#br0" timeOffset="348.28">58 749 11904,'-22'3'3898,"21"-3"-3741,0 0 0,0 0-1,0 0 1,0 0-1,0 1 1,0-1 0,0 0-1,0 1 1,0-1 0,0 1-1,0-1 1,0 1 0,1-1-1,-1 1 1,0-1 0,0 1-1,0 0 1,1 0 0,-1 0-157,-1 1 596,1-2-465,1 1 0,-1-1 0,1 0 0,-1 1 0,1-1 0,0 0 0,-1 1-1,1-1 1,0 1 0,-1-1 0,1 1 0,0-1 0,0 1 0,-1-1-1,1 1 1,0-1 0,0 1 0,0-1 0,0 1 0,0-1-131,-2 5 764,1-4-532,-6 10 1046,7-11-1264,0 1 0,0-1 1,0 1-1,0-1 0,0 0 0,0 1 1,1-1-1,-1 0 0,0 1 0,0-1 1,0 1-1,0-1 0,1 0 0,-1 1 1,0-1-1,0 0 0,1 1 0,-1-1 1,0 0-1,1 0 0,-1 1 0,0-1 1,1 0-1,-1 0 0,0 0 0,1 1 0,-1-1 1,0 0-1,1 0 0,-1 0 0,1 0 1,-1 0-1,1 0 0,-1 0 0,0 0 1,1 0-1,-1 0-14,10 2-128,-1 0 0,1-2 0,-1 1 0,1-1 0,-1 0 0,4-1 128,57-9-1067,-19-1-3336,41-14 4403,2-6-7138,-49 18 4072</inkml:trace>
  <inkml:trace contextRef="#ctx0" brushRef="#br0" timeOffset="671.68">715 332 12800,'-12'-17'4122,"12"17"-4003,0-1-1,-1 1 1,1-1 0,0 1-1,-1-1 1,1 1 0,0 0-1,-1-1 1,1 1-1,-1-1 1,1 1 0,-1 0-1,1 0 1,-1-1 0,1 1-1,-1 0 1,1 0-1,-1 0 1,1 0 0,-1-1-1,0 1 1,1 0-1,-1 0 1,0 0-119,-1 0 550,1 0-409,1 0 0,-1-1 0,1 1-1,-1 0 1,0 0 0,1 0 0,-1 0 0,0 0-1,1 0 1,-1 0 0,0 0 0,1 0-1,-1 0 1,0 0 0,1 0 0,-1 0-1,1 0 1,-1 1 0,0-1 0,1 0 0,-1 0-1,1 1 1,-1-1 0,1 1 0,-1-1-1,1 0 1,-1 1 0,1-1 0,-1 1 0,1-1-1,-1 1 1,1-1 0,-1 1-141,1 1 34,-1-1 0,0 1 1,0 0-1,1-1 0,-1 1 0,0 0 1,1 0-1,0-1 0,-1 1 0,1 0 1,0 0-1,0 0 0,0-1 1,1 3-35,0 28 226,-1 32-226,0 8 30,23 176-850,4-85-4200,-26-157 4275,0 4-555,1-1 0,0 0-1,0 0 1,1 0 0,0 0-1,1 0 1,0-1-1,0 1 1,2 0 1300,7 11-3061</inkml:trace>
  <inkml:trace contextRef="#ctx0" brushRef="#br0" timeOffset="1040.98">928 818 11776,'-20'-29'7268,"19"27"-6877,0 0 0,0 0 1,0 0-1,0 0 0,1 0 0,-1 0 1,0 0-1,1-1 0,0 1 1,-1 0-1,1 0 0,0 0 1,0-1-1,0-1-391,2 0 75,-2 0-77,1 0 0,0 1 1,0-1-1,0 1 0,1-1 1,-1 1-1,1 0 1,0 0-1,0-1 0,0 1 1,0 0-1,0 1 0,2-3 2,6-3-38,0-1-1,1 1 1,0 1-1,0 0 0,1 0 1,0 1-1,0 1 1,12-4 38,-19 7-9,0 1 1,0 0 0,0 0 0,0 0-1,0 0 1,0 1 0,0 0 0,0 0-1,0 1 1,0-1 0,0 1 0,0 0-1,0 0 1,0 1 0,0-1 0,-1 1-1,1 0 1,-1 1 0,1-1 0,-1 1-1,0 0 1,0 0 0,0 0 0,3 3 8,-3-1 23,1 0 1,-1 0 0,0 0 0,-1 0-1,1 1 1,-1-1 0,0 1 0,0 0 0,-1 0-1,0 0 1,0 0 0,0 1 0,-1-1-1,0 0 1,0 1 0,-1-1 0,0 1 0,0-1-1,0 1 1,-1-1 0,0 0 0,0 1-1,0-1 1,-3 6-24,-1-1 42,0 0 0,-1 1 0,0-2 0,-1 1 0,0-1 0,-1 0 0,0 0 0,0-1 0,-1 0 0,0-1 0,-1 0 0,0 0 0,0-1 0,-1 0 0,0-1 0,0 0 0,0-1 0,-1 0 0,1-1 0,-1 0 0,0-1 0,-1 0 0,1-1 0,-10 0-42,18-1-23,0-1-44,0 0 0,0 0 0,0 0 0,0 0 0,-3-1 67,5 1-29,1-1 0,0 1 0,0-1 0,0 1 0,0-1 0,-1 1 0,1-1 0,0 0 0,0 1 0,0-1 0,0 0 0,0 0 0,0 0 0,1 0 0,-1 0 0,0 0 0,0 0 0,1 0 0,-1 0 0,0-1 29,-2-6-244,0 0 1,1 0-1,0 0 1,1-1-1,0 1 1,0 0-1,0-1 1,1 1 0,1-1-1,-1 1 1,2-7 243,1-2-1012,1-1-1,0 0 1,1 1 0,1 0 0,2-3 1012,-1 5-1444,1-1 0,1 1-1,0 1 1,1 0 0,1-1 1444,21-23-3029</inkml:trace>
  <inkml:trace contextRef="#ctx0" brushRef="#br0" timeOffset="1615.39">1416 651 12800,'-20'-17'9685,"14"19"-8480,5 29-1213,0 24-123,2-51 131,3 54-314,5 17 314,-5-56-53,0-1 1,0 0-1,2-1 1,0 1-1,1-1 1,3 4 52,-9-19 16,1 1 0,-1-1 1,1 1-1,0-1 0,-1 0 0,1 1 1,0-1-1,0 0 0,1 0 0,-1-1 1,0 1-1,1 0-16,-2-2 19,-1 1 0,1-1 1,0 0-1,-1 0 0,1 1 0,-1-1 1,1 0-1,0 0 0,-1 0 1,1 0-1,-1 0 0,1 0 0,0 0 1,-1 0-1,1 0 0,-1 0 0,1-1 1,0 1-1,-1 0 0,1 0 0,-1 0 1,1-1-20,0 0 28,0 1 1,0-1-1,0 0 0,0 0 1,0 0-1,-1 0 1,1 0-1,0 0 1,-1 0-1,1 0 1,-1-1-1,1 1 0,-1 0 1,1 0-1,-1-1-28,19-67 143,-12 40-230,2-1-1,2-3 88,-9 29-9,2-7-19,0-1 0,1 1 0,1 1 0,0-1 0,0 1 0,2-2 28,-6 10-6,0 0 0,-1 0 1,1 0-1,1 0 0,-1 0 1,0 0-1,0 1 1,1-1-1,-1 1 0,1-1 1,-1 1-1,1 0 0,0 0 1,-1 0-1,1 0 0,0 1 1,0-1-1,0 1 0,-1-1 1,1 1-1,0 0 0,0 0 1,0 1-1,0-1 1,0 0-1,-1 1 0,1 0 1,0 0-1,0 0 6,5 2-6,-1 0 1,0 0 0,1 1-1,-1 0 1,-1 1-1,1-1 1,-1 1-1,1 1 6,11 11 2,16 19-2,-21-21 35,1 0 1,1-1-1,5 4-35,-3-5 95,-7-5 73,0 0-1,0-1 0,1 0 0,0-1 0,0 0 1,9 3-168,-20-9 40,1 0-1,0 0 1,0 1 0,0-1 0,0 0 0,0 0 0,-1 0 0,1 0 0,0 0 0,0 0 0,0 0 0,0 0 0,0 0 0,0 0 0,-1 0 0,1-1 0,0 1 0,0 0-1,0-1 1,0 1 0,-1 0 0,2-1-40,-1 0 32,0 0 0,0-1 0,0 1 0,0 0 0,0 0 0,0-1 0,0 1 0,-1 0 0,1-1 0,0 1 0,-1-1 0,1 0-32,1-7-19,0 1-1,-1 0 1,0-1-1,0-6 20,-1 6-91,9-77-3338,7-13 3429,11-21-9461,-20 97 5114,2 6 1462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6:08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12 332 12032,'-5'-20'7199,"5"156"-1345,0 205-5302,-7-300 130,7-86-657,2 1 0,2-1 0,2 0-25,-2 22-40,4-23-58,3-1 98,-7 32-7,1 0 1,0 0-1,1 0 1,1 1-1,1-2 7,11-15-66,0 1 0,4-2 66,-17 24-12,1-1 0,0 2 0,0-1 0,1 1 0,0 0 0,0 1 0,1 0 0,0 0 0,3-1 12,-9 5 6,1 1-1,-1-1 1,1 1-1,0 0 1,0 0-1,-1 1 1,1-1 0,0 1-1,0-1 1,0 1-1,0 1 1,0-1-1,-1 0 1,1 1-1,0 0 1,0 0 0,-1 0-1,1 0 1,0 1-1,-1-1 1,1 1-1,-1 0 1,0 0-1,1 0 1,-1 1-6,4 2 15,-1 1 1,0 0-1,-1 0 1,1 0-1,-1 1 1,0-1-1,-1 1 1,0 0 0,0 1-1,0-1 1,0 4-16,30 89 61,-19-54-63,1 0 1,10 16 1,-21-52-16,1 0-1,0-1 1,0 1-1,1-1 1,0 0-1,1-1 1,0 1-1,5 3 17,-9-9-5,0 1-1,1-1 1,-1-1 0,0 1-1,1 0 1,-1-1-1,1 0 1,0 0 0,0-1-1,0 1 1,0-1-1,0 0 1,0 0 0,0-1-1,0 1 1,0-1-1,1 0 1,-1-1 0,0 1-1,3-1 6,8-4 25,0 0-1,-1-1 1,0-1-1,0 0 1,0-1 0,-1 0-1,0-1 1,-1-1-1,0 0 1,0-1-1,-1 0 1,0-2-25,-3 4 24,-1 0 0,0-1 0,-1 0 0,0-1-1,0 1 1,-1-1 0,0-1 0,-1 1 0,-1-1 0,0 0 0,0 0 0,-1 0 0,-1 0 0,0-1 0,0 1 0,-1-4-24,-1 12 26,-1 0 1,1-1 0,-1 1 0,1-1 0,-1 1 0,-1 0 0,1-1-1,0 1 1,-1 0 0,0 0 0,0 0 0,0 0 0,-1 0 0,1 1 0,-3-3-27,4 4 6,-1 0 0,0 1 0,0-1 0,0 0 0,-1 1 0,1-1 0,0 1 0,-1 0 0,1 0 0,0 0 0,-1 0 0,0 0 0,1 0 0,-1 1 1,1-1-1,-1 1 0,0 0 0,1 0 0,-1 0 0,0 0 0,1 0 0,-1 0 0,0 1 0,1-1 0,-3 2-6,-2 0-15,0 1 1,0 0-1,1 1 0,-1 0 0,1 0 0,0 0 0,0 0 1,0 1-1,1 0 0,0 1 0,0-1 0,0 1 1,0 0-1,-2 5 15,-3 5-39,1 0 1,0 1-1,2 0 1,0 0-1,-2 9 39,6-16-4,0 1-1,1 0 0,0-1 1,1 1-1,0 0 0,1 0 1,0 0-1,1 0 0,0 0 1,1 4 4,-1-9-16,1 0 1,-1 0-1,1 0 1,0 0-1,1 0 1,0-1-1,0 1 1,0-1-1,0 1 1,1-1-1,0 0 1,0-1-1,0 1 1,0-1-1,1 1 1,0-1-1,0-1 1,3 3 15,3-1-185,0 0 1,0 0-1,1-1 1,-1 0 0,1-1-1,0-1 1,0 0-1,0 0 1,0-1-1,0-1 1,5 0 184,18-2-2174,1-2 1,-1-1 0,9-3 2173,-29 5-1601,0 0 0,-1-2 0,0 1 0,0-2 0,5-2 1601,22-12-3312</inkml:trace>
  <inkml:trace contextRef="#ctx0" brushRef="#br0" timeOffset="378.78">1205 73 14080,'-22'-7'4591,"21"7"-4434,1-1-1,-1 1 0,1 0 1,-1 0-1,1 0 0,-1 0 1,0-1-1,1 1 0,-1 0 0,1 0 1,-1 0-1,1 0 0,-1 0 1,1 0-1,-1 1 0,1-1 0,-1 0 1,0 0-1,1 0 0,-1 0 1,1 1-1,-1-1 0,1 0 1,0 1-1,-1-1-156,-1 6 1932,4-3-1835,-1-1 0,0 1 0,0 0 0,0 0 0,0 0 0,0 0 0,-1 0 0,1 0 0,-1 0 0,0 0 0,0 1-97,2 13 107,2 17 82,-1 0 1,-2 31-190,0-8 21,17 213-4635,-14-234 2232,0 10-873,2-15-1699,-1-6 1722</inkml:trace>
  <inkml:trace contextRef="#ctx0" brushRef="#br0" timeOffset="1009.63">1013 473 15104,'-18'0'4959,"17"0"-4726,1 0 0,-1 1 0,0-1 0,1 0-1,-1 0 1,0 1 0,1-1 0,-1 0 0,0 1-1,1-1 1,-1 1 0,1-1 0,-1 1 0,1-1-1,-1 1 1,1-1 0,-1 1 0,1-1-1,-1 1 1,1 0-233,10-4 848,22-5-815,-1-1-1,0-2 1,18-9-33,-25 11-82,23-11-25,-20 8 20,1 1 0,0 1 0,3 1 87,-29 9-1,0-1 0,0 1 0,0 0 1,-1-1-1,1 1 0,0 0 0,0 0 0,0 0 0,0 1 0,-1-1 0,1 0 0,0 1 0,0-1 0,0 1 0,-1-1 0,1 1 1,0 0-1,-1 0 0,1 0 0,0 1 1,0-1-4,0 1 1,0 1-1,0-1 1,0 0 0,-1 0-1,1 1 1,-1-1-1,0 1 1,1-1-1,-1 1 1,0-1 0,0 3 3,2 9-14,-1-1 1,0 1-1,-1-1 0,-1 1 1,0 3 13,0-11-1,0 46 16,3 0 0,3 0-1,1 0 1,4 5-15,-10-52-6,0-1 1,0 0 0,1 1-1,0-1 1,0 0-1,0 0 1,2 3 5,-4-6-1,1-1 0,-1 1 1,0-1-1,1 1 0,-1-1 1,1 1-1,-1-1 0,1 0 1,0 1-1,-1-1 0,1 1 0,-1-1 1,1 0-1,0 0 0,-1 1 1,1-1-1,0 0 0,-1 0 1,1 0-1,0 0 0,-1 0 1,1 0 0,1 0 5,-1 0 1,0-1-1,0 1 1,0-1 0,0 1-1,0-1 1,0 1 0,0-1-1,0 0 1,0 0-1,0 0 1,0 1 0,-1-1-1,1 0 1,0 0 0,-1 0-1,1 0 1,0-1-6,18-29 71,-2-2 0,-1 0-1,10-31-70,9-20-68,-34 81 57,0 0-1,0 1 1,1-1-1,0 0 1,-1 1 0,1-1-1,0 1 1,2-2 11,-4 4-2,0-1 1,1 1-1,-1 0 1,1 0-1,-1-1 0,0 1 1,1 0-1,-1 0 1,1 0-1,-1 0 0,1 0 1,-1 0-1,1-1 1,-1 1-1,1 0 0,-1 0 1,0 0-1,1 0 1,-1 1-1,1-1 0,0 0 2,0 0 1,0 1 0,0-1 0,0 1 0,0 0 0,0-1 0,0 1 0,0 0 0,-1 0 0,1 0 0,0-1 0,0 1 0,-1 0 0,1 0-1,15 23 95,7 16-95,-11-19 17,1 0-1,7 8-16,-8-14 59,2 3 67,1-1 0,0 0 0,3 1-126,-17-17 24,-1 0-1,1-1 1,0 1 0,0 0-1,-1-1 1,1 1 0,0-1-1,0 1 1,0-1 0,0 1-1,0-1 1,0 1-1,0-1 1,0 0 0,0 1-1,0-1 1,0 0 0,0 0-1,0 0 1,0 0 0,0 0-1,1 0-23,-1-1 15,-1 1 0,1 0 1,0-1-1,0 1 0,0-1 0,-1 0 0,1 1 0,0-1 1,-1 0-1,1 1 0,0-1 0,-1 0 0,1 0 0,-1 1 1,1-1-1,-1 0 0,1 0 0,-1 0 0,0 0-15,2-5-9,0 1 0,-1-1-1,0 0 1,0 0 0,-1 0-1,1-5 10,4-122-5629,9-24 5629,-11 125-1608,-2 14-610,0 9 403,-1 0 0,1 0-1,1 0 1,0 0 0,0 0 0,3-7 1815,4 5-3061</inkml:trace>
  <inkml:trace contextRef="#ctx0" brushRef="#br0" timeOffset="1411.65">2033 470 11904,'-1'1'729,"-1"0"1,1 1-1,0-1 1,-1 0 0,1 0-1,-1 0 1,1-1-1,-1 1 1,0 0-1,-1 0-729,1-2 3812,3-4-2588,0 0-1438,3-7 196,0 0 0,1 0 0,0 1 1,1 0-1,0 0 0,1 1 0,6-8 18,-7 10-25,-4 4 19,1 1 0,0-1 0,0 1 0,1-1 0,-1 1-1,1 0 1,0 0 0,-1 0 0,5-1 6,-7 3 4,0 0 1,0 1-1,0 0 0,0-1 1,0 1-1,0-1 0,1 1 1,-1 0-1,0 0 0,0 0 0,0 0 1,0-1-1,0 2 0,0-1 1,1 0-1,-1 0 0,0 0 1,0 0-1,0 1 0,0-1 1,0 0-1,0 1 0,0-1 1,0 1-1,0-1 0,0 1 0,0 0 1,0-1-1,0 1 0,0 0 1,-1 0-1,1 0 0,0 0 1,0-1-1,-1 1 0,1 0 1,-1 0-1,1 0 0,-1 0 1,1 2-5,3 5 11,-1 1 0,0 0 0,-1 1 0,0-1 0,0 0 0,-1 1 0,0-1 0,-1 9-11,0 0 52,-2 0 1,0 1 0,0-1-1,-3 3-52,2-7 96,0-1-1,-2 0 1,1 0-1,-1 0 1,-1-1-1,-1 1 0,0-1 1,0-1-1,-1 1 1,-2 1-96,-4 2 165,0-1 1,-1 0-1,0 0 0,-1-2 1,0 0-1,-5 1-165,18-11-2,-1 0 0,0-1 0,0 1 0,0-1 0,1 0 0,-1 0 0,0 0 0,0-1 0,0 1 0,0-1 1,0 0-1,-1 0 0,-1-1 2,5 1-28,-1-1 1,0 1 0,0-1 0,0 1 0,0-1-1,1 0 1,-1 0 0,0 0 0,1 0 0,-1 0-1,1 0 1,-1 0 0,1 0 0,-1 0-1,1-1 1,0 1 0,0-1 0,0 1 0,0-1-1,0 1 1,0-1 0,0 0 0,0 0 0,0 1-1,1-1 1,-1 0 0,1 0 0,-1 0 0,1 0-1,0 1 1,0-1 0,0-1 27,-1-16-463,2 0 1,0 0-1,1 1 1,1-1-1,0 0 1,2 1-1,4-13 463,-1 8-1362,1 1-1,1-1 1,1 2-1,1-1 0,1 2 1,1-1 1362,17-17-4693,0 12 1573</inkml:trace>
  <inkml:trace contextRef="#ctx0" brushRef="#br0" timeOffset="2116.03">2230 478 11392,'-28'-24'7258,"28"32"-1940,0 8-3873,0 32-1845,1-33 427,4 52 48,4 0-1,7 26-74,-8-62 712,-4-20-8,-4-11-680,0 0 0,0 0 0,0 0 0,0 0 0,0 0 1,0 0-1,0 0 0,0 0 0,0 0 0,0 0 0,0 0 0,0 0 1,0 0-1,0 0 0,0 0 0,0 0 0,1 0 0,-1 0 0,0 0 1,0 0-1,0 0 0,0 0 0,0 0 0,0 0 0,0 0 0,0 0 1,0 0-1,0 0 0,0 0 0,0 0 0,0 0 0,0 0 1,0 0-1,0 0 0,0 0-24,1-49-196,3 1-1,1 0 1,2 0 0,3 0 0,10-31 196,-3 26-5334,15-33 5334,-18 55-8757,14-23 8757,-9 27-3610</inkml:trace>
  <inkml:trace contextRef="#ctx0" brushRef="#br0" timeOffset="2494.97">2652 0 11648,'-18'0'3818,"18"0"-3696,-1 0 0,1 0-1,0 0 1,0 0 0,0 0-1,0 0 1,0 0-1,0 0 1,0 0 0,0 0-1,-1 0 1,1 0 0,0 0-1,0 0 1,0 0 0,0 0-1,0 0 1,0 0 0,0 0-1,0 0 1,-1 0 0,1 0-1,0 1 1,0-1 0,0 0-1,0 0 1,0 0 0,0 0-1,0 0 1,0 0 0,0 0-1,0 0 1,0 0 0,-1 0-1,1 0 1,0 1 0,0-1-1,0 0 1,0 0 0,0 0-1,0 0 1,0 0 0,0 0-1,0 0 1,0 0 0,0 0-1,0 1 1,0-1 0,0 0-1,0 0 1,0 0 0,0 0-1,0 0 1,0 0 0,0 0-1,0 0 1,0 1 0,0-1-1,0 0 1,1 0-1,-1 0 1,0 0 0,0 0-1,0 0 1,0 0 0,0 0-122,2 3 2597,-1-2-3432,0-1 866,-1 1 1,0 0-1,1 0 1,-1 0 0,0 0-1,0 0 1,0 0-1,0 0 1,0 0-1,0 0 1,0 0-1,0 0 1,0 0-1,0 1-31,-1 5 60,-2 131 328,2 74-440,4-132-406,7 118-3481,-3-131-1811,4 1-3932,-8-43 6584</inkml:trace>
  <inkml:trace contextRef="#ctx0" brushRef="#br0" timeOffset="2867.32">2849 292 13440,'-18'-5'6507,"9"4"-4977,5 4 1607,4-3-3102,0 0-1,0 0 1,0 0-1,0 1 1,-1-1 0,1 0-1,0 0 1,0 0 0,0 0-1,0 1 1,0-1-1,0 0 1,-1 0 0,1 0-1,0 0 1,0 0 0,0 0-1,0 1 1,-1-1 0,1 0-1,0 0 1,0 0-1,0 0 1,-1 0 0,1 0-1,0 0 1,0 0 0,0 0-1,-1 0 1,1 0-1,0 0 1,0 0 0,0 0-1,-1 0 1,1 0 0,0 0-1,0 0 1,0 0-35,-2 1 141,0 0 1,0 1-1,0-1 0,0 1 1,0-1-1,1 1 1,-1 0-1,0 1-141,-15 14 346,-49 40 27,43-42-357,2 2-1,0 0 0,-10 12-15,22-19-23,0 0 0,1 0 0,0 1 0,1 0 0,0 0 0,0 0 0,1 1 0,-1 4 23,7-14-5,-1-1 1,1 1-1,0-1 0,-1 1 1,1-1-1,0 1 0,0-1 1,0 1-1,0-1 0,0 1 1,0 0-1,0-1 1,1 1-1,-1-1 0,0 1 1,1-1-1,-1 1 0,1-1 1,0 0-1,0 2 5,2 1 5,0 0 0,0-1-1,0 1 1,1-1 0,-1 0 0,3 2-5,12 7 32,-32-29-27</inkml:trace>
  <inkml:trace contextRef="#ctx0" brushRef="#br0" timeOffset="2868.32">2948 756 17023,'0'0'6400,"0"0"-4960,32 17-1536,-22-14-1088,-2 14-2368,-3 0-863,-5 6-1057,-23-26-384</inkml:trace>
  <inkml:trace contextRef="#ctx0" brushRef="#br0" timeOffset="4489.44">2617 643 7040,'-5'4'1975,"3"0"7053,6 0 483,1-2-6678,3 1-6362,46 22 3697,43 12-168,28 11 280,-95-36 24,1-2 0,12 2-304,17 6 352,-46-12-372,0 0 1,-1 1-1,9 6 20,-19-11-126,-2-3-3843,-5-3-8527,4 3 8528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6:21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21 288 8576,'-13'-4'2816,"13"4"-2781,0 0 1,0 0-1,0 0 1,-1 0 0,1 0-1,0 0 1,0-1-1,0 1 1,0 0 0,-1 0-1,1 0 1,0 0-1,0 0 1,0-1 0,0 1-1,0 0 1,0 0-1,-1 0 1,1-1 0,0 1-1,0 0 1,0 0 0,0 0-1,0-1 1,0 1-1,0 0 1,0 0 0,0 0-1,0-1 1,0 1-1,0 0 1,0 0 0,0-1-1,0 1 1,0 0-1,0 0 1,0-1-36,-3-23 1744,3 21-841,-1 0 0,1 0 0,0 0 0,0 0 0,0 0 0,0 1 0,1-3-903,0-8 2655,-1 76-2026,8 121-596,17 80-33,-13-158 212,-4 1 1239,-9-151-1461,-4-10 10,-1-16-17,4-127 108,-1 58-326,12-95 235,-7 210-54,-1 7-47,0 0 0,2 0 0,0 0 0,5-15 101,-7 31-15,-1-1 1,0 1 0,1 0 0,-1 0 0,1 0 0,-1 0-1,1 0 1,0 0 0,0 0 0,-1 0 0,1 1 0,0-1 0,0 0-1,0 0 15,0 0-6,0 1-1,-1 0 1,1 0-1,-1 0 1,1-1-1,-1 1 0,1 0 1,0 0-1,-1 0 1,1 0-1,-1 0 1,1 0-1,0 0 1,-1 0-1,1 0 0,-1 0 1,1 0-1,-1 1 1,1-1-1,0 0 7,1 1-9,0 1 0,1-1 0,-1 1 0,0-1 0,0 1 0,0 0 0,0 0 0,0 0 0,1 1 9,2 4 4,-1-1-1,0 1 1,0 0-1,0 0 1,-1 0 0,0 0-1,0 1 1,-1-1 0,1 1-4,3 13 15,57 189 129,-21-65-37,-19-71-58,5 20 286,41 90-335,-68-180 5,2 2 49,-1-1-1,1 1 1,0-1 0,1 0 0,1 3-54,-5-8 11,0 1 1,1-1-1,-1 1 1,1-1-1,-1 1 1,0-1-1,1 1 1,-1-1 0,1 0-1,0 1 1,-1-1-1,1 0 1,-1 1-1,1-1 1,-1 0-1,1 0 1,0 1-1,-1-1 1,1 0 0,0 0-1,-1 0 1,1 0-1,0 0 1,-1 0-1,1 0 1,0 0-1,-1 0 1,1 0 0,0 0-1,-1-1 1,1 1-1,-1 0 1,1 0-1,0-1 1,-1 1-1,1 0 1,-1-1-1,1 1 1,-1 0 0,1-1-1,-1 1 1,1-1-1,-1 1 1,1-1-1,-1 1 1,0-1-1,1 1 1,-1-1 0,0 0-1,1 1 1,-1-1-1,0 0-11,8-12 44,-1-1-1,0 0 1,-1 0-1,-1-1 1,2-8-44,17-80-7,-14 56 20,11-49-2,21-89 58,25-119-277,-64 289 191,-1 7-1,-1 0-1,2 1 1,-1-1-1,1 1 1,0-1-1,4-5 19,-7 12-5,1 0 0,-1 1 1,1-1-1,-1 0 0,1 0 0,0 0 0,0 1 0,-1-1 0,1 0 1,0 1-1,0-1 0,0 0 5,0 1-2,-1 0-1,0 0 1,0 0 0,1 0 0,-1 0 0,0 0 0,1 0 0,-1 0-1,0 0 1,0 0 0,1 0 0,-1 0 0,0 0 0,1 0 0,-1 0-1,0 0 1,0 0 0,1 0 0,-1 1 0,0-1 0,1 0-1,-1 0 1,0 0 0,0 0 0,0 1 0,1-1 2,0 2-11,1 0 0,-1 1 1,1-1-1,-1 0 0,0 1 1,0-1-1,1 3 11,-2-3-3,13 40-13,-2 0 0,-2 0 0,-2 1 0,-1 3 16,-1-5-41,40 270-2103,-17-158-705,8 3 2849,-32-141-1028,0 0-1,1-1 1,1 1 0,1 2 1028,-5-14-388,-1 0 0,0-1 0,1 1 0,-1 0 0,1-1 0,0 0 0,0 1 0,0-1 1,0 0-1,0 0 0,0 0 0,1 0 0,-1 0 0,1-1 0,0 1 0,-1-1 0,1 1 0,0-1 0,0 0 0,-1 0 0,1 0 0,0-1 0,0 1 0,2-1 388,22-2-2789</inkml:trace>
  <inkml:trace contextRef="#ctx0" brushRef="#br0" timeOffset="517.41">1369 632 13696,'-10'1'4896,"9"-1"-4467,0 0 0,0 0 0,0 0 0,0 0 0,0 0-1,0 0 1,0 0 0,0 0 0,0 0 0,0 0 0,0-1 0,0 1 0,0 0 0,0-1-429,-31-18 2281,12 7-1960,8 5-171,4 2-72,-1 1-1,0-1 0,0 1 1,-1 1-1,-6-2-77,12 4-13,0 0 0,-1 1 1,1 0-1,-1 0 0,1 0 1,-1 0-1,1 1 0,-1-1 1,1 1-1,0 0 1,-1 1-1,1-1 0,0 1 1,0 0-1,0 0 13,-8 4-28,1 1 1,0 0-1,1 1 1,-1 1-1,2-1 1,-1 1-1,1 1 1,1 0-1,0 0 0,0 1 1,1 0-1,0 0 1,-2 6 27,4-8-23,0 1-1,1 0 1,1 0 0,-1 0-1,2 1 1,-1-1 0,1 1 0,1-1-1,0 1 1,1 0 0,0 0-1,0-1 1,1 1 0,0 0-1,1-1 1,3 11 23,-3-18-4,-1 1 0,0-1 0,1 0 0,0 0 0,0 0-1,0 0 1,0 0 0,0 0 0,0 0 0,1 0 0,0-1 0,-1 0 0,1 1-1,0-1 1,1 0 4,0 1 0,1-1-1,0 1 1,0-1-1,0-1 0,0 1 1,1-1-1,-1 1 1,0-2-1,5 1 1,2 0-14,-1-1-1,1-1 1,0 0-1,0 0 1,-1-1-1,1-1 1,-1 0-1,0 0 1,3-2 14,-8 2-7,0-1 1,1 1-1,-2-1 0,1 0 1,0 0-1,-1-1 0,0 0 1,0 0-1,0 0 1,-1-1-1,1 1 0,0-3 7,0 2 16,2-3-9,0 1 0,-1-1 0,0-1 0,0 1 0,-1-1 1,0 0-1,-1 0 0,0-1 0,2-8-7,-1-11 47,0 0-1,-2-1 1,-2 1 0,-1-9-47,-1 19 50,-1 16-55,-3 10-51,3-1 41,0 1 0,1-1 0,-1 1 0,1-1 0,0 1 0,1 0 0,0 0 0,-1-1 0,2 1 0,-1 2 15,1 10-69,-1 11-474,1 0 1,2 1-1,1-1 0,2 2 543,-4-19-953,1-1 0,0 0-1,1 0 1,1 0 0,0 0 0,0-1 0,1 0 0,0 0 0,0-1 0,1 1 0,7 6 953,-12-14-634,1 0 1,-1 0 0,0 0 0,1-1 0,-1 1 0,1-1 0,0 0 633,19 8-2960</inkml:trace>
  <inkml:trace contextRef="#ctx0" brushRef="#br0" timeOffset="871.72">1900 559 13312,'0'-1'517,"0"0"1,0-1-1,0 1 0,0 0 1,0-1-1,0 1 1,-1 0-1,1-1 1,0 1-1,-1 0 1,1 0-1,-1-1 1,0 1-1,1 0 1,-1 0-1,0-1-517,0 2 200,0-1 0,1 1 0,-1 0 0,0-1 0,1 1 1,-1 0-1,0 0 0,1 0 0,-1-1 0,0 1 0,1 0 0,-1 0 0,0 0 0,0 0 0,1 0 1,-1 0-1,0 0 0,1 1 0,-1-1 0,0 0 0,1 0 0,-1 0 0,0 1 0,1-1 0,-1 0 0,0 1 1,1-1-1,-1 1 0,1-1 0,-1 1-200,-10 6 210,0 1 1,1 1 0,0 0-1,-6 8-210,-37 44 10,19-19-121,-13 6-1447,-13 9 1558,-33 33-5658,86-82 4738,1-1-668,-1 1 0,0-2 1,-5 5 1587,11-10-262,0 0 0,0-1 1,0 1-1,1 0 0,-1-1 0,0 1 1,0-1-1,0 1 0,0-1 1,0 1-1,0-1 0,0 0 1,0 1-1,0-1 0,0 0 0,-1 0 1,1 0-1,0 0 0,0 0 1,0 0-1,0 0 0,0 0 0,0 0 1,0 0-1,0-1 0,0 1 1,0 0-1,0-1 0,0 1 1,0-1-1,0 1 0,0-1 262,-6-7-2773</inkml:trace>
  <inkml:trace contextRef="#ctx0" brushRef="#br0" timeOffset="1219.36">1532 563 12928,'4'-30'4202,"-4"30"-4139,0 0 1,0 0-1,0 0 0,0-1 0,0 1 0,0 0 1,0 0-1,0 0 0,0 0 0,0-1 0,0 1 1,0 0-1,0 0 0,0 0 0,0 0 0,0-1 1,0 1-1,-1 0 0,1 0 0,0 0 0,0 0 1,0 0-1,0-1 0,0 1 0,0 0 0,0 0 1,-1 0-1,1 0 0,0 0 0,0 0 0,0 0 1,0 0-1,-1 0 0,1 0 0,0 0 0,0-1 1,0 1-1,0 0 0,0 0 0,-1 0 0,1 0 1,0 0-1,0 0 0,0 0 0,0 0 0,-1 1 1,1-1-1,0 0 0,0 0-63,-7 3 2951,5 5-2639,0 1-1,1 0 1,0-1-1,0 1 1,1 0-1,0-1 1,0 1 0,1 0-1,1-1 1,-1 1-312,1 5 212,0 2-244,1-1 0,1 1 0,0-1 0,1 0 0,0-1 0,2 1 0,-1-1 0,2 0 0,0-1 0,0 1 0,2-2 0,-1 1 0,2-1 0,-1-1 0,2 0 0,-1-1 0,1 0 0,1 0 0,0-1 0,0-1 0,1 0 0,0-1 0,0-1 0,1 0 0,0-1 0,0 0 0,0-1 0,0-1 0,12 1 32,-17-3-73,-1-1 0,1 0 0,-1 0 0,1-1 1,-1 0-1,0 0 0,1-1 0,-1-1 0,0 0 0,7-3 73,-10 4 25,-1-1 0,0 0 0,0 0-1,0 0 1,0-1 0,-1 0 0,1 0 0,-1 0-1,0 0 1,0-1 0,0 1 0,-1-1-1,1 0 1,-1 0 0,0 0 0,-1-1-1,0 1 1,1-1-25,1-12 379,0-1-1,-1 1 1,-1-1 0,0 0-1,-2 1 1,0-13-379,-1 16 245,1 5-77,-1 0-1,0 0 0,0 1 0,-1-1 0,-1 1 0,-1-3-167,3 9 12,1 5-16,0 8-43,3 27-140,-2-23 82,2 28-651,0 4-3320,4 8 4076,-5-39-3347,2 0 0,0 0-1,2 3 3348,1 0-3722</inkml:trace>
  <inkml:trace contextRef="#ctx0" brushRef="#br0" timeOffset="1553.58">2050 433 16895,'-35'-35'6336,"35"35"-4928,-32-20-192,22 11-448,6 4-608,-9-7-864,8 9 352,0-5-2112,5 8 1376,5-4-2912,3-1 2272,6-7-4319,9 9 3391</inkml:trace>
  <inkml:trace contextRef="#ctx0" brushRef="#br0" timeOffset="2525.6">2279 527 10624,'-9'2'3253,"2"1"3299,8 3-5392,0-3-879,0 0 0,-1-1 1,1 1-1,-1 0 1,0 0-1,0 0 0,0-1 1,0 1-1,-1 2-281,0 8 294,1 39-60,3 0-1,1 0 1,3-1 0,2 0-1,5 9-233,-1-23 216,-12-34-163,1 0 0,-1 0 0,1 0 0,0 0 0,0 0 0,0 0 1,0-1-1,1 1 0,-1-1 0,2 1-53,-4-3 13,1 1 0,-1-1 1,1 0-1,-1 0 0,1 0 1,-1 0-1,1 0 0,-1 0 1,1 1-1,-1-1 0,1-1 0,0 1 1,-1 0-1,1 0 0,-1 0 1,1 0-1,-1 0 0,1 0 0,-1-1 1,1 1-1,-1 0 0,1 0 1,-1-1-1,1 1 0,-1 0 1,1-1-1,-1 1 0,0 0 0,1-1 1,-1 1-1,1-1 0,-1 1 1,0-1-1,0 1 0,1-1 0,-1 1 1,0-1-14,13-22 190,-11 18-173,16-29 51,-4 8-55,-1 0-1,-1-1 1,2-10-13,1-11-11,-4 10-55,2-1 1,2 2-1,18-36 66,-29 66-2,7-9 49,-5 16 12,1 9 29,-1 5-65,-1 0 0,0 1 0,-1 0-1,-1 0 1,0 0 0,-1 2-23,6 25 7,3 6-1,2-1-1,13 31-5,-24-73 17,1 0 1,-1 0-1,1 0 1,0 0-1,0 0 1,1 0-1,2 3-17,-5-8 3,0 1 0,-1 0 0,1 0 0,0 0 0,0 0 0,0-1 0,0 1 0,0 0 0,0-1 0,0 1 0,0-1 0,0 1 0,1-1 0,-1 0 0,0 0 0,0 1 0,0-1 0,0 0 0,1 0 0,-1 0 0,0 0 1,0 0-1,0 0 0,0 0 0,1-1 0,-1 1 0,0 0 0,0-1 0,0 1 0,0 0 0,0-1 0,0 0 0,0 1 0,0-1 0,0 0 0,0 1 0,0-1 0,0 0 0,0 0-3,5-5 0,-1 0 1,1-1-1,-1 1 0,-1-1 1,1 0-1,-1-1 1,1-3-1,5-12-83,5-18 83,-2-3-21,-3 0 0,3-24 21,0-2-1,-7 54-56,-2 12 15,1 12 19,7 60 19,-8-44-39,0 0-1,8 23 44,-3-23-32,1 1 0,12 20 32,-17-35-22,1 0 1,1 0 0,-1-1-1,1 0 1,1-1 0,0 0-1,0 0 1,1 0 21,-4-4-39,0-1 0,0 0 0,1 0 0,-1 0 0,1 0 0,0-1-1,0 0 1,0-1 0,0 1 0,0-1 0,0 0 0,0 0 0,1-1 0,-1 0 0,0 0-1,0-1 1,0 1 0,1-1 0,-1 0 0,0-1 0,5-2 39,-8 3 3,0-1 1,0 0-1,0 0 1,0 0-1,-1 0 0,1 0 1,-1-1-1,0 1 1,0-1-1,1 1 0,-2-1 1,1 0-1,0 0 1,0 0-1,-1 0 1,1-2-4,2-7 12,0 0 0,0 0 0,0-8-12,3-22 156,-3 0 0,-1 0 0,-3-39-156,0 54 284,1 49-294,1 0 1,1 0-1,1 0 1,1 0-1,0-1 1,2 0-1,0 0 1,2 0-1,3 5 10,-10-22 4,0 0-1,1 0 0,-1 0 1,1 0-1,0-1 0,0 1 1,0-1-1,1 0 0,-1 0 1,1 0-1,-1 0 0,1 0 1,0-1-1,0 0-3,-1-1 2,-1 0 0,0 0 0,0 0 0,0-1 0,1 1 0,-1-1 0,0 0 0,1 1 0,-1-1 0,0 0 0,1-1 0,-1 1 0,0 0 0,1-1 0,-1 1 0,0-1 0,0 1 0,1-1 0,-1 0 0,0 0 0,0 0 0,0-1 0,0 1 0,0 0 0,0-1 1,-1 1-1,2-2-2,2-2 12,-2 1 0,1-1 0,0 0 0,-1 0-1,0 0 1,0-1 0,0 1 0,-1-1 0,0 1 0,0-1 0,1-6-12,1-9 12,0 0-1,0-21-11,0-88 59,2 170 112,10 110-469,-9-112-4306,7 24 4604,-7-41-2337,5-2-3395,0-6 1962</inkml:trace>
  <inkml:trace contextRef="#ctx0" brushRef="#br0" timeOffset="3223.79">3685 519 13056,'-8'-1'1544,"7"1"-1188,-1-1 1,1 1-1,-1 0 0,0 0 0,1 0 1,-1 0-1,1 0 0,-1 1 0,0-1 1,1 0-1,-1 1 0,1-1 0,-2 1-356,1 0 551,-1 0 0,0 1 0,1-1 0,-1 0 0,1 1 0,0 0 0,-1-1 0,1 1 0,0 0 0,0 0 0,0 0 0,1 1 0,-2 0-551,2-1 58,0 0 0,0 0 0,0 0-1,0 0 1,0 1 0,0-1 0,0 2-58,-4 27 117,1-1 0,1 1 0,2 0 0,2 25-117,3-6-130,2 1 0,8 26 130,-5-52-266,-9-25 263,0 1-1,1 0 0,-1-1 1,0 1-1,1 0 1,-1-1-1,0 1 0,1 0 1,-1-1-1,1 1 1,0-1-1,-1 1 1,1-1-1,-1 1 0,1-1 1,0 0-1,-1 1 1,1-1-1,0 0 1,-1 1-1,1-1 0,0 0 1,-1 0-1,1 1 1,0-1-1,0 0 1,-1 0-1,1 0 0,0 0 1,0 0 3,1-1 3,0 0 1,0 0-1,-1 1 0,1-1 1,0-1-1,-1 1 0,1 0 1,-1 0-1,1 0 0,-1-1 1,0 1-1,1-1 0,-1 1 1,1-2-4,13-26 56,-7 11-42,4-6-14,-2-1 0,-1 0 0,5-22 0,-5 19 0,6-33 12,-10 40 11,1-1 1,8-19-24,-13 39 5,0-1-1,0 1 1,1 0 0,-1 0 0,0 0-1,1 0 1,1-2-5,-3 4 1,0 0-1,1-1 1,-1 1-1,0 0 1,1 0-1,-1 0 1,0-1 0,0 1-1,1 0 1,-1 0-1,0 0 1,1 0-1,-1 0 1,0 0 0,1 0-1,-1 0 1,1 0-1,-1-1 1,0 1-1,1 1 1,-1-1 0,1 0-1,-1 0 1,1 0 1,-1 1-1,1-1 1,-1 0 0,1 1-1,-1-1 1,0 0-1,1 1 1,-1-1 0,1 1-1,-1-1 1,0 1-1,1-1 1,-1 1 0,0-1-1,0 1 1,0 0 0,1 0-2,5 18 50,0 1 0,3 20-50,7 28 22,-9-40-20,-3-13 8,-1-1 0,5 9-10,-7-20 19,0-1 0,0 1 0,0-1 0,0 1 0,1-1 0,-1 0 0,1 1 0,0-1 0,-1 0 0,1 0 0,0 0 0,0-1 0,0 1 0,1 0 0,-1-1 0,1 1-19,-2-2 9,0 1 1,0-1 0,0 0 0,1 1 0,-1-1 0,0 0-1,0 0 1,1 0 0,-1 0 0,0 0 0,0 0 0,1-1 0,-1 1-1,0 0 1,0 0 0,0-1 0,1 1 0,-1-1 0,0 1 0,0-1-1,0 0 1,0 1 0,0-1 0,0 0 0,0 0 0,0 0-10,3-3 25,0 0 0,0 0 0,-1 0 0,4-6-25,-6 8 11,14-19-24,-2-1-1,-1-1 1,-1 0-1,-1-1 14,33-95-77,-16 41 144,-24 70 5,0 0-1,1 1 0,-1-1 0,2 1 0,-1-1 0,2-1-71,-5 9 14,-1-1 0,0 1 0,1-1-1,-1 1 1,1-1 0,-1 1 0,0-1 0,1 1-1,-1 0 1,1-1 0,-1 1 0,1 0 0,-1-1-1,1 1 1,0 0 0,-1 0 0,1 0 0,-1-1-1,1 1 1,-1 0 0,1 0 0,0 0 0,-1 0 0,1 0-1,-1 0 1,1 0 0,0 0 0,-1 0 0,1 0-1,-1 1 1,1-1 0,-1 0 0,1 0 0,0 0-1,-1 1 1,1-1-14,1 2 39,-1-1-1,1 1 0,-1-1 0,1 1 1,-1 0-1,0 0 0,0-1 1,1 1-1,-1 0 0,0 2-38,6 15 109,-2 0 0,0 1 0,-1 0 0,0 6-109,0-4 23,9 59-316,-3-15-3058,3 2 3351,-6-43-5509,0-1 1,7 14 5508,0-12-4501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7:43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412 235 8448,'6'-19'4817,"1"-1"-2669,-6 18-1770,0 0 1,0-1 0,-1 1-1,1-1 1,0 1-1,-1-1 1,0 1 0,1-1-1,-1 0 1,0 1-1,-1-1 1,1 1 0,0-1-1,-1 0 1,0 0-379,-1-7 697,-1 0 0,-1 1 0,-1-3-697,4 8 61,-1 0 0,0 0 0,0 0 0,0 0-1,0 1 1,-1-1 0,1 0 0,-1 1 0,0 0 0,0 0 0,0 0-1,-1 0 1,1 0 0,-1 1 0,1-1 0,-1 1 0,0 0-1,0 0 1,0 1 0,0-1 0,0 1 0,-1 0 0,1 0-1,0 0 1,-1 0 0,1 1 0,-3 0-61,-5 0 2,0 0 0,0 1 0,0 0 1,0 1-1,0 0 0,1 1 0,-10 4-2,-12 6 54,-28 15-54,48-22 6,3-2-58,1 1 0,0 0 0,1 0 0,-1 1 0,1 0 0,0 1 0,0 0 1,1 0-1,0 1 0,0 0 0,-4 7 52,10-14-9,0 1 0,0-1 0,1 0 1,-1 0-1,1 1 0,-1-1 0,1 0 0,-1 1 0,1-1 1,0 1-1,-1-1 0,1 1 0,0-1 0,0 0 0,0 1 1,0-1-1,0 1 0,1-1 0,-1 1 0,0-1 1,1 0-1,0 1 9,0 0-5,0 0 1,0 0-1,0 0 1,1-1-1,-1 1 1,1-1-1,-1 1 0,1-1 1,-1 1-1,1-1 1,0 0-1,0 0 1,0 0-1,0 0 1,0 0-1,0 0 5,60 22 101,42 10-101,-35-12 86,21 11-86,-78-27 19,-1 0 1,-1 1-1,1 0 1,-1 0-1,0 1 1,2 2-20,-9-6-1,1 0-1,-1 1 1,1-1 0,-1 1 0,0-1 0,-1 1-1,1 0 1,-1 0 0,1 0 0,-1 1-1,0-1 1,-1 1 0,1-1 0,-1 1-1,0-1 1,0 1 0,0 1 1,0 5 41,-1 0 0,0 0 0,0 0 0,-1 0 0,-1 0 1,0-1-1,0 1 0,-1 0 0,-1-1 0,1 0 0,-2 1 0,1-2 0,-1 1 0,-1 0 0,0-1 0,0 0 1,-2 1-42,-3 1-4,0 0 1,-1-1 0,0 0-1,-1-1 1,0 0 0,0-1 0,-1-1-1,0 0 1,0-1 0,-1 0-1,1-1 1,-1-1 0,-4 0 3,11-3-77,1 0 1,-1-1 0,0 0-1,0-1 1,0 1-1,0-2 1,0 1-1,1-1 1,-1 0-1,1-1 1,-1 1-1,1-2 1,0 1-1,0-1 1,0 0-1,1 0 1,-1-1 0,1 0-1,0 0 1,0 0-1,1-1 1,0 0-1,0 0 1,0 0-1,1-1 1,-1 0 76,0-1-429,1-1-1,-1 1 1,2-1 0,-1 1 0,1-1 0,0 0-1,1-1 1,0 1 0,1 0 0,0-2 429,0 3-695,1 1 0,0-1 1,0 1-1,1 0 0,0-1 0,1 1 1,0 0-1,0 0 0,0-1 1,1 2-1,0-1 0,0 0 0,1 0 695,14-16-2906</inkml:trace>
  <inkml:trace contextRef="#ctx0" brushRef="#br0" timeOffset="373.58">748 13 11776,'-22'-13'7103,"21"26"461,4 29-8409,-2-34 1460,3 40-493,2 0 1,8 30-123,9 27-9,-2-4-1013,5-1 0,11 19 1022,-25-81-1210,-6-19-258,1 0-1,2 5 1469,-6-18-1183,0 0-1,0-1 1,1 1-1,0-1 1,2 3 1183,-6-8-258,5 4-940,-5-3 1120,0-1 0,0 0 0,0 0 0,0 0 0,0 0 0,0 0 0,0 0 0,0 0 0,0 0 0,0 0 0,0 0 0,0 0 0,0 0 0,0 0 0,0 0 0,0 0 0,0 0 0,0 0 1,0 1-1,0-1 0,1 0 0,-1 0 0,0 0 0,0 0 0,0 0 0,0 0 0,0 0 0,0 0 0,0 0 0,0 0 0,0 0 0,0 0 0,0 0 0,0 0 0,0 0 0,1 0 0,-1 0 0,0 0 0,0 0 0,0 0 1,0 0-1,0 0 0,0-1 0,0 1 0,0 0 0,0 0 0,0 0 0,0 0 0,0 0 0,0 0 0,0 0 0,0 0 0,0 0 0,0 0 0,1 0 0,-1 0 0,0 0 0,0 0 0,0 0 0,0 0 0,0 0 0,0-1 1,0 1-1,0 0 0,0 0 0,0 0 0,0 0 0,0 0 78,0-5-2656</inkml:trace>
  <inkml:trace contextRef="#ctx0" brushRef="#br0" timeOffset="717.2">693 325 12544,'-12'-2'1551,"10"1"-1008,-1 0 0,0 1-1,0 0 1,0 0 0,0 0-1,0 0 1,0 0 0,-3 1-543,-2 0 1193,0 1 0,0 0 1,-1 0-1,1 1-1193,-4-1 1558,9-2-985,10-2-576,104-18-775,-72 14-17,-14 2-1137,0 1 0,0 1 1,25 2 1931,-37 0-1615,1 2 1,0 0 0,-1 0 0,0 1-1,0 1 1,0 0 0,0 1 0,1 1 1614,22 14-2752</inkml:trace>
  <inkml:trace contextRef="#ctx0" brushRef="#br0" timeOffset="1075.83">1135 543 10112,'-2'4'1008,"-6"13"1733,7-17-2507,1 1 0,0-1 0,0 1 0,-1-1 0,1 1 0,0 0 0,0-1 0,0 1 0,0 0 0,0-1 0,0 1 0,0 0 0,0-1 0,0 1 0,0-1 0,0 1 0,0 0 0,0-1 0,1 1 0,-1-1 0,0 1 0,0 0 0,1-1 0,-1 1-234,2 1 334,9 6 894,-10-8-1203,1 0-1,-1 0 0,0-1 0,1 1 1,-1 0-1,1 0 0,-1-1 0,0 1 1,0-1-1,1 1 0,-1-1-24,23-10 52,-1-1 1,0 0-1,-1-2 1,2-3-53,41-25 94,-55 36-61,7-3 51,0-1 1,12-11-85,-26 18 42,1 0 0,-1 1 0,0-2 0,0 1 0,0 0 0,0 0 0,-1-1 0,1 1 0,-1-1 0,0 0 0,0 0 0,-1 0 0,1 0 0,-1 0 0,1-2-42,-2 4 30,0 1 1,0-1-1,0 0 1,0 1-1,0-1 1,-1 0-1,1 1 1,-1-1-1,1 0 1,-1 1-1,0-1 1,1 1-1,-1-1 1,0 1-1,0-1 1,0 1-1,0 0 1,0-1-1,0 1 1,-1 0-1,1 0 1,-2-1-31,-1-2 77,0 1 1,-1 0-1,0 0 1,0 1-1,0-1 1,-4 0-78,1 0 59,0 1-1,0 1 1,0-1 0,-1 1-1,1 1 1,0-1 0,0 2-1,0-1 1,-1 1 0,1 0-1,0 0 1,0 1 0,0 1-1,0-1 1,1 1 0,-1 0-1,1 1 1,0 0 0,-1 0-1,2 0 1,-1 1 0,0 0-1,1 1 1,0-1 0,0 1-1,1 0 1,0 1 0,0-1-1,-1 3-58,-3 5 10,1-1-1,1 1 0,0 0 1,1 1-1,1 0 0,-4 14-9,6-18 1,1 0 0,0 1 0,1-1-1,1 0 1,0 0 0,0 0 0,1 1 0,0-1-1,1 0 1,1 2-1,-2-7-40,1-1-1,0 0 0,0 1 1,0-1-1,1 0 0,0-1 1,0 1-1,0 0 0,0-1 1,1 0-1,0 1 0,0-1 1,3 2 40,-1-2-139,0 1 1,1-1 0,0 0-1,0 0 1,0-1 0,0 0 0,0-1-1,1 1 1,1-1 138,7 1-288,0 0 1,0-1-1,0-1 0,0-1 0,0 0 1,0-2-1,0 1 0,0-2 1,1 0 287,1-2-1327,0-1 0,0 0 0,-1-1 1,0-1-1,0-1 0,-1 0 0,0-1 1,0-1-1,5-6 1327,15-8-2896</inkml:trace>
  <inkml:trace contextRef="#ctx0" brushRef="#br0" timeOffset="1591.95">1699 348 10624,'-19'-2'5172,"18"2"-4952,1 0 0,-1 0 1,1 0-1,-1 0 0,0 0 0,1 0 0,-1 0 1,0 0-1,1 1 0,-1-1 0,1 0 0,-1 0 0,1 1 1,-1-1-1,0 0 0,1 1 0,-1-1 0,1 0 1,-1 1-1,1-1 0,0 1 0,-1-1 0,1 1 0,-1-1 1,1 1-221,-8 13 2519,-2 6-1721,7-10-733,1 0 1,0 1 0,1 0-1,0-1 1,1 1-1,1 7-65,1 21 40,4 7-40,-4-29 10,22 127 49,26 76-59,-6-29-667,-20-102-341,-65-246 586,22 56 390,4-3 32,4 10-1,3-29 1,7 84 83,2-1 0,1 0 0,3 1 0,5-22-83,-8 53 17,-1 1 0,2 0 0,-1 0 0,1 1 0,0-1 0,0 0 0,1 1-1,0 0 1,0 0 0,0-1-17,-1 4 14,0 1-1,-1-1 1,1 0 0,0 1-1,0-1 1,1 1-1,-1 0 1,0 0-1,1 0 1,-1 1-1,1-1 1,0 1-1,-1 0 1,1 0-1,0 0 1,0 0 0,-1 1-1,1 0 1,3-1-14,4 2 65,1 0 1,-1 0 0,1 1 0,-1 1 0,0 0 0,0 0-1,0 1 1,0 1 0,0 0 0,-1 0 0,0 1 0,0 0-1,-1 1 1,0 0 0,4 4-66,-5-4 82,0 0-1,-1 1 1,0 0 0,-1 0-1,1 1 1,-2-1-1,1 1 1,-1 1 0,-1-1-1,0 1 1,0 0-1,-1 0 1,0 0 0,0 0-1,-1 0 1,0 10-82,-2-11 28,0-1 0,-1 1 1,0-1-1,-1 1 0,1-1 1,-2 0-1,1 0 0,-1 0 0,0 0 1,-1 0-1,0-1 0,0 1 1,-1-1-1,0 0 0,-2 2-28,1-2-64,0 0-1,0 0 0,-1-1 1,0 0-1,0 0 1,0-1-1,-1 0 0,0 0 1,0 0-1,0-1 1,0-1-1,-1 1 0,0-1 1,-4 0 64,-3 1-475,1-2 1,-1 0 0,0 0-1,0-2 1,-3 0 474,13 0-615,0-1 0,-1 1 0,1-1 1,0-1-1,1 1 0,-1-1 0,0 0 0,0 0 1,1-1-1,-1 0 0,1 0 0,0 0 0,0 0 0,0-1 1,-2-2 614,-13-19-3600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7:46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224 293 8320,'-6'-4'1145,"0"0"1,0 0-1,0 0 1,0-1 0,0-1-1146,5 5 512,0-1 1,0 1-1,0-1 0,0 1 1,0-1-1,1 0 1,-1 1-1,0-1 1,1 0-1,-1 0 1,1 0-513,-1-23 2175,2 16-1724,0 0 0,1 1 0,1-1-1,0-1-450,3-9 423,2 1 0,0-1-1,2 1 1,8-13-423,-13 25 12,-1 1-1,1 0 1,0 0 0,0 0 0,0 1 0,0 0-1,1 0 1,0 0 0,0 0 0,0 1 0,0 0-1,3 0-11,-2 0 16,1 0 0,-1 1-1,1 0 1,-1 0 0,1 1 0,0 0-1,0 0 1,-1 1 0,1 0 0,5 1-16,-8 0 19,0 0 0,0 1 0,-1 0 0,1 0 0,0 0 0,-1 0 1,1 1-1,-1-1 0,0 1 0,0 1 0,0-1 0,0 0 0,0 1 1,-1 0-1,0 0 0,0 0 0,0 0 0,0 0 0,0 1 0,-1 0-19,4 6 52,-1 0-1,0 0 1,-1 1-1,-1-1 1,1 1-1,-2 0 1,0 0-1,0 0-51,-2 5 42,0-1 0,0 0-1,-2 0 1,0 0 0,-1 0-1,-1 0 1,0 0 0,-1 0-1,0-1 1,-2 0 0,-2 5-42,-7 14 75,-1 0-1,-2-1 1,-1 0 0,-5 3-75,3-8 36,0-1 0,-2-1 0,-1 0 1,0-2-1,-26 17-36,40-33 2,-23 16-19,-7 2 17,30-20-42,0 0 0,0-1 0,-1-1 0,0 1 0,1-2 0,-3 1 42,11-4-26,1 1 0,0-1-1,0 0 1,0 0 0,0 0-1,-1 0 1,1 0 0,0 0-1,0 0 1,0-1 0,0 0-1,0 1 1,0-1 0,-2 0 26,4 0-9,-1 1 0,1 0 1,0 0-1,-1-1 0,1 1 1,0 0-1,-1-1 0,1 1 1,0 0-1,-1-1 1,1 1-1,0 0 0,0-1 1,0 1-1,-1-1 0,1 1 1,0 0-1,0-1 0,0 1 1,0-1-1,0 1 0,0-1 1,0 1-1,0 0 1,0-1-1,0 1 9,0-2-8,0 1 1,1 0-1,-1 0 1,1 0-1,-1 0 1,1 0-1,0 0 1,-1 0-1,1 0 1,0 0-1,0 0 1,0 0-1,0 0 1,0 0 7,6-4 4,0 0 0,0 1 1,0 0-1,0 0 1,1 1-1,-1-1 0,1 2 1,0-1-1,0 1-4,15-3 20,-1 0 1,17 0-21,-1 2 64,1 3 0,-1 1 0,1 2 0,-1 1 0,5 3-64,-1 2-107,0 3 1,0 1 0,9 6 106,-44-16-135,6 2-1304,0-1 1,12 2 1438,-20-5-1605,1 0 0,0-1 1,0 1-1,0-1 0,0-1 1605,17 1-3946</inkml:trace>
  <inkml:trace contextRef="#ctx0" brushRef="#br0" timeOffset="2910.99">889 458 10880,'-19'-24'4128,"19"24"-3200,-10-8 991,7 5 577,6 3-1408,-6-5-64,3 5-640,-5-4-96,10 4-192,-5-5-192,0 10 32,0-5-1152,0 0 640,0 0-4256,8 9 2689,-3-3-4225,9 11 3616</inkml:trace>
  <inkml:trace contextRef="#ctx0" brushRef="#br0" timeOffset="3243.86">1015 688 11392,'-22'14'4224,"22"-14"-3297,-27 15 801,13-7 384,9 1-1216,-8-1-128,8-1-544,-3 1-192,2 4-64,-4-3-672,10 2 384,0-6-2208,10-1 1408</inkml:trace>
  <inkml:trace contextRef="#ctx0" brushRef="#br0" timeOffset="4368.76">870 429 4992,'-15'-4'3765,"14"3"-2793,3 2-424,-1 0 305,8-16 1243,-5 13-2008,1 0-1,0 0 0,0 1 0,-1 0 1,1 0-1,0 0 0,0 1 0,0 0 1,0-1-1,0 2 0,4 0-87,0 0 321,1 2 953,-10-3-1243,0 0 0,0 1 0,0-1 0,0 0 0,0 1 0,0-1 0,0 0 0,0 1 0,0-1 0,0 0 1,-1 1-1,1-1 0,0 0 0,0 0 0,0 1 0,0-1 0,-1 0 0,1 0 0,0 1 0,0-1 1,-1 0-1,1 0 0,0 1 0,0-1 0,-1 0 0,1 0 0,0 0 0,-1 0 0,1 0 0,0 1 0,0-1 1,-1 0-1,1 0 0,0 0 0,-1 0-31,-3 2 108,1 0 0,-1-1 0,0 1 0,0-1 1,0 0-1,0 0 0,-1 0 0,1-1 0,-1 1-108,2-1 20,0 0 1,0 0-1,1 0 1,-1 0-1,0 0 0,0-1 1,0 1-1,0-1 1,1 0-1,-1 0 0,0 0 1,1 0-1,-1 0 0,-1-1-20,0-1 206,-7-5-1622,11 7 1218,0 1 0,-1 0 1,1 0-1,0-1 0,0 1 1,0 0-1,-1 0 0,1-1 1,0 1-1,0 0 0,0-1 1,0 1-1,-1 0 0,1-1 1,0 1-1,0 0 0,0-1 1,0 1-1,0-1 0,0 1 0,0 0 1,0-1-1,0 1 0,0 0 1,0-1-1,0 1 0,0 0 1,1-1-1,-1 1 0,0-1 198,4 0-2826</inkml:trace>
  <inkml:trace contextRef="#ctx0" brushRef="#br0" timeOffset="4905.56">921 754 6016,'-16'-3'3187,"10"1"-1998,8 1-307,0-20 2633,-1 19-3504,0 1 0,0-1 1,0 1-1,1 0 0,-1-1 0,0 1 0,1 0 1,-1 0-1,1 0 0,0 0 0,-1 0-11,0 0 9,0 1-1,0-1 1,0 1 0,0-1-1,0 1 1,0-1-1,0 1 1,0 0 0,0-1-1,0 1 1,0 0-1,0 0 1,0 0 0,0 0-1,0 0 1,0 0-1,0 0 1,0 0 0,0 0-1,0 1 1,1-1-9,-2 1 47,1-1 0,0 1 0,-1 0 0,1 0 0,0-1 0,-1 1 0,1 0 0,-1 0 1,0 0-1,1 0 0,-1 0 0,1 0 0,-1 0 0,0 0 0,0 0 0,0 0 0,0 0 0,0 0 0,0 0 0,0 0 0,0 0 1,0 0-1,0 0 0,0 0 0,0 0 0,-1 0 0,1-1 0,-1 2-47,1 0 84,-1 1 0,0-1 0,0 0 0,0 0 0,0 1 0,-1-1 0,1 0 0,-1 0 0,0 1-84,0-2-38,0 1-1,0-1 1,0 0-1,0 0 1,0 0-1,0-1 0,0 1 1,0 0-1,0-1 1,0 0-1,0 1 1,0-1-1,-1 0 0,1 0 1,0 0 38,0 0-552,0 0 0,0 0 0,0-1 0,0 1 0,0 0 0,1-1 0,-1 0 0,0 1 0,0-1 0,0 0 0,1 0 552,-4-4-2709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8:12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468 325 10880,'-8'-4'3797,"7"4"-3251,0-1 0,-1 1 0,1-1 0,0 0 0,0 0 0,0 1 1,-1-1-1,1 0 0,0 0 0,0-1-546,1 2 106,0 0-1,-1 0 1,1-1-1,0 1 1,0 0-1,0 0 1,-1 0-1,1-1 1,0 1-1,0 0 1,-1 0-1,1 0 1,0 0-1,-1-1 1,1 1-1,0 0 1,0 0-1,-1 0 1,1 0-1,0 0 1,-1 0-1,1 0 1,0 0-1,-1 0 1,1 0-106,-9-2 1314,-17-12 530,19 10-1691,1 0 0,-1 1 0,0 0-1,0 0 1,0 1 0,-1 0 0,1 0 0,-4 0-153,-9 0 2,0 1 0,-1 0 1,1 2-1,0 1 0,0 0 1,-16 5-3,3 0-41,2 2 1,-1 2 0,-24 12 40,52-22-13,1 1 1,-1 0-1,1 0 1,0 0-1,-1 0 1,1 1 12,2-3-4,1 1 1,0-1 0,-1 0-1,1 1 1,0-1 0,-1 1 0,1-1-1,0 0 1,0 1 0,0-1-1,-1 1 1,1-1 0,0 1-1,0-1 1,0 0 0,0 1 0,0-1-1,0 1 1,0-1 0,-1 1-1,2-1 4,-1 1-4,0-1 0,0 1-1,1-1 1,-1 1 0,0-1 0,1 1-1,-1-1 1,0 1 0,1-1-1,-1 1 1,1-1 0,-1 0 0,1 1-1,-1-1 1,1 0 0,-1 1-1,1-1 1,-1 0 0,1 0-1,0 1 1,-1-1 4,22 7-155,0-1 1,0 0-1,0-2 0,1-1 155,33 8-282,-13-1-58,0 2 1,-1 2-1,7 5 340,-31-11-266,0 2-1,-1 0 0,9 7 267,-25-16-15,0 0 1,0-1-1,1 1 0,-1 0 0,0 0 0,0 0 1,0 1-1,0-1 0,0 0 0,0 0 0,-1 0 1,1 1-1,0-1 0,-1 1 0,1-1 0,-1 0 0,1 2 15,-1-2 6,0 0-1,0 0 0,0-1 0,0 1 0,0 0 1,0 0-1,-1 0 0,1 0 0,0 0 0,-1 0 0,1 0 1,0 0-1,-1 0 0,1-1 0,-1 1 0,1 0 0,-1 0 1,0 0-1,1-1 0,-1 1 0,0 0 0,0-1 1,1 1-1,-1-1 0,0 1 0,0-1 0,0 1-5,-4 2 33,-1-1 0,1 1-1,-1-1 1,0 0 0,1-1 0,-1 1-1,0-1 1,-2 0-33,-48 2-16,-17-4-2000,-11-4 2016,49 1-8400,-30-8 8400,52 6-4507,10 2 1505</inkml:trace>
  <inkml:trace contextRef="#ctx0" brushRef="#br0" timeOffset="341.93">714 320 14080,'-1'0'195,"0"0"0,0 0 0,0 0 0,0 0 0,0 0 0,0 0 1,0 0-1,0 0 0,0 1 0,0-1 0,0 0 0,0 1 1,0-1-1,0 1 0,0-1 0,0 1 0,0-1 0,0 1 0,1-1 1,-1 1-1,0 0 0,0 0 0,1-1 0,-1 1 0,0 0 0,1 0 1,-1 0-1,1 0 0,-1 0-195,1 2 609,-1 0 0,0 1 0,1-1 0,0 1 0,0-1 0,0 0 0,0 1 0,0 0-609,1 10 604,-1-9-703,1 1 0,0 0 1,0-1-1,1 1 0,-1-1 0,1 1 0,0-1 0,1 0 0,0 1 99,29 49-1937,-21-38 1180,13 18-4630,-10-21-191,-2-5 2208</inkml:trace>
  <inkml:trace contextRef="#ctx0" brushRef="#br0" timeOffset="704.79">660 138 11648,'-45'-23'4384,"45"23"-3393,-32-14 609,21 11 64,8 6-992,-7-3-576,7 0-96,-2 0-1664,10 9 896,3-1-4255,6 1 2815,9-1-3264,4 4 3136</inkml:trace>
  <inkml:trace contextRef="#ctx0" brushRef="#br0" timeOffset="1040.94">929 483 11008,'0'23'3594,"0"-22"-3344,1 1 0,-1 0 0,1 0-1,0-1 1,-1 1 0,1 0 0,0-1 0,0 1 0,0-1-1,0 1 1,0-1 0,0 1 0,0-1 0,1 0-1,-1 1 1,0-1 0,1 0-250,4 5 809,-5-5-667,1 1-1,0-1 1,0 1 0,-1-1-1,1 0 1,0 1 0,0-1-1,2 0-141,3 3 430,-6-3 162,5-10 1685,-4 5-2145,0 1 0,0-1 1,0 0-1,-1 0 0,0 0 0,1-2-132,9-24 407,-1 11-453,1 0 0,1 1 0,1 0 0,0 1 1,9-9 45,-16 19-18,1 0 0,1 1 1,-1 0-1,1 0 0,0 0 1,0 1-1,1 0 0,0 1 1,0 0-1,0 0 1,0 1-1,0 0 0,8-1 18,-11 4 7,0-1 1,1 1-1,-1 0 0,0 0 0,0 1 0,0 0 0,0 0 0,0 0 0,0 1 1,0 0-1,0 0 0,-1 1 0,1-1 0,-1 1 0,1 1 0,-1-1 0,3 3-7,4 3-91,-1 1 0,-1 0 0,0 1-1,0 0 1,-1 0 0,7 13 91,-3-5-543,-7-8-738,1 0 0,0 0 0,1-1 0,0 0 0,1 0 1,0-1-1,10 8 1281,-16-15-709,-1-1 0,0 0 1,1 0-1,-1 1 1,1-1-1,0-1 1,0 2 708,23 2-3312</inkml:trace>
  <inkml:trace contextRef="#ctx0" brushRef="#br0" timeOffset="1377.21">1706 0 12032,'-18'0'3898,"17"0"-3717,1 0 0,-1 0-1,0 0 1,0 1 0,0-1-1,1 0 1,-1 0 0,0 0-1,0 1 1,1-1 0,-1 0-1,0 1 1,0-1 0,1 0-1,-1 1 1,1-1 0,-1 1-1,0-1 1,1 1 0,-1 0-1,1-1 1,-1 1 0,1 0-1,-1-1 1,1 1 0,0 0-1,-1-1 1,1 1 0,0 0-181,-1 2 481,0 1 0,0-1 0,1 0 0,-1 1 0,1-1 0,0 1-481,-1 6 71,0 14 110,1 0-1,1 0 0,1 0 1,1-1-1,2 4-180,0 8 32,6 35-681,4 1 1,14 39 648,-10-53-9722,21 45 9722,-27-75-4805,1-4 1584</inkml:trace>
  <inkml:trace contextRef="#ctx0" brushRef="#br0" timeOffset="1726.16">2135 224 13696,'-22'2'5421,"19"-1"-4852,-1 0-1,0 0 1,0 1 0,1 0 0,-1-1-1,1 1 1,-2 2-569,0-2 186,0 0 1,-1 0-1,1 0 0,0-1 1,-1 1-1,-4-1-186,-22 7 183,16-3-94,-92 32 95,87-29-132,0 2 0,1 0-1,0 1 1,-1 2-52,18-11 29,-1 1-1,1-1 1,0 1-1,0 0 1,0 0 0,0 0-1,0 1 1,0 0-29,2-3 11,0 1 1,1-1 0,-1 0 0,0 1-1,1-1 1,0 0 0,-1 1 0,1-1 0,0 1-1,-1-1 1,1 1 0,0-1 0,0 1-1,0-1 1,0 1 0,0-1 0,1 1-1,-1-1 1,0 0 0,1 1 0,-1-1 0,1 1-1,0-1 1,-1 0 0,1 1-12,2 3-6,1-1 0,-1 0-1,0 0 1,1-1 0,0 1 0,0-1 0,0 0 0,0 0 0,2 1 6,45 24-450,-45-25 379,80 39-1652,-12-7-1633,-26-10-2082,-12-5 1881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8:10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71 8064,'-3'-3'1048,"0"0"0,0 0 1,0-1-1,1 1 1,-1-1-1,1 1 0,-1-4-1048,2 6 526,0-1 0,0 0 0,0 0 0,1 0-1,-1 0 1,1 0 0,-1 0 0,1 0 0,0 0 0,-1 0 0,1 0-1,0 0 1,1 0 0,-1 0 0,0-1-526,2-5 1672,-3 24-1440,5 51-347,3 0-1,2-1 1,9 21 115,-6-25-411,21 95-2969,-6-54-6275,-19-79 6509</inkml:trace>
  <inkml:trace contextRef="#ctx0" brushRef="#br0" timeOffset="919.41">9 370 11648,'-8'-1'4136,"12"6"-633,15 8-1665,-11-9-1763,0 0 1,0 0-1,1-1 0,0 0 1,0-1-1,0 0 1,0 0-1,0-1 0,6 0-75,17-1 140,-1 0-1,6-3-139,-32 3 19,18-3 42,0 0 0,-1-1 0,1-1 1,-1-1-1,0-1 0,19-10-61,-28 11 22,0 0 0,-1-1 0,0-1-1,0 0 1,0 0 0,-1-1 0,0-1 0,-1 0 0,0 0 0,-1-1 0,4-6-22,-7 8 28,-1 0 1,0-1 0,-1 0-1,1 0 1,-2 0 0,1-1-29,-1 1 30,22-88 952,-18 127-918,-1 28 272,12 53-336,-8-64 269,1-2 0,3 1 1,1-2-1,13 25-269,-27-66 58,0 0 0,0 0 1,0 1-1,1-1 0,-1 0 0,1 0 1,-1 0-1,1-1 0,0 1 0,0 0 1,0 0-1,0-1 0,0 1 0,0-1 0,0 0 1,0 0-1,1 1-58,-1-2 25,0 0 0,0 0-1,-1 0 1,1 0 0,0 0 0,0 0 0,-1 0 0,1 0-1,0-1 1,0 1 0,-1-1 0,1 1 0,0-1-1,-1 0 1,1 0 0,-1 0 0,1 0 0,-1 0 0,1 0-1,-1 0 1,0 0 0,1 0 0,-1-1 0,0 1-1,1-1-23,9-12 5,0-1 1,-1 0 0,-1-1 0,1-1-7,7-13-145,-9 17 82,0 2-209,-2 0-1,5-10 273,-11 21-3,0 0 1,0 0-1,0 0 0,0-1 0,0 1 1,1 0-1,-1 0 0,0 0 0,0 0 0,0 0 1,0 0-1,0 0 0,0 0 0,0 0 1,0 0-1,1 0 0,-1 0 0,0 0 0,0 0 1,0 0-1,0 0 0,0 0 0,0 0 1,0 0-1,0 0 0,1 0 0,-1 0 0,0 0 1,0 0-1,0 0 0,0 0 0,0 0 1,0 1-1,0-1 0,0 0 0,0 0 1,0 0-1,1 0 0,-1 0 0,0 0 0,0 0 1,0 0-1,0 0 0,0 0 0,0 0 1,0 1-1,0-1 0,0 0 0,0 0 0,0 0 1,0 0-1,0 0 0,0 0 0,0 0 3,4 7-52,2 8 30,3 8 2,1 1 1,1-2 0,2 2 19,-8-16 6,0-1 0,0 0 0,0-1 1,1 1-1,0-1 0,0 0 1,1 0-1,0-1 0,0 0 1,0 0-1,2 0-6,-1-1-2,1 0 1,-1-1 0,1 0-1,0 0 1,1-1-1,-1 0 1,0 0-1,1-1 1,-1 0-1,1-1 1,-1 0 0,9-2 1,-2 0-6,-1-1 0,0 0 0,0-2 0,0 1 0,0-2 0,-1 0 0,9-5 6,-11 5 0,8-5-1,-1 0 0,3-3 1,-15 10 1,-1-1 1,0 0 0,0-1-1,-1 1 1,0-1 0,0 0-1,0 0 1,1-3-2,-1 0 28,0 0 0,0 0 0,-1-1 0,0 0 0,-1 1 0,2-11-28,-4 16 21,0 0 0,-1 0 1,1-1-1,-1 1 0,0-1 0,0 1 0,0 0 0,-1-1 1,0 1-1,1 0 0,-1 0 0,-1-1 0,1 1 0,-1 0 1,0 0-1,1 0 0,-2 1 0,1-2-21,1 4-3,0-1-1,-1 1 0,1-1 0,0 1 1,-1 0-1,1 0 0,-1-1 1,1 1-1,-1 0 0,0 0 1,1 0-1,-1 1 0,0-1 1,0 0-1,0 1 0,0-1 1,1 1-1,-2-1 4,0 1-5,0 0 0,0 0 0,0 0 0,0 1 0,0-1 0,0 1-1,0 0 1,0 0 0,0 0 0,0 0 0,0 0 5,-6 4 9,1 0 0,-1 0 0,1 1-1,0 0 1,1 0 0,-6 5-9,6-4 14,1 0 0,0 1 1,0-1-1,0 1 0,1 1 0,0-1 0,0 0 1,1 1-1,0 0 0,1 1-14,1-6 9,1 1 1,0 0-1,0-1 1,0 1-1,0 0 1,1 0-1,0 0 0,0 0 1,0-1-1,1 1 1,0 0-1,0 0 1,0 0-1,0-1 0,1 1 1,-1-1-1,1 1 1,0-1-1,1 0 1,1 3-10,-1-3-19,0-1 1,0 1 0,0-1 0,1 0 0,0 0 0,-1 0 0,1 0 0,0-1 0,0 0 0,0 1 0,1-2 0,-1 1 0,1 0 18,12 3-455,0 0 0,15 1 455,-10-1-599,7 0-1048,0-2 0,0 0 0,11-2 1647,46-2-7214,-32 1 3524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8:09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21 11776,'-4'-7'1736,"-6"-6"3845,11 24 2017,7 50-7751,-3-27 117,10 45-29,5 11 65,38 105-2647,-36-131-1410,3-2-3511,-19-52 3301,2-2 1489</inkml:trace>
  <inkml:trace contextRef="#ctx0" brushRef="#br0" timeOffset="586.65">73 376 10368,'-48'-23'6794,"47"23"-6613,1-1 0,-1 1 0,1 0 1,-1-1-1,1 1 0,-1 0 0,0 0 0,1 0 0,-1 0 0,1-1 0,-1 1 0,0 0 1,1 0-1,-1 0 0,0 0 0,1 0 0,-1 0 0,1 1 0,-1-1 0,0 0 0,1 0-181,-7 1 1242,3-2-65,6-2-675,10-4-402,-9 6-33,9-5-200,1 1 1,0 0 0,0 1-1,0 0 1,0 1 0,0 1 0,10-1 132,23 0-2888,26 2 2888,-48 1-1125,-1 2 0,1 1-1,0 1 1,9 3 1125,-23-5-51,0 0-1,0-1 0,1 0 1,5-1 51,-9 0 554,1 0 0,-1-1 0,1 0 0,-1-1 0,0 0 0,1 0 0,-1 0-1,0-1 1,0 0 0,0-1-554,14-7 280,1 2-1,0 0 0,0 1 1,16-3-280,-24 8-6,0 0 0,0 1 1,0 1-1,0 0 0,0 1 1,1 0-1,-1 1 0,7 2 6,0 1 36,0 1 0,0 1 0,0 1 0,10 6-36,-22-9 106,-1 0 1,1 1-1,-1 0 0,0 0 0,-1 1 0,1 0 1,-1 0-1,0 0 0,-1 1 0,1 1 0,2 3-106,-8-9 40,-1-1 0,1 1 0,0 0 0,0-1 0,-1 1 0,1 0-1,-1 0 1,1-1 0,-1 1 0,0 0 0,0 0 0,1 0 0,-1 0 0,-1 0 0,1 0-1,0-1 1,0 1 0,-1 0 0,1 0 0,-1 0 0,0-1 0,1 1 0,-1 0 0,0-1-1,0 1 1,0 0 0,0-1 0,0 1 0,-2 0-40,-2 4 93,0 0 1,-1-1-1,1 0 1,-1 0-1,-1-1 1,-1 2-94,-4 0 78,-1 0 0,1 0 0,-1-1 0,-1-1 1,1 0-1,0-1 0,-1-1 0,0 0 1,-8 0-79,-8 0 28,-1-2 1,1-2 0,0 0 0,0-2 0,-9-3-29,27 5-60,0-1 0,0 0 1,0-1-1,-5-2 60,12 3-115,0 1 0,0-1 0,-1 0 0,2-1-1,-1 1 1,0-1 0,1 0 0,-1 0 0,-1-2 115,5 4-108,0 1 0,0 0 0,0-1 0,0 1 0,0-1 0,1 0 0,-1 1 0,0-1 0,1 0 0,-1 1 0,1-1 0,0 0 0,0 0 0,-1 1 0,1-1 0,0 0 0,0 0 0,1 1 0,-1-1 0,0 0 0,0 0 0,1 1 0,-1-1 0,1 0 0,0 1 0,0-1 0,-1 1 0,1-1 0,0 1 0,0-1 0,0 1 0,0-1 108,3-2-510,0-1 1,0 1-1,1 0 0,-1 0 1,1 0-1,-1 1 1,1 0-1,1-1 0,-1 1 510,34-15-4799,6 0 1503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8:06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495 96 8576,'0'-11'3501,"0"5"-1391,0 0 0,0 0-1,0 0 1,-1 0 0,0 0-2110,0 4 197,1 0-1,-1 0 0,0 0 0,0 0 0,0 0 1,0 0-1,0 1 0,0-1 0,0 0 0,0 1 1,-1-1-1,1 1 0,-1-1 0,1 1 0,-1 0 1,1 0-1,-2-1-196,-2-1 110,0 1 0,0-1 1,0 1-1,0 0 0,0 1 0,0-1 0,-1 1 1,1 0-1,-5 0-110,-17 0 39,0 2 0,0 0-1,1 2 1,-1 1 0,-16 4-39,1 3-10,1 2 1,0 1-1,0 3 10,34-14-15,-4 1-21,1 1 0,0 0 0,-3 2 36,12-6-8,0 0 0,-1-1-1,1 1 1,0 0 0,-1 0-1,1 0 1,0 0 0,0 0-1,0 0 1,0 1 0,0-1-1,0 0 1,0 0 0,0 1 0,1-1-1,-1 1 1,0-1 0,1 1-1,-1-1 1,1 1 0,0-1-1,-1 1 1,1-1 0,0 1 0,0 0 8,1 0-3,-1-1 0,1 1 0,0 0 0,-1-1 0,1 1 1,0-1-1,0 0 0,0 1 0,0-1 0,0 0 0,1 1 1,-1-1-1,0 0 0,1 0 0,-1 0 0,1 0 0,0 0 3,30 14-54,-27-12 34,44 14-38,0-1 0,0-3 0,3-2 58,44 12 3,-74-17-3,-8-3 0,0 1 0,1 0 0,-2 1 0,1 1 0,-1 0 0,1 1 0,-13-6 0,0-1 0,0 0 0,0 1 0,0 0 0,-1-1-1,1 1 1,0-1 0,0 1 0,-1 0 0,1 0 0,0 0 0,-1-1 0,1 1-1,-1 0 1,1 0 0,-1 0 0,1 0 0,-1 0 0,1 0 0,-1 0-1,0 0 1,0 0 0,0 0 0,1 0 0,-1 0 0,-1 1-4,1-1 1,-1 0-1,1 0 0,-1 1 0,1-1 1,-1 0-1,0 0 0,1 0 1,-1 0-1,0 0 0,0 0 1,0 0-1,0 0 0,0 0 0,0 0 1,0 0-1,0-1 4,-5 4-10,-1 0-1,1-1 1,-1 1 0,1-2-1,-1 1 1,-5 0 10,-7 2-143,-1-2 0,1 0 0,-1-2 0,0 0 0,-11-1 143,-5-2-1818,1-2-1,-22-5 1819,50 7-745,-1 0-1,0 0 0,1 0 1,0-1-1,-2 0 746,7 2-427,0 0 0,1 0-1,-1 0 1,0-1 0,0 1 0,0 0 0,1-1-1,-1 1 1,1-1 0,-1 0 0,1 1 0,0-1-1,0 0 1,-1 0 0,1 0 0,0 0 0,1 0 0,-1 0-1,0 0 428,-1-19-3034</inkml:trace>
  <inkml:trace contextRef="#ctx0" brushRef="#br0" timeOffset="454.99">692 76 13312,'-36'8'7594,"51"-9"-4191,20 0-2617,20-1-1050,7-3 287,-4 1-103,37 1 80,-78 4-9,0 0 1,0 1-1,1 1 1,-2 0-1,1 1 1,0 1-1,9 5 9,-20-8 10,-1 1 1,1-1-1,-1 2 1,0-1-1,0 0 1,0 1-1,1 1-10,-5-3 2,1-1 0,-1 1 0,1-1 0,-1 1 0,0 0 0,0 0 0,1-1 0,-1 1 0,-1 0-1,1 0 1,0 0 0,0 0 0,-1 0 0,1 1 0,-1-1 0,0 0 0,0 0 0,1 0 0,-1 0 0,-1 2-2,0 1 7,0-1 0,0 1 1,0-1-1,-1 0 0,0 1 0,0-1 0,0 0 1,0 0-1,-1-1 0,0 1 0,0 0 1,0-1-1,0 0 0,0 1 0,0-1 0,-5 2-7,-1 2 29,0-1 0,0-1 0,-1 1-1,0-2 1,0 1 0,-4 0-29,-14 4 65,-1-1 1,0-2-1,-30 4-65,46-8 12,-46 6 94,-5-2-106,46-5-158,-1-1 0,0-1 1,0 0-1,0-1 0,-10-3 158,24 4-141,0-1 0,1 1 0,-1-1 0,1 0 0,-1 0 0,1 0 0,0-1 0,0 1-1,0-1 1,0 0 0,0 0 0,1-1 0,0 1 0,-2-2 141,3 3-190,1-1 0,-1 0 0,0 0 1,1 0-1,-1 0 0,1 0 0,0 0 0,0-1 0,0 1 0,1 0 0,-1-1 1,1 1-1,0 0 0,0-1 0,0 1 0,0 0 0,0-1 0,1 1 0,-1 0 1,1 0-1,0-1 190,2-3-673,0-1 0,0 1 1,1 0-1,0 1 0,0-1 0,1 1 1,0 0-1,0 0 0,0 0 0,1 0 1,-1 1-1,1 0 0,1 0 0,2-1 673,35-20-2794</inkml:trace>
  <inkml:trace contextRef="#ctx0" brushRef="#br0" timeOffset="902.86">1210 101 9984,'19'28'9492,"-2"3"-6279,-13-22-3258,0-1-1,1 1 1,0-1 0,0 0 0,1 0 0,0-1-1,0 0 1,1 0 0,1 1 45,7 1 40,0 1-1,0-2 1,1 0-1,0 0 1,1-2 0,0 0-1,0-1 1,0-1 0,0 0-1,1-1 1,-1-1-1,1-1 1,0-1 0,12-1-40,-25 1 32,0 0 0,0-1 0,0 0 0,-1 0 0,1-1 0,0 1 0,-1-1 0,1 0 0,-1 0 0,1 0 0,-1-1 0,0 0 0,0 1 0,0-1 0,2-2-32,-2-1 89,1 1 0,-1 0 0,0-1 0,-1 0 0,1 0 0,-1 0 0,0 0 0,-1-1 0,1 1 0,0-7-89,1 0 35,-2-1 0,0 1-1,0-1 1,-2-4-35,11 38-155,-3-5 28,0 0 0,0-1-1,2 0 1,-1 0 0,2-1-1,7 7 128,-10-12-1028,0 0 0,1-1 0,0 0-1,0-1 1,1 0 0,5 2 1028,-11-6-992,-1 0-1,1 0 1,0-1 0,0 0-1,1 0 1,-1 0-1,0 0 1,0 0 0,0-1-1,1 0 1,-1 0 0,0 0-1,3-1 993,15 1-2725</inkml:trace>
  <inkml:trace contextRef="#ctx0" brushRef="#br0" timeOffset="1272.72">1943 231 8960,'-15'-32'5345,"9"19"-1195,6 13-4080,0 0 0,0 0 0,0 0 1,0 0-1,0 0 0,0 0 0,0 0 0,0 0 1,0 0-1,0 0 0,0 0 0,-1 0 0,1 0 1,0 0-1,0 0 0,0 0 0,0 1 0,0-1 1,0 0-1,0 0 0,0 0 0,0 0 0,0 0 0,0 0 1,0 0-1,0 0 0,0 0 0,-1 0 0,1 0 1,0 0-1,0 0 0,0 0 0,0 0 0,0 0 1,0 0-1,0 0 0,0 0 0,0 0 0,0 0 1,0-1-1,0 1-70,0 5 15,0 0 1,1 0-1,0 0 1,0 0-1,0 0 1,1-1-1,0 1 1,0 0-1,0-1 1,1 1-16,6 11 73,0-1 1,4 3-74,4 5 268,-9-13 200,-1-2 389,-7-8-842,0 0 0,0 0 0,0 0 0,0 0 1,0 0-1,0 0 0,0 0 0,1 0 0,-1 0 1,0 0-1,0 0 0,0 0 0,0 0 0,0 0 1,0 0-1,0 0 0,0 0 0,0 0 0,0 0 1,0 1-1,0-1 0,0 0 0,0 0 0,0 0 1,0 0-1,0 0 0,0 0 0,0 0 0,0 0 1,0 0-1,0 0 0,0 0 0,0 0 0,0 1 1,0-1-1,0 0 0,0 0 0,0 0 0,0 0 1,0 0-1,0 0 0,0 0 0,0 0 0,0 0 1,0 0-1,0 0 0,0 0 0,0 0 0,0 0 1,0 1-1,0-1 0,0 0 0,0 0 0,-1 0 1,1 0-1,0 0 0,0 0 0,0 0 0,0 0 1,0 0-1,0 0 0,0 0-15,-3-1 188,1-1 1,0 1-1,-1 0 1,1-1-1,0 0 1,-2-1-189,1-1 27,1 1 0,0-1 0,0 0 0,0 0 0,1 0 0,-1 0 1,1 0-1,0 0 0,0-1 0,0 1 0,1 0 0,-1-3-27,1-4-68,-1 0 0,2 0 0,-1 0 0,2-3 68,0 5-76,-1 0 0,2 1 1,-1-1-1,1 1 0,0-1 1,1 1-1,0 0 0,0 1 0,5-7 76,-5 9-226,0 0-1,0 1 0,0-1 0,1 1 1,0 0-1,0 0 0,0 1 0,0-1 1,0 1-1,1 0 0,-1 1 0,1-1 1,0 1-1,2-1 227,2 1-1185,1 0 1,-1 0-1,0 1 0,1 0 1,-1 1-1,1 0 1,-1 0-1,2 1 1185,20 6-3285</inkml:trace>
  <inkml:trace contextRef="#ctx0" brushRef="#br0" timeOffset="2021.04">2667 81 10880,'-2'-1'704,"0"0"0,1 0 1,-1 0-1,0 0 1,0 1-1,1-1 0,-1 1 1,0-1-1,0 1 1,0-1-1,0 1 0,0 0 1,-1 0-705,3 0 187,-1 0 1,0 0 0,0 0-1,0-1 1,0 1 0,1 0 0,-1 0-1,0 0 1,0-1 0,0 1-1,1-1 1,-1 1 0,0 0-1,0-1 1,1 1 0,-1-1 0,1 0-1,-1 1 1,0-1 0,1 0-1,-1 1 1,1-1 0,-1 0-1,1 1 1,0-1 0,-1 0-1,1 0 1,0 0-188,-1 0 73,0 0 1,1 0-1,-1 0 0,1 0 1,-1 0-1,0 0 0,0 0 0,0 0 1,1 0-1,-1 1 0,0-1 0,0 0 1,0 1-1,0-1 0,0 0 1,-1 1-1,1-1-73,-3 0 11,-1 1 0,1-1 0,-1 1 0,1-1 0,-1 1-1,1 1 1,-1-1 0,1 1 0,-1-1 0,1 1 0,-1 1 0,1-1 0,0 1 0,0-1 0,-1 1 0,-2 2-11,-6 3-32,1 1 0,0 0 1,0 0-1,-10 11 32,3-3-762,0 1 1,2 1-1,0 1 1,1 0-1,-9 16 762,24-33-230,0-1 0,0 1 1,0 0-1,0 0 0,1-1 0,-1 1 0,0 0 1,1 0-1,0 0 0,-1 0 0,1 1 230,0-3-87,0 1 0,1 0-1,-1 0 1,0 0 0,0 0 0,1 0-1,-1-1 1,0 1 0,1 0 0,-1 0-1,0 0 1,1-1 0,0 1 0,-1 0-1,1-1 1,-1 1 0,1 0 0,0-1-1,-1 1 1,1-1 0,0 1 0,-1-1-1,1 1 1,0-1 0,0 1 87,29 14-1012,-8-3 2208,0-2-1,1 0 1,0-1-1,2 0-1195,-16-8 190,1 1-1,-1-1 1,1-1 0,-1 0-1,1 0 1,-1-1-1,0 0 1,1 0-1,-1-1 1,0-1-1,7-2-189,19-7 87,-2-2 0,15-9-87,-38 18 77,11-5 204,-1-1 0,0-1-1,-1-1 1,0 0 0,-1-1-1,0-1 1,-2-1 0,2-2-281,-16 15 79,0 0 0,0 0 0,0 1 1,0-1-1,0 0 0,-1-1 0,0 1 1,0 0-1,0 0 0,0 0 0,0-1 1,0 1-1,-1-1 0,0 1 0,1-1-79,-2 2 19,1 1 0,0-1 0,0 1-1,-1 0 1,1-1 0,0 1-1,-1-1 1,1 1 0,-1 0-1,0 0 1,0-1 0,1 1 0,-1 0-1,0 0 1,0 0 0,0-1-19,-1 1-1,0 0 0,0-1 0,0 1 0,0 0 1,0 0-1,0 0 0,0 0 0,0 1 0,0-1 0,0 0 0,0 1 1,0 0-1,-2-1 1,-2 1 0,1 0 1,0 0-1,-1 1 1,1 0 0,0 0-1,-1 0 1,1 0-1,0 1 1,0 0-1,0 0 1,0 0-1,0 1 1,-1 0-1,-2 2-3,0 0 1,1 1-1,-1 0 1,1 0-1,0 1 1,1 0-1,-4 5 3,4-5-8,1 0-1,0 0 1,0 1-1,1-1 1,0 1-1,1 0 1,-2 5 8,4-10 9,0-1 0,1 0 0,-1 1 0,1-1 0,0 1 0,0-1 0,0 1 0,0-1 0,0 1 0,0-1 0,0 1 0,1-1 0,0 0 0,-1 1 0,1-1 0,0 0 0,0 1 1,0-1-1,0 0 0,1 0 0,-1 0 0,1 0 0,-1 0 0,1 0 0,-1 0 0,1-1 0,0 1 0,0-1 0,2 2-9,4 2-7,1 0 0,0 0 0,0-1 0,1 0 1,-1-1-1,1 0 0,1 0 7,27 5-501,9 0 501,-41-8-49,41 6-1767,1-2-1,18-2 1817,97-7-13212,-139 4 10202,14 1-467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8:04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261 108 9600,'-9'-37'4608,"7"21"-3067,-6-28 6341,8 44-7829,0-1-1,0 1 0,0-1 0,0 1 0,0 0 1,0-1-1,0 1 0,0-1 0,-1 1 1,1-1-1,0 1 0,0-1 0,0 1 0,-1 0 1,1-1-1,0 1 0,-1-1 0,1 1 1,0 0-1,-1 0 0,1-1 0,-1 1 1,1 0-1,0-1 0,-1 1 0,1 0 0,-1 0 1,1 0-1,-1-1 0,1 1 0,-1 0 1,1 0-1,-1 0 0,1 0 0,0 0 1,-1 0-1,1 0 0,-1 0 0,1 0 0,-1 0 1,1 0-1,-1 1 0,1-1 0,-1 0-52,0 1 34,0-1 0,0 1-1,0 0 1,0 0-1,0 0 1,0 0 0,0 0-1,0 0 1,0 0-1,1 0 1,-1 0 0,0 0-1,1 1 1,-1-1-1,1 0 1,-1 0 0,1 2-34,-3 10 45,2 0 1,-1 1-1,2-1 0,0 0 1,0 2-46,1 9 18,-1 26-16,3-1-1,2 0 1,8 30-2,11 37-2864,21 53 2864,-16-82-4614,-9-34-3433,-18-47 3845,-2-6 1466</inkml:trace>
  <inkml:trace contextRef="#ctx0" brushRef="#br0" timeOffset="940.31">34 465 13184,'-19'7'4287,"18"-7"-4176,1 0-1,-1 0 0,0 0 1,1 1-1,-1-1 0,1 0 1,-1 1-1,1-1 0,-1 0 1,1 1-1,-1-1 1,1 1-1,-1-1 0,1 0 1,-1 1-1,1-1 0,0 1 1,-1-1-1,1 1 0,0 0 1,0-1-1,-1 1 0,1-1-110,-1 3 412,1-3-341,-1 1 1,1 0 0,0-1 0,-1 1-1,1 0 1,0-1 0,0 1 0,0 0-1,0 0 1,-1-1 0,1 1 0,0 0-1,0 0 1,1-1 0,-1 1-1,0 0 1,0 0 0,0-1 0,0 1-1,1 0 1,-1-1 0,0 1 0,1 0-1,-1-1 1,0 1 0,1 0 0,-1-1-1,1 1 1,-1-1 0,1 1 0,-1-1-1,1 1 1,-1-1 0,1 1-1,0-1-71,1 3 50,1-1-1,0 0 1,0 0-1,0 0 1,0 0-1,0-1 1,0 1-1,2 0-49,6 1 33,1 0 0,0-1 0,0 0 0,0-1 0,0 0 0,1-1-33,25-1 21,12-3-21,-18 0-31,0 0-1,0-3 1,0 0 0,-1-2-1,0-1 1,-1-2 0,0-1-1,23-14 32,-41 20-17,-1-1-1,0 0 0,0 0 1,-1-1-1,0 0 0,-1-1 0,8-10 18,-12 13 21,0 0 1,-1 0-1,0 0 0,0-1 0,-1 1 0,0-1 0,0 0 0,0 0 0,-1 0 0,-1 0 0,1 0 0,-1-1 0,-1-6-21,0 1 250,0 1 1,-2-1 0,0 1-1,-3-13-250,1 20 139,0 8-24,3-1-104,0 1-1,1-1 1,-1 1 0,1-1 0,-1 1 0,1 0 0,0-1 0,0 1 0,0 0 0,-1 0-11,9 139 129,-7-121-114,7 55 169,4 0 0,5 12-184,-14-72 163,1-1 0,1 1 0,-1-1 1,2 0-1,4 9-163,-9-23 15,-1 1 0,0 0 0,1-1 0,-1 1-1,0-1 1,1 1 0,-1-1 0,1 1 0,-1-1 0,1 1 0,-1-1 0,1 1 0,0-1 0,-1 0 0,1 1 0,-1-1-1,1 0 1,0 1 0,-1-1 0,1 0 0,0 0 0,-1 0 0,1 0 0,0 0 0,-1 0 0,2 0-15,-1 0 13,0 0 1,1-1-1,-1 1 1,0 0-1,1-1 1,-1 0-1,0 1 1,0-1-1,0 0 1,1 0-1,-1 0 1,0 1-1,0-2-13,4-3 27,0 0 1,0-1-1,-1 0 0,4-6-27,7-13 70,-2-2-1,6-15-69,-4 9-310,8-13 310,-22 44-20,-1 1-1,1 0 1,0 0-1,0-1 1,0 1-1,0 0 1,0 0 0,0 0-1,0 0 1,0 0-1,1 0 21,-1 0-6,-1 1 1,1 0-1,-1 0 0,1 0 0,0 0 0,-1 0 0,1 0 1,-1 0-1,1 0 0,-1 0 0,1 0 0,0 0 0,-1 1 1,1-1-1,-1 0 0,1 0 0,-1 1 0,1-1 0,-1 0 1,1 1-1,-1-1 0,1 0 0,-1 1 0,1-1 0,-1 0 1,0 1-1,1-1 0,-1 1 0,1-1 0,-1 1 6,8 9-23,-1 0 0,0 0-1,-1 1 1,5 9 23,15 24-35,-17-31 43,0-1 0,1-1 0,1 0-1,0 0 1,0-1 0,1 0 0,4 1-8,-8-5 6,0-2 1,0 1 0,0-1-1,1 0 1,0-1-1,-1 0 1,1 0-1,0-1 1,1 0-1,-1-1 1,0 0 0,6 0-7,-6-1 10,0 0 1,0-1 0,0 0 0,0 0 0,0-1 0,0-1 0,-1 1 0,1-1 0,-1-1 0,1 0-1,-1 0 1,0 0 0,-1-1 0,1 0 0,-1-1 0,0 0 0,0 0 0,-1 0 0,0-1-1,0 0 1,0 0 0,-1 0 0,3-5-11,-4 2 12,1 0 0,-1 0-1,-1 0 1,0 0 0,0-1 0,-1 1-1,-1-1 1,1 0 0,-2 0 0,0-9-12,1 14 24,-2 1 0,1-1 0,0 1 0,-1-1 0,0 0 1,0 1-1,-1-1 0,0 1 0,1 0 0,-2 0 0,1-1 1,-1 1-1,0 1 0,0-1 0,-1-1-24,3 5-2,1 0-1,-1 0 1,0 1 0,0-1-1,0 0 1,0 0 0,0 1-1,0-1 1,0 1 0,0-1-1,0 1 1,0-1-1,0 1 1,0 0 0,0-1-1,0 1 1,0 0 0,-1 0-1,1 0 1,0 0 0,0 0-1,0 0 1,-1 0 2,0 0-4,-1 1 1,1 0-1,0 0 1,-1 0-1,1 0 1,0 0-1,0 0 1,-1 1-1,1-1 1,-1 2 3,-4 3 10,0 1 1,1 0-1,0 0 0,0 0 1,-2 3-11,4-3 5,0-1 1,0 1-1,1 0 1,0 0-1,0 0 0,1 0 1,0 1-1,0-1 1,0 1-1,1-1 1,0 1-1,1 0 0,0-1 1,0 1-1,1 3-5,0-5 5,0-1-1,0 1 0,0-1 0,1 1 1,0-1-1,0 0 0,1 0 0,-1 0 1,1 0-1,0 0 0,1-1 0,-1 1 1,1-1-1,0 0 0,0 0 0,0 0 1,0 0-1,1-1 0,-1 0 0,1 0 1,0 0-6,6 2-111,0 0-1,0-1 0,0 0 0,1-1 0,0-1 1,-1 0-1,1 0 0,0-1 0,0 0 0,0-1 1,1-1 111,27-2-2765,-1-1 0,27-8 2766,-22 2-8394,8-4 8394,-11 4-3653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7:55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434 82 6912,'-7'-9'4693,"5"5"-2214,2 1-1507,0 0-649,-2 0 0,1 0 1,0 0-1,-1 0 0,1 0 1,-1 0-1,0 1 1,0-1-1,0 1 0,0-1 1,0 1-324,-2-2 86,1 1 1,-1 0-1,1 0 1,-1 1-1,0-1 0,0 1 1,0 0-1,0 0 1,-1 0-1,1 1 1,-1-1-1,1 1 0,-1 0 1,1 0-1,-1 1 1,1-1-1,-1 1 1,0 0-1,1 0 0,-1 1 1,1-1-1,-1 1 1,0 0-1,1 0 1,0 1-1,-1-1 1,1 1-1,0 0 0,-1 1-86,-17 11-15,0 1 0,1 0 0,1 2 0,0 1-1,1 1 1,1 0 0,1 1 0,1 1 0,1 0 0,1 2-1,0-1 1,2 2 0,-8 21 15,14-28 16,0-1-1,2 1 1,0 1-1,1-1 1,1 0 0,1 1-1,0 0 1,1-1-1,1 1 1,1-1 0,0 1-1,1-1 1,2 3-16,-3-12 11,1 0 0,-1 0 0,2-1 0,-1 1 1,1-1-1,0 0 0,0 0 0,1 0 0,5 5-11,-6-8 9,1 1 0,-1-1-1,1-1 1,0 1 0,-1-1-1,2 0 1,-1 0 0,0 0-1,0-1 1,1 0 0,0 0-1,-1 0 1,6 0-9,3 0-89,0-1 0,0 0 0,0-1-1,0 0 1,0-1 0,0-1 0,-1-1 0,1 0 0,0 0 0,-1-1 0,10-5 89,5-3-1909,0-1 1,-1-2 0,0 0 0,20-18 1908,-12 5-3877,-2 3 1269</inkml:trace>
  <inkml:trace contextRef="#ctx0" brushRef="#br0" timeOffset="570.09">612 122 7168,'-2'-2'811,"1"-1"0,-1 0 0,0 0 0,1 1 1,0-1-1,-1 0 0,1 0 0,1-1 0,-1 1 1,0-1-812,2 1 611,-1 0 1,0-1 0,1 1 0,-1 0 0,0 0 0,0 0 0,-1-2-612,1-3 1535,-3 10-936,0 4-457,2 2-28,0 0-1,1 0 0,0 0 0,0-1 0,1 1 1,0 0-1,1 2-113,1 16 77,57 351 1293,-53-344-799,1 1 0,9 18-571,-17-51 15,0 0 0,0-1 0,0 1 0,1 0 1,-1 0-1,0-1 0,1 1 0,-1 0 0,1 0 0,-1-1 1,0 1-1,1-1 0,0 1 0,-1 0 0,1-1 1,-1 1-1,1-1 0,0 1 0,-1-1 0,1 0 1,0 1-16,0-1 8,-1 0 1,1-1-1,-1 1 1,1 0-1,0 0 1,-1 0 0,1-1-1,-1 1 1,1 0-1,0-1 1,-1 1-1,1 0 1,-1-1 0,1 1-1,-1-1 1,1 1-1,-1-1 1,0 1-1,1-1 1,-1 1 0,0-1-1,1 0 1,-1 1-1,0-1 1,1 0-9,43-83 162,-31 54-201,2 1 0,2 1 0,0 1 1,2 0-1,10-10 39,-23 30-20,1-1 2,0 1-1,0 0 1,1 0-1,0 0 1,3-1 18,-9 6 0,0 1-1,0 0 1,0 0-1,0 0 1,0 0 0,0 0-1,0 1 1,0-1 0,0 1-1,0-1 1,0 1-1,0 0 1,1 0 0,-1 0-1,0 0 1,0 0-1,0 0 1,0 0 0,0 1-1,1-1 1,-1 1 0,0 0-1,0 0 1,0-1-1,0 1 1,0 0 0,-1 1-1,2-1 1,3 5 2,1-1 0,-1 1 0,-1 0 0,1 1 0,-1-1 0,0 1 0,0 0 0,-1 0 0,0 1 0,0-1-1,0 2-1,7 21-129,-1-1 0,2 15 129,-4-12-1405,7 12 1405,-12-37-388,-1-1-319,0 0 1,1 0-1,0 0 1,0 0-1,3 4 707,-5-9-200,-1 0-1,1 0 1,0-1-1,0 1 1,-1 0 0,1 0-1,0-1 1,0 1-1,0 0 1,0-1-1,0 1 1,0-1-1,0 1 1,0-1 0,0 0-1,0 1 1,0-1-1,0 0 1,0 0-1,0 0 1,0 0-1,1 0 1,-1 0-1,0 0 1,0 0 0,0 0-1,0 0 1,0-1-1,0 1 1,0 0-1,0-1 1,0 1-1,0-1 1,1 0 200,2-1-1012,1-1-1,0 0 1,-1 0-1,0-1 1,0 1-1,2-3 1013,11-10-2378</inkml:trace>
  <inkml:trace contextRef="#ctx0" brushRef="#br0" timeOffset="986.55">1272 402 8320,'-3'-14'2672,"3"13"-2556,0 1 0,-1-1 0,1 1 0,0 0 0,0-1 0,0 1 0,-1 0 0,1-1 0,0 1 0,0 0 0,-1-1 0,1 1 0,0 0 0,-1 0 0,1-1 0,0 1 0,-1 0 0,1 0 0,0 0 0,-1-1 0,1 1 0,0 0 0,-1 0 0,1 0 0,-1 0-116,0 0 268,1 0-1,-1 0 0,1-1 1,-1 1-1,1 0 0,-1 0 0,1-1 1,-1 1-1,1 0 0,0-1 0,-1 1 1,1 0-1,-1-1 0,1 1 1,0 0-1,-1-1 0,1 1 0,0-1-267,-13-31 4323,12 29-4285,1 1 1,-1 0 0,1 0-1,0-1 1,0 1 0,0 0-1,0 0 1,0-1 0,0 1 0,1 0-1,-1 0 1,1-1 0,0 1-1,-1 0-38,2-1 6,-1 1-1,1-1 1,0 0-1,0 1 1,0 0-1,0-1 1,0 1-1,0 0 1,0 0-1,1 0 1,-1 0-1,1 1 1,0-1-1,-1 1 1,1-1-1,0 1 1,0 0-1,0 0 1,0 0-1,0 1 1,0-1-1,0 1 1,2-1-6,2 1-10,1 0 0,-1 0 0,0 0 0,0 1 0,1 0 0,-1 0 0,0 1 0,0 0 0,0 0 0,1 1 10,-1 0 5,1 1-1,-1 0 1,0 1 0,0-1 0,0 1-1,-1 0 1,0 1 0,0 0-1,5 5-3,-8-7 10,0 0 0,0 0 1,0 0-1,-1 1 0,1-1 1,-1 1-1,0-1 0,0 1 1,-1 0-1,1 0 0,-1 0 1,0 0-1,0 0 0,-1 0 1,0 0-1,0 5-11,-1 1 71,-1 1 1,-1-1-1,0 0 1,0 0-1,-2 0 1,1 0-1,-1-1 1,0 1-1,-1-1 0,-1 0 1,1-1-1,-1 0 1,-1 0-1,0 0 1,0-1-1,-8 6-71,8-8 16,0 0-1,0 0 0,0 0 1,-1-1-1,1-1 0,-1 0 1,0 0-1,-1 0 0,1-1 1,-1 0-1,0-1 0,1 0 1,-1-1-1,0 0 0,0-1 1,0 0-1,0 0 0,0-1 1,-8-1-16,11 0-24,1-1 0,0 1 0,-1-1 0,1 0 0,0-1 1,1 1-1,-1-1 0,1 0 0,-1-1 0,1 1 0,1-1 1,-1 0-1,1 0 0,-1-1 0,1 1 0,1-1 1,-1-1 23,0 1-148,1 0 0,0 0 0,0 0 0,1 0 1,-1-1-1,1 1 0,1-1 0,-1 1 1,1-1-1,0 0 0,1 1 0,0-1 0,0 0 1,0 0-1,1 1 0,0-1 0,1-3 148,2 0-680,0 0-1,0 0 1,1 1-1,1 0 0,-1-1 1,1 2-1,1-1 1,0 1-1,3-3 681,3-2-1905,1 1 1,0-1-1,1 2 1,15-10 1904,16-1-2800</inkml:trace>
  <inkml:trace contextRef="#ctx0" brushRef="#br0" timeOffset="1425.12">1563 385 10880,'-7'-3'1847,"0"0"0,0 1 1,-1 0-1,1 1 1,-3-1-1848,10 2 42,-1 0 1,1 0-1,0 0 1,0 0-1,0 0 1,0 0-1,0 0 1,0 0-1,-1 0 0,1 0 1,0-1-1,0 1 1,0 0-1,0 0 1,0 0-1,0 0 1,0 0-1,-1 0 1,1 0-1,0 0 1,0 0-1,0-1 1,0 1-1,0 0 1,0 0-1,0 0 1,0 0-1,0 0 1,0 0-1,0 0 1,0-1-1,0 1 0,0 0 1,0 0-1,0 0 1,0 0-1,0 0 1,0-1-1,0 1 1,0 0-43,2-8 613,6-8-317,-5 12-292,0 1 0,1-1 0,0 0 0,0 1 0,0 0 1,0 0-1,0 0 0,0 1 0,1-1 0,-1 1 0,1 0 1,0 0-1,4-1-4,-1 1-9,0 1 0,1 0 0,-1 0 0,0 1 0,0 0 0,1 0 0,-1 1 0,3 0 9,6 3 16,0 0 0,0 0 0,-1 2 1,0 0-1,0 1 0,0 0 0,-1 2 1,1 0-17,-9-4 35,-1-1 0,1 1 1,-1 1-1,0-1 0,0 1 1,-1 0-1,0 0 0,0 1 0,0-1 1,3 8-36,-5-9 60,-1-1 1,0 1-1,0 0 1,-1 0-1,1 1 1,-1-1-1,0 0 1,-1 0-1,1 1 1,-1-1-1,0 0 1,-1 1-1,1-1 0,-1 0 1,0 0-1,0 1 1,-1 0-61,0 0 47,-1 1 0,1-1 0,-2 1 0,1-1 0,-1 0 0,0 0 0,0-1 0,0 1 1,-1-1-1,0 0 0,0 0 0,0-1 0,0 1 0,-1-1 0,-2 1-47,0 0 22,-1 0 0,0-1 0,-1 0 0,1 0 0,-1-1 0,1 0 0,-1-1 0,0 0 0,0-1 0,-7 1-22,8-2-15,-1 0 0,1 0-1,-1-1 1,1 0 0,-1-1 0,1 0 0,0 0 0,0-1 0,0 0 0,0-1 0,-3-2 15,6 3-30,0 0 0,1-1 0,-1 0 0,0-1 0,1 1 0,0-1 0,0 0 0,1 0-1,-1-1 1,1 1 0,0-1 0,1 0 0,-1 0 0,1 0 0,-2-7 30,1 3-215,1 0-1,0 0 1,1-1-1,0 1 1,0-5 215,1 8-249,1 1-1,0 0 1,1 0 0,-1 0 0,1 0 0,1 1-1,-1-1 1,1 0 0,0 0 0,0 1 0,1-3 249,5-6-1366,0 1 0,0 0 0,1 0-1,1 1 1,0 0 0,0 1 0,7-6 1366,15-5-3146</inkml:trace>
  <inkml:trace contextRef="#ctx0" brushRef="#br0" timeOffset="2327.88">2320 267 11648,'-5'-1'1219,"3"0"-658,1 1 1,-1 0-1,0-1 1,1 1-1,-1 0 1,0 0-1,0 0 1,1 0 0,-1 0-1,0 0 1,1 0-1,-1 1 1,0-1-1,0 0 1,0 1-562,-1 0 363,0 0 0,-1-1-1,1 1 1,0-1 0,0 0 0,-1 0 0,1-1 0,-3 1-363,-2-1 244,-14 1-197,1 1 0,0 1 0,0 1 0,0 0 0,0 2 0,1 0 0,0 2 0,0 0 0,0 1 0,1 1 0,-2 2-47,-3 1-55,18-9 27,0-1 0,-1 2 0,2-1 0,-1 1 0,0-1 0,1 2 0,-6 3 28,11-7-4,-1-1-1,1 1 1,0-1-1,-1 1 1,1-1-1,0 1 1,-1-1-1,1 1 1,0-1-1,-1 1 1,1-1-1,0 1 0,0-1 1,0 1-1,0 0 1,0-1-1,-1 1 1,1-1-1,0 1 1,0 0-1,0-1 1,1 1 4,-1 0-2,0-1 1,0 1-1,1-1 0,-1 1 1,1-1-1,-1 0 1,0 1-1,1-1 0,-1 0 1,1 1-1,-1-1 1,1 0-1,-1 0 0,1 1 1,-1-1-1,1 0 0,-1 0 1,1 0-1,-1 0 1,1 1 1,4-1 2,0 1 0,1-1 1,-1 1-1,5-2-2,-5 1-6,47 1-38,0 2-1,10 3 45,-35-2 20,0 2-1,0 0 1,0 2 0,24 10-20,-48-17 13,-1 1 0,1-1 0,-1 0 0,1 1 1,-1 0-1,1 0 0,-1-1 0,0 1 0,1 0 1,-1 1-1,0-1 0,-1 0 0,1 1 0,0-1 1,0 3-14,-1-3 6,0 0 1,-1 0 0,1 0 0,-1 0 0,1 0 0,-1 0 0,0 0 0,0 0 0,0 0 0,0 0 0,0 0 0,0 0 0,-1 0 0,1 1-1,-1-1 1,1 0 0,-1-1 0,0 1 0,0 0 0,0 0 0,0 0 0,0 0 0,-1 0-7,-3 4 3,0 0 1,0-1-1,0 1 0,-1-1 1,0 0-1,0-1 1,-1 0-1,1 0 0,-1 0 1,-5 2-4,-11 4 31,0-1 0,-14 3-31,19-7-29,0 0-1,-1-1 1,1 0 0,-1-2-1,0-1 1,0 0 29,7-2-9,12 1 8,0 0-1,0 0 0,0 0 1,1 0-1,-1 0 0,0 0 0,0 0 1,0 0-1,0 0 0,0 0 1,0-1-1,0 1 0,0 0 0,0 0 1,0 0-1,0 0 0,0 0 0,0 0 1,1 0-1,-1 0 0,0-1 1,0 1-1,0 0 0,0 0 0,0 0 1,0 0-1,0 0 0,0 0 1,0-1-1,0 1 0,0 0 0,0 0 1,0 0-1,-1 0 0,1 0 1,0 0-1,0 0 0,0-1 0,0 1 1,0 0-1,0 0 0,0 0 1,0 0-1,0 0 0,0 0 0,0 0 1,0 0-1,-1 0 0,1 0 1,0-1-1,0 1 2,17-6 2,0 0-1,1 2 1,0 0 0,0 0-1,8 1-1,36-8 40,-50 9-27,52-13-12,-1-2-1,2-3 0,-46 13 39,-1-1-1,0 0 0,0-1 0,-1-1 0,0-1 1,0 0-1,-2-1 0,15-14-38,-24 20 31,0 0 0,-1 0 0,0-1 0,0 0 0,0 0 0,-1 0 0,1-3-31,-3 7 22,-1 1 0,0-1 0,-1 0-1,1 1 1,0-1 0,-1 0 0,1 0 0,-1 1 0,0-1 0,0 0-1,0 0 1,0 0 0,0 0 0,-1 1 0,0-1 0,1 0 0,-1 0 0,0 1-1,0-1 1,0 1 0,-1-1 0,1 1 0,-1-1-22,1 1 11,0 1 0,0-1 0,-1 1 0,1-1 0,-1 1 0,1 0 0,-1-1 0,0 1 0,0 0 0,1 0 0,-1 0 1,0 0-1,0 1 0,0-1 0,0 0 0,0 1 0,0-1 0,0 1 0,0 0 0,0 0 0,0 0 0,0 0 0,0 0 0,0 0 0,0 0 0,0 1 0,0-1 0,0 1 1,0-1-1,-1 1-11,-4 2 25,-1 0 1,1 0 0,0 1 0,0 0-1,0 0 1,1 1 0,-4 3-26,4-3 17,-1 0 0,1 1 0,1 0 0,-1 0 0,1 0 0,0 1 0,-2 5-17,4-8 3,1 1-1,0 0 1,0 0-1,1 0 1,-1 0-1,1 1 1,0-1-1,0 0 1,1 0-1,0 1 1,0-1-1,0 5-2,1-1 11,0-1-1,1 0 0,0 1 1,0-1-1,0 0 0,1 0 1,1 0-1,-1-1 0,1 1 1,0-1-1,3 3-10,-3-5-23,-1 0 0,1-1 0,0 0 0,0 0 0,1 0 0,-1-1 0,1 1 0,0-1 0,0 0 0,0-1 0,0 1 0,0-1 0,0 0 0,1 0 0,-1 0 0,1-1 0,2 0 23,16 2-502,0-2 0,0-1 1,0-1-1,0-1 0,3-1 502,-16 2-243,16-3-3890,24-6 4133,-1-4-6256,-17 5 2651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7:58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728 361 9216,'-3'-23'3061,"3"21"-2336,-1 0 1,1 0-1,-1 0 0,0 0 1,0 1-1,0-1 0,0 0 0,0 1 1,0-1-1,-1 0 0,1 1 1,0 0-1,-1-1 0,0 0-725,-1 0 221,0 0 0,0 1 0,-1-1-1,1 1 1,0 0 0,-1-1-1,1 1 1,-1 1 0,1-1 0,-1 0-1,-2 1-220,-41 0 576,44 0-545,-20 2 12,-1 0-1,1 2 1,0 1 0,1 1-1,-1 0 1,1 2 0,0 1-1,1 0 1,-19 12-43,30-14-17,0-1 0,1 1 0,0 1-1,0 0 1,1 0 0,0 1 0,-3 4 17,7-8 1,0 1-1,1-1 1,-1 1-1,1 0 1,1 0 0,-1 0-1,1 1 1,0-1-1,0 0 1,0 1 0,1-1-1,0 1 1,1 5-1,-1-10 5,1 1 1,0-1-1,1 1 0,-1-1 1,0 0-1,1 1 0,-1-1 1,1 0-1,0 1 1,0-1-1,0 0 0,0 0 1,0 0-1,1 0 0,-1 0 1,0 0-1,1 0 0,1 2-5,0-3 7,-1 1-1,1 0 0,-1-1 1,1 1-1,0-1 0,0 0 0,-1 0 1,1 0-1,0 0 0,0 0 0,0-1 1,0 1-1,2-1-6,8 0 8,1 0-1,0-1 1,0-1 0,0 0-1,-1-1 1,1-1-8,9-2-29,0-2 1,-1-1-1,0-1 0,-1-1 1,0-1-1,-1 0 0,0-2 1,4-4 28,-20 15 10,0 0 0,0-1 1,0 1-1,-1-1 0,1 0 1,-1 0-1,0-1 0,0 1 1,0-1-1,-1 1 0,0-1 1,0 0-1,0 0 0,0 0 1,-1 0-1,1 0 1,-1-5-11,-4 2 53,3 8-53,0 0 1,0 0-1,0 0 0,0 0 1,0 0-1,0 0 0,0 0 1,0 0-1,0-1 1,-1 1-1,1 0 0,0 0 1,0 0-1,0 0 0,0 0 1,0 0-1,0 0 0,0 0 1,0 0-1,0 0 1,0 0-1,0 0 0,0 0 1,0 0-1,0 0 0,-1 0 1,1 0-1,0 0 1,0 0-1,0 0 0,0 0 1,0 0-1,0 0 0,0 0 1,0 0-1,0 0 0,0 0 1,0 0-1,-1 0 1,1 0-1,0 0 0,0 0 1,0 0-1,0 0 0,0 0 1,0 0-1,0 0 0,0 0 1,0 0-1,0 0 1,0 0-1,0 1 0,0-1 1,0 0-1,0 0 0,0 0 1,0 0-1,-1 0 0,5 36 0,-4-29-71,1 0 0,0 0 0,0 0 0,1 0 0,0 0 0,0 0 0,1 0 0,0 0 0,1 2 71,8 12-650,0 0 1,3 1 649,-14-20-30,3 4-1307,0-1-1,0 1 0,1-1 1,5 5 1337,-7-7-1136,0 0 1,0-1 0,1 0 0,-1 0 0,1 0-1,0 0 1,0-1 0,-1 1 0,3 0 1135,16 5-3584</inkml:trace>
  <inkml:trace contextRef="#ctx0" brushRef="#br0" timeOffset="3386.58">5376 341 13056,'-12'-36'6561,"7"19"-5484,-1 0 0,-1 0 0,0 0 0,-1 1 0,-4-4-1077,1 3 191,-2 0 0,0 1 1,0 1-1,-2 0 0,0 1 0,0 1 0,-13-8-191,14 11 22,0 1 0,0 0 0,-1 1 0,-1 1 0,1 1 0,-1 0 0,0 1 0,-1 0 0,-9 0-22,22 4-14,0 0 0,0 1 0,-1 0 0,1 0 0,0 0 0,0 0 0,0 1 0,0 0 0,0-1 0,0 1 0,0 1 0,0-1 0,0 1 0,1-1 0,-1 1 0,0 0 0,1 0 0,-1 1 0,1-1 0,0 1 1,-2 1 13,1 1-19,1 0 0,-1 0 1,1 0-1,0 0 0,0 0 1,0 1-1,1-1 0,0 1 1,0 0-1,0-1 0,1 1 1,0 0-1,0 0 0,0 3 19,-2 50-49,2 0 0,2-1 0,7 35 49,33 172 137,-17-158-338,10 16 201,-11-41-1271,0-8-1924,-13-46-54,-1 1-3390,-5-21 3413</inkml:trace>
  <inkml:trace contextRef="#ctx0" brushRef="#br0" timeOffset="3889.23">4754 488 10880,'-48'-25'7093,"38"23"-2905,18 3-2707,372-4-852,-362 3-663,1 1 0,0 0 0,-1 1 0,1 1 0,9 4 34,-20-5 5,-1 1-1,1 0 1,-1 0-1,0 0 1,0 1-1,0 0 1,-1 1-1,1-1 1,-1 1-1,0 1 1,0-1 0,-1 1-1,0 0 1,2 2-5,7 11 464,-1 1 0,-1 0 0,8 18-464,-11-20 1263,-3-12-308,-6-6-943,0 1-1,0-1 1,0 0 0,0 0 0,0 0 0,1 0 0,-1 0 0,0 0 0,0 0 0,0 0 0,0 0 0,0 0 0,0 0-1,0 0 1,0 0 0,1 0 0,-1 0 0,0 0 0,0 0 0,0 0 0,0 0 0,0 0 0,0 0 0,0 0 0,1 0 0,-1 0-1,0 0 1,0 0 0,0 0 0,0 0 0,0 0 0,0 0 0,0 0 0,0 0 0,1 0 0,-1 0 0,0 0 0,0 0-1,0 0 1,0-1 0,0 1 0,0 0 0,0 0-12,4-7 99,0-1 0,-1 0 0,0 1 0,0-5-99,-1 5-83,1-1-1,-1 1 1,2 0-1,-1 0 1,3-4 83,42-58-2645,-43 64 1992,-1 0 1,1 0 0,0 0 0,0 1 0,1 0 0,-1 0 0,1 0 0,0 0 0,0 1 0,5-2 652,-3 2-1993,0 0 1,1 0 0,0 1-1,7-2 1993,11 3-3226</inkml:trace>
  <inkml:trace contextRef="#ctx0" brushRef="#br0" timeOffset="4305.12">5787 459 11776,'-27'3'8719,"27"-3"-8632,0 0-1,0 0 0,0 0 0,0 0 0,-1 0 1,1 0-1,0 0 0,0 0 0,0 0 0,-1 0 0,1 0 1,0 0-1,0 0 0,0 0 0,0 0 0,-1 0 1,1 0-1,0 0 0,0 0 0,0 0 0,0-1 1,0 1-1,-1 0 0,1 0 0,0 0 0,0 0 1,0 0-1,0-1 0,0 1 0,0 0 0,0 0 1,0 0-1,0 0 0,-1 0 0,1-1 0,0 1 1,0 0-1,0 0-86,3-8 871,7-5-746,1 6-98,0 1 0,0 1-1,1 0 1,-1 0 0,1 1-1,3 0-26,1 0-38,0 0 0,0 2 0,1 0 0,-1 1 0,0 0 0,15 2 38,-19 0 0,-1 0 1,1 1-1,-1 1 1,0 0-1,0 0 0,0 1 1,0 0-1,-1 1 1,0 1-1,1 0 0,-7-4 10,0 1-1,0 0 0,0 0 0,-1 1 1,1-1-1,-1 1 0,0-1 0,0 1 1,0 0-1,0 0 0,0 2-9,-2-3 24,1 0 1,-1 0-1,0-1 0,-1 1 1,1 0-1,0 0 0,-1 0 0,0 0 1,1 0-1,-1 0 0,0 0 0,-1 0 1,1 0-1,0-1 0,-1 1 0,0 0 1,1 0-1,-2 2-24,-1 0 39,1-1 0,-1 1 1,1-1-1,-1 0 0,0 0 1,-1 0-1,1 0 0,-1-1 1,0 1-1,0-1 0,0 0 1,0 0-1,0 0 0,-1-1 0,1 1 1,-4 0-40,-9 4 100,1-2 0,-1 0 0,0-1 0,-3 0-100,-4 1 86,-1-1 0,-1-1 0,1-1 0,-9-1-86,22-2-21,1 0 0,0 0 0,0-1 0,1 0 0,-1-1 0,0 0 0,1-1 0,-1 0 0,1-1 0,-7-4 21,13 6-121,0 1 0,0-1 1,1 0-1,0 0 1,-1 0-1,1 0 1,0-1-1,0 1 1,1-1-1,-1 0 1,1 0-1,0 0 0,0 0 1,0 0-1,0 0 1,1-1-1,0 1 1,0 0-1,0-1 1,0 1-1,1-5 121,-1 5-335,2-1-1,-1 1 1,0-1 0,1 0-1,0 1 1,0-1 0,0 1 0,1 0-1,-1-1 1,1 1 0,0 0-1,0 0 1,1 0 0,-1 0-1,1 0 1,0 1 0,0-1-1,0 1 1,0 0 0,1 0-1,1-1 336,6-3-1322,0 1-1,0 0 1,1 1-1,0 0 0,0 0 1,0 2-1,0-1 0,0 2 1,12-2 1322,26-1-2592</inkml:trace>
  <inkml:trace contextRef="#ctx0" brushRef="#br0" timeOffset="4921.83">6256 439 10368,'-4'8'2776,"3"-7"-2231,0 1 0,1-1 0,-1 1 0,0-1 0,1 1 0,-1 0-1,0-1 1,1 1 0,0 0 0,-1-1 0,1 1 0,0 0 0,0 0 0,0 0-545,2 14 1755,-2 0-1345,1-7-252,1 2 184,0-1 1,0 1-1,1-1 1,0 0 0,1 0-1,1 2-342,-4-11 603,7-22 842,6-16-1306,-10 23-143,1 0 0,1 0 0,0 0 0,1 1 0,0 0 0,1 1 0,1-1 0,3-2 4,-7 9-26,1 0-1,0 0 1,1 1 0,0-1-1,-1 2 1,2-1 0,-1 1-1,0 0 1,1 0 0,7-2 26,-10 5-8,-1 0 0,1 0 0,-1 0 0,1 1 0,0-1 0,0 1 0,-1 0 0,1 1 0,0-1 1,-1 1-1,1 0 0,-1 0 0,1 1 0,-1-1 0,1 1 0,-1 0 0,0 0 0,0 0 0,0 1 1,1 0 7,12 9 55,-1 0 1,0 2 0,-1 0 0,0 1-1,-1 1 1,-1 0 0,0 0 0,-1 2-1,-1-1 1,-1 1 0,7 18-56,-16-36 5,-1 0 1,0 1-1,0-1 0,0 0 1,0 0-1,1 0 1,-1 0-1,0 0 0,0 1 1,0-1-1,1 0 1,-1 0-1,0 0 0,0 0 1,1 0-1,-1 0 1,0 0-1,0 0 0,1 0 1,-1 0-1,0 0 1,0 0-1,1 0 0,-1 0 1,0 0-1,0 0 1,1 0-1,-1 0 0,0 0 1,0 0-1,0 0 1,1 0-1,-1 0 1,0 0-1,0-1 0,1 1 1,-1 0-1,0 0 1,0 0-6,15-10 63,11-16-1,46-80-185,-62 93 88,0 0 0,0 1 0,1 0 0,1 1 0,0 0-1,2 0 36,-11 9-7,0-1 0,0 1 0,0 0 0,1 1-1,-1-1 1,1 0 0,-1 1 0,1 0 0,0 0-1,-1 0 1,1 0 0,0 1 0,0-1 0,0 1-1,0 0 1,-1 0 0,1 0 0,0 1-1,0-1 1,0 1 0,-1 0 0,1 0 0,0 0-1,-1 1 1,1-1 0,-1 1 0,4 2 7,8 8 7,1 0 0,-1 2 0,-1-1 0,-1 2 0,0 0 0,6 10-7,21 22-469,-25-29-481,7 7-2902,-4-11-4471,-8-6 4521</inkml:trace>
  <inkml:trace contextRef="#ctx0" brushRef="#br0" timeOffset="786.39">1640 407 7424,'-15'-7'2448,"14"6"-2332,0 1-1,0 0 1,1-1 0,-1 1 0,0-1 0,1 1-1,-1-1 1,0 1 0,1-1 0,-1 0 0,1 1-1,-1-1 1,1 0 0,-1 1 0,1-1 0,0 0-1,-1 0 1,1 0 0,0 1 0,-1-2-116,0 0 558,-5-13 5705,6 15-6213,0 0 1,0 0-1,0-1 1,0 1-1,-1 0 1,1-1-1,0 1 1,0 0-1,0 0 1,0-1-1,0 1 1,0 0-1,0-1 1,0 1-1,0 0 1,0-1-1,0 1 0,0 0 1,0-1-1,0 1 1,0 0-1,0 0 1,0-1-1,1 1 1,-1 0-1,0-1 1,0 1-1,0 0 1,0 0-1,1-1 1,-1 1-1,0 0 1,0 0-1,0 0 1,1-1-1,-1 1-50,9 20 395,22 23-283,-16-23 256,-1-1 0,10 22-368,-21-32 823,-10-12-121,-9-14-99,9 7-541,1-1 1,0 0-1,0-1 1,2 1 0,-1-1-1,1 0 1,1-1-1,0 1 1,1-3-63,1 10-4,0-1 1,1 1-1,-1-1 1,1 1-1,1-1 1,-1 1-1,1-1 1,0 1-1,0 0 0,1-1 1,-1 1-1,1 0 1,0 0-1,1 0 1,-1 0-1,1 0 1,0 1-1,0-1 1,1 1-1,-1 0 0,1 0 1,0-1 3,4-1-105,0 1 0,0 0-1,1 0 1,0 0 0,-1 1 0,1 1 0,1-1-1,-1 1 1,0 1 0,1 0 0,-1 0 0,1 1-1,4 0 106,6 0-1803,0 0-1,13 3 1804,36 7-7601,-37-3 4263</inkml:trace>
  <inkml:trace contextRef="#ctx0" brushRef="#br0" timeOffset="1244.06">2163 306 9472,'-17'2'3213,"7"-1"4965,12-16-6439,3 12-1731,0 0-1,0 0 1,1 0-1,-1 1 1,1 0 0,0 0-1,4 0-7,18-2 0,-1 2 0,1 1 0,0 1 0,0 1 0,23 5 0,-40-5 12,0 1 0,0 1 0,0 0-1,0 1 1,6 3-12,-11-5 29,-1 1-1,1 0 1,-1 0-1,0 0 1,0 0 0,-1 1-1,1 0 1,-1 0-1,0 0 1,0 1 0,1 1-29,-4-5 35,0 1-1,0-1 1,0 1 0,0 0 0,0 0 0,0-1 0,0 1 0,-1 0 0,1 0 0,-1 0 0,1 0 0,-1 0 0,0 0 0,0 0 0,0 0 0,0 0-1,0 0 1,0 0 0,-1 0 0,1 0 0,-1 1-35,0 0 49,-1 0-1,1 0 1,-1-1 0,0 1-1,0-1 1,0 1 0,0-1-1,0 0 1,0 0-1,-1 0 1,1 0 0,-3 1-49,-6 4 100,-1-1 0,0 0 1,0-1-1,-1 0 0,-7 1-100,-17 5 103,1-2 0,-2-2 1,-16 1-104,35-6-91,1-1 0,-1-1 1,0 0-1,0-2 0,0 0 1,0-1-1,-12-4 91,27 6-125,-1-1 0,1 1 0,0-1-1,0 0 1,0 0 0,0 0 0,0-1 0,0 1 0,1-1 0,-1 0 0,-1-2 125,4 4-122,0-1 0,0 1 0,0-1-1,0 1 1,0-1 0,0 0 0,0 0 0,0 1 0,1-1 0,-1 0 0,1 0 0,-1 0 0,1 0 0,0 0 0,0 0-1,0 0 1,0 0 0,0 0 0,0 1 0,0-1 0,1 0 0,-1 0 0,1 0 0,0 0 0,-1 0 0,1 1 0,0-1-1,0 0 123,4-7-953,1 1-1,0 0 1,0 1-1,1-1 1,0 1-1,0 0 0,0 1 1,1 0-1,0 0 1,5-2 953,23-11-2960</inkml:trace>
  <inkml:trace contextRef="#ctx0" brushRef="#br0" timeOffset="1679.28">2686 265 10624,'-2'4'1140,"0"0"0,0-1 1,0 1-1,-1-1 1,0 0-1,0 1-1140,0 9 4781,2-9-4654,0 0 1,1 1 0,-1-1-1,1 0 1,0 0 0,1 2-128,0-1 4,1 0-1,0 0 1,0 0 0,0-1 0,0 1 0,1-1 0,0 1 0,0-1-1,0 0 1,1 0 0,-1 0 0,1-1 0,0 1 0,4 2-4,-1-1 13,0-1 0,0 0 1,1 0-1,-1 0 0,1-1 0,0 0 0,0-1 1,8 2-14,-10-3 46,0 0 0,0 0 0,0-1 1,1 0-1,-1 0 0,0 0 1,0-1-1,0 0 0,0 0 0,0 0 1,0-1-1,0 0 0,0 0 1,-1 0-1,1-1 0,-1 0 0,0 0 1,1-1-1,-2 1 0,1-1 1,0 0-1,-1 0 0,1-1 0,-1 1 1,0-1-1,-1 0 0,1 0 1,2-5-47,-6 8-11,1 0 0,0 1 0,0-1 0,0 1 1,0-1-1,0 1 0,1-1 0,-1 1 1,0 0-1,1 0 0,0-1 11,-2 2-12,1 0-1,0-1 1,0 1-1,-1 0 1,1 0-1,0 0 1,0 0-1,-1 0 1,1 0-1,0 0 1,-1 0-1,1 1 1,0-1-1,0 0 1,-1 0 0,1 1-1,0-1 1,-1 0-1,1 1 1,0-1-1,-1 1 1,1-1-1,0 1 13,48 32-42,-27-17-321,0-2 0,1 0 1,1-1-1,8 2 363,-28-13-155,13 4-1344,1 0-1,-1 0 1,4-1 1499,-15-4-563,-1 0 0,1 0 0,-1-1 0,1 0 1,-1 0-1,1 0 0,-1-1 0,1 0 0,-1 0 0,0 0 0,1-1 0,3-1 563,19-14-3541,3 0 1200</inkml:trace>
  <inkml:trace contextRef="#ctx0" brushRef="#br0" timeOffset="2012.59">3410 111 9984,'-7'-15'1238,"5"9"-377,-1 0 0,0 1 0,0-1 0,-3-3-861,4 6-110,1 0 758,-1 0 0,1 0 0,-1 1 0,0-1-1,1 1 1,-1-1 0,0 1 0,-1 0 0,1-1-1,0 1 1,-1 0 0,1 0-648,-3 1 252,5 1-241,0 0 1,0 1-1,0-1 0,1 0 0,-1 0 0,0 0 0,0 0 0,0 0 1,0 1-1,0-1 0,0 0 0,0 0 0,0 0 0,0 0 0,0 0 1,0 0-1,0 1 0,0-1 0,0 0 0,-1 0 0,1 0 0,0 0 0,0 0 1,0 1-1,0-1 0,0 0 0,0 0 0,0 0 0,0 0 0,0 0 1,0 0-1,0 0 0,-1 0 0,1 1 0,0-1 0,0 0 0,0 0 1,0 0-1,0 0 0,0 0 0,-1 0 0,1 0 0,0 0 0,0 0 0,0 0 1,0 0-1,0 0 0,-1 0 0,1 0 0,0 0 0,0 0 0,0 0 1,0 0-1,0 0 0,0 0 0,-1 0 0,1 0 0,0 0 0,0 0-11,2 7-13,10 53 166,0-1-98,13 40-55,-24-97-15,40 124-93,-10-41-3017,-17-55 123,-1-4-3660,-8-17 3660</inkml:trace>
  <inkml:trace contextRef="#ctx0" brushRef="#br0" timeOffset="2327.79">3204 350 12672,'-43'3'7434,"89"-6"-2424,6-5-4475,-10 2-3723,16 0 3188,-43 5-677,61-1-4058,-25 6-1639,-20 3 3185</inkml:trace>
  <inkml:trace contextRef="#ctx0" brushRef="#br0" timeOffset="2669.22">3724 467 11136,'0'1'230,"0"-1"-1,1 0 1,-1 0 0,0 0 0,0 1 0,0-1 0,0 0 0,1 0 0,-1 0 0,0 0 0,0 0 0,0 1-1,1-1 1,-1 0 0,0 0 0,0 0 0,0 0 0,1 0 0,-1 0 0,0 0 0,0 0 0,1 0 0,-1 0-1,0 0 1,0 0 0,1 0 0,-1 0 0,0 0 0,0 0-230,14 0 2602,12-4-1920,-6-2-615,1-1-1,-1-1 0,0 0 1,-1-2-1,0 0 1,0-1-1,-1-1 0,-1-1 1,15-14-67,-29 25 52,-1-1 1,1 0-1,0 1 1,-1-1-1,0 0 1,0-1-1,0 1 1,0 0-1,0-2-52,-1 4 31,-1 0 0,1 0 0,-1-1 1,0 1-1,1 0 0,-1-1 0,0 1 0,0 0 0,0-1 0,0 1 0,0-1 1,0 1-1,0 0 0,0-1 0,-1 1 0,1 0 0,0-1 0,-1 1 0,1 0 1,-1 0-1,0-1 0,1 1 0,-1 0 0,0 0 0,0 0 0,1 0 0,-1 0 1,-1-1-32,0 1 22,-1-1 0,1 1 0,0 0 0,-1 0 0,1 0 0,-1 0 0,1 1 0,-1-1 0,1 0 0,-1 1 0,0 0 0,1 0 0,-1 0 0,0 0 0,1 0 0,-1 0 0,0 1 0,-2 0-22,-4 1 149,1 0 0,-1 0 0,0 1 0,-7 4-149,4 0 135,1-1 0,0 2 1,1 0-1,-1 0 0,2 1 1,-1 0-1,1 1 0,-3 4-135,8-8 11,0-1 0,0 0 0,0 1 0,1 0 0,0 0 0,1 0 0,-1 0 0,1 0 0,0 1 0,0-1 0,0 6-11,2-8 8,-1-1-1,1 1 1,0 0-1,0 0 0,1 0 1,-1-1-1,1 1 1,0 0-1,0 0 1,0-1-1,0 1 1,1-1-1,-1 1 0,1-1 1,0 1-1,0-1 1,0 0-1,1 0 1,-1 0-1,1 0 1,0 0-8,5 4-111,1-1 0,0 0 0,-1-1 0,2 0 0,-1 0 0,1-1 0,-1 0 0,1 0 0,0-2 0,1 1 0,-1-1 0,0 0 1,1-1-1,7 0 111,23 0-2153,-1-2 1,1-2-1,6-3 2153,19-4-5333,-5-4 1712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8:49.81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31 4831 5120,'-18'3'2786,"12"-3"-1026,6 1 494,1-1-756,-1 0-474,0 0 107,-8 0 1395,9 0-2209,0 0-302,0 0 188,-1 0-59,23-13 944,41-37-320,-49 40-776,64-40 412,2 3 0,35-13-404,-60 36 104,14-7 352,59-35-456,-19 6 182,37-11-182,-31 16 149,-60 28-11,-2-3 1,-1-2 0,44-35-139,-42 27 23,1 3 1,1 1-1,8 1-23,185-85 95,185-87-90,-329 159-5,-3-5 0,22-19 0,92-58 118,-135 86 244,58-21-362,35-8 61,470-214 38,-543 233-88,18-18-11,-30 18 91,54-21-91,345-139 24,-350 155-22,-18 6 219,-2-7-1,-3-4 1,16-17-221,-26 15 251,81-36-251,118-43 223,-184 90-95,186-99 203,26-28-347,-220 123 64,115-41-48,120-41 96,12-3-32,-48 2-59,-141 50 50,-25 13 258,21-2-313,95-29 144,88-16-144,-82 50 102,-231 64-98,18-5 48,0-2 0,-2-3 0,10-7-52,-11 2 80,55-31-38,-68 39-37,-26 14 38,-1-2 0,11-6-43,-15 8 12,-3 1-472,1 0-1,0 0 1,0 1 0,3-1 460,-6 2-2358,-1 1-807,-2 5-2496,0 4 1816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8:53.16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0 7168,'0'1'118,"0"-1"0,0 0 0,0 0 1,0 0-1,0 0 0,-1 0 0,1 0 1,0 0-1,0 1 0,0-1 0,0 0 1,0 0-1,0 0 0,0 0 0,0 0 0,-1 1 1,1-1-1,0 0 0,0 0 0,0 0 1,0 0-1,0 1 0,0-1 0,0 0 1,0 0-1,0 0 0,0 0 0,0 1 1,0-1-1,0 0 0,0 0 0,0 0 0,0 0 1,1 1-1,-1-1 0,0 0 0,0 0 1,0 0-119,7 3 3828,15-3 6,-18 0-4128,34-1 1933,28 0-148,-58 2-1381,-1 0-1,1 0 1,-1 0 0,1 1 0,-1 0 0,0 0-1,2 2-109,62 31 634,-37-17-258,0-2 1,15 4-377,95 32 875,15 14-875,-115-45 124,-2 3 0,25 18-124,75 60 236,-86-60-155,4 4-10,-20-14 66,24 14-137,147 97 33,-3-2 163,-139-92-126,-2 2 0,56 58-70,-64-56 36,38 38-36,29 25 0,-52-50 65,-30-26-33,2-2-1,27 16-31,29 14 91,-3 5 0,41 41-91,-84-66 57,47 44 67,-39-32-79,2-3 1,3-3-1,2-4 0,42 21-45,-50-30 45,-2 3 0,-1 2 0,-3 2-1,-2 4 1,46 53-45,-55-54 0,3-3 0,2-1 0,2-3 0,2-2 0,32 17 0,125 83 106,-155-98-92,-2 2 0,26 30-14,-13-4-16,51 49 92,-87-92-29,2 0 0,32 20-47,4-3 7,8 4 299,-2 4 0,49 46-306,-110-87 15,11 11 87,22 26-102,-21-19 103,2-2 0,1 0 0,1-2-103,-19-11 171,-11-16-134,-1 0 17,0 0-44,0 0-100,0 0-262,0 0-939,1-4-7098,3 0 3979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9:36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57 11008,'-33'-7'4271,"6"6"2700,25 1-6698,-9 0 1628,8-1-1060,6-3-555,9-2-297,0 0-1,1 0 1,-1 1-1,1 1 1,0 0-1,0 1 1,0 0-1,12 0 12,-2 0-29,1 2 0,-1 1 0,0 1 0,16 3 29,-33-3 9,-1-1-1,0 2 1,1-1-1,-1 1 0,0 0 1,0 0-1,0 0 1,0 0-1,-1 1 1,1 0-1,-1 0 1,4 3-9,-6-4 7,1 1 0,-1 0 1,1 0-1,-1 0 1,0 0-1,0 0 0,0 0 1,0 0-1,-1 1 1,1-1-1,-1 1 0,0-1 1,0 1-1,0 0 1,-1-1-1,1 1 0,-1 0 1,0 2-8,0 3 20,0-1-1,-1 1 1,-1-1 0,1 1-1,-1-1 1,-1 1 0,1-1-1,-1 0 1,-1 0 0,0 0-1,0-1 1,0 0 0,-3 4-20,2-4 17,-8 11 38,-1-1 0,0 1 0,-1-2 0,-1 0 0,-1-1 0,-3 1-55,14-12-31,-13 10-121,19-14 137,-1 0 1,0 1-1,1-1 0,-1 1 0,1 0 0,-1-1 1,1 1-1,-1-1 0,1 1 0,-1 0 0,1-1 1,0 1-1,-1 0 0,1-1 0,0 1 0,-1 0 1,1 0-1,0-1 0,0 1 0,0 0 1,0 0-1,0-1 0,0 2 15,1-1-14,1 0 0,-1 1 0,0-1 0,1 0 0,0 0 0,-1 0-1,1 0 1,0 0 0,-1 0 0,1-1 0,0 1 0,0-1 0,1 1 14,5 2-4,32 15-53,20 6 57,-35-16 7,-1 1 0,-1 2 1,1 0-1,-2 2 0,21 13-7,-42-24 14,1-1 1,0 1 0,0-1-1,-1 1 1,1-1 0,0 1-1,-1 0 1,0 0-1,1 0 1,-1-1 0,0 1-1,0 1 1,0-1-1,0 0 1,0 0 0,-1 0-1,1 0 1,-1 1-1,1-1 1,-1 0 0,0 1-1,0-1 1,0 0-1,0 0 1,0 1 0,-1 1-15,0-1 29,-1 1 1,1 0 0,-1-1 0,0 1 0,0-1-1,0 0 1,0 1 0,0-1 0,-1 0 0,0 0-1,0-1 1,1 1 0,-1 0 0,-1-1 0,0 1-30,-9 5 44,1 0 1,-1-1-1,-1 0 1,0-1 0,1 0-1,-2-1 1,1-1-1,-1 0 1,-12 1-45,15-4-194,-1 0 0,1-1 0,0 0 0,-1 0 1,1-2-1,0 1 0,0-2 0,0 1 0,0-2 0,0 1 0,1-2 0,-4-1 194,15 6-11,-8-4-529,1 1 0,0-1 0,0 0 0,0-1 0,0 0 540,6 3-272,-1 1 0,0-1 0,1 1 0,-1-1-1,1 0 1,0 1 0,-1-1 0,1 0 0,0 0 0,0 0 0,0 0-1,0 0 1,1 0 0,-1 0 0,0-1 0,1 1 0,0 0-1,-1 0 1,1 0 0,0-1 0,0 1 0,0 0 272,8-27-4720,4 4 1531</inkml:trace>
  <inkml:trace contextRef="#ctx0" brushRef="#br0" timeOffset="1130.36">796 199 16639,'-19'-9'6144,"19"9"-4768,-13 0 448,9 0 128,4 0-1216,-5 0-192,0 0-384,-3 0-192,8 0 0,-5 0-480,5 0 288,-5 0-2016,10 0 1248,-5 5-3808,0 2 2688,-5 15-5023,5 1 4031</inkml:trace>
  <inkml:trace contextRef="#ctx0" brushRef="#br0" timeOffset="1493.68">764 639 12544,'-1'2'552,"1"-1"-69,0 0 0,0 0 0,-1 0 0,1 0-1,0 0 1,-1-1 0,1 1 0,0 0-1,-1 0 1,1 0 0,-1-1 0,0 1-1,1 0 1,-1 0 0,0-1 0,0 1-483,-2 0 3021,7-1-3210,0 0-2249</inkml:trace>
  <inkml:trace contextRef="#ctx0" brushRef="#br0" timeOffset="5380.81">809 530 6656,'0'0'59,"0"0"0,0 0 0,0 0 0,0-1 0,0 1 0,0 0 1,0 0-1,-1 0 0,1 0 0,0 0 0,0 0 0,0 0 0,0 0 0,0 0 0,0 0 1,0 0-1,0 0 0,-1 0 0,1 0 0,0 0 0,0 0 0,0 0 0,0 0 1,0 0-1,0 0 0,-1 0 0,1 0 0,0 0 0,0 0 0,0 0 0,0 0 0,0 0 1,0 0-1,0 0 0,-1 0 0,1 0 0,0 0 0,0 0 0,0 0 0,0 0 0,0 0 1,0 0-1,0 1 0,0-1 0,0 0 0,0 0 0,0 0 0,-1 0 0,1 0 0,0 0 1,0 0-1,0 0-59,-2 10 634,1 13 1510,1-23-1836,0-12 4838,0 11-5091,0 0 1,0 0-1,0 0 0,0 1 0,0-1 0,1 0 1,-1 0-1,0 0 0,1 0 0,-1 1 0,1-1 1,-1 0-1,1 0 0,-1 1 0,1-1 1,-1 0-1,2 0-55,-2 1 1,0-1 0,0 1 0,1 0 0,-1 0 0,0-1 0,0 1 0,1 0 0,-1 0-1,0 0 1,1 0 0,-1-1 0,0 1 0,1 0 0,-1 0 0,0 0 0,1 0 0,-1 0 0,0 0 0,1 0 0,-1 0 0,0 0 0,1 0 0,-1 0 0,0 0 0,1 0 0,-1 0 0,0 0 0,1 0 0,-1 0 0,0 1 0,1-1 0,-1 0 0,0 0-1,19 5-59,-17-3 135,0-1 0,0 1 1,-1 0-1,1-1 0,-1 1 0,1 0 0,-1 0 1,0 0-1,1 0 0,-1 0 0,0 0 1,-1 1-1,1-1 0,0 0 0,-1 0 0,1 2-76,-1-3 46,1-1 0,-1 1 0,0 0 0,0 0 0,0-1 0,0 1 0,0 0 0,1 0 0,-1 0 0,-1-1 0,1 1 0,0 0 0,0 0-1,0-1 1,0 1 0,-1 0 0,1 0 0,0-1 0,0 1 0,-1 0 0,1-1 0,-1 1 0,1 0 0,-1-1 0,1 1 0,-1 0 0,1-1 0,-1 1 0,1-1-1,-1 1 1,0-1 0,1 0 0,-1 1 0,0-1 0,1 0 0,-1 1 0,0-1 0,0 0 0,1 0 0,-1 1 0,0-1 0,0 0 0,0 0-46,-2 0 73,0 0-1,1 0 1,-1 1 0,0-1 0,0 1 0,1 0 0,-2 0-73,1 0 26,1 0 0,0 0 1,0-1-1,-1 1 0,1-1 1,0 0-1,-1 0 1,1 0-1,0 0 0,-1 0 1,1 0-27,-6-2-74,1 0 0,0 0 0,0 0 0,-2-2 74,-12-9-3432,21 13 2975,-1-1 1,1 0-1,0 0 1,0 1-1,0-1 1,0 0-1,-1 0 1,1 1 0,0-1-1,0 0 1,0 0-1,1 0 1,-1 1-1,0-1 1,0 0-1,0 0 1,0 1-1,1-1 1,-1 0-1,0 0 1,1 1-1,-1-1 457,9-5-2954</inkml:trace>
  <inkml:trace contextRef="#ctx0" brushRef="#br0" timeOffset="6456.95">742 155 7424,'0'0'2448,"0"0"-1344,0 0 277,0 0 454,0 0-614,0 0-16,0-1-1096,1 1 0,-1-1 0,1 0-1,-1 1 1,1-1 0,-1 1 0,1-1 0,-1 1-1,1-1 1,0 1 0,-1 0 0,1-1 0,0 1-1,-1 0 1,1 0-109,7 0 120,11-1 123,-18 1-214,0-1 0,0 1 1,-1 0-1,1 0 0,0 0 0,0 0 1,-1 0-1,1 0 0,0 0 1,0 0-1,-1 0 0,1 0 0,0 0 1,0 0-1,0 0 0,-1 1 1,1-1-1,0 0 0,-1 0 0,1 1 1,0-1-1,-1 1 0,1-1 1,0 1-1,-1-1 0,1 1 0,-1-1 1,1 1-1,-1-1 0,1 1 1,-1 0-1,1-1 0,-1 1 0,1 0 1,-1-1-1,0 1 0,0 0 1,1 0-1,-1-1 0,0 1 0,0 0 1,0 0-1,0 0 0,0-1 1,0 1-1,0 0 0,0 0-29,0 1 88,0 0 0,0 0-1,0 0 1,-1 0 0,1-1-1,-1 1 1,1 0 0,-1 0 0,0 0-1,0 0 1,0-1 0,0 1-1,0 0 1,0-1 0,0 1 0,0-1-1,-1 1 1,1-1 0,-1 0-1,0 1-87,-5 2 201,0 0 0,0 0-1,0-1 1,0 0 0,-1 0-1,-6 0-200,11-2-26,0 0 0,-1 0 0,1-1 1,0 0-1,-1 0 0,1 0 0,-1 0 0,1 0 0,0-1 0,-1 1 0,1-1 0,0 0 0,0 0 0,-1 0 1,1 0-1,-2-2 26,2 1-61,-3-3-3600,13-1-138,-5 5 3683,12-9-4327,2 1 1414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9:50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132 122 13440,'-40'-41'5087,"40"41"-3967,-37-23 832,23 14 416,9 4-1376,-8-7-64,9 9-608,-6-5-576,7 4 160,-2-4-1568,5 8 928,5-9-3552,8 9 2400,4 0-4799,7 4 3775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9:55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61 598 10368,'-14'-6'3502,"1"0"0,1-1 0,-4-3-3502,16 10 73,-1 0 0,1-1 0,-1 1 0,1 0 0,0-1-1,0 1 1,-1 0 0,1-1 0,0 1 0,-1 0 0,1-1 0,0 1 0,0-1 0,0 1 0,0 0 0,-1-1-1,1 1 1,0-1 0,0 1 0,0-1 0,0 1 0,0 0 0,0-1 0,0 1 0,0-1 0,0 1 0,0-1 0,0 1-73,8-15 663,-4 11-625,0 0 0,0 1 0,0-1 1,0 1-1,2-2-38,13-6 148,0 0 1,0 1-1,10-2-148,-19 8-2,1 0-1,1 1 0,-1 1 1,0-1-1,1 2 0,-1 0 1,7 0 2,5 1 33,1 1 0,-1 1 1,0 2-1,6 1-33,-17-2 52,0 0-1,-1 1 1,0 0-1,0 1 1,0 0-1,0 1 1,-1 0-1,0 1 1,2 2-52,-9-7 34,0 0 1,0 0-1,-1 1 1,1 0-1,-1-1 0,0 1 1,1 0-1,-1 0 0,-1 0 1,1 0-1,0 0 1,-1 1-1,1-1 0,-1 0 1,0 1-1,0-1 1,-1 1-1,1-1 0,-1 1 1,1-1-1,-1 1 1,0 0-1,-1-1 0,1 1 1,0-1-1,-1 1 1,0-1-1,0 1 0,0-1 1,-1 1-35,-1 3 81,0 0 0,-1-1 0,0 1 0,0-1 0,-1 0 0,0 0 0,0 0 0,0-1 0,-1 0 0,1 0 0,-1 0 0,-1-1 0,-5 4-81,2-2 37,-1-1 0,1-1 0,-1 1 0,0-2 0,0 0 0,0 0-1,-1-1 1,1 0 0,-1-1 0,1 0 0,-1-1 0,-1-1-37,-12 0 8,0-2 0,1-1 0,-16-5-8,28 6-90,0-1 1,0 0-1,1-1 0,-1 0 1,1-1-1,0-1 0,1 1 1,-6-5 89,13 8-127,0 0 0,0 0 0,0 0 0,0 0 0,0-1 0,1 1 0,0-1 0,0 0 1,0 0-1,0 0 0,0 0 127,1 1-114,0 1 0,1 0 0,-1-1 0,1 1 1,-1 0-1,1-1 0,0 1 0,0-1 0,0 1 0,0-1 0,1 1 1,-1 0-1,1-1 0,-1 1 0,1-1 0,0 1 0,0 0 1,0 0-1,0 0 0,0-1 0,2 0 114,3-5-570,1 0 0,1 0 0,-1 1 1,1 0-1,1 0 0,-1 1 0,1 0 0,0 1 0,0 0 0,1 0 1,4-1 569,12-4-2238,0 1 1,1 2-1,23-4 2238,27 0-2757</inkml:trace>
  <inkml:trace contextRef="#ctx0" brushRef="#br0" timeOffset="354.89">1058 339 8960,'23'-10'2896,"-22"10"-2734,0-1 1,0 1-1,0-1 1,0 0 0,0 1-1,0-1 1,0 0 0,0 0-1,0 1 1,-1-1-1,1 0 1,0 0 0,0 0-1,-1 0 1,1 0-1,-1 0 1,1-1 0,-1 1-1,1 0 1,-1 0 0,0 0-1,1 0 1,-1-1-1,0 1-162,1-5 1516,1 1-976,-1 1 0,-1-1 0,1 0 0,-1 1 0,1-1 0,-1 0 1,-1 0-1,1 0 0,-1 1 0,1-1 0,-2-3-540,-3-8 655,0 0 0,-6-10-655,5 11 530,1 4-377,0 0-1,-1 0 1,0 1-1,-1-1 1,0 2 0,0-1-1,-6-5-152,-2 1-39,0 0 0,0 1 0,-1 1 0,-3-2 39,17 13-14,1 0 0,-1 0 0,0-1 1,0 1-1,0 0 0,0 0 0,0 1 0,0-1 0,0 0 0,0 1 0,0-1 0,-1 1 0,1 0 0,0-1 1,0 1-1,0 0 0,0 1 0,-1-1 0,1 0 0,0 1 0,0-1 0,0 1 0,0-1 0,0 1 0,0 0 1,0 0-1,0 0 0,0 0 0,0 0 0,0 1 0,1-1 0,-1 0 0,0 1 0,1-1 0,-2 2 14,-2 4-9,0 0 0,0 0 0,1 1 0,-1-1 0,2 1 0,-1 0-1,1 0 1,0 2 9,-6 20 11,1-1-1,2 1 1,1 1-1,2-1 1,0 16-11,2 32 22,8 47-22,11 24 50,31 117-50,-48-262-13,15 71-671,3 13-3167,-9-30-4072,-6-38 4398</inkml:trace>
  <inkml:trace contextRef="#ctx0" brushRef="#br0" timeOffset="704.91">617 615 12032,'-9'-4'1448,"7"3"-1029,-1 1 0,1-1 0,0 0 0,0 1-1,-1-1 1,1 1 0,0 0 0,-1-1 0,1 1 0,-2 1-419,-1-2 22,-2 1 1614,0 0 0,1 0 0,-1 0 0,0 1 0,-5 1-1636,37-3 590,0 2-1,12 1-589,203 9-1488,-119-11-3475,-41 0-4516,-48 0 6007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9:53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785 397 10112,'-13'-20'3365,"10"11"-1850,1-8 346,-1 1 1,0 1 0,-1-1-1,-3-7-1861,3 14 387,1 0 0,-1 0 0,-1 0 0,0 1 0,-5-7-387,2 4 265,-12-15 178,0 0 0,-2 1 0,-1 1 0,-17-13-443,29 27 28,-2 0 0,1 1 0,-1 1 0,-1 0 0,0 1 0,0 0 0,-2 0-28,13 6-14,-1 0 0,0 0 1,1 0-1,-1 0 0,0 0 1,0 1-1,0 0 0,0 0 0,1 0 1,-1 0-1,0 0 0,0 1 1,0 0-1,0 0 0,1 0 0,-1 0 1,0 0-1,1 1 0,-1 0 0,1-1 1,0 1-1,-1 0 0,1 1 1,0-1-1,0 1 0,1-1 0,-1 1 1,0 0-1,1 0 0,0 0 1,-1 1 13,-2 5-10,-1 1 0,2 0 0,-1 0 0,1 1 0,1-1 0,0 1 0,-1 7 10,3-13 0,-9 41 36,3 0 0,2 0 0,2 1 0,2 0 0,4 39-36,11 67 250,10 16-250,-5-44 24,7 46-252,-13-89-1478,-1 1-3720,-10-76 4430,-1 1-562,-4-2-3467,3-1 1655</inkml:trace>
  <inkml:trace contextRef="#ctx0" brushRef="#br0" timeOffset="430.13">110 656 10496,'-13'-7'1300,"10"5"-775,-1 1 0,1-1 0,-1 1 0,0-1 0,0 1 0,0 0 1,-3 0-526,2-1 468,2 1-23,0 0-1,0 0 1,1 1 0,-1-1-1,0 0 1,0 1 0,0 0-1,0 0 1,0 0 0,0 0-1,-1 0-444,2 1 383,0 0-1,0-1 0,-1 1 0,1-1 0,0 0 1,0 0-1,-1 1 0,1-2 0,-1 1-382,3 0 26,0 0 0,0 0 0,0 0 0,1 0 0,-1 0 0,0 0-1,0 0 1,0 0 0,0 0 0,0 0 0,0 0 0,0 0 0,0 0 0,0 0 0,0 0 0,0 0-1,0 0 1,0 0 0,0 0 0,0 0 0,0 0 0,0-1 0,0 1 0,0 0 0,0 0 0,0 0-1,0 0 1,-1 0 0,1 0 0,0 0 0,0 0 0,0 0 0,0 0 0,0 0 0,0 0-26,15-1 347,11 1-482,309 4-840,-168 6-4231,0 9-7582,-124-11 9823</inkml:trace>
  <inkml:trace contextRef="#ctx0" brushRef="#br0" timeOffset="777.09">971 276 12416,'-1'-2'374,"-4"-3"891,0 0-1,0 0 1,0 0-1,0 1 1,-1 0-1,1 0 1,-1 1-1,-3-2-1264,0-1 1811,8 6-1681,0-1 1,0 0-1,0 1 0,0-1 1,0 1-1,0-1 0,0 1 1,0-1-1,0 1 1,0 0-1,0-1 0,0 1 1,-1 0-1,1 0-130,0 0 8,0 1 0,0-1 1,1 1-1,-1-1 0,0 1 0,1 0 0,-1-1 0,0 1 0,1 0 1,-1-1-1,1 1 0,-1 0 0,1 0 0,-1 0 0,1-1 0,0 1 1,-1 0-1,1 0 0,0 0 0,0 0 0,0 0 0,0 0 1,0 0-1,-1-1 0,2 1-8,-7 33 12,2-1 1,1 1 0,2 26-13,9 105-46,-6-138-21,3 31-1563,3 0 0,2-1 0,9 23 1630,-19-80-19,1 8-985,2-1 0,-1 1 0,1-1 0,0 0 0,3 6 1004,8 5-5724,-1-6 2386</inkml:trace>
  <inkml:trace contextRef="#ctx0" brushRef="#br0" timeOffset="1109.09">1066 753 12672,'-22'-20'7823,"22"20"-7673,0 0 0,0-1-1,0 1 1,0 0 0,0-1-1,0 1 1,0 0-1,-1-1 1,1 1 0,0 0-1,0-1 1,1 1 0,-1 0-1,0-1 1,0 1 0,0 0-1,0-1 1,0 1-1,0 0 1,0-1 0,0 1-1,1 0 1,-1 0 0,0-1-1,0 1 1,0 0 0,1-1-1,-1 1 1,0 0-150,13-15 1029,17-13-1280,-29 27 333,10-8-106,0 1 0,1 0 0,0 0 0,0 1 0,1 1-1,0 0 1,0 1 0,1 0 0,12-2 24,-15 4-1,1 1-1,-1 0 1,1 1-1,0 0 1,-1 1-1,1 0 1,-1 1-1,1 1 1,-1 0-1,1 0 1,-1 1 0,3 1 1,-10-3 20,0 1 0,-1-1 0,1 1 0,0 0 0,-1 0 1,1 1-1,-1-1 0,0 1 0,0-1 0,0 1 1,0 0-1,0 0 0,0 1 0,-1-1 0,0 0 0,0 1 1,0-1-1,0 1 0,0 0 0,-1 0 0,1 0 1,-1 0-1,0 0 0,0 3-20,0-1 30,-1-1 1,0 1-1,0 0 1,-1 0-1,1 0 1,-1 0-1,-1 0 1,1-1-1,-1 1 1,0-1-1,0 1 1,-1-1-1,1 0 1,-1 1-1,0-1 1,-1-1-1,0 2-30,-4 3 71,-1 0 0,-1 0 0,1-1 0,-1 0-1,0-1 1,-1 0 0,-1 0-71,2-2 29,0 0 0,0 0-1,-1-1 1,0-1 0,0 0-1,0 0 1,0-1 0,-1-1-1,-5 1-28,8-2-51,0 0 1,1 0-1,-1-1 0,1 0 0,-1 0 0,1-1 0,-1 0 1,1 0-1,0-1 0,0 0 0,0-1 0,-6-3 51,11 5-111,0 0-1,0-1 1,1 1-1,-1-1 1,0 0-1,1 0 1,0 0-1,0 0 0,0 0 1,0-1-1,0 1 1,0 0-1,1-1 1,0 1-1,0-1 1,0 0-1,0 1 1,0-1-1,1 0 1,-1 0-1,1 1 1,0-1-1,1 0 1,-1-1 111,1-8-699,1 0 0,1 0 0,0 0 1,1 1-1,0-1 0,5-9 699,-5 12-878,2 0 0,-1 0 0,1 0 0,1 1 0,0 0 0,0 0 0,1 0 0,0 1 0,0 1 0,1-1 0,6-3 878,29-15-2912</inkml:trace>
  <inkml:trace contextRef="#ctx0" brushRef="#br0" timeOffset="1532.71">1513 523 9216,'3'23'8186,"-5"1"-3540,1-18-4276,0 0 1,1 1-1,0-1 1,0 7-371,1-7 62,0 5-16,1 0 0,0 0 0,0-1 0,1 1 0,0-1 0,1 0 0,1 1-46,5 8 66,0-2 0,1 1-1,7 6-65,-12-17 123,0 0 0,0 0-1,0-1 1,1 0 0,0 0-1,1 0 1,-1-1 0,8 3-123,-13-7 37,-1 0 1,1 0-1,0-1 1,0 1-1,-1-1 1,1 0-1,0 0 1,0 1-1,0-1 1,-1 0-1,1 0 1,0-1-1,0 1 1,0 0-1,-1 0 1,1-1 0,0 1-1,-1-1 1,1 0-1,0 0 1,-1 1-1,1-1 1,-1 0-1,1 0 1,-1 0-1,1-1 1,-1 1-1,0 0 1,1 0-1,-1-1 1,0 1-1,0-1-37,6-7 2,-1 0-1,0 0 1,-1-1-1,0 0 1,0 0-2,2-5-19,0 1-13,2-5-109,2 1-1,7-11 142,-17 28-6,0-1 0,0 1 1,0 0-1,0 0 0,0 0 0,0 0 0,0 0 0,1 0 0,-1 0 0,0 0 0,1 0 1,-1 0-1,1 1 0,-1-1 0,0 0 0,1 1 0,0 0 0,-1-1 0,1 1 0,-1 0 1,1 0-1,-1 0 0,1 0 0,-1 0 0,1 0 0,0 0 0,-1 0 0,1 1 0,-1-1 1,1 0-1,-1 1 0,1 0 0,0 0 6,5 3-39,0 0 1,0 0-1,0 1 0,0 0 1,-1 1-1,1 0 39,14 12-48,70 50 272,-76-56-141,-11-9 39,0 1 0,0-1 0,1 0 0,-1 0 0,0 0 0,1-1 0,0 0 0,-1 0 0,1 0 0,0 0 0,0-1 0,0 0 0,3 1-122,-7-2 24,-1-1 0,1 1 0,0 0 0,0 0 0,-1 0 1,1-1-1,0 1 0,-1 0 0,1-1 0,0 1 0,-1-1 0,1 1 1,0-1-1,-1 1 0,1-1 0,-1 1 0,1-1 0,-1 1 0,1-1 1,-1 0-1,0 1 0,1-1 0,-1 0 0,0 1 0,1-1 0,-1 0 0,0 0 1,0 1-1,1-2-24,2-24 118,-2 21-131,15-111-1629,1-5-2546,-2 43-6211,-10 59 6981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9:49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71 109 11136,'-11'-4'1783,"6"2"-328,-1 0 1,1 0 0,-1 1-1,1 0 1,-6-1-1456,10 2 89,0 0 1,0 0-1,0 0 1,0 1-1,1-1 1,-1 0-1,0 1 1,0-1-1,0 0 1,0 1-1,0-1 1,0 1-1,1-1 1,-1 1-1,0 0 0,0-1 1,1 1-1,-1 0 1,0 0-1,1-1 1,-1 1-1,1 0 1,-1 0-1,1 0 1,0 0-1,-1-1 1,1 1-1,0 0 1,-1 0-1,1 0 1,0 0-1,0 0 1,0 0-1,0 0 1,0 1-90,-1 5-91,1 1-1,1 0 1,-1-1 0,2 5 91,-1-3 203,5 29 507,1 0-1,2-1 0,13 35-709,-19-67 266,0-11 108,-1-21 294,-1 18-573,2-24-202,1 1 1,2-1-1,2 1 0,0 0 1,5-5 106,-12 34-27,0 0 0,0 0 0,0 1 0,1-1 0,-1 0 0,1 1 0,0-1 0,-1 1 0,1 0 0,2-2 27,-3 3-4,0 0 1,0 1-1,0-1 0,0 1 1,0 0-1,0-1 0,0 1 0,1 0 1,-1-1-1,0 1 0,0 0 1,0 0-1,0 0 0,0 0 0,0 0 1,0 0-1,1 0 0,-1 0 1,0 1-1,0-1 0,0 0 0,0 1 1,0-1-1,0 1 0,0-1 1,0 1-1,0-1 0,0 1 4,6 4 7,0 0 1,-1 0-1,0 0 0,0 0 1,0 1-1,-1 0 0,4 5-7,9 14 35,6 12-35,-8-12 37,4 4 168,2-1 1,17 17-206,-36-41 48,0-1 0,0 0 1,0 0-1,1 0 0,-1-1 1,1 1-1,0-1 1,1 1-49,-4-2 11,1-1 0,-1 1 0,1-1 0,0 0 0,-1 0 0,1 1 0,0-1 0,-1 0 0,1 0 0,0 0 0,-1-1 0,1 1 0,0 0 0,-1-1 0,1 1 0,-1-1 0,1 1 0,0-1 0,-1 0 0,1 0 0,-1 1 0,0-1-1,1-1-9,13-9-5,-2-2 0,0 1 1,-1-1-1,0-1 1,0 0-1,-2-1 1,0 0 3,10-13-205,8-7 205,-25 32-13,44-47-72,-41 45 68,0-1 1,1 1-1,-1 1 1,1-1-1,1 1 1,6-3 16,-12 6-2,0 0 0,1 0 0,-1 1 1,0 0-1,0-1 0,1 1 0,-1 0 0,0 0 1,0 0-1,1 0 0,-1 0 0,0 1 0,0-1 1,1 1-1,-1-1 0,0 1 0,0 0 0,0 0 1,0 0-1,0 0 0,0 0 0,0 1 0,0-1 1,-1 0-1,1 1 0,1 1 2,5 5 2,-1 0-1,0 1 1,-1 0-1,1 0 1,-1 2-2,1 1-4,12 17 53,9 13-1362,19 24 1313,-42-61-471,1 1-1,-1-1 0,1-1 1,0 1-1,0-1 0,0 0 1,0 0-1,1 0 0,0-1 1,1 0 471,1 1-2025,1-1 0,-1 0 0,1-1 1,3 0 2024,14 2-3456</inkml:trace>
  <inkml:trace contextRef="#ctx0" brushRef="#br0" timeOffset="548.18">1532 129 11776,'-8'-1'2705,"-1"-1"1,1 0 0,-7-3-2706,-19-11 3960,23 11-3398,1 1-336,0 0 1,-1 1-1,1 0 0,-1 1 0,-10-2-226,14 4 2,-1-1 1,0 1-1,0 1 1,0-1 0,1 1-1,-1 1 1,0-1-1,1 1 1,0 1-1,-1-1 1,1 1-1,0 1 1,0-1-1,0 1 1,-3 2-3,-3 4-30,0-1 1,1 2 0,0-1-1,0 2 1,1-1-1,-7 11 30,15-19-1,1 1-1,-1 0 1,1-1 0,0 1-1,0 0 1,0 0-1,1 0 1,-1 0 0,1 1-1,0-1 1,0 0-1,0 0 1,1 1 0,-1-1-1,1 1 1,0-1-1,1 0 1,-1 1-1,1-1 1,0 3 1,0-3-7,1 0 0,0 0 0,-1 0 0,1-1 0,0 1 0,1-1 0,-1 1 0,1-1 0,-1 0 0,1 0 0,0 0 0,0 0 0,0-1 0,1 1-1,-1-1 1,0 0 0,1 0 0,0 0 0,-1 0 0,1-1 0,1 1 7,1 0-38,1-1 0,0 1-1,-1-1 1,1 0 0,0-1-1,0 0 1,0 0 0,-1-1-1,1 1 1,0-1 0,1-1 38,11-3-176,0 0 0,0-1 0,4-3 176,-10 4-33,0-1 0,0 0 1,0-1-1,-1 0 0,0-1 0,-1 0 1,11-10 32,-20 15 23,1 0 1,-1 0 0,1 0-1,-1-1 1,0 1 0,-1-1-1,2 0-23,3-8 80,-4 8-26,0 1 1,0-1-1,0 0 1,0 0-1,0-1 0,-1 1 1,0 0-1,0 0 1,0-1-1,0 1 0,-1-1 1,0 1-1,0 0 1,0-1-1,-1-3-54,1 8 2,0-1 3,0 0 0,0 1 1,0-1-1,0 0 0,0 0 0,0 1 1,-1-1-1,1 1 0,0-1 0,0 0 1,-1 1-1,1-1 0,-1 0 0,1 1 1,0-1-1,-1 1 0,1-1 0,-1 1 1,1-1-1,-1 1 0,1-1 0,-1 1-5,1 7 60,1 1 0,1-1 0,0 1 0,2 6-60,2 1-242,0 0 0,1 0 0,1-1 0,0 0 0,1 0 0,2 1 242,-5-8-806,0 0 0,0-1-1,0 0 1,1 0 0,4 3 806,-6-6-1123,0 0-1,0 0 1,1 0 0,-1-1 0,1 0 0,-1 0 0,1 0-1,4 0 1124,12 2-3226</inkml:trace>
  <inkml:trace contextRef="#ctx0" brushRef="#br0" timeOffset="903.08">2133 57 10112,'0'-2'462,"0"1"-77,0 0 0,0 0-1,0 1 1,0-1 0,0 0-1,0 0 1,0 0 0,0 0 0,-1 1-1,1-1 1,0 0 0,0 0-1,-1 0 1,1 1 0,-1-1-1,1 0 1,-1 0-385,1 1 212,0 0 0,-1 0 0,1 0-1,0 0 1,0 1 0,-1-1 0,1 0 0,0 0-1,-1 0 1,1 0 0,0 0 0,0 0 0,-1 0-1,1 1 1,0-1 0,0 0 0,-1 0 0,1 0-1,0 1 1,0-1 0,0 0 0,-1 0 0,1 1-1,0-1 1,0 0 0,0 0 0,0 1-1,0-1 1,-1 0 0,1 1 0,0-1 0,0 0-1,0 1 1,0-1 0,0 0-212,-1 3 161,-1-1 1,1 1-1,-1-1 1,1 0-1,-1 0 0,0 1 1,0-1-1,-2 1-161,-57 47 404,40-32-561,-1 0 0,0-1 0,-1-2 0,-4 2 157,-38 20-1297,-23 12-2268,29-20-1877,54-27 4569,0-1-1,1 1 0,-1-1 0,0 0 1,0 0-1,0-1 0,-2 1 874,2-1-753,-11 3-1940</inkml:trace>
  <inkml:trace contextRef="#ctx0" brushRef="#br0" timeOffset="1266.45">1711 40 10112,'-1'-1'370,"1"0"-118,0 1 0,-1 0 0,1-1 0,0 1 0,0-1-1,0 1 1,-1 0 0,1-1 0,0 1 0,-1 0 0,1-1-1,0 1 1,-1 0 0,1-1 0,0 1 0,-1 0 0,1 0-1,-1 0 1,1-1 0,0 1 0,-1 0 0,1 0 0,-1 0-1,1 0 1,-1 0-252,0 5 5704,4 9-3976,6 12-1155,1-12-430,-1-1 0,2 0 0,0-1 0,1 0 0,7 5-143,4 3 39,0-2 0,17 10-39,-13-10 2,-8-4-183,1-1 1,0-1 0,1-1-1,0-1 1,20 6 180,-29-12-301,0-1 1,-1 0 0,1-1-1,0-1 1,0 0-1,0 0 1,0-1 0,1 0-1,-1-1 1,0-1 0,0 0-1,2-1 301,-9 1-22,0 0-1,0 0 1,0 0-1,0-1 1,0 0-1,-1 0 1,1 0-1,-1 0 1,0-1-1,0 1 1,0-1 0,0 0-1,-1-1 1,0 1-1,0 0 1,0-1-1,0 0 1,0 0 22,6-14 663,-1-1 0,0 0 0,4-20-663,-7 23 543,4-20 666,-8 30-823,1-1 0,-1 0 0,2 1 0,-1 0 0,1-1 1,2-3-387,-4 11 16,-1 0 0,0 0 1,0 0-1,1 0 0,-1 0 1,0 1-1,0-1 1,1 0-1,-1 0 0,0 0 1,0 0-1,0 1 1,0-1-1,1 0 0,-1 0 1,0 0-1,0 1 1,0-1-1,0 0 0,0 0 1,1 0-1,-1 1 1,0-1-1,0 0 0,0 0 1,0 1-1,0-1-16,22 53 61,30 71-184,-13-46-3111,-30-58-634,-6-10-2919,-1-2 3171</inkml:trace>
  <inkml:trace contextRef="#ctx0" brushRef="#br0" timeOffset="2392.39">2552 77 9984,'-3'0'433,"1"0"195,0 0-1,0 0 1,0 0-1,0 0 1,0 0 0,0-1-1,0 1 1,0-1-1,0 1 1,-1-2-628,3 2 63,-1 0 0,1 0 0,0 0 0,0 0 0,0 0 0,0 0 0,0 0 0,0 0 0,0 0 0,0 0 0,0 0 0,0 0 0,0-1 0,0 1 0,0 0 0,0 0 0,0 0 0,0 0 0,0 0 0,0 0 0,0 0 0,0 0 0,-1 0 0,1 0 0,0 0 0,0 0 0,0 0 0,0 0 0,0 0 0,0 0 0,0 0 0,0 0 0,0 0 0,0 0 0,0 0 0,0 0 0,-1 0 0,1 0 0,0 0 0,0 0 0,0 0 0,0 0-1,0 0 1,0 0 0,0 0 0,0 0 0,0 0 0,0 0 0,0 0 0,0 0 0,0 0 0,0 0 0,-1 1 0,1-1 0,0 0 0,0 0 0,0 0 0,0 0 0,0 0 0,0 0 0,0 0 0,0 0 0,0 0 0,0 0 0,0 0 0,0 0 0,0 1-63,3 6 3010,2 7-2955,5 19 355,2-1-1,1 0 1,1-1-1,2-1 1,6 8-410,-22-38 17,0 0 1,0 0-1,0 0 0,0 0 1,1 0-1,-1 0 0,0 0 1,0 0-1,0 0 1,1 1-1,-1-1 0,0 0 1,0-1-1,0 1 0,0 0 1,1 0-1,-1 0 0,0 0 1,0 0-1,0 0 1,0 0-1,1 0 0,-1 0 1,0 0-1,0 0 0,0 0 1,0-1-1,1 1 1,-1 0-1,0 0 0,0 0 1,0 0-1,0 0 0,0 0 1,0-1-1,0 1 0,0 0 1,1 0-1,-1 0 1,0 0-1,0-1-17,9-13 220,7-16-197,-7 9-42,38-83-98,-38 86 37,1 1-1,1 0 0,1 0 0,8-8 81,-18 23-9,-1 0 0,1 0 0,0 0 0,0 0 1,0 0-1,1 0 0,-1 1 0,0-1 0,1 1 0,-1 0 1,1 0-1,-1 0 0,1 0 0,0 0 0,0 0 9,-1 1 0,0 0-1,0 0 1,0 0-1,0 0 1,-1 1-1,1-1 1,0 1-1,0-1 1,0 1-1,-1 0 1,1 0-1,0-1 1,-1 1-1,1 0 1,0 0-1,-1 1 1,1-1-1,-1 0 1,0 1-1,0-1 1,1 0-1,-1 1 1,1 1 0,10 15 44,0 1 1,-1 1 0,-1 0-1,-1 0 1,2 9-45,15 32 129,-13-32-42,-11-22-1,1 0 1,0 0 0,1 0-1,0 0 1,0-1 0,0 0-1,1 1-86,-2-3 57,-2-3-23,0 0 1,0 0-1,0 1 1,0-1 0,0 0-1,0 0 1,0 0-1,0 0 1,2 0-35,-2-1 7,-1 0 0,1 1 1,0-1-1,-1 0 0,1 0 0,0 0 0,0 0 0,-1 0 1,1 0-1,0 0 0,-1-1 0,1 1 0,0 0 1,-1 0-1,1 0 0,0-1 0,-1 1 0,1 0 1,0-1-1,-1 1 0,1-1 0,-1 1 0,1 0 0,-1-1 1,1 1-1,-1-1-7,6-5-11,0 0 0,-1-1 0,0 0 1,0 0-1,0-1 11,9-12-21,54-64-112,-56 68 64,1 0 0,10-9 69,-18 21-10,-1 0 0,1 0 0,0 0-1,0 0 1,0 1 0,1 0-1,-1 0 1,1 0 0,-1 1-1,1 0 1,2 0 10,-6 1 0,0 1 0,1 0 0,-1 0 0,0 0 0,1 0 0,-1 1 0,0-1 0,1 0 0,-1 1 0,0 0 0,0-1 0,0 1 0,0 0 0,0 0 0,0 0 0,0 1 0,0-1 0,0 0 0,0 1 0,0-1 0,-1 1 0,1 0 0,-1 0 0,2 0 0,2 6 0,0-1 0,0 1 0,0-1 0,-1 1 0,2 6 0,15 37-169,-10-24-253,0-1 0,14 22 422,-12-22-1106,11 17-3057,-23-41 3193,1 1 0,0 0 0,0-1 1,1 0-1,-1 1 0,0-1 0,1 0 1,-1 0-1,1 0 0,0 0 0,0-1 1,1 2 969,9 0-3360</inkml:trace>
  <inkml:trace contextRef="#ctx0" brushRef="#br0" timeOffset="2855.5">3531 89 13696,'-15'-2'6196,"15"2"-6129,0 0 0,0 0 1,0-1-1,-1 1 0,1 0 0,0 0 1,0 0-1,0 0 0,0 0 0,-1 0 1,1 0-1,0 0 0,0 0 0,0 0 1,0 0-1,-1 0 0,1 1 0,0-1 1,0 0-1,0 0 0,0 0 1,0 0-1,-1 0 0,1 0 0,0 0 1,0 0-1,0 0 0,0 0 0,0 1 1,0-1-1,-1 0 0,1 0 0,0 0 1,0 0-1,0 0 0,0 1 0,0-1 1,0 0-1,0 0 0,0 0 1,0 0-1,0 1 0,0-1 0,0 0 1,0 0-1,0 0 0,0 0 0,0 1 1,0-1-1,0 0 0,0 0 0,0 0 1,0 0-1,0 1 0,0-1 0,0 0 1,0 0-1,0 0 0,0 0 1,0 0-1,0 1 0,1-1 0,-1 0 1,0 0-68,0 1 86,1 0 1,-1 0 0,0 1 0,0-1 0,1 0-1,-1 0 1,0 0 0,0 1 0,0-1-1,0 0 1,-1 0 0,1 0 0,0 1-87,-1 2 77,2 13-47,0 0 0,0-1 0,2 1 0,0-1 0,1 1 0,0-1 0,6 13-30,-7-22 12,0-1-1,0 0 1,0 1 0,1-1-1,-1-1 1,2 1 0,-1 0-1,0-1 1,1 0 0,0 0-1,1 0 1,-1-1 0,1 1-1,0-2 1,0 1 0,0 0 0,0-1-1,0 0 1,7 2-12,-1-3 28,0 1 1,1-2-1,-1 1 0,0-2 1,1 0-1,-1 0 1,0-1-1,1 0 0,10-4-28,-14 3 23,0 0-1,0-1 0,0 0 0,0 0 1,0-1-1,0 0 0,-1-1 1,0 0-1,0 0 0,0-1 0,-1 0 1,6-6-23,-9 7 22,-1 0 1,0 0-1,0 0 1,0-1-1,-1 1 1,0-1-1,0 1 1,0-1 0,-1 0-1,1 0 1,-1-4-23,2-10 60,-2 0 0,0-14-60,-1 10 17,0 17 3,0 13 76,2 17-139,1 0 1,1 0-1,1 0 0,1 0 1,1-1-1,6 14 43,-4-13-1062,1-1 0,4 7 1062,8 5-3114,-18-28 1385,1-1 0,0 0 0,0 0 0,4 2 1729,9 7-3728</inkml:trace>
  <inkml:trace contextRef="#ctx0" brushRef="#br0" timeOffset="3558.03">4206 94 11904,'-20'-7'3898,"20"7"-3850,0 0 0,-1 0 0,1-1 0,0 1 0,0 0 0,0 0 0,0 0 0,-1 0 0,1 0 0,0 0 0,0 0 0,0 0 0,0 0 0,-1 0 0,1 0 0,0 0 0,0 0 0,0 0 0,-1 0 0,1 0 0,0 0 0,0 0 0,0 0 0,0 0 0,-1 0 0,1 0 0,0 0 0,0 0 0,0 0 0,0 1 0,-1-1 0,1 0 0,0 0 0,0 0 0,0 0 0,0 0-48,-3 3 463,1 0-1,-1-1 1,1 1-1,0 0 1,0 0 0,0 0-1,1 0 1,-1 0-1,1 1 1,-1-1-1,1 0 1,0 1-1,1-1 1,-1 1 0,0 0-463,0 6 184,1 0-1,0 0 1,0-1 0,1 1 0,0 0 0,2 6-184,4 15 127,6 12-127,-9-31 23,1 3 85,1-1 0,1 1 0,0-1 0,9 13-108,-15-25 51,0 0 1,0 0-1,0-1 1,1 1-1,-1 0 1,1-1-1,0 1 1,-1-1-1,1 0 1,1 2-52,-2-3 14,-1 0 0,1 0 0,0 0 0,-1 0 0,1 0 0,0 0 1,-1 0-1,1 0 0,0 0 0,-1 0 0,1 0 0,-1 0 0,1 0 0,0 0 0,-1-1 0,1 1 0,-1 0 1,1 0-1,0-1 0,-1 1 0,1-1 0,-1 1 0,1 0 0,-1-1 0,1 1 0,-1-1 0,0 1 1,1-1-1,-1 1 0,0-1 0,1 1 0,-1-1 0,0 1 0,1-1 0,-1 0 0,0 1 0,0-1 1,0 0-15,4-9 25,0 0 1,-1 0-1,0 0 1,-1-2-26,6-19-49,-1 6 9,6-25-121,3 1 0,1 0 0,15-25 161,-30 70-17,-1 1 0,1-1-1,1 1 1,-1 0 0,0 0-1,1 0 1,-1 0 0,1 0-1,0 0 1,2-1 17,-3 3 2,-1 1 0,0-1-1,0 1 1,1-1 0,-1 1 0,0 0 0,1-1 0,-1 1 0,0 0 0,1 0-1,-1 0 1,1 0 0,-1 0 0,0 0 0,1 0 0,-1 1 0,0-1-1,1 0 1,-1 1 0,0-1 0,1 1 0,-1-1 0,0 1 0,0 0-1,0 0 1,1-1 0,-1 1 0,0 0 0,0 0 0,0 0 0,-1 0-1,1 0 1,0 0-2,19 22 125,-2 1 0,0 0 0,-2 1-1,11 23-124,-8-15 67,63 108 290,-79-136-334,0 0 1,0 0-1,1 0 1,-1 0 0,1-1-1,0 0 1,0 1-1,1-1 1,-1-1-1,1 1 1,0-1-1,2 2-23,-6-5 3,0 0 0,1 1-1,-1-1 1,0 0 0,0 0-1,1 0 1,-1 0 0,0 0-1,0-1 1,1 1-1,-1 0 1,0 0 0,0-1-1,0 1 1,0-1 0,1 1-1,-1-1 1,0 1 0,0-1-1,0 0 1,0 0-1,0 1 1,0-1 0,0 0-1,-1 0 1,2-1-3,3-3 1,-1 0 1,0-1 0,0 0-1,3-4-1,27-54-131,0-9 131,-11 24-61,-11 22 5,-7 16 19,0 0 0,0 0 0,1 0 0,1 1 0,-1 0 0,2 0 1,2-2 36,-10 12 2,1-1 0,0 0 1,-1 0-1,1 1 1,0-1-1,-1 1 1,1-1-1,0 1 1,0-1-1,0 1 1,-1-1-1,1 1 1,0 0-1,0-1 1,0 1-1,0 0 0,0 0 1,0 0-1,0 0 1,0 0-1,0 0 1,0 0-1,-1 0 1,1 0-1,0 0 1,0 0-1,0 1 1,0-1-1,0 0 1,0 1-1,0-1 1,-1 0-1,1 1 0,0-1 1,0 1-1,0 0 1,-1-1-1,1 1 1,0-1-1,-1 1 1,1 0-1,-1 0 1,1-1-1,-1 1 1,1 0-3,3 6 22,0-1 1,-1 0 0,0 1 0,0 0 0,1 3-23,-3-8 4,72 210-1487,-55-177-1527,-3-12-5830,-7-11 5043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19:43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98 8704,'-5'-4'1122,"3"2"-575,0 1-1,0-1 1,-1 1 0,1-1 0,0 1 0,0 0 0,-1-1 0,1 1 0,-1 0 0,1 1 0,-1-1 0,0 0-547,2 1 1514,0-1-1093,0 0 0,0 1 0,-1-1 0,1 0-1,0 0 1,0 1 0,0-1 0,-1 1 0,1-1-1,-1 1-420,4 62 121,3-1 1,2 0-1,12 43-121,24 66-1101,-8-60-2732,-26-86 362,-6-16 382,2 1 140</inkml:trace>
  <inkml:trace contextRef="#ctx0" brushRef="#br0" timeOffset="462.81">95 166 9984,'-46'-30'4757,"40"26"-4204,-18-9 2648,23 12-3012,0 1 0,0-1 0,0 1 0,0-1-1,0 0 1,0 0 0,0 0 0,0 0-1,0 1 1,0-1 0,0 0 0,1-1 0,-1 1-1,0 0 1,1 0 0,-1 0 0,1 0-189,-1-1 28,0 1 0,1-1 0,-1 0 0,1 1 0,0-1 0,-1 0 0,1 1 0,0-1 0,0 0 0,0 1 0,0-1 0,1 0 1,-1 1-1,0-1 0,1 1 0,-1-1 0,1 0 0,-1 1 0,1-1 0,0 1-28,1-2-5,0 0 1,0 1-1,1-1 0,-1 1 0,1-1 1,-1 1-1,1 0 0,0 0 0,0 0 1,0 1-1,0-1 0,0 1 0,2-1 5,8-3-37,0 2-1,12-3 38,-11 3 14,16-3-50,1 1-1,0 1 1,0 2-1,0 1 0,0 2 1,0 0-1,30 7 37,-14-1 24,-1 3 0,0 1 0,35 15-24,-62-19 28,1 2 1,-1 0 0,-1 1-1,0 0 1,0 2-1,-1 0 1,-1 1-1,0 1 1,0 0 0,1 4-29,0 1 47,-2 0 1,0 1 0,-2 0 0,4 8-48,-13-20 35,0 1 1,0 0 0,0 0-1,-1 0 1,-1 0-1,0 0 1,0 1 0,0-1-1,-1 0 1,-1 1 0,0 0-1,0 7-35,-2-10 19,1 0-1,-1 0 1,0 0 0,-1 0-1,0 0 1,0 0-1,0-1 1,-1 1-1,0-1 1,0 0 0,0 0-1,-3 1-18,-6 8 65,0-2-1,-2 1 0,-14 10-64,15-14 33,0-1-1,-1 0 0,0-1 1,-1 0-1,0-1 0,-3 0-32,-22 6 190,-32 6-190,42-12-62,-1-1-1,1-2 1,-1-1 0,-16-1 62,34-2-406,0-1 1,0 0-1,1-1 1,-1-1 0,0 0-1,1-1 1,0 0-1,0-1 1,0 0 0,0-1-1,-2-2 406,12 6-522,0 0 0,0 0 1,0 0-1,0 0 0,1-1 0,-3-2 522,4 5-221,1-1 0,-1 0-1,1 1 1,-1-1 0,1 0 0,0 0 0,-1 0-1,1 0 1,0 1 0,-1-1 0,1 0-1,0 0 1,0 0 0,0 0 0,0 0-1,0 0 1,0 0 0,0 1 0,0-1 0,0 0-1,0 0 1,1 0 0,-1 0 0,0 0-1,1 0 1,-1 1 0,0-1 0,1 0 0,-1 0-1,1 1 1,-1-1 221,16-16-2853</inkml:trace>
  <inkml:trace contextRef="#ctx0" brushRef="#br0" timeOffset="989.33">1096 579 12032,'-28'-25'9498,"29"25"-9469,0 0 0,0 1-1,1-1 1,-1 0 0,0 0 0,0 0 0,0 0-1,0 0 1,0 0 0,0 0 0,0 0-1,1 0-28,4-1 12,8 1 6,0-2 0,1 1 0,-1-2 0,0 0 0,-1 0 0,1-1 0,9-5-18,16-8 167,32-20-167,-50 25 75,-9 6 21,-1-1 0,0-1 0,6-4-96,-13 9 73,0-1-1,0 0 0,-1 0 0,1 0 1,-1 0-1,0 0 0,0-1 1,-1 1-1,3-5-72,-4 8 7,-1 0 0,0 0 1,1 1-1,-1-1 0,0 0 0,1 0 1,-1 1-1,0-1 0,0 0 0,1 0 0,-1 0 1,0 1-1,0-1 0,0 0 0,0 0 1,0 0-1,0 0 0,-1 1 0,1-1 0,0 0 1,0 0-1,0 0 0,-1 1 0,1-1 1,0 0-1,-1 0 0,1 1 0,-1-1 0,1 0 1,-1 1-1,1-1 0,-1 0 0,0 1 1,1-1-1,-1 1 0,0-1 0,1 1 0,-1-1 1,0 1-1,1 0 0,-1-1 0,0 1 1,0 0-8,-3-1 19,0 0 0,1 1 1,-1-1-1,0 1 1,1 0-1,-1 0 0,0 1 1,0-1-1,0 1-19,-4 0 7,0 1 1,0 1-1,0 0 0,0 0 0,0 0 0,1 1 1,-5 3-8,-11 8 67,-15 13-67,28-20 5,0-1-11,1 0 0,1 1-1,-1 0 1,1 1 0,0 0 0,1 0 0,0 0 0,1 1 0,0 0-1,0 0 1,1 1 0,0-1 0,0 3 6,5-11-6,-1 1 1,0-1-1,1 1 0,0-1 1,-1 1-1,1-1 1,0 1-1,0 0 0,1-1 1,-1 1-1,0-1 1,1 1-1,0-1 0,-1 1 1,1-1-1,0 1 0,0-1 1,1 1-1,-1-1 1,0 0-1,1 0 0,-1 0 1,1 0-1,0 0 0,0 0 1,-1 0-1,1-1 1,1 1-1,-1-1 0,0 1 1,0-1-1,2 1 6,5 3-147,-1-1-1,1-1 1,1 0-1,-1 0 1,0 0-1,1-1 1,-1-1-1,5 1 148,15 0-1014,-1-1 0,1-2 0,0 0 0,0-2 0,16-5 1014,-17 2-2704,-1-1-1,0-1 0,10-5 2705,5-3-2810</inkml:trace>
  <inkml:trace contextRef="#ctx0" brushRef="#br0" timeOffset="1336.33">1729 65 13056,'-16'-13'4287,"16"12"-4068,-1 1 0,0-1-1,0 1 1,0 0-1,0-1 1,0 1 0,0 0-1,1-1 1,-1 1-1,0 0 1,0 0 0,0 0-1,0 0 1,0 0-1,0 0 1,0 0 0,0 0-1,0 0 1,0 1-1,0-1-218,-6 0 2322,8 45-2296,2 10-17,3-1-1,1 0 1,8 22-9,0 3-26,-4-25-2792,5 11 2818,6 11-6792,-17-56 2259,0-4 1493</inkml:trace>
  <inkml:trace contextRef="#ctx0" brushRef="#br0" timeOffset="2207.16">1566 465 11776,'-27'-6'3898,"26"6"-3542,-1 0 0,1 0 0,0-1 0,-1 1 0,1 0 0,0 0 0,-1 0 0,1 0 0,0 1 0,0-1 0,-1 0 0,1 1 0,0-1 0,-1 0 0,1 1 0,0-1 0,0 1 0,0 0-356,1-1 57,-1 0-1,1 0 0,0 0 0,0 0 1,0 0-1,0 1 0,0-1 0,0 0 1,-1 0-1,1 0 0,0 0 0,0 0 1,0 1-1,0-1 0,0 0 0,0 0 1,0 0-1,0 0 0,0 1 0,0-1 1,0 0-1,0 0 0,0 0 0,0 0 1,0 1-1,0-1 0,0 0 0,0 0 1,0 0-1,0 0 0,0 1 0,0-1 1,0 0-1,0 0 0,0 0 0,1 0-56,9 5 58,16-2-544,0-2 1,0 0-1,0-2 1,13-2 485,13 0-1589,1 1-2476,0 4-1,43 6 4066,-56-2-498,5 3 498,-25-4 2028,-7-2 243,0 0 1,0-1-1,1-1-2271,-8 0 282,0-1-1,0-1 0,1 1 1,5-2-282,6-2 54,0-1 0,0 0 1,0-1-1,-1-1 1,16-10-55,-24 12 71,-1 0 0,0-1 1,0 0-1,0 0 0,-1-1 1,0 0-1,0 0 0,4-7-71,-9 12 50,-1 0 0,0 0 0,0 0 0,0 0-1,-1 1 1,1-2 0,0 1 0,-1 0 0,1 0 0,-1 0 0,0 0-1,1 0 1,-1 0 0,0 0 0,0-1 0,-1 1 0,1 0-1,0 0 1,-1 0 0,1 0 0,-1 0 0,0 0 0,0 0-1,0-1-49,0 1 5,0 1-1,0 0 1,0 0 0,0 0-1,0 0 1,0 0-1,0 0 1,0 0-1,0 0 1,0 1-1,-1-1 1,1 0 0,0 1-1,0-1 1,-1 1-1,1-1 1,-1 1-1,1-1 1,0 1-1,-1 0 1,1 0 0,-1 0-1,1 0 1,0 0-1,-1 0 1,1 0-1,-1 0 1,1 1-1,-1-1 1,1 1 0,0-1-1,-1 1 1,1-1-1,0 1 1,0 0-1,-2 0-4,-4 3-28,0 1 0,1 0 0,-1 0-1,1 0 1,0 1 0,1 0 0,-1 0-1,1 0 1,0 1 28,-2 4-35,0-1-1,0 1 0,2 0 1,-1 1-1,-1 7 36,5-13-18,0 1 0,0 0 0,1 0 0,1-1-1,-1 1 1,1 0 0,0 0 0,0 0 0,2 5 18,-2-8-26,1 0 0,0 0 0,0 0 1,0 0-1,0 0 0,1 0 0,0 0 0,0-1 1,0 1-1,0 0 0,0-1 0,1 1 1,-1-1-1,1 0 0,0 0 0,1 1 26,1-1-83,1 1-1,0-1 0,0 0 0,0 0 0,0 0 1,1-1-1,-1 0 0,1-1 0,-1 1 0,1-1 1,0 0-1,-1-1 0,6 0 84,8 0-321,-1-2-1,1 0 1,18-5 321,-27 4-77,0 0 1,-1 0-1,1-1 0,8-4 77,-14 5 41,-1 1 0,1-1 0,0 0 0,-1 0-1,1 0 1,-1-1 0,0 0 0,0 0 0,-1 0-1,1 0-40,-1-1 112,0 0-1,-1 0 1,1-1 0,-1 1-1,-1 0 1,1-1-1,-1 1 1,0-1-1,0 0 1,-1 1-1,1-1 1,-1-5-112,0 18 50,0 0-1,0 0 1,1 0 0,0-1-1,1 1 1,-1 0-1,1-1 1,0 1 0,1-1-1,0 0 1,0 0 0,0 0-1,2 3-49,27 46 3328,-31-57-3098,1 0 0,0 0 0,-1 1 0,1-1 0,-1-1-1,0 1 1,0 0 0,0 0 0,0 0 0,0 0 0,0-1-230,17-37-774,44-95-4885,-15 51-3807,-20 46 5621</inkml:trace>
  <inkml:trace contextRef="#ctx0" brushRef="#br0" timeOffset="3193.62">2940 384 11392,'-3'-2'386,"-4"-1"1869,0-1 0,0-1 0,-5-4-2255,9 7 2081,3 5-439,2 9-879,-2 7-751,0 0 1,2 0 0,0 0 0,1-1 0,5 15-13,7 28 335,-9-35 497,1 0 1,5 10-833,-11-34 48,-1-1 1,1 0-1,-1 0 1,1 0-1,-1 0 1,1 0-1,0 0 1,0 0-1,-1 0 1,1 0-1,0 0 1,0 0-1,0 0 1,0 0-1,0-1 1,0 1-1,0 0 1,0-1-1,1 1-48,-2-1 11,1 0-1,0 0 0,0 0 1,0 0-1,-1 0 0,1 0 1,0 0-1,0 0 0,0-1 1,-1 1-1,1 0 0,0 0 1,-1-1-1,1 1 0,0-1 1,0 1-1,-1 0 0,1-1 1,0 1-1,-1-1 0,1 0 1,-1 1-1,1-1 0,-1 1 1,1-1-1,-1 0 0,1 1 1,-1-1-1,0 0-10,10-16-64,-1 0 1,-1 0-1,-1-1 1,0 0 63,1-3-201,1 0 0,7-13 201,-14 32-27,-1-1-1,1 1 1,-1 0 0,1 0-1,0 0 1,0 0 0,0 0-1,0 0 1,0 0 0,0 0-1,0 1 1,1-1 0,-1 1-1,0 0 1,1 0 0,-1 0-1,2-1 28,-2 2-2,0 0 0,0 0 0,0 0 0,0 0 0,0 0 0,0 0 0,0 0 0,0 0 0,0 1 0,0-1 0,0 1 0,0 0 0,0 0-1,-1-1 1,1 1 0,0 0 0,0 0 0,-1 1 0,1-1 0,-1 0 0,1 0 0,-1 1 0,2 1 2,9 11 42,-1 0 0,8 14-42,-9-13 89,0 0 0,2-1 1,5 6-90,-15-18 23,1 1 0,0 0 0,0-1 0,0 0 0,0 0-1,1 0 1,-1 0 0,1 0 0,-1 0 0,1-1 0,-1 0 0,1 0 0,0 0 0,0 0 0,0 0 0,-1-1 0,1 0 0,0 0 0,0 0 0,0 0 0,0-1-1,0 1-22,2-2 16,-1 1-1,1-1 1,-1 0-1,0-1 1,1 1-1,-1-1 0,0 0 1,-1-1-1,1 1 1,0-1-1,-1 0 1,0 0-1,0 0 0,0 0 1,-1-1-16,45-52-251,18-13 251,-64 67-9,0 1 0,0 0 1,1 1-1,-1-1 0,1 0 0,-1 1 0,1-1 0,0 1 0,0 0 1,0 0-1,2-1 9,-4 2 8,1 0 1,0-1 0,-1 1 0,1 0-1,0 0 1,-1 0 0,1 1 0,0-1-1,-1 0 1,1 1 0,-1-1-1,1 1 1,-1-1 0,1 1 0,-1 0-1,1-1 1,-1 1 0,1 0 0,-1 0-1,0 0 1,1 0 0,-1 0-1,0 1 1,0-1-9,17 20 184,0 2-1,5 11-183,-9-13-101,1 0 0,1-1 0,5 3 101,-19-21-267,0 0 1,1 0-1,-1 0 0,0 0 0,1 0 1,-1-1-1,1 1 0,0-1 0,-1 0 1,1 0-1,0 0 0,0 0 0,0 0 1,0-1-1,-1 1 0,1-1 0,0 0 0,0 0 1,0 0-1,0 0 0,0 0 0,0-1 1,0 1-1,0-1 0,0 0 0,0 0 1,-1 0-1,1 0 0,1-2 267,-1 2-14,-1-1 0,1 0 0,-1 0 0,0 0 0,0 0 0,0 0 0,0-1 0,0 1 0,0 0 0,-1-1 0,1 0 0,0-2 14,8-24 881,-7 21-85,-1 0-1,1 1 1,0-1-1,0 1 1,5-8-796,-4 10 598,-1 2 67,-1 7-430,2 5-266,9 20 60,-7-15-372,0 0 0,1 0 1,0-1-1,1 0 1,1 0-1,10 10 343,-12-13-991,12 10-3015,-18-19 3534,0 0 0,-1-1-1,1 1 1,0-1-1,0 1 1,0-1 0,0 1-1,0-1 1,0 0-1,0 1 1,0-1-1,0 0 1,0 0 0,0 0 472,7 0-3264</inkml:trace>
  <inkml:trace contextRef="#ctx0" brushRef="#br0" timeOffset="3556.53">3882 33 13312,'-50'-21'4991,"50"21"-3871,-27-8 736,18 5 320,4 6-1280,-8-3-224,8 0-448,-4 0-800,9 0 320,-5 0-1696,10 0 1120,-5 0-3680,9 5 2529,4 2-4257,6 6 3552</inkml:trace>
  <inkml:trace contextRef="#ctx0" brushRef="#br0" timeOffset="4213.65">4124 413 12800,'-15'0'4202,"14"0"-4103,1 0-1,-1 0 0,1 0 1,-1 1-1,1-1 1,-1 0-1,1 0 0,-1 1 1,1-1-1,-1 0 1,1 1-1,0-1 0,-1 0 1,1 1-1,0-1 1,-1 1-1,1-1 0,0 0 1,-1 1-1,1-1 0,0 1 1,0-1-1,-1 1 1,1-1-1,0 1 0,0-1 1,0 1-1,0 0 1,0-1-1,0 1 0,0-1 1,0 1-1,0-1 1,0 1-1,0-1 0,0 1 1,0-1-1,0 1 1,1-1-1,-1 1-98,41 119 347,-29-91 1093,15 24-1440,-6-13 1621,-21-40-1598,0 1 1,1-1-1,-1 0 0,0 1 1,0-1-1,0 1 0,0-1 1,0 0-1,0 1 0,1-1 1,-1 0-1,0 1 0,0-1 1,0 0-1,1 0 0,-1 1 1,0-1-1,1 0 0,-1 1 1,0-1-1,0 0 0,1 0 1,-1 0-1,0 1 0,1-1 1,-1 0-1,1 0 0,-1 0 1,0 0-1,1 0 0,-1 0 1,0 0-1,1 0 0,-1 0 1,1 0-1,-1 0 0,0 0 1,1 0-1,-1 0 0,0 0 1,1 0-1,-1 0 0,1 0 1,-1 0-1,0-1 0,1 1 1,-1 0-1,0 0 0,1 0 1,-1-1-1,0 1 0,0 0 1,1-1-24,13-21 33,-12 17-71,17-42-180,-6 13 84,-7 21 73,6-13-326,13-22 387,-21 41-49,0 1-1,0 0 0,1 0 0,0 0 0,0 0 0,0 1 1,1 0-1,-1 0 0,5-2 50,-9 7-4,0-1-1,1 1 1,-1-1 0,0 1 0,1-1-1,-1 1 1,1-1 0,-1 1 0,1 0-1,-1 0 1,1 0 0,-1 0 0,0 0-1,1 0 1,-1 0 0,1 1 0,-1-1-1,1 1 1,-1-1 0,0 1-1,1-1 1,-1 1 0,0-1 0,1 1-1,-1 0 1,0 0 0,0 0 0,0 0-1,0 0 1,0 0 0,0 0 0,0 0-1,1 1 5,2 4-7,1-1-1,-2 1 0,1 0 1,0 0-1,-1 0 0,1 4 8,12 36-305,-9-26-270,0 0 0,1 0-1,4 5 576,-9-20-173,-1-1 0,0 0 0,1 0 0,0 0 0,0 0 0,1-1 0,-1 1 0,1-1 0,-1 0 0,1 0 0,0 0 0,0 0 0,0-1 0,1 1-1,-1-1 1,2 0 173,-1-1-105,0 0-1,0 0 0,0 0 1,0-1-1,0 0 1,0 0-1,0 0 0,4-1 106,40-9-289,-49 10 287,100-32 221,-92 31 27,0-2-1,-1 1 0,1-1 1,-1 0-1,0 0 1,0-1-1,0 0 0,0-1 1,3-2-246,-6 4 167,-1 0-1,1-1 1,-1 0 0,1 0-1,-1 0 1,0 0 0,0-1-1,-1 1 1,1-1 0,-1 0 0,0 0-1,-1 1 1,1-1 0,-1 0-1,1-3-166,0-7 473,-1 0-1,0 0 0,-1-1 1,-1 1-1,0 0 0,-1 0 1,-3-14-473,4 27 8,1 1 0,0-1 1,-1 1-1,1 0 0,0-1 1,-1 1-1,0 0 0,1 0 1,-1 0-1,0-1 0,0 1 0,1 0 1,-1 0-1,0 0 0,0 0 1,0 0-1,0 0 0,0 1 0,-1-1 1,1 0-1,0 0 0,0 1 1,-1-1-1,1 1 0,0-1 1,0 1-1,-1-1 0,1 1 0,-1 0 1,1 0-1,0 0 0,-1 0 1,1 0-1,0 0 0,-1 0 1,0 0-9,-2 1 12,-1 0 1,1 1-1,0-1 1,0 1 0,0 0-1,0 0 1,1 0-1,-1 0 1,0 1 0,1 0-1,-2 1-12,-7 7 13,0 1 0,1 0 0,0 1-1,1 0 1,-6 11-13,12-19 4,0 1 1,1 0-1,0 0 0,1 1 1,-1-1-1,1 1 0,1-1 0,-1 1 1,1 0-1,0-1 0,0 1 0,1 0 1,0 0-1,0 0 0,1 2-4,0-5-3,0 0-1,1 0 1,-1 0 0,1 0-1,0 0 1,0 0 0,0-1-1,1 1 1,-1-1 0,1 0-1,0 0 1,0 0-1,0 0 1,0 0 0,1 0-1,-1-1 1,1 0 0,-1 1-1,1-1 1,0 0 3,8 3-90,-1 0 0,1-1 0,0 0-1,0-1 1,1 0 0,1 0 90,15 1-1005,0-2 1,0-1-1,0-1 0,7-2 1005,14-2-8914,2-3 8914,-11 1-3770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10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0 15104,'-13'5'7757,"-3"0"-296,-7-3-5368,23-2-2091,0 0 0,0 0 0,-1 0 0,1 0 0,0 0 0,-1 0 0,1 0 0,0 0 0,0 0 0,-1 0 0,1 0 0,0 0 0,-1 0 0,1 0 0,0 0 0,0 0 0,-1 0 0,1 0 0,0-1 0,-1 1 1,1 0-1,0 0 0,0 0 0,0 0 0,-1-1 0,1 1 0,0 0 0,0 0 0,0-1 0,-1 1 0,1 0 0,0 0-2,0 0-17,0 0 0,0 0 0,0 0 0,0 0 0,0 0 0,0 0 0,0 0 0,0 0 0,0 0 0,0 0 0,1 0 0,-1 0 0,0 0 0,0 0 0,0 0 0,0 0 0,0 0 0,0 0 0,0 0 0,0 0 0,0 0 0,0 0 0,0 0 0,0 0 0,0 0 0,0 0 0,0 0 0,0 0 0,0 0 0,0-1 0,0 1 0,0 0 0,0 0 0,0 0 0,0 0 0,0 0 0,0 0 0,0 0 0,0 0 0,0 0 0,0 0 0,0 0 0,0 0 0,0 0 0,0 0 0,0 0 0,0 0 0,0 0 0,0 0 17,0 1-1141,1-2-2462,-1 0 2697,1 1 0,-1-1 0,1 1 0,-1-1 0,1 1-1,-1-1 1,1 1 0,-1-1 0,1 1 0,-1-1 0,1 1 0,0 0 0,-1-1 0,1 1 0,0 0 906,8-1-4736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08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134 318 11648,'-2'0'694,"0"-1"0,0 1 0,0 0 1,0 0-1,0 0 0,0 0 0,0 0 1,0 0-1,0 0 0,0 1 1,0-1-1,-2 1-694,3 0 253,1-1 0,-1 1 1,0-1-1,1 1 0,-1-1 1,0 1-1,1-1 1,-1 1-1,1-1 0,-1 1 1,1 0-1,-1-1 0,1 1 1,0 0-1,-1 0 0,1-1 1,0 1-254,-2 12 81,3 14 59,1 0-1,1 0 1,1-1-1,2 1 0,0-1 1,2 0-1,10 21-139,-16-43 70,0 1 0,-1-1-1,1 0 1,-1 1 0,0 0 0,0-1-1,-1 4-69,1-8 8,-1 1 1,0-1-1,0 0 0,0 1 0,-1-1 0,1 0 0,0 1 0,0-1 0,0 0 1,0 1-1,0-1 0,0 0 0,0 1 0,-1-1 0,1 0 0,0 1 0,0-1 1,0 0-1,-1 0 0,1 1 0,0-1 0,0 0 0,-1 0 0,1 0 0,0 1 1,0-1-1,-1 0 0,1 0 0,0 0 0,-1 0 0,1 1 0,0-1 0,-1 0-8,0 0 20,-1-1 0,1 1 0,0 0 0,-1 0-1,1-1 1,-1 1 0,1-1 0,0 1-1,-1-1 1,1 0 0,0 1 0,0-1 0,-1 0-20,-14-10 302,0 0 0,0-1 0,-6-8-302,15 14 5,1 0 1,1 0-1,-1-1 0,1 0 1,0 0-1,0-1 0,1 1 1,-3-8-6,5 11-22,1-1 0,0 1 0,0 0 0,0 0-1,0-1 1,1 1 0,0 0 0,0-1 0,0 1 0,0 0 0,1-1 0,0 1 0,0 0 0,0-1 0,0 1 0,0 0 0,1 0 0,0 0 0,0 0-1,0 0 1,0 1 0,1-1 0,0 1 0,-1-1 0,1 1 0,0 0 0,1 0 0,-1 0 0,3-1 22,6-4-486,1 0 1,-1 1-1,2 1 1,-1 0-1,1 1 1,0 0-1,0 1 1,0 0-1,1 2 1,-1-1-1,4 2 486,-2 0-1684,0 0 0,0 1 0,-1 1 0,1 1 0,0 0 0,7 3 1684,19 6-3381</inkml:trace>
  <inkml:trace contextRef="#ctx0" brushRef="#br0" timeOffset="1130.29">494 453 14336,'-20'-16'6069,"20"16"-5914,-1 0-1,1-1 1,-1 1 0,1 0 0,-1-1 0,1 1 0,-1 0-1,1-1 1,0 1 0,-1-1 0,1 1 0,0-1 0,-1 1 0,1-1-1,0 1 1,0-1 0,-1 1 0,1-1 0,0 1 0,0-1-1,0 0 1,0 1 0,0-1 0,0 1 0,0-1 0,0 1 0,0-1-1,0 0 1,0 1-155,11-10 71,1 0 0,1 1 0,0 0 0,0 1 0,1 1 0,0 0 0,0 1 0,0 0 0,1 1 0,0 1 0,0 0 0,3 1-71,10-2-65,1 1-1,-1 2 1,1 1-1,-1 1 0,1 1 1,5 2 65,-15 0 5,-1 0 0,0 1 0,0 1 0,16 6-5,-28-9 13,0 1-1,0-1 1,0 2-1,0-1 1,-1 0-1,1 1 1,-1 0-1,0 1 1,0-1-1,0 1 1,-1 0-1,0 0 1,0 0-1,0 1 1,1 1-13,-4-5 4,0 0 1,0 0-1,0 1 1,0-1-1,0 0 1,-1 1-1,1-1 1,-1 1-1,0-1 1,0 0-1,1 1 1,-1-1-1,-1 1 1,1-1-1,0 1 1,-1-1-1,1 0 1,-1 1-1,0 1-4,-1 0 23,0-1-1,0 0 1,0 0-1,-1 1 1,1-1-1,-1-1 1,1 1-1,-1 0 0,0-1 1,0 1-1,-3 1-22,-6 3 61,1-1 0,-1 0 0,-1-1 0,1 0 0,-1-1 1,-9 2-62,-36 8 129,-1-4 0,0-2 1,0-2-1,-60-3-129,114-3 6,-7 0-44,0 0-1,0-1 0,0 0 1,0-1-1,0 0 0,0-1 1,1 0-1,-1-1 1,-4-2 38,13 5-90,1-1 1,0 1-1,-1 0 1,1 0-1,0-1 1,0 1-1,0-1 1,0 0-1,1 0 1,-1 0-1,0 0 1,1 0-1,-1 0 1,1 0-1,0 0 1,-1 0-1,1-1 1,0 1-1,0 0 1,1-1-1,-1 1 1,1-1-1,-1 1 1,1-1-1,0 1 1,-1-1-1,1 0 1,1 1-1,-1-1 1,0 1-1,1-1 1,-1 0 89,3-4-464,-1 1 0,1-1 0,0 1 0,1 0 0,0-1 0,0 2 0,0-1 0,0 0 0,4-2 464,1-2-987,0 2-1,1-1 1,-1 1 0,2 1 0,-1 0-1,1 0 1,0 1 0,5-2 987,10-4-3494,1 2 1,28-8 3493,-31 12-511,0 1 0,5 1 511,1 0 2455,0 2 0,4 2-2455,-23 0 1062,1 0 1,-1 2-1,0-1 1,0 1-1,0 1 1,0 0-1,0 1 1,0 0 0,-1 0-1,0 1 1,0 1-1,0-1 1,8 7-1063,-13-7 203,1-1 0,-1 0 0,0 1 0,0 0 1,-1 0-1,0 1 0,1-1 0,-2 1 0,2 1-203,5 13 166,0 0 0,0 5-166,-5-12 5,1 0-1,0 0 0,0-1 1,2 1-1,-1-2 0,10 12-4,-11-17 15,0 0 1,1 0-1,0 0 0,0-1 0,0 0 1,0-1-1,1 1 0,0-2 0,0 1 0,0-1 1,0 0-1,1 0 0,-1-1 0,1-1 0,-1 1 1,1-1-1,0-1 0,0 1 0,-1-2 0,1 1 1,0-1-1,-1 0 0,1-1 0,0 0 0,-1 0 1,0-1-1,7-3-15,2-3 407,0 0 0,0-1 0,10-8-407,-21 13 130,0 0-1,0-1 1,0 1-1,0-1 0,-1-1 1,0 1-1,0-1 1,-1 0-1,0 0 1,3-6-130,-1-2 122,0 0-1,-1 0 1,-1-1 0,0 1 0,-1-2-122,1-3-272,-4 23 235,1 0 0,0 0 0,-1-1 0,1 1 0,0 0 0,0-1 0,2 3 37,3 11-72,-2-5-176,1 1-1,0-1 0,1 0 1,0-1-1,1 1 0,0-1 0,0-1 1,1 1-1,0-1 0,1-1 1,9 8 248,-12-12-230,0 0 1,0 0 0,0-1 0,1 0 0,-1 0 0,1 0-1,0-1 1,0 0 0,0-1 0,0 1 0,0-1 0,0-1-1,0 1 1,0-1 0,1-1 0,-1 1 0,0-1 0,0 0 0,0-1-1,0 0 1,0 0 0,4-2 229,-4 1 66,1 0-1,-1 0 1,0 0 0,0-1-1,-1-1 1,1 1 0,-1-1 0,0 0-1,0 0 1,0-1 0,-1 0-1,0 0 1,0 0 0,-1 0-1,1-1 1,-2 0 0,1 0-1,-1 0 1,1 0 0,0-7-66,0-12 700,-1 1 0,-2 0 0,0 0 0,-3-12-700,-4-43 1466,-3-1 1,-17-61-1467,26 135-42,4 16 84,0 9 36,-1 0-1,0 12-77,1 10 106,6 18-45,2 0-1,3-1 1,10 25-61,-9-37-526,14 38-1566,-7-29-4912,-18-42 1703,0 0 1691</inkml:trace>
  <inkml:trace contextRef="#ctx0" brushRef="#br0" timeOffset="1716.21">1695 338 14080,'-27'-2'4591,"27"1"-4397,-1 1 0,0 0-1,0 0 1,0 0 0,1 0 0,-1 0-1,0 0 1,0 0 0,0 0-1,1 0 1,-1 0 0,0 0-1,0 0 1,0 1 0,1-1-1,-1 0 1,0 1-194,-2 0 739,17-3 3776,17 2-3646,11-2-1378,14 1-1610,1 2 1,42 7 2118,-49-3-1422,-37-4 1113,0 0 0,0 1 1,0 1-1,0 0 0,0 1 0,-1 0 0,1 1 0,-1 0 0,0 1 0,-1 1 0,0 0 0,0 0 0,2 3 309,-1-1 785,0 1-1,0-2 1,1 0-1,10 5-784,-18-11 163,0 0-1,0 0 0,0 0 0,1-1 0,-1 0 0,0 0 0,1 0 1,-1-1-1,1 0 0,-1 0 0,1 0 0,-1-1 0,1 1 0,3-2-162,11-5 168,1 0 0,-1-2 0,0 0 0,-1-1 0,0-1 0,-1 0 0,0-2 0,3-3-168,-15 11 157,0 1-1,-1-1 1,1 0-1,-1-1 0,-1 1 1,1-1-1,-1 0 1,0-1-1,0 1 1,0-1-1,-1 1 1,2-6-157,-4 9 26,-1 1 0,1-1 1,-1 0-1,1 1 0,-1-1 1,0 0-1,0 0 0,0 1 1,0-1-1,0 0 0,-1 1 1,1-1-1,-1 0 0,0 1 1,1-1-1,-1 0 0,-1 1 1,1 0-1,0-1 0,-1 1 1,1 0-1,-1-1 0,1 1 1,-1 0-1,0 0 0,0 0 1,-1-1-27,-1 1 25,1-1 0,-1 1 0,0-1 0,1 1 0,-1 0 0,0 0 0,0 1 0,0-1 0,0 1 0,-1 0 1,1 0-1,0 0 0,0 1 0,-1-1 0,1 1 0,0 0 0,-1 0 0,-1 1-25,-3 1 45,1 0 0,0 0 0,0 1 0,-1 1 0,2-1 0,-1 1 0,0 1 0,1-1 0,0 1 0,0 0 0,0 1 0,-4 4-45,2-1 89,0 1-1,0 0 1,1 0-1,0 1 1,1 0-1,0 1 1,1-1-1,-1 3-88,4-8 19,1-1 0,0 1 0,0 0 0,0 0 0,1-1 0,-1 1-1,2 0 1,-1 0 0,1 1 0,-1-1 0,2 0 0,-1 0 0,1 0 0,0 0 0,0 0 0,0 0 0,1 0-1,0-1 1,0 1 0,0 0 0,1-1 0,2 4-19,1-1-103,0-1 1,0 0-1,1 0 0,0-1 1,0 1-1,1-2 1,0 1-1,0-1 0,0 0 1,0 0-1,1-1 0,0-1 1,1 1 102,15 5-721,1-1 0,-1-2 0,1 0 0,5-2 721,103 11-5042,-1-8-4428,-77-5 5881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06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37 12800,'-7'-5'2301,"-1"-1"0,1 0 0,0 0 1,-3-4-2302,5 6 1925,4 6-1030,4 11-480,-1-10-269,0 7-48,1 0 1,-2 1 0,0-1-1,0 0 1,0 0-1,-2 3-98,2 8 81,19 288 381,-5-102-2508,-12-171 245,0-8-3551,-2 17 5352,-1-36-1870,-1 1-1,0-1 1,-1 1 0,0-1 1870,-3 11-3184</inkml:trace>
  <inkml:trace contextRef="#ctx0" brushRef="#br0" timeOffset="849.14">23 445 13312,'-19'-4'4287,"19"4"-4240,0 0-1,0 0 1,0 0-1,0 0 0,0 0 1,0 0-1,-1 0 1,1 0-1,0 0 1,0 0-1,0 0 0,0 0 1,0 0-1,0 0 1,0 0-1,-1 0 0,1 0 1,0 0-1,0 0 1,0 0-1,0 0 0,0 0 1,0 0-1,0 0 1,-1 0-1,1 0 0,0 0 1,0 0-1,0 0 1,0 1-1,0-1 0,0 0 1,0 0-1,0 0 1,0 0-1,0 0 1,0 0-1,-1 0 0,1 0 1,0 0-1,0 1 1,0-1-1,0 0 0,0 0 1,0 0-1,0 0 1,0 0-1,0 0 0,0 1 1,0-1-1,0 0 1,0 0-1,0 0 0,0 0 1,0 0-1,0 0 1,0 0-1,0 1 0,1-1 1,-1 0-1,0 0 1,0 0-1,0 0 1,0 0-1,0 0 0,0 0 1,0 0-1,0 0 1,0 1-47,5 5 1315,3-2-1209,0-1 0,0 0 0,0-1 0,0 0 0,0 0 0,1-1 0,-1 0 0,6 0-106,14 1 2,-1-1 1,1-2 0,10-2-3,81-13-263,-71 9 80,-19 2-111,0 0-1,0-2 0,-1-1 0,25-10 295,-44 15-16,-1-1-1,1-1 1,0 0 0,-1 0 0,0 0-1,-1-1 1,1 0 0,-1 0-1,0-1 1,0 0 0,-1-1 0,0 1-1,0-1 1,-1 0 0,0-1-1,3-7 17,-3 2 250,0 0 1,-1 0-1,-1 0 0,-1 0 0,0-1 0,0 1 0,-1-1 0,-1 1 0,-1-1 1,-2-12-251,1 22 106,1 8-129,-1 11-71,-1 100 39,0-36 814,4 31-759,1-66 271,-1-8 368,3 10-639,-3-35 238,1 0 0,0 0-1,1 0 1,0-1-1,0 1 1,4 5-238,-7-14 17,1 0 0,-1-1 0,0 1 0,1 0 0,-1-1 0,1 1 0,-1 0 0,1-1 0,-1 1 0,1-1 0,-1 1 0,1-1 0,0 1 0,-1-1 0,1 0 0,0 1 0,-1-1 0,1 0 0,0 1 0,0-1 0,-1 0 0,1 0 0,0 0 0,0 0 0,-1 0 0,1 0 0,0 0 0,0 0 1,0 0-1,-1 0 0,1 0 0,0 0 0,0 0 0,-1-1 0,1 1 0,0 0 0,-1-1 0,1 1 0,0 0 0,0-1-17,4-2 9,-1 0 1,1 0 0,-1 0 0,0-1-1,2-1-9,-1 0 18,37-34-256,-2-1 1,9-14 237,-47 51-23,0 1 1,1 0-1,-1-1 1,1 1-1,-1 0 1,1 0-1,0 0 0,0 1 1,0-1 22,-2 1-14,1 1 0,0-1 0,-1 1 0,1-1 0,0 1 0,0 0 1,-1 0-1,1 0 0,0 0 0,0 0 0,-1 0 0,1 0 0,0 1 0,0-1 0,-1 0 0,1 1 0,0 0 1,0 0 13,10 5-11,-1 1 1,0 1 0,0-1 0,0 2 0,-1 0 0,0 0 0,1 3 10,34 29 12,-36-34 13,1 0 0,-1-1 0,2 0 1,-1-1-1,0 0 0,1 0 0,0-1 0,6 1-25,-12-4 24,1 1 0,0-2 0,0 1 0,-1 0 0,1-1 0,0 0 0,0-1 0,0 1 0,-1-1-1,1 0 1,0 0 0,-1-1 0,1 0 0,-1 0 0,0 0 0,1-1 0,4-2-24,-6 2 56,0 0 0,0 0 1,0 0-1,0 0 0,-1-1 0,0 1 0,1-1 1,-1 0-1,0 0 0,-1 0 0,1-1 1,-1 1-1,0 0 0,0-1 0,0 0 0,0 1 1,-1-1-1,0 0 0,0 0 0,0 0 0,-1 0 1,1 0-1,-1 0 0,-1-4-56,1 5 10,0-6-115,1 14-110,3 17 104,6 29 112,-6-30-308,0-1 0,1 1 0,1-1 0,1 0 307,-1-3-1031,9 19-2449,-13-33 2878,-1 0 0,0-1-1,0 1 1,1 0 0,-1-1 0,1 1 0,0-1 0,-1 1 0,2 0 602,7-1-5397,3-4 1749</inkml:trace>
  <inkml:trace contextRef="#ctx0" brushRef="#br0" timeOffset="1167.18">1303 207 14720,'-46'-9'5439,"46"9"-4223,-42-5 768,34 2 288,3 6-1376,-4-3-128,4 0-544,0 0-288,5 0 32,0 0-992,5 5 576,5-2-1664,7 3 1184,12-3-2656,-7 0 2016,10 2-4767,5 4 3551</inkml:trace>
  <inkml:trace contextRef="#ctx0" brushRef="#br0" timeOffset="1522.05">1935 254 12160,'0'0'165,"1"0"0,-1 0 0,0 0 0,0 0 0,0 0 0,0 0 0,0 1 0,0-1 0,0 0 0,0 0 0,0 0 0,0 0 0,1 0 0,-1 0 0,0 1 0,0-1 0,0 0 0,0 0 0,0 0 0,0 0 0,0 0 0,0 1 0,0-1 0,0 0 0,0 0 0,0 0 0,0 0 0,-1 0 0,1 1 0,0-1-1,0 0 1,0 0 0,0 0 0,0 0 0,0 0 0,0 1 0,0-1 0,0 0 0,0 0-165,-8 5 4624,-19 3-15,14-5-4240,-34 12 499,-20 5-499,2 3 0,-1 4-369,24-10-65,23-10 3,1 1 0,-1 1 0,-14 9 62,32-17-20,-16 13-88,16-13 102,1-1 1,0 0 0,-1 1-1,1-1 1,0 1 0,0-1-1,-1 0 1,1 1 0,0-1-1,0 1 1,-1-1 0,1 0-1,0 1 1,0-1 0,0 1-1,0-1 1,0 1 0,0-1-1,0 1 1,0-1 0,0 1 0,0-1-1,0 1 1,0-1 0,0 1-1,0-1 1,0 1 0,1-1-1,-1 0 1,0 1 0,0-1-1,0 1 1,1-1 0,-1 0-1,0 1 1,1-1 0,-1 1-1,0-1 1,1 0 0,-1 0-1,0 1 1,1-1 0,-1 0 5,12 7-80,-1-2 1,1 1-1,0-1 0,0-1 1,1-1-1,-1 1 1,11 0 79,26 8-185,28 7-76,32 9 29,-92-22 202,0 0-1,0 1 1,-1 1 0,0 0-1,2 3 31,-15-9 20,1 0 0,-1 1 0,0 0 0,0-1 0,0 1 0,0 0 0,-1 0 0,1 1 0,-1-1-20,-1-2 12,0 0 0,-1 0 0,1 0 0,-1 1 0,1-1 0,-1 0 0,0 0 0,1 0 0,-1 1 0,0-1 0,0 0 0,0 0 0,0 1 0,0-1 0,0 0 0,0 0 0,0 0 0,0 1 0,-1-1 0,1 0 0,-1 0 0,1 0 0,-1 1 0,1-1 0,-1 0 0,1 0 0,-1 0 0,0 0 0,0 0-12,-2 2 27,0 0-1,0 0 1,-1 0-1,1-1 1,-1 1-1,0-1 1,0 0-1,0 0 1,0 0-1,0-1 1,0 0 0,-1 1-27,-11 2 35,0-1 0,-13 2-35,8-3-125,-17 3-449,-1-1-1,-19-2 575,47-2-851,-1-1 0,1 0 1,0 0-1,-1-1 1,1-1-1,0 0 0,1 0 1,-1-1-1,1-1 0,-11-5 851,19 9-357,1 1-1,-1-1 0,0 0 0,1-1 1,-1 1-1,0 0 0,1 0 0,-1-1 1,1 1-1,0-1 0,-1 1 0,1-1 0,0 1 1,0-1-1,0 0 0,0 0 0,0 0 1,1 1-1,-1-1 0,1 0 0,-1 0 1,1 0-1,-1 0 0,1-2 358,3-16-3509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18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30 11008,'-4'-9'7132,"4"9"-6890,0 0 0,0 0-1,0 0 1,0 0 0,0 0 0,0 0 0,0 0 0,0 0 0,0 0 0,0 0 0,0 0 0,0 0 0,0 0 0,0 0 0,0 0 0,-1 0 0,1 0 0,0 0-1,0 0 1,0 0 0,0 0 0,0 0 0,0 0 0,0 0 0,0 0 0,0 0 0,0 0 0,0 0 0,0 0 0,0 0 0,0 0 0,0 0 0,0 0 0,0 0-242,-6 16 369,-3 8-297,1 1 1,1 0-1,1 0 0,1 1 0,0 7-72,-2 9 13,-58 337 482,56-323-276,5-23 400,-2 0-1,-6 16-618,11-122 379,3-31-444,5 0-1,4 0 1,5 1 0,17-57 65,-29 143-73,0 1 0,1 0 0,1 0 0,1 0 0,0 1 0,6-9 73,-13 23-2,1 0 0,0-1 0,0 1 0,0 0 0,0 0 0,0-1-1,1 1 1,-1 0 0,0 0 0,0 0 0,1 1 0,-1-1-1,1 0 1,-1 0 0,1 1 0,-1-1 0,1 1 0,-1-1 0,1 1-1,-1 0 1,1 0 0,0-1 0,-1 1 0,1 0 0,-1 0-1,1 1 1,0-1 0,-1 0 0,1 0 0,-1 1 0,1-1 0,-1 1-1,1-1 1,-1 1 0,2 1 2,2 0 1,0 1-1,-1 1 1,1-1 0,-1 1-1,1 0 1,-1 0 0,0 0-1,-1 0 1,3 4-1,7 11-14,-1 0-1,-1 1 0,7 20 15,24 69-70,-26-65 115,139 316 134,-114-268-1377,-39-89 617,-1 0 0,0 1 0,0-1 0,0 1 0,0-1 0,0 1 581,-1-3-221,0-1 0,0 1 0,0-1 0,0 0-1,0 1 1,0-1 0,0 0 0,0 1 0,0-1 0,0 1 0,0-1 0,0 0 0,0 1 0,0-1-1,0 0 1,-1 1 0,1-1 0,0 0 0,0 1 0,0-1 0,-1 0 0,1 1 0,0-1 0,0 0-1,-1 0 1,1 1 0,0-1 0,0 0 0,-1 0 0,1 1 0,0-1 0,-1 0 0,1 0 0,0 0-1,-1 0 1,1 0 0,-1 0 0,1 1 0,0-1 0,-1 0 0,1 0 0,0 0 0,-1 0 0,1 0 0,-1 0-1,1-1 1,0 1 0,-1 0 0,1 0 0,0 0 0,-1 0 221,-7-1-3733</inkml:trace>
  <inkml:trace contextRef="#ctx0" brushRef="#br0" timeOffset="337.22">42 573 11904,'-24'-4'3898,"24"4"-3862,0 0-1,0 0 1,0 0-1,0-1 0,0 1 1,-1 0-1,1 0 1,0 0-1,0 0 1,0 0-1,0 0 1,-1 0-1,1 0 0,0 0 1,0 0-1,0 0 1,0 0-1,-1 0 1,1 0-1,0 0 0,0 0 1,0 0-1,0 0 1,-1 0-1,1 0 1,0 0-1,0 1 1,0-1-1,0 0 0,0 0 1,0 0-1,-1 0 1,1 0-1,0 0 1,0 0-1,0 1 1,0-1-1,0 0 0,0 0 1,0 0-1,0 0 1,-1 0-1,1 1 1,0-1-1,0 0 1,0 0-1,0 0 0,0 0-35,-6 15 1771,6-15-1632,-1 0-1,1 0 1,0 0 0,0 0 0,0 1-1,0-1 1,0 0 0,-1 0-1,1 0 1,0 1 0,0-1-1,0 0 1,0 0 0,0 0 0,0 1-1,0-1 1,0 0 0,0 0-1,0 0 1,0 1 0,0-1-1,0 0 1,0 0 0,0 0 0,0 1-1,0-1 1,0 0 0,0 0-1,0 1 1,0-1 0,0 0-1,0 0 1,1 0 0,-1 0 0,0 1-1,0-1 1,0 0 0,0 0-1,0 0 1,1 0 0,-1 1-1,0-1 1,0 0 0,0 0 0,1 0-139,12-2 2339,30-14-2891,-27 9 933,31-8-486,1 2-1,0 3 0,15-1 106,11-2-1026,-5 3-2256,-44 7-1009,0-1 0,0-1 0,13-5 4291,-10 0-4847,-5 4 1748</inkml:trace>
  <inkml:trace contextRef="#ctx0" brushRef="#br0" timeOffset="772">766 110 11648,'-32'-22'7397,"27"18"-2256,4 2-3437,1 2-1544,-4 5 3,4-2-173,-1 0 1,1 0 0,0 1-1,0-1 1,0 0 0,0 0-1,0 1 1,1-1 0,-1 0-1,1 2 10,1 3-8,6 43-163,3 0 0,2-1 0,9 18 171,18 38-1177,5 0 1177,-10-12-5819,-15-38-3183,-12-40 5802</inkml:trace>
  <inkml:trace contextRef="#ctx0" brushRef="#br0" timeOffset="1211.63">648 193 14592,'-32'-20'7930,"32"20"-7884,0 0 0,0 0 0,0-1 1,0 1-1,0 0 0,0 0 0,0 0 0,0 0 0,0 0 1,0-1-1,0 1 0,0 0 0,0 0 0,0 0 0,0 0 1,0-1-1,0 1 0,0 0 0,0 0 0,0 0 0,0 0 0,0 0 1,0-1-1,0 1 0,0 0 0,0 0 0,0 0 0,0 0 1,0 0-1,1-1 0,-1 1 0,0 0 0,0 0 0,0 0 1,0 0-1,0 0 0,0 0 0,0 0 0,1 0 0,-1-1 0,0 1 1,0 0-1,0 0 0,0 0-46,14-8 329,-2 0-401,1 1 37,1 0 0,-1 1 0,2 0 0,-1 1-1,1 1 1,-1 0 0,1 1 0,0 0 0,0 1 0,1 1 0,8 1 35,-3 0 10,0 1 0,0 1 1,-1 1-1,1 1 0,-1 1 0,0 1 1,0 0-1,4 4-10,-7-2 34,-1 1-1,0 0 1,0 1 0,-1 1-1,0 0 1,-1 1 0,-1 1-1,0 0 1,-1 1 0,9 12-34,-11-13 30,-1 1-1,0 0 1,-1 0 0,-1 1-1,0 0 1,-1 0 0,-1 1-1,0-1 1,-1 1 0,-1 0 0,0 1-1,-1 2-29,-1-10 30,-1 1 0,-1 0 0,1 0 0,-2 0 0,1-1-1,-1 1 1,-1 0 0,1-1 0,-2 0 0,1 0 0,-1 0 0,-1 0-1,0 0 1,0-1 0,0 0 0,-1 0 0,0-1 0,-1 1 0,0-1 0,-6 5-30,-11 6 73,-1-1 0,-1-1 0,0-2 1,-15 6-74,22-11-188,1-2 1,-2-1-1,1 0 1,-1-1 0,1-1-1,-1-1 1,-7-1 187,18-1-490,-1-1 1,1 0-1,0-1 1,-9-1 489,16 1-391,-1 1 0,1-1 1,-1 0-1,1 0 0,-1 0 0,1 0 1,-1 0-1,1 0 0,0-1 0,0 1 0,0-1 1,0 1-1,0-1 0,0 0 0,0 0 1,0 0-1,1 0 0,-2-1 391,3 1-487,-1-1-1,0 1 0,0 0 0,1-1 1,-1 1-1,1 0 0,0-1 1,0 1-1,0-1 0,0 1 1,0 0-1,0-1 0,0 1 1,1 0-1,0-1 0,-1 1 0,1 0 1,0-2 487,12-27-3296</inkml:trace>
  <inkml:trace contextRef="#ctx0" brushRef="#br0" timeOffset="1691.13">1612 179 11392,'-4'-1'384,"-16"-5"6724,19 6-6857,0 0-1,1 0 0,-1 0 0,0 1 1,0-1-1,1 0 0,-1 0 0,0 0 1,1 0-1,-1 1 0,0-1 0,1 0 1,-1 1-1,0-1 0,1 0 0,-1 1 1,1-1-1,-1 1 0,0-1 0,1 1 1,-1-1-1,1 1 0,0-1 0,-1 1 1,0 0-251,-2 7 114,-1-1 0,1 1 0,0 0 0,1 0 1,0 0-1,0 0 0,1 0 0,-1 3-114,0 18 31,1 22-31,1-21 12,2 0 0,1 0 0,1 0 1,2 1-13,-2-14 22,1 1 1,0-1 0,2 0-1,0 0 1,1 0 0,1-1 0,2 4-23,-3-10 14,0-1 0,0 1 1,1-1-1,0-1 0,0 1 1,1-2-1,0 1 0,1-1 1,-1-1-1,1 0 0,1 0 1,-1-1-1,1-1 0,0 0 1,0-1-1,10 2-14,5 0-507,1-2 1,0-1-1,20-2 507,-28-1-1702,0-1 1,6-2 1701,-10 1-2763,0-1 1,-1 0 0,3-2 2762,9-3-3520</inkml:trace>
  <inkml:trace contextRef="#ctx0" brushRef="#br0" timeOffset="2029.31">1576 568 13696,'-50'10'4426,"35"-5"-2538,-6 6-187,11-4 646,9-5-1186,16-4-773,-4 0-310,8-2-173,0-1 1,0 0-1,15-8 95,55-26-1548,-72 31 990,102-53-4457,-47 22-2055,-39 24 3700</inkml:trace>
  <inkml:trace contextRef="#ctx0" brushRef="#br0" timeOffset="2361.18">1580 280 13312,'-17'-3'1672,"11"2"-537,-1 0 0,0-1 1,0 0-1,-3-2-1135,4 2 199,2 1 368,0 0-1,0 0 0,0 0 0,0-1 0,0 0 0,0 0 0,0 0 1,1 0-1,-1-1 0,0 1-566,4 1 52,-1 0 1,1 0-1,0-1 0,-1 1 1,1 0-1,0 0 0,0 0 1,0 0-1,-1 0 0,1 0 1,1 0-1,-1 0 0,0-1 1,0 1-1,0 0 0,0 0 1,1 0-1,-1 0 0,1 0 1,-1 0-1,1-1-52,12-19 160,-7 16-150,1-1 1,-1 1-1,1 0 1,1 0-1,-1 1 1,1 0 0,-1 0-1,1 1 1,0 0-1,2-1-10,20-4-13,0 1 1,6 0 12,36-5-1302,1 4 1,28 1 1301,-41 6-9514,46 6 9514,-69-1-4763,-2 4 1574</inkml:trace>
  <inkml:trace contextRef="#ctx0" brushRef="#br0" timeOffset="2934.72">2660 179 12288,'-32'-34'9381,"30"31"-9222,-1 1 0,1 0 0,-1 0 0,0 1 0,0-1 0,0 0 1,0 1-1,0 0 0,-1 0 0,1 0 0,0 0 0,-1 0 0,1 0 0,0 1 0,-1 0 1,1 0-1,-1 0 0,1 0 0,0 0 0,-1 1 0,1-1 0,0 1 0,-1 0 1,1 0-1,0 0 0,0 1 0,-1 0-159,-7 3-26,1 0 1,0 1-1,0 0 1,1 0-1,0 1 0,0 1 1,-2 2 25,-12 13 70,1 1 1,2 1-1,0 1 1,-6 14-71,-4 9 40,3 1 1,0 5-41,17-34 11,2 0 1,1 0-1,1 1 1,0 0-1,2 0 1,-1 10-12,4-25 14,1-1 0,0 1 1,0-1-1,0 1 0,1 0 1,0-1-1,0 0 0,1 1 1,0-1-1,0 2-14,0-5 14,0 1-1,0 0 1,0-1-1,0 1 1,1-1-1,-1 0 1,1 1 0,0-1-1,0 0 1,0-1-1,0 1 1,0-1-1,1 1 1,-1-1 0,4 2-14,3 0 21,-1 0 0,1 0 0,0-1 1,1 0-1,-1-1 0,0 0 0,1-1 1,-1 0-1,1-1 0,-1 0 1,1 0-1,-1-1 0,3-1-21,10-2 78,-2-2 0,1 0 0,-1-1 0,0-1 0,13-7-78,-31 13 43,0 1 0,1-1 0,-1 0 0,0 0 0,0-1 0,0 1 0,-1 0 1,1-1-1,0 0 0,-1 0 0,0 0 0,1 0 0,-1 0 0,-1 0 0,1 0 0,0-1 0,-1 1 0,1-1 0,-1 0-43,1-7 198,1-1 0,-2 0 0,0 0 0,0 0 0,-1-9-198,0 24-12,1-1 1,-1 0-1,1 0 0,-1 0 1,1 1-1,0-1 0,0 0 1,0 0-1,0 0 1,2 1 11,17 24 59,-9-12-82,9 18-548,2 1-1887,-3-11-2742,-16-19 4424,26 25-8496,-12-14 5214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31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73 479 13056,'-31'3'7983,"62"-10"-2921,3 2-3392,80-7-3532,-47 5-1552,-24-3-2729,-32 3 1140,-2 3 1622</inkml:trace>
  <inkml:trace contextRef="#ctx0" brushRef="#br0" timeOffset="348.77">73 353 13440,'-29'3'4346,"19"0"-2421,7-2-1810,-15 8 2725,17-8-2603,0-1 0,1 1-1,-1-1 1,0 1-1,0-1 1,1 1 0,-1 0-1,0-1 1,1 1-1,-1 0 1,0 0 0,1-1-1,-1 1 1,1 0-1,-1 0 1,1 0 0,0 0-1,-1 0 1,1 0-237,0 0 14,0-1 0,0 0 0,0 0 0,0 0 0,0 1 0,0-1 0,1 0 0,-1 0 0,0 0 0,0 1 0,0-1 0,0 0 0,0 0 0,1 0 0,-1 0 0,0 0 0,0 1 0,0-1 0,1 0 0,-1 0 0,0 0 0,0 0 0,0 0 0,1 0 0,-1 0 0,0 0 0,0 0 0,1 0-1,-1 0 1,0 0 0,0 0 0,0 0 0,1 0 0,-1 0 0,0 0 0,0 0 0,1 0 0,-1 0 0,0 0-14,11-2 35,-10 2 19,144-29-143,-15 4-2063,-44 6-2774,-57 12-775,-1 5 1749</inkml:trace>
  <inkml:trace contextRef="#ctx0" brushRef="#br0" timeOffset="992.67">967 200 12288,'-42'-28'9775,"42"27"-9659,0 1-1,-1-1 0,1 1 1,0 0-1,-1-1 0,1 1 0,0-1 1,0 0-1,-1 1 0,1-1 1,0 1-1,0-1 0,0 1 1,0-1-1,0 1 0,0-1 0,0 0 1,0 1-1,0-1 0,0 1 1,0-1-1,0 1 0,0-1 1,0 1-1,0-1 0,1 0 0,-1 1-115,6-16 437,-5 15-232,3-7-105,0 1-1,1 0 1,0 0-1,0 0 1,1 1 0,0 0-1,0 0 1,0 0 0,1 1-1,-1 0 1,3-1-100,9-5 102,1 1 0,-1 0 1,21-6-103,-30 12 12,-1 1 0,2 1 0,-1 0 1,0 0-1,0 0 0,1 1 1,-1 1-1,0 0 0,1 0 1,-1 0-1,1 1 0,-1 1 1,1 0-14,-7-1 14,0 1-1,0-1 1,0 0-1,0 1 0,0 0 1,-1 0-1,1 0 1,-1 0-1,1 0 0,-1 1 1,0-1-1,0 1 1,0-1-1,0 1 0,0 0 1,-1-1-1,1 1 1,-1 0-1,0 0 0,0 0 1,0 1-1,0-1 0,0 0 1,-1 0-13,2 9 14,0 0 0,-1-1 0,-1 1 0,0 0 0,-1 10-14,0-8 11,-1 1 0,-1 0-1,0-1 1,-1 0 0,0 0-1,-1 0 1,-1 0 0,0-1-1,-1 0 1,0 0 0,-1-1-1,0 0 1,-1 0 0,-1-1-1,-7 8-10,-12 8 23,-2-1 0,-1-2-1,-1-1 1,-31 17-23,57-36-17,-96 51-221,78-42 124,-1-3 0,0 0 0,-5 0 114,27-9-34,1 0-1,-1 0 1,0-1 0,0 1 0,0-1-1,0 0 1,-2 0 34,6 0-8,-1-1 0,1 1 0,-1 0 0,1 0 0,-1 0 0,1 0 0,-1 0 0,1-1 0,-1 1 0,1 0 0,-1 0 0,1-1 0,-1 1 0,1 0 0,-1-1 0,1 1 0,0 0 0,-1-1 0,1 1 0,-1-1 0,1 1 7,0-1-4,0 0 0,0 1 0,0-1 0,0 0 0,0 1-1,0-1 1,0 0 0,0 1 0,0-1 0,0 0-1,0 1 1,0-1 0,1 0 0,-1 1 0,0-1-1,0 1 1,1-1 0,-1 0 0,1 1 0,-1-1-1,0 1 1,1-1 5,1-1-8,-1 0 0,1 0-1,0 0 1,0 0 0,0 0 0,1 1-1,-1-1 1,0 1 0,1-1-1,-1 1 1,0 0 0,1 0 0,0 0-1,-1 0 1,2 0 8,9-1-9,-1-1 0,13 1 9,-23 2-2,29-2-23,0 1 1,0 2-1,12 2 25,98 17 124,-101-14-110,22 6-229,-40-7-835,-1 0 0,2-2-1,-1-1 1,0 0 0,13-2 1050,-25-1-521,0 1-1333,-1-1 0,1 0 1,-1-1-1,2-1 1854,13-5-3669</inkml:trace>
  <inkml:trace contextRef="#ctx0" brushRef="#br0" timeOffset="1440.74">1607 365 12160,'-1'-1'557,"-1"1"1,0-1-1,0 1 1,0-1-1,1 0 1,-1 1-1,0-1 1,1 0-1,-1 0 1,1 0 0,-1 0-1,1-1 1,-1 1-1,1 0 1,0-1-1,0 1 1,0-1-1,0 1 1,0-1-1,0 1 1,-1-2-558,2 1 178,-1 0-1,1 0 1,0 0 0,-1 0-1,1-1 1,0 1 0,0 0-1,0 0 1,1 0 0,-1 0-1,0 0 1,1-1 0,-1 1-1,1 0 1,0 0 0,0 0-1,0 0 1,1-1-178,4-7 94,1 0 1,1 0-1,-1 1 1,2 0-1,-1 0 1,1 1-1,1 0 1,-1 1-1,1 0 1,0 0-1,1 1 1,0 1-1,0 0 0,9-3-94,-12 5 8,0 1-1,0 0 0,0 1 0,0 0 0,1 0 0,-1 1 0,0 0 1,1 0-1,-1 1 0,0 0 0,0 0 0,1 1 0,-1 0 0,0 1 1,-1-1-1,1 2 0,0-1 0,-1 1 0,0 0 0,1 1-7,7 5 13,-1 0 1,0 1-1,-1 0 0,0 1 0,-1 1 0,0 0 0,-1 0 1,0 1-1,-1 1-13,-5-7 24,0 0 0,-1 0 0,0 0 1,0 0-1,-1 1 0,0 0 0,0-1 0,-1 1 0,0 0 1,-1 0-1,0 0 0,-1 1 0,1-1 0,-2 0 0,0 6-24,0-7 29,-1 0 1,0 0-1,0 0 0,0 0 0,-1-1 0,-1 0 0,1 1 0,-1-1 0,0 0 0,-1-1 0,1 1 0,-1-1 0,-1 0 0,1 0 0,-1 0 0,0-1 0,-1 0 0,0 1-29,-8 2 71,0-1 0,0-1 0,-1 0 0,0-1-1,0 0 1,0-1 0,-12 0-71,1 1 33,1-1-1,-1-1 1,-1-2 0,1-1-1,0-1 1,0-1 0,-7-2-33,23 2-22,0-1 1,0 0-1,0-1 1,0 0-1,1-1 1,0 0-1,-1 0 1,-4-5 21,8 5-51,1 0-1,0 0 1,0-1-1,0 0 1,0 0 0,1-1-1,0 1 1,1-1-1,-1 0 1,1-1 0,1 1-1,-2-5 52,2 3-155,0 0-1,1 0 0,0 0 1,0-1-1,1 1 1,1 0-1,0-1 0,0 1 1,0 0-1,1 0 1,1-1-1,0 1 0,0 0 1,0 0-1,1 0 1,1 1-1,2-6 156,0 2-834,0-1-1,2 1 1,-1 1-1,1 0 0,4-4 835,-3 5-1597,1-1 0,0 1-1,1 1 1,0 0-1,1 1 1598,33-19-4138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29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700 287 12160,'-16'-33'5690,"11"20"-4525,-1 0 0,-1 1-1,0 0 1,-1 0 0,-3-3-1165,-4-3 233,0 2-1,-1 0 1,-1 1-1,0 0 1,-1 2 0,0 0-1,-1 1 1,-1 1-1,0 0 1,0 2 0,-1 0-1,0 2 1,-2 0-233,19 5-14,-1 1 0,1 0 0,-1 1 0,1-1 0,-1 1 0,1 0 0,-1 0 0,1 1 0,-1-1 0,1 1 0,-1 0 0,1 0 0,-1 0 0,1 1 0,0-1 0,0 1 0,0 0 0,0 1 0,0-1 0,0 0 0,1 1 0,-1 0 0,1 0 0,0 0 0,-1 1 0,1-1 0,1 1 0,-1-1 0,1 1 0,-1 0 0,1 0 0,-2 4 14,-2 12-2,-1 0 1,2 0-1,1 1 0,1-1 1,0 1-1,2 0 1,0 18 1,4 39 56,7 33-56,-10-106 3,28 198 82,16 35-85,-26-167-1606,6 11 1606,5 19-7743,-28-89 2709,-1-3 1610</inkml:trace>
  <inkml:trace contextRef="#ctx0" brushRef="#br0" timeOffset="342.57">44 684 14464,'-12'0'2134,"10"0"-1674,0 0-1,0 0 1,0-1 0,0 1 0,0 0 0,0-1-1,0 1 1,1-1 0,-1 0 0,0 1 0,0-1 0,0 0-1,-1-1-459,0 0 820,2 1 23,14 3 662,4-5-1304,1 1-1,-1 1 0,1 0 1,2 1-201,43-2-114,135-12-2116,-60 9-2820,-69 1-8203,41-8 13253,-59 5-3050</inkml:trace>
  <inkml:trace contextRef="#ctx0" brushRef="#br0" timeOffset="675.4">905 222 13568,'-53'-23'8037,"53"23"-7887,-1 0 0,1-1 1,-1 1-1,1 0 0,-1 0 0,1 0 1,-1 0-1,1 0 0,-1 0 1,1 0-1,-1 0 0,1 0 0,-1 0 1,1 0-1,-1 0 0,1 0 0,-1 0 1,1 1-1,-1-1 0,1 0 1,-1 0-1,1 0 0,-1 1 0,1-1 1,0 0-1,-1 1 0,1-1 1,-1 0-1,1 1 0,0-1-150,-1 2 106,0-1-1,0 1 1,0-1 0,1 1-1,-1-1 1,1 1 0,-1-1-1,1 1 1,0 0-1,-1 1-105,1 7-191,-1 1-1,2-1 0,0 5 192,-1-11 312,35 291-570,-2-102-4471,-31-183 3407,0 0-1,1 1 0,0-1 1,1 0-1,0-1 1,0 1-1,1-1 0,0 0 1,4 5 1322,9 11-3360</inkml:trace>
  <inkml:trace contextRef="#ctx0" brushRef="#br0" timeOffset="1028.88">1063 578 14464,'-18'-7'4735,"18"7"-4542,-1 0-1,1 0 1,-1 0-1,1 0 0,0 0 1,-1 0-1,1 0 1,-1 0-1,1 0 0,-1 0 1,1 0-1,-1 0 1,1 1-1,-1-1 0,1 0 1,0 0-1,-1 0 1,1 1-1,-1-1 0,1 0 1,0 0-1,-1 1 0,1-1-191,-2 2 951,5-4-68,3-3-752,1 1 1,0-1 0,1 1 0,-1 0-1,1 1 1,0 0 0,3-1-133,6-3-39,-8 4 31,1 0 0,0 0 0,0 1 0,0 1 0,0-1 0,0 2 0,0-1 0,0 1 0,0 1 0,9 1 8,-7 0 13,0 0-1,0 1 1,0 1 0,0-1-1,-1 2 1,0 0 0,0 0 0,8 5-13,-15-7 11,0 0 0,1 1 0,-1-1 1,0 1-1,-1-1 0,1 1 0,-1 1 1,1-1-1,-1 0 0,-1 1 0,2 1-11,-3-3 10,1 0 0,-1 0 0,0 0 0,0 0 0,0 0 0,-1 0 0,1 0 0,-1 1 0,0-1 0,0 0 0,0 0 0,0 0 0,0 1 1,-1-1-1,0 0 0,1 0 0,-1 0 0,-1 3-10,-1 1 32,-1 0 1,1 0 0,-1 0 0,0-1 0,-1 1 0,0-1 0,0 0 0,0 0 0,-1-1 0,1 1 0,-1-1 0,-1-1 0,1 1 0,-1-1 0,1 0 0,-1 0-1,-5 1-31,-5 2 21,0-1 0,-1-1 1,1 0-1,-1-1 1,0-1-1,0-1 1,-6 0-23,18-2-40,-1 0-1,0 0 1,1-1-1,-1 0 1,1-1 0,-1 1-1,1-1 1,0 0 0,-1-1-1,1 0 41,2 1-81,0 0 0,0-1 0,1 1 1,-1-1-1,1 0 0,0 0 0,0 0 0,0 0 0,0-1 0,1 1 0,-1-1 0,1 0 0,0 1 0,0-1 0,0 0 0,0-1 81,0-2-310,0 0 0,1 0 0,0 0 0,0 0-1,0 0 1,1 0 0,0 0 0,0 0 0,1 0 0,0 0 0,0 0-1,0 0 1,2-1 310,0-3-1176,0 0 0,1 0 0,0 1-1,1 0 1,0 0 0,1 0 0,0 0-1,0 1 1,6-6 1176,24-22-3269</inkml:trace>
  <inkml:trace contextRef="#ctx0" brushRef="#br0" timeOffset="1577.68">1511 515 12032,'-14'6'4511,"8"-2"-1257,6-4-3200,0 0 0,0 0 0,1 0 0,-1 0 0,0 0 0,0 0 0,0 0 0,0 0 0,0 0 0,0 0 0,0 0 0,0 0 0,0 0 0,0 0-1,0 0 1,0 0 0,0 0 0,0 0 0,0 0 0,0 0 0,0 0 0,0 0 0,0 0 0,0 0 0,0 0 0,0 0 0,0 0 0,0 0 0,0 1 0,0-1 0,0 0 0,0 0 0,0 0 0,0 0 0,0 0 0,0 0 0,0 0 0,0 0 0,0 0 0,0 0 0,0 0 0,0 0 0,0 0 0,0 0 0,0 0 0,0 0 0,0 0 0,0 0 0,0 0 0,0 0 0,0 0 0,0 0 0,0 0 0,0 0 0,0 0 0,0 0 0,0 0-54,0 0 1205,0 0-501,0 0-138,1 5-445,-1-1 0,1 0 0,0 0 0,0 1 0,1-1 0,-1 0 0,1 0 0,1 2-121,4 11 29,29 76-136,-25-66 289,2-1-1,0-1 1,10 12-182,-20-31 74,-3-5-39,1 0-1,-1 0 1,1-1 0,-1 1 0,0 0 0,1-1-1,0 1 1,-1 0 0,1-1 0,-1 1-1,1 0 1,0-1 0,-1 1 0,1-1 0,0 1-1,-1-1 1,1 0 0,0 1 0,0-1 0,0 1-35,0-2 16,-1 1 0,1 0 0,-1 0 0,1-1 0,-1 1 1,0 0-1,1 0 0,-1-1 0,1 1 0,-1 0 0,0-1 0,1 1 1,-1-1-1,0 1 0,0-1 0,1 1 0,-1 0 0,0-1 1,0 1-1,1-1 0,-1 1 0,0-1 0,0 1 0,0-1 1,0 1-17,2-10 84,0 0 0,-1 1 0,0-8-84,0 5 8,2-9-113,2 1 1,0 0-1,1 0 1,1 1-1,3-6 105,-9 23-12,-1 1 0,1-1 0,-1 1 1,1 0-1,-1 0 0,1-1 0,0 1 0,0 0 0,0 0 0,0 0 0,0 0 0,0 0 1,0 0-1,0 0 0,0 0 0,1 0 0,-1 0 0,0 1 0,0-1 0,1 0 0,-1 1 0,0-1 1,2 1 11,-1 0 2,0 0 0,1 0 0,-1 0 0,0 1 0,0-1 0,1 1 0,-1-1 0,0 1 0,0 0 0,0 0 0,0 0 0,0 0 0,0 0 0,2 2-2,8 5 28,0 2-1,6 5-27,-9-6 33,1-1 0,0 0 0,1 0-1,3 1-32,21 10 166,-23-11 65,1 0 0,0-1 0,1-1 0,0 0 0,0-1 0,12 3-231,-25-8 19,-1 0-1,1 0 1,0 0-1,-1 0 1,1 0-1,0 0 1,-1 0-1,1 0 1,0 0-1,-1 0 1,1 0-1,0 0 1,-1 0-1,1-1 1,0 1-1,-1 0 1,1 0-1,-1-1 1,1 1-1,-1 0 1,1-1-1,0 1 1,-1-1-1,1 1 1,-1-1-1,1 1 1,-1-1-1,0 1 1,1-1-1,-1 1 1,0-1-1,1 0 1,-1 1-1,0-1 1,0 1-1,1-1 0,-1 0 1,0 1-1,0-1 1,0 0-1,0 0-18,1-5 47,-1 0 1,0-1-1,0 1 0,-1 0 0,0-1-47,0-2-28,-6-47-344,-5-52-702,10 64 216,-2-46-1363,7 30-3174,1 43 2353,-4 16 2756,0 1 1,0-1 0,1 1 0,-1-1 0,0 1 0,0 0 0,0-1 0,1 1 0,-1-1 0,0 1 0,1 0 0,-1-1 0,0 1 0,1 0 0,-1-1 0,0 1 0,1 0 0,-1 0 0,1-1 285,7 4-3648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28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15 115 12288,'-11'-21'4042,"7"10"399,5 15-2141,8 25-1286,23 94-18,0 4-40,-22-95-254,-9-30-632,0 0 0,-1 0 0,1 0 0,0 0-1,0-1 1,0 1 0,1 0 0,-1 0 0,0-1-1,1 1 1,-1-1 0,1 1 0,-1-1 0,1 0-71,-1-1 9,-1 0 0,0 0 0,1 0 0,-1-1 0,1 1 0,-1 0 0,0 0-1,1-1 1,-1 1 0,1 0 0,-1-1 0,0 1 0,1 0 0,-1-1 0,0 1-1,0 0 1,1-1 0,-1 1 0,0-1 0,0 1 0,0-1 0,1 1 0,-1 0-1,0-1 1,0 1 0,0-1 0,0 0-8,7-21 91,-4 10-27,7-10-44,8-25-98,-2 2-56,2 0 1,11-20 133,-25 58-32,-1 0 1,1 1-1,0-1 0,1 1 1,-1 0-1,1 0 0,5-4 32,-9 9-1,0 0-1,0 0 1,1 0 0,-1 0-1,0 1 1,1-1 0,-1 0-1,0 1 1,1-1 0,-1 1-1,1 0 1,-1-1 0,1 1-1,-1 0 1,1 0 0,-1 0-1,2 0 2,-1 0 1,0 1 0,0-1 0,0 1 0,0 0 0,-1 0 0,1 0 0,0 0 0,0 0 0,-1 0-1,1 0 1,-1 1 0,1-1 0,-1 1 0,0-1 0,1 1 0,-1-1 0,0 2-1,10 13 40,-1 0 1,4 10-41,2 3 9,2 4 93,5 18-102,-12-26 105,0-1 1,2 0-1,1-1 0,1 0-105,-14-22 10,-1 0-1,1 0 1,-1 0-1,1 0 1,0 0-1,0-1 1,-1 1-1,1 0 1,0-1-1,0 1 1,0 0-1,0-1 1,0 1-1,0-1 1,0 0-1,0 1 1,0-1-1,0 0 1,0 1-1,0-1 1,0 0-1,0 0 1,1 0-10,0 0 8,-1-1 0,1 1 0,-1-1 1,1 1-1,-1-1 0,1 0 1,-1 1-1,1-1 0,-1 0 1,0 0-1,1 0 0,-1 0 1,0 0-1,1-1-8,3-5 10,1 0 0,-1 0 0,-1 0 0,1 0 0,-1-1 0,0-1-10,6-11 11,5-14-102,1 1 0,2 1 0,2 0 1,1 0 90,-20 31-4,0-1 0,0 1 0,1-1 0,-1 1 0,0 0 0,0 0 0,1-1 0,-1 1 0,1 0 0,-1 0 0,1 0 0,0 1 0,-1-1 0,1 0 0,0 1 0,-1-1 0,1 1 0,0-1 0,0 1 0,0 0 1,-1 0-1,1 0 0,0 0 0,0 0 0,0 0 0,0 0 0,-1 1 0,1-1 0,0 0 0,0 1 0,-1 0 0,1-1 0,0 1 0,-1 0 0,1 0 0,-1 0 0,1 0 0,-1 0 0,2 2 4,9 8-65,0 1 0,-1 0 0,0 1-1,-1 1 1,-1-1 0,0 1 0,4 9 65,0-1-1497,2 1 0,9 10 1497,-18-26-786,-1-1 1,1 0-1,0-1 0,0 1 1,1-1-1,0 0 1,0-1-1,0 0 0,0 0 1,3 1 785,14 1-5051,3-2 1633</inkml:trace>
  <inkml:trace contextRef="#ctx0" brushRef="#br0" timeOffset="522.95">1394 86 12032,'-13'-6'5503,"9"5"-4862,1 1-1,-1-1 1,1 1-1,0-1 0,-1 1 1,1 0-1,-1 1-640,-4-1 2568,3 0-2296,1-1-1,-1 1 1,0-1-1,1 0 1,-1 0 0,1-1-1,-1 0 1,-3-1-272,5 1 16,-1 1-1,0-1 1,1 1 0,-1 0 0,0 0 0,0 0 0,0 1-1,1-1 1,-1 1 0,0 0 0,0 0 0,0 0 0,-1 1-16,-2 0-6,-1 1 1,1 1 0,0 0 0,0-1-1,0 2 1,0-1 0,0 1 0,1 0-1,0 1 1,0 0 0,0-1 0,-1 3 5,-10 10-50,0 1-1,2 0 1,-4 8 50,12-17-18,1 0 1,0 1-1,0 0 0,1 0 0,0 0 1,-1 7 17,4-10-10,0 0 0,1 0 1,0-1-1,0 1 0,0 0 0,1 0 1,0 1-1,0-1 0,1 0 1,0-1-1,1 4 10,-1-8-6,-1 1 0,1 0 0,0-1 0,0 0 0,0 1 0,0-1 0,0 1 0,1-1 0,-1 0 0,1 0 0,-1 0 0,1 0 0,0 0 0,0 0 0,0-1 0,0 1 0,0 0 0,2 0 6,-1 0-9,0-1 0,1 0 0,-1 1 0,1-1 0,-1-1 0,0 1 0,1 0 0,0-1 0,-1 0-1,1 0 1,-1 0 0,1 0 0,-1 0 0,1-1 9,12-1-41,-1-1 1,1-1-1,-1 0 0,0-1 1,0-1-1,0 0 0,-1-1 0,0-1 1,0 0-1,0-1 0,0-1 41,-10 6 30,0 0 0,0 0 0,-1-1 1,0 1-1,0-1 0,0 1 0,0-1 0,-1 0 0,0 0 0,0 0 0,0 0 0,0-1 0,-1 1 1,0-4-31,0 6 16,-1 0 0,1 0 0,-1-1 0,0 1 1,0 0-1,0 0 0,-1 0 0,1 0 0,-1 0 1,0 0-1,0 0 0,0 0 0,0 0 0,0 0 1,-1 0-1,1 0 0,-1 1 0,0-1 0,0 1 1,0-1-1,0 1 0,0 0 0,0-1 0,-1 1 1,1 0-1,-2 0-16,4 2-1,0 0 0,0-1 0,-1 1 1,1 0-1,0 0 0,-1 0 0,1 0 0,0 0 1,-1 0-1,1 0 0,0 0 0,0 0 1,-1 0-1,1 0 0,0 0 0,-1 0 0,1 0 1,0 0-1,-1 0 0,1 1 0,0-1 0,0 0 1,-1 0-1,1 0 0,0 0 0,0 0 0,-1 1 1,1-1-1,0 0 0,0 0 0,0 1 0,-1-1 1,1 0-1,0 0 0,0 1 0,0-1 0,0 0 1,0 0-1,-1 1 0,1-1 0,0 0 0,0 1 1,0-1-1,0 0 0,0 0 0,0 1 0,0-1 2,-3 19-39,5-7-34,-1-1-1,2 1 1,0-1-1,0 1 1,1-1-1,0 0 0,1-1 1,0 1-1,0-1 1,3 2 72,-4-4-442,1-1 0,0 0 0,0 0 1,1 0-1,0-1 0,0 0 0,1 0 0,0 0 442,-4-4-807,1 1 1,0 0-1,0-1 0,0 0 0,0 0 0,0 0 1,1-1-1,-1 1 0,0-1 0,1 0 0,-1 0 0,1 0 1,0-1-1,-1 0 0,4 0 807,14 0-3349</inkml:trace>
  <inkml:trace contextRef="#ctx0" brushRef="#br0" timeOffset="855.56">1899 1 13952,'-2'1'849,"0"0"0,0 0 1,0 0-1,0 1 0,0-1 1,0 1-1,0 0 0,0-1 1,1 1-1,-1 0 1,1 0-1,-1 0 0,1 1-849,-10 11 2185,8-10-2078,0 0 0,0 0 0,1 1 1,-1-1-1,1 1 0,0-1 0,0 2-107,-11 23 156,3-13-217,-1 0 0,-1-1-1,0-1 1,-9 9 61,-58 49-1871,1-2-6380,59-52 2774,4-4 1781</inkml:trace>
  <inkml:trace contextRef="#ctx0" brushRef="#br0" timeOffset="1203.68">1517 78 13440,'-3'1'828,"-16"9"4918,19-9-5590,-1-1 1,1 0-1,0 0 1,-1 1-1,1-1 1,-1 0-1,1 1 0,0-1 1,-1 1-1,1-1 1,0 0-1,0 1 1,-1-1-1,1 1 0,0-1 1,0 1-1,-1-1 1,1 1-1,0-1 1,0 1-1,0-1 0,0 1 1,0-1-1,0 1 1,0-1-1,0 1 1,0-1-1,0 1 0,0-1 1,0 1-1,0-1-156,5 11 1148,-4-6-988,1-1 1,0 0-1,0 1 1,0-1-1,1 0 1,-1-1-1,1 1 1,0 0-1,2 1-160,41 37 133,3-1 0,8 2-133,0 1-527,-28-24-1208,18 10 1735,5 3-3894,-37-22-617,0 0 1,3 4 4510,1 2-3616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09.6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49 5760,'-4'-10'2261,"4"10"-2135,0 0 0,0 0-1,0-1 1,0 1 0,0 0 0,0 0 0,1 0 0,-1-1 0,0 1 0,0 0 0,0 0 0,0 0 0,0-1 0,0 1 0,1 0-1,-1 0 1,0 0 0,0 0 0,0-1 0,0 1 0,1 0 0,-1 0 0,0 0 0,0 0 0,0 0 0,1 0 0,-1 0-126,2-1 303,0 1 0,1 0 0,-1 0 0,0 0 0,0 0 0,1 0 1,-1 1-1,0-1 0,2 1-303,5 2 463,-4-2-161,0 0 0,0 0 0,0 0 0,0 0 0,1-1-302,94 8 3013,56-4-767,238-8-972,-308 4-1030,272 8 600,-172 1 60,7-9-904,59 1 478,-163 4-306,28 1-35,397-3 839,-209 6-688,-260-9-146,67 0 276,40-8-418,-84 0 3,17-1 276,49 2-279,7 2 278,32-1-292,1 0 97,166 6 312,-313 1-454,0 2 0,10 2 59,-6-3 71,0-1-1,0-1-70,-9 0 73,5 0-25,-10 0 26,-15 0-122,7 0 144,-7 0-88,0-1-1,0 1 1,0 1-1,0-1 1,0 0-1,0 0 1,-1 1-1,1-1 1,0 1-1,1 0-7,1 0-98,0 1-1,0-2 0,-1 1 1,1 0-1,0-1 0,0 1 1,0-1-1,-1 0 0,1 0 0,0-1 99,20 3-1531,-17-2 1005,-1 1 1,0-1-1,1 0 1,-1 0-1,0-1 1,1 0-1,1 0 526,-3-1-606,0 1 1,0-1-1,0 0 1,0 0-1,0-1 1,0 1-1,-1-1 1,1 0-1,-1-1 0,0 1 1,1-1 605,1-3-1703,0 0 0,-1-1 0,3-3 1703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19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26 12288,'-6'-6'1902,"-7"-5"3518,15 24 122,0 5-5569,-1 1 0,-2 10 27,-4 34 106,-1 4 167,-12 55-273,10-86 45,2-8 89,0 0 0,2 0 1,-1 26-135,5-53 5,0 0 0,0 0 1,0 0-1,0 0 0,0 0 1,0 0-1,0 0 1,0 0-1,0 0 0,0 0 1,1 0-1,-1-1 0,0 1 1,1 0-1,-1 0 1,1 0-1,-1 0 0,1 0 1,-1-1-1,1 1 0,-1 0 1,1-1-1,0 1 1,-1 0-1,1-1 0,0 1 1,0-1-1,-1 1 0,1-1 1,0 1-6,1-1-6,1 0 1,-1 1-1,1-1 1,-1-1 0,0 1-1,1 0 1,-1 0-1,0-1 1,1 0-1,-1 1 1,1-1 5,56-16-428,37-4 428,-63 16-828,-1 2 0,1 0 0,27 3 828,-11 3-1415,-11-1-1952,0-2 0,9-1 3367,-46 1-72,2 0-573,1-1 1,0 1-1,0 0 0,-1-1 1,1 0-1,-1 0 1,1 0-1,-1 0 1,1-1-1,-1 1 0,3-2 645,9-6-2810</inkml:trace>
  <inkml:trace contextRef="#ctx0" brushRef="#br0" timeOffset="348.4">282 0 9984,'-34'9'6661,"34"-8"-6308,-1 0-1,1 0 1,-1 1 0,1-1 0,0 0 0,0 1-1,-1-1 1,1 0 0,0 1 0,0-1 0,0 0 0,0 1-1,1-1 1,-1 0 0,0 1-353,5 27 708,18 85-335,-8-23-225,-3 2 1,-3 21-149,5 50-436,-12-130-540,2 5-1834,-4-33 1523,1-1-1,1 1 1,-1-1-1,1 0 1,1 4 1287,9 8-3440</inkml:trace>
  <inkml:trace contextRef="#ctx0" brushRef="#br0" timeOffset="682.33">856 158 14208,'-32'-3'5279,"32"3"-4127,-22 3 896,17 1 288,5 1-1376,-5-5-320,2 0-448,-2 0-704,5 0 256,-6 0-2496,6 0 1504,0 0-6271,6 8 4159</inkml:trace>
  <inkml:trace contextRef="#ctx0" brushRef="#br0" timeOffset="1022.28">883 596 16895,'-17'3'6336,"17"-3"-4928,-14 9 448,9-9 32,10 0-1184,-5 0-192,0 0-352,0 0-832,0 0 384,0-4-3168,0 4 1920,0-5-6783,0 5 4607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16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590 55 6784,'2'-2'7907,"1"-1"2423,-5 0-8101,-2-2-3933,-2 0 1730,1 1 0,-1 0 0,0 0 0,0 1-1,0 0 1,0 0 0,0 0 0,-1 1 0,0 0 0,1 0 0,-1 0 0,0 1 0,0 0 0,-4 0-26,-8 0 50,-1 1 1,1 1 0,-1 0-1,-10 3-50,14-1-11,0 1 0,0 1-1,0 0 1,1 1 0,0 1-1,0 0 1,1 1 0,-1 1 11,-10 7-41,1 2 0,1 0 0,-21 21 41,39-34-11,1-1 0,0 1 0,0 0 0,0 1 0,1-1 0,0 1 1,0-1-1,0 1 0,0 2 11,2-6 5,0 0-1,1-1 1,-1 1 0,1 0-1,-1 0 1,1 0 0,0 0 0,0 0-1,0 0 1,0-1 0,0 1 0,0 0-1,0 0 1,1 0 0,-1 0 0,1 0-1,-1-1 1,1 1 0,0 0-1,0 0 1,-1-1 0,1 1 0,1-1-1,-1 1 1,0-1 0,0 1 0,0-1-1,1 1 1,-1-1 0,1 0-1,-1 0 1,1 0-5,6 4-3,0-1 0,1 0 0,0-1 0,-1 0 0,1 0 0,0-1 0,8 1 3,19 2-57,15-1 57,3 0-18,-19 1 18,0 2 0,-1 1 0,0 1 0,14 7 0,-40-13 9,0 0 1,0 1-1,-1 0 0,1 0 0,-1 0 0,0 1 1,0 1-1,-1-1 0,1 1 0,4 5-9,-8-7 8,0 0 1,0 1-1,-1-1 0,1 0 0,-1 1 1,0 0-1,0-1 0,0 1 0,-1 0 0,0 0 1,1 0-1,-2 0 0,1 0 0,-1 0 1,0 0-1,0 0 0,0 0 0,-1 4-8,-1 2 19,-1-1 0,0 0 0,0-1 0,-1 1 0,0 0-1,-1-1 1,0 0 0,0 0 0,-1-1 0,0 1 0,-1-1 0,-1 1-19,-4 4 27,-2 0 0,1-1 0,-2 0 0,0-1 0,0 0 1,-7 2-28,-1-1 37,0-1 0,-1-1 1,0-1-1,0-1 0,-1-2 1,-2 0-38,11-1-29,-1-2 0,0-1 0,-1 0 0,1-1 0,0-1 0,0 0 0,-14-3 29,24 2-155,0 0 1,1 0-1,-1-1 0,1 0 0,-1 0 0,1-1 0,0 0 0,-1 0 0,2 0 0,-1-1 0,0 0 0,1 0 0,-1 0 0,1-1 0,0 1 0,1-1 0,-1-1 0,1 1 0,0-1 1,0 1-1,1-1 155,1 1-353,0 1 1,0-1 0,0 0-1,1 1 1,-1-1 0,1 0-1,1 0 1,-1 0 0,1 0-1,-1 0 1,1 0 0,1 0-1,-1 0 1,1 0 0,1-3 352,0-1-1159,1-1 1,1 1 0,0 0 0,0 0 0,1 0-1,5-7 1159,21-26-3338</inkml:trace>
  <inkml:trace contextRef="#ctx0" brushRef="#br0" timeOffset="363.29">827 104 10624,'-35'-4'4533,"5"3"3456,31 9-7490,0 1-1,1-1 1,0 1 0,1 3-499,14 60 85,-2 8-85,0-3 48,48 251-411,-37-209-3670,-10-45-4883,-13-56 5498</inkml:trace>
  <inkml:trace contextRef="#ctx0" brushRef="#br0" timeOffset="701.98">691 435 12288,'-27'-7'3978,"27"7"-3896,0 0-1,-1 0 1,1-1-1,0 1 0,-1 0 1,1 0-1,-1 0 1,1 0-1,0 0 1,-1 0-1,1 0 1,0 0-1,-1 0 1,1 0-1,-1 0 0,1 0 1,0 0-1,-1 0 1,1 1-1,0-1 1,-1 0-1,1 0-81,-3 2 200,1-2 382,0 1 0,0 0 1,1-1-1,-1 1 0,0 0 0,1 0 1,-1 1-1,1-1 0,-1 1-582,2-2 71,0 0-1,0 0 0,-1 0 1,1 0-1,0 1 0,0-1 1,0 0-1,0 0 0,0 0 1,0 0-1,0 1 0,0-1 1,0 0-1,0 0 0,0 0 1,0 1-1,0-1 0,0 0 1,0 0-1,0 0 1,0 0-1,1 1 0,-1-1 1,0 0-1,0 0 0,0 0 1,0 0-1,0 0 0,0 1 1,0-1-1,0 0 0,1 0 1,-1 0-1,0 0 0,0 0-70,14 7 151,-3-4-116,0-1 0,1 0-1,0-1 1,-1 0 0,3 0-35,60-3-531,-61 1 376,63-3-802,9 0-6918,48 4 7875,-91 1-4911,0-1 1567</inkml:trace>
  <inkml:trace contextRef="#ctx0" brushRef="#br0" timeOffset="2731.37">1204 746 9344,'-11'-7'3061,"10"7"-2966,1 0 0,0 0 0,-1 0 0,1 0 0,0 0 0,-1 0 0,1 0 0,-1 0 0,1 0 0,0 1-1,-1-1 1,1 0 0,0 0 0,-1 0 0,1 0 0,0 1 0,-1-1 0,1 0 0,0 0 0,0 1 0,-1-1 0,1 0 0,0 0 0,0 1 0,-1-1 0,1 0 0,0 1 0,0-1-95,-5 7 2018,5-6-1878,0 0-1,1-1 1,-1 1 0,1 0-1,-1-1 1,1 1 0,-1 0-1,1-1 1,-1 1-1,1-1 1,0 1 0,-1-1-1,1 1 1,0-1 0,-1 1-1,1-1 1,0 0-1,0 1 1,-1-1 0,1 0-1,0 0 1,0 0 0,0 1-1,-1-1 1,1 0-1,0 0 1,0 0 0,0 0-1,0 0-139,3 0 9,0 0 0,-1 0-1,1 0 1,0 0 0,0-1-1,2 0-8,4-2 38,0-1 0,0-1-1,-1 1 1,0-1-1,1-1 1,4-4-38,14-12 199,7-7-199,-34 28 7,16-15 111,-1 0 0,0 0 0,13-19-118,-24 28 47,0 0 0,0-1 0,-1 1-1,0-1 1,0 0 0,-1 0 0,0-1 0,0 1 0,-1-1 0,0 1 0,0-7-47,-2 12 33,0 0 1,0-1 0,0 1 0,-1 0 0,1-1-1,-1 1 1,0 0 0,0 0 0,0-1-1,0 1 1,-1 0 0,0 0 0,1 0 0,-1 1-1,0-1 1,0 0 0,0 1 0,-1-1 0,1 1-1,-1 0 1,1 0 0,-1 0 0,0 0-1,0 0 1,1 0 0,-1 1 0,-1-1 0,-1 0-34,-1 0-1,1 0 1,-1 0 0,0 1 0,0 0 0,0 0 0,0 0 0,0 1 0,0-1-1,0 1 1,0 1 0,0-1 0,0 1 0,0 0 0,0 1 0,1-1 0,-3 2 0,-1 1 3,0 1 0,-1 1 0,2 0 0,-1 0 0,1 0 0,0 1 1,0 1-1,1-1 0,0 1 0,0 0 0,0 1 0,2 0 0,-1 0 1,0 2-4,-5 10-10,1 1 0,0-1 0,2 2 0,1-1 0,-4 21 10,10-35 0,-1 0 0,1 0 0,0 0 0,1 0 0,0 1 0,1 4 0,-1-9 0,1 0 0,0 0 0,0 0 0,0 0 0,1 1 0,0-1 0,-1-1 0,1 1 0,1 0 0,-1 0 0,0-1 0,1 1 0,0 0 0,3 2-45,0 0-1,1-1 0,-1 0 0,1 0 1,0 0-1,1 0 0,-1-1 0,1-1 0,-1 1 1,1-1-1,0 0 0,0-1 0,1 0 1,-1 0-1,0-1 0,1 0 0,-1-1 1,1 0-1,5 0 46,4-1-491,1-2-1,-1 0 1,0 0 0,0-2-1,-1 0 1,1-1 0,-1-1-1,6-4 492,-1-1-1593,-1-1 0,-1 0 0,0-2 0,-1 0 0,0-2 0,-2 0 0,13-15 1593,-26 27-740,0 0-1,0 0 1,-1 0 0,1-1 0,0-2 740,-2 3 253,1-1 0,-1 1-1,0-1 1,-1 0 0,0 0 0,1 0-253,-2 3 404,1 1-1,-1-1 1,0 1 0,0-1 0,0 0 0,0 1-1,0-1 1,0 1 0,-1-1 0,1 1 0,-1-1 0,0 1-1,0 0 1,0-1 0,0 1 0,0 0 0,0 0-1,0-1 1,-1 1 0,1 0 0,-1 0 0,0 1-1,1-1 1,-1 0 0,0 0 0,0 1 0,0-1 0,-1 1-1,1 0 1,-1-1-404,2 1 187,0 1-1,0-1 0,0 1 1,0 0-1,0-1 1,-1 1-1,1 0 0,0-1 1,0 1-1,0 0 0,0 0 1,0 0-1,0 0 1,-1 0-1,1 0 0,0 0 1,0 1-1,0-1 1,0 0-1,0 1 0,0-1 1,0 1-1,-1-1-186,1 1 78,0 0-1,0 1 1,0-1-1,0 0 1,0 0 0,0 1-1,0-1 1,0 0-1,1 1 1,-1-1-1,1 1 1,-1-1 0,1 1-1,-1-1 1,1 1-78,-2 9-91,1-1 1,0 0 0,1 1-1,1-1 1,-1 1 90,1-6 169,7 85-105,15 63-64,30 225 1296,-52-371-1079,-1 0 0,0-1 0,0 1 0,-1 0 1,1-1-1,-1 1 0,-1 3-217,2-10 8,0 0-1,0 0 1,0 1 0,0-1-1,0 0 1,0 0 0,0 0 0,0 0-1,0 1 1,0-1 0,0 0-1,0 0 1,0 0 0,0 0 0,-1 1-1,1-1 1,0 0 0,0 0 0,0 0-1,0 0 1,0 1 0,0-1-1,0 0 1,0 0 0,-1 0 0,1 0-1,0 0 1,0 0 0,0 1-1,0-1 1,0 0 0,-1 0 0,1 0-1,0 0 1,0 0 0,0 0-1,0 0 1,-1 0 0,1 0 0,0 0-1,0 0 1,0 0 0,0 0-1,-1 0 1,1 0 0,0 0 0,0 0-1,0 0 1,-1 0 0,1 0-1,0 0-7,-10-15 194,6 6-186,0-1 1,1 1-1,1-1 1,-1 1-1,1-2-8,-9-52-282,-2-46 282,9 39-99,3 1 0,4-21 99,4 25-96,2 0 0,7-16 96,-13 66-33,1 0 0,0 0 0,1 1 0,1-1-1,2-3 34,-3 10-23,-1 1-1,1-1 0,0 1 1,1 0-1,-1 0 0,1 1 1,1 0-1,-1 0 1,6-3 23,-4 3-8,1 0 1,0 1 0,0 0-1,1 1 1,0 0 0,0 0-1,0 1 1,0 0 0,0 1-1,0 0 1,8 0 7,-12 1 7,1 1-1,0 0 1,0 1-1,-1-1 1,1 1-1,0 0 1,-1 1-1,1 0 1,-1 0 0,1 0-1,-1 1 1,0 0-1,0 0 1,0 0-1,0 1 1,-1 0-1,1 0 1,2 3-7,-3-2 15,0 1 1,0-1-1,-1 1 1,1 0-1,-1 0 0,0 0 1,-1 1-1,0-1 1,0 1-1,0 0 0,-1 0 1,0 0-1,0 0 1,-1 0-1,0 1 0,0-1 1,-1 0-1,1 2-15,-2-1 29,1 1-1,-1-1 1,0 1-1,-1-1 1,0 0 0,0 1-1,0-1 1,-1 0-1,-1 0 1,0 0-1,0-1 1,0 1-1,-1-1 1,0 0-1,0-1 1,0 1 0,-2 0-29,-6 5-26,1-2 1,-2 1 0,1-2-1,-1 0 1,-1 0 0,0-2-1,0 0 1,0 0 0,-1-1-1,0-1 1,0-1 0,-5 1 25,16-4-169,0-1 0,0 1 0,0-1 0,0 0 0,0 0 0,0-1 0,0 1 0,1-1 1,-1 0-1,0 0 0,0-1 0,-3-1 169,5 2-402,-1-1 0,1 0 0,0 1 0,0-1 0,0 0 0,0-1 0,0 1 0,1 0-1,-1-1 1,1 0 0,-1 1 0,1-1 0,0 0 0,0 0 0,0-1 0,1 1 0,-1 0 0,1 0 0,0-1 0,0 1 0,0-1 0,0 1 0,0-1 0,1 1 0,-1-1 0,1 0 0,0 1-1,0-1 1,1 1 0,-1-1 0,2-3 402,9-27-3418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38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443 481 7808,'0'-1'248,"-1"1"0,1-1 0,0 1 0,0-1 0,0 0 0,0 1 0,0-1 0,1 1 0,-1-1 0,0 0 0,0 1 1,0-1-1,0 1 0,1-1 0,-1 1 0,0-1 0,0 0 0,1 1 0,-1-1 0,1 1 0,-1-1 0,0 1 0,1 0 0,-1-1 0,1 1 0,-1-1 1,1 1-1,-1 0 0,1-1 0,-1 1 0,1 0 0,-1 0 0,1 0 0,0-1-248,6-3 5517,-6 3-5377,-1 1 0,0-1 0,0 1 0,0-1 0,1 0 0,-1 1 0,0-1 0,0 0 0,0 1 0,0-1 0,0 0 0,0 1 0,0-1 0,-1 1 0,1-1 0,0 0 0,0 1 0,0-1 0,-1 1 0,1-1 0,0 0-1,-1 1 1,1-1 0,0 1 0,-1-1 0,1 1 0,-1-1 0,1 1 0,-1-1-140,-12-12 944,6 8-823,-1 1 1,0 1-1,0-1 1,0 1-1,-1 0 1,1 1-1,-1 0 1,1 1-1,-5-1-121,2 1 19,1 1-1,-1 0 0,0 0 1,1 1-1,-1 0 0,0 1 1,1 0-1,0 1 0,0 0 1,0 1-1,0 0 0,0 1 1,0 0-1,1 0 0,-6 5-18,-5 4-16,1 1-1,1 2 1,0-1-1,1 2 1,1 0-1,-2 5 17,9-12-17,2 1 1,-1 0-1,1 0 0,1 1 0,-5 12 17,8-17-3,1-1 0,-1 1 0,1-1 0,1 1 0,0 0 0,0-1 0,0 1 0,1 0 0,0 0 0,1 0 0,0 2 3,-1-7 7,1-1-1,0 1 1,0 0 0,0-1 0,0 1 0,0 0-1,0-1 1,1 0 0,-1 1 0,1-1 0,0 0-1,0 1 1,-1-1 0,1 0 0,1-1 0,1 3-7,-1-2 12,1 0 0,0 0 0,-1 0 1,1 0-1,0-1 0,0 0 0,1 0 1,-1 0-1,0 0 0,3 0-12,4 0 17,1-1-1,0-1 1,0 0-1,-1 0 1,1-1-1,0 0 0,5-3-16,-9 3 15,-1 0 0,1 0 0,0-1 0,-1-1 0,0 1-1,0-1 1,0 0 0,0-1 0,0 0-15,0-1 29,0 0 1,-1-1 0,0 1-1,0-1 1,-1 0 0,0-1-1,0 0 1,-1 1 0,0-1-1,0-1 1,-1 1 0,0-1-1,-1 1 1,0-1 0,0 0-1,0-3-29,-1 0 20,3-24 19,-2-10-39,26 124-1499,4-2 1,24 44 1498,-55-119-12,0 1-670,1 1-1,-1 0 1,1-1-1,0 1 1,0-1-1,1 2 683,-2-3-317,-1-1 0,1 1 0,0-1 0,-1 0 0,1 1 0,-1-1-1,1 0 1,0 0 0,-1 0 0,1 1 0,0-1 0,-1 0 0,1 0-1,0 0 1,-1 0 0,1 0 0,0 0 0,0 0 0,-1 0 0,1-1 0,0 1-1,-1 0 1,1 0 0,0 0 0,-1-1 0,1 1 0,-1 0 0,1-1 317,12-3-3728</inkml:trace>
  <inkml:trace contextRef="#ctx0" brushRef="#br0" timeOffset="331.21">557 12 12160,'-13'-12'3978,"13"12"-3845,0 0 1,0 0-1,-1 0 0,1 0 0,0 0 1,0 0-1,-1 0 0,1 0 0,0 0 1,0 0-1,-1 0 0,1 0 0,0 0 1,0 0-1,-1 0 0,1 0 0,0 0 1,0 1-1,-1-1 0,1 0 0,0 0 1,0 0-1,0 0 0,-1 0 0,1 1 1,0-1-1,0 0 0,0 0 0,0 0 0,-1 1 1,1-1-1,0 0-133,-2 1 1885,10 23 2326,1 1-3787,3 43 125,0 43-549,0-7 43,10 41-7,6 45-2285,-27-181 1626,0 3-555,1 0 0,0 1 0,1-1 1,0 0-1,4 9 1178,-7-20-232,0 0 0,0-1 0,1 1 0,-1 0 0,0-1 0,1 1 0,-1-1 0,0 1 1,1 0-1,-1-1 0,0 1 0,1-1 0,-1 1 0,1-1 0,-1 0 0,1 1 0,0-1 0,-1 1 0,1-1 1,-1 0-1,1 1 0,0-1 0,-1 0 0,1 0 0,0 1 0,-1-1 0,1 0 0,0 0 0,-1 0 0,1 0 0,0 0 1,-1 0-1,2 0 232,6-3-3328</inkml:trace>
  <inkml:trace contextRef="#ctx0" brushRef="#br0" timeOffset="670.49">734 217 9344,'-10'-79'4474,"6"50"-2564,3 22 305,1 0 0,0 0 1,0 0-1,0 0 1,1-3-2216,1 44 616,1-1 0,4 14-616,0 4 138,53 292-270,-48-284-472,-4-25-1995,5 14 2599,6 5-5385,-13-39-97,4-2 1717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36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577 460 9728,'-2'-4'998,"0"-1"-1,0 1 1,0-1 0,0 0 0,1 0 0,0 0 0,0 0 0,0 1 0,0-6-998,0 4 558,0-1-1,-1 1 1,0 0 0,0-1 0,0 1 0,-1 0 0,-1-2-558,-4-12 500,-10-36 1572,-26-54-2072,36 91 136,-2 0 0,-1 1 0,0 0 0,-1 0 0,-1 2 0,0-1 0,-2 2-136,12 12-4,1 0 0,-1 0 0,-1 1-1,1-1 1,0 1 0,0 0 0,-1 0 0,1 0 0,-1 0 0,0 1 0,0 0 0,1-1-1,-4 1 5,5 1-9,1 0 0,-1 0 0,0 0-1,0 0 1,1 0 0,-1 1-1,0-1 1,1 0 0,-1 1 0,1 0-1,-1-1 1,0 1 0,1 0-1,-1 0 1,1 0 0,0 0 0,-1 0-1,1 0 1,0 0 0,0 0-1,-1 1 1,1-1 0,0 0 0,0 1-1,0-1 1,1 1 0,-1-1-1,0 1 1,1-1 0,-1 1 0,0 0 9,-6 17-64,1 1 1,1 0 0,0 0 0,-1 15 63,-5 83-68,11-117 69,-9 190 251,12 83-252,24 196-247,-9-300-4585,-18-156-1082,-4-25 1183,4-5 1542</inkml:trace>
  <inkml:trace contextRef="#ctx0" brushRef="#br0" timeOffset="500.78">44 622 11648,'-7'-2'1788,"0"0"0,0 0-1,0 1 1,-4-1-1788,11 2 71,0 0-1,0 0 1,0 0-1,-1 0 1,1 0-1,0 0 0,0 0 1,0 0-1,0 0 1,0 0-1,-1 0 0,1 0 1,0 0-1,0 0 1,0 0-1,0 0 0,0 0 1,0 1-1,-1-1 1,1 0-1,0 0 1,0 0-1,0 0 0,0 0 1,0 0-1,0 0 1,0 0-1,0 0 0,-1 0 1,1 1-1,0-1 1,0 0-1,0 0 1,0 0-1,0 0 0,0 0 1,0 0-1,0 1 1,0-1-71,3 5 1753,11 4-882,10-3-872,0-1-1,0-1 1,1-2 0,0 0 1,101 0-40,-80-3 160,-19 1-112,-14-1-2,0 1 0,0 0 0,1 1 0,9 2-6,-20-2 46,1 0 0,-1-1-1,0 1 1,0 1 0,0-1-1,0 0 1,0 1 0,0 0 0,0-1-1,-1 1 1,1 0 0,-1 1-1,1-1 1,-1 0 0,0 1-1,1-1 1,-1 1 0,-1 0-1,1-1 1,0 1 0,0 1-46,10 26 288,-2 1 0,5 23-288,3 8 533,-6-3 1024,-11-52-1019,-3-7-167,1-1-353,1 0 0,0 1 0,-1-1 1,1 0-1,0 0 0,-1 1 0,1-1 1,0 0-1,0 0 0,0 1 1,-1-1-1,1 0 0,0 0 0,0 0 1,0 1-1,0-1 0,0 0 0,1 0-18,3-34 3,-3 20-98,1 1 0,0 0 0,4-9 95,0 2-830,2 0 1,0 1 0,1 0 0,1 0-1,1 1 1,1 1 0,1 0-1,0 1 1,1 0 0,13-11 829,-23 23-900,1 1 1,0 0 0,0 0 0,1 1-1,-1-1 1,1 1 0,-1 1 0,1-1-1,0 1 1,0 0 0,0 0 0,1 1-1,0-1 900,19 4-3082</inkml:trace>
  <inkml:trace contextRef="#ctx0" brushRef="#br0" timeOffset="901.62">959 634 11520,'-13'-2'3409,"10"2"-2687,0 0-1,1-1 0,-1 1 0,1 0 0,-1-1 0,1 0 0,0 0 0,-1 0-721,2 1 132,1 0 1,-1-1-1,1 1 0,-1-1 0,1 1 1,-1-1-1,1 1 0,-1-1 0,1 1 1,0-1-1,-1 0 0,1 1 1,0-1-1,-1 0 0,1 1 0,0-1 1,0 0-1,0 1 0,-1-1 0,1 0 1,0 1-1,0-1 0,0 0 0,0 0 1,0 1-1,0-1 0,1 0 1,-1 1-1,0-1 0,0 0 0,0 1 1,1-1-1,-1 0 0,0 1 0,1-1 1,-1 0-1,0 1 0,1-1 0,-1 1 1,1-1-133,3-4-18,0 1 0,0 0 0,0 0 0,4-3 18,-5 5 152,6-5-149,0 0 1,1 0 0,-1 1-1,2 0 1,-1 1 0,1 0-1,-1 1 1,6-1-4,-11 3 1,1 1-1,0 0 1,0 0 0,-1 0 0,1 0-1,0 1 1,0 0 0,0 0 0,0 1-1,0 0 1,0 0 0,-1 0-1,1 1 1,0 0 0,-1 0 0,1 0-1,-1 0 1,1 2-1,1 0 5,0 1 0,-1 0 0,0 1 0,0-1 0,-1 1 0,1 0 0,-1 0 1,-1 1-1,1 0 0,-1 0 0,0 0 0,-1 0 0,1 0 0,-2 1 0,1 0 0,-1-1 0,0 1 0,0 5-5,1 2 4,-1 1 0,-1-1 0,-1 0 0,0 0 0,-1 1 0,-1 1-4,1-11 13,0 0 0,0 0 1,-1 0-1,0 0 0,0 0 0,-1 0 0,1 0 0,-1-1 1,0 1-1,-1-1 0,0 0 0,1 0 0,-1 0 0,-1 0 0,1-1 1,-6 4-14,0-1 19,-1 0 0,0 0 1,-1-1-1,0-1 0,0 0 1,0-1-1,0 0 1,-1-1-1,0 0 0,1-1 1,-1-1-1,0 0 1,-6 0-20,9-1-36,-1 0 0,1-1 0,-1-1 1,1 1-1,-1-2 0,1 1 0,0-1 1,0-1-1,0 0 0,1 0 0,-1-1 1,1 0-1,0-1 0,1 0 0,-1 0 1,-3-5 35,8 7-94,0 1 1,1-1-1,0 0 1,0-1 0,0 1-1,1-1 1,-1 1-1,1-1 1,0 0 0,1 1-1,-1-1 1,1 0-1,0 0 1,0-1 93,0-5-386,0 0 0,1 0 0,0 0 0,1-1 0,1-6 386,-1 9-419,0 1-1,1-1 1,-1 0-1,2 1 1,-1-1-1,2 1 0,-1 0 1,1 0-1,0 0 1,0 1-1,1 0 1,0-1-1,0 1 1,1 1-1,5-5 420,27-20-4752,4 5 1494</inkml:trace>
  <inkml:trace contextRef="#ctx0" brushRef="#br0" timeOffset="1557.06">1287 541 11520,'-3'4'1531,"0"0"-1,0 0 1,1 0 0,-1 1 0,0 2-1531,-8 25 4288,8-12-3078,0 0-1,1 7-1209,0-13 38,1 8 13,1-1-1,1 0 1,1 1-1,1 6-50,19 83 1514,-21-110-1475,0 5 299,-1-6-327,0 0 1,0 0-1,0-1 1,0 1-1,0 0 1,0 0-1,0 0 1,0 0-1,0 0 1,0 0-1,0 0 1,0 0-1,0 0 1,0 0-1,0 0 1,0 0-1,0 0 1,0 0-1,1 0 1,-1 0-1,0 0 1,0 0-1,0 0 1,0 0-1,0 0 1,0 0-1,0 0 1,0 0 0,0 0-1,0 0 1,0 0-1,0 0-11,3-6 99,11-24 79,6-25-178,-8 21-130,7-10 130,-19 43-2,48-93-154,-40 80 127,1 0 0,1 1-1,0 0 1,1 0 0,2-2 29,-7 10-7,0 0-1,-1 1 1,2-1-1,-1 1 1,0 0-1,1 0 1,0 1-1,5-2 8,-10 4 4,0 0-1,0 1 1,1-1-1,-1 1 1,0-1-1,0 1 1,1 0-1,-1-1 1,0 1 0,1 0-1,-1 1 1,0-1-1,1 0 1,-1 1-1,0-1 1,0 1-1,0 0 1,1 0-1,-1 0 1,0 0 0,0 0-1,0 0 1,0 0-1,0 1 1,-1-1-1,1 1 1,0-1-1,-1 1 1,2 1-4,3 7 25,0 1 0,-1 0 0,0 0 0,0 0 1,-1 1-1,-1-1 0,2 10-25,-2-9 26,17 74 518,4 57-544,-23-140 44,3 17 122,-4-20-161,0 1 1,0-1-1,0 0 1,0 1-1,0-1 1,0 1-1,0-1 1,0 0-1,0 1 0,1-1 1,-1 1-1,0-1 1,0 0-1,1 1 1,-1-1-1,0 0 1,0 1-1,1-1 0,-1 0 1,0 1-1,1-1 1,-1 0-1,0 0 1,1 0-1,-1 1 0,1-1 1,-1 0-1,0 0 1,1 0-1,-1 0 1,1 0-1,-1 1 1,0-1-1,1 0 0,0 0-5,0-1 8,0 0-1,0 1 1,1-1-1,-1 0 1,0 0-1,0 1 1,0-1 0,0 0-1,0 0 1,0 0-1,0-1 1,0 1-1,-1 0 1,2-1-8,11-25-68,-9 17 62,18-41 2,-6 11-63,3 0 0,10-15 67,-16 32-26,-2 3-43,0 2 0,14-17 69,-22 30-6,1 1 0,0 0-1,0 0 1,0 0 0,0 1 0,0-1 0,1 1-1,0 0 1,-1 0 0,1 1 0,0-1 0,1 1-1,-1 0 1,0 1 6,-2 0 1,0 1 0,0-1 0,-1 1 0,1 0 0,0 0 0,0 0 0,-1 0-1,1 1 1,0-1 0,0 1 0,-1-1 0,1 1 0,0 0 0,-1 0 0,1 1 0,-1-1 0,1 0 0,-1 1 0,0-1 0,0 1-1,1 0 1,-1 0 0,0 0 0,-1 0 0,1 0 0,0 0 0,0 0 0,-1 1 0,0-1 0,1 2-1,5 10 3,-1-1 0,0 1 0,-2 0 0,1 0 0,-1 6-3,-1-8-6,33 114-1548,-7-42-5830,-26-73 6017,2 4-1278,1-5-2127,3-1 1114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34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472 300 9728,'4'-17'5357,"-4"15"-4597,1-1-1,0 1 0,-1 0 0,1 0 0,-1 0 0,1-1 0,-1 1 0,0 0 1,0-1-1,0 0-759,-2-5 370,0 0 0,-1-1 0,1 1 0,-1 1 0,-1-1 0,0 0 0,0 1 1,0 0-1,-1 0 0,-5-6-370,-7-11 172,-1 0-1,-2 2 1,0 0 0,-1 2-1,-12-10-170,29 28-10,1-1 1,-1 0 0,0 1 0,0 0 0,0 0-1,0 0 1,0 0 0,-1 1 0,1-1 0,-1 1 0,1 0-1,0 1 1,-1-1 0,0 1 0,-1 0 8,4 0-12,1 1 0,-1 0 0,1 0 0,-1-1 0,1 1 0,-1 0 0,1 0 0,-1 0 0,1 1 0,0-1 0,0 0 0,0 0 0,0 1 0,0-1 0,0 1 0,0-1 0,0 1 0,0-1 0,1 1 0,-1-1 0,1 1 0,-1 1 12,-2 5-22,1 1 0,0 0 0,0 0 0,1 1 22,-4 41-7,2 0 1,4 29 6,11 103 2,55 319-4375,-63-481 2315,1 3-584,-4-8-2748,-1-8 1934</inkml:trace>
  <inkml:trace contextRef="#ctx0" brushRef="#br0" timeOffset="350.23">58 522 13696,'-10'-3'2672,"-1"1"-1,1 0 1,-7 0-2672,16 2 148,1 0 0,-1 0-1,1 0 1,0 0 0,-1 0-1,1 0 1,-1 0 0,1 0-1,-1 0 1,1 0 0,0 0-1,-1 1 1,1-1 0,-1 0-1,1 0 1,-1 0 0,1 1-1,0-1 1,-1 0 0,1 0-1,0 1-147,3 4 1102,0-4-1095,-1 0 0,0 1 0,0-1 0,0 0 0,1-1 1,-1 1-1,0 0 0,1-1 0,0 1-7,59 2-1198,0-3 0,61-7 1198,123-27-9529,-197 24 4980,-3 1 1509</inkml:trace>
  <inkml:trace contextRef="#ctx0" brushRef="#br0" timeOffset="688.05">813 101 14208,'-22'-10'4591,"20"10"-4277,1-1 0,-1 1 0,1-1 0,-1 1 0,0-1-1,1 1 1,-1 0 0,0 0 0,1 0 0,-1 0-1,0 0 1,1 0 0,-1 0 0,0 1 0,1-1-1,-1 1 1,1-1 0,-1 1 0,-1 0-314,2 1 108,0 0-1,0 0 1,0-1-1,0 1 1,0 0 0,0 0-1,0 0 1,1 1 0,-1-1-1,1 0 1,0 0 0,-1 0-1,1 0 1,0 1-108,2 34-35,0 7 42,-1 2-7,1 38-18,17 91-568,-1-58-2934,-18-115 3463,2 12-2558,1 0 1,4 11 2614,-6-23-691,0 1-1,-1-1 1,2 1 0,-1-1 0,0 1 0,0-1 0,1 0 0,-1 1 0,1-1 0,-1 0 0,1 0 0,0 0 0,0-1 0,0 1 0,0 0 0,0-1 0,2 2 691,13 2-3195</inkml:trace>
  <inkml:trace contextRef="#ctx0" brushRef="#br0" timeOffset="1020.1">950 510 13312,'-27'-11'7989,"27"11"-7866,0 0 1,0-1-1,-1 1 1,1 0-1,0 0 1,0 0-1,0 0 0,0-1 1,-1 1-1,1 0 1,0 0-1,0 0 1,0-1-1,0 1 1,0 0-1,0 0 1,-1 0-1,1-1 1,0 1-1,0 0 1,0 0-1,0-1 0,0 1 1,0 0-1,0 0 1,0-1-1,0 1 1,0 0-1,0 0 1,0 0-1,0-1 1,1 1-1,-1 0 1,0 0-124,5-15 1096,-3 10-1099,1 1 0,0-1 0,-1 1 0,2 0 1,1-3 2,4-2-18,0 1 1,1 0 0,-1 1 0,11-7 17,-14 11-14,0 0 0,0 0 0,0 1 0,0 0 0,1 0 0,-1 0 0,0 1 0,1-1 0,-1 2 1,2-1 13,2 1 10,0 0 1,0 1-1,-1 0 1,1 0-1,0 1 1,-1 0-1,1 1 1,-1 0 0,0 0-1,0 1 1,4 3-11,-8-4 18,0 0 0,0 0 1,0 1-1,0 0 0,0 0 1,-1 0-1,0 0 0,0 1 0,0 0 1,0 0-1,-1 0 0,0 0 1,0 0-1,0 1 0,-1-1 1,0 1-1,0 0 0,0 0 1,0 2-19,0 2 47,-1 0 1,0 0 0,-1 1 0,0-1-1,-1 1 1,0-1 0,0 0 0,-1 0 0,-2 7-48,2-10 28,-1 1 0,0 0 0,0-1 0,-1 1 0,0-1 1,0 0-1,0 0 0,-1-1 0,0 1 0,-1-1 0,1 0 0,-6 4-28,-2-1 15,0 0-1,-1-1 1,0-1-1,0 0 0,-1 0 1,1-2-1,-1 0 1,-1-1-1,1 0 0,-16 1-14,27-4-24,-1-1 0,1 0 0,-1 0 0,0 0 0,1 0 0,-1-1-1,1 0 1,-1 0 0,1 0 0,-1-1 0,1 1 0,0-1-1,-1 0 1,1 0 0,0 0 0,0-1 0,1 0 0,-1 1 0,0-1-1,1-1 1,0 1 0,-1-1 24,0 0-120,1-1 1,-1 0-1,1 0 1,0 0-1,0-1 0,1 1 1,0-1-1,0 1 0,0-1 1,0 0-1,1 0 0,0 1 1,0-1-1,1 0 1,0 0-1,0 0 0,0-1 120,1-6-793,1 0 0,1 0 0,0 1 0,1-1 0,0 1 0,1 0 0,0 0 0,1 0 0,1-1 793,-1 3-1300,1 0 0,-1 1 0,2 0-1,-1 0 1,1 0 0,5-2 1300,19-12-3269</inkml:trace>
  <inkml:trace contextRef="#ctx0" brushRef="#br0" timeOffset="1506.05">1358 441 13312,'-1'1'1101,"-12"13"5124,13-13-6053,-1-1 0,1 1 0,0-1 0,-1 0 0,1 1 1,0-1-1,0 1 0,-1-1 0,1 1 0,0-1 0,0 1 1,0-1-1,-1 1 0,1-1 0,0 1 0,0-1 0,0 1 1,0-1-1,0 1 0,0-1 0,0 1 0,0-1 0,0 1 1,0-1-1,0 1 0,1 0-172,-1 0 88,0 0-1,1 0 1,-1 1-1,0-1 1,0 0 0,1 1-1,-1-1 1,0 0-1,-1 1 1,1-1 0,0 0-1,0 1 1,0-1-1,-1 0 1,1 1 0,-1-1-1,1 0-87,-3 9 132,3 0-109,-1 0-1,1-1 1,1 1 0,0 0-1,0 0 1,1-1-1,0 1 1,2 2-23,6 19 78,12 23-78,-11-29 19,-4-8 54,1 0 1,1-1-1,1-1 1,0 0-1,6 6-73,-16-20 9,0-1-1,0 1 1,1-1-1,-1 1 1,0-1-1,1 0 1,-1 1-1,0-1 1,1 1-1,-1-1 1,1 0-1,-1 0 1,0 1-1,1-1 1,-1 0-1,1 0 1,-1 1-1,1-1 0,-1 0 1,1 0-1,-1 0 1,1 0-1,-1 0 1,1 0-1,-1 0 1,1 0-1,-1 0 1,1 0-1,-1 0 1,1 0-1,-1 0 1,1 0-1,-1 0 1,1 0-1,-1-1 1,1 1-1,-1 0 0,1 0 1,-1-1-1,1 1 1,-1 0-1,1-1 1,-1 1-1,0 0 1,1-1-9,1-2 26,1 0 0,-1 0 0,0-1 0,0 1 1,0-1-1,-1 0-26,2-2-11,16-37 13,11-39-2,-15 39-71,-11 33 44,1 0-1,0 0 1,0 0-1,1 1 1,0-1 0,1 1-1,4-4 28,-10 12-2,-1 0 0,1 0 0,0 0-1,0 0 1,0 0 0,0 1 0,0-1-1,0 0 1,1 0 0,-1 1 0,0-1 0,0 1-1,1-1 1,-1 1 0,0-1 0,0 1-1,1 0 1,-1-1 0,0 1 0,1 0 0,-1 0-1,1 0 1,-1 0 0,0 0 0,1 1 0,-1-1-1,0 0 1,1 1 0,-1-1 0,0 1-1,0-1 1,1 1 0,-1-1 0,1 2 2,4 2 20,-1 0 0,1 1 0,-1 0 0,0 0 0,0 0-1,1 2-19,0 0 9,20 23 27,-6-5 13,2-2 0,6 4-49,1 2 102,-18-18 161,1 0-1,0 0 1,13 7-263,-17-12 487,7 3 100,-15-8-577,1-1 0,-1 0 0,0 0 0,1 0 0,-1 0 0,0 0 0,1 0 0,-1 0 0,0 0 0,1 0 0,-1 0 0,0-1 0,1 1 0,-1 0 0,0 0 0,1 0 0,-1 0 0,0 0 0,0-1 1,1 1-1,-1 0 0,0 0 0,0 0 0,1-1 0,-1 1 0,0 0 0,0 0 0,0-1 0,1 1 0,-1 0 0,0 0 0,0-1 0,0 1 0,0 0 0,0-1 0,0 1 0,0 0 0,1-1 0,-1 1 0,0 0 1,0-1-1,0 1 0,0 0 0,0-1 0,0 1-10,7-44-132,27-141-1891,3 34-2555,-6 55-4225,-17 65 4969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40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510 190 9472,'-15'-10'3061,"14"10"-2919,0-1 0,0 1 1,1-1-1,-1 1 0,0-1 0,1 1 1,-1-1-1,1 0 0,-1 1 0,1-1 1,-1 0-1,1 1 0,-1-1 0,1 0 1,0 0-1,-1 1 0,1-1 0,0 0 1,0-1-143,-1-1 710,-11-16 5424,0 4-3348,8 11-2642,1 1-1,-1-1 1,0 1 0,0 0 0,-1 1-1,1-1 1,-1 1 0,1 0 0,-1 0-1,1 0 1,-2 0-144,-2 0 76,0 0 0,1 0 0,-2 1 0,1 0 0,0 0 0,0 1 1,0 0-1,0 1 0,0-1 0,-3 2-76,-2 0 65,1 2 1,-1-1 0,1 1 0,-1 1-1,1 0 1,-5 4-66,1 0 10,0 1 0,1 1-1,0 0 1,0 1 0,1 1 0,1 0-1,0 1 1,1 0 0,-4 7-10,2 1-43,1 0 0,1 1 1,1 0-1,-5 15 43,14-31-23,-1 1-1,1 0 1,0-1 0,0 1-1,1 0 1,-1 3 23,2-8-28,0-1-1,0 1 1,0 0 0,0-1-1,1 1 1,-1-1-1,1 1 1,-1-1 0,1 1-1,0-1 1,0 0 0,0 1-1,0-1 1,0 0-1,1 1 1,-1-1 0,1 0-1,-1 0 1,1 0 0,0-1-1,1 2 29,2 0-98,0 0 0,0 0 0,0 0 0,0-1 0,0 0-1,1 0 1,-1 0 0,1-1 0,0 1 0,-1-1 0,1-1 0,0 1 0,0-1-1,0 0 1,5-1 98,5-1-236,0 0-1,0-2 0,0 0 0,0 0 0,0-2 237,-3 2-77,0-2 0,0 1-1,-1-2 1,0 0-1,0 0 1,0-1 0,-1 0-1,-1-1 1,1 0 0,0-2 77,-5 4 88,0-1 0,0 1 0,0-1 0,-1 0 1,-1-1-1,1 1 0,-1-1 0,0 0 0,-1 0 1,0 0-1,-1-1 0,0 1 0,0-1 0,-1 1 1,0-1-89,0-85 896,0 89-876,2 8-38,2 7-43,16 60-514,-10-31-2586,2-1 1,10 22 3160,-19-51-1342,0 0 0,1-1 0,0 0 0,0 0 0,1-1 0,-1 1 0,2-1 0,3 3 1342,13 9-2698</inkml:trace>
  <inkml:trace contextRef="#ctx0" brushRef="#br0" timeOffset="385.25">660 397 10880,'-18'-67'10149,"13"52"-8694,4 10-1037,-1 1 1,1-1 0,0 1 0,0-1 0,0 0 0,0-2-419,1 7 36,-1 0 0,1 0 1,-1 0-1,1 0 0,-1 0 0,1 0 1,-1 0-1,1 0 0,-1 0 1,1 0-1,0 0 0,-1 1 1,1-1-1,-1 0 0,1 0 1,-1 1-1,1-1 0,0 0 1,-1 0-1,1 1 0,-1-1-36,1 2 13,-1-1-1,0 1 1,1-1-1,0 1 1,-1-1-1,1 1 1,0-1-1,0 1 1,-1-1-1,1 1 1,0-1-1,1 1 1,-1-1-1,0 1 1,1 0-13,5 29 16,-5-25-1,22 95 838,-19-65 779,-6-36-1023,-2-6-227,3 3-343,-1 1 0,1 0 0,0-1 0,0 1 0,0-1 0,1 0 0,-1-1-39,0-16-72,1 0 0,2 0 0,0 0 0,0 0 0,2 1 0,2-7 72,0 2-272,1-1-1,1 1 1,1 0-1,2 1 1,5-10 272,-8 19-583,0 0-1,1 0 1,1 0-1,1 1 1,0 1-1,0 0 1,1 0-1,0 1 1,2 1 583,-9 6-708,0 1-1,0-1 1,0 1 0,1 1 0,-1-1 0,1 1-1,0 0 1,0 0 0,0 1 0,-1 0-1,2 0 1,-1 0 0,0 1 0,0 0-1,0 0 1,0 0 0,0 1 0,0 0-1,0 0 1,3 1 708,23 9-3173</inkml:trace>
  <inkml:trace contextRef="#ctx0" brushRef="#br0" timeOffset="3287.51">1334 126 10368,'-22'0'3429,"20"0"-3189,1 0 0,-1 0-1,1 0 1,-1-1 0,1 1 0,-1 0 0,1-1 0,-1 1 0,1-1-1,0 1 1,-1-1 0,1 0 0,0 0 0,-1 0-240,-14-6 3084,10 5-2360,0 1 0,0-1-1,0-1 1,0 1 0,-2-3-724,2 2 345,1 1-1,-1-1 1,0 1 0,0 0 0,0 0-1,0 1 1,-3-1-345,2 1 112,1 1-1,-1-1 0,1 2 1,-1-1-1,1 0 1,-1 1-1,1 0 0,0 1 1,-4 1-112,6-2-1,0 1-1,0 1 1,0-1 0,0 0 0,0 1 0,0 0 0,1 0 0,-1 0 0,1 0-1,0 0 1,0 1 0,0 0 0,1-1 0,-2 3 1,-3 5-12,1 1 0,0 0 0,1 0-1,0 0 1,0 1 0,-1 10 12,4-15-6,1 0-1,-1 1 1,2-1-1,-1 1 1,1-1-1,1 1 1,-1-1-1,1 0 1,1 1-1,0-1 1,0 1 6,1 1-177,1 0 0,0 0 0,0-1 0,1 1 0,0-1-1,1 0 1,0-1 0,0 0 0,1 1 0,0-2 0,0 1 0,1-1 0,0 0 0,0-1 0,1 0 0,-1 0 0,1-1 0,1 0 0,-1-1 0,9 3 177,2-2-1517,1-1 1,-1-1 0,1-1 0,-1-1 0,1-1 0,-1 0 0,15-3 1516,16-2-3616</inkml:trace>
  <inkml:trace contextRef="#ctx0" brushRef="#br0" timeOffset="3794.78">1871 187 13952,'-11'-10'4591,"8"3"-333,8-2-2410,-4 7-1479,0-1-170,0 1 0,0-1 0,0 1-1,-1-1 1,1 1 0,-1-1 0,1 0 0,-1 1 0,0-1 0,-1-2-199,1 3 38,0 1 0,0-1 0,-1 1 1,1 0-1,-1-1 0,1 1 0,-1 0 1,0-1-1,0 1 0,1 0 0,-1 0 1,0-1-1,0 1 0,0 0 0,0 0 1,0 0-1,0 0 0,-1 0 0,1 1 1,0-1-1,0 0 0,-1 0 0,1 1 0,-1-1-38,-9-3 11,0 1 0,-1 0-1,0 1 1,0 0-1,0 1 1,0 0-1,0 1 1,1 0-1,-1 1 1,0 1-1,0 0 1,-4 1-11,-1 1-19,0 0 0,0 2-1,0 0 1,0 0 0,1 2 0,0 0 0,1 1 0,-3 2 19,12-6-17,1-1-1,0 1 1,-1-1 0,1 2 0,1-1-1,-2 2 18,5-6 0,0 0-1,0 0 0,0 0 1,0 1-1,1-1 0,-1 0 1,0 1-1,1-1 1,-1 1-1,1-1 0,-1 1 1,1-1-1,-1 1 0,1-1 1,0 1-1,0 0 0,0-1 1,0 1-1,0-1 1,0 1-1,1-1 0,-1 1 1,0-1-1,1 1 0,-1-1 1,1 1-1,-1-1 0,1 1 1,0-1-1,1 2 1,2 2 0,1 0 0,1-1 0,-1 1 0,1-1 0,0 0 0,0 0 0,0-1-1,5 3 1,14 5-51,18 4 51,-25-9-33,69 22-30,-51-19 36,-1 3 0,0 0 0,-2 3 0,4 2 27,-32-14 18,1 0 0,-1 1 0,0 0-1,0-1 1,0 2 0,-1-1 0,0 0 0,4 5-18,-7-7 6,0-1 0,0 1 0,0 0 0,0-1 0,0 1 0,0 0 0,-1 0 1,1 0-1,0 0 0,-1 0 0,0 0 0,1 0 0,-1 0 0,0 0 0,0 0 0,0 0 0,0 0 0,0 0 1,-1 0-1,1 0 0,-1 0 0,1 0 0,-1 0 0,0 0 0,0-1 0,0 1 0,0 0 0,0 0 0,0-1 1,0 1-8,-5 5-11,0 0 0,0 0 0,-1-1-1,1 0 1,-2 0 0,1-1-1,0 0 1,-1 0 0,0-1-1,0 0 1,0 0 0,-1-1-1,1 0 1,-1 0 12,-9 1-882,0 0 1,0-1 0,-1-1-1,1-1 1,-1 0-1,-6-1 882,17-1-897,0 1 0,0-1 0,0 0 0,0 0 0,0-1 0,0 0 0,1-1 0,-1 0 0,1 0 0,-1-1 897,-25-13-4005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51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80 370 10112,'-1'-1'270,"0"0"-112,1 1 0,0 0-1,0-1 1,0 1-1,-1 0 1,1 0-1,0-1 1,0 1 0,-1 0-1,1 0 1,0-1-1,0 1 1,-1 0-1,1 0 1,0 0 0,-1-1-1,1 1 1,0 0-1,-1 0 1,1 0-1,0 0 1,-1 0-1,1 0 1,0 0 0,-1 0-1,1 0 1,-1 0-1,1 0 1,0 0-1,-1 0 1,1 0 0,0 0-1,-1 0 1,1 0-1,0 1 1,-1-1-1,1 0 1,0 0-1,-1 1-156,0 4 3988,-6 20-2723,-2 6-1215,7-20-23,1 1-1,0 0 1,0 0 0,1-1-1,1 1 1,0 2-28,4 21 207,4 13-207,3 15 912,-12-45-148,-5-13-220,-5-9-17,6 1-462,1 0 0,-1 0 0,1 0 0,0-1 0,0 0 0,1 1 0,-1-1 0,1 0 0,0 0 0,0 0 0,0-1 0,0 1 0,1 0 0,-1-3-65,-3-13-47,0 0 0,0-12 47,3 19-18,1 0 0,1 0 0,0-1 0,0 1 0,2 0 0,-1 0 0,2 0-1,0 0 1,0 0 0,1 1 0,1 0 0,0-1 0,3-4 18,-7 15-16,1 0 0,-1 0-1,1 1 1,0-1 0,-1 0-1,1 1 1,0-1 0,0 1-1,0 0 1,0-1 0,0 1 0,0 0-1,0 0 1,0 0 0,1 1-1,-1-1 1,0 0 0,0 1-1,1 0 1,-1-1 0,1 1 0,-1 0-1,0 0 1,1 1 0,-1-1-1,0 0 1,1 1 0,-1-1-1,0 1 1,0 0 0,1 0 16,4 1-90,0 1-1,-1 0 1,1 0 0,-1 1 0,0-1 0,0 2-1,0-1 1,0 1 0,2 2 90,22 31-157,-24-30 157,-1-1 0,1 0 1,0 0-1,1 0 1,0 0-1,0-1 0,6 4 0,-10-8 8,-1 0 0,1-1-1,0 0 1,0 1 0,0-1-1,1 0 1,-1-1 0,0 1-1,0 0 1,0-1 0,1 0-1,-1 0 1,0 0-1,0 0 1,1 0 0,1-1-8,0 0 20,0-1 1,0 0-1,-1 1 0,1-2 1,0 1-1,-1 0 0,1-1 1,-1 0-1,0 0 0,0-1-20,7-5 86,-1-1 0,-1 0 0,0-1 0,0 0 0,-1 0 0,0-1 0,1-4-86,-5 8 121,1-1 0,-1 1 0,0-1-1,-1-1 1,0 1 0,0 0 0,-1-1-1,-1 1 1,1-1 0,-2 0 0,1 0-1,-1 1 1,-1-1 0,0-1-121,1 10 7,0 0 1,0 0 0,-1-1-1,1 1 1,-1 0 0,1 0-1,-1 0 1,1 0 0,-1 0-1,0 0 1,1 0-1,-1 0 1,0 0 0,0 0-1,0 0 1,0 0 0,0 0-1,0 1 1,0-1 0,0 0-1,0 1 1,0-1-1,0 1 1,-1-1 0,1 1-1,0-1 1,0 1 0,0 0-1,-1 0 1,1 0-1,0-1 1,0 1 0,-1 0-1,1 1 1,0-1 0,-1 0-8,-2 0-2,1 1 0,-1 0 0,0 0 0,0 0 0,0 0 0,0 0 0,1 1 1,-1 0-1,1 0 0,-3 1 2,0 2 8,0 1-1,-1-1 1,2 1-1,-1 1 1,1-1 0,0 1-1,-3 6-7,-7 12 16,-5 15-16,17-34 0,-9 19 3,1 1-1,0 1 0,0 8-2,9-27 15,0 1-1,0-1 1,0 1-1,2-1 1,-1 1-1,1 0 1,0-1-1,1 1 1,-1 0-1,2-1 1,-1 1 0,4 7-15,-3-11-42,0-1 1,0 0-1,1 0 1,-1 0 0,1 0-1,0-1 1,0 1-1,1-1 1,-1 0 0,1 1-1,0-2 1,-1 1-1,1 0 1,0-1 0,1 0-1,-1 0 1,0 0-1,1 0 1,-1-1 0,1 1-1,3-1 42,11 3-763,0-1 1,0-1-1,0 0 1,15-2 762,-14-1-1817,0 0 1,3-2 1816,8-2-5298,-1-1 0,4-3 5298,8-3-3408</inkml:trace>
  <inkml:trace contextRef="#ctx0" brushRef="#br0" timeOffset="750.97">941 375 9984,'-19'-39'6400,"18"34"-3594,-2 4-786,3 1-1981,0 0 0,0 0 0,0-1 0,-1 1 0,1 0 0,0 0 1,0 0-1,0 0 0,-1 0 0,1 0 0,0 0 0,0-1 0,-1 1 0,1 0 0,0 0 0,0 0 0,-1 0 0,1 0 0,0 0 1,0 0-1,-1 0 0,1 0 0,0 0 0,0 0 0,-1 0 0,1 1 0,0-1 0,0 0 0,-1 0 0,1 0 0,0 0 0,0 0 1,-1 0-1,1 1 0,0-1 0,0 0 0,0 0 0,0 0 0,-1 0 0,1 1 0,0-1 0,0 0 0,0 0 0,0 1 0,0-1 0,-1 0 1,1 0-1,0 0 0,0 1 0,0-1 0,0 0 0,0 0 0,0 1 0,0-1 0,0 0-39,-5 19 363,5-15-267,-8 45-8,2 1 1,2 0-1,3 1 0,2-1 1,2 0-1,2 0 1,5 16-89,-4-30 152,-1-1 0,-1 25-152,-4-59-2,0 0 1,0-1 0,0 1-1,0 0 1,0 0 0,0 0-1,0 0 1,0 0 0,-1 0-1,1 0 1,0-1 0,0 1-1,-1 0 1,1 0 0,0 0 0,-1 0-1,1-1 1,-1 1 1,1-1 6,-1 0 1,1 0-1,0 0 1,-1 0 0,1 0-1,-1-1 1,1 1-1,0 0 1,-1 0-1,1 0 1,0-1-1,-1 1 1,1 0-1,0 0 1,-1-1-1,1 1 1,0 0-1,0-1 1,-1 1-1,1 0 1,0-1 0,0 1-1,0 0 1,-1-1-1,1 0-6,-17-35 255,5 1-286,0 0-1,3-1 0,-5-35 32,11 48-28,0 0 0,2 0-1,1 0 1,1 0 0,1 0-1,1 0 1,2-4 28,1 0-28,1-1 1,1 1-1,2 1 0,7-15 28,-13 32-22,0 1 0,1 0-1,0 0 1,0 0-1,1 0 1,0 1-1,0 0 1,1 0 0,-1 1-1,2 0 1,-1 0-1,1 0 1,0 1-1,0 0 1,0 1 0,2-1 22,-1 2 4,0 0 0,0 1 1,0 0-1,0 1 1,1-1-1,-1 2 0,0 0 1,1 0-1,-1 0 1,0 1-1,1 0 0,-1 1 1,1 1-5,-5-2 16,0 0 1,0 1-1,1 0 1,-2 0-1,1 1 1,0-1 0,0 1-1,-1 0 1,1 0-1,-1 1 1,0-1-1,0 1 1,0 0-1,-1 0 1,1 0-1,-1 1 1,0-1-1,0 1 1,-1 0-1,1 0 1,-1 0-1,0 0 1,0 2-17,0 1 23,0 1 0,-1 0-1,0-1 1,0 1 0,-1 0 0,0-1 0,-1 1 0,0 0 0,0-1-1,-1 1 1,0-1 0,0 1 0,-1-1 0,0 0 0,0 0 0,-1 0-1,0 0 1,-1-1 0,0 0 0,0 0 0,0 0 0,-1 0 0,0-1-1,0 0 1,-1 0 0,0-1 0,0 1 0,-4 1-23,-8 4-128,0-1 0,0-1 0,-1 0 0,-1-2 0,-2 1 128,16-6-297,-1 0-1,1-1 0,-1 0 1,0 0-1,1 0 0,-1-1 0,0-1 1,1 1-1,-1-1 0,0 0 1,1-1-1,-1 0 0,1 0 1,-1 0-1,1-1 0,-2-1 298,6 2-418,0 0-1,-1-1 1,1 1-1,0-1 1,0 1-1,1-1 0,-1 0 1,0 0-1,1 0 1,0-1-1,0 1 1,0-1-1,0 1 0,0-1 1,1 1-1,0-1 1,0 0-1,0 0 1,0 0-1,0 0 0,1 0 1,-1 1-1,1-1 1,0 0-1,1 0 1,-1 0-1,1 0 0,-1 0 1,1 0-1,0 0 1,1-2 418,15-29-2848</inkml:trace>
  <inkml:trace contextRef="#ctx0" brushRef="#br0" timeOffset="1105.44">1382 1 11264,'0'0'41,"0"0"1,0 0 0,0 0-1,0 0 1,0 0 0,-1 0-1,1 0 1,0 0 0,0 0-1,0 0 1,0 0 0,0 0-1,0 0 1,0 0 0,0 0-1,0 0 1,0-1-1,0 1 1,0 0 0,-1 0-1,1 0 1,0 0 0,0 0-1,0 0 1,0 0 0,0 0-1,0 0 1,0 0 0,0 1-1,0-1 1,0 0 0,0 0-1,-1 0 1,1 0 0,0 0-1,0 0 1,0 0 0,0 0-1,0 0 1,0 0 0,0 0-1,0 0 1,0 0 0,0 0-1,0 0 1,0 0 0,0 0-1,0 0 1,0 0 0,0 1-1,0-1 1,0 0-1,0 0 1,0 0 0,-1 0-1,1 0 1,0 0 0,0 0-1,0 0 1,0 0 0,0 0-1,0 0 1,1 1 0,-1-1-1,0 0-41,-3 11 3818,1 22 2774,2-24-5886,-2 103-720,5 2 14,-2-63-71,0-20-600,2 0 0,1 0 0,6 19 671,-6-32-1359,1-1 1,1 1-1,0-1 0,2-1 1,0 1-1,8 10 1359,-14-23-809,1 0 0,0-1 0,0 1 0,0-1 1,0 0-1,3 2 809,20 12-3264</inkml:trace>
  <inkml:trace contextRef="#ctx0" brushRef="#br0" timeOffset="1570.28">1792 415 14848,'-27'-25'8383,"26"23"-7964,0-1 1,0 1-1,0 0 0,0-1 0,1 1 0,-1-1 1,1 1-1,0-1-419,-4-15 300,3 14-271,-1 0 0,0-1 0,0 1 1,0 0-1,-1 0 0,0 0 1,1 1-1,-1-1 0,-1 1 1,1-1-1,0 1 0,-1 0-29,2 1-4,0 1-1,-1-1 0,1 1 1,-1 0-1,1-1 1,-1 1-1,1 0 1,-1 1-1,0-1 1,1 0-1,-1 1 0,0 0 1,0-1-1,1 1 1,-1 0-1,0 0 1,0 1-1,1-1 1,-1 1-1,0-1 1,-1 1 4,-3 2-1,0 0 1,-1 1-1,2 0 1,-1 0 0,0 0-1,1 1 1,0 0-1,0 0 1,0 0 0,0 1-1,1 0 1,-1 2 0,-14 18-4,2 0-1,-6 14 5,12-21-8,6-8-29,0 0 0,1 1-1,-3 7 38,6-15-19,1 0-1,0 0 0,0-1 1,0 1-1,0 0 0,1 0 0,-1 0 1,1 0-1,0 0 0,1 0 1,-1 0-1,0 0 0,1 1 20,0-3-20,0 0 0,0-1 0,0 1 0,0 0 0,1-1 0,-1 1 0,0 0 0,1-1 0,-1 0 0,1 1 0,0-1 0,-1 0 0,1 0 0,0 0 0,0 0 0,-1 0-1,1 0 1,0 0 0,0-1 0,0 1 0,1-1 20,7 3-71,-1-1 0,1-1 0,8 1 71,-5-2-53,0 0 0,1-1 0,-1 0 0,0-1 0,0-1 0,-1 0 1,1-1-1,0 0 0,-1-1 0,0 0 0,1-1 53,-8 3 30,0-1 0,1 0 0,-1 0 0,-1 0 0,1-1 0,0 0 0,-1 0 0,0 0 0,0 0 0,-1 0-1,0-1 1,0 0 0,0 1 0,0-1 0,-1 0 0,0-1 0,0-1-30,1-3 135,-1 0 1,0 0-1,-1 0 1,0 0-1,-1-1 1,0 1-1,-1 0 1,0 0-1,-2-5-135,2 11 41,0 1 0,0 0 0,-1 0 0,0 0 0,-1-2-41,-4-11-34,9 31-3,0 0 1,1 0-1,0 0 1,5 12 36,-4-13-19,3 6-269,2 0 1,-1-1 0,2 0 0,1 0-1,0-1 1,1-1 0,3 4 287,-11-15-674,0 0-1,1 0 1,-1 0 0,1-1 0,0 1-1,4 1 675,-6-3-961,0-1 0,1-1 0,-1 1 1,1-1-1,-1 1 0,1-1 0,0 0 0,0 0 961,19 4-3669</inkml:trace>
  <inkml:trace contextRef="#ctx0" brushRef="#br0" timeOffset="2211.84">2225 269 11776,'-3'-8'1400,"-10"-16"4354,13 23-5502,-1 0 0,1 0 0,-1 1-1,1-1 1,-1 0 0,0 1 0,1-1 0,-1 1 0,0-1 0,0 1 0,1-1 0,-1 1 0,0 0 0,0-1 0,0 1 0,0 0 0,1 0 0,-1-1 0,0 1 0,0 0 0,0 0 0,0 0 0,0 0 0,0 0 0,1 0 0,-1 1 0,-1-1-252,-2 1 95,1 1 1,-1-1 0,1 1 0,-1 0 0,1 0 0,0 0-1,0 0 1,0 1 0,0-1 0,0 1 0,0 0-1,1 0 1,-1 0 0,0 2-96,-6 8-73,0 1 1,-5 13 72,9-18 78,-52 103-286,48-93-232,0 1-1,-2 9 441,9-22-485,0 0 0,0 0 0,0 0 0,1 1-1,0-1 1,1 0 0,-1 1 0,2 6 485,-1-12-246,0 0 1,1 0 0,-1-1-1,0 1 1,1-1 0,0 1-1,-1 0 1,1-1 0,0 1-1,0-1 1,0 0 0,0 1-1,0-1 1,0 0 0,0 1-1,0-1 1,1 0 0,-1 0 0,0 0-1,1 0 1,-1 0 0,1 0-1,-1-1 1,1 1 0,0 0-1,-1-1 1,1 1 0,-1-1-1,1 0 1,0 1 0,0-1-1,-1 0 1,1 0 0,0 0-1,0 0 246,9-1-344,0 0 0,-1-1 0,1 0 0,-1 0 0,5-3 344,1 1 1795,-4 1-537,1 0 1274,1 0 0,-1 0 0,0 2 0,3-1-2532,-9 1 68,0 0-1,0-1 1,0 0 0,0 0-1,0-1 1,0 1-1,0-2 1,-1 1-1,4-3-67,5-2-5,14-8 4,-1 0 1,0-2-1,-1-2 0,6-7 1,-16 13 221,-1-1 0,-1-1 0,0-1 0,-1 0 0,-1-1 0,9-17-221,-19 31 94,-1 0 1,0-1-1,-1 1 1,1 0-1,-1-1 1,0 1-1,0-2-94,0 3 23,-1 1-1,0 0 0,0 0 0,0 0 1,0-1-1,0 1 0,0 0 0,-1 0 1,1 0-1,-1-1 0,0 1 0,1 0 1,-1 0-1,0 0 0,0 0 0,-1 0 0,1-1-22,-1 1 9,1 1-1,-1-1 0,1 0 0,-1 0 0,0 1 0,0-1 0,0 1 1,0-1-1,0 1 0,0 0 0,0 0 0,0 0 0,0 0 0,0 0 1,-1 0-1,1 1 0,0-1 0,-1 1 0,1 0 0,-1-1-8,-1 2 17,0-1 0,0 1 0,0-1 0,0 1 0,0 0 0,0 0 0,1 1 0,-1-1 0,0 1 1,1 0-1,-3 2-17,-6 4 79,1 0 0,0 1 1,1 1-1,0 0 1,0 0-1,-5 9-79,-2 2 164,1 1 1,2 1-1,-10 20-164,19-35 43,1 1 1,1 0-1,0 0 0,0 0 1,1 1-1,0-1 0,0 1 1,1-1-1,1 1 1,-1-1-1,1 1 0,1 4-43,0-11-7,0 1-1,0-1 0,0 1 0,0-1 0,0 0 0,1 1 1,-1-1-1,1 0 0,0 0 0,0 0 0,0 0 0,0-1 0,1 1 1,-1 0-1,1-1 0,-1 0 0,1 1 0,0-1 0,2 1 8,4 2-116,-1-1-1,1 0 1,0-1-1,0 1 1,0-2-1,6 2 117,9 1-636,0-2-1,0 0 1,0-2 0,1 0-1,-1-2 1,24-3 636,-19 0-3392,-1-1 0,0-2 0,12-5 3392,2 0-3994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50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403 283 8064,'0'-1'260,"0"1"1,0-1-1,0 1 1,0-1 0,0 1-1,0-1 1,0 0-1,0 1 1,0-1-1,0 1 1,0-1 0,0 1-1,0-1 1,0 1-1,0-1 1,0 1-1,0-1 1,1 1 0,-1-1-1,0 1 1,0-1-1,1 1 1,-1-1-261,12-12 5104,-10 11-4672,0 0 0,-1 0 0,1 0 0,0 0 0,-1 0 0,1 0 0,-1 0 1,0 0-1,0-1 0,0 1 0,1-2-432,-1 0 406,-1 0 1,1 0-1,-1 0 1,0 0-1,0 0 0,-1 0 1,1 0-1,-1-2-406,1 5 38,-1 0-1,1 0 0,-1-1 0,1 1 0,-1 0 1,1 0-1,-1 0 0,0 0 0,0 0 0,1 0 1,-1 0-1,0 0 0,0 0 0,0 0 1,0 0-1,0 0 0,0 1 0,0-1 0,-1 0 1,1 1-1,0-1 0,0 1 0,0 0 0,-1-1 1,1 1-1,0 0 0,-1 0 0,1-1 0,0 1-37,-21-1 4,0 0-1,0 1 0,1 1 0,-1 1 0,1 1 0,-17 5-3,20-4-47,1 1 0,1 1 0,-1 1 0,1 0 0,0 1 0,1 0 0,0 2 0,-8 5 47,14-7-31,3-4 23,-1 0 0,1 1 0,1 0 0,-1 0 0,1 1 0,0-1-1,0 1 1,0 0 0,1 1 0,-1 1 8,5-7-3,-1 0 0,1 0 0,0 0-1,0 0 1,-1 0 0,1 0 0,0 0-1,0 0 1,0 0 0,0 0 0,0 0 0,0 0-1,1 0 1,-1 0 0,0 0 0,0 0 0,1 0-1,-1 0 1,1 0 0,-1 0 0,1 0 0,-1 0-1,1 0 1,-1 0 0,1-1 0,0 1 0,0 0-1,-1 0 1,1-1 0,0 1 0,0 0-1,0-1 4,2 2-11,0 0 0,0 0 0,1 0 0,-1-1 0,1 1-1,-1-1 1,1 0 0,0 0 11,20 3-109,1 0 0,-1-2 1,13-1 107,12 1-178,-45-1 164,0-2 0,-1 2 1,0-1 0,1 0-1,-1 0 1,0 1 0,0 0-1,1 0 1,-1 0 0,0 0-1,0 0 1,0 1 0,2 0 14,-5-1-1,0-1 0,1 0 0,-1 1 1,0-1-1,0 1 0,1-1 0,-1 1 1,0-1-1,0 1 0,0-1 0,0 1 0,1-1 1,-1 0-1,0 1 0,0-1 0,0 1 0,0-1 1,0 1-1,0-1 0,-1 1 0,1-1 0,0 1 1,0-1-1,0 1 0,0-1 0,0 1 0,-1-1 1,1 1-1,0-1 0,0 0 1,-10 13-51,8-10 30,-10 8 14,1 0 0,-1-1 0,-1 0 0,0-1 0,0 0 0,-11 5 7,-19 13-1,41-26 1,-8 5-27,0 1-1,0 1 1,0 0 0,1 0-1,0 1 1,0 0 0,1 0 0,-3 6 27,6-8-21,1-3 11,1 1 0,0-1 0,0 1 1,1 0-1,-2 2 10,4-6-7,0-1 1,-1 1-1,1 0 0,0-1 1,0 1-1,0 0 0,-1-1 1,1 1-1,0 0 1,0-1-1,0 1 0,0 0 1,0-1-1,0 1 0,0 0 1,1-1-1,-1 1 1,0 0-1,0-1 0,0 1 1,1 0-1,-1-1 0,0 1 1,1-1-1,-1 1 1,0-1-1,1 1 0,-1-1 1,1 1-1,-1-1 0,1 1 1,-1-1-1,1 1 0,-1-1 1,1 0-1,0 1 1,-1-1-1,1 0 0,-1 1 1,1-1-1,0 0 0,-1 0 1,1 0-1,0 0 1,0 0 6,6 2-114,1-1 0,-1-1 1,1 0-1,0 0 0,0 0 1,-1-1-1,7-1 114,53-14-1190,-67 16 1186,35-10-1914,-1-2 1,22-11 1917,-41 17-1680,-1-2 0,0 0 0,0-1 1,-1 0-1,0-1 0,11-10 1680,-2-2-2997</inkml:trace>
  <inkml:trace contextRef="#ctx0" brushRef="#br0" timeOffset="357.5">240 12 11392,'-4'-1'574,"2"1"78,-1 0 0,1-1 0,0 1 0,-1-1 0,1 1-1,0-1 1,-1 0 0,1 0 0,0 0 0,-2-1-652,4 2 85,0 0 0,-1-1 0,1 1 0,0 0 0,0 0 0,0 0 0,0 0 0,0 0 1,-1-1-1,1 1 0,0 0 0,0 0 0,0 0 0,-1 0 0,1 0 0,0 0 0,0 0 0,-1 0 0,1 0 0,0 0 0,0-1 1,0 1-1,-1 0 0,1 0 0,0 1 0,0-1 0,-1 0 0,1 0 0,0 0 0,0 0 0,0 0 0,-1 0 0,1 0 1,0 0-1,0 0 0,0 0 0,-1 0 0,1 1 0,0-1 0,0 0 0,0 0 0,-1 0 0,1 0 0,0 1 0,0-1 1,0 0-1,0 0 0,0 0 0,0 1-85,-1-1 107,1 1 1,0 0-1,0 0 1,-1 0-1,1-1 1,0 1-1,0 0 1,0 0-1,0 0 1,0-1-1,0 1 1,0 0-1,1 0 0,-1 0 1,0 0-108,1 1 102,-1 0 1,1 0-1,-1 1 0,0-1 0,0 0 1,0 0-1,0 1 0,0 0-102,-1 13 201,23 157 52,-8-65-138,-2-30-603,2 0 0,9 15 488,-22-88-163,4 14-2766,8 20 2929,-10-33-1517,0 1 0,1-1 0,-1 0-1,1 0 1,0-1 0,0 1 0,3 2 1517,7 7-3381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26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440 107 9984,'-10'-3'9762,"-3"-9"-5019,-3-3-3697,8 8-979,-1 1 0,1 0 0,-1 0 0,0 1 0,-1 0 0,1 1 0,-1 0 0,0 0 0,0 1 0,0 1 0,0 0 0,0 0 0,-1 1 0,1 0 0,-1 0 0,0 2-67,-4 0-46,0 0 0,1 2 0,0-1-1,-1 2 1,1 0 0,0 1 0,1 0-1,-1 1 1,1 1 0,0 0 0,0 1 0,1 0-1,0 1 1,1 0 0,-5 6 46,14-14-7,1 0 0,0 0 0,-1 1 0,1-1 1,0 1-1,-1-1 0,1 1 0,0-1 0,0 1 0,1 0 1,-1-1-1,0 1 0,0 0 0,1 0 0,-1 0 0,1 0 1,0 0-1,-1-1 0,1 1 0,0 0 0,0 0 0,0 0 0,0 0 1,1 0-1,-1 0 0,0 0 0,1 0 0,0-1 0,-1 1 1,1 0-1,0 0 0,0 0 0,0-1 0,0 1 0,0-1 0,0 1 1,0-1-1,1 1 0,0 0 7,5 5 8,1-1-1,0 0 1,0 0 0,0-1-1,1 0 1,-1-1 0,3 1-8,98 44 29,-42-20-92,-2 3 1,21 16 62,-75-41-1,0 0 0,0 1 0,-1 0 1,0 1-1,-1 1 0,0-1 1,3 6 0,-9-11 9,-1-1 0,1 2 0,-1-1 0,0 0 1,0 0-1,0 1 0,-1-1 0,0 1 0,1 3-9,-1-4 17,-1-1-1,0 0 0,0 0 0,0 0 0,0 0 0,-1 0 0,1 0 1,-1 0-1,0 0 0,0 0 0,0 0 0,0 0 0,-1 0 0,1 0 1,-1 1-17,-1-1 15,1 1 1,-1-1 0,0 0-1,0 0 1,0 0 0,0-1 0,0 1-1,0-1 1,-1 1 0,1-1 0,-1 0-1,-3 1-15,-8 3 26,1-2 0,-1 1 0,0-2-26,9-1 0,-18 4-163,0-1 0,0-1 0,-1-1 0,-24 0 163,42-3-172,0 0 1,0 0-1,1-1 0,-1 0 0,0 0 0,0-1 0,1 0 0,-1 0 0,1 0 0,0-1 0,0 0 0,0-1 0,0 1 0,0-1 0,1 0 0,-1 0 0,1-1 1,0 0-1,0 1 0,-1-4 172,4 6-408,0-2-1,0 1 1,1 0 0,-1 0 0,0 0 0,1-1 0,0 1 0,0-1 0,0 1 0,0-1 0,1 0-1,0 1 1,-1-1 0,1 1 0,0-1 0,1 0 0,-1 1 0,1-1 0,-1 0 0,1 1-1,0-1 1,1 1 0,-1-1 408,12-20-3370</inkml:trace>
  <inkml:trace contextRef="#ctx0" brushRef="#br0" timeOffset="509.4">681 322 10496,'-31'-16'6853,"17"-1"-336,14 17-6504,0 0 0,0 0 0,0 0 0,0 0 0,0 0 0,0 0 0,0 0 0,-1 0 0,1 0 0,0 0 0,0 0 0,0 0 1,0 0-1,0 0 0,0 0 0,0 0 0,0 0 0,0 0 0,0 0 0,-1 0 0,1 0 0,0 0 0,0 0 0,0 0 0,0 0 0,0 0 0,0 0 0,0 0 0,0 0 0,0 0 0,-1 0 0,1 0 0,0 0 1,0 0-1,0 0 0,0 0 0,0 0 0,0 0 0,0 0 0,0 0 0,0 0 0,0 1 0,0-1 0,0 0 0,0 0 0,-1 0 0,1 0 0,0 0 0,0 0 0,0 0 0,0 0-13,-2 8 164,0 8-129,3 4-38,0-1 0,1 1 0,1-1-1,1 0 1,1 0 0,0 0 0,2 0 0,0-1 0,1 0 0,1-1 0,0 0 0,10 12 3,-16-24 29,1-1 1,-1 1 0,1-1 0,0 0 0,1-1-1,-1 1 1,1-1 0,0 0 0,-1 0 0,2 0-1,-1-1 1,0 1 0,0-1 0,2 0-30,-3-1 21,-1 0 1,1 0-1,0-1 1,-1 1-1,1-1 1,0 0-1,-1 0 1,1 0-1,0 0 1,-1-1 0,1 1-1,-1-1 1,1 0-1,0 0 1,-1-1-1,0 1 1,1-1-1,-1 1 1,0-1-1,0 0 1,0 0-1,2-2-21,-2 1 24,-1 1 1,1-1-1,-1 0 0,0-1 0,0 1 0,0 0 1,0-1-1,0 1 0,-1-1 0,1 0-24,9-39 166,-9 34-147,3-12 128,-2-1-1,0 1 1,-2-1 0,0-1-147,22 72-107,10 25-371,2 4-3492,-13-30-1804,-12-28 844,0-4 1560</inkml:trace>
  <inkml:trace contextRef="#ctx0" brushRef="#br0" timeOffset="1125.95">1158 98 10880,'-18'-9'3509,"18"8"-3191,-1 1 0,0-1 0,1 1-1,-1 0 1,0-1 0,0 1 0,1 0 0,-1 0 0,0 0 0,0-1 0,1 1-1,-1 0 1,0 0 0,0 0 0,0 0 0,1 0 0,-1 1 0,0-1 0,0 0 0,0 0-318,-1 1 1871,7 53-1140,8 39-553,4 0 1,5 3-179,-2-1 325,-2-10 630,-15-74-513,1-16-177,0-19-135,-1-2-188,1 1-1,0 1 0,2-1 1,1 1-1,2 0 0,0 0 1,7-13 58,-12 31-28,-1 0 0,1 0 0,0 0 0,0 1 0,0-1 0,1 1 0,0 0 1,0 1-1,0-1 0,1 1 0,0 0 0,0 0 0,0 0 0,5-1 28,-6 3-8,-1 0 0,1 1 0,-1 0 0,1 0 0,0 0 0,0 0 0,-1 1 0,1 0 0,0 0-1,0 0 1,-1 1 0,1-1 0,0 1 0,0 0 0,-1 1 0,1-1 0,-1 1 0,1 0 0,-1 0 0,0 0 0,3 2 8,2 2 36,-1 1 0,1-1 0,-2 1 0,1 1 0,-1-1 0,0 1 0,0 1 0,-1-1 0,0 1 0,-1 0 0,5 9-36,-8-13 26,1 1 0,-1-1 0,0 1 0,-1 0 0,1 0 0,-1-1 0,0 1 0,-1 0 1,1 0-1,-1 0 0,0 0 0,-1 0 0,0 0 0,0 0 0,0 0 0,0 0 0,-1-1 0,0 1 0,0 0 0,-1-1 1,-2 5-27,1-3 15,0-1 0,0 0 1,-1-1-1,0 1 0,0-1 1,0 0-1,0 0 0,-1 0 1,0-1-1,0 0 0,0 0 1,-1-1-1,1 0 0,-1 0 1,0 0-1,-2 0-15,-10 2-343,-1-2 1,0 0-1,-1-1 0,1-1 1,0-1-1,0-1 0,0 0 1,-2-2 342,17 2-295,1 0 1,-1 0 0,0-1 0,1 1-1,-1-1 1,1 0 0,0-1-1,0 1 1,-1-1 0,2 0 0,-1 0-1,0 0 1,-1-2 294,2 2-512,1 0 1,0 1-1,0-1 1,0 0-1,0-1 0,1 1 1,-1 0-1,1 0 1,0-1-1,0 1 0,0-1 1,0 1-1,1-1 1,-1 1-1,1-1 1,0 1-1,0-1 0,0-2 512,6-22-4544,6 3 1638</inkml:trace>
  <inkml:trace contextRef="#ctx0" brushRef="#br0" timeOffset="1484.18">1700 3 12032,'-1'0'451,"1"0"0,-1 0 1,0 0-1,0 0 1,1 0-1,-1 0 1,0 0-1,0 1 0,1-1 1,-1 0-1,0 0 1,0 1-1,1-1 0,-1 1 1,0-1-1,1 1 1,-1-1-1,0 1-451,0 0 297,1 0 0,-1 0 0,1 0 1,-1 0-1,1 0 0,-1 0 0,1 0 0,-1 0 0,1 0 0,0 0 1,0 1-1,-1-1-297,1 5 136,0 0 0,0 0-1,0 0 1,1-1 0,0 2-136,0-1 77,22 143-731,15 37 654,-16-80-3068,-1 0-3647,-16-72 1974,4-5 1584</inkml:trace>
  <inkml:trace contextRef="#ctx0" brushRef="#br0" timeOffset="1901.88">1542 354 13824,'-43'3'10954,"46"-4"-10853,-1 0 0,0 0 0,1 0-1,0 0 1,-1 0 0,1 1 0,1-1-101,19-5-45,-22 5 47,65-26-1288,11 0 1286,-55 21-285,0 0 0,1 1 0,-1 1 0,1 1 0,19 1 285,-37 2 34,1 0-1,-1 1 1,0 0 0,1 0 0,-1 0-1,0 1 1,0-1 0,0 1 0,0 1-1,0-1 1,0 1 0,-1 0-1,1 0 1,-1 0 0,0 0 0,0 1-1,0 0 1,0-1 0,-1 2 0,1-1-1,-1 0-33,9 14 269,-1 0 0,-1 1-1,-1 0 1,6 17-269,5 10 164,-10-23 845,-2 1 0,0 0 1,0 10-1010,-7-32 129,-5-7 1346,0-15-1516,5 1-281,1 0 0,1 0 0,0 1 0,1-1 0,2 1 1,0 0-1,0 1 0,4-5 322,-5 11-689,1 1 1,0 0-1,1 0 1,0 1-1,0-1 1,1 2-1,0-1 1,1 1-1,0 0 1,0 1 0,3-2 688,-1 2-1367,1 1 0,-1 0 0,1 0 0,0 1 0,0 0 0,0 1 0,1 1 0,-1 0 0,1 0 1,2 1 1366,25 1-2507</inkml:trace>
  <inkml:trace contextRef="#ctx0" brushRef="#br0" timeOffset="2434.26">2561 262 11008,'0'0'3594,"0"0"-2026,0 0 11,0 0 351,0 0-671,0 0 48,0-7 1365,-3 2-1957,3 4-624,0 0 0,0 1 0,0-1-1,-1 0 1,1 0 0,-1 1 0,1-1 0,0 0 0,-1 0 0,1 1 0,-1-1-1,0 0 1,1 1 0,-1-1 0,1 1 0,-1-1 0,0 1 0,0-1 0,1 1 0,-1-1-1,0 1-90,-16-7 585,15 5-576,0 1 1,0 0-1,0 0 0,0 1 1,0-1-1,0 0 1,0 1-1,0-1 0,-1 1 1,1-1-1,0 1 1,0 0-1,0 0 0,-1 0 1,1 0-10,-3 1-11,0 1 0,-1-1 1,1 1-1,0 0 0,1 0 1,-1 0-1,0 1 0,1-1 1,-1 1-1,0 1 11,-7 6-8,0 0 0,-10 12 8,10-9-47,1 1-1,0 1 1,1 0 0,0 0-1,2 1 1,0 0-1,0 1 1,2 0-1,-3 10 48,7-20-10,0 0-1,1 0 0,0-1 0,1 1 1,-1 0-1,1 0 0,1 0 0,-1 0 0,1 0 1,0-1-1,3 8 11,-4-12-3,1 1 1,0-1-1,0 0 1,0 1 0,1-1-1,-1 0 1,0 0-1,1 1 1,0-1-1,-1-1 1,1 1-1,0 0 1,0 0-1,0-1 1,0 1-1,0-1 1,0 1 0,1-1-1,-1 0 1,0 0-1,1 0 1,-1 0-1,1 0 1,-1-1-1,1 1 1,-1-1-1,1 0 1,0 1 0,-1-1-1,1 0 1,-1-1-1,3 1 3,3-1 4,0-1-1,-1 1 1,0-1 0,1-1-1,-1 1 1,0-1 0,0 0-1,0-1 1,0 0 0,-1 0-1,1 0 1,-1-1 0,0 0-1,-1 0 1,3-3-4,-2 1 6,0-1 1,0 1-1,-1-1 1,0 0 0,0 0-1,-1 0 1,0-1-1,0 0 1,-1 0-1,-1 0 1,1 0-1,0-5-6,0-21-66,-1 0-1,-1-11 67,-1 48-9,1 0-1,0 0 0,-1 0 1,1 1-1,0-1 1,0 0-1,0 0 1,0 0-1,1-1 0,-1 1 10,7 13-32,6 27-1043,-1 3 1075,-6-19-868,1-1-1,1 1 1,1-2-1,7 14 869,-5-21-2249,3-3-3630,-2-5 2045</inkml:trace>
  <inkml:trace contextRef="#ctx0" brushRef="#br0" timeOffset="2804.96">3026 273 12544,'-39'-14'13224,"14"5"-10982,23 8-2201,-1 0 0,1 1 0,-1-1 1,0 1-1,0 0 0,1 0 0,-1 0 0,0 0 0,1 1 1,-1-1-1,0 1 0,1 0 0,-1-1 0,0 1 1,1 0-1,0 0 0,-1 1 0,0 0-41,-3 1-16,0 1 0,1 0 0,-1 0 0,1 1 0,0-1 0,-2 4 16,-3 4-50,0 1 0,1 0 0,1 0 0,0 0 0,1 1 0,1 0 1,0 0-1,0 3 50,3-7-61,0 0 0,0 0 0,1 0 0,1 0 0,0 1 0,0-1 0,1 0 0,0 1 0,1-1 0,0 0 0,0 1 0,3 6 61,-3-13-98,1 0 0,-1 0 0,1-1 0,0 1-1,0 0 1,0-1 0,0 1 0,0-1 0,1 0-1,0 0 1,0 0 0,0 0 0,0 0 0,0 0-1,1 0 99,1 0-232,0-1 0,0 1 0,0-1 0,0 0 0,0 0 0,1-1-1,-1 0 1,0 0 0,1 0 0,3 0 232,5-1-866,0 0 1,0-1-1,0 0 0,0-2 1,0 1-1,0-2 0,-1 0 1,8-3 865,28-15-4923,1-3 1553</inkml:trace>
  <inkml:trace contextRef="#ctx0" brushRef="#br0" timeOffset="3138.69">3330 30 11392,'-10'-6'2529,"1"0"1,-1-1 0,0 0-2530,10 6 280,-1 1-1,1 0 1,-1-1 0,1 1 0,-1 0-1,1 0 1,-1-1 0,1 1 0,-1 0-1,0 0 1,1 0 0,-1 0 0,1-1-1,-1 1 1,0 0 0,1 0 0,-1 0-1,1 1 1,-1-1 0,0 0 0,1 0-1,-1 0 1,0 0-280,-11 2 1496,12-2-1488,-1 0 0,1 0 0,-1 0 0,1 0 0,-1 0 0,1 1 0,0-1 0,-1 0 0,1 0 0,-1 1 0,1-1 0,0 0 0,-1 0 0,1 1 0,0-1-1,-1 1 1,1-1 0,0 0 0,0 1 0,-1-1 0,1 0 0,0 1 0,0-1 0,0 1 0,0-1-8,-6 18 65,2 23-28,4-38-23,0 75-152,3-1 0,11 57 138,1 35-4465,-12-136 1008,0 5-3678,-3-22 3754</inkml:trace>
  <inkml:trace contextRef="#ctx0" brushRef="#br0" timeOffset="3471.44">3075 432 13056,'-22'-28'8005,"21"26"-6929,0 2-1027,1 0 0,0 0 0,0 0-1,0 0 1,0 0 0,0 0 0,0 0-1,0 0 1,0 0 0,0 0 0,0 0-1,0 0 1,0 0 0,0 0 0,0 0-1,0 0 1,0 0 0,0-1 0,-1 1-1,1 0 1,0 0 0,0 0 0,0 0-1,0 0 1,0 0 0,0 0 0,0 0-1,0 0 1,0 0 0,0 0 0,0 0-1,0 0 1,0 0 0,0 0 0,0 0-1,0 0 1,0-1 0,0 1 0,0 0-1,0 0 1,0 0 0,0 0 0,0 0-1,0 0 1,0 0 0,0 0 0,0 0-1,0 0 1,0 0 0,0 0 0,0 0-1,0 0 1,0 0 0,0 0 0,1-1-1,-1 1 1,0 0 0,0 0 0,0 0-1,0 0 1,0 0 0,0 0 0,0 0-1,0 0 1,0 0 0,0 0 0,0 0-1,0 0 1,0 0 0,0 0-49,6-5 1484,-2 3-1369,-1 0 0,1 0 1,0 0-1,0 0 0,-1 1 0,1-1 1,0 1-1,3 0-115,-1-1 48,48-11-70,1 3 0,5 1 22,51-10-1075,-22 0-557,-29 4-2294,-10 1-2166,-3-1-3351,-25 9 5795</inkml:trace>
  <inkml:trace contextRef="#ctx0" brushRef="#br0" timeOffset="5150.26">4086 268 10368,'-9'-2'2627,"-3"-2"1195,12 4-3777,0 0 0,0 0 0,0 0-1,0 0 1,0 0 0,0 0 0,0 0 0,0 1-1,0-1 1,0 0 0,0 0 0,1 0-1,-1 0 1,0 0 0,0 0 0,0 0-1,0 0 1,0 0 0,0 0 0,0 1-1,-1-1 1,1 0 0,0 0 0,0 0 0,0 0-1,0 0 1,0 0 0,0 0 0,0 0-1,0 0 1,0 0 0,0 0 0,0 1-1,0-1 1,0 0 0,0 0 0,0 0 0,0 0-1,0 0 1,0 0 0,0 0 0,-1 0-1,1 0 1,0 0 0,0 0 0,0 0-1,0 0 1,0 0 0,0 0 0,0 0 0,0 0-1,0 0 1,0 0 0,-1 0 0,1 0-1,0 0 1,0 0 0,0 0 0,0 0-1,0 0-44,0 1 122,1 1-1,-1-1 0,0 1 0,1 0 1,-1-1-1,0 1 0,0-1 0,0 1 0,0-1 1,0 1-1,-1 0-121,1 3 85,1 16 176,2-1 1,0 0-1,1 0 0,1 0 1,4 11-262,-1-5 1085,-1 1 0,1 13-1085,-2-14 1014,-3-67-467,4-8-547,-4 26 82,2-9-175,1 0-1,2 1 1,0 0 0,11-23 93,-17 50-13,-1 1 0,1 0 0,0 0 0,0 0 0,0 0 0,0 0 1,0 0-1,1 1 0,-1-1 13,-1 2-4,0 1 0,-1-1 0,1 1 0,0-1 0,-1 1 0,1-1 0,0 1 0,0-1-1,0 1 1,-1 0 0,1-1 0,0 1 0,0 0 0,0 0 0,0 0 0,0 0 0,0 0 0,-1 0 0,1 0 0,0 0 0,0 0 0,0 0 0,0 0 0,0 1 0,-1-1 0,1 0 0,0 1 0,0-1 0,0 0-1,-1 1 1,1-1 0,0 1 0,0-1 0,-1 1 0,1-1 0,0 2 4,7 7 5,1 2 1,-2-1-1,0 1 0,0 0 0,-1 1 0,0-1 0,2 9-5,7 13 2,75 135 494,-82-153-316,-6-9-49,1-1 0,-1 0 1,1 0-1,1-1 0,-1 1 1,1 0-1,0 0-131,-3-5 25,-1 1 1,1 0-1,0-1 1,0 1-1,-1-1 1,1 0-1,0 1 1,0-1-1,0 0 1,0 1-1,-1-1 1,1 0-1,0 0 1,0 0-1,0 0 0,0 0 1,0 1-1,0-2-25,1 1 21,-1 0 0,1-1 0,-1 1 0,1-1 0,-1 0 0,0 0 0,1 1 0,-1-1 0,0 0-1,0 0 1,0 0 0,1 0 0,-1 0 0,0-1-21,5-6 10,-1 0 1,0-1-1,0 1 0,-1-1 0,0 0 1,0 0-1,0-5-10,5-10-45,19-41-47,8-8 92,-22 46-90,2 1 0,1 0-1,18-20 91,-34 45-2,0 0-1,-1-1 0,1 1 1,0 0-1,0 1 1,1-1-1,-1 0 0,0 0 1,0 0-1,0 1 1,0-1-1,1 0 0,-1 1 1,0-1-1,1 1 1,-1-1-1,0 1 1,1 0-1,-1 0 0,1 0 1,-1 0-1,0 0 3,1 0 3,0 0-1,0 1 0,0-1 1,-1 1-1,1 0 0,0 0 1,-1 0-1,1 0 0,-1 0 1,1 0-1,-1 0 1,1 0-1,-1 0 0,0 1 1,0-1-3,4 5 20,0 0-1,0 1 1,-1 0 0,0 0 0,-1 0 0,1 0 0,0 3-20,37 115 22,-4-10-2039,-32-102 789,0 0-1,1 0 1,2 4 1228,-5-13-1382,0 1-1,1-1 1,-1 1 0,1-1 0,-1 0 0,3 1 1382,7 6-3712</inkml:trace>
  <inkml:trace contextRef="#ctx0" brushRef="#br0" timeOffset="5723.51">5452 262 10752,'-6'-2'1085,"1"1"0,0-1 0,-1 0 0,1 0 0,0 0 0,0-1 0,0 0 0,1 0 0,-1 0 0,1 0 0,-2-2-1085,1 1 207,0-1-1,-1 1 1,0 0-1,0 0 0,0 0 1,-1 1-1,1 0 1,-1 0-1,1 1 0,-1 0 1,0 0-1,0 0 1,-2 1-207,3 0 21,0 1 0,0 0-1,0 0 1,0 1 0,0 0 0,0 0 0,0 0 0,0 1 0,0-1 0,1 2 0,-1-1 0,1 0 0,-1 1 0,1 0 0,0 1 0,-2 0-21,-9 8-21,0 1-1,1 0 1,0 1 0,2 1-1,-1 0 1,2 1 0,0 0-1,1 1 1,0 0 0,1 1-1,2 0 1,-1 0 0,2 1-1,0 3 22,6-18-10,0 0-1,0 0 1,1 0-1,-1 0 1,1 0-1,0-1 1,0 1-1,1 0 1,-1 0-1,1 0 0,0 0 1,0 0-1,0 0 1,0-1-1,1 1 1,0 1 10,0-2-13,-1-1 0,1 0 1,0 1-1,-1-1 0,1 0 1,0 0-1,1 0 0,-1 0 0,0-1 1,0 1-1,1 0 0,-1-1 1,1 0-1,0 1 0,-1-1 0,1 0 1,0-1-1,0 1 0,-1 0 1,1-1-1,0 1 0,3-1 13,4 0-71,0 0 1,0-1-1,1-1 0,-1 1 0,0-1 0,0-1 0,-1 0 1,1 0-1,6-4 71,8-5-150,0-1-1,0-1 1,0-2 150,-17 11 79,0 0 1,-1 0-1,0 0 0,0-1 0,0 0 0,-1 0 1,0-1-1,0 1 0,-1-1 0,1 0 0,-2-1 0,1 1 1,0-2-80,0-4 147,0 0 0,-1 0 0,0-1 0,-1 1 0,0-1 0,-2 1 0,1-9-147,-1 33-2,-1 5-29,1 1 1,1-1-1,1 1 1,0-1-1,3 7 31,5 11-1074,2-1-1,1 0 1075,-7-19-1774,1-1 0,0 1-1,6 6 1775,2-2-5226,2-3 1621</inkml:trace>
  <inkml:trace contextRef="#ctx0" brushRef="#br0" timeOffset="6056.11">6020 139 12672,'-15'0'4122,"14"0"-3535,0 1-1,0 0 1,0-1 0,0 1-1,0 0 1,0 0 0,0-1-1,0 1 1,1 0 0,-2 1-587,-19 20 4178,-7 12-4178,-19 27 832,18-23-1673,-1 0 0,-11 7 841,-38 29-3637,24-31-3158,53-41 6465,-29 17-7772,25-16 5041</inkml:trace>
  <inkml:trace contextRef="#ctx0" brushRef="#br0" timeOffset="6441.83">5643 199 11008,'-15'-12'3594,"14"11"-3401,0 1-1,1 0 1,-1-1-1,0 1 0,0 0 1,0-1-1,0 1 1,0 0-1,1 0 1,-1 0-1,0 0 0,0 0 1,0 0-1,0 0 1,0 0-1,0 0 1,0 0-1,0 0 0,1 1-192,-3-1 2520,7 23 2408,0-11-4755,0 0 1,1 0-1,0 0 1,1-1-1,0 0 1,1 0 0,5 5-174,-10-12 33,11 13 21,1 1 0,0-2 0,1 0 1,1-1-1,10 8-54,17 10-164,31 18 164,-50-36-785,1-1 1,18 7 784,-22-12-4986,21 5 4986,-23-12-5504,0 1 1670</inkml:trace>
  <inkml:trace contextRef="#ctx0" brushRef="#br0" timeOffset="34587.92">558 1301 11136,'-1'-7'1052,"-2"-6"2064,2 12-1513,1 7-324,0-4 817,-5-15 3525,1 9-5183,2 2-329,1 1-1,-1-1 1,0 1 0,0 0-1,0-1 1,0 1 0,0 0-1,0 0 1,0 0 0,0 0-1,0 1 1,0-1 0,-1 0-109,-7 0-11,0 1 1,0-1 0,0 2-1,0-1 1,0 1-1,1 1 1,-1 0-1,0 0 1,0 2 10,-3 0-45,0 2 0,0-1 1,1 2-1,0 0 0,0 0 0,-5 6 45,4-3-39,0 0 0,1 2-1,0-1 1,-3 5 39,10-9-11,0-1 0,0 1 0,0 0 0,1 1 0,0-1 0,1 1 0,-1-1 0,2 1 0,-2 5 11,3-9-24,0-1 0,1 1 0,0 0 0,0-1 0,0 1 0,0 0 0,1-1 0,-1 1-1,1-1 1,0 1 0,0 0 0,0-1 0,0 0 0,1 1 0,0-1 0,-1 0 0,1 0 0,0 0 0,1 0 0,-1 0 0,0 0 0,1 0-1,0-1 1,1 2 24,2 1-300,1 0-1,-1-1 1,0 0 0,1 0-1,0-1 1,0 0-1,0 0 1,0 0-1,1-1 1,-1 0 0,4 0 300,9 0-1670,0 0 0,1-2 1,-1 0-1,11-2 1670,79-13-8269,-105 14 7862,55-8-2883</inkml:trace>
  <inkml:trace contextRef="#ctx0" brushRef="#br0" timeOffset="35097.94">1195 1293 13056,'-23'-7'7282,"17"5"-6783,5 2-332,0 0 0,1 0-1,-1 0 1,1-1 0,-1 1 0,0 0 0,1-1 0,-1 1 0,1 0 0,-1-1 0,1 1 0,-1-1-1,1 1 1,-1-1 0,1 1 0,0-1 0,-1 1 0,1-1 0,-1 0-167,1 0 64,0 1 1,-1-1-1,1 0 0,0 1 1,-1-1-1,1 1 0,-1-1 1,1 1-1,-1 0 0,1-1 1,-1 1-1,1-1 0,-1 1 1,1 0-1,-1-1 0,1 1 1,-1 0-1,0 0 1,1-1-1,-1 1 0,0 0-64,-3-1 147,-1 1 0,1 0 0,-1-1-1,1 2 1,-1-1 0,-1 0-147,-16 2 101,8-2-93,0 1 1,0 1-1,-1 1 1,1 0-1,1 0 1,-1 2-1,1-1 1,-2 2-9,-7 5-96,0 0 0,1 1 1,0 1-1,-8 7 96,18-11-20,0 0 0,1 0 1,-4 6 19,11-12-20,0 1 1,0-1 0,0 1-1,0 0 1,1 0 0,-1 0-1,1 1 1,0-1 0,0 1-1,1-1 1,-2 5 19,3-8-9,0 1-1,0-1 1,0 0 0,0 1 0,0-1-1,0 0 1,0 0 0,0 1-1,0-1 1,0 0 0,1 0 0,-1 1-1,1-1 1,-1 0 0,1 0 0,-1 0-1,1 0 1,0 0 0,-1 1-1,1-1 1,0 0 0,0-1 0,0 1 9,0 1-19,1-1 1,0 0-1,0 0 1,0-1-1,-1 1 0,1 0 1,0 0-1,0-1 1,0 1-1,0-1 1,0 0-1,0 0 1,2 0 18,5 0-53,0 0-1,0-1 1,0 0 0,0-1 0,0 0 0,0-1 53,11-2-48,1-2 0,-1 0 0,0-1 0,-1-1 0,0-1 0,3-2 48,-17 8 72,0 0 0,0-1 0,0 1 0,0-1 0,-1 0 1,0 0-1,0-1 0,0 1 0,-1-1 0,0 0 0,0 0 0,0 0 1,-1 0-1,0 0 0,0-1 0,0 1 0,0-7-72,0 34-64,0 1 0,2-1 0,0 0-1,2 0 1,3 7 64,1 10-313,-2-10-2448,7 15 2761,1-9-3671,4-4-3380,-7-15 3473</inkml:trace>
  <inkml:trace contextRef="#ctx0" brushRef="#br0" timeOffset="35735.63">1350 1293 14080,'-18'-5'8031,"16"9"-5988,5 9-832,11 81-1361,11 9 250,4-2-1,6-1 1,29 60-100,-63-157-8,11 26-27,-11-27 35,-1 0 0,1 0 0,-1 0 0,1-1 0,-1 2 0,0-1 0,0 0 0,0 0 0,0 0 0,0 0 0,-1 0 0,1 0 0,-1 0 0,1-2 1,0 0 0,0 0 0,0 0 0,0 1 0,0-1 0,0 0 0,0 0 0,0 0 0,0 0 1,0 0-1,0 0 0,0 0 0,0 0 0,0 0 0,0 0 0,0 0 0,0 0 0,0 1 0,0-1 0,0 0 0,0 0 0,0 0 0,0 0 0,0 0 0,0 0 0,0 0 0,0 0 0,0 0 0,-1 0 0,1 0 0,0 0 0,0 0 0,0 0 0,0 0 0,0 0 0,0 0 0,0 0 0,0 0 0,0 0 0,0 0 0,0 0 0,-1 0 0,1 0 1,0 0-1,0 0 0,0 0 0,0 0 0,0 0 0,0 0 0,0 0 0,0 0 0,0 0 0,0 0 0,0 0 0,0 0 0,0 0 0,-1 0 0,1 0 0,0 0 0,0 0 0,0 0 0,0 0 0,0 0 0,0 0 0,0-1 0,0 1 0,0 0 0,0 0 0,0 0 0,0 0-1,-5-10 100,3 5-85,-6-21-31,1 1 0,1-1 0,1 0 0,0-18 16,1 10-59,1-1 1,3 1-1,1-22 59,2 33-11,0 1 1,1 0-1,1 0 0,1 0 1,1 0-1,4-7 11,-2 6 23,2 1 0,0 0 0,2 1 0,9-12-23,-16 25 2,0 0 0,1 0 0,0 1 0,0 0 0,0 1 0,1-1 0,0 2 0,0-1 0,1 1-1,-1 0 1,1 1 0,0 0 0,2 0-2,-2 1 0,1 0 1,0 1-1,0 1 0,0-1 0,-1 1 0,1 1 1,0 0-1,0 1 0,8 1 0,-11-1 30,0 0 0,0 1 0,-1 0 0,1 0 0,-1 1 0,0 0 0,0 0 0,0 0 0,0 1 0,0 0 0,0 0 0,-1 0 0,0 1 0,3 3-30,-6-6 17,-1 0 1,1-1 0,-1 1 0,0 0-1,0 0 1,0 0 0,0 0 0,0 0 0,0 0-1,0 0 1,0 0 0,-1 0 0,1 0-1,-1 1 1,0-1 0,0 0 0,0 0 0,0 0-1,0 1 1,0-1 0,0 0 0,-1 0-1,1 0 1,-2 3-18,0 0 16,-1 1 0,0-1-1,-1 0 1,1 0 0,-1 0-1,0 0 1,0-1 0,0 1-1,-1-1 1,0 0 0,0-1-1,-2 2-15,-7 5 39,-1-1 0,-1-1-1,-9 5-38,-9 0-502,0-1 0,-29 5 502,25-6-372,25-8-213,0 1 0,0-2 0,-1 0 0,0 0 0,1-1-1,-1-1 1,-1 0 585,13 0-309,1 0-1,-1 0 0,0 0 1,1-1-1,-1 1 1,0 0-1,1-1 0,-1 1 1,0-1-1,1 1 0,-1-1 1,1 0-1,-1 0 0,1 1 1,-1-1-1,1 0 1,0 0-1,-1-1 0,1 1 1,0 0-1,0 0 0,0-1 1,0 1-1,0 0 0,0-1 1,0 1-1,1-1 1,-1 1-1,0-1 0,1 1 1,-1-1-1,1 0 0,0 1 1,-1-2 309,5-14-3232</inkml:trace>
  <inkml:trace contextRef="#ctx0" brushRef="#br0" timeOffset="36351.53">2361 1212 10112,'-20'-17'13103,"-5"1"-10309,1 1-2132,15 12-634,0 1 0,0-1 0,0 1 0,-1 1-1,1 0 1,-1 0 0,1 1 0,-1 0 0,-5 1-28,6 0-35,1 0 1,0 1 0,-1-1-1,1 2 1,0-1-1,0 1 1,1 0 0,-1 1-1,1 0 1,-1 0-1,1 1 1,0-1 0,1 1-1,-1 1 1,0 1 34,-7 7-42,1 0 0,1 1 0,1 0 0,0 1 0,1 0 0,-1 3 42,8-14-15,1 0 0,0 0 0,0 0 1,0 0-1,1 0 0,0 0 0,0 0 0,0 0 1,0 1-1,1-1 0,0 1 15,0-4-12,0 0 0,0-1 0,0 1 0,1 0 1,-1 0-1,1 0 0,-1 0 0,1 0 0,0-1 0,-1 1 0,1 0 0,0-1 0,0 1 0,0 0 0,0-1 0,1 1 1,-1-1-1,0 0 0,1 1 0,-1-1 0,1 0 0,-1 0 0,1 0 0,0 0 0,-1 0 0,1 0 0,0 0 1,0-1-1,-1 1 0,1-1 0,0 1 0,1-1 12,3 1-33,0-1 1,0 1-1,1-2 0,-1 1 0,0-1 1,0 1-1,1-2 0,-1 1 1,0-1-1,0 0 0,0 0 1,4-3 32,12-6-27,0-1 1,12-9 26,-25 15 40,1 0 69,-1 0 1,0-1 0,0 0 0,0-1-110,-7 5 74,1 1 0,-1-1 1,0 0-1,0 0 0,0 0 0,0 0 0,0 0 0,-1 0 0,1 0 0,-1 0 1,0-1-1,0 1 0,0-1 0,0 0-74,1-28 427,-2 31-422,1 2-19,0 0 0,0 1 0,0-1 0,0 0 0,0 1 0,-1-1 1,1 0-1,0 1 0,-1-1 0,1 2 14,1 2-32,16 33-266,18 26 298,-26-48-1148,1-1 1,0 0-1,1-1 0,1 0 0,2 1 1148,-11-12-922,-1 0 0,1 0-1,0 0 1,0 0 0,0-1-1,0 0 1,0 0 0,0 0 0,1 0-1,-1-1 1,1 1 0,-1-1 0,1 0-1,2 0 923,20 3-3258</inkml:trace>
  <inkml:trace contextRef="#ctx0" brushRef="#br0" timeOffset="36922.42">3021 1187 10880,'-6'-1'4782,"0"-4"-2627,0 1 795,-12-1 2851,14 3-5614,0 1 0,1-1 0,-1 1 0,0 0 0,0 1-1,0-1 1,-3 0-187,-1 2 80,0 0-1,0 0 0,1 1 0,-1-1 0,0 2 0,1-1 0,-3 2-79,-51 25 86,45-20-147,-1 1 0,1 1-1,1 0 1,0 1 0,1 0-1,0 1 1,1 1 0,1 0-1,0 1 1,-4 6 61,15-19-59,0 0 1,0-1-1,0 1 0,0 0 1,0 0-1,0 0 0,0 0 0,0 0 1,1 0-1,-1 0 0,1 0 0,0 0 1,-1 0-1,1 0 0,0 0 1,0 0-1,0 1 0,1-1 0,-1 0 1,0 0-1,1 0 0,-1 0 1,1 0-1,0 0 0,0 1 59,1-1-120,0 1 0,0-1 0,0 0 0,0 0 0,0 0 0,0-1 0,0 1 0,1 0 0,-1-1-1,1 0 1,-1 1 0,1-1 0,-1 0 0,1 0 0,0-1 0,-1 1 0,1 0 0,0-1 0,1 0 120,14 2-596,0-1-1,0-1 1,0-1 0,1-1 0,3-1 596,91-19-1162,-105 21 1134,46-12 683,27-10-655,-63 17 916,0-1-1,0-1 1,-1 0 0,0-1 0,0-1 0,2-4-916,-13 10 364,-3 1-68,1 0-1,0 1 0,-1-1 0,1 1 0,0 0 0,3-1-295,-6 3 14,0-1-1,0 1 0,-1 0 0,1 0 1,0 0-1,0 0 0,0 0 1,-1 0-1,1 0 0,0 0 0,0 0 1,-1 0-1,1 0 0,0 0 0,0 1 1,-1-1-1,1 0 0,0 1 0,0-1 1,-1 0-1,1 1 0,0-1 1,-1 1-1,1-1 0,-1 1 0,1-1 1,-1 1-1,1 0 0,-1-1 0,1 1 1,-1 0-1,1-1 0,-1 1 1,0 0-1,1-1 0,-1 1 0,0 0 1,0 0-1,0-1 0,1 2-13,5 17-41,33 89-499,-36-102 14,-1 0 0,1-1 0,1 1 0,-1-1 0,5 5 526,-7-8-511,0-1 0,1 1 0,-1-1 0,1 0 0,-1 0 0,1 0 0,0 0 0,-1 0 0,2 1 511,-2-2-446,-1 0 0,1 1 0,0-1 0,0 0 0,0 0 0,0 0 0,0 0 0,0 0 0,0 0-1,0 0 1,0 0 0,0 0 0,0 0 0,0 0 0,0-1 0,0 1 0,0 0 0,0-1 446,16-3-3808</inkml:trace>
  <inkml:trace contextRef="#ctx0" brushRef="#br0" timeOffset="37275.75">3381 893 14464,'-42'-17'5439,"42"17"-4223,-32-9 1120,18 6 704,11 3-1728,-11-3 0,4-3-864,-3-2-256,8 8-128,-4-3-928,9 6 480,-5-3-2368,10 0 1504,1 0-6400,7 0 4257,5 0-4065,9 0 4288</inkml:trace>
  <inkml:trace contextRef="#ctx0" brushRef="#br0" timeOffset="37623.51">3712 743 12800,'-4'1'1259,"0"0"0,-1 0 0,1 1 0,0 0 0,0-1 0,0 2 0,0-1 0,1 0 0,-1 1 0,0 0-1259,2-1 121,0 0-1,0 0 1,1 0 0,-1 0 0,0 1 0,1-1 0,0 1 0,-1-1 0,1 1-1,0-1 1,0 1 0,1-1 0,-1 1 0,1 0 0,-1 0 0,1-1-1,0 3-120,-5 68-26,4 0-1,3 0 1,8 52 26,11 0-2481,-3-44-3102,-12-56 180,-1-4 1681</inkml:trace>
  <inkml:trace contextRef="#ctx0" brushRef="#br0" timeOffset="38077.33">3472 1273 12800,'-34'-4'4613,"8"3"3568,34-1-7609,-1-1 1,1 0-1,-1 0 0,1 0 1,0-2-573,27-11-302,21-4-1202,0 2 0,15-1 1504,-55 16-235,1 0 0,-1 0-1,1 2 1,-1 0 0,1 1 0,0 0 0,-1 2-1,1 0 1,-1 0 0,4 3 235,-15-3 23,1 0 0,-1 0 0,0 0 0,0 1 0,-1 0 1,1 0-1,0 0 0,-1 1 0,0 0 0,0 0 0,0 0 0,0 0 0,-1 0-23,9 12 294,-1 0-1,-2 0 0,2 4-293,8 14 292,-8-16-203,-9-13-39,0-1 0,1 1 0,-1-1 0,1 1 0,0-1-1,1 0 1,-1 0 0,1 0 0,0-1 0,-1 1 0,2-1 0,-1 0 0,0 0-1,1 0 1,1 0-50,-1-1 44,0-1 0,0 1 0,1-1 1,-1 0-1,1 0 0,-1 0 0,1-1 0,-1 0 0,1 0 0,-1-1 0,1 1 0,-1-1 0,0 0 0,1-1 0,-1 1 0,0-1 0,2-1-44,4-2 237,1-1 0,-1-1 0,0 1 0,-1-2 0,0 0 0,9-8-237,-16 13 95,0-1-1,0 1 1,0-1 0,0 0 0,-1 0 0,1 0 0,-1 0-1,0-1 1,0 1 0,-1 0 0,1-1 0,-1 1 0,0-1-1,0 0-94,1-12 205,0 0 0,-2 0-1,0-5-204,0 19-22,0 0 1,-1-1-1,1 1 0,-1 0 1,0 0-1,0 0 0,0 0 22,-1 1-94,6 14 52,54 121 105,-8-21 7,4 12 51,-14-34 350,-2 8-471,-38-98 3,6 17 201,0 1-1,-1 0 0,-1 1 0,0-1 0,-1 9-203,-2-24 34,-1 1-1,0 0 1,0 0-1,0-1 1,-1 1-1,1 0 1,-1-1-1,0 1 1,0-1 0,0 1-1,0-1 1,-1 1-1,1-1 1,-1 0-1,0 0 1,0 0-1,0 0 1,-1 0 0,1 0-1,0 0 1,-1-1-1,0 1 1,0-1-1,-1 1-33,-5 3 24,0 0-1,-1 0 0,0-1 1,0-1-1,-5 2-23,-53 16-54,63-20 45,-16 4-67,0 0-1,0-1 1,0-1 0,0-1 0,-1-2 0,1 1-1,-16-3 77,-20-2-1521,0-2-1,1-3 0,-51-14 1522,87 15-1591,0 0 0,1-1 0,0 0 0,0-2 0,1 0 0,-14-11 1591,-30-21-4533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56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420 631 10496,'-4'-10'3425,"0"0"1,2 0 0,-1-3-3426,0 3 1113,1 0 0,-1 1 1,-1-1-1,-1-1-1113,4 8 101,0-1-7,-1 1 0,1-1 1,-1 1-1,0-1 0,-1 1 0,1-1 1,0 1-1,-1 0 0,0 0 0,0 0 1,0 1-1,0-1 0,0 1 0,0-1 1,-1 1-95,-3-3 43,4 3-34,0 1 1,0-1-1,0 0 0,-1 1 0,1-1 0,0 1 1,-1 0-1,-2 0-9,-1 0-1,0 0 1,0 1-1,0 0 1,0 0-1,0 0 1,1 1-1,-1 0 1,0 1-1,0 0 1,1 0-1,-3 1 1,-2 1 2,1 1-1,-1 1 0,1 0 1,0 0-1,1 1 1,-7 5-2,0 3 2,1 0 1,0 1 0,1 1-1,1 0 1,0 1 0,2 0-1,-3 7-2,7-13 15,1 1 0,0 0 1,1 0-1,1 0 0,0 1 0,0 0-15,4-12 2,-1 0-1,1 0 1,0 0 0,0 1 0,0-1 0,0 0-1,0 0 1,0 0 0,1 0 0,-1 0-1,1 0 1,-1 0 0,1 0 0,0 0 0,0 0-1,0 0 1,0 0 0,0 0 0,0 0 0,1-1-1,-1 1 1,1 0 0,-1-1 0,1 0-1,-1 1 1,1-1 0,0 0 0,0 1 0,-1-1-1,1 0 1,0-1 0,0 1 0,0 0-1,0 0 1,0-1 0,3 1-2,1 0 1,1 1 0,0-1 0,0-1 0,0 0 0,0 0 0,0 0 0,0-1 0,0 0 0,0 0 1,5-2-2,-1-1 31,0 0 0,0-1 0,-1-1 0,0 0 0,0 0 0,0-1 0,-1 0 0,0-1 0,-1 0 1,1 0-1,-1-1 0,-1 0 0,0 0 0,0-1 0,-1 0 0,0 0 0,-1-1 0,3-7-31,7-23 291,-2 0 0,0-12-291,-12 49 10,0 1 0,0-1 0,1 0 0,-1 1 0,1-1 0,0 1 0,0 0 0,1-2-10,-3 5-2,0-1-1,0 1 1,0 0 0,0 0-1,0 0 1,1 0 0,-1-1 0,0 1-1,0 0 1,0 0 0,0 0 0,0 0-1,0 0 1,1 0 0,-1 0-1,0 0 1,0-1 0,0 1 0,0 0-1,0 0 1,1 0 0,-1 0-1,0 0 1,0 0 0,0 0 0,0 0-1,1 0 1,-1 0 0,0 0 0,0 0-1,0 0 1,0 0 0,1 0-1,-1 0 1,0 0 0,0 0 0,0 0-1,0 1 1,1-1 0,-1 0 0,0 0 2,5 8-20,1 13 18,-6-20-6,12 42-63,2-1 0,5 10 71,4 11-189,-18-48-270,1 0-1,6 9 460,-10-19-611,0-1 0,1 0 0,0 0 0,-1 0 0,2 0 0,-1-1 0,0 1 0,1-1 0,-1 0 0,4 2 611,-6-4-366,0-1-1,0 0 1,0 0-1,0 1 0,-1-1 1,1 0-1,0 0 1,0 0-1,0 0 1,0 0-1,0 0 0,0-1 1,-1 1-1,1 0 1,0 0-1,0 0 0,0-1 1,0 1-1,-1-1 1,1 1-1,0 0 0,0-1 1,-1 0-1,1 1 1,0-1-1,-1 1 1,1-1-1,-1 0 0,1 1 367,-1-1-126,9-7-2988</inkml:trace>
  <inkml:trace contextRef="#ctx0" brushRef="#br0" timeOffset="353.46">615 527 11776,'-4'-24'3818,"3"23"-3529,1 0 0,0 0 0,0 0 0,-1 0-1,1 0 1,0 1 0,-1-1 0,1 0 0,-1 0 0,1 0 0,-1 0 0,1 1-1,-1-1 1,0 0 0,1 1 0,-1-1 0,0 0 0,0 1 0,1-1-1,-1 1 1,0-1 0,0 1 0,0-1 0,0 1 0,0 0 0,1-1-1,-1 1 1,0 0 0,-1 0-289,2 0 83,-1 0-1,1 0 0,-1-1 1,1 1-1,-1 0 0,0 0 1,1 1-1,-1-1 0,1 0 1,-1 0-1,1 0 0,-1 0 1,1 0-1,-1 1 1,1-1-1,-1 0 0,1 0 1,-1 1-1,1-1 0,-1 0 1,1 1-1,-1-1 0,1 1 1,0-1-1,-1 0 0,1 1 1,0-1-1,-1 1 1,1-1-1,0 1 0,0-1 1,-1 1-1,1-1 0,0 1 1,0 0-1,0-1 0,0 1 1,0-1-1,-1 1-82,2 17 56,0-1 1,0 1-1,2-1 0,0 0 1,1 1-1,1-1 0,1-1 1,0 1-1,1-1 0,0 0 0,2-1 1,0 0-1,0 0 0,2-1 1,0 0-1,0 0 0,1-2 0,3 3-56,-7-9 100,-1 0 0,1-1 0,0 0 0,0 0 0,1-1 0,3 1-100,-9-3 39,0-1-1,1 0 1,-1 0 0,0 0-1,1 0 1,-1 0 0,1-1-1,-1 1 1,1-1 0,0 0 0,-1 0-1,1-1 1,-1 1 0,1-1-1,-1 1 1,1-1 0,-1 0-1,2-1-38,-3 1-1,0-1 0,0 1 0,0-1 0,-1 1-1,1-1 1,0 0 0,-1 0 0,1 0 0,-1 0-1,1 0 1,-1 0 0,0 0 0,0-2 1,13-35-315,14-90-1594,-19 85 878,15-85-6077,-22 119 5426,0 0 0,0 0 0,1 1 0,0 0 0,2-3 1682,9-7-3472</inkml:trace>
  <inkml:trace contextRef="#ctx0" brushRef="#br0" timeOffset="1159.54">1333 539 11136,'-4'-10'10334,"4"-11"-6218,0-1-2919,-1 20-1127,1 0-1,-1-1 0,1 1 0,-1 0 1,0 0-1,0 0 0,0 0 1,0 0-1,0 0 0,-1 1 1,1-1-1,0 0 0,-1 0-69,0 1-7,1 1 0,0-1 0,-1 0 0,1 1 0,0-1 0,-1 1 0,1-1 0,-1 1-1,1 0 1,-1-1 0,1 1 0,-1 0 0,1 0 0,-1 0 0,1 0 0,-1 0 0,1 1-1,-1-1 1,1 0 0,0 1 0,-2 0 7,-6 2-28,0 0 0,1 1 0,-1-1 0,1 2 0,0 0 0,1 0 0,-1 0 0,1 1-1,0 0 1,-3 3 28,-11 13 8,1 1 0,-9 14-8,23-29-7,-4 6 13,1 0 0,0 0-1,1 1 1,-1 2-6,6-10 8,0 0 0,0 0 0,1 1-1,0-1 1,0 1 0,1 0 0,0-1 0,0 1 0,1 0-1,0 1-6,0-7-5,0 0 0,0 0 0,1 0 0,-1 0 1,1 0-1,-1-1 0,1 1 0,0 0 1,-1 0-1,1 0 0,0-1 0,0 1 1,1 0-1,-1-1 0,0 1 0,0-1 1,1 1-1,-1-1 0,2 1 4,-1 0-14,1-1 0,0 0 0,-1 1 0,1-1 0,0 0 1,0 0-1,0 0 0,0-1 0,0 1 0,0-1 0,0 0 0,0 1 14,5-1-28,0-1 1,-1 1 0,1-1-1,0-1 1,-1 1-1,1-1 1,-1 0 0,0-1-1,6-3 28,-7 3 50,1 0 0,-1-1 0,0 0 0,0-1 0,-1 0 0,1 1 0,-1-2 0,0 1 0,0 0 0,2-6-50,-1 3 82,-1-1 0,-1 0-1,1-1 1,-1 1 0,-1-1-1,0 0 1,1-6-82,3-31 234,-7 36-242,2-1 0,0 0 0,0 1 1,4-9 7,-1 28-112,-1 2 119,-1 0 0,-1 0 0,1 0 0,-2 1-7,8 30 52,-5-30-78,0 0-1,1-1 1,0 1 0,0-1 0,1 0-1,0 0 1,1 0 0,0-1 0,1 0 0,1 1 26,-5-6-73,1 0 0,-1 0 0,1 0 1,0-1-1,0 0 0,0 0 0,0 0 1,0 0-1,1-1 0,-1 0 0,1 0 1,0-1-1,-1 1 0,1-1 0,0 0 1,0-1-1,0 1 0,0-1 0,0 0 1,4-1 72,-2-1 10,-1 1 0,1-1 1,-1-1-1,0 1 1,0-1-1,0 0 1,0-1-1,0 0 1,-1 0-1,1 0 1,-1-1-1,0 0 1,0 0-1,-1 0 1,0-1-1,3-3-10,6-11 482,-1 0 0,0-1 0,-2-1 0,5-12-482,-15 33 22,1-6 8,4-3-44,-1 20-98,-4 3 108,0 1-1,0 9 5,-1-8-19,0 0-1,3 7 20,-2-16-121,3 18-266,1 0 0,2 4 387,-5-22-699,0 0 1,0 0 0,0-1 0,1 1 0,0 0-1,0-1 1,1 0 0,0 0 0,-1 0 0,6 4 698,-9-8-156,0-1-1,1 1 1,-1-1 0,0 0 0,1 1 0,-1-1 0,0 0 0,1 0 0,-1 1-1,0-1 1,1 0 0,-1 0 0,1 1 0,-1-1 0,1 0 0,-1 0-1,0 0 1,1 0 0,-1 0 0,1 0 156,5-4-4850,3 0 1314</inkml:trace>
  <inkml:trace contextRef="#ctx0" brushRef="#br0" timeOffset="1492.05">1675 110 14592,'-49'-37'5439,"49"37"-4223,-42-21 512,28 15 96,9 6-1120,-8-9-320,9 9-288,-6-5-896,10 5 448,-3-3-1600,3 6 1088,3-3-2368,7 9 1824,4-4-4703,4-2 3423</inkml:trace>
  <inkml:trace contextRef="#ctx0" brushRef="#br0" timeOffset="1839.58">1925 0 11776,'-1'0'517,"0"0"1,0 1 0,0-1-1,0 0 1,0 0 0,1 0-1,-1 1 1,0-1 0,0 1-1,0-1 1,0 0 0,0 1-1,1-1 1,-1 1 0,0 0-1,0-1 1,1 1 0,-1 0 0,0 0-518,0 1 456,-1 0 0,1 0 0,-1 0 0,1 1 0,0-1 0,0 0 1,0 3-457,-2 3 134,1 1 1,0 0 0,1 0-1,0 2-134,-3 46 678,3 57-678,2-31 143,-1-35-108,3-1 0,3 16-35,-5-56-18,9 62-1533,3 0 0,14 39 1551,-25-100-836,1 0-1,0-1 1,1 1 0,-1-1 0,4 4 836,-5-8-670,0 0 1,0 0 0,0-1-1,1 1 1,-1-1 0,1 0-1,-1 0 1,1 1 0,0-2 0,0 1-1,0 0 1,0-1 0,0 1-1,2 0 670,18 6-3322</inkml:trace>
  <inkml:trace contextRef="#ctx0" brushRef="#br0" timeOffset="2679.9">2459 584 12288,'-2'-5'2113,"1"-1"0,0 1 0,0 0 0,1-1 0,-1-3-2113,-3-10 4117,1 9-3397,2 8-691,1 1 1,0-1 0,-1 1-1,1-1 1,-1 0 0,0 1-1,1-1 1,-1 1 0,0 0-1,0-1 1,0 1-1,0-1 1,0 1 0,0 0-1,0 0 1,-1 0 0,1 0-1,0 0 1,-1 0-1,1 0 1,-1 0 0,1 0-1,-1 1 1,1-1 0,-1 1-1,1-1 1,-1 1-1,0-1 1,1 1 0,-1 0-1,0 0 1,1 0 0,-1 0-1,0 0 1,0 0-30,-4 1-31,0 0 1,0 0-1,0 0 1,0 0-1,0 1 1,0 0-1,0 1 1,1-1-1,-2 2 31,-15 9 6,1 0-1,1 2 0,0 0 0,1 2 0,-7 7-5,-1 4-7,2 2 1,1 0-1,-4 9 7,28-39 0,-4 5-47,1-1-1,0 1 1,0 0-1,0 0 1,1 0-1,-1 0 1,1 0-1,1 0 1,-1 0-1,0 6 48,2-10-8,0-1 0,0 1 0,0 0 0,0-1-1,0 1 1,0-1 0,0 1 0,0-1 0,1 1 0,-1 0 0,0-1-1,0 1 1,1-1 0,-1 1 0,0-1 0,1 1 0,-1-1 0,0 0-1,1 1 1,-1-1 0,1 1 0,-1-1 0,1 0 0,-1 1 0,1-1-1,-1 0 1,1 1 0,-1-1 0,1 0 0,-1 0 0,1 0 0,0 0-1,-1 1 1,1-1 8,20-1-47,-18 1 41,8-3 24,1 1 0,0-2 0,-1 0 0,0 0 0,0-1 0,0-1 0,-1 0 0,0 0 0,0-1 0,0 0 0,-1 0 0,0-1 0,2-3-18,-2 0 67,0 1 0,-1-2 0,-1 1 0,0-1-1,-1-1 1,0 1 0,4-13-67,16-31-84,-26 56 81,0 0 0,0 0-1,0 0 1,0 0 0,0 0 0,0 0-1,0 0 1,0 0 0,0-1-1,0 1 1,0 0 0,1 0 0,-1 0-1,0 0 1,0 0 0,0 0 0,0 0-1,0 0 1,0 0 0,0 0-1,0 0 1,0 0 0,0 0 0,0 0-1,1 0 1,-1 0 0,0 0 0,0 0-1,0 0 1,0 0 0,0 0 0,0 0-1,0 0 1,0 0 0,0 0-1,1 0 1,-1 0 0,0 0 0,0 0-1,0 0 1,0 0 0,0 0 0,0 0-1,0 0 1,0 0 0,0 0-1,0 0 1,0 0 0,0 1 0,0-1-1,1 0 1,-1 0 0,0 0 3,4 7-71,1 11 11,-2-3-18,2 9-364,1-1-1,3 8 443,-7-25-348,1 1 0,-1-1 1,1-1-1,0 1 0,1 0 0,-1-1 0,1 0 0,0 1 1,0-2-1,1 1 0,0 0 348,-2-3-437,0 0 0,0 0 0,0 0 0,1 0 1,-1-1-1,0 0 0,1 0 0,-1 0 0,1 0 0,-1 0 0,1 0 0,0-1 0,-1 0 1,1 0-1,-1 0 0,1 0 0,0 0 0,-1-1 0,1 0 0,-1 1 0,1-2 0,3 0 437,0-1-910,0 0 0,0 0 0,0-1 0,0 0 0,0 0 0,-1-1 0,0 0 0,0 0 0,5-5 910,-3 1 277,-1 0 1,0 0-1,0-1 1,-1 0-1,0 0 1,-1-2-278,2-4 1119,-1 1 0,-1-1 0,-1 0 0,0 0 1,-1 0-1,0-10-1119,0-6 3309,-2 0 0,-3-31-3309,-6-19 1492,-1 8 2151,-17-63-3643,22 122 127,0 10-83,1 11 9,0 20 46,0 1 1,2-1-1,1 13-99,8 83 278,5-28 188,3 1 1,14 34-467,-29-124 47,6 18 410,-7-23-440,0 1 0,0-1 0,0 1 0,0-1 1,0 0-1,0 1 0,0-1 0,0 0 0,0 1 0,0-1 0,0 0 0,0 1 0,1-1 0,-1 0 1,0 0-1,0 1 0,0-1 0,1 0 0,-1 1 0,0-1 0,0 0 0,1 0 0,-1 1 1,0-1-1,0 0 0,1 0 0,-1 0 0,0 0 0,1 1 0,-1-1 0,0 0 0,1 0 0,-1 0 1,0 0-1,1 0 0,-1 0-17,13-11 9,0-1 0,-1 0 1,0-1-1,1-2-9,4-7-167,1 0-1,1 2 1,15-13 167,-21 22-102,0 0 0,2 1 0,-1 0 0,1 1 0,0 1 0,6-2 102,-14 8-19,-1-1 0,1 1 0,0 0 0,0 1 0,0-1 0,0 1 0,0 1 0,0 0 0,1 0 0,-1 0 0,0 0 0,5 2 19,-9-1 8,1 0 1,0 0-1,0 0 1,-1 1-1,1-1 1,-1 1-1,1 0 1,-1 0-1,0 0 1,0 0-1,0 1 1,0-1-1,0 1 1,0 0-1,-1 0 1,1 0-1,-1 0 1,0 0-1,0 0 1,0 1-1,0-1 1,-1 1-1,1 1-8,0 1 26,0 0 0,-1 0 0,0 0 0,0 0 0,0 0-1,-1 0 1,1 0 0,-2 0 0,1 0 0,-1 0 0,0 0-1,0 0 1,0 0 0,-1 0 0,-2 4-26,1-3 20,0 1 0,-1-1 0,-1 0 0,1 0 0,-1-1 0,0 1 0,-1-1 0,1 0 0,-1-1 0,0 1 0,-5 2-20,-4 2-96,-1-1 0,0 0-1,0-1 1,0-1-1,-1-1 1,0 0 0,0-1-1,-1-1 1,1-1-1,-1 0 1,0-1 0,0-1-1,-12-1 97,25-1-291,-1 1-1,0-1 0,1 0 1,-1-1-1,1 1 0,0-1 1,-1 0-1,1 0 0,-1-2 292,3 3-333,0-1 0,0 0 0,1 0 0,-1 0 0,1 0 0,-1 0-1,1-1 1,0 1 0,0-1 0,0 1 0,0-1 0,0 0 0,0 0 0,1 0 0,0 0 0,-1 0-1,1-2 334,0 0-761,0 1 0,0 0 0,1-1 0,0 1 0,0 0 0,0-1 0,1-2 761,0 1-912,0-1 0,1 0 0,1 0 0,0-2 912</inkml:trace>
  <inkml:trace contextRef="#ctx0" brushRef="#br0" timeOffset="3042.8">3273 20 14720,'-16'0'4815,"16"1"-4668,-1-1 0,0 0 0,0 0 0,1 0 0,-1 0-1,0 1 1,1-1 0,-1 0 0,0 1 0,1-1 0,-1 1-1,0-1 1,1 1 0,-1-1 0,1 1 0,-1-1 0,1 1-1,-1-1 1,1 1 0,-1-1 0,1 1 0,0 0 0,-1 0-147,0 0 462,0 2-105,-1 0 0,0 0 0,1 1 0,-1-1 0,1 1 0,0-1 0,0 1 0,1 0 0,-1 2-357,-2 8 110,-5 30-102,2 0 0,2 1 0,2-1 0,2 6-8,1 8-1370,3-1 0,2-1 1,5 18 1369,3-11-9384,11 30 9384,-15-59-4453,-2-5 1525</inkml:trace>
  <inkml:trace contextRef="#ctx0" brushRef="#br0" timeOffset="3384.43">3342 846 13312,'1'3'7792,"4"-3"-3320,10-3-2344,19-8-3107,-13 0 1052,0 0 0,-1-1 0,0-1 0,0 0 0,-2-2 0,0 0 1,10-12-74,-19 17 170,0 0 0,-1-1 0,-1 0 0,0 0 0,0-1 0,-1 0 1,-1 0-1,2-5-170,-4 7 73,0 1 1,0-1-1,-1 0 1,0 0 0,0 0-1,-2 0 1,1 0-1,-1 0 1,0 0 0,-1-1-1,-1 1-73,2 8 15,-1-1 0,1 1 0,-1 0 1,0 0-1,0-1 0,0 1 0,0 0 0,0 0 0,0 0 0,-1 0 0,1 0 0,-1 0 1,1 0-1,-1 1 0,0-1 0,0 1 0,1-1 0,-1 1 0,0-1 0,-1 1 0,1 0 1,0 0-1,0 0 0,0 0 0,-1 1 0,1-1 0,0 1 0,-1-1 0,1 1 0,0 0 1,-1 0-1,1 0 0,-1 0 0,1 0 0,0 0 0,-1 1 0,1-1 0,0 1 0,-1 0 1,1-1-1,0 1 0,-1 1-15,-7 2 63,1 1 0,0 0 0,1 1 1,-1 0-1,1 1 0,0-1 0,1 2 0,-1-1 0,1 1 1,1 0-1,-5 6-63,-1 4 89,1 1 0,1 0 1,0 0-1,2 1 0,-2 5-89,7-16 14,0 0-1,0 1 1,1-1-1,0 1 1,1-1 0,0 1-1,0 0 1,1 0-1,0-1 1,1 1-1,1 6-13,-1-12-28,1 1 0,-1 0-1,1-1 1,1 1 0,-1-1-1,1 0 1,-1 1 0,1-1-1,0-1 1,1 1 0,-1 0-1,1-1 1,-1 1-1,1-1 1,0 0 0,0-1-1,0 1 1,3 0 28,9 6-243,1-1 0,0-1 0,1 0 0,4 0 243,10 2-815,1-1 1,0-2 0,25 1 814,12-2-5130,18-3 5130,-40-3-4598,0-2 1,27-6 4597,0-3-3994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2:54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6 470 12160,'-4'-23'4604,"3"5"1330,4 88-3236,-1-44-2636,2 0 0,1 1 0,1-1 0,1-1 0,6 14-62,-8-25 90,2 0 0,-1 0 0,2-1-1,0 0 1,0 0 0,1-1 0,4 4-90,-11-14 59,0 0-1,0 0 1,0 0-1,1 0 1,-1-1-1,0 1 1,1-1-1,-1 1 1,1-1-1,-1 0 1,3 1-59,-5-2 19,1 0 0,0 0 0,0 0 0,0 0 0,0 0 0,0 0 0,0 0 0,0 0 1,0 0-1,0 0 0,0-1 0,-1 1 0,1 0 0,0-1 0,0 1 0,0 0 0,0-1 0,-1 1 0,1-1 0,0 0 0,0 1 0,-1-1 1,1 1-1,0-1 0,-1 0 0,1 0 0,-1 1 0,1-1 0,-1 0 0,1 0 0,-1 0 0,0 1 0,1-1 0,-1 0 0,0 0 0,1 0 1,-1 0-21,22-77 151,-16 54-233,1-1 1,1 2-1,1-1 0,3-3 83,-11 25-10,0 0 0,0 0-1,0 0 1,1 0 0,-1 0-1,0 0 1,1 0 0,-1 1-1,1-1 1,0 0 0,-1 1 0,1 0-1,0-1 1,0 1 0,0 0-1,0 0 1,0 0 0,0 0 0,2 0 10,-1 1-3,-1-1 0,1 1 1,-1 0-1,1 1 0,-1-1 1,0 0-1,1 1 1,-1 0-1,1-1 0,-1 1 1,0 0-1,1 0 1,-1 0-1,0 0 0,0 1 1,0-1-1,2 2 3,100 80-3,-66-50 133,2-1-1,16 7-129,-52-37 67,-1 0 1,1 0-1,-1 0 0,1 0 1,0-1-1,-1 0 0,1 1 1,0-1-1,0-1 0,1 1-67,-5-1 19,1 0 0,0 0 1,-1 0-1,1 0 0,0 0 0,0 0 0,-1-1 0,1 1 0,0 0 1,-1 0-1,1-1 0,0 1 0,-1 0 0,1-1 0,0 1 0,-1 0 1,1-1-1,-1 1 0,1-1 0,-1 1 0,1-1-19,0 0 10,-1-1-1,1 1 0,-1 0 1,1-1-1,-1 1 1,1 0-1,-1-1 0,0 1 1,0 0-1,0-1 1,0 1-1,0 0 0,0-1 1,0 1-1,0-2-9,-3-33-149,-8-56-529,-1-8-1455,8 34-2048,4 63 3714,0 0 0,0 0 0,1 0 0,-1 0 0,1 0-1,0 0 1,0 0 0,0 0 0,0 0 0,0 0 467,0 1-521,0 0-1,0 1 1,1-1 0,-1 1-1,0-1 1,0 1-1,1 0 1,-1-1 0,1 1-1,-1 0 1,1 0 0,-1 0-1,1 0 1,0 0-1,-1 1 1,1-1 521,16-4-2885</inkml:trace>
  <inkml:trace contextRef="#ctx0" brushRef="#br0" timeOffset="332.3">815 392 12544,'0'0'4042,"-7"6"1990,7 4-4832,-2-1-1,1 1 1,-1-1 0,-2 5-1200,0-2 52,1 1 0,1 0-1,0 7-51,0 31-855,3 1 0,3-1 0,3 15 855,-5-51-2155,1 0 0,2 6 2155,-4-18-886,0 0 0,0 0 0,0 0 0,0 0 0,0 0 0,1 0 0,0 0 0,-1-1 0,1 1 0,0 0 0,0-1 0,1 1 0,-1-1 0,2 1 886,6 2-3205</inkml:trace>
  <inkml:trace contextRef="#ctx0" brushRef="#br0" timeOffset="668.48">812 106 13696,'-37'-25'5183,"37"25"-4031,-19-12 384,16 9-128,3 3-896,-5-5-832,5 10 128,0-5-2016,8 0 1248,2 0-3839,4 0 2719,8-5-3520,1 5 3200</inkml:trace>
  <inkml:trace contextRef="#ctx0" brushRef="#br0" timeOffset="669.48">1135 0 12928,'-2'1'554,"1"0"1,0 0-1,-1 0 1,1 1-1,0-1 1,0 0 0,0 0-1,0 1 1,0-1-1,0 0 1,0 1-555,-6 20 2751,5-11-2020,0 1 0,1 10-731,0-14 476,-1 90 877,6 46-1353,14 99-3232,-7-119-3918,-10-95 2515,-1-3 1494</inkml:trace>
  <inkml:trace contextRef="#ctx0" brushRef="#br0" timeOffset="1272.7">935 527 13696,'-20'-4'4426,"20"4"-4366,0 0 0,0 0 1,-1 0-1,1 0 0,0 0 0,0-1 0,0 1 0,0 0 1,0 0-1,0 0 0,-1 0 0,1 0 0,0 0 0,0 0 1,0 0-1,0 1 0,0-1 0,-1 0 0,1 0 0,0 0 1,0 0-1,0 0 0,0 0 0,0 0 0,0 0 0,0 0 1,-1 0-1,1 0 0,0 0 0,0 0 0,0 1 0,0-1 1,0 0-1,0 0 0,0 0 0,0 0 0,0 0 0,0 0 1,0 0-1,0 1 0,0-1 0,0 0 0,-1 0 0,1 0 1,0 0-1,0 0 0,0 0 0,0 1 0,0-1 0,0 0 0,1 0 1,-1 0-1,0 0 0,0 0 0,0 1 0,0-1 0,0 0 1,0 0-1,0 0 0,0 0 0,0 0 0,0 0 0,0 0 1,0 0-1,0 1 0,0-1-60,5 7 1997,-2-6-1920,1 0 1,-1 0 0,1 0-1,0 0 1,-1-1-1,1 1 1,-1-1-1,1 0 1,3 0-78,34-5-472,-35 4 395,25-5-545,-1-1-1,0-2 0,0-1 1,-1-1-1,0-2 0,-1 0 1,-1-2-1,25-18 623,-46 29 125,-1 0 0,1-1 0,-1 0 0,0 0 0,0-1 0,0 1 0,-1-1 0,1 0 0,-2 0 0,1-1 0,-1 1 0,0-1 0,2-4-125,-1-2 541,-1 0 0,0 0-1,-1 0 1,0 0 0,-1 0-1,-1-13-540,0 25 46,-1-20 598,0 16-279,-1 13-108,-2 22 35,1 1-1,2 0 1,1 2-292,4 72 867,4 0-1,14 58-866,-21-153 120,-1-7-96,1-1 1,-1 1-1,0 0 0,1 0 0,0 0 0,0 0 0,-1 0 1,2-1-1,-1 1 0,0 0 0,0-1 0,1 1 1,0-1-1,-1 1-24,0-3 3,-1 0 0,1 1 1,-1-1-1,1 0 0,-1 0 0,1 1 1,-1-1-1,1 0 0,-1 0 1,1 0-1,-1 0 0,1 1 0,-1-1 1,1 0-1,-1 0 0,1 0 1,-1 0-1,1 0 0,0 0 0,-1-1 1,1 1-1,-1 0 0,1 0 0,-1 0 1,1 0-4,13-10 30,7-17-68,33-63-38,12-18-66,-54 90 124,2 1-1,0 0 0,1 0 0,10-8 19,-21 22 8,0 0-1,0 0 1,1 0-1,-1 0 0,3-1-7,-6 3 3,1 1 0,-1-1 0,0 1 0,0-1 0,1 1 0,-1 0 0,0-1 0,0 1-1,1 0 1,-1 0 0,0 0 0,1 0 0,-1 0 0,0 0 0,1 0 0,-1 1 0,0-1-1,0 0 1,1 1 0,-1-1 0,0 1 0,0-1 0,0 1 0,1-1-3,0 3 12,1 0-1,0-1 1,-1 1 0,1 0 0,-1 1-1,0-1 1,0 0 0,0 0 0,0 1-1,-1-1 1,1 2-12,14 47 76,-9-27-100,8 29-354,-2-10-4817,10 23 5195,-13-47-3026,-2-8-2444,1-3 1524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11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72 882 6656,'-2'0'373,"0"0"0,1 0 0,-1 0-1,0-1 1,1 1 0,-1 0 0,1-1 0,-1 1 0,1-1 0,-1 0 0,1 1 0,-1-1 0,0-1-373,-22 6 10789,23-4-10615,0 0 0,0 0 0,0 0 1,0 0-1,0 0 0,0 0 0,0 1 0,0-1 1,0 0-1,0 1 0,0-1 0,0 1 1,0-1-175,-8 3 2289,9-3-2260,0 0 0,0 0-1,-1 0 1,1 0-1,0 0 1,0 0 0,0 0-1,0 0 1,0 0 0,0 0-1,0 0 1,0 0 0,0-1-1,0 1 1,0 0 0,0 0-1,0 0 1,0 0 0,0 0-1,0 0 1,0 0 0,0 0-1,0 0 1,0-1 0,0 1-1,0 0 1,0 0 0,0 0-1,0 0 1,0 0 0,0 0-1,0 0 1,0 0 0,0 0-1,0-1 1,0 1 0,0 0-1,0 0 1,0 0 0,0 0-1,0 0 1,0 0 0,0 0-1,0 0 1,0 0 0,1 0-1,-1 0 1,0 0 0,0 0-1,0-1 1,0 1 0,0 0-1,0 0 1,0 0 0,0 0-1,0 0 1,0 0 0,1 0-1,-1 0 1,0 0 0,0 0-29,11-9 456,16-12-384,269-187 339,10-8-198,-49 67-119,-58 35 250,-107 64-33,-42 25 268,7-8-579,-55 32-332,1-1 584,0 0 1,0 0 0,0 0-1,0-1 1,0 1-1,0-1 1,1-1-253,1-9-2666,-4 5-2525,0-3-3704,-1 9 2991,5 2 2032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12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128 176 9728,'-31'-31'6837,"30"31"-6516,1-1 1,-1 0-1,1 1 1,0-1 0,0 0-1,-1 1 1,1-1-1,0 0 1,0 1-1,0-1 1,-1 0-1,1 1 1,0-1-1,0 0 1,0 0-1,0 1 1,0-1 0,1 0-1,-1 1 1,0-1-1,0 0 1,0 0-1,1 1-321,0-3 354,0 1 0,0 0 0,0-1 0,1 1 0,-1 0 1,1 0-1,1-1-354,3-4 171,2 0 1,-1 1 0,7-5-172,2 0 43,-1 1 0,2 0 0,-1 1 1,2 1-1,-1 1 0,1 0 0,15-3-43,-25 8 11,-1 0 0,1 1 0,0 0 0,0 1 0,-1 0 0,1 0 0,0 0 0,0 1 0,-1 0 0,1 1 0,0 0 0,-1 0 0,1 0 0,-1 1 0,0 0 0,0 1 0,0 0 0,-1 0 0,1 0 1,2 3-12,-4-3 20,0 1 0,-1 0 1,1 0-1,-1 0 0,0 1 1,0-1-1,-1 1 1,0 0-1,0 0 0,0 0 1,-1 1-1,0-1 1,0 1-1,-1-1 0,1 1 1,-1-1-1,-1 1 1,1 0-1,-1 0 0,0-1 1,-1 3-21,0 3 31,-1 1-1,0-1 1,-1 0 0,0 0 0,-1 0 0,0 0 0,-1-1 0,0 0 0,-1 0 0,0 0-1,-4 4-30,-1-1 58,0-1 0,0 0 0,-1-1 0,0 0 0,-1-1 0,-1-1 0,-8 6-58,1-3 55,-1 0 1,0-2 0,-1 0-1,0-2 1,-1 0-1,0-2 1,-24 5-56,40-10-1,0-1-1,0 0 1,0-1 0,0 0-1,-1 0 1,1 0 0,0-1-1,-5-1 2,10 1-26,1 1-1,-1-1 1,0 0-1,0 0 0,0 0 1,1 0-1,-1-1 1,0 1-1,1-1 1,0 1-1,-1-1 0,1 0 1,0 0-1,0 0 1,0 0-1,0 0 0,0 0 1,0-1-1,0 1 1,1-1-1,0 1 0,-2-4 27,1 0-169,1 0 0,-1 0 0,1 0 0,0 0 0,1-1 0,-1 1 0,1 0 0,1 0 0,0-6 169,0 2-591,1-1 0,0 0 0,1 1 0,0 0 0,1 0 0,0 0 0,0 0 0,1 1 0,5-7 591,2-2-2207,1 0-1,1 1 0,1 0 1,1 0 2207,34-29-4037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13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123 661 9344,'0'0'111,"0"1"0,0-1-1,0 0 1,0 0 0,0 0 0,-1 0 0,1 0 0,0 0 0,0 0 0,0 1 0,0-1 0,0 0 0,-1 0-1,1 0 1,0 0 0,0 0 0,0 0 0,0 0 0,-1 0 0,1 0 0,0 0 0,0 0 0,0 0 0,0 0 0,0 0-1,-1 0 1,1 0 0,0 0 0,0 0 0,0 0 0,0 0 0,-1 0 0,1 0 0,0 0 0,0-1 0,0 1-1,0 0 1,0 0 0,-1 0 0,1 0 0,0 0 0,0 0 0,0 0 0,0-1 0,0 1 0,0 0 0,0 0-1,0 0 1,-1 0 0,1 0 0,0-1 0,0 1 0,0 0-111,-1-2 372,-7 2 6193,-23 1-2261,21 0-3850,-10 1 647,1 0 0,-2-1-1101,16-3 518,10-3-235,17-7-44,-15 9-148,79-37 373,199-122-331,90-18-133,-81 63 42,7 14 130,-276 94-157,58-21 113,-80 29-190,-7 1-182,-4 1-1268,5-1 573,6-1-2261,7 3-9914,-1 5 9141</inkml:trace>
  <inkml:trace contextRef="#ctx0" brushRef="#br0" timeOffset="2550.11">1876 106 10112,'-17'-13'6955,"16"13"-6714,1-1 0,0 1 0,-1 0 0,1-1 0,-1 1 0,1 0 0,0-1 0,-1 1 0,1 0 0,0-1 0,-1 1 0,1-1 0,0 1 0,0-1 0,0 1 0,-1-1 0,1 1 0,0-1 0,0 1 0,0-1 0,0 1 0,0-1 0,0 1 0,0-1 0,0 1 0,0-1 0,0 1 0,0-1 0,0 1 0,0-1 0,0 0-241,9-11 2325,-3 7-2309,0 1-1,0 1 1,0-1 0,0 1-1,1 0 1,-1 0-1,1 1 1,0 0-1,-1 0 1,1 1 0,4-1-16,17-1 6,0 1 0,9 1-6,-7 0 51,-24 1-50,11-2 8,0 2 1,0 0-1,0 1 0,0 1 1,10 2-10,-27-4 2,1 0 1,0 1 0,-1-1-1,1 0 1,0 0 0,-1 0-1,1 1 1,-1-1 0,1 0-1,0 1 1,-1-1-1,1 0 1,-1 1 0,1-1-1,-1 1 1,1-1 0,-1 1-1,0-1 1,1 1-1,-1-1 1,1 1 0,-1 0-1,0-1 1,0 1 0,1-1-1,-1 1-2,0 0 2,0 0 1,0 1-1,0-1 0,0 0 0,0 0 1,-1 0-1,1 0 0,0 0 0,-1 0 0,1 0 1,-1 0-1,1 0 0,-1 0 0,0 1-2,-4 5 4,0-1-1,0 0 1,-1 0-1,-2 2-3,3-4 4,-25 25 65,-20 12-69,-6 5-74,53-43 69,-6 4-45,2 1-1,-1 0 0,-2 3 51,9-10-10,0 1 0,-1-1 0,1 1 0,0 0 0,0-1 0,0 1 0,1 0 0,-1 0 0,0-1 0,0 1 0,1 0 0,-1 0-1,1 0 1,0 0 0,0 0 0,0 0 0,0 0 0,0 0 0,0 0 0,0 0 0,0 0 10,1-1-1,-1 0 0,1 0 1,-1 0-1,1 0 0,0 0 1,-1 0-1,1-1 0,0 1 1,0 0-1,0 0 0,-1-1 1,1 1-1,0-1 0,0 1 1,0 0-1,0-1 0,0 0 1,0 1-1,0-1 1,24 6 1,-15-4 0,-4 0-1,34 8-68,0 1 0,1 3 68,-29-10-12,-1 1 0,0 0 0,-1 1 0,1 0 0,-1 1-1,0 0 1,-1 0 0,0 1 0,4 4 12,-11-10 5,0 1 0,0-1 1,0 1-1,0-1 0,-1 1 1,1 0-1,-1-1 0,1 1 1,-1 0-1,0 0 0,0 0 1,-1 0-1,1 0 0,0 1-5,-1-2 2,0 1 0,0-1 0,-1 1 1,1-1-1,-1 1 0,1-1 0,-1 1 0,0-1 0,0 0 0,0 1 0,0-1 0,0 0 0,0 0 0,0 0 1,-1 0-1,0 0 0,1 0 0,-2 1-2,-6 5 1,0-1-1,0 0 1,-1 0 0,0-1-1,-1 0 1,1 0 0,-1-2-1,-1 1 0,-20 9-344,-1-2 0,0-1 0,-24 4 344,43-12-162,0-1-1,0 0 1,0-1 0,-1 0-1,1-1 1,-1-1-1,1 0 1,0-1 0,0 0-1,-3-2 163,11 2-299,1 0-1,0 0 1,-1 0-1,1 0 1,0-1 0,0 0-1,1 0 1,-1-1-1,0 0 300,3 2-258,0 0 0,0 0-1,0 0 1,1 0 0,-1 0-1,1 0 1,-1-1 0,1 1-1,0-1 1,0 1 0,0-1 0,0 0-1,0 1 1,1-1 0,-1 0-1,1 1 1,0-1 0,-1 0-1,1 0 1,1-2 258,-1 0-956,1 0 1,1 0-1,-1 0 0,0 0 1,3-4 955,13-24-3264</inkml:trace>
  <inkml:trace contextRef="#ctx0" brushRef="#br0" timeOffset="2998.1">2468 200 11904,'-8'-2'2428,"0"-1"0,0 0 1,-7-5-2429,15 8 164,0 0 0,0-1-1,-1 1 1,1-1 0,0 1 0,0-1 0,0 1 0,0-1 0,0 1 0,0-1 0,0 1-1,0-1 1,0 1 0,0-1 0,0 1 0,0 0 0,0-1 0,0 1 0,0-1 0,0 1-1,1-1 1,-1 1 0,0-1 0,0 1 0,1-1 0,-1 1 0,0 0 0,0-1 0,1 1-1,-1 0 1,0-1 0,1 1 0,-1 0 0,1-1 0,-1 1-164,2-2 143,0-1 1,1 1-1,-1 0 1,0 0-1,1 0 1,1-1-144,9-3 39,-1 0 0,1 1 0,0 1 0,0 0 0,0 1 0,1 0 0,-1 1 0,1 1 0,-1 0 0,1 0 0,0 2 0,-1-1 0,1 2 0,-1 0 0,1 1 0,0 0-39,-1 1 17,0 1-1,0 0 1,0 1 0,-1 1 0,0 0 0,0 0-1,-1 1 1,1 0 0,-2 1 0,1 1 0,-2 0-1,1 0 1,1 3-17,-6-6 38,0 0-1,-1 0 0,0 0 0,0 1 1,0-1-1,-1 1 0,0 0 0,-1 0 1,0 0-1,1 4-37,-2-5 40,-1 0 0,0-1 0,0 1 0,0 0 0,-1-1 0,0 1 0,0 0 0,0-1 1,-1 1-1,0-1 0,0 0 0,-1 1 0,0-1 0,0 0-40,-4 5 91,0 0 0,0-1 1,-1 0-1,-1 0 0,1 0 0,-2-1 1,1 0-1,-1-1 0,0 0 0,-1-1 1,0 0-1,0-1 0,-10 5-91,6-5 65,0 0 1,0-1-1,0-1 0,-1 0 0,0-1 1,1-1-1,-1 0 0,0-1 0,0-1 1,0 0-1,-1-2-65,9 1 17,1 0 0,0 0 0,0-1 1,0 0-1,1 0 0,-1-1 0,0 0 0,1 0 0,-4-3-17,6 4-2,0-1 0,0 0-1,0 0 1,1-1-1,-1 1 1,1-1-1,0 1 1,0-1-1,0 0 1,0 0-1,1 0 1,0-1-1,0 1 1,0-1 0,0 1-1,1-1 1,-1 0 2,0-5-99,0-1 0,1 0 0,0 0 0,0 1 1,2-1-1,0-9 99,1 5-366,0 0-1,1 1 1,1-1 0,0 1 0,1-1-1,1 1 1,0 1 0,5-8 366,-1 4-1720,1-1 0,0 1-1,9-7 1721,20-19-2816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18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187 413 8704,'-47'2'15590,"17"6"-13181,-63 27 988,80-34-2858,10-4-237,8-4-156,4 0-111,1 0-1,0 1 1,0 0 0,0 1 0,1 0-1,0 0 1,7-1-35,18-8 24,195-78-19,58-18 59,-169 70 0,54-7-64,-142 37 9,-23 7 1,-1 0 0,1 1 0,0 0 0,-1 0 0,10 0-10,-11 5 37,-4 2 1577,-3 0-4926,0 0-5190,8-8-977,1-2 5639</inkml:trace>
  <inkml:trace contextRef="#ctx0" brushRef="#br0" timeOffset="1866.84">1415 159 9984,'-11'-14'3285,"11"14"-3080,-1-1 0,1 1 0,0-1 0,-1 0 0,1 1 0,0-1 0,-1 0 0,1 1 0,0-1 0,0 0 0,0 1 0,0-1 0,0 0 0,0 1 0,0-1 0,0 0 0,0 1 0,0-1 0,0 0 0,0 0 0,0 1 0,0-1 0,1 0 0,-1 1 0,0-1 0,1 1 0,-1-1 0,0 0 0,1 1 0,-1-1 0,1 1 0,-1-1 0,0 1 0,1-1 0,0 1 0,-1-1 0,1 1 0,0-1-205,1-1 882,15-17 703,1 1 1,14-10-1586,-23 20 117,2 1-1,-1 0 1,1 0 0,0 1 0,0 1 0,5-2-117,-11 5 7,0 1 0,1-1 0,-1 2 0,1-1 0,0 0 0,-1 1 0,1 0 0,0 0 0,-1 1 0,1 0 0,-1 0 0,1 0 0,-1 0 0,4 2-7,-6-2 16,0 0 1,0 1-1,0-1 1,0 0-1,0 1 1,0 0 0,-1 0-1,1 0 1,-1 0-1,1 0 1,-1 0-1,0 1 1,0-1-1,0 1 1,0-1 0,0 1-1,-1 0 1,1 0-1,-1 0 1,0 0-1,0 0 1,0 0-1,0 0 1,0 0 0,0 3-17,-1 1 25,-1 1 0,1 0 0,-1-1 1,0 1-1,-1-1 0,0 1 0,0-1 1,-1 0-1,0 0 0,0 0 0,0 0 1,-1 0-1,0-1 0,0 1 0,-4 2-25,-10 13 36,-1-1-1,-1-1 0,-12 9-35,32-29 1,-21 18 12,0 0 1,-1-2-1,-1 0 0,-1-2 1,0 0-1,-11 3-13,-6 3 65,22-10-175,-1 0 0,-2-1 110,22-9-2,0 0 0,-1 0-1,1 0 1,0 0 0,0 0 0,0 0 0,-1 0-1,1 0 1,0 0 0,0 0 0,0 0-1,0 0 1,-1 0 0,1 0 0,0 1-1,0-1 1,0 0 0,0 0 0,0 0 0,0 0-1,-1 0 1,1 0 0,0 1 0,0-1-1,0 0 1,0 0 0,0 0 0,0 0-1,0 0 1,0 1 0,0-1 0,-1 0 0,1 0-1,0 0 1,0 0 0,0 1 0,0-1-1,0 0 1,0 0 2,7 4-32,13 1-37,-19-5 60,37 4 20,1-2 0,0-2 0,6-1-11,11 0-209,-46 1 192,160-4-4253,-137 1 525,0-1-1,0-2 1,-1-1-1,2-2 3746,-1 1-2965</inkml:trace>
  <inkml:trace contextRef="#ctx0" brushRef="#br0" timeOffset="2321.21">2039 269 12416,'-7'-4'2834,"6"3"-2392,0 1-1,0 0 1,0-1 0,0 1-1,0-1 1,0 1 0,0-1-1,0 0 1,0 1 0,0-1-1,1 0 1,-1 0 0,0 0 0,0 0-1,1 1 1,-1-1 0,0 0-1,1 0 1,-1-1-442,4-6 1427,-3 7-1364,0 0 1,0 0-1,1 0 0,-1-1 1,0 1-1,1 0 0,-1 0 0,1 0 1,-1 0-1,1 0 0,0 0 0,0 0 1,-1 0-1,1 0 0,0 0 0,0 1 1,0-1-1,0 0 0,0 0-63,13-9 122,0 1-1,1 0 1,0 1-1,0 1 1,1 1-1,-1 0 1,1 0-1,1 2 0,6-2-120,-11 5 1,0-1 1,1 2 0,-1-1 0,1 2 0,-1 0 0,0 0 0,0 1-1,1 0 1,-1 1 0,-1 1 0,3 1-3,-4-2 15,0 2-1,0-1 1,0 1 0,0 1 0,-1 0-1,0 0 1,0 1 0,-1 0-1,1 1 1,-2 0 0,1 0-1,3 6-14,-8-10 22,0 0-1,0 0 0,-1 1 1,0-1-1,0 1 0,0 0 1,0 0-1,-1-1 0,0 1 1,0 0-1,0 0 0,0 0 1,-1 0-1,0 1 0,0-1 1,-1 0-1,1 0 0,-1 0 1,0 0-1,0 0 0,-1-1 1,1 1-1,-1 0 0,0 0 1,0-1-1,-3 4-21,-1 0 58,-1 0-1,0 0 0,0-1 1,-1 1-1,0-2 0,0 1 1,0-1-1,-1-1 0,-5 3-57,-15 7 182,-1-1 0,-12 3-182,20-10 67,0 0 1,-1-2-1,1-1 0,-1 0 1,0-2-1,0-1 0,0 0 1,-4-2-68,10 0 25,1 0 0,0-1 0,0-1 0,0-1 0,0 0 0,0-1 0,1-1 0,-1 0 0,2-1 0,-6-3-25,17 8-26,0 1-1,0-1 1,0 0-1,0 0 1,1 0-1,-1-1 1,1 1-1,-1 0 1,1-1-1,0 0 1,0 1-1,0-1 1,1 0-1,-1 0 1,1 0-1,-1 0 1,1-1-1,0 1 1,0 0-1,0-2 27,1 0-160,0 1 0,0-1-1,0 1 1,1-1 0,0 1 0,0-1 0,0 1 0,0-1-1,1 1 1,-1 0 0,1 0 0,0-1 0,1 1-1,-1 1 1,2-3 160,6-7-1506,0 1 0,1 1 0,0 0 0,0 1 0,1 0 0,1 0 1,0 1-1,8-4 1506,33-12-4224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2.2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 4590 6272,'-1'0'78,"1"0"1,0 0 0,0 0-1,-1 0 1,1-1 0,0 1-1,0 0 1,-1 0-1,1 0 1,0 0 0,0 0-1,-1 0 1,1-1 0,0 1-1,0 0 1,0 0 0,-1 0-1,1-1 1,0 1-1,0 0 1,0 0 0,0 0-1,-1-1 1,1 1 0,0 0-1,0 0 1,0-1 0,0 1-1,0 0 1,0-1-1,0 1 1,0 0 0,0 0-1,0-1-78,7-5 1705,5-2-1182,-7 3-157,-1 1 201,1-1 0,-1 1 1,1 0-1,0 0 0,0 0 1,0 0-1,1 1 0,-1 0 1,6-1-568,105-39 1660,-12 6-419,7-9-1241,-63 23 278,16-7 223,3 3-501,174-71 266,-175 72 113,54-31-379,60-44 485,-133 74-410,106-52 276,77-24-351,-48 22 614,-11 6-335,-56 27-168,99-59-111,-171 82 16,215-131-6,-160 98 187,1 5-1,19-3-196,40-21 653,90-38-535,-109 53-252,53-37 134,-34 3 71,-49 28 210,39-14-281,156-53 194,-232 105-202,135-56 53,214-96 17,-176 54-41,53-26 102,-246 130-90,315-136 313,-51 28-240,37-34-106,84-44 8,-410 197-5,233-98 503,64-9-506,-147 55 102,184-78-70,-210 74 27,46-34-59,-100 52 149,2 4 0,2 4 1,34-6-150,139-50 70,-24 8-18,1-7 51,-152 58-78,-45 20-414,-52 20-528,-1 2-1014,3 7-1248,4 3-2596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3.68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5 101 7296,'0'-1'207,"-1"0"0,0 0 0,1 0 0,-1 0 0,1 0 1,0 0-1,-1 0 0,1-1 0,0 1 0,0 0 0,-1 0 0,1 0 1,0 0-1,0 0 0,0-1 0,0 1 0,1 0 0,-1 0 0,0 0 0,0 0 1,1-1-208,0-1 248,0 1 1,1-1 0,-1 0-1,1 1 1,-1 0 0,1-1 0,0 1-1,0 0 1,0-1-249,4-2 467,-1 1 0,0-1-1,1 1 1,0 0 0,0 1 0,0-1-1,6-2-466,1 3 457,-1 0-1,1 1 0,0 0 1,-1 1-1,1 1 0,11 0-456,17-1 590,59-2 254,1 3-1,33 8-843,200 31 751,104 27 785,-105-28-905,-181-24-249,53 6 242,87-8-624,73 1 435,-2 0-97,-141-12-105,413-11 116,344-67 109,-865 71-465,42 7 7,-44 0 7,18-9-23,-111 8-608,0-2 1,-1 0-1,1-1 0,-1 0 1,11-5 623,-13 3-3705,0-1-1,0 0 1,12-8 3705,7-6-5173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6.7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39 6272,'1'-1'267,"0"0"1,0 0 0,0-1-1,0 1 1,0 0-1,1 0 1,-1 0 0,0 0-1,1 0 1,-1 1-1,0-1 1,1 0 0,-1 1-1,1-1 1,-1 1-1,2-1-267,28-3 1591,-20 3-850,40-8 923,-41 6-1218,-1 1 0,1 1 0,-1-1 0,1 1 0,0 1 0,-1 0 0,1 0 0,0 1 0,-1 0 0,1 1 0,0 0-446,-3 0 338,2 0-35,-1 1 1,0 0 0,-1 0 0,1 0 0,0 1 0,-1 0 0,0 0-1,0 1 1,3 3-304,12 9 783,15 10-783,-15-12 377,-1 1-1,0 2-376,11 8 477,2-2-1,0 0 0,14 5-476,-4-3 342,39 32-342,-8 1 126,132 112 639,-144-111-649,-19-17-38,2-2 1,2-2 0,14 7-79,58 24 320,-69-42-208,-1 2-1,15 14-111,12 19 155,-4 4 0,60 69-155,-102-106 56,0-1 1,2-1-1,24 14-56,111 67 236,-42-30-156,-19-5 157,-4 5 1,75 74-238,-13-9 295,8-6-295,-130-105 9,175 123 307,-122-92-162,-4 4 0,3 9-154,1 15 11,-87-84-6,17 17 162,26 17-167,2 2 131,110 93 120,-109-99-223,30 14-28,-12-8 47,-37-21 31,-2 2 0,-1 1 0,16 17-78,38 45 191,27 42-191,-89-101-36,13 17 35,-8-10 34,12 11-33,-7-14 173,2-1 1,36 25-174,-61-49-5,3 3 26,-1-1 0,5 1-21,-11-6 9,-1 0 1,0 0-1,4 4-9,10 7 25,-4-2-37,-1 0 0,0 0-1,3 5 13,9 9-5,7 12-149,-7-7-215,-27-32 315,-1-1 0,0 0 0,1 0 1,-1 0-1,0 0 0,1 1 0,-1-1 0,0 0 0,1 0 0,-1 0 1,0 0-1,1 0 0,-1 0 0,0 0 0,1 0 0,-1 0 0,0 0 1,1 0-1,-1 0 0,0 0 0,1 0 0,-1 0 0,0-1 0,1 1 1,-1 0-1,0 0 0,1 0 0,-1 0 0,0-1 0,0 1 0,1 0 0,-1 0 1,0-1 53,8-7-959,-5 0 27,1-1 0,-1 0-1,-1 1 1,1-1 0,-2-1 0,1 1-1,-1 0 1,-1 0 0,1-1 0,-2-6 932,-2-22-6021,-4-11 6021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1:03.2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39 167 6528,'-35'-28'3738,"34"28"-3647,1-1 1,-1 0-1,1 0 0,0 1 0,-1-1 0,1 0 0,0 0 0,0 1 0,-1-1 1,1 0-1,0 0 0,0 1 0,0-1 0,0 0 0,0 0 0,0 0 0,0 1 1,0-1-1,1 0 0,-1 0 0,0 0 0,0 1 0,1-1 0,-1 0 1,0 1-1,1-1 0,-1 0 0,1 1 0,-1-1 0,1 0 0,-1 1 0,1-1 1,0 0-92,0-1 209,1 1 1,0-1 0,0 1-1,0-1 1,-1 1 0,1 0-1,0-1 1,1 1 0,-1 0-1,1 0-209,5-1 285,0 1 1,0 1-1,0 0 0,1 0 0,-1 0 0,0 1-285,18 0 529,279-9 2788,-173 5-2259,3 6-1058,-8 0 884,24-6-884,423-18 1461,33 13-160,-329-1-906,-234 7-278,237 1 385,-26 1-161,-105-11-136,-60 3 48,13 4-253,302 4 566,-205-9-476,-56 11-20,34 8-70,-109-4 142,0-3 0,0-4 0,49-6-142,-77 4 144,26 2-144,-64 1-86,0 0-1,-1 0 0,1-1 1,0 1-1,0 0 0,-1-1 1,1 0-1,0 0 0,-1 0 1,1 0-1,-1 0 0,2-1 87,-4 2-84,0 0 0,0-1 0,0 1-1,0 0 1,0-1 0,0 1 0,0 0-1,0-1 1,0 1 0,-1 0 0,1 0-1,0-1 1,0 1 0,0 0 0,0 0-1,-1-1 1,1 1 0,0 0 0,0 0-1,0-1 1,-1 1 0,1 0 0,0 0-1,0 0 1,-1-1 0,1 1 0,0 0-1,0 0 1,-1 0 0,1 0 0,0 0-1,-1 0 1,1 0 0,0 0 0,-1 0-1,1 0 1,0 0 0,-1 0 84,-15-5-3236,-10 0-2827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44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40 9984,'-13'0'3285,"13"0"-3105,-1 0 0,1-1 0,0 1 0,-1 0 0,1-1 0,-1 1 0,1-1 0,0 1 0,-1-1 0,1 1 0,0-1 0,-1 1 0,1-1 0,0 1 0,0-1 0,0 1 0,0-1 0,-1 0 0,1 1 0,0-1-180,-2-4 2728,4 8-811,-2-2-130,-4 3 213,2 4-1783,0 1 1,0 0-1,1-1 1,0 1-1,0 0 1,1 0-1,1 0 1,0 8-218,0 13 62,-2 18-37,0-26 46,1 0 1,0 1-1,2-1 1,0 0-1,2 0 0,1 3-71,-4-22 42,0-1-1,0 1 0,0 0 0,0-1 0,0 1 0,0-1 0,1 1 0,0 0-41,-2-3 13,1 1 0,-1-1 0,1 1 0,-1-1 0,1 0 0,-1 1-1,1-1 1,-1 0 0,1 1 0,0-1 0,-1 0 0,1 0 0,-1 0 0,1 1 0,0-1-1,-1 0 1,1 0 0,-1 0 0,1 0 0,0 0 0,-1 0 0,1 0 0,-1-1-1,1 1 1,0 0 0,-1 0 0,1 0 0,-1 0 0,1-1 0,-1 1 0,1 0-1,0-1 1,-1 1 0,1 0 0,-1-1 0,0 1 0,1-1-13,16-12 84,-2 0 0,1-2 0,0-1-84,-2 1-25,1 0-1,1 2 1,7-5 25,-5 6-22,0 0 1,1 2 0,0 0-1,0 1 1,1 1 0,1 1-1,-1 0 1,1 2 0,0 1-1,1 0 1,8 1 21,-21 2 30,-1 2 0,1-1 0,-1 1 0,0 1 0,1-1 0,-1 1 0,0 1 0,0 0 0,0 0-1,-1 0 1,1 1 0,-1 0 0,0 1 0,0-1 0,0 1 0,-1 1 0,1-1 0,-1 1 0,0 0 0,-1 1 0,0-1 0,0 1 0,0 0 0,-1 1 0,0-1-1,0 1 1,-1-1 0,0 1 0,0 0 0,-1 0 0,0 1-30,1 6 81,-1 1-1,-1-1 1,0 0-1,-1 0 1,-1 0 0,-2 14-81,2-20 29,-2 1 0,1-1 0,-1 0 1,0 0-1,-1 0 0,0 0 0,0 0 1,-1-1-1,0 1 0,-1-1 0,-3 4-29,-5 3-134,0 1-1,-1-2 0,0 0 1,-1-1-1,0-1 0,-2 0 1,1-1-1,-1-1 0,0-1 1,-1 0-1,0-1 0,-1-1 1,0-1-1,0-1 0,0-1 1,-11 1 134,22-4-524,-1 0 0,0 0 1,1-1-1,-1-1 0,0 1 1,1-1-1,-1-1 0,1 0 0,-1 0 1,-5-3 523,10 3-757,0-1 0,0 1 0,1-1 0,-1 0 0,1 0 0,0 0 0,0-1 0,0 1 0,0-1 0,0 0 0,1 0 0,0-1 0,0 1 0,0-1 0,0 1 0,-1-6 757,-3-19-3461</inkml:trace>
  <inkml:trace contextRef="#ctx0" brushRef="#br0" timeOffset="369.83">54 40 13696,'-18'3'4426,"12"0"-2565,-1 6-229,7-9-1506,-1 0 0,1 0-1,0 0 1,0 0 0,0 1 0,0-1-1,-1 0 1,1 0 0,0 0-1,0 0 1,0 0 0,0 1 0,0-1-1,0 0 1,0 0 0,-1 0-1,1 1 1,0-1 0,0 0 0,0 0-1,0 0 1,0 0 0,0 1-1,0-1 1,0 0 0,0 0 0,0 0-1,0 1 1,0-1 0,0 0-1,0 0 1,0 0 0,0 1 0,0-1-1,1 0 1,-1 0 0,0 0-1,0 0 1,0 1 0,0-1-1,0 0 1,0 0 0,0 0 0,1 0-1,-1 0 1,0 1-126,13 4 1590,21-2-1299,30-6-343,1-3-1,41-11 53,-49 8-434,20-4-1013,17-3-3063,-31 10-3863,-30 5 4331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41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501 128 9856,'0'0'3205,"1"-2"-1786,17-20 4511,-17 21-5690,1 0 0,-1-1 0,1 1 0,-1-1 0,1 1 0,-1-1 0,0 0 0,0 1 0,0-1 0,0 0 0,0 0 0,0 0 0,-1 0 0,1 0 0,0 0 0,-1 0 0,0 0 0,1 0 0,-1 0 0,0 0-1,0-2-239,-1 2 86,1 0 0,-1 0 0,0 0 0,0 0 0,1 0-1,-1 0 1,-1 0 0,1 0 0,0 0 0,0 1 0,-1-1-1,1 0 1,-1 1 0,1-1 0,-1 1 0,0 0 0,0-1-1,1 1 1,-1 0 0,0 0 0,0 0 0,-1 0-86,-9-4 80,-1 1 0,1 0-1,-1 0 1,0 1 0,0 1 0,0 0 0,-1 1 0,-12 0-80,8 1-11,0 2-1,0-1 1,0 2-1,1 0 1,-1 2-1,-10 3 12,4 1-45,0 1 0,0 1-1,1 1 1,1 1 0,0 1-1,1 1 1,0 1 0,-5 6 45,22-19-9,1 1 0,-1 0 0,1 0 0,0 0 1,0 0-1,1 1 0,-1-1 0,1 1 0,0 0 0,0 0 1,-1 4 8,2-7-2,1 0 0,-1 0 0,1 0 0,0 0 1,0 0-1,0 0 0,0 0 0,1-1 0,-1 1 1,0 0-1,1 0 0,-1 0 0,1 0 0,0 0 1,-1-1-1,1 1 0,0 0 0,0 0 0,0-1 1,0 1-1,1-1 0,-1 1 0,0-1 0,1 0 1,-1 1-1,1-1 0,-1 0 0,1 0 1,0 0-1,-1 0 0,1 0 0,0 0 2,17 7 0,1-1 0,-1-1 0,1-1 0,0-1 0,15 2 0,-9-2 0,3 1 0,-2-1 0,-1 2 0,5 2 0,11 5 71,-1 2 1,28 15-72,-53-22 26,-1 0 0,0 2 0,0-1 0,0 2 0,-2 0 0,1 1 0,11 13-26,-21-21 13,-1 1 0,1 0 0,-1 0 0,0 0 0,0 0 0,0 0 0,-1 1 0,0-1 0,0 1-1,0 0 1,-1 0 0,0-1 0,0 1 0,0 0 0,-1 0 0,1 0 0,-2 1-13,1-2 15,-1 1 0,0-1 1,0 0-1,-1 0 1,0 0-1,0 0 1,0 0-1,0-1 0,-1 1 1,1-1-1,-1 1 1,0-1-1,-1 0 0,1 0 1,-1 0-1,0-1 1,0 1-1,0-1 0,-3 2-15,-11 7 10,-1-1 0,0-1 0,-1-1 0,0-1-1,-1-1 1,1 0 0,-6 0-10,-19 3-101,0-2 0,-37 1 101,70-8-87,0-1 1,0 0-1,0 0 0,0-1 0,0-1 0,0 0 1,-4-2 86,8 2-154,1-1 1,-1 0 0,1 0 0,0-1-1,0 1 1,1-2 0,-1 1 0,1-1-1,0 0 1,0 0 0,-2-3 153,5 5-209,1 0-1,0 1 1,0-1 0,0 0 0,0 0-1,1 0 1,-1 0 0,1-1 0,0 1 0,0 0-1,0-1 1,0 1 0,1 0 0,-1-1-1,1 1 1,0-1 0,0 1 0,0-1-1,0 1 1,1-1 0,-1 1 0,1 0-1,0-1 1,0 0 209,3-7-1112,1 1 0,-1 1 1,1-1-1,1 1 0,0-1 0,0 2 0,2-2 1112,28-32-3493</inkml:trace>
  <inkml:trace contextRef="#ctx0" brushRef="#br0" timeOffset="347.71">850 59 11776,'-2'-1'668,"0"1"1,0-1-1,-1 1 1,1-1 0,0 0-1,0 0 1,0 0-1,-1 0 1,1-1-1,0 1 1,0 0-669,-3-4 6469,5 40-4538,5 28-1622,-1-23-259,7 70-99,5 1 0,8 9 49,-13-68-393,-2-11-1621,2 1 0,5 9 2014,-2-6-7120,-12-35 3350,2-3 250</inkml:trace>
  <inkml:trace contextRef="#ctx0" brushRef="#br0" timeOffset="985.78">719 370 14336,'-31'10'4655,"31"-10"-4544,-1 0 0,1 0 0,-1 0 0,1 0-1,-1 0 1,1 1 0,0-1 0,-1 0 0,1 0 0,-1 1-1,1-1 1,-1 0 0,1 0 0,0 1 0,-1-1-1,1 1 1,0-1 0,-1 1-111,-9 11 1733,10-12-1621,-1 1 0,1-1 0,-1 1 0,1-1 0,0 1 0,-1-1 0,1 1 0,0 0 0,-1-1 0,1 1 0,0 0 0,0-1 0,0 1 0,0 0 0,0-1 0,0 1 0,-1 0 0,1-1 0,1 1 0,-1 0 0,0 0 0,0-1 0,0 1 0,0 0 0,0-1 0,1 1 0,-1-1 0,0 1 0,1 0 0,-1-1 0,0 1 0,1-1 0,-1 1 0,1-1 0,-1 1 0,1-1-112,0 2 43,0-2 0,0 1 0,0 0 0,0 0 0,0 0 0,1 0 0,-1-1 0,0 1 0,1-1 0,-1 1 0,0-1 0,1 1 0,-1-1 0,1 0 0,-1 0 0,1 0-43,11-1-36,0 0 0,1-2 1,-1 0-1,-1 0 0,1-1 0,7-4 36,5 0-217,26-8-3986,36-5 4203,-60 15-1872,0 3 0,-1 0 1,1 1-1,8 2 1872,-24 0-1129,0 1-1,0 1 1,-1-1 0,4 3 1129,-10-3-169,0 0-1,0 0 1,0 1 0,0 0-1,0 0 1,-1 0 0,1 0-1,-1 0 1,0 1-1,1-1 1,-1 1 0,1 2 169,3 4 1303,0 0 1,0 1 0,-1 0-1,-1 0 1,0 1 0,0-1-1,-1 1 1,-1 0 0,3 11-1304,-5-19 267,0 1 1,0-1 0,0 0-1,1 0 1,-1 1 0,1-1-1,0 0 1,0-1 0,0 1 0,1 1-268,-2-3 44,0 0 0,-1 0 0,1-1 0,0 1 0,0 0 0,0-1 0,1 1 0,-1 0 0,0-1 0,0 1 0,0-1 0,0 0 0,0 1 0,1-1 0,-1 0 0,0 0 0,0 0 0,1 0 0,-1 0 0,0 0 0,0 0 0,0 0 0,1-1 0,-1 1 0,0 0 0,0-1 0,0 1 0,1-1-44,8-4 64,-1 0 0,1 0 0,-1-1 0,-1 0 0,1-1 1,-1 0-1,5-6-64,3-4 77,0-1 0,11-18-77,-15 19 107,0-1 1,-2 0 0,2-3-108,-10 15 59,1 0 1,-1 0-1,0 0 0,0 0 1,-1 0-1,0 0 0,0-1 1,0 1-1,-1 0 0,0-1 1,-1-5-60,1 10 19,-1-1 1,0 1 0,1-1-1,-1 0 1,0 1-1,-1 0 1,1-1 0,0 1-1,-1 0 1,1-1 0,-1 1-1,0 0 1,0 0 0,0 0-1,0 1 1,0-1 0,0 0-1,0 1 1,0-1 0,-1 1-1,1 0 1,-1 0 0,1 0-1,-1 0 1,1 0 0,-3 0-20,1 0 12,0 0 1,1 1 0,-1-1-1,0 1 1,0 0 0,0 0-1,1 0 1,-1 1 0,0-1-1,0 1 1,1 0 0,-1 0-1,0 0 1,1 0 0,-1 1-1,1 0 1,0-1 0,-1 1 0,-2 3-13,-2 2 41,0 1 1,0 0 0,1 1 0,-1 0 0,2 0 0,0 1-1,-5 8-41,0 5 86,0 1 0,-7 24-86,12-29 23,1 0 1,1 0-1,1 0 1,0 1-1,1-1 1,1 1-1,1 0 1,2 5-24,-2-16-5,1 1 1,1-1-1,-1 1 1,2-1-1,-1 0 1,1 0-1,1 0 1,0 0-1,0-1 1,0 1-1,1-1 0,1 0 1,-1 0-1,1-1 1,0 0-1,1 0 1,0 0-1,0-1 5,0-2-121,-1 0 0,1 0-1,0-1 1,0 1 0,0-2 0,0 1-1,1-1 1,-1 0 0,0-1 0,1 0-1,0 0 1,-1 0 0,1-1 0,0 0-1,-1-1 1,6 0 121,15-4-1803,0-1 0,0-1 0,21-8 1803,-38 11-1598,0 0 0,0-1 1,0 0-1,-1 0 0,10-8 1598,12-8-3525</inkml:trace>
  <inkml:trace contextRef="#ctx0" brushRef="#br0" timeOffset="1574.92">1757 399 13824,'-1'-1'107,"-3"1"1021,1-1-1,-1 1 1,0-1-1,0 0 1,0 0-1,1-1 0,-1 0-1127,2 2 2252,3 2-424,5 14-777,4 39-683,2 0 0,9 20-368,3 8-38,32 110 80,-24-90 273,-4 1 0,-4 5-315,-24-106-15,0-1-1,1 1 0,-1-1 1,0 1-1,0 0 1,0-1-1,-1 1 0,1-1 1,0 1-1,-1-1 16,1-1-5,0-1 1,0 0-1,0 0 1,0 0-1,0 1 1,-1-1-1,1 0 1,0 0-1,0 0 1,0 0-1,0 0 1,0 1-1,0-1 1,-1 0-1,1 0 1,0 0-1,0 0 1,0 0-1,0 0 1,-1 0-1,1 1 1,0-1-1,0 0 1,0 0-1,0 0 1,-1 0-1,1 0 1,0 0-1,0 0 1,0 0-1,-1 0 1,1 0-1,0 0 1,0 0-1,0 0 1,0 0-1,-1 0 1,1 0-1,0-1 5,-1 1-14,0-1 0,0 0-1,0 0 1,0 0-1,0 0 1,0 0-1,0 0 1,0 0 0,0 0-1,1 0 1,-1-1 14,-7-12-76,2-2 1,-1 1-1,2-1 1,-1-5 75,-1-1-88,-20-71-530,-14-97 618,33 150-31,2 0-1,2-1 1,2 1 0,2-1 0,1 0-1,2 0 1,3-10 31,-3 38-21,-1 1 0,2-1 0,0 1 0,0 0-1,1 0 1,0 1 0,1-1 0,1 1 0,0 0-1,7-8 23,-10 14-2,-1 1 1,1 0 0,0 0-1,1 0 1,-1 0 0,1 1-1,0 0 1,0 0 0,0 0 0,0 1-1,0-1 1,0 1 0,1 0-1,-1 1 1,1-1 0,0 1 0,-1 1-1,1-1 1,0 1 0,0-1-1,-1 2 1,1-1 0,0 1 0,4 0 0,1 2 43,1 0 0,-1 1 0,0 0 1,0 1-1,0 0 0,0 1 0,-1 0 0,0 1 1,0 0-1,-1 0 0,0 1 0,0 0 1,-1 1-1,1 1-43,-2-2 58,-1 0 0,0 0 0,-1 1 1,0 0-1,0 0 0,-1 0 0,0 0 0,0 1 0,-1 0 1,-1 0-1,1 0 0,-2 0 0,1 0 0,-2 0 0,1 0 0,-1 9-58,-1-13-33,0 0-1,0 0 1,0 0 0,-1 0-1,0 0 1,0 0-1,0 0 1,-1-1-1,0 1 1,0-1-1,0 0 1,-1 1-1,0-2 1,0 1-1,0 0 1,-5 3 33,-1 1-343,-1-1 1,0-1-1,0 0 1,-1 0-1,0-1 1,0-1-1,-6 2 343,5-2-825,0-1-1,0-1 1,0 0-1,-1-1 1,-4 0 825,6-1-1602,1-1 1,0 0 0,0-1-1,-2 0 1602,-25-7-3834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0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13 8704,'-5'-4'3328,"5"4"-2592,-5 0 1216,0 0 959,10 0-1599,-5 0 576,0 0-1152,-5 0 288,5 0-576,-9-5-128,9 5-192,-5-3-96,5 6 0,-3-3-832,-2 0 448,0 0-2880,5 5 1792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0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 10240,'-22'15'3872,"22"-15"-3040,-23 16 1055,14-12 449,9 1-1312,-10-2-160,10 2-544,-8-1-96,8-1-128,-10-3-128,10 5 0,-4-5-1088,4 3 576,0-3-2496,4 0 1697,1-3-4257,3 3 3136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6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90 12416,'-19'-31'12127,"14"27"-11763,-1-1 0,0 1 0,1 0 0,-2 0 0,1 0 0,0 1 0,-1 0-1,1 1 1,-1-1 0,-1 1-364,0-1 180,-5-1-75,-1 0 1,1 1-1,-1 0 1,0 1-1,0 1 1,0 0-1,-10 1-105,0 2-27,0 0 0,1 2-1,0 0 1,-3 3 27,-4 1-86,1 2-1,0 1 1,1 1 0,0 2-1,-2 2 87,27-14-22,0 0-1,1-1 1,-1 1 0,0 1-1,0-1 1,1 0 0,0 1-1,-1-1 1,1 1 0,-2 2 22,4-3-8,-1-1 1,0 1-1,0-1 1,1 1-1,-1 0 1,1-1-1,0 1 0,-1 0 1,1 0-1,0-1 1,0 1-1,0 0 1,0 0-1,0-1 1,0 1-1,1 0 1,-1 0-1,1-1 0,-1 1 1,1-1-1,-1 1 1,1 0 7,2 4 3,1-1 0,-1 0 0,1 1 0,0-1 0,0-1 1,1 1-1,-1-1 0,1 1 0,0-1 0,0-1 0,1 1 0,-1-1 0,2 1-3,14 7 27,0-1 0,21 5-27,-36-12-4,64 22 32,-6-4 36,-2 4-1,27 16-63,-83-38 13,0 1 0,0 0 1,0 0-1,-1 1 0,0 0 0,0 0 0,0 0 0,2 3-13,-5-6 5,-1 0-1,1-1 0,-1 1 0,0 0 0,0 0 0,0 0 0,0 0 0,0 0 0,0 0 0,-1 1 0,1-1 0,-1 0 0,1 0 0,-1 1 0,0-1 0,0 0 0,0 0 0,0 1 0,0-1 0,0 0 0,-1 0 0,1 1 1,-1-1-1,0 0 0,1 0 0,-1 0 0,0 0 0,-1 2-4,-5 3-4,0 0 1,0 0-1,0-1 1,-1 0-1,0 0 0,0-1 1,-1 0-1,-6 2 4,8-3-19,-5 4-24,-1-1 0,0-1 1,0 0-1,-1-1 0,0 0 1,0-1-1,0 0 0,0-1 43,-4-1-248,0 0-1,-1-1 0,1 0 0,0-2 0,0 0 0,-10-2 249,22 2-261,-1-1 0,0 0 0,0 0 0,1-1 0,-1 1 0,1-1 0,0-1 0,-5-2 261,8 3-282,-1 0 0,1 1 0,0-1 0,0-1 0,0 1 0,0 0-1,1-1 1,-1 1 0,1-1 0,0 0 0,0 0 0,0 0 0,1 0 0,-2-3 282,2 2-652,0-1 0,1 1 0,-1-1 0,1 1-1,0-1 1,0 1 0,1-1 0,-1 1 0,1-1 0,1 1 0,-1-1 0,1 1 0,1-2 652,0-3-1276,2 0 0,-1 1 0,2 0 0,-1 0 0,1 0 0,4-4 1276,25-24-2949</inkml:trace>
  <inkml:trace contextRef="#ctx0" brushRef="#br0" timeOffset="344.92">645 6 12160,'6'6'9989,"-1"2"-4976,0 4-3557,1 6-3458,0-1 2649,41 109-2159,16 73 1512,-24-69-5618,-25-92 772,-5-13-1929,-4-13 3767</inkml:trace>
  <inkml:trace contextRef="#ctx0" brushRef="#br0" timeOffset="1436.47">599 269 14848,'-22'4'4815,"22"-4"-4633,-1 0 0,0 0-1,1 0 1,-1 0-1,1 0 1,-1 0 0,1 1-1,-1-1 1,1 0 0,-1 0-1,1 0 1,0 1-1,-1-1 1,1 0 0,-1 1-1,1-1 1,-1 0-1,1 1 1,0-1 0,-1 1-182,3 2 3045,2-1-2937,0-1 0,1 1 0,-1-1 1,0 0-1,1 0 0,-1-1 1,0 0-1,4 1-108,39-3-403,-27 0 89,59-4-1669,-43 1-47,0 3 1,-1 1-1,1 1 1,28 5 2029,-59-4 204,0 1 0,0 0 0,0 0 0,0 0 1,0 0-1,0 1 0,-1 0 0,1 0 0,-1 0 0,3 3-204,-3-2 396,0-1-1,0 0 0,1 0 0,-1 0 1,1-1-1,-1 0 0,1 0 1,0 0-1,0 0 0,0-1-395,5 1 131,-1-1 0,1-1-1,0 0 1,0 0 0,0-1-1,0 0 1,-1 0 0,1-1 0,1-1-131,10-4 80,0 0 1,-1-1 0,10-6-81,-20 9 145,-1-1 0,0 0 0,0 0-1,0-1 1,0 0 0,0-1-145,-8 6 56,1 1 0,-1-1 0,1 1 0,-1-1 0,1 0 0,-1 0 0,0 1 0,0-1 0,0 0 0,0 0 0,0 0 0,0 0 0,-1 0 0,1 0 0,-1-1 0,1 1 0,-1 0 0,0 0 0,0 0 0,0 0 0,0-1 0,0 1-1,-1 0 1,1-2-56,-1 2 19,0 0-1,0 1 0,-1-1 1,1 0-1,0 0 0,-1 1 0,1-1 1,-1 1-1,1-1 0,-1 1 1,0 0-1,1 0 0,-1 0 0,0 0 1,0 0-1,0 0 0,0 0 1,0 0-1,0 1 0,0-1 0,0 1 1,0 0-1,0-1 0,0 1 1,-1 0-1,1 0-18,-8 0-5,1 0 1,-1 1-1,1 0 0,-1 0 1,1 1-1,-1 0 0,1 1 1,0 0-1,0 0 1,0 1-1,1 0 0,-1 1 1,1-1-1,-4 5 5,3-2 15,0 0 0,0 1-1,1 0 1,0 0 0,0 1 0,1 0-1,0 0 1,0 1 0,1 0-1,1 0 1,0 0 0,-1 3-15,1 1 26,0-1 1,1 2 0,0-1-1,1 0 1,1 1-1,0-1 1,1 13-27,1-20-13,0 0 1,0-1 0,1 1-1,0 0 1,1-1-1,0 1 1,0-1 0,0 0-1,0 0 1,1 0-1,0 0 1,1 0 0,-1 0-1,1-1 1,0 1-1,0-1 1,1 0 0,2 2 12,-2-3-101,1 0 0,-1-1 0,1 0 0,0 0 0,0 0 0,0 0 0,0-1 0,0 0 0,0-1 0,1 1 0,1-1 101,5 1-313,1 0 0,1-1 0,-1-1 0,6 0 313,-10-1-265,0-1 0,0 1 1,0-2-1,-1 1 0,1-1 1,0-1-1,-1 0 0,0 0 0,0-1 1,0 0-1,-1 0 0,1-1 0,-1 0 1,0-1 264,-2 1 32,0 1 0,0-2 1,0 1-1,-1-1 0,0 1 1,-1-1-1,1-1 0,-2 1 0,1-1 1,-1 1-1,0-1 0,0 0 1,-1 0-1,0 0 0,0-1 1,0-6-33,-2 4 659,-1 0 1,1 0 0,-2-5-660,-1-19 1797,4 24-1380,0 8-110,0 5 355,13 67-209,7 38 33,29 87-486,-20-101 501,3 33-501,-32-121 71,0-1-1,0 1 1,-1-1-1,1 1 1,-1-1-1,0 1 1,0-1-1,-1 1 1,0 2-71,1-7 7,0 0 0,0 0 1,0 1-1,0-1 0,0 0 1,0 1-1,0-1 0,0 0 1,0 0-1,0 1 0,0-1 1,0 0-1,0 0 0,-1 1 0,1-1 1,0 0-1,0 0 0,0 1 1,-1-1-1,1 0 0,0 0 1,0 0-1,0 1 0,-1-1 1,1 0-1,0 0 0,0 0 0,-1 0 1,1 0-1,0 0 0,-1 0 1,1 1-8,-7-7 103,-4-14-168,2-10-86,1 0 0,1 0 1,2 0-1,-2-23 151,1-13-237,2-52 237,5 85-66,1 1 0,2 0 0,1 1 0,6-21 66,-7 38-22,0 1 0,0 0 1,2 0-1,-1 0 0,2 1 1,-1 0-1,8-10 22,-9 16 1,0 0-1,1 0 1,-1 1-1,1 0 1,0 0-1,1 0 1,-1 0-1,1 1 1,0 0 0,0 1-1,0-1 1,0 1-1,1 1 1,3-1-1,-3 1 20,0 0-1,0 1 1,0 1 0,0-1-1,0 1 1,0 1 0,0-1 0,0 1-1,0 1 1,-1-1 0,1 2 0,0-1-1,-1 1 1,1 0 0,3 2-20,-7-3 22,0 0 1,0 1-1,0-1 0,0 1 1,-1 0-1,1 0 0,-1 0 1,0 0-1,0 0 1,0 1-1,0 0 0,-1-1 1,1 1-1,-1 0 0,0 0 1,0 0-1,-1 1 1,1-1-1,-1 0 0,0 1 1,0-1-1,0 1 1,-1-1-1,1 1 0,-1-1 1,0 1-1,-1-1 0,1 2-22,-2 4 23,0-1 0,-1 0-1,0 0 1,0 0-1,-1-1 1,0 1 0,0-1-1,-1 0 1,-5 7-23,-1-1-32,0 0-1,-1-1 1,0 0 0,-12 8 32,12-12-130,1 0 0,-2-1 0,1-1 0,-1 0 0,0 0 0,-1-1 0,0-1 0,-4 1 130,11-4-334,-1 0 1,0 0-1,0 0 0,0-1 1,0-1-1,0 1 0,0-1 1,0-1-1,0 1 0,-5-2 334,10 1-388,-1 0 1,1 1-1,0-1 0,-1 0 0,1-1 1,0 1-1,0-1 0,0 1 0,0-1 1,0 0-1,0 0 0,0 0 1,1-1-1,-1 1 0,1 0 0,0-1 1,-1 0-1,1 0 0,0 1 0,1-1 1,-1 0-1,0-1 0,1 1 0,0 0 1,0 0-1,-1-2 388,-2-28-4853,8 0 1653</inkml:trace>
  <inkml:trace contextRef="#ctx0" brushRef="#br0" timeOffset="2055.84">2430 200 12544,'-3'-1'1287,"1"-1"1,0 1 0,0 0 0,0-1 0,0 0-1,0 1 1,0-1 0,-2-2-1288,3 3 308,0-1 0,0 1 1,-1 0-1,1-1 0,-1 1 1,1 0-1,-1 0 0,1 0 0,-1 0 1,0 0-1,1 0 0,-1 1 1,0-1-1,-1 0-308,-14 0 277,-1-1-1,0 2 1,1 1 0,-1 0 0,1 1-1,-9 2-276,-24 7-295,-26 10 295,65-17-31,3-3-18,0 2-1,0-1 1,1 1-1,-1 0 1,1 0-1,0 1 1,0 0-1,-6 5 50,12-8-2,0-1-1,1 1 0,-1 0 0,0 0 1,1-1-1,-1 1 0,1 0 0,-1 0 1,1 0-1,0-1 0,-1 1 1,1 0-1,0 0 0,-1 0 0,1 0 1,0 0-1,0 0 0,0 0 0,0 0 1,0 0-1,0 0 0,0 0 0,0 0 1,0-1-1,0 1 0,1 0 0,-1 0 1,0 0-1,1 0 0,-1 0 0,1 0 1,-1-1-1,1 1 0,-1 0 0,1 0 1,-1-1-1,1 1 0,0 0 0,-1-1 1,1 1-1,0 0 3,4 3-16,0 0 0,0 0 0,0-1 0,1 1 0,4 1 16,14 6-6,1-2-1,0 0 0,0-2 0,4 0 7,3 1-34,0 1 1,12 7 33,-35-12 22,0 0 0,0 0 1,0 1-1,-1 1 1,1 0-1,-1 0 0,-1 0 1,1 1-1,5 7-22,-11-12 7,0 0 0,-1 0 0,1 0 0,-1 0-1,0 0 1,1 1 0,-1-1 0,0 0 0,0 1 0,-1-1 0,1 1 0,0-1-1,-1 1 1,0-1 0,1 1 0,-1-1 0,0 1 0,0-1 0,0 1-1,-1-1 1,1 1 0,-1-1 0,1 1 0,-1-1 0,0 1 0,0-1 0,0 0-1,0 1 1,0-1 0,-1 0 0,1 0 0,-1 0 0,0 1-7,-3 2-79,0 1 0,0-1 1,-1 0-1,0 0 0,0-1 1,0 1-1,0-1 0,-1-1 1,0 1-1,-1 0 79,-1-1-493,0 0 0,-1-1 0,1 1 0,0-2 0,-1 1 0,1-1 0,-1-1 0,1 0 0,-1 0 0,1-1 0,-1 0 0,1-1 0,-1 0 0,1 0 0,0-1 0,-1-1 493,0 1-1074,0 0 0,0-1 1,0-1-1,1 1 0,0-2 0,0 1 0,0-1 0,0-1 1074,-17-19-3552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2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217 191 9856,'-20'-10'4282,"20"10"-4118,-1 0 0,1 0 0,-1-1 0,1 1 0,0 0 0,-1 0 0,1 0 0,-1 0 0,1-1-1,0 1 1,-1 0 0,1 0 0,0-1 0,0 1 0,-1 0 0,1-1 0,0 1 0,0 0 0,-1-1 0,1 1 0,0 0-1,0-1 1,0 1 0,-1-1 0,1 1 0,0 0 0,0-1 0,0 1 0,0-1 0,0 1 0,0 0 0,0-1-1,0 1 1,0-1-164,0 1 65,0 1 0,0-1-1,0 0 1,0 0-1,-1 0 1,1 0 0,0 1-1,0-1 1,0 0 0,0 0-1,0 0 1,0 0-1,-1 0 1,1 0 0,0 1-1,0-1 1,0 0 0,0 0-1,-1 0 1,1 0-1,0 0 1,0 0 0,0 0-1,-1 0 1,1 0-1,0 0 1,0 0 0,0 0-1,-1 0 1,1 0 0,0 0-1,0 0 1,0 0-1,0 0 1,-1 0 0,1 0-1,0 0 1,0 0-1,0-1 1,-1 1 0,1 0-1,0 0 1,0 0 0,0 0-1,0 0 1,0 0-1,-1-1 1,1 1 0,0 0-1,0 0 1,0 0-1,0 0 1,0 0 0,0-1-1,0 1 1,0 0 0,0 0-1,0 0 1,0-1-1,-1 1 1,1 0 0,0 0-1,0 0 1,0-1 0,0 1-1,0 0 1,1 0-1,-1 0 1,0-1-65,-1 4 55,0 0-1,0 0 1,1 0 0,-1 0 0,1 0-1,0 0 1,0 1 0,0-1 0,0 0-1,0 0 1,1 2-55,1 13 27,9 205 198,-8-185-199,2 10-208,11 42 182,-1-11-607,-14-71 423,1 11-1054,2 0 0,0-1 0,0 1 0,5 8 1238,-8-25-268,-1-1 0,1 0 0,0 1 0,-1-1 0,1 0 0,0 1 0,0-1 0,0 0 0,0 0 0,0 0 1,0 1 267,0-2-125,-1 0 1,0 0 0,0 0-1,0 0 1,0 0 0,1 0-1,-1 0 1,0 0 0,0 1-1,0-1 1,1-1 0,-1 1 0,0 0-1,0 0 1,0 0 0,1 0-1,-1 0 1,0 0 0,0 0-1,0 0 1,1 0 0,-1 0 0,0 0-1,0 0 1,0 0 0,0-1-1,1 1 1,-1 0 0,0 0-1,0 0 1,0 0 0,0-1-1,0 1 1,0 0 0,1 0 0,-1 0-1,0 0 1,0-1 0,0 1-1,0 0 1,0 0 124,1-4-1056,0 1 0,0-1 1,0 0-1,-1 1 0,0-1 0,1 0 1,-1-1 1055,0-16-2283</inkml:trace>
  <inkml:trace contextRef="#ctx0" brushRef="#br0" timeOffset="1504.13">89 307 9216,'-27'-26'3061,"26"24"-2880,0 1 0,-1-1 0,1 1 0,-1 0 0,1-1 0,-1 1 0,1 0 0,-1 0 0,0 0 0,1 0 0,-1 0 0,0 1 0,0-1-181,1 1 229,0-1 0,0 1 0,0-1 1,-1 1-1,1-1 0,0 1 1,0-1-1,1 1 0,-1-1 0,0 0 1,0 0-1,0 0 0,0 0-229,-10-8 3468,10 9-3392,0-1 0,0 1 0,0-1-1,1 1 1,-1-1 0,0 1-1,0-1 1,0 0 0,1 1 0,-1-1-1,0 0 1,1 0 0,-1 0-1,1 1 1,-1-1 0,1 0 0,-1 0-1,1 0 1,-1 0 0,1 0-1,0 0 1,0 0 0,-1 0 0,1 0-1,0 0 1,0 0 0,0 0-1,0 0 1,0 0 0,0 0 0,1 0-1,-1 0 1,0 0 0,0 0-1,1 0 1,-1 0 0,1 0 0,-1 0-1,1 0-75,3-6 54,0-1 0,1 1 0,0 1-1,0-1 1,0 1 0,1 0 0,0 0-1,0 1 1,6-4-54,8-6-31,2 1 0,13-6 31,-14 9 9,0 1 1,1 0 0,19-5-10,-32 13 26,0-1 1,0 1-1,0 1 1,1 0-1,-1 0 0,0 1 1,0 0-1,0 0 1,1 1-1,-1 0 1,3 2-27,-9-2 12,0 0 1,0 0-1,0 1 1,0 0-1,0-1 1,0 1-1,-1 0 1,1 0-1,0 1 0,-1-1 1,0 0-1,1 1 1,-1 0-1,0-1 1,0 1-1,-1 0 1,1 0-1,-1 0 1,1 0-1,-1 0 1,0 0-1,0 1 1,0-1-13,0 3 17,1 0 1,-1 0-1,0 0 0,-1 0 1,0 0-1,0 0 1,0 1-1,0-1 0,-1 0 1,0 0-1,-1 0 1,0 1-18,-1 3 10,-2-1 0,1 0 1,-1 0-1,0 0 0,-1-1 1,0 0-1,0 0 0,-1 0 1,0-1-1,-2 1-10,-16 14 44,-1-2 0,-13 8-44,19-14 6,7-6-80,0 0 1,-1-1-1,0 0 1,0-1-1,-3 0 74,41 6-139,8 6 139,0 2 0,-2 1 0,0 1 0,7 9 0,7 6-101,-3 2 0,10 14 101,-37-38-224,20 23-4987,32 25 5211,-65-62-254,0 0-1,0 0 1,0 0-1,0 0 1,1-1-1,-1 1 1,0 0-1,1-1 1,-1 1 0,0-1-1,1 1 1,-1-1-1,1 1 1,-1-1-1,0 0 1,1 0-1,0 0 255,-1 0-247,0 0-1,0 0 0,0-1 0,0 1 0,0 0 1,0-1-1,0 1 0,-1-1 0,1 1 1,0-1-1,0 1 0,0-1 0,0 0 1,0 1-1,-1-1 0,1 0 0,0 0 0,0 0 248,0-1-286,0 0 0,0 0 0,0 0 0,0 0 0,0-1 0,0 1 0,0 0 0,-1 0 0,1-1 286,-1 0 166,1 1 0,-1-1 0,0 0 0,0 0 0,0 1 0,0-1 0,-1 0 0,1 1-166,-6-16 4426,6 18-4276,0-1 0,0 1 0,0 0-1,-1-1 1,1 1 0,0 0 0,0 0 0,0-1 0,-1 1-1,1 0 1,0 0 0,0-1 0,-1 1 0,1 0 0,0 0 0,-1 0-1,1-1 1,0 1 0,-1 0 0,1 0 0,0 0 0,-1 0-1,1 0 1,0 0 0,-1 0 0,1 0 0,0 0 0,-1 0 0,1 0-1,0 0 1,-1 0 0,1 0 0,0 0 0,-1 0 0,1 0-1,0 0 1,-1 0 0,1 1 0,0-1 0,-1 0 0,1 0 0,0 0-1,-1 1-149,1-1 29,1 0 0,-1 0 0,0 0 0,0 0 0,0 0 0,0 0 0,0 0 0,0 0 0,0 0 0,0 0 0,0 0 0,1 0 0,-1 0-1,0 0 1,0 0 0,0 0 0,0 0 0,0 0 0,0 0 0,0 0 0,0 0 0,0 0 0,0 0 0,1 0 0,-1 0 0,0 0 0,0 0 0,0 1-1,0-1 1,0 0 0,0 0 0,0 0 0,0 0 0,0 0 0,0 0 0,0 0 0,0 0 0,0 0 0,0 1 0,0-1 0,0 0 0,0 0-1,0 0 1,0 0 0,0 0 0,0 0 0,0 0 0,0 0 0,0 0 0,0 1 0,0-1 0,0 0 0,0 0 0,0 0 0,0 0 0,0 0 0,0 0-1,0 0 1,0 0 0,0 0 0,0 0 0,-1 0 0,1 1 0,0-1-29,14-1 639,-1-4-570,0 1 0,0-2-1,-1 1 1,0-2 0,0 0 0,0 0-1,7-7-68,16-14 154,23-24-154,-39 33 181,-1-1 0,0 0-181,-13 13 63,-1 0 0,1 0-1,-1 0 1,0 0 0,0-1-1,-1 1 1,0-1 0,-1 0-1,1 0 1,-2 0 0,1 0-1,0-4-62,-2 9 25,0 0 0,1 0 0,-1 0-1,0 0 1,-1 0 0,1 0 0,0 1-1,-1-1 1,0 0 0,1 0 0,-1 0 0,0 1-1,-1-1 1,1 0 0,0 1 0,-1-1-1,1 1 1,-1-1 0,0 1 0,0 0-1,0 0 1,0 0 0,0 0 0,0 0 0,-1 0-1,1 1 1,-1-1 0,1 1 0,-1-1-1,1 1 1,-2 0-25,1-1 28,-1 1 0,0 0 0,0 0 0,1 0 0,-1 0 0,0 1 0,0-1 0,0 1 1,0 0-1,0 0 0,0 1 0,1-1 0,-1 1 0,0 0 0,-2 0-28,1 1 31,0 0 1,0 0-1,1 1 1,-1 0-1,0 0 1,1 0-1,0 0 1,0 1-1,0-1 1,-2 4-32,-2 2 23,0 1-1,1 0 1,0 0-1,1 1 1,0 0-1,1 0 1,0 1-1,1-1 1,-2 10-23,0 0 10,2 0 0,0 0 0,1 0-1,1 1 1,0 3-10,2-18 3,1 1-1,-1-1 1,1 1 0,0-1-1,1 0 1,0 0-1,0 1 1,0-1-1,1-1 1,0 1 0,1 0-1,-1-1 1,1 1-1,1-1 1,-1 0 0,5 4-3,-1-2-175,1-1 0,-1 0 0,2-1 0,-1 0 1,1 0-1,-1-1 0,1 0 0,1-1 1,-1 0-1,1-1 0,0 0 0,-1 0 1,1-1-1,0-1 0,1 0 0,6 0 175,-6-1-606,-1 0-1,0-1 1,0-1-1,0 1 1,0-2-1,0 1 1,0-2-1,0 1 0,-1-1 1,1-1-1,-1 0 1,-1-1-1,1 1 1,-1-2-1,0 0 1,8-6 606,-6 2-687,-1-1 1,0 1-1,-1-1 1,0-1-1,-1 0 0,7-13 687,-11 16 446,0 1-1,0-2 0,-1 1 0,2-10-445,-4 12 1024,0-1 1,0 0-1,0 0 1,-2 0-1,1 0 0,-1-3-1024,-1-2 1514,2 4-376,-1 0 0,-1 1 0,-1-4-1138,3 12 47,0 1-1,0 0 1,0-1 0,0 1-1,0 0 1,0-1-1,0 1 1,-1-1-1,1 1 1,0 0-1,0-1 1,0 1-1,-1 0 1,1-1 0,0 1-1,0 0 1,-1 0-1,1-1 1,0 1-1,0 0 1,-1 0-1,1-1 1,0 1 0,-1 0-1,1 0 1,-1 0-1,1-1 1,0 1-1,-1 0 1,1 0-1,0 0 1,-1 0-1,1 0 1,-1 0 0,1 0-1,0 0 1,-1 0-1,1 0 1,-1 0-47,1 1 54,-1-1-1,0 0 1,1 1 0,-1-1 0,1 1-1,-1 0 1,1-1 0,-1 1 0,1-1-1,-1 1 1,1 0 0,0-1 0,-1 1-1,1 0 1,0-1 0,0 1 0,-1 0-1,1-1 1,0 1 0,0 0-54,-2 18 33,0 1-1,1 0 1,1-1 0,1 1 0,2 9-33,19 100-28,-14-88 41,46 210 117,-13-66 359,-39-176-456,3 17 264,-5-26-294,0 0-1,0 0 1,0 0-1,0 0 1,0 1 0,0-1-1,1 0 1,-1 0-1,0 0 1,0 0-1,0 0 1,0 0 0,0 0-1,0 0 1,0 0-1,0 0 1,0 0-1,0 0 1,0 0 0,0 0-1,0 1 1,0-1-1,0 0 1,0 0-1,0 0 1,0 0 0,0 0-1,0 0 1,0 0-1,0 0 1,0 0-1,0 0 1,0 0 0,0 1-1,0-1 1,0 0-1,0 0 1,0 0-1,0 0 1,0 0 0,0 0-1,-1 0 1,1 0-1,0 0 1,0 0-1,0 0 1,0 0 0,0 0-1,0 0 1,0 0-1,0 0 1,0 0-1,0 0 1,0 0 0,0 0-1,0 0 1,-1 0-1,1 0 1,0 0-1,0 0 1,0 0 0,0 0-1,0 0 1,0 0-1,0 0 1,0 0-3,-7-12 119,-12-36-82,3-6-77,3-1 0,-1-25 40,5 17-136,3 0 0,1-46 136,6 57-82,2 0-1,3-3 83,-2 30-36,0 0 0,2 1-1,1 0 1,0 0-1,6-10 37,-9 26-3,0 1-1,1-1 0,-1 1 0,1 0 1,1 0-1,-1 1 0,1-1 1,1 1-1,-1 1 0,1-1 1,0 1-1,0 0 0,0 1 1,1 0-1,0 0 0,-1 0 4,-1 2 19,-1 0-1,1 0 1,-1 1-1,1-1 1,-1 1-1,1 1 0,0-1 1,0 1-1,-1 0 1,1 0-1,0 0 1,-1 1-1,1 0 1,0 0-1,-1 1 1,1 0-1,-1 0 0,0 0 1,1 0-1,-1 1 1,0 0-1,0 0 1,-1 0-1,2 1-18,-1 1 43,1 0 0,-1 0-1,0 1 1,0 0 0,0 0-1,-1 0 1,0 0 0,-1 1-1,1-1 1,-1 1 0,0 0-1,1 6-42,-1-3 42,-1 0 0,0 0-1,-1 0 1,0 1 0,-1-1-1,0 0 1,0 0 0,-1 1-1,-1 2-41,0-2-68,0 0-1,-1 0 1,0-1-1,-1 1 1,0-1-1,0 1 1,-2-1-1,1 0 1,-1-1-1,0 0 1,-1 0-1,0 0 1,-1 0-1,0-1 1,0-1-1,0 1 1,-9 4 68,7-6-377,-1 0 1,1-1-1,-1-1 0,0 0 1,0 0-1,0-1 0,-1-1 1,-8 2 376,16-4-238,0 1-1,0-1 1,-1 0 0,1 0 0,0-1 0,0 1 0,-1-1 0,1 0 0,0 0 0,0 0 0,0 0 0,0-1-1,0 0 1,-1 0 238,2 0-427,-1 0 0,1 0-1,0 0 1,0-1 0,0 1-1,0-1 1,0 0 0,0 0-1,1 0 1,-1 0 0,1 0-1,0 0 1,0 0 0,0-1-1,1 1 1,-2-3 427,1 0-851,0-1 1,1 1-1,-1-1 1,1 0-1,0 0 0,1 0 1,0 0-1,0-2 851,6-32-2709</inkml:trace>
  <inkml:trace contextRef="#ctx0" brushRef="#br0" timeOffset="1905.9">1701 640 11520,'1'3'1114,"-1"-1"-305,1 0 0,0 0 0,-1 0 1,1 0-1,-1 0 0,0 0 0,1 0 1,-1 0-1,0 0 0,0 0 0,0 0-809,19-5 1851,-9-1-1830,-1 0-1,0 0 1,-1-1 0,1 0 0,-1 0-1,0-1 1,0 0 0,3-4-21,3-1-1,14-12 47,-1-1 0,-1-1 0,-1-1 0,-1-2 0,15-23-46,-34 44 21,-1 0-1,1 0 1,-2-1 0,1 1 0,-1-1 0,0 0 0,1-5-21,-3 10 25,-1-1 0,1 1 0,-1 0 0,0-1-1,0 1 1,0-1 0,0 1 0,-1 0 0,1-1 0,-1 1-1,0 0 1,0 0 0,0-1 0,-1 1 0,1 0 0,-1 0 0,1 0-1,-1 0 1,-1 0-25,2 2 11,0 0 0,0 0-1,0-1 1,0 2 0,-1-1-1,1 0 1,0 0 0,-1 0 0,1 0-1,-1 1 1,1-1 0,0 1-1,-1-1 1,0 1 0,1 0-1,-1-1 1,1 1 0,-1 0 0,1 0-1,-1 0 1,1 0 0,-1 0-1,-1 1-10,-1 0 33,-1 0 0,1 0-1,-1 0 1,1 1 0,0-1-1,0 1 1,-2 1-33,-2 2 44,0 0 1,1 1-1,0 0 1,0 0-1,0 1 0,1 0 1,0 0-1,0 0 1,1 1-1,0 0 1,0 0-1,0 1 1,1-1-1,1 1 0,-1 1-44,-1 6-3,0-1 0,1 1-1,1 0 1,1 0 0,0 0 0,1 0-1,1 1 1,0 4 3,0-14-130,1-1 0,0 0-1,0 1 1,0-1 0,1 0 0,0 0 0,0 0 0,0 0-1,1 0 1,0 0 0,0-1 0,0 1 0,1-1 0,0 0-1,0 0 1,0 0 0,0-1 0,1 0 0,0 1-1,0-1 1,0-1 0,1 1 0,-1-1 0,1 0 0,-1 0-1,1-1 1,1 1 130,9 0-1085,1 0-1,-1-1 1,1 0-1,-1-1 0,1-1 1,0-1-1,-1-1 1,1 0-1,3-1 1086,36-6-3333</inkml:trace>
  <inkml:trace contextRef="#ctx0" brushRef="#br0" timeOffset="2438.09">2520 388 13056,'-2'-3'1081,"0"0"0,0 0 0,-1 0 1,1 0-1,-1 0 0,1 0 0,-1 1 0,0 0 1,0-1-1,0 1 0,-1 0-1081,-1-1 352,1 1-1,-1 0 1,1 0 0,-1 1-1,0-1 1,0 1-1,0 0 1,-2 0-352,1 1-39,1-1 0,-1 1 0,0 0 0,0 1 0,0-1 0,0 1 0,0 1 0,1-1 0,-1 1 1,0 0-1,1 0 0,-1 0 0,1 1 0,0 0 0,-1 0 39,-2 3-8,1 1 0,-1-1-1,1 1 1,0 1 0,1-1 0,-6 9 8,-2 6-40,1 0 1,0 1 39,6-10-12,1 1 0,0 0 0,1 1 0,-3 13 12,7-20-12,-1 0-1,1 0 0,0 0 0,1 0 0,0 0 0,0 0 0,1 0 1,0 0-1,0 0 0,1 1 13,-2-6-9,1-1 0,0 0 1,0 0-1,-1 1 0,1-1 1,1 0-1,-1 0 0,0 0 1,0 0-1,1 0 0,-1 0 1,1 0-1,0 0 0,-1-1 0,1 1 1,0-1-1,0 1 0,0-1 1,0 0-1,0 0 0,1 0 9,0 0-11,0 0 0,1 0 0,-1 0 0,1-1 0,-1 0 0,1 0 0,-1 0 0,0 0 0,1 0 0,-1-1 0,1 1 0,-1-1 0,2-1 11,6-1-7,0-2 0,-1 1 1,1-1-1,-1-1 1,0 0-1,-1 0 1,0-1-1,5-4 7,-7 4 12,0-1 0,0 0-1,-1-1 1,0 1 0,0-1-1,-1 0 1,0-1 0,-1 1-1,0-1 1,0 0 0,-1 0-1,2-9-11,0-7 56,-1-2 0,-1 1-1,-1 0 1,-1-12-56,12 121 283,-9-49-387,3 0 1,0-1-1,2 0 1,1-1-1,2 0 104,0 4-764,-9-24-276,1 1 1,0-1-1,1 0 0,1 0 0,-1-1 1,3 3 1039,-6-11-457,-1-1 0,0 1-1,0-1 1,1 1 0,-1-1 0,0 0 0,1 1 0,-1-1 0,1 0 0,0 0 0,-1 0 0,1 0 0,0-1 0,0 1-1,0 0 1,0-1 0,1 1 457,12 0-3370</inkml:trace>
  <inkml:trace contextRef="#ctx0" brushRef="#br0" timeOffset="2769.94">2776 21 12288,'-4'-2'878,"-15"-12"2698,19 14-3332,-1-1 1,0 1-1,0-1 1,1 1-1,-1 0 1,0-1-1,0 1 1,0 0-1,0-1 1,1 1-1,-1 0 1,0 0-1,0 0 1,0 0-1,0 0 1,0 0 0,0 0-1,0 0 1,1 0-1,-1 0 1,-1 1-245,1 0 194,-1 1 0,1 0 1,-1-1-1,1 1 0,-1 0 1,1 0-1,0 0 0,0 0 1,0 0-1,0 0 0,0 0 1,1 0-1,-1 1 0,1-1 0,-1 0 1,1 0-1,0 1 0,0-1 1,0 0-1,0 0 0,0 1 1,0-1-195,2 13-242,0 0 0,0-1-1,2 3 243,0-1 361,56 223-860,-39-162-623,13 39-2011,-9-39-5627,-16-51 5224</inkml:trace>
  <inkml:trace contextRef="#ctx0" brushRef="#br0" timeOffset="3126.85">2565 402 16511,'-15'2'5350,"15"-2"-5236,0 0 0,0 0 0,0 0 0,0 0 0,1 1 0,-1-1 0,0 0 0,0 0 0,0 0 0,0 0 0,0 0 0,0 0 0,0 0 0,1 0 0,-1 0 0,0 0 0,0 0 0,0 1 0,0-1 0,0 0 0,0 0 1,0 0-1,0 0 0,0 0 0,0 0 0,0 0 0,0 1 0,0-1 0,0 0 0,0 0 0,0 0 0,0 0 0,0 0 0,0 0 0,0 1 0,0-1 0,0 0 0,0 0 0,0 0 0,0 0 0,0 0 0,0 0 0,0 1 0,0-1 0,0 0 0,0 0 1,0 0-115,12-5 91,1 1 0,0 0 0,0 1 0,0 0 0,0 1 1,11 0-92,23-4-100,-30 2-101,175-26-4325,-143 25-8031,32 2 12557,-40 6-3696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9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161 371 13056,'0'-1'513,"0"1"1,-1-1 0,1 0 0,0 0 0,-1 0-1,1 0 1,0 0 0,0 0 0,0-1 0,0 1-1,0 0 1,0 0 0,0 0 0,0 0 0,0 0 0,1 0-1,-1-1-513,11-12 3434,-2 3-2973,1-3-210,1 0 1,0 1 0,1 0-1,0 0 1,14-9-252,-24 20 8,8-6 45,0 0 0,1 1 0,-1 1 0,1-1 0,4 0-53,-12 6 19,0 0 0,0 0-1,1 0 1,-1 0-1,0 0 1,0 1 0,1-1-1,-1 1 1,0 0-1,1 0 1,-1 0 0,0 1-1,0-1 1,1 1 0,-1 0-1,0 0 1,0 0-1,0 0 1,0 0 0,0 1-1,0-1 1,2 2-19,-1 0 35,0 1 1,1-1-1,-1 1 1,-1 0 0,1 0-1,0 1 1,-1-1-1,0 0 1,0 1-1,0 0 1,-1 0-1,0 0 1,0 0-1,0 0 1,0 0 0,-1 1-1,0-1 1,0 1-1,0-1 1,-1 2-36,1 7 19,-2 0 1,1-1 0,-2 1-1,0-1 1,0 1-1,-1-1 1,-4 9-20,-1 0 11,-1-1 1,-1 1-1,-1-2 1,-1 0-1,-3 3-11,8-12 7,-9 16-9,-2-1 0,0-1 0,-2-1 1,-1 0-1,0-2 0,-23 18 2,30-29-19,-13 10-132,-18 10 151,38-26-39,-1-1 0,0 0-1,1 0 1,-1-1-1,-1 0 1,1 0-1,0-1 1,-8 2 39,14-4-14,0 0 0,0 0 1,0 0-1,0 0 0,0 0 0,0 0 1,0 0-1,0-1 0,0 1 0,0-1 0,0 1 1,0-1-1,0 0 0,0 0 0,1 0 1,-1 0-1,0 0 0,1 0 0,-1 0 1,0 0-1,1-1 0,0 1 0,-1-1 1,1 0 13,0 1-5,0 0 1,1-1 0,-1 1-1,1 0 1,0-1 0,0 1 0,-1 0-1,1-1 1,0 1 0,0 0 0,0-1-1,0 1 1,0 0 0,1-1-1,-1 1 1,0 0 0,0-1 0,1 1-1,-1 0 1,1 0 0,0-1-1,-1 1 1,1 0 0,0 0 0,-1 0-1,1 0 1,0 0 0,0 0-1,0 0 1,0 0 0,0 0 0,0 0-1,0 0 1,1 1 0,-1-1 4,4-2-8,0 0 1,1 0-1,-1 1 0,1-1 1,0 1-1,-1 0 1,1 1-1,0 0 0,0 0 1,0 0-1,0 0 1,1 1-1,-1 0 0,0 1 1,0-1-1,0 1 1,2 1 7,16 2 66,0 2 0,-1 1 0,15 6-66,55 26 192,-60-24-163,1-1 1,0-2-1,1-2 0,0 0-29,-27-9-387,0 0-1,0 0 1,0 0-1,0-1 1,0 0-1,0-1 0,0 0 1,0 0-1,0 0 1,0-1-1,3-1 388,-4 0-1689,0 0 0,0-1 1,0 1-1,-1-1 0,1-1 0,-1 1 1,4-4 1688,8-9-3696</inkml:trace>
  <inkml:trace contextRef="#ctx0" brushRef="#br0" timeOffset="401.84">749 541 14208,'-16'0'4591,"13"0"-2601,3 0 4,0 0 278,0 0-896,12 0 901,13-1-1901,1-1 0,19-5-376,-24 3-709,1 1 0,-1 1-1,1 1 1,7 1 709,17 0-5194,-27 0-491,-1 0 1621</inkml:trace>
  <inkml:trace contextRef="#ctx0" brushRef="#br0" timeOffset="6833.41">1373 104 12288,'0'-12'2941,"-1"-12"7339,-4 30-9840,0 0 1,1 0-1,-1 1 0,2-1 1,-1 1-1,-1 4-440,-17 45 35,-15 57 322,-18 99-357,51-187 293,4-25-288,0 0 1,0 0-1,0 1 0,1-1 0,-1 0 0,0 1 0,0-1 0,0 0 0,1 0 0,-1 0 0,0 1 0,0-1 0,0 0 0,1 0 0,-1 0 0,0 1 0,1-1 0,-1 0 0,0 0 0,0 0 0,1 0 0,-1 0 0,0 0 0,1 1 0,-1-1 0,0 0 0,1 0 0,-1 0 0,0 0 0,1 0 0,-1 0 0,0 0 0,0 0 0,1-1 0,-1 1-5,9-2 9,0-1 0,-1 0 0,1 0 0,-1-1 0,8-4-9,16-8-18,-1 4-17,0 2 0,1 1 0,0 1 0,1 2 0,-1 1 0,1 1 0,19 1 35,-12 2-668,-1 2 0,0 2 1,1 1-1,-1 2 0,0 2 668,-31-6-970,-1-1 0,1 1-1,0-1 1,-1-1 0,1 1-1,2-1 971,-7-1-552,-1 1-1,1 0 0,0-1 1,-1 0-1,1 1 0,-1-1 0,1 0 1,-1 0-1,1 0 0,-1-1 1,0 1-1,1-1 0,-1 1 1,0-1-1,0 0 0,0 1 1,0-1-1,0-1 553,8-9-3157</inkml:trace>
  <inkml:trace contextRef="#ctx0" brushRef="#br0" timeOffset="7186.19">1677 8 10368,'0'-1'332,"-1"1"1,1-1-1,-1 1 1,1-1-1,-1 1 1,1-1 0,-1 1-1,1-1 1,-1 1-1,0 0 1,1-1-1,-1 1 1,1 0 0,-1 0-1,0-1 1,1 1-1,-1 0 1,0 0-1,0 0-332,-8 8 7047,8-6-6509,-4 5-18,1 0 0,0 0 0,0 0 0,1 0 0,0 0 0,1 1 0,-1-1 0,1 5-520,-4 15 435,0 24-435,2-14 429,-11 84 8,5 33-437,8-94-1936,4 1 0,2-1 1,8 36 1935,-2-44-6134,-2-7 1783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18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671 287 7936,'0'-2'962,"0"-1"1,0 0-1,1 1 1,-1-1-1,1 1 0,0-1 1,0 1-1,0-2-962,1 1 466,-1-1 0,0 0 0,0 1 0,0-1 0,0 0 0,0 0-466,0-7 347,-1 0-1,0 1 0,0-1 0,-1 0 0,-1 1 0,1-1 0,-2 1 1,1 0-1,-2-1 0,1 1 0,-1 1 0,-3-7-346,3 10 90,-1-1-1,1 1 1,-1-1-1,0 1 1,0 1-1,0-1 1,-1 1-1,0 0 1,0 0-1,-1 1 1,1-1-1,-1 1 1,0 1-1,0-1 1,0 1 0,-1 1-1,1-1 1,-1 1-90,-1 0 12,1 0 1,0 1-1,-1 0 1,0 0 0,1 0-1,-1 1 1,1 1 0,-1 0-1,1 0 1,-1 0 0,1 1-1,-1 0 1,1 1-1,0 0 1,0 0-13,0 1 5,0 1 0,1 0-1,-1 0 1,1 0 0,0 1 0,1 0-1,-1 0 1,1 1 0,0 0 0,1 0-1,0 0 1,0 1 0,0-1 0,-2 8-5,-5 13 13,1 1 1,2 0-1,1 0 1,1 1-1,1 0 1,2 0-1,1 1 1,1 0-1,3 29-13,4 16 11,3 0 0,3-2 0,12 37-11,19 38 461,-19-73-4180,0 15 3719,-21-82-1384,-1 0 0,0 0 0,0 6 1384,-1-13-988,0 1-1,0 0 1,-1 0 0,1 0-1,-1 0 1,1 0 0,-1 0-1,-1 0 989,2 1-2890</inkml:trace>
  <inkml:trace contextRef="#ctx0" brushRef="#br0" timeOffset="332.16">43 647 11520,'-26'-7'3733,"25"7"-3553,0 0-1,0 0 1,1 0 0,-1 0 0,0 0-1,1 0 1,-1 0 0,0-1 0,1 1 0,-1 0-1,0-1 1,1 1 0,-1 0 0,0-1-1,1 1 1,-1-1 0,1 1 0,-1-1 0,1 1-1,-1-1 1,1 1 0,0-1 0,-1 1-1,1-1 1,-1 0 0,1 1 0,0-1-1,0 0-179,0 1 155,0-1 0,0 0 0,1 0 0,-1 0 0,1 1-1,-1-1 1,1 0 0,-1 0 0,1 1 0,-1-1 0,1 0-1,-1 1 1,1-1 0,0 1 0,0-1 0,-1 1-1,1-1 1,0 1-155,6-4 537,1 0-1,-1 0 0,8-2-536,44-13-142,0 1-1,1 3 1,53-5 142,-100 19-396,92-10-3291,-32 11-3723,-37 3 3832</inkml:trace>
  <inkml:trace contextRef="#ctx0" brushRef="#br0" timeOffset="685.12">699 543 12544,'-15'-7'4122,"12"6"-2421,3 1-442,10-4 1440,30-8-2047,5-1-275,19-1-377,-48 11 7,0 1 1,-1 1-1,1 0 0,0 1 0,0 1 0,2 0-7,-4 1 6,-1 1 0,0 0 0,1 1 0,3 2-6,-13-5 17,0 1 0,1 0 0,-1 0 0,0 0-1,0 0 1,0 1 0,-1 0 0,1 0 0,-1 0 0,1 0 0,-1 0 0,0 1 0,0-1 0,1 3-17,-3-5 27,-1 1 1,1 0-1,0 0 1,-1 0-1,1 0 1,-1 0-1,0 0 1,1 0-1,-1 1 1,0-1-1,0 0 1,0 0-1,-1 0 1,1 0-1,-1 0 1,1 0-1,-1 0 1,1 0-1,-1 0 1,0 0-1,0 0 1,-1 1-28,-3 5 88,0-1 0,0 1-1,-1-1 1,-4 4-88,5-6 41,-3 3 2,0 0 0,-1-1 0,0 0 0,0-1-1,-1 0 1,0 0 0,0-1 0,0 0 0,-1-1-1,1 0-42,2-1-28,0 0-1,0-1 0,0 0 1,0 0-1,0-1 0,-1 0 1,1-1-1,0 0 0,-1 0 1,1-1-1,0 0 0,0 0 1,0-1-1,-2 0 29,7 1-180,0 0 1,1 0 0,-1 0-1,0-1 1,1 1-1,-1-1 1,1 0-1,0 1 1,0-1-1,-1 0 1,1 0 0,0 0-1,1-1 1,-1 1-1,0 0 1,1-1-1,-1 1 1,1-1-1,0 0 1,-1 1-1,1-1 1,1 0 0,-1 0-1,0 1 1,1-1-1,-1-2 180,1 2-613,0 0 0,0-1 0,1 1 0,-1 0 0,1-1 0,0 1 0,0 0 0,0 0 0,0-1 0,0 1 0,1 0 0,-1 0 0,1 1 0,2-4 613,13-14-3338</inkml:trace>
  <inkml:trace contextRef="#ctx0" brushRef="#br0" timeOffset="1025.5">1273 483 11648,'0'0'310,"0"1"0,0 0 1,0-1-1,0 1 0,-1-1 1,1 1-1,0 0 0,0-1 1,0 1-1,-1 0 0,1-1 1,0 1-1,-1-1 0,1 1 1,0-1-1,-1 1 0,1-1 1,-1 1-1,1-1 0,-1 1 1,1-1-1,-1 0 0,1 1-310,-1-1 79,1 0-1,0 0 0,-1 0 0,1 1 0,0-1 0,0 0 0,-1 0 0,1 1 0,0-1 0,0 0 0,-1 0 0,1 1 0,0-1 0,0 0 1,0 1-1,0-1 0,-1 0 0,1 0 0,0 1 0,0-1 0,0 0 0,0 1 0,0-1 0,0 1 0,0-1 0,0 0 0,0 1 0,0-1 0,0 0 1,0 1-1,0-1 0,0 0 0,0 1 0,0-1 0,1 0 0,-1 1 0,0-1-78,6 36 1483,-2-28-1457,1 0 0,-1 0 0,2 0 0,-1-1 0,1 0 0,0 0 1,1 0-27,1 1 338,-1 0 0,0 1 0,0 0 1,2 6-339,9 17 1920,-18-32-1595,-7-25 224,8 16-568,0-1 0,0 1 0,1 0 0,0 0 0,1 0 0,0 1 0,0-1 0,1 0 0,0 1 0,1 0 0,0 0 0,3-5 19,10-11-637,1 1 0,1 1 1,7-5 636,-20 20-754,1 0 0,0 1 1,1-1-1,-1 2 1,1-1-1,1 1 754,0 0-2054,1 0-1,0 1 0,0 0 1,1 1-1,2-1 2055,13 0-3386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3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106 365 8448,'-16'-5'2757,"16"4"-2416,-1 0-1,1 1 1,-1-1 0,1 0-1,0 0 1,-1 0 0,1 0-1,0 0 1,-1 0 0,1 0-1,0 0 1,0 1 0,0-1-1,0 0 1,0 0 0,0 0-1,0 0 1,0 0 0,1 0-1,-1 0-340,0-2 1576,14 40 867,-9-19-2360,1 0 0,5 9-83,8 26 266,-17-48-339,-1-2 193,0 0 1,0 1 0,0-1 0,0 1-1,-1-1 1,0 1 0,1 0-121,-1-4 18,0 1-1,0-1 1,0 0 0,-1 0-1,1 0 1,0 0 0,0 1 0,0-1-1,0 0 1,0 0 0,0 0 0,0 0-1,0 1 1,0-1 0,-1 0-1,1 0 1,0 0 0,0 0 0,0 0-1,0 0 1,0 0 0,-1 1 0,1-1-1,0 0 1,0 0 0,0 0-1,0 0 1,-1 0 0,1 0 0,0 0-1,0 0 1,0 0 0,-1 0 0,1 0-1,0 0 1,0 0 0,0 0-1,0 0 1,-1 0 0,1 0-18,-15-8 369,-9-10 233,-17-15-602,33 25 81,0 1 0,0-1 0,1-1 0,0 0 0,1 0 0,-3-5-81,7 11 6,1 0 1,-1 0-1,1 0 0,0 0 0,0 0 1,0 0-1,1 0 0,-1 0 0,1 0 1,0 0-1,-1 0 0,1 0 0,1-1 1,-1 1-1,0 0 0,1 0 0,0 0-6,0-1-6,0 0 1,1 0-1,0 1 0,0-1 0,0 0 0,0 1 0,1 0 1,-1-1-1,1 1 0,0 0 0,0 1 0,0-1 6,6-5-38,1 1 1,0 1-1,1 0 0,-1 0 0,1 1 0,0 0 0,0 1 1,8-2 37,8-1-567,0 1 1,0 1 0,1 1-1,-1 2 1,1 1-1,0 1 567,0 1-3254,0 2-1,-1 0 0,20 6 3255,-10 0-3338</inkml:trace>
  <inkml:trace contextRef="#ctx0" brushRef="#br0" timeOffset="1077.25">575 339 10368,'-8'0'3429,"6"0"-1872,2 0 230,0 0 383,0-1-2123,0 1-1,0 0 0,0 0 1,0 0-1,0 0 1,0 0-1,0 0 0,0 0 1,0 0-1,-1-1 0,1 1 1,0 0-1,0 0 0,0 0 1,0 0-1,0 0 0,0 0 1,0 0-1,0-1 1,1 1-1,-1 0 0,0 0 1,0 0-1,0 0 0,0 0 1,0 0-1,0 0 0,0 0 1,0-1-1,0 1 1,0 0-1,0 0 0,0 0 1,0 0-1,0 0 0,1 0 1,-1 0-1,0 0 0,0 0 1,0 0-1,0 0 0,0 0 1,0-1-1,0 1 1,0 0-1,1 0 0,-1 0 1,0 0-1,0 0 0,0 0 1,0 0-1,0 0-46,56-23 554,-32 12-363,1 1 0,0 1-1,1 1 1,3 1-191,-8 4 22,0 0-1,1 2 0,-1 0 1,1 1-1,-1 2 0,0 0 1,0 1-1,0 1 0,0 1 1,0 1-1,-1 1 0,8 4-21,-23-9 46,0 1-1,-1-1 1,1 1 0,-1 0-1,0 0 1,0 1-1,2 1-45,-5-4 20,0 0 1,0 0-1,0 0 0,0 1 0,0-1 0,0 0 0,0 1 0,0-1 0,-1 1 0,1-1 0,0 1 0,-1-1 1,0 1-1,1-1 0,-1 1 0,0-1 0,0 1 0,1 0 0,-1-1 0,0 1 0,-1-1 0,1 1 0,0-1 1,0 1-1,-1 1-20,-1 0 49,1 0 1,-1-1 0,0 1 0,1 0 0,-1 0 0,-1-1-1,1 1 1,0-1 0,-1 0 0,1 0 0,-1 0-50,-4 4 148,0-1 0,-1-1 0,-5 4-148,-1-2 79,0-1 1,0 0 0,0-1 0,0 0-1,-7 0-79,-25 3 11,-1-2-11,38-5-9,-60 6 73,-19-3-64,58-3-156,1-2 0,0-1 0,0-1 0,-8-3 156,33 6-100,1 0 0,-1-1 1,0 1-1,0-1 1,1 1-1,-1-1 1,1 0-1,0-1 1,-1 1-1,-1-2 100,4 3-77,0 0 0,0 0 0,1 0 0,-1 0 0,0 0 0,0 0 0,1 0 0,-1 0 0,0 0 0,1 0 0,-1-1 0,1 1 0,0 0 0,-1 0 0,1-1 0,0 1 0,0 0 0,0-1 0,0 1 0,0 0 0,0 0 0,0-1 0,0 1 0,1 0 1,-1-1-1,0 1 0,1 0 0,-1 0 0,1 0 0,-1-1 0,1 1 0,0 0 0,0 0 77,2-3-291,0 0 0,1 0 0,0 1 0,0 0 0,0 0 0,0 0 0,0 0 0,0 1 0,1 0 0,0-1 291,-1 1-285,12-6-521,0 1 0,0 1 0,1 0 0,0 2-1,0 0 1,3 0 806,12-1-937,-1 2 0,1 1 0,-1 2 937,-1 0 456,0 2-1,5 3-455,12 3 3766,-1 2-1,0 2 1,34 14-3766,-72-22 149,0 0-1,-1 0 1,0 0 0,1 1 0,-2 0-1,3 2-148,26 18 100,-34-24-99,22 12 23,0 0 0,0-2 1,1 0-1,5 0-24,-22-9 18,-1 0 0,1 0 0,0-1 0,0 0 0,0 0 0,-1-1 0,1 1 0,0-1 0,0-1 0,0 0 0,0 0 0,0 0 0,-1 0 0,1-1-1,0 0 1,-1-1 0,0 0 0,4-1-18,6-6 342,1-1-1,9-8-341,-22 16 73,1-1 1,-1 0-1,0 0 0,0-1 0,-1 1 0,1-1 1,-1 1-1,0-1 0,0 0 0,0-1 0,-1 1-73,7-20-96,5 37-16,15 18 91,-20-20-93,1 0-1,0-1 1,0 0 0,1-1 0,0 0 114,6 2-338,1-1 0,0-1 0,1 0 0,0-2 0,0 0 0,0-1-1,1-1 1,-1 0 0,1-2 0,15 0 338,-27-2-36,0 0 0,0-1 0,0 0 0,0 0 0,0-1 0,0 0-1,-1-1 1,1 0 0,-1 0 0,6-3 36,-9 4 47,0-1-1,-1 1 1,1-1-1,0 0 1,-1 0 0,0 0-1,0 0 1,0-1-1,0 1 1,-1-1-1,1 0 1,-1 0 0,0 0-1,0 0 1,0 0-1,-1 0 1,1-1 0,-1 1-1,0-1 1,0 0-47,1-15 426,0 1 1,-2-1-1,0 0 1,-3-17-427,-15-78 1067,10 70-699,3 13-155,-1 6-64,2-1 1,2 1-1,0-3-149,6 37 198,2 34 11,-3-17-114,1 1 1,7 24-96,64 169 59,-19-77-4945,-44-118 1200,-3-9 530,-5-4-2050,-1-5 1852</inkml:trace>
  <inkml:trace contextRef="#ctx0" brushRef="#br0" timeOffset="1682.76">1817 310 15872,'-26'-4'5205,"24"3"-4748,0 1 1,0 0-1,0 0 0,0 0 1,0 0-1,0 1 1,0-1-1,-1 1-457,-3 1 821,7-1 832,90 7-837,-25-8-1618,56 0-2078,-62 2-3593,1 3 6473,1 5-4622,-55-9 4521,0 1 0,0 0 1,0 1-1,0 0 0,-1 0 0,1 0 1,3 3 100,-2 0 762,-4-3 436,1 0-1,-1 0 1,1 0 0,-1 1 0,2 3-1198,-4-6 209,-1 0-1,1 1 0,0-1 0,0 0 0,0 0 0,0 0 0,0 0 0,0 0 1,0 0-1,0-1 0,1 1 0,-1-1 0,0 1 0,0-1 0,0 0 0,1 0 1,-1 0-1,0 0 0,0 0 0,1 0-208,11-2 45,-1 0-1,1-1 1,0-1-45,10-2 119,13-1-161,0-1-1,0-2 0,0-2 1,33-15 42,-32 5 316,-35 20-236,-1 0-1,0 1 1,1-1 0,-1 0 0,0 0 0,0 0 0,-1-1 0,1 1 0,0 0 0,-1-1-1,1 1 1,-1-1 0,0 0-80,-1 2 32,1 0 0,-1 0 0,0 0 1,0 0-1,0 1 0,0-1 0,0 0 0,0 0 0,0 0 0,0 0 0,0 0 0,0 0 0,0 0 0,-1 0 0,1 0 1,0 1-1,-1-1 0,1 0 0,0 0 0,-1 0 0,1 1 0,-1-1 0,0 0 0,1 0 0,-1 1 0,1-1 0,-1 0 0,0 1 1,0-1-1,1 1 0,-1-1 0,0 1 0,0-1 0,0 1-32,-2-2 54,0 1 1,-1 0-1,1 0 1,-1 0-1,0 0 1,1 0-1,-2 0-54,-10 1 60,0 0 0,0 0 0,0 1 0,-1 1-1,1 1 1,1 0 0,-1 1 0,0 1 0,-3 1-60,4 0 41,0 1 0,0 0 0,1 1 0,0 0 1,0 1-1,1 1 0,-7 6-41,11-9 11,1 1 1,0 0-1,0 0 1,0 0-1,1 0 1,1 1 0,-5 8-12,8-14-14,1 1 0,-1 0 0,1-1 0,0 1 0,0 0 0,0 0 0,1 0 1,-1 0-1,1 0 0,0 2 14,0-3-31,1-1 0,-1 1-1,1-1 1,0 0 0,-1 1 0,1-1 0,0 0 0,0 1 0,0-1 0,1 0 0,-1 0 0,0 0 0,1 0-1,0 0 1,-1 0 0,1-1 0,1 2 31,3 2-201,1-1 0,-1 0-1,1 0 1,0-1 0,0 0-1,0 0 1,0-1 0,1 0-1,-1 0 1,0 0 0,4-1 201,12 2-1029,-1-1 0,1-2 0,8 0 1029,36-6-6162,0-2-1,18-7 6163,-11 2-3317</inkml:trace>
  <inkml:trace contextRef="#ctx0" brushRef="#br0" timeOffset="2130.6">3561 184 11776,'5'-12'7658,"-5"11"-7055,0-1-1,0 1 1,0 0 0,-1-1-1,1 1 1,0 0 0,-1-1-1,1 1 1,-1 0 0,0 0-1,1 0 1,-1-1 0,0 0-603,-1 0 205,0 0 1,0 1 0,0-1-1,0 0 1,0 0 0,0 1 0,-2-2-206,0 1-62,-1 0 0,0-1 1,0 2-1,0-1 0,0 0 1,0 1-1,0 0 0,0 0 1,-3 1 61,-14-2-18,1 1 1,-1 1-1,1 2 1,-1 0-1,1 1 1,0 1-1,-2 1 18,4 0-6,11-3-2,0 0 0,0 0 1,0 1-1,0 0 0,0 1 0,1 0 0,0 0 0,-1 0 0,2 1 0,-4 2 8,9-6-13,0 0 0,0 1 0,0-1 0,-1 0 0,1 1-1,0-1 1,1 1 0,-1-1 0,0 1 0,0-1 0,1 1 0,-1-1 0,1 1 0,-1 0 0,1-1 0,0 1 0,0 0 0,-1 0 0,1-1 0,1 1 13,-1 0-48,0 1 0,1-1 1,0 0-1,0 0 1,-1 0-1,1 0 0,1 0 1,-1 0-1,0 0 1,0 0-1,1 0 0,-1 0 1,2 0 47,6 6-235,0 0 1,0-1 0,0-1-1,1 1 1,6 1 234,-5-1-71,33 19-92,-1 2-1,-1 2 1,12 12 163,-50-39 36,-1 1 0,1-1 0,-1 1 0,0 0 0,1 2-36,-3-5 10,-1-1 1,1 1-1,-1 0 0,1 0 0,-1-1 0,0 1 1,1 0-1,-1 0 0,0-1 0,0 1 0,0 0 1,1 0-1,-1 0 0,0-1 0,0 1 0,0 0 1,0 0-1,0 0 0,-1 0 0,1-1 0,0 1 1,0 0-1,0 0 0,-1-1 0,1 1 0,0 0 1,-1 0-1,1-1 0,-1 1 0,1 0 0,-1-1 1,1 1-1,-1 0-10,-3 1-11,1 1 0,-1-1 0,0 0 0,0 0 0,0-1-1,0 1 1,-1-1 0,-2 1 11,-48 9-653,20-4 88,-98 19-3959,79-18-6125,-26-1 10649,32-3-3738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32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26 361 9472,'-16'-10'3061,"7"0"-116,8 8-1459,5 4 2349,-4 16-2928,3-5-803,0 0 1,1 0-1,5 11-104,7 24 236,-10-32-76,-5-13-63,0-1-1,0 1 1,0-1 0,0 1 0,0 0 0,-1-1 0,1 1 0,-1 0-1,1-1 1,-1 1 0,0 0 0,0 0 0,-1 2-97,0-5 50,1 0 0,-1 0 0,1 0 0,-1 0 0,1 0 0,-1 0 0,1 0 0,-1 0 0,1 0 0,-1 0 0,1-1 0,0 1 0,-1 0 0,1 0 0,-1 0 0,1-1 0,-1 1 0,1 0 0,0-1 0,-1 1 0,1 0 0,-1-1-50,-9-6 319,7 4-308,0-1 0,1 1 1,-1 0-1,1-1 0,-1 0 1,1 0-1,0 1 0,1-1 1,-1 0-1,1-1 1,-1 1-1,1 0 0,0 0 1,1-1-1,-1 1 0,1 0 1,0-1-1,0 1 0,0-1-11,1-3-31,-1 0 0,1 1 0,1-1 0,0 1-1,0-1 1,0 1 0,1-1 0,0 1 0,0 0 0,2-2 31,1 0-48,0 1 1,0 0 0,0 0 0,1 1-1,0 0 1,1 0 0,0 1 0,0-1-1,0 2 1,0-1 0,1 1 0,0 1-1,0-1 1,1 2 0,-1-1 0,1 1 0,-1 1-1,1 0 1,0 0 0,0 1 0,9-1 47,0 2-1087,-1 0 1,0 0 0,1 2 0,-1 0-1,18 6 1087,-23-5-1790,0 1-1,0 1 1,0 1-1,0 0 1,2 2 1790,14 8-3029</inkml:trace>
  <inkml:trace contextRef="#ctx0" brushRef="#br0" timeOffset="1087.05">591 482 10496,'-7'1'2686,"7"2"-276,1-3-2264,-1 0-1,1 0 1,-1 1-1,1-1 1,0 0-1,-1 0 1,1 0-1,0 0 1,-1 0-1,1 0 1,-1 0-1,1 0 1,0 0-1,-1 0 1,1 0-1,0 0 1,-1 0-1,1 0 1,-1-1-146,15-5 329,-1-1 1,0-1-1,0 0 1,1-3-330,3-1 95,6-4 59,14-14-154,-23 18 54,-10 8 44,0 0 0,0-1 0,-1 0 0,1 0 0,-1 0 0,0 0 0,-1-1 0,1 1 0,-1-1 0,0 0 0,-1 0 0,1 0 0,-1-2-98,-1 5 62,0 1 0,-1-1 0,1 0 0,-1 0 0,0 0 0,0 0 1,0 1-1,-1-1 0,1 0 0,-1 0 0,1 0 0,-1 1 0,0-1 1,0 0-1,0 1 0,0-1 0,-1 1 0,1-1 0,-1 1 0,1-1 1,-1 1-1,0 0 0,0 0 0,0 0 0,0 0 0,0 0 0,-1 1 1,1-1-1,0 0 0,-1 1 0,-1-1-62,-1-1 53,-1 0 0,1 1-1,-1 0 1,1 0 0,-1 0 0,0 0 0,0 1 0,0 0 0,0 0-1,0 1 1,-5 0-53,1 1 62,-1 1 0,1 0 0,-1 1 1,1 0-1,0 1 0,0 0 0,1 1 0,-1 0 0,1 0 0,0 1 0,0 0 0,-4 4-62,1 1 37,0 0 0,1 1 0,0 0-1,1 1 1,0 0 0,1 1 0,-6 10-37,13-19 3,-1 1 1,1-1-1,0 1 1,0 0-1,0-1 1,1 1-1,0 0 1,0 0-1,0 0 1,1 0-1,0 0 0,0 0 1,1 0-1,0 0 1,0 0-1,0 0 1,0 0-1,1 0 1,2 4-4,-2-6-7,0 1 1,1-1-1,-1 0 1,1 0-1,0 0 1,0 0-1,1 0 0,-1 0 1,1-1-1,0 0 1,-1 0-1,1 0 1,1 0-1,-1 0 1,0-1-1,1 0 1,-1 0-1,1 0 1,0 0-1,0-1 1,0 0-1,-1 0 1,1 0-1,1-1 7,11 1-91,0-1 0,1-1 1,-1 0-1,1-2 0,-1 0 0,0-1 0,14-5 91,13-6-338,-1-2 0,15-9 338,-42 18-37,0 0-1,-1-1 1,0-1-1,4-4 38,-14 11 6,-1-1-1,0 0 1,0 0-1,0 0 0,0-1 1,-1 1-1,1-1 0,-1 0 1,0 0-1,-1 0 1,1 0-1,-1 0 0,0-1 1,-1 1-1,1-2-5,3-40 67,-5 43 6,0 0 0,0-1-1,0 1 1,-1 0 0,0 0 0,1 0-1,-2 0 1,1 0 0,0 0 0,-1 0-73,2 3 11,0 1 0,-1 0 1,1-1-1,0 1 1,0 0-1,0 0 0,-1-1 1,1 1-1,0 0 1,0 0-1,-1-1 1,1 1-1,0 0 0,-1 0 1,1 0-1,0-1 1,-1 1-1,1 0 0,0 0 1,-1 0-1,1 0 1,0 0-1,-1 0 0,1 0 1,0 0-1,-1 0 1,1 0-1,0 0 0,-1 0 1,1 0-1,0 0 1,-1 0-1,1 0 1,-1 0-1,1 0 0,0 0 1,-1 1-1,1-1 1,0 0-1,0 0 0,-1 0 1,1 0-1,0 1 1,-1-1-1,1 0 0,0 1 1,0-1-1,-1 0 1,1 0-1,0 1 0,0-1 1,0 0-12,-11 18 233,10-12-193,-1 1 0,1 0 0,0 0 0,1 0 0,0 0 0,0 0 0,0 0 0,1-1 0,0 1 0,0 2-40,5 15 82,1 0-1,3 6-81,-5-13 51,0-4 5,1 0 1,-1 0 0,5 5-57,-7-13 49,0 0 0,0-1 0,0 0 0,0 0 0,0 0 0,1 0 0,0 0 1,0-1-1,0 1 0,4 1-49,-7-4 20,-1-1-1,1 1 1,0-1 0,0 1 0,0-1-1,0 0 1,0 0 0,0 1 0,0-1 0,0 0-1,0 0 1,0 0 0,0 0 0,-1 0-1,1 0 1,0-1 0,0 1 0,0 0-1,0 0 1,0-1 0,0 1 0,0 0 0,0-1-1,0 1 1,-1-1 0,1 1 0,0-1-1,0 1 1,-1-1 0,1 0 0,0 1-1,-1-1 1,1 0-20,2-3 31,0 0-1,-1 0 1,0 0-1,0 0 1,0 0-1,0-1-30,-1 2 13,31-87 149,-20 52-351,16-33 189,-27 69-3,21-39-101,-21 39 96,1-1-1,0 1 1,0 0 0,-1-1-1,1 1 1,0 0 0,1 0-1,-1 0 1,0 1 0,1-1-1,-1 0 1,1 1 0,-1 0-1,1-1 9,-2 2 9,1 0 1,-1 0-1,0 0 0,1-1 1,-1 1-1,0 1 0,0-1 1,1 0-1,-1 0 0,0 0 1,1 1-1,-1-1 0,0 0 0,0 1 1,0-1-1,1 1 0,-1 0 1,0-1-1,0 1 0,0 0 1,0 0-1,0 0 0,0 0 0,0 0 1,0 0-1,0 1-9,4 4 20,-1 0 1,0 0-1,0 1 0,1 3-20,2 2 3,16 30 58,-5-10 97,9 12-158,-20-35 41,0 0 0,0 0-1,1 0 1,0-1 0,0 0-1,6 3-40,-11-9 11,-1 0 0,1-1 0,-1 0 0,1 0-1,0 1 1,-1-2 0,1 1 0,0 0-1,0 0 1,-1-1 0,1 0 0,0 1-1,0-1 1,0 0 0,0-1 0,-1 1-1,1 0 1,0-1 0,0 1 0,0-1-1,-1 0 1,1 0 0,0 0 0,-1 0-1,1-1 1,-1 1 0,2-2-11,8-5 29,-1 0 0,-1-1-1,1 0 1,-1-1 0,1-2-29,-8 8-3,42-48 89,-34 38-126,1-1-1,1 1 0,0 1 1,1 0-1,5-2 41,-18 14-4,1-1 0,0 1-1,0 0 1,0 0 0,1 0 0,-1 0 0,0 0-1,0 0 1,0 1 0,1-1 0,-1 1 0,0 0-1,0-1 1,1 1 0,-1 0 0,0 0-1,1 1 1,-1-1 0,0 0 0,1 1 0,-1 0-1,0-1 1,0 1 0,0 0 0,0 0 0,1 0-1,-1 0 1,-1 0 0,3 2 4,4 3 3,-1 1 0,1 0 1,-1 1-1,0 0 0,-1 0 0,1 1-3,4 6-9,36 51-236,-28-39-2939,21 26 3184,-34-46-827,0-1 1,1 1 0,-1-1-1,2-1 1,3 4 826,-7-7-831,1 1 0,0-1 0,-1 1 0,1-1 0,0-1 0,1 1 0,-1-1 0,0 0 0,0 0 0,3 0 831,23 0-3328</inkml:trace>
  <inkml:trace contextRef="#ctx0" brushRef="#br0" timeOffset="1766.4">2416 268 12928,'0'-1'357,"-1"0"0,0 0 0,1 0-1,-1 0 1,0 0 0,0 0 0,0 0 0,0 0 0,0 0 0,0 0 0,0 0 0,0 0 0,0 1 0,0-1 0,0 0 0,0 1 0,0-1 0,-1 1 0,1 0 0,0-1 0,0 1 0,-1 0 0,1-1 0,0 1 0,-1 0 0,1 0 0,0 0 0,-1 0 0,1 1 0,-1-1-357,-30 4 645,1 2 0,0 1 0,0 1 0,1 2 0,-5 3-645,23-8-62,1 1 0,0 0 0,0 1 0,1 0-1,0 0 1,-7 7 62,11-7 24,0-1-1,0 0 1,1 1-1,0 0 1,0 1-1,1-1 1,0 1-1,0 0 1,0 0 0,1 2-24,1-6 0,1 0 0,0 0 0,0 0 0,1 0 1,-1 0-1,1 0 0,0 0 0,0 0 0,0 0 1,1 0-1,-1 0 0,2 2 0,-2-4-7,0-1 0,1 1 0,0 0 0,-1-1 0,1 1 0,0-1 0,0 0 0,0 1 0,0-1 0,0 0 0,0 1 0,0-1 0,1 0 1,-1 0-1,0 0 0,1 0 0,-1 0 0,0 0 0,1-1 0,-1 1 0,1 0 0,0-1 0,-1 1 0,1-1 0,-1 1 0,1-1 0,0 0 0,-1 0 0,1 0 0,0 0 0,0 0 7,19-2-63,0-1 0,0-1 0,0-1 0,0 0 0,-1-2 0,2-1 63,-16 5 0,15-3 30,-1-2 0,-1 0 0,0-2 0,0 0-30,-14 7 7,0 0 0,0 0 1,-1-1-1,1 1 0,-1-1 1,0 0-1,0 0 1,-1-1-1,1 1 0,-1-1 1,0 0-1,0 0 0,0 0 1,-1 0-1,0 0 0,0 0 1,1-3-8,-1 0 5,-1 1 1,1-1-1,-1 0 0,0 1 1,-1-1-1,0-1-5,3 19-37,1 4 36,0 0 0,1-1 0,0 0-1,1 0 1,6 9 1,-6-13-270,1 0 0,0 0-1,0-1 1,0 0 0,1-1-1,0 1 1,0-2 0,8 5 270,-11-7-279,0-1 1,1 0-1,-1-1 1,1 1-1,0-1 1,0 0-1,-1-1 1,1 1-1,1-1 1,-1-1-1,0 1 1,0-1-1,0 0 1,0 0-1,0 0 1,2-1 278,-1-1-100,1 1 1,0-1-1,-1-1 0,1 1 1,-1-1-1,0 0 0,0-1 1,0 0-1,0 0 1,1-2 99,-3 2 307,1-1 0,-1 0 0,-1 0 1,1 0-1,-1 0 0,0-1 1,0 0-1,-1 0 0,0 0 0,0 0 1,2-6-308,12-43 3040,-13 68-2747,0 1 0,1 0 1,1-1-1,3 7-293,0-5 63,-3-5-1411,1 1 0,0-1 0,0 0 0,7 6 1348,-12-14-747,0 0 1,0 0-1,0 0 1,1 0-1,-1 0 0,1-1 1,0 1-1,-1-1 1,1 1-1,0-1 0,0 0 1,0 0-1,0-1 1,0 1-1,0 0 1,0-1-1,0 0 0,0 0 1,0 0-1,2 0 747,9-1-3333</inkml:trace>
  <inkml:trace contextRef="#ctx0" brushRef="#br0" timeOffset="2105.22">2766 119 13952,'-40'-26'5183,"40"26"-4031,-27-8 448,17 5 128,6 6-1088,-6-3-96,10 0-352,-5 0-896,5 0 352,0 0-2112,10 8 1376,-1-2-4319,9 0 3039,6 8-3520,-2-3 3392</inkml:trace>
  <inkml:trace contextRef="#ctx0" brushRef="#br0" timeOffset="2507.14">2985 341 12288,'18'65'8959,"-11"-47"-7859,-3-3-739,1-1 0,1 0 0,1 0 0,4 7-361,-1-3 295,-9-15-210,1 0 0,-1 0 1,1 0-1,-1 0 0,1 0 0,0 0 1,0-1-1,0 1 0,1-1 0,-1 1 1,1-1-1,-1 0 0,1 0 0,1 1-85,-3-3 19,-1 0 0,1 0 1,-1 0-1,1 0 0,-1 0 0,0 0 0,1 0 0,-1 0 0,1-1 1,-1 1-1,0 0 0,1 0 0,-1 0 0,1 0 0,-1-1 0,0 1 0,1 0 1,-1-1-1,0 1 0,1 0 0,-1 0 0,0-1 0,0 1 0,1-1 0,-1 1 1,0 0-1,0-1 0,0 1 0,1 0 0,-1-1 0,0 1 0,0-1-19,7-17 234,-5 13-173,4-12 9,10-22 17,15-27-87,-25 54-50,2 0 0,0 0 0,0 1 1,1 0-1,0 1 0,1 0 0,1-1 50,-6 7-19,0-1 1,0 1-1,0 0 1,1 0-1,-1 1 0,1 0 1,5-2 18,-8 4 5,0 0 0,-1 1 0,1-1-1,0 1 1,-1 0 0,1-1 0,0 1 0,-1 1 0,1-1 0,0 0 0,0 1 0,-1-1 0,1 1-1,-1 0 1,1 0 0,-1 0 0,1 0 0,-1 0 0,1 1 0,-1-1-5,9 7 32,0 1-1,-1 0 1,0 0 0,0 1 0,-1 1-1,-1-1 1,2 3-32,17 21-94,-16-21 86,1 1-632,1 0 0,0-1 1,9 7 639,-17-16-256,0-1-1,0 1 1,0-1 0,0 0-1,1-1 1,-1 1 0,1-1 0,0 0-1,0-1 1,0 1 0,-1-1 0,1 0-1,2-1 257,1 1-42,1-1 0,0-1 0,0 0 0,-1 0 0,1-1-1,0 0 1,-1-1 0,0 0 0,1 0 0,-1-1 0,-1 0-1,1 0 1,4-4 42,1-2 640,0 0 0,-1-1 0,0-1-1,-1 0 1,0-1 0,-1 0 0,2-4-640,-12 15 98,1 1 0,-1-1 1,0 0-1,1 1 0,-1-1 1,1 1-1,-1-1 0,1 1 0,0 0 1,0 0-1,-1 0 0,1 0 1,0 0-1,1 0-98,-2 1 36,-1 0 0,1 0 0,-1 0 0,1 0 0,-1 0 0,1 0 0,-1 0-1,1 0 1,-1 0 0,1 0 0,-1 0 0,1 1 0,-1-1 0,1 0 0,-1 0 0,1 1 0,-1-1 0,1 0 0,-1 0 0,0 1 0,1 0-36,0 0 29,0 0-1,0 1 1,0-1 0,0 1-1,0 0 1,0-1 0,-1 1-1,1 0 1,0 1-29,0 2-32,6 17-51,0-1 1,4 5 82,-8-19-450,0 0 1,1-1 0,0 1-1,1-1 1,-1 0 0,1 0 0,0 0-1,5 3 450,-9-8-387,1 0-1,-1 1 1,1-1-1,-1 0 1,1 0-1,0 0 0,-1-1 1,1 1-1,0 0 1,0-1-1,0 1 1,-1-1-1,1 1 1,0-1-1,0 0 1,2 0 387,10-2-5229,0-2 1651</inkml:trace>
  <inkml:trace contextRef="#ctx0" brushRef="#br0" timeOffset="2838.91">3910 151 11136,'-32'-46'4224,"32"46"-3296,-32-32 1151,19 21 833,3 7-1632,-9-9 96,6 6-864,-6-7-320,11 11-128,-1-9-1472,4 7 768,5 2-3712,5 3 2433,4 3-4577,9 6 3680</inkml:trace>
  <inkml:trace contextRef="#ctx0" brushRef="#br0" timeOffset="3712.05">4065 341 11392,'2'30'7585,"-1"-3"-3832,0-19-3547,1 1 0,-1-1-1,1 0 1,1 0 0,0 0 0,0 0 0,0 0-1,1 0 1,1-1 0,4 7-206,10 21 171,-18-31-159,10 16 486,-10-20-487,-1 0 0,0 0-1,0 0 1,0 1 0,0-1-1,0 0 1,0 0 0,0 0-1,0 0 1,1 0 0,-1 0 0,0 0-1,0 1 1,0-1 0,0 0-1,0 0 1,1 0 0,-1 0-1,0 0 1,0 0 0,0 0-1,0 0 1,1 0 0,-1 0 0,0 0-1,0 0 1,0 0 0,0 0-1,1 0 1,-1 0 0,0 0-1,0 0 1,0 0 0,0 0 0,1 0-1,-1 0 1,0-1 0,0 1-11,4-12 422,-1-1-351,0 0 0,0 0 1,2 0-1,0 0 0,0 1 0,3-3-71,4-9-123,2 1 0,11-15 123,-16 27-30,-1 0 0,2 1-1,-1 0 1,1 0 0,1 1-1,0 0 1,0 1 30,-4 4-13,-1 0 0,1 0 0,1 0 0,-1 1 0,0 0 0,1 1 0,0 0 0,-1 0 0,1 0 0,0 1 0,0 0 0,5 1 13,-8 0-9,1 1 0,-1-1-1,1 1 1,-1 1 0,0-1 0,1 1-1,-1 0 1,0 0 0,0 0 0,0 1-1,-1 0 1,1 0 0,-1 0 0,4 4 9,8 6-106,-2 2 1,0 0-1,5 7 106,0 1-135,-16-20 96,14 17-1626,2-1 1,18 16 1664,-32-31-631,1 1-1,0-1 1,0 0 0,0-1 0,0 0 0,1 1 0,-1-2 0,1 1-1,0-1 1,0 0 0,0-1 0,0 1 0,3-1 631,13-1-2174,1-2 1,-1 0-1,19-5 2174,-33 5-114,14-2 658,-2-1 0,1-2 0,14-5-544,-14 2 2318,1 0 0,-1-2 1,4-3-2319,-14 8 1872,-2-1-1,11-8-1871,-19 14 305,1 0 0,-1 0 0,0-1-1,0 1 1,0-1 0,0 1 0,0-1 0,-1 0-1,1 0 1,-1 0 0,1 0 0,-1 0 0,0 0-1,0-1-304,-1 3 92,0 0 0,0-1 0,0 1 1,0-1-1,0 1 0,0 0 0,-1-1 0,1 1 0,0 0 0,-1-1 0,1 1 0,-1 0 0,0 0 0,1-1 0,-1 1 0,0 0 0,1 0 0,-1 0 0,0 0 1,0 0-1,0 0 0,0 0 0,0 0 0,0 0 0,-1 0 0,1 1 0,0-1 0,0 0 0,-1 1-92,-3-3 125,0 1 0,0 0-1,-1 0 1,1 1 0,-1 0 0,0-1-125,-7 1 21,0 0 1,0 0-1,-1 1 0,1 1 0,0 0 1,0 0-1,0 2 0,-10 2-21,4 1 3,1 0-1,0 1 0,0 1 0,0 0 0,-8 6-2,17-7-11,-1 0 1,1 0-1,0 1 0,0 0 1,1 0-1,-4 6 11,8-10-4,0 1-1,1 0 0,0-1 1,0 1-1,0 0 1,1 0-1,-1 1 1,1-1-1,0 1 0,1-1 1,-1 1-1,1-1 1,0 1-1,1 0 5,0-3-9,0 0 0,0-1 0,0 1 0,1 0 0,-1 0 0,1 0 0,0-1 0,-1 1 0,1 0 0,1-1 0,-1 1 0,0-1 0,1 1 0,-1-1 0,1 1 0,0-1 0,-1 0 0,1 0 0,0 0 0,0 0-1,1 0 1,-1-1 0,0 1 0,1 0 0,-1-1 0,1 0 0,-1 0 0,1 0 0,0 0 0,-1 0 0,3 0 9,4 1-36,0 0-1,0-1 1,0 0-1,0-1 1,1 0 0,-1-1-1,0 0 1,0 0-1,2-1 37,19-6-56,0 0 0,8-5 56,-15 4 70,-16 8-48,-1-1 1,0 0 0,0-1 0,0 0 0,0 0 0,-1 0 0,1 0-1,-1-1 1,0 0 0,0 0 0,0-1 0,0 1 0,-1-1 0,2-3-23,-4 6 13,-1 1 1,-1-1-1,1 0 1,0 0-1,0 0 1,-1 0-1,1 0 1,-1-1-1,0 1 1,1 0-1,-1 0 1,0 0 0,0 0-1,0 0 1,-1 0-1,1-1-13,-2-5 94,0 0 0,0 0 0,-3-5-94,3 8 6,0 1 0,0 0 0,1-1 0,0 1 0,0-1 0,0 0 1,0 1-1,1-1 0,0 0 0,0 1 0,0-4-6,0 8-5,0 0 1,0 0 0,0 0-1,0 0 1,0-1 0,0 1-1,0 0 1,0 0 0,0 0-1,0 0 1,0 0 0,0-1-1,0 1 1,0 0-1,1 0 1,-1 0 0,0 0-1,0 0 1,0 0 0,0 0-1,0-1 1,0 1 0,0 0-1,0 0 1,1 0-1,-1 0 1,0 0 0,0 0-1,0 0 1,0 0 0,0 0-1,0 0 1,1 0 0,-1 0-1,0 0 1,0 0 0,0 0-1,0 0 1,0 0-1,1 0 1,-1 0 0,0 0-1,0 0 1,0 0 0,0 0-1,0 0 1,1 0 0,-1 0-1,0 0 1,0 0 0,0 0 3,9 9-79,7 15 25,2 12 81,-1 1 0,-2 0-1,-2 1 1,3 18-26,8 19 36,-6-18 269,1 16-305,-13-47 238,-1 1 1,-2-1-1,-1 1 1,-1 3-239,-1-25 50,0 1-1,0 0 1,-1 0 0,0-1 0,0 1 0,0 0 0,-1-1-1,0 1 1,0-1 0,0 0 0,-1 0 0,1 0 0,-1 0 0,-1 0-1,1 0 1,-1-1 0,1 1 0,-1-1 0,-1 0 0,1-1-1,0 1 1,-1-1 0,0 1 0,0-1 0,0-1 0,0 1-1,0-1 1,-1 0 0,-1 1-50,-29 8 66,1-2 0,-2-1-1,-23 2-65,25-6-220,0-2 0,-1-1 0,1-1 0,-31-6 220,39 3-471,1-2 0,0-1 0,0 0 0,1-2-1,-5-3 472,15 5-597,1 0 1,1-1-1,-1 0 0,1-1 0,1-1 0,-1 0 0,2 0 1,-1-1-1,-7-10 597,14 14-675,0 0-1,1 0 1,0-1 0,0 0 0,1 1 0,-1-1 0,2-1 0,-1 1 0,1 0 0,0-1 0,0 1 0,0-7 675,0-32-3712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4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240 101 8448,'0'0'16,"-10"-18"4502,9 18-4048,0-1 0,1 0 0,0 0 0,-1 0 1,1 0-1,0 0 0,-1 0 0,1 0 1,0 0-1,0 0 0,0 0 0,0 0 0,0 0 1,0 0-1,0 0 0,0 0 0,0-1-470,-16 46 1360,2 0 0,1 2-1360,-13 41 342,-103 286 479,101-277-256,78-216-159,-21 26-324,1-17-82,6-24-120,-27 108 89,13-47 15,3 1-1,7-6 17,-31 75 17,1-1 1,1 1-1,-1 0 0,1 0 0,-1 0 1,1 1-1,0-1 0,1 1-17,-4 2 13,1 0 0,0 1 0,-1-1 0,1 1 0,0-1 0,0 1 0,0-1 0,-1 1 0,1 0 0,0-1 0,0 1 0,0 0 0,0 0 0,0 0 1,0 0-1,-1 0 0,1 0 0,1 0-13,-1 0 16,1 0 0,-1 1 0,0-1 0,0 1 0,0 0 0,1-1 0,-1 1 0,0 0 0,0 0 0,0-1 0,0 1 0,0 0 0,0 0 0,-1 0 0,1 0 0,0 0 1,0 1-17,6 10 45,-1 0 0,0 1 1,0 0-1,-2 0 1,0 1-1,2 9-45,0-1 32,96 287 479,-18-57-3721,-80-240 2157,4 16-2193,-7-27 2978,-1 0 0,0 0 0,0 0 0,0 0 0,0 0 0,0 1 0,0-1-1,-1 0 1,1 0 0,0 0 0,0 0 0,-1 0 0,1 0 0,-1 0 0,1 0 0,-1 0-1,1 0 1,-1 0 0,0 0 0,1 0 0,-1-1 0,0 1 268,-8 1-4624,1-5 1547</inkml:trace>
  <inkml:trace contextRef="#ctx0" brushRef="#br0" timeOffset="348.04">168 481 10880,'-22'-4'3594,"22"3"-3550,-1 1 1,1 0-1,0 0 0,0 0 0,0 0 1,0 0-1,-1 0 0,1 0 0,0 0 1,0 0-1,0 0 0,-1 0 0,1 0 1,0 0-1,0 0 0,0 0 0,0 0 1,-1 0-1,1 0 0,0 0 0,0 0 1,0 0-1,-1 0 0,1 0 0,0 0 1,0 0-1,0 0 0,0 1 0,0-1 1,-1 0-1,1 0 0,0 0 0,0 0 1,0 0-1,0 0 0,0 1 0,0-1-43,-2 1 475,1 0-31,0 0 0,0 0-1,0 1 1,0-1 0,0 0 0,0 1 0,0-1 0,0 0-1,0 2-444,1-3 166,0 0 0,0 0 0,0 1 0,0-1 0,0 0 0,0 1 0,0-1 0,0 0 0,0 1-1,0-1 1,0 0 0,0 0 0,0 1 0,0-1 0,1 0 0,-1 1 0,0-1 0,0 0 0,0 0 0,1 1-1,-1-1 1,0 0 0,0 0 0,0 0 0,1 1 0,-1-1 0,0 0 0,1 0-166,0 0 61,1 1 0,-1-1 0,1 0 0,-1 0 0,1 0 0,0 0 0,-1 0 0,1 0 0,-1 0 0,1-1 1,-1 1-62,65-10 79,-2 1-2812,1-3 0,56-18 2733,26-16-11536,-114 36 8406</inkml:trace>
  <inkml:trace contextRef="#ctx0" brushRef="#br0" timeOffset="680.22">787 116 12544,'-31'-23'7450,"31"23"-7341,-1 0 0,1-1-1,0 1 1,0 0 0,0 0 0,-1 0 0,1-1-1,0 1 1,0 0 0,-1 0 0,1 0-1,0 0 1,0 0 0,-1 0 0,1 0 0,0 0-1,0-1 1,-1 1 0,1 0 0,0 0 0,-1 0-1,1 0 1,0 0 0,0 0 0,-1 1-1,1-1 1,0 0 0,-1 0 0,1 0 0,0 0-109,-7 1 1648,7 30-400,-3 7-1108,3 1 1,0-1-1,3 0 1,2 10-141,31 151-1239,-16-124-1490,5-5-3657,-19-59 1746,2-2 1462</inkml:trace>
  <inkml:trace contextRef="#ctx0" brushRef="#br0" timeOffset="1037.83">673 176 13312,'-36'-31'7567,"36"31"-7434,0-1-1,0 1 0,0 0 1,0 0-1,0-1 0,0 1 1,0 0-1,1-1 0,-1 1 1,0 0-1,0-1 0,0 1 1,0 0-1,1 0 0,-1-1 1,0 1-1,0 0 0,1 0 1,-1 0-1,0-1 0,0 1 1,1 0-1,-1 0 0,0 0 1,1 0-1,-1 0 0,0-1 1,0 1-1,1 0 0,-1 0 1,1 0-133,20-10 779,24-8-1154,-27 12 364,1 1 0,0 1-1,0 1 1,1 1 0,-1 0 0,0 1-1,1 1 1,-1 1 0,1 1 0,1 1 11,-13-2 18,0 1 0,0 0 0,0 0-1,0 1 1,0 0 0,-1 0 0,1 1 0,-1 0 0,0 0 0,0 1 0,0 0-1,-1 0 1,1 1 0,-1-1 0,-1 1 0,1 1 0,-1-1 0,0 1 0,-1 0 0,1 0-1,-1 0 1,-1 0 0,1 1 0,-1 0 0,-1 0 0,1 0 0,-1 0 0,-1 0-1,0 0 1,0 0 0,0 1 0,-1-1 0,0 0 0,-1 4-18,-1 2 14,-1 0-1,0-1 1,-1 1 0,-1-1 0,0 0 0,-1 0-1,0-1 1,-1 1 0,-2 1-14,-16 23-621,-2-1 1,-7 5 620,28-33-195,-4 3-1602,-1 0-1,0-1 1,-10 6 1797,18-12-555,2-4 363,1 1-1,0-1 1,-1 1 0,1-1-1,0 0 1,-1 1 0,1-1 0,-1 1-1,1-1 1,-1 0 0,1 1 0,-1-1-1,1 0 1,-1 0 0,1 1 0,-1-1-1,1 0 1,-1 0 0,0 0-1,1 0 1,-1 0 0,1 1 0,-1-1-1,1 0 1,-1 0 0,0-1 0,1 1-1,-1 0 1,1 0 0,-1 0 0,1 0-1,-1 0 1,0-1 0,1 1 0,-1 0-1,1 0 1,-1-1 192,-3-7-3381</inkml:trace>
  <inkml:trace contextRef="#ctx0" brushRef="#br0" timeOffset="1388.29">1278 176 14848,'-8'13'8757,"8"-10"-8448,-1-1-1,1 1 1,0-1-1,0 1 1,0-1-1,0 1 1,0 1-309,1 12 341,0 28-287,2 0 1,2 0-1,1-1 0,3 0 1,8 25-55,-12-54-31,0 0 0,0 0 0,2-1 0,-1 0-1,2 0 1,0 0 0,0-1 0,1 0 0,7 6 31,-10-12-333,0 0 0,0-1 0,0 0 0,1 0 0,0-1 0,0 0 0,0 0 0,4 1 333,-5-3-658,-1 0-1,1 0 0,0-1 0,0 0 0,0 0 0,0 0 0,0-1 0,0 1 0,0-2 0,0 1 0,6-2 659,11-4-4970,0 2 1594</inkml:trace>
  <inkml:trace contextRef="#ctx0" brushRef="#br0" timeOffset="1389.29">1319 550 14720,'-32'11'5439,"32"-11"-4223,-9 9 288,4-9-32,10 0-960,-5 0-32,9 0-320,6-5-32,2 5-64,1-7-320,6 2 128,-2-7-1280,1 4 768,-1-7-2816,7 1 1920,-12-1-5087,1 2 3711</inkml:trace>
  <inkml:trace contextRef="#ctx0" brushRef="#br0" timeOffset="1742.44">1251 351 13312,'-19'-9'6095,"19"9"-5989,0 0 0,0 0-1,0 0 1,-1-1 0,1 1-1,0 0 1,0 0 0,0 0-1,0 0 1,0-1 0,0 1-1,-1 0 1,1 0 0,0 0-1,0-1 1,0 1 0,0 0-1,0 0 1,0 0 0,0-1-1,0 1 1,0 0 0,0 0-1,0-1 1,0 1 0,0 0-1,0 0 1,0 0 0,1-1-1,-1 1 1,0 0 0,0 0-1,0 0 1,0-1 0,0 1-1,0 0 1,0 0 0,1 0-1,-1 0 1,0-1-106,11-9 1387,16-7-1027,35-13-162,-24 13-263,-2 0-1111,0 2 0,13-2 1176,-20 9-9221,25-5 9221,-22 8-3669</inkml:trace>
  <inkml:trace contextRef="#ctx0" brushRef="#br0" timeOffset="2460.43">2170 161 12032,'-13'-35'7493,"9"19"-2246,3 13-4910,0 0 0,0-1 0,0 1-1,0 0 1,0 0 0,0-1 0,-2 0-337,2 1 68,-1 1 0,0 0 0,1-1 1,-1 1-1,0 0 0,0 0 0,0 0 0,0 1 1,-1-1-1,1 0 0,-1 1 0,1 0 0,-1-1 0,1 1 1,-1 0-1,1 0 0,-1 0 0,0 1 0,0-1 1,1 1-1,-1-1 0,0 1 0,0 0 0,0 0 1,1 0-1,-1 1 0,0-1 0,0 1 0,0 0-68,-4 0-6,0 1 0,1 1 0,0-1 0,-1 1 0,1 0 0,0 1-1,1-1 1,-1 1 0,1 1 0,-1-1 0,1 1 0,-1 1 6,-11 13-68,2 1-1,0 0 1,2 1 0,-7 12 68,2 1-45,2 1 0,-8 24 45,19-43-14,0 0 0,1-1 0,0 2 0,2-1 1,-1 0-1,2 1 0,1 1 14,0-10-2,0 1-1,1-1 1,0 0 0,1 1 0,-1-1 0,2 0-1,-1 0 1,1 0 0,1 0 0,-1-1 0,1 1 0,0-1-1,1 0 1,4 5 2,-4-6 4,1 0 0,0 0-1,0 0 1,0-1 0,1 1 0,-1-2-1,1 1 1,1-1 0,-1 0 0,0 0-1,1-1 1,0 0 0,0-1 0,0 0-1,0 0 1,0 0 0,0-1 0,1 0-1,-1-1 1,0 0 0,0 0 0,1-1-1,-1 0 1,0 0 0,0-1 0,0 0-1,2-1-3,-7 2 5,0 0-1,-1 0 0,0 0 0,1-1 0,-1 1 0,0-1 0,1 1 0,-1-1 0,0 0 0,0 0 0,0 0 0,0 0 1,-1 0-1,1 0 0,-1 0 0,1-1 0,-1 1 0,1-1-4,-1-2-1,1 0 1,-1 0-1,1-1 1,-2 1-1,1 0 1,0-1-1,-1 1 1,0-4 0,-4 2-91,4 7 89,0 0 1,0 0 0,0 0 0,0 0-1,-1 0 1,1 0 0,0 0 0,0 0 0,0 0-1,0 0 1,0-1 0,0 1 0,0 0 0,-1 0-1,1 0 1,0 0 0,0 0 0,0 0 0,0 0-1,0 0 1,0 0 0,0 1 0,0-1 0,-1 0-1,1 0 1,0 0 0,0 0 0,0 0 0,0 0-1,0 0 1,0 0 0,0 0 0,0 0 0,0 0-1,-1 0 1,1 0 0,0 0 0,0 1 0,0-1-1,0 0 1,0 0 0,0 0 0,0 0 0,0 0-1,0 0 1,0 0 0,0 0 0,0 1 0,0-1-1,0 0 1,0 0 0,0 0 0,0 0 0,0 0-1,0 0 1,0 0 0,0 1 0,0-1 0,0 0-1,0 0 1,0 0 0,0 0 0,0 0 0,0 0-1,0 0 1,0 1 1,1 6-107,0 0 0,0 0 0,1 0-1,0 0 1,0 0 0,0 0 0,1 0 0,0 0 0,1-1-1,-1 1 1,2-1 107,22 33-3855,2-7-4892,-16-17 4801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8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94 397 8704,'-12'0'5404,"8"0"-2145,6 0-867,-1 0-264,-1 0-762,6 5 1359,6-4-2422,-1 0-1,0 0 1,1 2-303,-3-1-63,0-1 0,0 0-1,0 0 1,0-1 0,7 0 63,1-2-1405,0-1-1,0 0 1,1-2 1405,14-8-4848,-28 10 3425,0 1-1,0-1 1,0 0-1,-1 0 1,1-1-1,0 1 1424,6-6-3045</inkml:trace>
  <inkml:trace contextRef="#ctx0" brushRef="#br0" timeOffset="370.73">41 227 13696,'-41'-3'7999,"84"1"-3666,45-2-6735,12-6-7848,-58 5 6602</inkml:trace>
  <inkml:trace contextRef="#ctx0" brushRef="#br0" timeOffset="1161.78">650 69 12416,'-6'-1'841,"0"1"866,0-1 0,0 0 0,0 0 0,-3-2-1707,5 0 3563,6-5-1473,-1 7-2074,0-1 11,0 0 1,0 1-1,1-1 0,-1 1 1,0 0-1,1-1 1,-1 1-1,1 0 0,-1 0 1,1 0-1,0 0 1,-1 0-1,1 0 0,1 0-27,30-10 67,-26 9-58,7-3-42,1 2 1,-1-1 0,1 2 0,0 0 0,7 1 32,-15 1 14,0 0 1,0 0-1,1 1 0,-1 0 0,0 0 1,0 1-1,0 0 0,-1 0 0,1 0 1,0 1-1,-1 0 0,3 2-14,-7-4 18,0 1 0,0-1-1,0 1 1,-1-1 0,1 1 0,0 0-1,-1 0 1,1-1 0,-1 1-1,1 1 1,-1-1 0,0 0 0,0 0-1,0 0 1,0 0 0,0 1-1,-1-1 1,1 1 0,-1 1-18,1 3 45,-1-1 0,0 1 1,0-1-1,-1 1 0,0 0 0,-1 2-45,-1 5 19,-1-1 0,0 0 0,0 0 0,-2-1 0,1 1 0,-2-1 0,1 0 1,-2-1-1,0 0 0,-8 10-19,-11 7 20,0-1 1,-2-1 0,-6 2-21,10-7 25,8-6-40,-1-1 0,-1-1 1,0 0-1,-17 7 15,31-18-35,1 0-1,-1 1 1,1-1 0,0 1-1,0 0 1,0 0 0,0 0-1,-2 3 36,6-5-6,0-1 0,-1 0 0,1 0 0,0 1 0,0-1-1,0 0 1,0 0 0,0 1 0,0-1 0,0 0 0,0 0 0,0 1-1,0-1 1,1 0 0,-1 0 0,0 1 0,0-1 0,0 0 0,0 0-1,0 1 1,0-1 0,0 0 0,1 0 0,-1 0 0,0 1 0,0-1-1,0 0 1,1 0 0,-1 0 0,0 0 0,0 1 0,0-1 0,1 0 0,-1 0-1,0 0 1,0 0 0,1 0 0,-1 0 0,0 0 0,0 0 0,1 0-1,-1 1 7,13 3-67,-13-4 62,37 6-59,27 3 64,2-1-91,-28-3-905,0-1 0,3-2 996,-10-2-4141,16-2 4141,-35 0-1561,0 0 0,0-1 0,0 0-1,0 0 1,0-2 0,-1 1 0,0-2 0,3-1 1561,-5 2-771,0-1 0,0 0 0,-1 0-1,0 0 1,4-5 771,-8 6 1105,0 1 0,0-1-1,-1 0 1,1 0 0,1-3-1105,-4 3 1168,1 0 0,-1 0 0,0 1 1,0-1-1,0 0 0,-1 0 0,0 0 1,0 0-1,0 0 0,0 0 0,-1-2-1168,0-11 2035,-1-14-407,2 25-1494,-1-1 0,1 1-1,0 0 1,1 0 0,-1 0 0,1-1-1,1 1 1,0-1-134,1 0 27,0 0 1,0-1-1,1 1 0,0 0 0,1 1 0,0-1 1,0 1-1,6-6-27,2-2 2,2 2 0,0-1 0,10-6-2,-19 15 12,2 1 0,-1-1 0,0 1 0,1 1 0,0-1 0,0 1-1,0 1 1,0 0 0,0 0 0,1 0 0,-1 1 0,1 0 0,-1 0 0,2 1-12,-3 0 37,0 1 0,0 0 1,-1 0-1,1 0 0,0 0 0,0 1 1,0 1-1,-1-1 0,0 1 0,1 0 1,-1 0-1,0 1 0,0-1 0,0 2 1,-1-1-1,0 0 0,3 4-37,1 2 68,1 0-1,-2 1 1,0 0-1,0 1 1,-1 0 0,0 0-1,-1 1 1,-1-1-1,0 1 1,0 2-68,-3-7 46,0 0 0,-1 0 0,0 0-1,0 0 1,-1 0 0,0 0 0,0 0 0,-1 1 0,0-1 0,0 0 0,-1 0 0,0-1-1,-1 1 1,0 0 0,0-1 0,0 1 0,-4 4-46,2-4 32,-1 1-1,0-1 0,-1 0 1,0-1-1,0 1 1,-1-1-1,-7 5-31,-4 2 98,-1-1 0,-15 6-98,16-9 5,-1 0 0,-1-2 0,1 0 0,-1-1 0,-22 3-5,32-7-59,-1-2 1,0 1-1,0-2 1,1 1-1,-1-2 1,0 1-1,0-2 1,0 0-1,1 0 1,-1-1-1,-5-2 59,13 3-125,-1 0 0,1 0-1,0 0 1,1 0 0,-1-1 0,0 0-1,1 1 1,-1-1 0,1-1-1,0 1 1,0 0 0,0-1-1,1 1 1,-1-1 0,1 0-1,0 0 1,0 0 0,0 0-1,0 0 1,1-1 0,0 1-1,0 0 1,0-1 0,0 1-1,1-4 127,-1-5-1161,1 1 0,0 0 0,1 0 1,1 0-1,0-1 0,0 2 1,1-1-1,4-8 1160,15-29-4202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1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1079 7424,'-4'0'2142,"-2"0"1905,6 0-4016,0 0-1,0 0 1,0 0-1,-1 0 1,1 0-1,0 0 1,0 0-1,0 0 1,0 0-1,0 0 1,0 0-1,0 0 1,0 0-1,0 0 1,0 0-1,0 0 1,0 0-1,0 1 1,0-1-1,0 0 1,0 0-1,0 0 1,0 0 0,0 0-1,0 0 1,0 0-1,0 0 1,0 0-1,0 0 1,0 0-1,0 0 1,0 0-1,0 1 1,0-1-1,0 0 1,0 0-1,0 0 1,0 0-1,0 0 1,0 0-1,0 0 1,0 0-1,0 0 1,0 0-1,0 0 1,0 0-1,1 0 1,-1 0-1,0 0 1,0 0-1,0 0 1,0 0-1,0 1 1,0-1-1,0 0 1,0 0-1,0 0 1,0 0-1,0 0 1,0 0-1,0 0 1,0 0-1,1 0 1,-1 0-1,0 0 1,0 0-1,0 0 1,0 0-1,0 0 1,0-1-31,0 1 66,0 1 1,0-1-1,0 0 1,0 0-1,0 0 0,0 0 1,0 0-1,0 0 1,0 0-1,0 0 0,1 0 1,-1 0-1,0 0 1,0 0-1,0 0 0,0 0 1,0 0-1,0 0 1,0 0-1,0 0 1,0 0-1,0 0 0,0 0 1,0 0-1,0 0 1,0 1-1,0-1 0,0 0 1,0 0-1,0 0 1,0 0-1,0 0 1,0 0-1,0 0 0,0 0 1,0 0-1,0 0 1,0 0-1,0 0 0,-1 0 1,1 0-1,0 0 1,0 0-1,0 0 0,0 0 1,0 0-1,0 0 1,0 0-1,0 0 1,0 1-1,0-1 0,0 0 1,0 0-1,0 0 1,0 0-1,0 0 0,0 0 1,0 0-1,0 0 1,0 0-1,0 0 1,0 0-1,-1 0 0,1 0 1,0 0-1,0 0 1,0 0-1,0 0 0,0 0 1,0 0-67,-7 1 2736,-8-1-479,23 0-1959,0-1 0,0-1 1,0 0-1,0 0 0,0 0 0,-1-1 0,1 0 0,6-4-298,13-8 202,21-15-202,55-43 312,22-26-312,-32 23 178,43-22-178,56-33 139,8-5 138,-159 109-134,-1-3-1,-1-1 0,29-31-142,-60 52-392,1-1 0,-1 0 0,-1-1 392,-3 6-893,1-6-3234,-5 4-1752,0 4 2685,0 3-800</inkml:trace>
  <inkml:trace contextRef="#ctx0" brushRef="#br0" timeOffset="755.85">1568 224 8576,'-1'0'364,"1"-1"-1,-1 1 1,1-1 0,0 0 0,-1 1 0,1-1 0,0 1 0,-1-1-1,1 0 1,0 1 0,0-1 0,0 1 0,-1-1 0,1 0 0,0 1-1,0-1 1,0 0 0,0 1 0,0-1 0,0 0 0,1 1 0,-1-1-1,0 0 1,0 1 0,0-1 0,1 0 0,-1 1 0,0-1 0,0 1 0,1-1-364,12-20 4059,15-10-2987,2 2 0,24-20-1072,-40 38 25,1 1-1,0 0 1,1 1-1,0 1 0,0 0 1,6-1-25,-16 7 13,0 0 0,-1 1 1,1-1-1,0 1 1,0 0-1,0 1 0,0 0 1,0 0-1,0 0 0,-1 0 1,1 1-1,0 0 0,0 0 1,0 1-1,-1 0 0,1 0 1,-1 0-1,1 0 0,-1 1 1,0 0-1,1 1-13,0 0 59,-1 1 0,0-1 1,0 1-1,-1 0 0,1 0 1,-1 1-1,0-1 0,-1 1 0,1 0 1,-1 0-1,0 0 0,-1 0 1,1 1-1,-1-1 0,0 1 0,-1-1 1,0 1-1,0 0 0,0-1 0,-1 1 1,0 0-1,0 0 0,-1 0 1,0-1-1,0 1 0,-2 6-59,-1-5 43,0 0 0,0 1 0,-1-1-1,0-1 1,0 1 0,-1-1 0,1 0 0,-2 0-1,1-1 1,-1 1 0,0-2 0,-1 1 0,1-1-1,-1 0 1,0 0 0,0-1 0,-6 2-43,-12 4 52,-1 0-1,-1-2 1,1-1 0,-1-1 0,-5-1-52,9-2 0,0 0 0,0-2 0,0-1 0,-18-2 0,39 2-25,0-1 0,0 1 0,0-1 1,0 1-1,0-1 0,1 0 0,-1 0 1,0-1-1,0 1 0,1 0 0,-1-1 0,1 0 1,-1 1-1,1-1 0,0 0 0,-1 0 0,0-2 25,2 2-101,-1 0 0,1 0 0,0 0 0,0 0 0,0 0 0,0 0 0,0 0 0,0-1 0,0 1 0,1 0-1,-1-1 1,1 1 0,0 0 0,-1-1 0,1 1 0,0 0 0,1-1 0,-1 1 0,0 0 0,1-1 0,-1 1 0,1 0-1,0-1 1,-1 1 0,1 0 0,0 0 0,2-2 101,2-6-1209,1 0 1,0 1-1,1-1 0,0 1 0,1 0 1209,9-9-2328,0 1-1,1 1 0,1 0 0,1 1 2329,-6 5-1218,53-41-2840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15.66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3 448 6144,'-3'-2'7065,"4"4"-2780,9 4-1475,-6-4-2719,-1-1-1,1 1 1,-1-1-1,1 0 1,0 1-1,0-2 1,0 1-91,42-2 2016,18-5-2016,-53 4 43,15 1 429,23 1-472,19-1 568,95-17-19,-54 13-234,15-2-22,-115 5-267,16-1 13,1 1 0,-1 1 1,11 1-40,-6 1 16,1-2 1,-1-1 0,7-1-17,23-3 137,58-3 43,46-2-99,-71 4 215,0-5-296,81-6 216,-37 6-275,-31 7 59,97-4 0,-44 5 0,2-5 99,-134 7-96,518-49 509,-373 32-605,29-2 266,123-1-99,-169 7-10,-18 0-5,35 8 53,-43 1 256,3-5-368,229-12 125,-341 22-106,392-23 130,-58 11-150,-58 5 13,-275 6 15,66-2-60,33 3 33,96 0 162,-74-2-73,-74 0 39,30-6-128,35-2 101,132 5 97,-162 5-150,13-5-48,-85 0 16,-24 4-11,0 0 0,0 1 1,1 0-1,4 0-5,120-3 0,-50 1 0,-61 1 43,0 2 1,19 1-44,1 0 36,318-1 193,-359 0-277,0 0-277,0 0-155,0 0-784,0 0-256,2 0-3099,0 0 3650,1 1-6125,6 2 3094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8.09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 3326 7040,'0'0'148,"0"0"0,0 0 0,0 0 0,-1 0 0,1 0 0,0 0 1,0 0-1,0 0 0,-1 0 0,1 0 0,0 0 0,0-1 0,0 1 0,-1 0 0,1 0 0,0 0 1,0 0-1,0 0 0,0 0 0,-1 0 0,1-1 0,0 1 0,0 0 0,0 0 0,0 0 0,0 0 1,0-1-1,0 1 0,-1 0 0,1 0 0,0 0 0,0-1 0,0 1 0,0 0 0,0 0 0,0 0 1,0-1-1,0 1 0,0 0 0,0 0 0,0 0 0,0-1-148,5-12 2513,-3 8-2116,1 1-1,0-1 0,0 1 0,0 0 0,1 0-396,1-3 512,1-1 0,-2 1 0,1-1 0,-1 0 0,3-7-512,0 1 475,38-81 2762,23-73-3237,-51 129 441,1 0 1,12-17-442,-18 33 114,55-92 380,7-12-81,60-117 482,-75 145-350,31-35-545,-73 111 47,6-9 55,0-1-1,9-22-101,16-36 104,69-124 175,-85 164-229,1 1 0,3 2 1,8-5-51,80-78 156,-51 55 290,17-26-446,102-148 54,-132 183 164,56-49-218,-77 82 46,2 2 0,13-7-46,27-20 68,-28 13 158,8-11-226,-52 48-2,17-19-20,-1-1-1,3-5 23,15-20-56,8-9 56,39-63 0,-67 94-16,-19 27-179,3-4-482,-5 3-3485,8 0-4345,0 1 3142,7-4 1504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9.70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1 163 6656,'0'-10'5834,"-1"10"-4295,1-4 1311,1 0-308,2 6-1926,-3-2-532,1 0 0,0 0 0,-1 1 0,1-1 1,0 0-1,-1 0 0,1 0 0,0 0 0,-1 0 1,1 0-1,0 0 0,-1 0 0,1 0 0,0 0 1,-1 0-1,1 0 0,0-1 0,-1 1 0,1 0 1,0 0-1,-1-1 0,1 1 0,0-1 0,-1 1 0,1-1-84,1 0 248,7-1 66,0 1 0,-1-1 0,1 2 0,0-1 0,3 1-314,23-2 312,-12-1-155,1 1-86,-1-1 0,2-2-71,14-3 121,-1 3-1,25-1-120,-24 3 127,38-1 131,57 5-258,32 0 126,362-6 146,-90 7 346,-231-3-409,20-3 52,-49-5-169,45-1-13,207 0 98,-240 3 40,-136 6-163,197-9 95,97-3 139,-88 6-245,-67 3 191,-140 2-131,203-10 77,-197 10 43,22 4-223,-5-1 81,-71-1-184,-1 1 0,0-2 1,1 1-1,-1 0 0,1-1 1,-1 0-1,0 0 0,4-1 103,-19 3-10490,1 3 6128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2.31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 30 6144,'-6'-8'2193,"6"8"-2107,-1 0-1,1 0 1,0 0 0,0 0 0,0 0-1,0 0 1,-1-1 0,1 1 0,0 0 0,0 0-1,0 0 1,0 0 0,0 0 0,0-1-1,0 1 1,-1 0 0,1 0 0,0 0 0,0 0-1,0-1 1,0 1 0,0 0 0,0 0 0,0 0-1,0-1 1,0 1 0,0 0 0,0 0-1,0 0 1,0 0 0,0-1 0,0 1 0,0 0-1,0 0 1,0 0 0,0-1 0,0 1-1,1 0 1,-1 0 0,0 0 0,0 0 0,0-1-1,0 1 1,0 0 0,0 0-86,33-6 5034,-26 4-4457,0 0 0,-1 1-1,1-1 1,0 2 0,0-1 0,0 1 0,2 0-577,-2 1 252,0 0 1,0 1-1,-1 0 0,1 0 1,-1 1-1,1-1 1,-1 1-1,4 4-252,6 3 494,0 2 1,5 5-495,14 11 656,-6-4-324,0 1 1,5 8-333,0 0 220,8 4-220,6-1 211,1-3 1,26 12-212,-24-15 180,0 2 1,21 21-181,-58-42 10,20 16 25,0 1-1,-2 2 1,-2 2 0,18 22-35,-46-51 0,22 29 0,1-1 0,10 8 0,-1-6 88,2-2-1,1-1 1,1-2-1,2-1 1,7 1-88,44 22 44,-40-23-11,-1 1 0,-2 3 0,0 2 0,0 5-33,-15-10 66,-1 2 1,10 13-67,3 8 108,3-3-1,3-1 1,1-3 0,1-2-1,21 9-107,-37-26 42,171 103 258,-85-56-124,-2 4 0,104 88-176,-129-81 54,12 9-39,-31-30-13,26 21-5,-80-66 34,2-1-1,-1-2 1,17 7-31,36 15 138,67 43-138,-70-30 40,-3 3 0,-2 3 0,-2 3 0,8 14-40,-48-46 62,1-2 0,1-1 0,32 18-62,99 51 13,-98-60 11,-3 3 1,0 3-1,16 16-24,-35-20 80,-1 2 0,-1 1 0,31 43-80,-40-46-6,1-1 0,2-1 0,1-1 0,1-2 0,2-2 0,1-1 0,9 4 6,160 100 218,-178-111-124,8 8-94,-18-12 116,2-1 1,0 0-1,13 5-116,-26-16 76,-6-3-70,0 0-1,-1 1 0,1-1 0,0 0 1,-1 0-1,1 1 0,-1-1 0,1 0 1,0 1-1,-1-1 0,1 1 0,-1-1 1,1 1-1,-1-1 0,1 1 0,-1-1 1,1 1-1,-1 0 0,0-1 0,1 1-5,0 0-19,-1 0-1,1-1 0,0 1 0,-1 0 0,1-1 0,0 1 0,0-1 0,-1 1 0,1-1 0,0 1 1,0-1-1,0 0 0,0 1 0,0-1 0,0 0 0,0 0 0,0 0 0,0 1 20,9-2-3334,-4-3-5459,-3 0 4314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4.50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11 2267 6528,'-3'0'828,"3"0"-747,0 0 0,0 0 0,0 0 0,-1 0 0,1 0 0,0 0 0,0 0 0,0 1 0,-1-1-1,1 0 1,0 0 0,0 0 0,-1 0 0,1 0 0,0-1 0,0 1 0,0 0 0,-1 0 0,1 0-1,0 0 1,0 0 0,0 0 0,-1 0 0,1 0 0,0 0 0,0 0 0,0-1 0,-1 1 0,1 0-1,0 0 1,0 0 0,0 0 0,0-1 0,0 1 0,0 0 0,-1 0 0,1 0 0,0-1 0,0 1 0,0 0-1,0 0 1,0 0 0,0-1 0,0 1 0,0 0-81,1 0 537,0 1 1,-1-1-1,1 0 0,0 0 0,0 0 1,0 1-1,0-1 0,0 0 1,0 0-1,0 0 0,0-1 0,0 1 1,-1 0-1,1 0 0,1-1-537,1 1 522,1 0-1,0-1 0,-1 0 1,1 0-1,-1 0 0,1-1 1,-1 1-1,0-1 1,2 0-522,17-18 653,-1-1 0,-2-1 1,0 0-1,9-15-653,61-103 457,-2 3-285,44-33-4,-63 86-90,51-78 50,-35 47 10,134-163 203,-216 275-338,204-254 293,-22 6 45,-158 213-316,206-288 494,-179 250-492,-37 52-16,2-5 101,-18 29-115,1 0-1,-1 0 1,0-1 0,0 1 0,0 0 0,1 0-1,-1-1 1,0 1 0,0 0 0,0-1 0,0 1-1,0 0 1,1-1 0,-1 1 0,0-1 0,0 1-1,0 0 1,0-1 0,0 1 0,0 0 0,0-1 0,0 1-1,0 0 1,0-1 0,-1 1 0,1 0 0,0-1-1,0 1 1,0 0 0,0-1 3,-1 0-166,2-18-16644,6 10 13120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9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153 163 5888,'-1'-2'582,"0"-1"0,0 1 0,1-1 1,-1 1-1,1-1 0,-1 0 0,1 1 0,0-1 0,0 1 1,0-1-1,1 0 0,-1 1 0,1-1 0,-1 1 1,1-1-1,0 0-582,3-23 3367,1-26 553,-7 49-3220,-2 7-356,-3 8-183,-1 8-88,1 1 0,1-1 0,1 1-1,-1 12-72,1-12 61,-50 275 174,18-124 58,19-75 977,17-94-1091,2-4-85,1-11-48,1-4-8,32-161-108,35-158 87,-57 278-89,-6 21-68,3 1 0,5-14 140,-13 44-12,0 1 0,0 0 1,0 0-1,0 0 1,0 0-1,3-3 12,-4 7 0,-1-1 0,1 1 0,-1-1 0,1 0 0,0 1 0,-1-1 0,1 1 0,-1-1 0,1 1 0,0 0 0,-1-1 0,1 1 0,0 0 0,0-1 0,-1 1 0,1 0 0,0 0 0,0 0 0,-1-1 0,1 1 0,0 0 0,0 0 0,-1 0 0,1 0 0,0 0 0,0 1 0,-1-1 0,1 0 0,0 0 0,0 0 0,-1 1 0,1-1 0,0 0 0,0 1 0,-1-1 0,1 1 0,-1-1 0,1 1 0,0-1 0,-1 1 0,1-1 0,6 8 2,1 0 0,-1 1 0,0 0 0,-1 0 0,0 0-1,-1 1 1,2 3-2,9 22 83,3 16-83,-15-42 11,23 61 84,40 117 18,-49-134-165,-7-22-1405,7 30 1457,-12-36-998,3 13-1691,-7-12-2408,-3-20 1727,-1-11-951,2-3 1351</inkml:trace>
  <inkml:trace contextRef="#ctx0" brushRef="#br0" timeOffset="369.82">156 360 10880,'-35'24'6810,"35"-24"-6695,0 0 0,0 0 0,0 0-1,-1 0 1,1 0 0,0 0 0,0 1 0,0-1-1,0 0 1,0 0 0,-1 0 0,1 0 0,0 0-1,0 1 1,0-1 0,0 0 0,0 0 0,0 0-1,0 0 1,0 0 0,0 1 0,0-1 0,0 0-1,-1 0 1,1 0 0,0 1 0,0-1 0,0 0-1,0 0 1,0 0 0,0 0 0,0 1 0,1-1 0,-1 0-1,0 0 1,0 0 0,0 0 0,0 1 0,0-1-1,0 0 1,0 0 0,0 0 0,0 0 0,0 1-1,1-1 1,-1 0 0,0 0-115,11 7 2117,-7-5-2077,1-1 1,-1 0-1,0 0 0,0 0 0,1 0 1,1-1-41,39-1-534,3-3 534,-2 0-7728,4 2 7728,-27 2-5343,0 0 1727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00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340 136 10496,'-2'-24'5348,"1"19"-4077,1-1-1,0 1 1,-1 0-1,0 0 1,-1-1-1,1 0-1270,0 5 114,0-1-1,1 1 1,-1-1 0,0 1-1,0 0 1,0-1-1,0 1 1,0 0 0,0 0-1,0 0 1,-1 0 0,1 0-1,0 0 1,0 0 0,-1 0-1,1 0 1,-1 1 0,1-1-1,-1 0 1,1 1 0,-1-1-1,-1 1-113,-2-1 28,-1 0-1,0 0 1,0 1-1,0 0 1,0 0 0,0 0-1,0 1 1,1 0-1,-1 0 1,0 0-1,0 1 1,1 0 0,-1 0-1,-2 2-27,-1 1 3,0 0 0,1 0 0,0 1 0,0 0 1,1 0-1,0 1 0,0 0 0,-5 6-3,-3 7 17,0 0 0,2 0 0,0 2 1,2-1-1,0 2 0,0 2-17,-1 8 18,2-1 0,1 2 1,1-1-1,1 5-18,5-25 22,1-1 0,0 1 0,1-1-1,1 1 1,0-1 0,0 1 0,3 7-22,-3-14 16,1 0 0,-1 0 0,2 0 1,-1 0-1,0 0 0,1 0 0,0-1 0,1 1 0,-1-1 0,1 0 0,0 0 0,0 0 0,1-1 0,-1 1 1,5 2-17,-2-3-3,1 1 0,0-1 1,1-1-1,-1 1 0,1-1 1,-1-1-1,1 0 0,0 0 1,0-1-1,0 0 0,0 0 1,0-1 2,16 0-703,-1-1 1,0-1 0,21-5 702,-20 2-1914,0-1 1,-1-1 0,11-5 1913,33-17-8628,-41 16 4970</inkml:trace>
  <inkml:trace contextRef="#ctx0" brushRef="#br0" timeOffset="2399.8">686 84 10624,'-21'-20'6613,"18"18"-5010,3 2-641,0 0-879,0 0 0,0 0 1,0 0-1,0 0 0,0-1 0,1 1 0,-1 0 0,0 0 0,0 0 0,0 0 0,0 0 0,0 0 0,0 0 0,1 0 0,-1 0 0,0 0 0,0 0 0,0 0 0,0-1 0,0 1 1,0 0-1,0 0 0,0 0 0,0 0 0,1 0 0,-1 0 0,0-1 0,0 1 0,0 0 0,0 0 0,0 0 0,0 0 0,0 0 0,0-1 0,0 1 0,0 0 0,0 0 0,0 0 1,0 0-1,0 0 0,0-1 0,0 1 0,0 0 0,0 0 0,-1 0 0,1 0 0,0 0-83,5 104 2347,0-39-2321,5 48-153,23 101 127,-23-158-481,-8-48-475,0 1 0,1-1 0,0 0 0,1 2 956,-3-8-3833,1-5 1843,-1-10-2880,-1-3 1596</inkml:trace>
  <inkml:trace contextRef="#ctx0" brushRef="#br0" timeOffset="2767.35">568 92 13696,'-24'-8'9397,"35"7"-9134,0 0 0,0-1 1,0 0-1,0-1 1,2 0-264,34-8-53,-25 8 71,0 1 0,0 1 0,0 1 0,0 1 0,0 1 0,0 1 1,11 3-19,-25-4 13,0 0 0,-1 1 0,1 0 0,0 0 0,-1 1 0,0 0 0,0 0 0,0 0 0,0 1 0,-1 0 0,1 0 0,-1 1 0,-1 0 0,1 0 0,-1 0 0,0 1 0,0 0 0,-1 0 0,0 0 0,0 0 0,0 4-13,0 0 20,0 0 0,-1 0 0,-1 0 1,0 0-1,0 0 0,-1 1 1,0-1-1,-1 1 0,-1-1 1,0 3-21,-1 1 47,-1 0 0,0-1 1,-1 1-1,-1-1 0,-1 1 1,1-2-1,-5 7-47,-1 0-10,-1-1 1,-1 1-1,-1-2 0,-1 0 0,0-1 1,-2 0-1,1-2 0,-2 0 1,0 0-1,-4 0 10,10-7-600,0-1 0,-1 0 0,0-1 0,0 0 0,-1-1 0,-5 0 600,18-4-343,-1 0-1,0-1 0,0 0 1,0 0-1,0 1 1,1-1-1,-1 0 1,0 0-1,0-1 1,0 1-1,0 0 1,0-1-1,1 1 1,-1-1-1,0 1 1,0-1-1,1 0 1,-1 0-1,0 0 1,1 0-1,-1 0 1,0-1 343,-9-12-3637</inkml:trace>
  <inkml:trace contextRef="#ctx0" brushRef="#br0" timeOffset="3215.45">1201 121 9088,'-5'-6'1441,"-9"-5"3400,12 11-1015,3 4-203,0 9-1909,-2 55-1250,0-7 394,5 31-858,-3-76 12,1 0 0,1 0 0,1-1 0,0 1-1,1-1 1,1 0 0,0 0 0,1-1 0,8 14-12,-11-23 8,0-1 0,0 1 0,0-1 0,0-1 0,1 1 0,0 0 1,0-1-1,0 0 0,0 0 0,0-1 0,0 1 0,1-1 0,-1 0 0,1-1 0,0 1 0,-1-1 0,1 0 1,0-1-1,0 0-8,13 1-377,0 0 1,0-2 0,0-1-1,0 0 1,4-2 376,75-17-3956,-33 3-3928,-42 13 4354</inkml:trace>
  <inkml:trace contextRef="#ctx0" brushRef="#br0" timeOffset="3570.56">1219 455 12800,'-32'9'4735,"32"-9"-3679,-10 8 416,7-8 256,6 0-1056,2-3-64,4-2-384,9-7-192,6 4-64,3-13 96,5 1-32,-5-8-1088,5 7 608,-5-2-3104,1 3 1984,-1-9-4639,-5 12 3455</inkml:trace>
  <inkml:trace contextRef="#ctx0" brushRef="#br0" timeOffset="3918.62">1177 193 10752,'-33'0'3509,"31"0"-3335,1 0-1,0 0 1,-1 0 0,1 0-1,-1 0 1,1 0 0,0 0-1,-1 0 1,1 1 0,-1-1-1,1 1 1,0-1 0,0 1 0,-1-1-1,1 1 1,0 0-174,-4 2 677,-7 3 2532,12-5-3128,0-1-1,0 0 0,0 0 1,0 0-1,0 0 1,0 0-1,1 0 0,-1 0 1,0 0-1,0 0 1,0 0-1,0 0 1,0 0-1,0 0 0,0 0 1,0 0-1,0 0 1,0 0-1,0 0 1,0 0-1,0 0 0,0 1 1,0-1-1,0 0 1,0 0-1,0 0 1,0 0-1,0 0-80,6-3 183,1 1 0,-1 0 0,1 0 0,5 0-183,16-5 228,93-33-2189,-61 18-2093,2 3 0,53-9 4054,-56 21-3637</inkml:trace>
  <inkml:trace contextRef="#ctx0" brushRef="#br0" timeOffset="4257.93">2170 63 9984,'-22'-2'3285,"15"-1"-1786,4 0-346,0 1 0,0-1 0,0 1 1,0 0-1,-1 0 0,0 0-1153,0 0 621,-1 0-1,1 0 0,-1 1 1,0-1-1,-1 1-620,1 0 42,0 1 1,1-1-1,-1 1 0,0 0 1,0 0-1,0 1 0,0-1 1,0 1-1,1 0 1,-1 1-1,0-1 0,1 1 1,-1 0-1,1 0 0,-1 0 1,1 1-1,0-1 1,0 1-1,-3 2-42,-10 11 9,1 1 0,1 0 0,0 2 0,1-1 0,1 2 0,0 0 0,0 3-9,-9 22-61,1 1 0,-11 38 61,29-74 0,0 0 1,0 0-1,1 1 0,0-1 0,1 1 0,0-1 1,1 1-1,0 4 0,1-9 12,0 0 0,0 0 0,0 0 0,1 0 0,-1 0 0,2 0 0,-1 0 0,0 0 1,1-1-1,0 0 0,1 1 0,-1-1 0,1 0 0,3 3-12,-3-5 11,0 1 1,0-1-1,1 1 1,-1-1-1,1-1 1,0 1-1,0-1 1,0 0-1,0 0 1,0 0-1,1 0 1,-1-1 0,1 0-1,-1 0 1,0-1-1,1 0 1,0 1-1,-1-2 1,4 1-12,4-2 26,0 0 1,-1 0 0,1-1-1,0-1 1,-1 0 0,0 0-1,8-5-26,-15 6 6,0 0 0,0 0-1,-1 0 1,1-1 0,-1 0-1,0 0 1,0 0 0,0 0 0,-1-1-1,1 0 1,-1 1 0,0-1-1,-1 0 1,1-1 0,-1 1-1,0 0 1,0-1 0,0 0-6,0-3 19,0 0 0,0 0 0,-1 0 0,0 0 0,-1 0 0,0-1 0,0 1 0,-1 0 0,0 0 1,-2-8-20,3 38 234,1-1 1,2 14-235,2-13-391,1 0 1,0 0 0,11 19 390,-11-26-2033,1 0 0,1-1 1,6 8 2032,0-5-3343,-1-11-1698,0-5 1500</inkml:trace>
  <inkml:trace contextRef="#ctx0" brushRef="#br0" timeOffset="4724.36">2485 455 12544,'-20'5'4042,"7"1"-291,11-3-2041,5-3 1570,2-2-3176,0 0 1,1 1-1,-1-1 0,1 1 0,4 0-104,12-3-334,48-16-3413,-51 13-2942,0 0 0,10-7 6689,-12 9-3365</inkml:trace>
  <inkml:trace contextRef="#ctx0" brushRef="#br0" timeOffset="5076.49">2453 250 15616,'-27'0'5791,"27"0"-4511,-10 4 224,6-4-192,8 0-864,1 0-224,8 0-160,11-4-160,3-1 64,10-3-960,3 1 544,0-6-4480,2 9 2720,-1-4-5183,-1 4 4191</inkml:trace>
  <inkml:trace contextRef="#ctx0" brushRef="#br0" timeOffset="21497.09">3003 217 7424,'-1'0'221,"0"0"1,0 0-1,0 0 1,1 0 0,-1 0-1,0 0 1,0 0-1,0 0 1,1-1-1,-1 1 1,0 0-1,0 0 1,1-1 0,-1 1-1,0 0 1,1-1-1,-1 1 1,0-1-1,1 1 1,-1-1 0,0 1-1,1-1 1,-1 1-1,1-1 1,-1 0-1,1 1 1,-1-1-1,1 0 1,0 1 0,-1-1-1,1 0 1,0 0-1,0 1 1,-1-1-1,1 0 1,0 0-1,0 0 1,0 1 0,0-1-1,0 0 1,0 0-1,0 0 1,0 1-1,0-1 1,0 0-1,1 0-221,2-10 843,1 1-1,0-1 0,1 1 0,1 0 0,-1 0 0,7-8-842,-5 10 125,0-1-1,0 2 1,1-1-1,-1 1 0,2 0 1,-1 1-1,1-1 0,0 2 1,0-1-1,0 2 1,9-4-125,-12 5 15,9-3 58,0 0-1,1 1 1,0 1-1,5 0-72,-18 3 31,1 0 0,0 1 0,0-1 0,-1 1 0,1 0 0,0 1 0,-1-1 0,1 0-1,0 1 1,-1 0 0,1 0 0,0 0 0,-1 0 0,0 1 0,1-1 0,-1 1 0,0 0 0,0 0-1,0 0 1,0 1 0,2 1-31,-3-1 17,0 0 0,0 0-1,0 0 1,-1 0 0,1 0-1,-1 0 1,0 1-1,0-1 1,0 0 0,0 1-1,-1-1 1,1 1 0,-1-1-1,0 1 1,0-1 0,0 1-1,-1 1-16,0 8 14,-1 1 1,-1 0-1,-3 9-14,-3 3 51,-1 1 0,0-2 0,-2 0 0,-1 0 0,-2-1 0,0-1 0,-5 6-51,-18 18 120,-1-1 0,-37 31-120,52-55 24,-1-1 0,-18 11-24,43-32 0,-2 2-24,1-1 0,-1 1 1,0-1-1,0 0 1,0 0-1,-1 0 0,1 0 1,0 0-1,0 0 1,0 0-1,-1-1 0,1 1 1,0-1-1,-2 0 24,1-1-98,7-1-21,10-2-42,1 2 150,0 2 1,0 0 0,0 1 0,8 1 10,62 12-208,-58-8 14,-16-4-48,32 5-2745,3-1 2987,-31-4-1888,-1-2 1,1 0 0,-1 0-1,1-2 1,2 0 1887,15-3-3536</inkml:trace>
  <inkml:trace contextRef="#ctx0" brushRef="#br0" timeOffset="21966.66">3541 181 14464,'-15'0'4655,"14"0"-4565,1 0 1,0 0-1,0 0 0,-1 0 0,1 0 0,0 0 0,-1 0 0,1 0 0,0 0 0,0 0 0,-1 0 0,1 0 0,0 0 0,0 0 0,-1 0 0,1-1 0,0 1 0,0 0 1,-1 0-1,1 0 0,0 0 0,0-1 0,0 1 0,0 0 0,-1 0 0,1 0 0,0-1 0,0 1 0,0 0 0,0 0 0,0-1 0,-1 1 0,1 0 0,0 0 0,0-1 1,0 1-1,0 0 0,0 0 0,0-1 0,0 1 0,0 0 0,0 0 0,0-1 0,0 1-90,4-1 177,-1 0-1,1 0 1,-1 0-1,0-1 1,0 1-1,1-1 1,-1 0-1,1-1-176,24-12-9,-21 12 35,-1 1 0,1 0 0,0 1 0,0-1 0,0 1 0,0 0 0,0 1 0,0 0 0,0 0 0,0 0 0,0 1 0,0 0 0,-1 1 0,1-1 0,0 1 0,0 0 0,-1 1 0,1 0 0,-1 0 0,0 0 0,0 1 0,0 0 0,-1 0 1,1 0-1,-1 1 0,0 0 0,0 0 0,0 0 0,-1 1 0,0-1 0,0 1 0,0 0 0,-1 0 0,3 6-26,-4-5 32,1 0 1,-1 0 0,-1 0-1,1 0 1,-1 1-1,-1-1 1,1 1-1,-1-1 1,0 1 0,-1-1-1,0 0 1,0 1-1,-1-1 1,-1 4-33,-1 3 95,-1 0 1,0-1 0,-1 1-1,-1-1 1,0 0-1,-8 10-95,2-5 120,0-2 1,0 0-1,-2-1 0,0 0 0,-1-1 1,0 0-1,-1-2 0,0 0 0,-1-1 1,0 0-1,-16 5-120,29-14 12,0 0 0,-1 0 0,1-1-1,-1 1 1,1-1 0,-1 0 0,0-1 0,1 0 0,-1 0 0,0 0 0,0 0 0,1-1 0,-5-1-12,7 1-5,-1 0 0,1 0 1,0-1-1,0 0 0,0 1 1,0-1-1,0 0 0,0-1 1,1 1-1,-1 0 0,1-1 1,-1 0-1,1 1 1,0-1-1,0 0 0,0 0 1,1 0-1,-1 0 0,1 0 1,0-1-1,-1 1 0,1 0 1,0-2 4,-1-6-16,0 1 0,1 0 0,0-1 0,0 1 1,1-1-1,1-4 16,1-6-46,0 1 0,6-19 46,-1 12-464,1 1-1,1 0 1,1 0-1,13-22 465,-13 29-1864,2 0 0,0 1 0,14-16 1864,6 3-5803,4 4 1809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4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24 736 9216,'-4'-2'1300,"-11"-4"3171,15 6-4381,0 0 0,-1 0 0,1 0-1,0 0 1,0 0 0,0 0 0,0 0 0,-1 0 0,1 0 0,0 0 0,0 0-1,0 0 1,0 0 0,0 0 0,-1 0 0,1 0 0,0-1 0,0 1 0,0 0-1,0 0 1,0 0 0,0 0 0,-1 0 0,1 0 0,0 0 0,0-1 0,0 1-1,0 0 1,0 0 0,0 0 0,0 0 0,0-1 0,0 1 0,0 0 0,0 0-1,0 0 1,0 0 0,0-1 0,0 1 0,0 0 0,0 0 0,0 0 0,0 0-1,0-1 1,0 1 0,0 0 0,0 0 0,0 0 0,0 0 0,0 0 0,0-1-1,0 1 1,0 0 0,1 0 0,-1 0-90,3-11 3600,8-1-2959,0 1 1,1 0-1,7-3-641,0-2 257,36-26 409,16-8-666,6-4 140,146-100-36,-106 75-43,13-9-584,36-13 523,-120 74-638,11-5-1764,-19 15-2862,-32 14 97,-2 5 1631</inkml:trace>
  <inkml:trace contextRef="#ctx0" brushRef="#br0" timeOffset="1222.25">1350 31 8960,'-12'-12'4847,"8"6"-1898,6 7-148,-1-1-839,-1-3 2326,0 2-3093,0 3-774,-1 16-76,-1 1-1,-2 3-344,1 4 74,-2 19-103,2 1 1,2 1 28,2-13-2796,5 24 2796,-5-49-1108,1 0 0,0 0 1,0 0-1,3 5 1108,-4-11-648,0 0-1,0-1 1,1 1 0,-1-1-1,0 1 1,1-1-1,0 0 1,-1 1 0,1-1-1,0 0 1,0 0-1,0 0 1,1 0-1,-1-1 1,0 1 0,2 0 648,10 3-3552</inkml:trace>
  <inkml:trace contextRef="#ctx0" brushRef="#br0" timeOffset="1670.83">1582 71 15872,'-8'-3'8283,"12"-1"-4944,23-1-4017,-9 1 1130,-1 0-445,0 0-1,0 2 0,1 0 0,-1 0 0,0 2 0,1 0 0,-1 1 0,0 1 1,1 0-1,-1 1 0,6 3-6,-14-3 24,0 0 1,0 1-1,0 0 0,0 0 1,-1 1-1,0 0 0,0 0 1,0 1-1,6 6-24,-9-7 35,0 1 0,0 0 0,0 0 0,-1 1 0,0-1 0,0 1 0,0 0 0,-1 0 0,0 0 0,-1 0 0,1 1 0,-1-1 0,0 3-35,-2-6 35,1 0 0,-1 0 0,0 1-1,0-1 1,0 0 0,0 1 0,-1-1 0,1 0 0,-1 0 0,0 0 0,-1 0 0,1 0 0,-2 2-35,0 0 63,0 0 0,0-1 1,-1 1-1,0-1 1,0 0-1,-1 0 1,1 0-1,-3 1-63,-7 5 143,0 0 0,-1-1 0,-1-1 0,1-1 0,-1 0-1,-3 0-142,5-2 52,0-1-1,0 0 1,-1-1-1,1-1 1,-1 0-1,0-1 1,-1-1-52,6-1-6,0 0-1,0 0 1,0-1 0,0 0 0,0-1 0,0 0 0,0-1-1,1 0 1,-1 0 0,-5-4 6,10 5-64,0-1 0,0 0-1,1-1 1,-1 1 0,1-1-1,-1 0 1,1 0 0,1 0 0,-1-1-1,0 1 1,1-1 0,0 0 0,0 0-1,1 0 1,-1 0 0,1 0-1,0-1 1,0 1 0,1-1 0,0 1-1,0-1 1,0 0 0,1 0 0,-1-4 64,1 0-405,1 1 0,0-1 0,0 0 0,1 1 0,0-1 0,0 1 1,1 0-1,0 0 0,1 0 0,0 0 0,1 0 0,0 1 1,0 0-1,4-5 405,1 1-3000,0 0 0,7-4 3000,25-18-4213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4.025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119 700 6016,'-13'-19'5754,"15"20"-4670,-2-1-1003,0-1-1,0 1 0,0 0 1,0 0-1,0 0 1,0 0-1,0 0 0,0 0 1,0 0-1,0 0 1,0 0-1,0 0 0,0 0 1,0 0-1,0 0 1,0 0-1,0 0 0,0 0 1,0 0-1,0-1 1,0 1-1,0 0 0,0 0 1,0 0-1,0 0 1,0 0-1,0 0 0,0 0 1,0 0-1,0 0 1,0 0-1,0 0 0,0 0 1,0 0-1,0-1 1,0 1-1,0 0 0,0 0 1,0 0-1,0 0 1,0 0-1,0 0 0,0 0 1,0 0-1,0 0 1,0 0-1,0 0 0,0 0 1,0 0-1,0 0-80,-2-1 769,-1 1 1,1 0-1,-1-1 0,1 1 1,-1 1-1,1-1 0,-1 0 1,1 0-1,-1 1 0,0 0-769,-33 7 2227,29-6-1954,5-1-157,-1 0-1,1 0 1,-1 0-1,0 0 1,1-1-1,-1 1 0,0-1 1,1 0-1,-1 0 1,0 0-1,0 0 0,-2 0-115,5-1 25,0 1-1,0 0 0,0 0 0,0-1 0,0 1 0,0 0 0,0 0 0,0 0 0,0-1 1,0 1-1,0 0 0,0 0 0,1 0 0,-1-1 0,0 1 0,0 0 0,0 0 0,0 0 0,0-1 1,0 1-1,1 0 0,-1 0 0,0 0 0,0 0 0,0 0 0,0-1 0,1 1 0,-1 0 1,0 0-1,0 0 0,0 0 0,1 0 0,-1 0 0,0 0 0,0 0 0,1 0-24,13-10 253,-4 3-115,57-43 289,76-50-201,4 7 1,91-41-227,-138 84 137,2 4 1,2 5-1,1 4 0,34-4-137,-98 28 294,-39 12-621,-4 1-466,-11 2-1154,42 3-16084,-12-2 14095</inkml:trace>
  <inkml:trace contextRef="#ctx0" brushRef="#br0" timeOffset="2305.78">1625 134 10112,'-30'-20'7013,"29"20"-6865,1 0 0,-1 0 0,1-1 0,-1 1 1,1 0-1,-1-1 0,1 1 0,0 0 0,-1-1 0,1 1 1,-1-1-1,1 1 0,0-1 0,0 1 0,-1-1 0,1 1 1,0-1-1,0 1 0,-1-1 0,1 1 0,0-1 0,0 1 1,0-1-1,0 1 0,0-1 0,0 0 0,0 1 0,0-1 1,0 1-1,0-1 0,0 1 0,0-1 0,0 1 0,1-1 1,-1 0-1,0 1 0,0-1 0,1 1 0,-1-1 0,0 1 1,0 0-1,1-1 0,-1 1 0,1-1 0,-1 1-148,3-3 46,1 0-1,-1 1 1,0-1 0,1 1-1,3-2-45,-4 2 241,16-7-191,0 0-1,0 1 1,1 0 0,0 2 0,10-2-50,16-1 183,43-4-183,-35 10 191,-50 3-139,0 0-1,0 0 0,1 1 0,-1-1 1,0 1-1,0 0 0,0 0 0,0 1 0,0-1 1,4 3-52,-8-4 14,1 0 0,-1 1-1,1-1 1,-1 0 0,1 1 0,-1-1 0,1 1 0,-1-1 0,1 1 0,-1-1 0,0 1 0,1-1 0,-1 1 0,0-1 0,1 1 0,-1-1 0,0 1 0,0 0 0,1-1 0,-1 1 0,0-1 0,0 1 0,0 0 0,0-1 0,0 1 0,0 0 0,0-1 0,0 1 0,0 0 0,0-1 0,-1 1 0,1-1 0,0 1 0,0 0 0,0-1 0,-1 1 0,1-1 0,0 1-1,-1-1 1,1 1 0,-1-1 0,1 1-14,-2 2 21,-1-1 0,1 1 0,-1-1 0,0 1 0,1-1 0,-1 0-21,1-1 18,-91 63 88,60-43-152,0 1 0,1 2 0,-3 6 46,34-30-1,1 1 0,-1-1-1,0 1 1,0 0 0,1 0-1,-1-1 1,1 1 0,-1 0-1,1 0 1,-1-1-1,1 1 1,-1 0 0,1 0-1,0 0 1,-1 0 0,1 0-1,0 0 1,0 0 0,0 0-1,0 0 2,0 0-1,0-1-1,0 1 1,1 0-1,-1-1 0,0 1 1,1 0-1,-1-1 0,0 1 1,1 0-1,-1-1 1,1 1-1,-1-1 0,1 1 1,-1-1-1,1 1 0,0-1 1,-1 1-1,1-1 1,0 0-1,0 1 2,4 1-10,1 0 0,0 0 0,1 0 0,-1 0 0,4-1 10,-2 1-3,27 6-39,0 2-1,-1 1 0,6 4 43,-28-10 24,-1 1 1,0 1-1,0-1 0,0 2 1,3 3-25,-7-6 16,-1 1 0,0 0 0,0 0 0,-1 0 0,0 1 1,0 0-1,0 0 0,1 4-16,-4-8 3,-1 0 1,0 0 0,0 0-1,-1 0 1,1 0-1,-1 1 1,0-1-1,1 0 1,-1 0 0,0 0-1,-1 0 1,1 0-1,-1 0 1,1 1-1,-1-1 1,0 0 0,0 0-1,0 0 1,-1-1-1,1 1 1,-1 0-1,1 0 1,-1-1-1,0 1 1,-1 0-4,-2 3 11,0-1 1,0 1-1,-1-1 1,0 0-1,0 0 1,-1 0-1,1-1 0,-1 0 1,-5 2-12,-9 3-239,0 0 1,-1-2-1,0-1 0,0 0 1,-6-1 238,15-3-457,0 0 0,0-1 0,0-1 0,0 0 0,0-1 0,0 0-1,0-1 1,0-1 0,-11-3 457,21 5-337,-1 0 0,1 0-1,0 0 1,0-1 0,0 0-1,0 1 1,0-1-1,0 0 1,0 0 0,0-1-1,1 1 1,-1 0 0,1-1-1,0 0 1,0 0-1,0 1 1,0-1 0,0 0-1,1 0 1,-1-1 0,1 1-1,0 0 1,0-1 0,0 1-1,0 0 1,0-1-1,1 1 1,0-1 0,0 1-1,0-1 1,0-1 337,1-2-729,0 1-1,0 0 1,1 0 0,1-2 729</inkml:trace>
  <inkml:trace contextRef="#ctx0" brushRef="#br0" timeOffset="2738.19">2195 215 12160,'0'-1'487,"-1"0"0,1 0 1,-1-1-1,1 1 0,-1 0 1,1 0-1,0-1 0,-1 1 1,1 0-1,0-1 0,0 1 1,0 0-1,0-1 0,0 1 1,1 0-1,-1-1 0,0 1 1,0 0-1,1 0 0,-1-1 1,1 0-488,1-1 326,0-1 0,0 1 1,0 0-1,1 0 0,-1 0 0,1 0 0,-1 0 1,2 0-327,5-4 20,-1 0 0,2 1-1,-1 0 1,0 0 0,6-1-20,2 0 31,0 2 1,0 0-1,0 0 0,0 2 0,1 0 1,0 1-1,-1 1 0,1 1 0,0 0 1,-1 1-1,1 1 0,0 1 0,-1 0 1,3 2-32,-13-3 24,0 0 1,0 1-1,0 0 0,0 0 1,0 1-1,-1-1 1,0 2-1,0-1 1,0 1-1,0 0 1,0 0-25,-3-2 21,-1 0 1,1 1 0,-1-1 0,0 0-1,0 1 1,0-1 0,-1 1-1,1 0 1,-1-1 0,0 1 0,0 0-1,0 0 1,-1 0 0,1 0-1,-1-1 1,0 1 0,0 0-1,0 0 1,-1 0 0,1 0 0,-1 0-1,0 0-21,-2 6 48,0 0-1,0 0 1,-1 0 0,0-1-1,-1 1 1,0-1 0,0-1-1,-7 9-47,2-5 68,0-1 0,-1 0 0,0 0 0,-1-1 0,-10 7-68,-1-2 90,0-1 0,-1-1-1,-1-1 1,0-1-1,-1-1 1,-19 4-90,34-11 36,-1 0 1,0-1-1,0 0 0,0-1 1,0 0-1,-9-1-36,16 0-9,1 0 0,-1-1 0,0 0-1,1 0 1,-1 0 0,1 0 0,-1-1-1,1 0 1,0 0 0,0 0 0,0 0-1,0-1 1,0 1 0,0-1 0,1 0-1,-1 0 1,1-1 0,0 1-1,-1-2 10,0 0-78,0-1 0,1 0 0,0 0 0,1 0 0,-1 0 0,1-1 0,0 1-1,0-1 1,1 1 0,0-1 78,0-3-235,0 0 0,1-1 0,0 1 0,0 0 0,1 0 0,1-3 235,1 0-584,0-1 1,1 1 0,0 1 0,1-1 0,1 0 0,0 1 0,1 0 0,0 0 583,4-4-1609,1 1 0,0 0 0,1 0 0,0 1 1,3-1 1608,39-30-3728</inkml:trace>
  <inkml:trace contextRef="#ctx0" brushRef="#br1" timeOffset="103747.6">1617 514 10368,'-16'2'3125,"6"-1"261,9 0 4145,24-14-5654,-1 3-1231,15-10-646,1-1 149,64-31-16,13-7-85,11 1-48,12 6 92,43-7-92,144-29-36,-309 84 23,47-10-181,9-2-1441,-70 16 1426,-1-1 1,0 1 0,0-1 0,1 0-1,-1 1 1,0-1 0,0 0 0,0 0 0,0 1-1,0-1 1,0 0 0,0 0 0,0 0-1,0-1 209,0 0-968,0 0-1,0 0 1,0 0-1,0 0 0,0 0 1,-1 0-1,1 0 1,-1 0-1,1 0 1,-1 0-1,0 0 0,0-1 969,0-2-3514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20 114 9344,'-4'-6'1194,"1"1"1,0-1 0,1 0-1,-1 0 1,1-1-1195,1 5 304,1 1 1,-1-1-1,1 1 0,0-1 0,0 1 0,0-1 1,0 1-1,0-1 0,0 1 0,0-1 1,0 1-1,1-1 0,-1 1 0,0-1 0,1 1 1,0-1-1,-1 1 0,1 0 0,0-1 1,-1 1-1,1 0 0,1-1-304,9-12 1709,-8 10-1244,0 0-1,0 0 0,1 0 1,-1 0-1,1 1 1,3-3-465,-6 6 18,-1 0 1,0 0-1,0-1 0,1 1 1,-1 0-1,0 0 0,1 0 0,-1 0 1,0 0-1,1 0 0,-1 0 1,0 0-1,1 0 0,-1 0 1,0 0-1,1 0 0,-1 0 1,0 1-1,1-1 0,-1 0 1,0 0-1,0 0 0,1 0 1,-1 1-1,0-1 0,1 0 1,-1 0-1,0 0 0,0 1 1,0-1-1,1 0 0,-1 0 1,0 1-1,0-1 0,0 0 1,0 1-1,1-1 0,-1 0 1,0 0-1,0 1 0,0-1 1,0 0-1,0 1 0,0-1 1,0 0-1,0 1 0,0-1 1,0 0-1,0 1-18,2 19 200,-3 67-124,0 2-2733,4 13 2657,-2-83-2012,2-1 0,1 6 2012,-3-17-1103,1-1 0,0 0 0,0 0 0,1 0 0,-1 0 1,1 0-1,0-1 0,3 4 1103,12 11-3472</inkml:trace>
  <inkml:trace contextRef="#ctx0" brushRef="#br0" timeOffset="432.52">365 137 13696,'-7'-7'2217,"6"6"-1692,0 0 0,0 0 0,0 1 0,0-1 1,0 0-1,0 0 0,1 0 0,-1-1 0,0 1 0,1 0 0,-1 0 0,1 0 1,-1 0-1,1-1-525,0 1 125,0 0 0,0 0 0,0 0 1,0 0-1,1 0 0,-1 1 0,0-1 1,0 0-1,1 0 0,-1 0 0,1 0 0,-1 0 1,1 0-1,-1 0-125,3-2 101,-1 0 1,1 0-1,0 0 1,0 1 0,0-1-1,0 1 1,1 0-1,-1-1 1,2 1-102,36-18 83,-31 17-86,-1 1 0,1 0-1,0 0 1,1 1 0,-1 0-1,0 1 1,0 0 0,0 0-1,1 1 1,6 2 3,0 1 18,-1 0 0,0 0 0,0 2 0,0 0 0,-1 0 0,2 2-18,-11-5 17,-1 1 1,1-1-1,0 1 1,-1 0-1,0 1 1,0-1-1,0 1 1,0 0-1,-1 0 1,0 0-1,0 1 1,0-1-1,0 2-17,-2-3 26,-1 0 0,1 1 1,-1-1-1,1 1 0,-1-1 0,0 1 0,-1-1 1,1 1-1,-1-1 0,0 1 0,0 0 0,-1-1 1,1 1-1,-1-1 0,0 1 0,0-1 0,0 1 1,-2 3-27,-2 1 44,0 0 1,0 0 0,-1 0 0,0 0 0,0-1 0,-1 0 0,0 0 0,0-1 0,-1 0 0,0 0 0,0-1-1,-1 0 1,-2 1-45,-6 3 85,0-1 0,-1 0 0,0-2 0,0 0 0,-1-1 0,-13 3-85,23-8 17,0 1 0,0-2 0,-1 1 1,1-1-1,0-1 0,0 0 0,-1 0 0,1-1 0,0 0 1,0 0-1,1-1 0,-1 0 0,0-1 0,-6-3-17,10 4-32,1 0 0,-1 0 0,0-1 0,1 1 0,0-1 0,-1 0-1,2 0 1,-1 0 0,0-1 0,1 0 0,-1-1 32,2 2-83,0 0 1,0 0 0,0 0-1,1 0 1,0 0-1,0 0 1,0-1 0,0 1-1,1 0 1,0-1-1,0 1 1,0 0-1,0-1 1,1 1 0,0-4 82,2-2-490,-1 0 0,2 0 0,0 0 0,0 1 0,0-1 1,1 1-1,5-7 490,2-1-2589,2 0 1,-1 1-1,5-3 2589,23-18-3946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7.797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107 398 10240,'-23'3'6773,"22"-2"-6189,-1 0 0,0-1-1,0 1 1,0 0 0,1 0 0,-1 1 0,0-1 0,1 0 0,-1 1 0,1-1-1,-1 0 1,1 1 0,-1 0-584,-9 9 1679,-38 14 1707,69-34-2784,1 1 0,10-2-602,-24 8 60,250-89 78,-66 22-105,193-54-76,-326 104-410,-7 3-2520,-20 5-5142,-20 4-866,-3 13 5355</inkml:trace>
  <inkml:trace contextRef="#ctx0" brushRef="#br0" timeOffset="771.32">1326 228 12032,'-2'-1'661,"1"1"0,-1-1 1,0 0-1,0 0 0,0 0 0,1 0 1,-1-1-1,1 1 0,-1 0 1,1-1-1,-1 1 0,1-1-661,1 2 243,-1-1-1,1 1 0,0-1 0,0 1 1,0-1-1,0 1 0,0-1 1,-1 1-1,1-1 0,0 1 1,0-1-1,1 1 0,-1-1 1,0 1-1,0-1 0,0 1 1,0-1-1,0 1 0,0-1 1,1 1-1,-1-1 0,0 1 1,1-1-243,7-9 949,1 2-890,0 1 0,0 0 1,1 0-1,0 1 0,0 0 0,0 1 1,1 0-1,0 0 0,5 0-59,-13 4 7,18-5 15,0 1 0,0 0 0,0 2 0,2 1-22,-17 1 27,-1 1-1,1 0 1,-1 0 0,1 0 0,-1 1-1,1 0 1,-1 0 0,1 1-1,-1-1 1,0 1 0,1 0 0,-1 1-1,0-1 1,-1 1 0,1 0 0,0 0-1,-1 0 1,3 3-27,-6-4 9,1-1 0,-1 1 0,0-1-1,0 1 1,0 0 0,0 0 0,0-1 0,0 1-1,-1 0 1,1 0 0,-1 0 0,1 0-1,-1 0 1,0 0 0,1 0 0,-1 0 0,0 0-1,0 0 1,-1 0 0,1 0 0,0 0 0,-1 0-1,1 0 1,-1-1 0,0 2-9,-1 4 10,-1 0-1,-1 0 1,1-1-1,-1 1 1,0-1-1,-2 1-9,-7 9 24,0 0-1,-1-1 1,-1-1-1,0-1 1,-9 6-24,-28 18 35,-5 0-35,2-2 2,34-22-17,17-11 1,-1 0 0,1 1 0,0 0 0,0-1-1,0 1 1,0 1 0,1-1 0,-3 3 14,6-5-2,-1-1 1,1 0-1,0 0 0,0 0 1,0 1-1,0-1 0,0 0 1,0 0-1,-1 1 0,1-1 0,0 0 1,0 0-1,0 0 0,0 1 1,0-1-1,0 0 0,0 0 1,0 1-1,0-1 0,0 0 0,0 0 1,0 1-1,0-1 0,0 0 1,1 0-1,-1 1 0,0-1 1,0 0-1,0 0 0,0 0 0,0 1 1,0-1-1,1 0 0,-1 0 1,0 0-1,0 1 0,0-1 1,1 0-1,-1 0 0,0 0 0,0 0 1,0 0-1,1 0 0,-1 1 1,0-1-1,0 0 0,0 0 0,1 0 1,-1 0-1,0 0 0,0 0 1,1 0-1,-1 0 0,0 0 1,0 0 1,18 1-35,194-11-2542,-197 9 1960,20-2-824,29-2-2495,-1 1-3476,-30 4 3940</inkml:trace>
  <inkml:trace contextRef="#ctx0" brushRef="#br0" timeOffset="1188.74">1918 349 12544,'0'-6'2120,"1"-7"4679,4 7-3165,6-2-3137,-5 4-451,0-1 1,1 1-1,0 0 1,0 1-1,0 0 1,0 0-1,0 0 1,1 1-1,0 0 1,-1 1-1,1-1-46,22-2 154,1 1-1,4 1-153,-33 2 19,10 0 45,12-2 93,1 1 0,0 2 0,0 0 0,23 5-157,-42-5 34,0 1 1,0-1-1,0 1 1,0 0-1,0 1 1,-1-1-1,1 1 1,-1 0-1,0 1 1,0-1-1,0 1 1,0 0-1,0 0 1,-1 1-1,0-1 1,0 1-1,0 0 1,0 0-1,-1 0 1,0 1-1,0-1 1,0 3-35,-1-5 19,-1-1 1,-1 1-1,1 0 1,0 0-1,-1 0 1,1 0-1,-1 0 0,0 0 1,0 0-1,0 0 1,-1 0-1,1 0 1,-1 0-1,1 0 1,-2 3-20,0-1 46,0-1 1,-1 1 0,1-1 0,-1 1 0,0-1 0,0 0 0,0 0-1,0 0 1,-3 1-47,-3 3 111,0 0 0,-1-1 0,0 0 0,0-1-1,0 0 1,-1-1 0,0 0 0,-7 2-111,-2-1 183,0-1 0,-1-1 1,0-1-1,-18 0-183,0-1 137,1-2 1,-9-2-138,28 0-82,0 0 0,0 0 0,0-2 0,0-1 0,1 0 0,0-1 0,0-1 0,-1-1 82,16 7-75,1-1 1,-1 1-1,1-1 0,-1 0 1,1 1-1,0-1 1,-1-1-1,1 1 0,0 0 1,0 0-1,1-1 0,-1 1 1,0-1-1,1 1 1,0-1-1,-1 0 0,1 0 1,0 1-1,1-1 1,-1 0-1,0 0 0,1 0 1,-1 0-1,1 0 1,0 0-1,0 0 0,0 0 1,1 0-1,-1 0 1,1-1 74,0-2-490,1 1 1,0-1 0,0 1 0,0 0 0,0-1-1,1 1 1,1 0 489,-1-1-1350,1 0-1,1 0 0,-1 1 1,1 0-1,3-3 1351,26-18-4362</inkml:trace>
  <inkml:trace contextRef="#ctx0" brushRef="#br1" timeOffset="104903.89">1203 807 8832,'-13'2'5690,"11"1"-1365,2-3-4205,0 0 0,0 0 0,0 0 1,0 1-1,0-1 0,0 0 0,0 0 1,0 1-1,0-1 0,0 0 0,0 0 0,0 0 1,0 1-1,0-1 0,0 0 0,0 0 1,0 0-1,0 1 0,0-1 0,-1 0 1,1 0-1,0 0 0,0 0 0,0 1 1,0-1-1,-1 0 0,1 0 0,0 0 0,0 0 1,0 0-1,-1 0 0,1 1 0,0-1 1,0 0-1,0 0 0,-1 0 0,1 0-120,24-35 2870,-17 26-2787,0 1 0,1-1 0,1 2 0,5-6-83,5-2 73,22-20 6,1 2 1,14-5-80,91-53-35,-107 66 7,294-171 183,-239 138-79,90-51-56,-115 71-109,75-38-718,-92 54-292,-52 21-700,-4 3-547,-10 2-5749,12-4 4565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5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104 143 11392,'-4'-17'3733,"4"16"-3580,0 0 0,0 0 0,0 0-1,0 0 1,0 0 0,0 0 0,0 0 0,0 0 0,1 1 0,-1-1 0,0 0 0,0 0 0,1 0-1,-1 0 1,1 0 0,-1 1 0,1-1 0,-1 0 0,1 0 0,0 1 0,-1-1 0,1 0 0,0 1-1,-1-1 1,1 1 0,0-1 0,0 1 0,-1-1 0,1 1 0,0-1 0,0 1 0,0 0 0,0 0-153,2-2 420,33-21 1590,-21 13-1324,1 1 0,4-2-686,-2 2 198,1 1 0,0 1 0,0 1 0,1 0 0,0 2 0,2 0-198,-15 2 31,0 2-1,1-1 1,-1 1-1,0 0 1,0 1 0,0 0-1,1 0 1,-1 0-1,0 1 1,0 0-1,0 1 1,-1-1-1,1 1 1,-1 1 0,1-1-1,-1 1 1,0 0-1,5 4-30,-4-1 36,-1 0 0,0 0 0,0 0 0,0 1 0,-1 0 0,0 0 0,0 0 0,-1 1 0,0-1 0,1 7-36,1 4 94,-1-1 0,-1 2 0,0-1 0,0 13-94,-3-21 72,-1 0 0,0-1-1,-1 1 1,0-1 0,0 1-1,-1-1 1,0 1 0,-1-1-1,-1 0 1,1 0 0,-6 9-72,5-11 72,0-1 0,0 0-1,-1 0 1,0-1 0,-1 1 0,1-1 0,-1 0 0,0-1 0,-1 1 0,1-1-1,-1-1 1,0 1 0,0-1 0,-1 0 0,-6 2-72,-6 0 165,-1 0 0,0-2 1,0 0-1,0-1 0,-21-1-165,24-1 72,-1-2 0,0 0 0,0-1-1,0-1 1,1-1 0,-1-1-1,1 0 1,0-1 0,-6-4-72,17 7-13,0-1 1,0 0-1,0 0 0,0 0 1,1 0-1,0-1 1,0 0-1,0-1 1,0 1-1,-3-6 13,6 7-29,0 0 0,1 0-1,0-1 1,-1 1 0,1 0 0,1-1 0,-1 0 0,1 1 0,0-1-1,0 0 1,0 1 0,0-1 0,1 0 0,0 0 0,0 0-1,0 0 1,1 1 0,0-3 29,1-2-213,1 1-1,-1 0 0,1 0 1,1 0-1,0 0 0,0 1 1,0 0-1,1 0 1,0 0-1,0 0 0,1 1 1,0-1-1,5-3 214,5-3-1897,0 0 1,0 1-1,1 1 0,1 1 0,7-3 1897,33-13-4330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0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24 711 6528,'-1'-1'203,"1"1"0,-1 0 1,0 0-1,1 0 0,-1 0 1,0 0-1,1 0 0,-1 0 0,1 0 1,-1 0-1,0 1 0,1-1 1,-1 0-1,0 0 0,1 1 0,-1-1 1,1 0-1,-1 0 0,1 1 1,-1-1-1,0 1 0,1-1 0,0 1 1,-1-1-1,1 1 0,-1-1 1,1 1-1,-1-1 0,1 1 0,0-1 1,0 1-1,-1 0 0,1-1 1,0 1-1,0-1 0,0 1-203,-5 8 4244,5-7-3615,0 0 0,-1 0 1,1-1-1,0 1 0,0 0 0,0 0 0,1 0 0,-1 0 0,0 0-629,1 11 3522,0-12-3501,-1-1 1,0 0-1,1 0 0,-1 0 1,1 0-1,-1 0 0,1 0 1,-1 0-1,0 0 0,1 0 1,-1 0-1,1 0 0,-1 0 1,1 0-1,-1 0 0,0-1 1,1 1-1,-1 0 0,1 0-21,42-24 227,25-19-227,1 0-3,32-15 110,82-33-107,-61 37 70,201-89 137,-218 93-1138,-37 15-79,-52 23-1618,-8 5-885,1 2-3780,-4 4 3437</inkml:trace>
  <inkml:trace contextRef="#ctx0" brushRef="#br0" timeOffset="648.75">1430 100 10112,'-2'-1'814,"-2"-1"2199,6 1 141,-1 1-525,-1 0-901,0 0-165,0 0-577,0 0 76,0 0-358,0 17 661,-1-4-1263,-1 1 0,0-1 0,0 0 1,-2 0-1,-3 10-102,1-6 36,1 1 0,2-1-1,-1 4-35,3-15 4,0 0 0,1 0-1,-1 0 1,2 0 0,-1 0-1,0 1 1,1-1-1,1 1-3,-1-4 0,0-1 0,0 1 0,0-1 0,0 0 0,1 0 0,-1 1 0,1-1-1,0 0 1,-1 0 0,1 0 0,0-1 0,0 1 0,0 0 0,0-1 0,1 0 0,-1 1-1,0-1 1,1 0 0,-1 0 0,2 1 0,5 1 1,0-1 0,0 1 0,1-1 1,-1-1-1,0 0 0,9 0-1,13-1-427,15-2 427,-9 0-572,35-5-2153,-24 1-1123,-1 4-3738,-23 5 3922</inkml:trace>
  <inkml:trace contextRef="#ctx0" brushRef="#br0" timeOffset="988.32">1673 83 11904,'-20'0'3898,"20"0"-3848,0 0-1,0 0 0,-1 0 1,1 0-1,0 0 1,0 0-1,0 0 0,-1 0 1,1 0-1,0 0 1,0 0-1,0 0 1,0 0-1,-1 0 0,1 0 1,0 0-1,0 0 1,0 0-1,0 0 0,-1 0 1,1 0-1,0 1 1,0-1-1,0 0 0,0 0 1,0 0-1,-1 0 1,1 0-1,0 0 1,0 1-1,0-1 0,0 0 1,0 0-1,0 0-49,-7 9 1637,6 2 3509,2 33-3636,1 2-899,-2 29-611,-1-25-1159,2 13 1159,1-45-1513,0-1 0,1 1-1,2 2 1514,3 2-3127,1-8-2049,0-1 1560</inkml:trace>
  <inkml:trace contextRef="#ctx0" brushRef="#br0" timeOffset="1405.98">1913 226 15872,'0'0'205,"0"0"1,0 0 0,0 0 0,-1 0 0,1 0 0,0 0 0,0 0 0,0 0-1,-1 0 1,1 0 0,0 0 0,0 0 0,0 0 0,-1 0 0,1 0 0,0 0-1,0 0 1,0 0 0,-1 0 0,1 0 0,0 0 0,0 0 0,0 0 0,0 0-1,-1-1 1,1 1 0,0 0 0,0 0 0,0 0 0,0 0 0,0 0 0,0-1-1,-1 1 1,1 0 0,0 0 0,0 0 0,0-1-206,5-5 2321,16-7-2116,-6 5-166,1 1 1,0 0-1,0 1 0,0 1 0,1 0 0,0 1 0,17-1-39,-27 4 5,0 0 0,1 1 0,-1 0 0,0 1 0,1 0 0,-1 0 0,0 0 0,0 1 0,0 0 0,0 1 0,0-1 0,0 1 0,-1 1 0,1-1 0,-1 1 0,0 0 0,0 1 0,-1-1 0,1 1 0,0 1-5,0 1 43,0-1 1,-1 1-1,1 0 1,-2 0-1,1 0 1,-1 1-1,0 0 1,-1 0-1,0 0 1,0 0-44,-2-3 47,0-1 0,0 0 1,0 0-1,-1 0 0,1 1 1,-1-1-1,-1 0 0,1 1 1,0-1-1,-1 0 0,0 0 1,0 0-1,0 0 0,-1 0 1,1 0-1,-1 0 0,0 0 1,0 0-1,0 0 0,-1-1 1,0 2-48,-3 1 91,0 0 0,0 0-1,0-1 1,-1 1 0,0-2 0,0 1 0,0-1 0,0 0 0,-1 0-1,1-1 1,-1 0 0,0 0 0,0-1 0,0 0 0,-1-1 0,-7 1-91,1 0 23,-1-2 0,1 0 1,0 0-1,0-1 0,-1-1 1,1-1-1,1 0 0,-1-1 1,0-1-24,8 3-47,1-1-1,-1 0 1,1 0 0,0 0 0,0-1-1,0 0 1,1 0 0,-1-1 0,1 1 0,0-1-1,0 0 1,1-1 0,-4-3 47,6 6-173,0-1 1,0 1-1,1 0 0,-1-1 1,1 1-1,0-1 0,0 1 0,0-1 1,0 1-1,1-1 0,-1 0 1,1 0-1,0 1 0,0-1 1,0 0-1,1 1 0,-1-1 0,1 0 1,0 1-1,0-1 0,0 1 1,1-1-1,-1 1 0,1-1 1,0 1-1,1-1 173,5-10-2111,2 0-1,-1 1 1,2 1 0,0-1 0,0 2-1,1-1 1,1 2 0,1-1 2111,39-19-4224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02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27 12160,'-19'-12'4575,"11"12"-3583,-6 0-384,9 0-416,-3 0-672,-6-3-192,4-2-4287,10-2-1857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2.2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 4590 6272,'-1'0'78,"1"0"1,0 0 0,0 0-1,-1 0 1,1-1 0,0 1-1,0 0 1,-1 0-1,1 0 1,0 0 0,0 0-1,-1 0 1,1-1 0,0 1-1,0 0 1,0 0 0,-1 0-1,1-1 1,0 1-1,0 0 1,0 0 0,0 0-1,-1-1 1,1 1 0,0 0-1,0 0 1,0-1 0,0 1-1,0 0 1,0-1-1,0 1 1,0 0 0,0 0-1,0-1-78,7-5 1705,5-2-1182,-7 3-157,-1 1 201,1-1 0,-1 1 1,1 0-1,0 0 0,0 0 1,0 0-1,1 1 0,-1 0 1,6-1-568,105-39 1660,-12 6-419,7-9-1241,-63 23 278,16-7 223,3 3-501,174-71 266,-175 72 113,54-31-379,60-44 485,-133 74-410,106-52 276,77-24-351,-48 22 614,-11 6-335,-56 27-168,99-59-111,-171 82 16,215-131-6,-160 98 187,1 5-1,19-3-196,40-21 653,90-38-535,-109 53-252,53-37 134,-34 3 71,-49 28 210,39-14-281,156-53 194,-232 105-202,135-56 53,214-96 17,-176 54-41,53-26 102,-246 130-90,315-136 313,-51 28-240,37-34-106,84-44 8,-410 197-5,233-98 503,64-9-506,-147 55 102,184-78-70,-210 74 27,46-34-59,-100 52 149,2 4 0,2 4 1,34-6-150,139-50 70,-24 8-18,1-7 51,-152 58-78,-45 20-414,-52 20-528,-1 2-1014,3 7-1248,4 3-2596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3.68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5 101 7296,'0'-1'207,"-1"0"0,0 0 0,1 0 0,-1 0 0,1 0 1,0 0-1,-1 0 0,1-1 0,0 1 0,0 0 0,-1 0 0,1 0 1,0 0-1,0 0 0,0-1 0,0 1 0,1 0 0,-1 0 0,0 0 0,0 0 1,1-1-208,0-1 248,0 1 1,1-1 0,-1 0-1,1 1 1,-1 0 0,1-1 0,0 1-1,0 0 1,0-1-249,4-2 467,-1 1 0,0-1-1,1 1 1,0 0 0,0 1 0,0-1-1,6-2-466,1 3 457,-1 0-1,1 1 0,0 0 1,-1 1-1,1 1 0,11 0-456,17-1 590,59-2 254,1 3-1,33 8-843,200 31 751,104 27 785,-105-28-905,-181-24-249,53 6 242,87-8-624,73 1 435,-2 0-97,-141-12-105,413-11 116,344-67 109,-865 71-465,42 7 7,-44 0 7,18-9-23,-111 8-608,0-2 1,-1 0-1,1-1 0,-1 0 1,11-5 623,-13 3-3705,0-1-1,0 0 1,12-8 3705,7-6-5173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6.7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39 6272,'1'-1'267,"0"0"1,0 0 0,0-1-1,0 1 1,0 0-1,1 0 1,-1 0 0,0 0-1,1 0 1,-1 1-1,0-1 1,1 0 0,-1 1-1,1-1 1,-1 1-1,2-1-267,28-3 1591,-20 3-850,40-8 923,-41 6-1218,-1 1 0,1 1 0,-1-1 0,1 1 0,0 1 0,-1 0 0,1 0 0,0 1 0,-1 0 0,1 1 0,0 0-446,-3 0 338,2 0-35,-1 1 1,0 0 0,-1 0 0,1 0 0,0 1 0,-1 0 0,0 0-1,0 1 1,3 3-304,12 9 783,15 10-783,-15-12 377,-1 1-1,0 2-376,11 8 477,2-2-1,0 0 0,14 5-476,-4-3 342,39 32-342,-8 1 126,132 112 639,-144-111-649,-19-17-38,2-2 1,2-2 0,14 7-79,58 24 320,-69-42-208,-1 2-1,15 14-111,12 19 155,-4 4 0,60 69-155,-102-106 56,0-1 1,2-1-1,24 14-56,111 67 236,-42-30-156,-19-5 157,-4 5 1,75 74-238,-13-9 295,8-6-295,-130-105 9,175 123 307,-122-92-162,-4 4 0,3 9-154,1 15 11,-87-84-6,17 17 162,26 17-167,2 2 131,110 93 120,-109-99-223,30 14-28,-12-8 47,-37-21 31,-2 2 0,-1 1 0,16 17-78,38 45 191,27 42-191,-89-101-36,13 17 35,-8-10 34,12 11-33,-7-14 173,2-1 1,36 25-174,-61-49-5,3 3 26,-1-1 0,5 1-21,-11-6 9,-1 0 1,0 0-1,4 4-9,10 7 25,-4-2-37,-1 0 0,0 0-1,3 5 13,9 9-5,7 12-149,-7-7-215,-27-32 315,-1-1 0,0 0 0,1 0 1,-1 0-1,0 0 0,1 1 0,-1-1 0,0 0 0,1 0 0,-1 0 1,0 0-1,1 0 0,-1 0 0,0 0 0,1 0 0,-1 0 0,0 0 1,1 0-1,-1 0 0,0 0 0,1 0 0,-1 0 0,0-1 0,1 1 1,-1 0-1,0 0 0,1 0 0,-1 0 0,0-1 0,0 1 0,1 0 0,-1 0 1,0-1 53,8-7-959,-5 0 27,1-1 0,-1 0-1,-1 1 1,1-1 0,-2-1 0,1 1-1,-1 0 1,-1 0 0,1-1 0,-2-6 932,-2-22-6021,-4-11 6021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1:03.2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39 167 6528,'-35'-28'3738,"34"28"-3647,1-1 1,-1 0-1,1 0 0,0 1 0,-1-1 0,1 0 0,0 0 0,0 1 0,-1-1 1,1 0-1,0 0 0,0 1 0,0-1 0,0 0 0,0 0 0,0 0 0,0 1 1,0-1-1,1 0 0,-1 0 0,0 0 0,0 1 0,1-1 0,-1 0 1,0 1-1,1-1 0,-1 0 0,1 1 0,-1-1 0,1 0 0,-1 1 0,1-1 1,0 0-92,0-1 209,1 1 1,0-1 0,0 1-1,0-1 1,-1 1 0,1 0-1,0-1 1,1 1 0,-1 0-1,1 0-209,5-1 285,0 1 1,0 1-1,0 0 0,1 0 0,-1 0 0,0 1-285,18 0 529,279-9 2788,-173 5-2259,3 6-1058,-8 0 884,24-6-884,423-18 1461,33 13-160,-329-1-906,-234 7-278,237 1 385,-26 1-161,-105-11-136,-60 3 48,13 4-253,302 4 566,-205-9-476,-56 11-20,34 8-70,-109-4 142,0-3 0,0-4 0,49-6-142,-77 4 144,26 2-144,-64 1-86,0 0-1,-1 0 0,1-1 1,0 1-1,0 0 0,-1-1 1,1 0-1,0 0 0,-1 0 1,1 0-1,-1 0 0,2-1 87,-4 2-84,0 0 0,0-1 0,0 1-1,0 0 1,0-1 0,0 1 0,0 0-1,0-1 1,0 1 0,-1 0 0,1 0-1,0-1 1,0 1 0,0 0 0,0 0-1,-1-1 1,1 1 0,0 0 0,0 0-1,0-1 1,-1 1 0,1 0 0,0 0-1,0 0 1,-1-1 0,1 1 0,0 0-1,0 0 1,-1 0 0,1 0 0,0 0-1,-1 0 1,1 0 0,0 0 0,-1 0-1,1 0 1,0 0 0,-1 0 84,-15-5-3236,-10 0-2827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44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40 9984,'-13'0'3285,"13"0"-3105,-1 0 0,1-1 0,0 1 0,-1 0 0,1-1 0,-1 1 0,1-1 0,0 1 0,-1-1 0,1 1 0,0-1 0,-1 1 0,1-1 0,0 1 0,0-1 0,0 1 0,0-1 0,-1 0 0,1 1 0,0-1-180,-2-4 2728,4 8-811,-2-2-130,-4 3 213,2 4-1783,0 1 1,0 0-1,1-1 1,0 1-1,0 0 1,1 0-1,1 0 1,0 8-218,0 13 62,-2 18-37,0-26 46,1 0 1,0 1-1,2-1 1,0 0-1,2 0 0,1 3-71,-4-22 42,0-1-1,0 1 0,0 0 0,0-1 0,0 1 0,0-1 0,1 1 0,0 0-41,-2-3 13,1 1 0,-1-1 0,1 1 0,-1-1 0,1 0 0,-1 1-1,1-1 1,-1 0 0,1 1 0,0-1 0,-1 0 0,1 0 0,-1 0 0,1 1 0,0-1-1,-1 0 1,1 0 0,-1 0 0,1 0 0,0 0 0,-1 0 0,1 0 0,-1-1-1,1 1 1,0 0 0,-1 0 0,1 0 0,-1 0 0,1-1 0,-1 1 0,1 0-1,0-1 1,-1 1 0,1 0 0,-1-1 0,0 1 0,1-1-13,16-12 84,-2 0 0,1-2 0,0-1-84,-2 1-25,1 0-1,1 2 1,7-5 25,-5 6-22,0 0 1,1 2 0,0 0-1,0 1 1,1 1 0,1 1-1,-1 0 1,1 2 0,0 1-1,1 0 1,8 1 21,-21 2 30,-1 2 0,1-1 0,-1 1 0,0 1 0,1-1 0,-1 1 0,0 1 0,0 0 0,0 0-1,-1 0 1,1 1 0,-1 0 0,0 1 0,0-1 0,0 1 0,-1 1 0,1-1 0,-1 1 0,0 0 0,-1 1 0,0-1 0,0 1 0,0 0 0,-1 1 0,0-1-1,0 1 1,-1-1 0,0 1 0,0 0 0,-1 0 0,0 1-30,1 6 81,-1 1-1,-1-1 1,0 0-1,-1 0 1,-1 0 0,-2 14-81,2-20 29,-2 1 0,1-1 0,-1 0 1,0 0-1,-1 0 0,0 0 0,0 0 1,-1-1-1,0 1 0,-1-1 0,-3 4-29,-5 3-134,0 1-1,-1-2 0,0 0 1,-1-1-1,0-1 0,-2 0 1,1-1-1,-1-1 0,0-1 1,-1 0-1,0-1 0,-1-1 1,0-1-1,0-1 0,0-1 1,-11 1 134,22-4-524,-1 0 0,0 0 1,1-1-1,-1-1 0,0 1 1,1-1-1,-1-1 0,1 0 0,-1 0 1,-5-3 523,10 3-757,0-1 0,0 1 0,1-1 0,-1 0 0,1 0 0,0 0 0,0-1 0,0 1 0,0-1 0,0 0 0,1 0 0,0-1 0,0 1 0,0-1 0,0 1 0,-1-6 757,-3-19-3461</inkml:trace>
  <inkml:trace contextRef="#ctx0" brushRef="#br0" timeOffset="369.83">54 40 13696,'-18'3'4426,"12"0"-2565,-1 6-229,7-9-1506,-1 0 0,1 0-1,0 0 1,0 0 0,0 1 0,0-1-1,-1 0 1,1 0 0,0 0-1,0 0 1,0 0 0,0 1 0,0-1-1,0 0 1,0 0 0,-1 0-1,1 1 1,0-1 0,0 0 0,0 0-1,0 0 1,0 0 0,0 1-1,0-1 1,0 0 0,0 0 0,0 0-1,0 1 1,0-1 0,0 0-1,0 0 1,0 0 0,0 1 0,0-1-1,1 0 1,-1 0 0,0 0-1,0 0 1,0 1 0,0-1-1,0 0 1,0 0 0,0 0 0,1 0-1,-1 0 1,0 1-126,13 4 1590,21-2-1299,30-6-343,1-3-1,41-11 53,-49 8-434,20-4-1013,17-3-3063,-31 10-3863,-30 5 4331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41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501 128 9856,'0'0'3205,"1"-2"-1786,17-20 4511,-17 21-5690,1 0 0,-1-1 0,1 1 0,-1-1 0,1 1 0,-1-1 0,0 0 0,0 1 0,0-1 0,0 0 0,0 0 0,0 0 0,-1 0 0,1 0 0,0 0 0,-1 0 0,0 0 0,1 0 0,-1 0 0,0 0-1,0-2-239,-1 2 86,1 0 0,-1 0 0,0 0 0,0 0 0,1 0-1,-1 0 1,-1 0 0,1 0 0,0 0 0,0 1 0,-1-1-1,1 0 1,-1 1 0,1-1 0,-1 1 0,0 0 0,0-1-1,1 1 1,-1 0 0,0 0 0,0 0 0,-1 0-86,-9-4 80,-1 1 0,1 0-1,-1 0 1,0 1 0,0 1 0,0 0 0,-1 1 0,-12 0-80,8 1-11,0 2-1,0-1 1,0 2-1,1 0 1,-1 2-1,-10 3 12,4 1-45,0 1 0,0 1-1,1 1 1,1 1 0,0 1-1,1 1 1,0 1 0,-5 6 45,22-19-9,1 1 0,-1 0 0,1 0 0,0 0 1,0 0-1,1 1 0,-1-1 0,1 1 0,0 0 0,0 0 1,-1 4 8,2-7-2,1 0 0,-1 0 0,1 0 0,0 0 1,0 0-1,0 0 0,0 0 0,1-1 0,-1 1 1,0 0-1,1 0 0,-1 0 0,1 0 0,0 0 1,-1-1-1,1 1 0,0 0 0,0 0 0,0-1 1,0 1-1,1-1 0,-1 1 0,0-1 0,1 0 1,-1 1-1,1-1 0,-1 0 0,1 0 1,0 0-1,-1 0 0,1 0 0,0 0 2,17 7 0,1-1 0,-1-1 0,1-1 0,0-1 0,15 2 0,-9-2 0,3 1 0,-2-1 0,-1 2 0,5 2 0,11 5 71,-1 2 1,28 15-72,-53-22 26,-1 0 0,0 2 0,0-1 0,0 2 0,-2 0 0,1 1 0,11 13-26,-21-21 13,-1 1 0,1 0 0,-1 0 0,0 0 0,0 0 0,0 0 0,-1 1 0,0-1 0,0 1-1,0 0 1,-1 0 0,0-1 0,0 1 0,0 0 0,-1 0 0,1 0 0,-2 1-13,1-2 15,-1 1 0,0-1 1,0 0-1,-1 0 1,0 0-1,0 0 1,0 0-1,0-1 0,-1 1 1,1-1-1,-1 1 1,0-1-1,-1 0 0,1 0 1,-1 0-1,0-1 1,0 1-1,0-1 0,-3 2-15,-11 7 10,-1-1 0,0-1 0,-1-1 0,0-1-1,-1-1 1,1 0 0,-6 0-10,-19 3-101,0-2 0,-37 1 101,70-8-87,0-1 1,0 0-1,0 0 0,0-1 0,0-1 0,0 0 1,-4-2 86,8 2-154,1-1 1,-1 0 0,1 0 0,0-1-1,0 1 1,1-2 0,-1 1 0,1-1-1,0 0 1,0 0 0,-2-3 153,5 5-209,1 0-1,0 1 1,0-1 0,0 0 0,0 0-1,1 0 1,-1 0 0,1-1 0,0 1 0,0 0-1,0-1 1,0 1 0,1 0 0,-1-1-1,1 1 1,0-1 0,0 1 0,0-1-1,0 1 1,1-1 0,-1 1 0,1 0-1,0-1 1,0 0 209,3-7-1112,1 1 0,-1 1 1,1-1-1,1 1 0,0-1 0,0 2 0,2-2 1112,28-32-3493</inkml:trace>
  <inkml:trace contextRef="#ctx0" brushRef="#br0" timeOffset="347.71">850 59 11776,'-2'-1'668,"0"1"1,0-1-1,-1 1 1,1-1 0,0 0-1,0 0 1,0 0-1,-1 0 1,1-1-1,0 1 1,0 0-669,-3-4 6469,5 40-4538,5 28-1622,-1-23-259,7 70-99,5 1 0,8 9 49,-13-68-393,-2-11-1621,2 1 0,5 9 2014,-2-6-7120,-12-35 3350,2-3 250</inkml:trace>
  <inkml:trace contextRef="#ctx0" brushRef="#br0" timeOffset="985.78">719 370 14336,'-31'10'4655,"31"-10"-4544,-1 0 0,1 0 0,-1 0 0,1 0-1,-1 0 1,1 1 0,0-1 0,-1 0 0,1 0 0,-1 1-1,1-1 1,-1 0 0,1 0 0,0 1 0,-1-1-1,1 1 1,0-1 0,-1 1-111,-9 11 1733,10-12-1621,-1 1 0,1-1 0,-1 1 0,1-1 0,0 1 0,-1-1 0,1 1 0,0 0 0,-1-1 0,1 1 0,0 0 0,0-1 0,0 1 0,0 0 0,0-1 0,0 1 0,-1 0 0,1-1 0,1 1 0,-1 0 0,0 0 0,0-1 0,0 1 0,0 0 0,0-1 0,1 1 0,-1-1 0,0 1 0,1 0 0,-1-1 0,0 1 0,1-1 0,-1 1 0,1-1 0,-1 1 0,1-1-112,0 2 43,0-2 0,0 1 0,0 0 0,0 0 0,0 0 0,1 0 0,-1-1 0,0 1 0,1-1 0,-1 1 0,0-1 0,1 1 0,-1-1 0,1 0 0,-1 0 0,1 0-43,11-1-36,0 0 0,1-2 1,-1 0-1,-1 0 0,1-1 0,7-4 36,5 0-217,26-8-3986,36-5 4203,-60 15-1872,0 3 0,-1 0 1,1 1-1,8 2 1872,-24 0-1129,0 1-1,0 1 1,-1-1 0,4 3 1129,-10-3-169,0 0-1,0 0 1,0 1 0,0 0-1,0 0 1,-1 0 0,1 0-1,-1 0 1,0 1-1,1-1 1,-1 1 0,1 2 169,3 4 1303,0 0 1,0 1 0,-1 0-1,-1 0 1,0 1 0,0-1-1,-1 1 1,-1 0 0,3 11-1304,-5-19 267,0 1 1,0-1 0,0 0-1,1 0 1,-1 1 0,1-1-1,0 0 1,0-1 0,0 1 0,1 1-268,-2-3 44,0 0 0,-1 0 0,1-1 0,0 1 0,0 0 0,0-1 0,1 1 0,-1 0 0,0-1 0,0 1 0,0-1 0,0 0 0,0 1 0,1-1 0,-1 0 0,0 0 0,0 0 0,1 0 0,-1 0 0,0 0 0,0 0 0,0 0 0,1-1 0,-1 1 0,0 0 0,0-1 0,0 1 0,1-1-44,8-4 64,-1 0 0,1 0 0,-1-1 0,-1 0 0,1-1 1,-1 0-1,5-6-64,3-4 77,0-1 0,11-18-77,-15 19 107,0-1 1,-2 0 0,2-3-108,-10 15 59,1 0 1,-1 0-1,0 0 0,0 0 1,-1 0-1,0 0 0,0-1 1,0 1-1,-1 0 0,0-1 1,-1-5-60,1 10 19,-1-1 1,0 1 0,1-1-1,-1 0 1,0 1-1,-1 0 1,1-1 0,0 1-1,-1 0 1,1-1 0,-1 1-1,0 0 1,0 0 0,0 0-1,0 1 1,0-1 0,0 0-1,0 1 1,0-1 0,-1 1-1,1 0 1,-1 0 0,1 0-1,-1 0 1,1 0 0,-3 0-20,1 0 12,0 0 1,1 1 0,-1-1-1,0 1 1,0 0 0,0 0-1,1 0 1,-1 1 0,0-1-1,0 1 1,1 0 0,-1 0-1,0 0 1,1 0 0,-1 1-1,1 0 1,0-1 0,-1 1 0,-2 3-13,-2 2 41,0 1 1,0 0 0,1 1 0,-1 0 0,2 0 0,0 1-1,-5 8-41,0 5 86,0 1 0,-7 24-86,12-29 23,1 0 1,1 0-1,1 0 1,0 1-1,1-1 1,1 1-1,1 0 1,2 5-24,-2-16-5,1 1 1,1-1-1,-1 1 1,2-1-1,-1 0 1,1 0-1,1 0 1,0 0-1,0-1 1,0 1-1,1-1 0,1 0 1,-1 0-1,1-1 1,0 0-1,1 0 1,0 0-1,0-1 5,0-2-121,-1 0 0,1 0-1,0-1 1,0 1 0,0-2 0,0 1-1,1-1 1,-1 0 0,0-1 0,1 0-1,0 0 1,-1 0 0,1-1 0,0 0-1,-1-1 1,6 0 121,15-4-1803,0-1 0,0-1 0,21-8 1803,-38 11-1598,0 0 0,0-1 1,0 0-1,-1 0 0,10-8 1598,12-8-3525</inkml:trace>
  <inkml:trace contextRef="#ctx0" brushRef="#br0" timeOffset="1574.92">1757 399 13824,'-1'-1'107,"-3"1"1021,1-1-1,-1 1 1,0-1-1,0 0 1,0 0-1,1-1 0,-1 0-1127,2 2 2252,3 2-424,5 14-777,4 39-683,2 0 0,9 20-368,3 8-38,32 110 80,-24-90 273,-4 1 0,-4 5-315,-24-106-15,0-1-1,1 1 0,-1-1 1,0 1-1,0 0 1,0-1-1,-1 1 0,1-1 1,0 1-1,-1-1 16,1-1-5,0-1 1,0 0-1,0 0 1,0 0-1,0 1 1,-1-1-1,1 0 1,0 0-1,0 0 1,0 0-1,0 0 1,0 1-1,0-1 1,-1 0-1,1 0 1,0 0-1,0 0 1,0 0-1,0 0 1,-1 0-1,1 1 1,0-1-1,0 0 1,0 0-1,0 0 1,-1 0-1,1 0 1,0 0-1,0 0 1,0 0-1,-1 0 1,1 0-1,0 0 1,0 0-1,0 0 1,0 0-1,-1 0 1,1 0-1,0-1 5,-1 1-14,0-1 0,0 0-1,0 0 1,0 0-1,0 0 1,0 0-1,0 0 1,0 0 0,0 0-1,1 0 1,-1-1 14,-7-12-76,2-2 1,-1 1-1,2-1 1,-1-5 75,-1-1-88,-20-71-530,-14-97 618,33 150-31,2 0-1,2-1 1,2 1 0,2-1 0,1 0-1,2 0 1,3-10 31,-3 38-21,-1 1 0,2-1 0,0 1 0,0 0-1,1 0 1,0 1 0,1-1 0,1 1 0,0 0-1,7-8 23,-10 14-2,-1 1 1,1 0 0,0 0-1,1 0 1,-1 0 0,1 1-1,0 0 1,0 0 0,0 0 0,0 1-1,0-1 1,0 1 0,1 0-1,-1 1 1,1-1 0,0 1 0,-1 1-1,1-1 1,0 1 0,0-1-1,-1 2 1,1-1 0,0 1 0,4 0 0,1 2 43,1 0 0,-1 1 0,0 0 1,0 1-1,0 0 0,0 1 0,-1 0 0,0 1 1,0 0-1,-1 0 0,0 1 0,0 0 1,-1 1-1,1 1-43,-2-2 58,-1 0 0,0 0 0,-1 1 1,0 0-1,0 0 0,-1 0 0,0 0 0,0 1 0,-1 0 1,-1 0-1,1 0 0,-2 0 0,1 0 0,-2 0 0,1 0 0,-1 9-58,-1-13-33,0 0-1,0 0 1,0 0 0,-1 0-1,0 0 1,0 0-1,0 0 1,-1-1-1,0 1 1,0-1-1,0 0 1,-1 1-1,0-2 1,0 1-1,0 0 1,-5 3 33,-1 1-343,-1-1 1,0-1-1,0 0 1,-1 0-1,0-1 1,0-1-1,-6 2 343,5-2-825,0-1-1,0-1 1,0 0-1,-1-1 1,-4 0 825,6-1-1602,1-1 1,0 0 0,0-1-1,-2 0 1602,-25-7-3834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0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13 8704,'-5'-4'3328,"5"4"-2592,-5 0 1216,0 0 959,10 0-1599,-5 0 576,0 0-1152,-5 0 288,5 0-576,-9-5-128,9 5-192,-5-3-96,5 6 0,-3-3-832,-2 0 448,0 0-2880,5 5 1792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0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 10240,'-22'15'3872,"22"-15"-3040,-23 16 1055,14-12 449,9 1-1312,-10-2-160,10 2-544,-8-1-96,8-1-128,-10-3-128,10 5 0,-4-5-1088,4 3 576,0-3-2496,4 0 1697,1-3-4257,3 3 3136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6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90 12416,'-19'-31'12127,"14"27"-11763,-1-1 0,0 1 0,1 0 0,-2 0 0,1 0 0,0 1 0,-1 0-1,1 1 1,-1-1 0,-1 1-364,0-1 180,-5-1-75,-1 0 1,1 1-1,-1 0 1,0 1-1,0 1 1,0 0-1,-10 1-105,0 2-27,0 0 0,1 2-1,0 0 1,-3 3 27,-4 1-86,1 2-1,0 1 1,1 1 0,0 2-1,-2 2 87,27-14-22,0 0-1,1-1 1,-1 1 0,0 1-1,0-1 1,1 0 0,0 1-1,-1-1 1,1 1 0,-2 2 22,4-3-8,-1-1 1,0 1-1,0-1 1,1 1-1,-1 0 1,1-1-1,0 1 0,-1 0 1,1 0-1,0-1 1,0 1-1,0 0 1,0 0-1,0-1 1,0 1-1,1 0 1,-1 0-1,1-1 0,-1 1 1,1-1-1,-1 1 1,1 0 7,2 4 3,1-1 0,-1 0 0,1 1 0,0-1 0,0-1 1,1 1-1,-1-1 0,1 1 0,0-1 0,0-1 0,1 1 0,-1-1 0,2 1-3,14 7 27,0-1 0,21 5-27,-36-12-4,64 22 32,-6-4 36,-2 4-1,27 16-63,-83-38 13,0 1 0,0 0 1,0 0-1,-1 1 0,0 0 0,0 0 0,0 0 0,2 3-13,-5-6 5,-1 0-1,1-1 0,-1 1 0,0 0 0,0 0 0,0 0 0,0 0 0,0 0 0,0 0 0,-1 1 0,1-1 0,-1 0 0,1 0 0,-1 1 0,0-1 0,0 0 0,0 0 0,0 1 0,0-1 0,0 0 0,-1 0 0,1 1 1,-1-1-1,0 0 0,1 0 0,-1 0 0,0 0 0,-1 2-4,-5 3-4,0 0 1,0 0-1,0-1 1,-1 0-1,0 0 0,0-1 1,-1 0-1,-6 2 4,8-3-19,-5 4-24,-1-1 0,0-1 1,0 0-1,-1-1 0,0 0 1,0-1-1,0 0 0,0-1 43,-4-1-248,0 0-1,-1-1 0,1 0 0,0-2 0,0 0 0,-10-2 249,22 2-261,-1-1 0,0 0 0,0 0 0,1-1 0,-1 1 0,1-1 0,0-1 0,-5-2 261,8 3-282,-1 0 0,1 1 0,0-1 0,0-1 0,0 1 0,0 0-1,1-1 1,-1 1 0,1-1 0,0 0 0,0 0 0,0 0 0,1 0 0,-2-3 282,2 2-652,0-1 0,1 1 0,-1-1 0,1 1-1,0-1 1,0 1 0,1-1 0,-1 1 0,1-1 0,1 1 0,-1-1 0,1 1 0,1-2 652,0-3-1276,2 0 0,-1 1 0,2 0 0,-1 0 0,1 0 0,4-4 1276,25-24-2949</inkml:trace>
  <inkml:trace contextRef="#ctx0" brushRef="#br0" timeOffset="344.92">645 6 12160,'6'6'9989,"-1"2"-4976,0 4-3557,1 6-3458,0-1 2649,41 109-2159,16 73 1512,-24-69-5618,-25-92 772,-5-13-1929,-4-13 3767</inkml:trace>
  <inkml:trace contextRef="#ctx0" brushRef="#br0" timeOffset="1436.47">599 269 14848,'-22'4'4815,"22"-4"-4633,-1 0 0,0 0-1,1 0 1,-1 0-1,1 0 1,-1 0 0,1 1-1,-1-1 1,1 0 0,-1 0-1,1 0 1,0 1-1,-1-1 1,1 0 0,-1 1-1,1-1 1,-1 0-1,1 1 1,0-1 0,-1 1-182,3 2 3045,2-1-2937,0-1 0,1 1 0,-1-1 1,0 0-1,1 0 0,-1-1 1,0 0-1,4 1-108,39-3-403,-27 0 89,59-4-1669,-43 1-47,0 3 1,-1 1-1,1 1 1,28 5 2029,-59-4 204,0 1 0,0 0 0,0 0 0,0 0 1,0 0-1,0 1 0,-1 0 0,1 0 0,-1 0 0,3 3-204,-3-2 396,0-1-1,0 0 0,1 0 0,-1 0 1,1-1-1,-1 0 0,1 0 1,0 0-1,0 0 0,0-1-395,5 1 131,-1-1 0,1-1-1,0 0 1,0 0 0,0-1-1,0 0 1,-1 0 0,1-1 0,1-1-131,10-4 80,0 0 1,-1-1 0,10-6-81,-20 9 145,-1-1 0,0 0 0,0 0-1,0-1 1,0 0 0,0-1-145,-8 6 56,1 1 0,-1-1 0,1 1 0,-1-1 0,1 0 0,-1 0 0,0 1 0,0-1 0,0 0 0,0 0 0,0 0 0,0 0 0,-1 0 0,1 0 0,-1-1 0,1 1 0,-1 0 0,0 0 0,0 0 0,0 0 0,0-1 0,0 1-1,-1 0 1,1-2-56,-1 2 19,0 0-1,0 1 0,-1-1 1,1 0-1,0 0 0,-1 1 0,1-1 1,-1 1-1,1-1 0,-1 1 1,0 0-1,1 0 0,-1 0 0,0 0 1,0 0-1,0 0 0,0 0 1,0 0-1,0 1 0,0-1 0,0 1 1,0 0-1,0-1 0,0 1 1,-1 0-1,1 0-18,-8 0-5,1 0 1,-1 1-1,1 0 0,-1 0 1,1 1-1,-1 0 0,1 1 1,0 0-1,0 0 1,0 1-1,1 0 0,-1 1 1,1-1-1,-4 5 5,3-2 15,0 0 0,0 1-1,1 0 1,0 0 0,0 1 0,1 0-1,0 0 1,0 1 0,1 0-1,1 0 1,0 0 0,-1 3-15,1 1 26,0-1 1,1 2 0,0-1-1,1 0 1,1 1-1,0-1 1,1 13-27,1-20-13,0 0 1,0-1 0,1 1-1,0 0 1,1-1-1,0 1 1,0-1 0,0 0-1,0 0 1,1 0-1,0 0 1,1 0 0,-1 0-1,1-1 1,0 1-1,0-1 1,1 0 0,2 2 12,-2-3-101,1 0 0,-1-1 0,1 0 0,0 0 0,0 0 0,0 0 0,0-1 0,0 0 0,0-1 0,1 1 0,1-1 101,5 1-313,1 0 0,1-1 0,-1-1 0,6 0 313,-10-1-265,0-1 0,0 1 1,0-2-1,-1 1 0,1-1 1,0-1-1,-1 0 0,0 0 0,0-1 1,0 0-1,-1 0 0,1-1 0,-1 0 1,0-1 264,-2 1 32,0 1 0,0-2 1,0 1-1,-1-1 0,0 1 1,-1-1-1,1-1 0,-2 1 0,1-1 1,-1 1-1,0-1 0,0 0 1,-1 0-1,0 0 0,0-1 1,0-6-33,-2 4 659,-1 0 1,1 0 0,-2-5-660,-1-19 1797,4 24-1380,0 8-110,0 5 355,13 67-209,7 38 33,29 87-486,-20-101 501,3 33-501,-32-121 71,0-1-1,0 1 1,-1-1-1,1 1 1,-1-1-1,0 1 1,0-1-1,-1 1 1,0 2-71,1-7 7,0 0 0,0 0 1,0 1-1,0-1 0,0 0 1,0 1-1,0-1 0,0 0 1,0 0-1,0 1 0,0-1 1,0 0-1,0 0 0,-1 1 0,1-1 1,0 0-1,0 0 0,0 1 1,-1-1-1,1 0 0,0 0 1,0 0-1,0 1 0,-1-1 1,1 0-1,0 0 0,0 0 0,-1 0 1,1 0-1,0 0 0,-1 0 1,1 1-8,-7-7 103,-4-14-168,2-10-86,1 0 0,1 0 1,2 0-1,-2-23 151,1-13-237,2-52 237,5 85-66,1 1 0,2 0 0,1 1 0,6-21 66,-7 38-22,0 1 0,0 0 1,2 0-1,-1 0 0,2 1 1,-1 0-1,8-10 22,-9 16 1,0 0-1,1 0 1,-1 1-1,1 0 1,0 0-1,1 0 1,-1 0-1,1 1 1,0 0 0,0 1-1,0-1 1,0 1-1,1 1 1,3-1-1,-3 1 20,0 0-1,0 1 1,0 1 0,0-1-1,0 1 1,0 1 0,0-1 0,0 1-1,0 1 1,-1-1 0,1 2 0,0-1-1,-1 1 1,1 0 0,3 2-20,-7-3 22,0 0 1,0 1-1,0-1 0,0 1 1,-1 0-1,1 0 0,-1 0 1,0 0-1,0 0 1,0 1-1,0 0 0,-1-1 1,1 1-1,-1 0 0,0 0 1,0 0-1,-1 1 1,1-1-1,-1 0 0,0 1 1,0-1-1,0 1 1,-1-1-1,1 1 0,-1-1 1,0 1-1,-1-1 0,1 2-22,-2 4 23,0-1 0,-1 0-1,0 0 1,0 0-1,-1-1 1,0 1 0,0-1-1,-1 0 1,-5 7-23,-1-1-32,0 0-1,-1-1 1,0 0 0,-12 8 32,12-12-130,1 0 0,-2-1 0,1-1 0,-1 0 0,0 0 0,-1-1 0,0-1 0,-4 1 130,11-4-334,-1 0 1,0 0-1,0 0 0,0-1 1,0-1-1,0 1 0,0-1 1,0-1-1,0 1 0,-5-2 334,10 1-388,-1 0 1,1 1-1,0-1 0,-1 0 0,1-1 1,0 1-1,0-1 0,0 1 0,0-1 1,0 0-1,0 0 0,0 0 1,1-1-1,-1 1 0,1 0 0,0-1 1,-1 0-1,1 0 0,0 1 0,1-1 1,-1 0-1,0-1 0,1 1 0,0 0 1,0 0-1,-1-2 388,-2-28-4853,8 0 1653</inkml:trace>
  <inkml:trace contextRef="#ctx0" brushRef="#br0" timeOffset="2055.84">2430 200 12544,'-3'-1'1287,"1"-1"1,0 1 0,0 0 0,0-1 0,0 0-1,0 1 1,0-1 0,-2-2-1288,3 3 308,0-1 0,0 1 1,-1 0-1,1-1 0,-1 1 1,1 0-1,-1 0 0,1 0 0,-1 0 1,0 0-1,1 0 0,-1 1 1,0-1-1,-1 0-308,-14 0 277,-1-1-1,0 2 1,1 1 0,-1 0 0,1 1-1,-9 2-276,-24 7-295,-26 10 295,65-17-31,3-3-18,0 2-1,0-1 1,1 1-1,-1 0 1,1 0-1,0 1 1,0 0-1,-6 5 50,12-8-2,0-1-1,1 1 0,-1 0 0,0 0 1,1-1-1,-1 1 0,1 0 0,-1 0 1,1 0-1,0-1 0,-1 1 1,1 0-1,0 0 0,-1 0 0,1 0 1,0 0-1,0 0 0,0 0 0,0 0 1,0 0-1,0 0 0,0 0 0,0 0 1,0-1-1,0 1 0,1 0 0,-1 0 1,0 0-1,1 0 0,-1 0 0,1 0 1,-1-1-1,1 1 0,-1 0 0,1 0 1,-1-1-1,1 1 0,0 0 0,-1-1 1,1 1-1,0 0 3,4 3-16,0 0 0,0 0 0,0-1 0,1 1 0,4 1 16,14 6-6,1-2-1,0 0 0,0-2 0,4 0 7,3 1-34,0 1 1,12 7 33,-35-12 22,0 0 0,0 0 1,0 1-1,-1 1 1,1 0-1,-1 0 0,-1 0 1,1 1-1,5 7-22,-11-12 7,0 0 0,-1 0 0,1 0 0,-1 0-1,0 0 1,1 1 0,-1-1 0,0 0 0,0 1 0,-1-1 0,1 1 0,0-1-1,-1 1 1,0-1 0,1 1 0,-1-1 0,0 1 0,0-1 0,0 1-1,-1-1 1,1 1 0,-1-1 0,1 1 0,-1-1 0,0 1 0,0-1 0,0 0-1,0 1 1,0-1 0,-1 0 0,1 0 0,-1 0 0,0 1-7,-3 2-79,0 1 0,0-1 1,-1 0-1,0 0 0,0-1 1,0 1-1,0-1 0,-1-1 1,0 1-1,-1 0 79,-1-1-493,0 0 0,-1-1 0,1 1 0,0-2 0,-1 1 0,1-1 0,-1-1 0,1 0 0,-1 0 0,1-1 0,-1 0 0,1-1 0,-1 0 0,1 0 0,0-1 0,-1-1 493,0 1-1074,0 0 0,0-1 1,0-1-1,1 1 0,0-2 0,0 1 0,0-1 0,0-1 1074,-17-19-3552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2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217 191 9856,'-20'-10'4282,"20"10"-4118,-1 0 0,1 0 0,-1-1 0,1 1 0,0 0 0,-1 0 0,1 0 0,-1 0 0,1-1-1,0 1 1,-1 0 0,1 0 0,0-1 0,0 1 0,-1 0 0,1-1 0,0 1 0,0 0 0,-1-1 0,1 1 0,0 0-1,0-1 1,0 1 0,-1-1 0,1 1 0,0 0 0,0-1 0,0 1 0,0-1 0,0 1 0,0 0 0,0-1-1,0 1 1,0-1-164,0 1 65,0 1 0,0-1-1,0 0 1,0 0-1,-1 0 1,1 0 0,0 1-1,0-1 1,0 0 0,0 0-1,0 0 1,0 0-1,-1 0 1,1 0 0,0 1-1,0-1 1,0 0 0,0 0-1,-1 0 1,1 0-1,0 0 1,0 0 0,0 0-1,-1 0 1,1 0-1,0 0 1,0 0 0,0 0-1,-1 0 1,1 0 0,0 0-1,0 0 1,0 0-1,0 0 1,-1 0 0,1 0-1,0 0 1,0 0-1,0-1 1,-1 1 0,1 0-1,0 0 1,0 0 0,0 0-1,0 0 1,0 0-1,-1-1 1,1 1 0,0 0-1,0 0 1,0 0-1,0 0 1,0 0 0,0-1-1,0 1 1,0 0 0,0 0-1,0 0 1,0-1-1,-1 1 1,1 0 0,0 0-1,0 0 1,0-1 0,0 1-1,0 0 1,1 0-1,-1 0 1,0-1-65,-1 4 55,0 0-1,0 0 1,1 0 0,-1 0 0,1 0-1,0 0 1,0 1 0,0-1 0,0 0-1,0 0 1,1 2-55,1 13 27,9 205 198,-8-185-199,2 10-208,11 42 182,-1-11-607,-14-71 423,1 11-1054,2 0 0,0-1 0,0 1 0,5 8 1238,-8-25-268,-1-1 0,1 0 0,0 1 0,-1-1 0,1 0 0,0 1 0,0-1 0,0 0 0,0 0 0,0 0 1,0 1 267,0-2-125,-1 0 1,0 0 0,0 0-1,0 0 1,0 0 0,1 0-1,-1 0 1,0 0 0,0 1-1,0-1 1,1-1 0,-1 1 0,0 0-1,0 0 1,0 0 0,1 0-1,-1 0 1,0 0 0,0 0-1,0 0 1,1 0 0,-1 0 0,0 0-1,0 0 1,0 0 0,0-1-1,1 1 1,-1 0 0,0 0-1,0 0 1,0 0 0,0-1-1,0 1 1,0 0 0,1 0 0,-1 0-1,0 0 1,0-1 0,0 1-1,0 0 1,0 0 124,1-4-1056,0 1 0,0-1 1,0 0-1,-1 1 0,0-1 0,1 0 1,-1-1 1055,0-16-2283</inkml:trace>
  <inkml:trace contextRef="#ctx0" brushRef="#br0" timeOffset="1504.13">89 307 9216,'-27'-26'3061,"26"24"-2880,0 1 0,-1-1 0,1 1 0,-1 0 0,1-1 0,-1 1 0,1 0 0,-1 0 0,0 0 0,1 0 0,-1 0 0,0 1 0,0-1-181,1 1 229,0-1 0,0 1 0,0-1 1,-1 1-1,1-1 0,0 1 1,0-1-1,1 1 0,-1-1 0,0 0 1,0 0-1,0 0 0,0 0-229,-10-8 3468,10 9-3392,0-1 0,0 1 0,0-1-1,1 1 1,-1-1 0,0 1-1,0-1 1,0 0 0,1 1 0,-1-1-1,0 0 1,1 0 0,-1 0-1,1 1 1,-1-1 0,1 0 0,-1 0-1,1 0 1,-1 0 0,1 0-1,0 0 1,0 0 0,-1 0 0,1 0-1,0 0 1,0 0 0,0 0-1,0 0 1,0 0 0,0 0 0,1 0-1,-1 0 1,0 0 0,0 0-1,1 0 1,-1 0 0,1 0 0,-1 0-1,1 0-75,3-6 54,0-1 0,1 1 0,0 1-1,0-1 1,0 1 0,1 0 0,0 0-1,0 1 1,6-4-54,8-6-31,2 1 0,13-6 31,-14 9 9,0 1 1,1 0 0,19-5-10,-32 13 26,0-1 1,0 1-1,0 1 1,1 0-1,-1 0 0,0 1 1,0 0-1,0 0 1,1 1-1,-1 0 1,3 2-27,-9-2 12,0 0 1,0 0-1,0 1 1,0 0-1,0-1 1,0 1-1,-1 0 1,1 0-1,0 1 0,-1-1 1,0 0-1,1 1 1,-1 0-1,0-1 1,0 1-1,-1 0 1,1 0-1,-1 0 1,1 0-1,-1 0 1,0 0-1,0 1 1,0-1-13,0 3 17,1 0 1,-1 0-1,0 0 0,-1 0 1,0 0-1,0 0 1,0 1-1,0-1 0,-1 0 1,0 0-1,-1 0 1,0 1-18,-1 3 10,-2-1 0,1 0 1,-1 0-1,0 0 0,-1-1 1,0 0-1,0 0 0,-1 0 1,0-1-1,-2 1-10,-16 14 44,-1-2 0,-13 8-44,19-14 6,7-6-80,0 0 1,-1-1-1,0 0 1,0-1-1,-3 0 74,41 6-139,8 6 139,0 2 0,-2 1 0,0 1 0,7 9 0,7 6-101,-3 2 0,10 14 101,-37-38-224,20 23-4987,32 25 5211,-65-62-254,0 0-1,0 0 1,0 0-1,0 0 1,1-1-1,-1 1 1,0 0-1,1-1 1,-1 1 0,0-1-1,1 1 1,-1-1-1,1 1 1,-1-1-1,0 0 1,1 0-1,0 0 255,-1 0-247,0 0-1,0 0 0,0-1 0,0 1 0,0 0 1,0-1-1,0 1 0,-1-1 0,1 1 1,0-1-1,0 1 0,0-1 0,0 0 1,0 1-1,-1-1 0,1 0 0,0 0 0,0 0 248,0-1-286,0 0 0,0 0 0,0 0 0,0 0 0,0-1 0,0 1 0,0 0 0,-1 0 0,1-1 286,-1 0 166,1 1 0,-1-1 0,0 0 0,0 0 0,0 1 0,0-1 0,-1 0 0,1 1-166,-6-16 4426,6 18-4276,0-1 0,0 1 0,0 0-1,-1-1 1,1 1 0,0 0 0,0 0 0,0-1 0,-1 1-1,1 0 1,0 0 0,0-1 0,-1 1 0,1 0 0,0 0 0,-1 0-1,1-1 1,0 1 0,-1 0 0,1 0 0,0 0 0,-1 0-1,1 0 1,0 0 0,-1 0 0,1 0 0,0 0 0,-1 0 0,1 0-1,0 0 1,-1 0 0,1 0 0,0 0 0,-1 0 0,1 0-1,0 0 1,-1 0 0,1 1 0,0-1 0,-1 0 0,1 0 0,0 0-1,-1 1-149,1-1 29,1 0 0,-1 0 0,0 0 0,0 0 0,0 0 0,0 0 0,0 0 0,0 0 0,0 0 0,0 0 0,0 0 0,1 0 0,-1 0-1,0 0 1,0 0 0,0 0 0,0 0 0,0 0 0,0 0 0,0 0 0,0 0 0,0 0 0,0 0 0,1 0 0,-1 0 0,0 0 0,0 0 0,0 1-1,0-1 1,0 0 0,0 0 0,0 0 0,0 0 0,0 0 0,0 0 0,0 0 0,0 0 0,0 0 0,0 1 0,0-1 0,0 0 0,0 0-1,0 0 1,0 0 0,0 0 0,0 0 0,0 0 0,0 0 0,0 0 0,0 1 0,0-1 0,0 0 0,0 0 0,0 0 0,0 0 0,0 0 0,0 0-1,0 0 1,0 0 0,0 0 0,0 0 0,-1 0 0,1 1 0,0-1-29,14-1 639,-1-4-570,0 1 0,0-2-1,-1 1 1,0-2 0,0 0 0,0 0-1,7-7-68,16-14 154,23-24-154,-39 33 181,-1-1 0,0 0-181,-13 13 63,-1 0 0,1 0-1,-1 0 1,0 0 0,0-1-1,-1 1 1,0-1 0,-1 0-1,1 0 1,-2 0 0,1 0-1,0-4-62,-2 9 25,0 0 0,1 0 0,-1 0-1,0 0 1,-1 0 0,1 0 0,0 1-1,-1-1 1,0 0 0,1 0 0,-1 0 0,0 1-1,-1-1 1,1 0 0,0 1 0,-1-1-1,1 1 1,-1-1 0,0 1 0,0 0-1,0 0 1,0 0 0,0 0 0,0 0 0,-1 0-1,1 1 1,-1-1 0,1 1 0,-1-1-1,1 1 1,-2 0-25,1-1 28,-1 1 0,0 0 0,0 0 0,1 0 0,-1 0 0,0 1 0,0-1 0,0 1 1,0 0-1,0 0 0,0 1 0,1-1 0,-1 1 0,0 0 0,-2 0-28,1 1 31,0 0 1,0 0-1,1 1 1,-1 0-1,0 0 1,1 0-1,0 0 1,0 1-1,0-1 1,-2 4-32,-2 2 23,0 1-1,1 0 1,0 0-1,1 1 1,0 0-1,1 0 1,0 1-1,1-1 1,-2 10-23,0 0 10,2 0 0,0 0 0,1 0-1,1 1 1,0 3-10,2-18 3,1 1-1,-1-1 1,1 1 0,0-1-1,1 0 1,0 0-1,0 1 1,0-1-1,1-1 1,0 1 0,1 0-1,-1-1 1,1 1-1,1-1 1,-1 0 0,5 4-3,-1-2-175,1-1 0,-1 0 0,2-1 0,-1 0 1,1 0-1,-1-1 0,1 0 0,1-1 1,-1 0-1,1-1 0,0 0 0,-1 0 1,1-1-1,0-1 0,1 0 0,6 0 175,-6-1-606,-1 0-1,0-1 1,0-1-1,0 1 1,0-2-1,0 1 1,0-2-1,0 1 0,-1-1 1,1-1-1,-1 0 1,-1-1-1,1 1 1,-1-2-1,0 0 1,8-6 606,-6 2-687,-1-1 1,0 1-1,-1-1 1,0-1-1,-1 0 0,7-13 687,-11 16 446,0 1-1,0-2 0,-1 1 0,2-10-445,-4 12 1024,0-1 1,0 0-1,0 0 1,-2 0-1,1 0 0,-1-3-1024,-1-2 1514,2 4-376,-1 0 0,-1 1 0,-1-4-1138,3 12 47,0 1-1,0 0 1,0-1 0,0 1-1,0 0 1,0-1-1,0 1 1,-1-1-1,1 1 1,0 0-1,0-1 1,0 1-1,-1 0 1,1-1 0,0 1-1,0 0 1,-1 0-1,1-1 1,0 1-1,0 0 1,-1 0-1,1-1 1,0 1 0,-1 0-1,1 0 1,-1 0-1,1-1 1,0 1-1,-1 0 1,1 0-1,0 0 1,-1 0-1,1 0 1,-1 0 0,1 0-1,0 0 1,-1 0-1,1 0 1,-1 0-47,1 1 54,-1-1-1,0 0 1,1 1 0,-1-1 0,1 1-1,-1 0 1,1-1 0,-1 1 0,1-1-1,-1 1 1,1 0 0,0-1 0,-1 1-1,1 0 1,0-1 0,0 1 0,-1 0-1,1-1 1,0 1 0,0 0-54,-2 18 33,0 1-1,1 0 1,1-1 0,1 1 0,2 9-33,19 100-28,-14-88 41,46 210 117,-13-66 359,-39-176-456,3 17 264,-5-26-294,0 0-1,0 0 1,0 0-1,0 0 1,0 1 0,0-1-1,1 0 1,-1 0-1,0 0 1,0 0-1,0 0 1,0 0 0,0 0-1,0 0 1,0 0-1,0 0 1,0 0-1,0 0 1,0 0 0,0 0-1,0 1 1,0-1-1,0 0 1,0 0-1,0 0 1,0 0 0,0 0-1,0 0 1,0 0-1,0 0 1,0 0-1,0 0 1,0 0 0,0 1-1,0-1 1,0 0-1,0 0 1,0 0-1,0 0 1,0 0 0,0 0-1,-1 0 1,1 0-1,0 0 1,0 0-1,0 0 1,0 0 0,0 0-1,0 0 1,0 0-1,0 0 1,0 0-1,0 0 1,0 0 0,0 0-1,0 0 1,-1 0-1,1 0 1,0 0-1,0 0 1,0 0 0,0 0-1,0 0 1,0 0-1,0 0 1,0 0-3,-7-12 119,-12-36-82,3-6-77,3-1 0,-1-25 40,5 17-136,3 0 0,1-46 136,6 57-82,2 0-1,3-3 83,-2 30-36,0 0 0,2 1-1,1 0 1,0 0-1,6-10 37,-9 26-3,0 1-1,1-1 0,-1 1 0,1 0 1,1 0-1,-1 1 0,1-1 1,1 1-1,-1 1 0,1-1 1,0 1-1,0 0 0,0 1 1,1 0-1,0 0 0,-1 0 4,-1 2 19,-1 0-1,1 0 1,-1 1-1,1-1 1,-1 1-1,1 1 0,0-1 1,0 1-1,-1 0 1,1 0-1,0 0 1,-1 1-1,1 0 1,0 0-1,-1 1 1,1 0-1,-1 0 0,0 0 1,1 0-1,-1 1 1,0 0-1,0 0 1,-1 0-1,2 1-18,-1 1 43,1 0 0,-1 0-1,0 1 1,0 0 0,0 0-1,-1 0 1,0 0 0,-1 1-1,1-1 1,-1 1 0,0 0-1,1 6-42,-1-3 42,-1 0 0,0 0-1,-1 0 1,0 1 0,-1-1-1,0 0 1,0 0 0,-1 1-1,-1 2-41,0-2-68,0 0-1,-1 0 1,0-1-1,-1 1 1,0-1-1,0 1 1,-2-1-1,1 0 1,-1-1-1,0 0 1,-1 0-1,0 0 1,-1 0-1,0-1 1,0-1-1,0 1 1,-9 4 68,7-6-377,-1 0 1,1-1-1,-1-1 0,0 0 1,0 0-1,0-1 0,-1-1 1,-8 2 376,16-4-238,0 1-1,0-1 1,-1 0 0,1 0 0,0-1 0,0 1 0,-1-1 0,1 0 0,0 0 0,0 0 0,0 0 0,0-1-1,0 0 1,-1 0 238,2 0-427,-1 0 0,1 0-1,0 0 1,0-1 0,0 1-1,0-1 1,0 0 0,0 0-1,1 0 1,-1 0 0,1 0-1,0 0 1,0 0 0,0-1-1,1 1 1,-2-3 427,1 0-851,0-1 1,1 1-1,-1-1 1,1 0-1,0 0 0,1 0 1,0 0-1,0-2 851,6-32-2709</inkml:trace>
  <inkml:trace contextRef="#ctx0" brushRef="#br0" timeOffset="1905.9">1701 640 11520,'1'3'1114,"-1"-1"-305,1 0 0,0 0 0,-1 0 1,1 0-1,-1 0 0,0 0 0,1 0 1,-1 0-1,0 0 0,0 0 0,0 0-809,19-5 1851,-9-1-1830,-1 0-1,0 0 1,-1-1 0,1 0 0,-1 0-1,0-1 1,0 0 0,3-4-21,3-1-1,14-12 47,-1-1 0,-1-1 0,-1-1 0,-1-2 0,15-23-46,-34 44 21,-1 0-1,1 0 1,-2-1 0,1 1 0,-1-1 0,0 0 0,1-5-21,-3 10 25,-1-1 0,1 1 0,-1 0 0,0-1-1,0 1 1,0-1 0,0 1 0,-1 0 0,1-1 0,-1 1-1,0 0 1,0 0 0,0-1 0,-1 1 0,1 0 0,-1 0 0,1 0-1,-1 0 1,-1 0-25,2 2 11,0 0 0,0 0-1,0-1 1,0 2 0,-1-1-1,1 0 1,0 0 0,-1 0 0,1 0-1,-1 1 1,1-1 0,0 1-1,-1-1 1,0 1 0,1 0-1,-1-1 1,1 1 0,-1 0 0,1 0-1,-1 0 1,1 0 0,-1 0-1,-1 1-10,-1 0 33,-1 0 0,1 0-1,-1 0 1,1 1 0,0-1-1,0 1 1,-2 1-33,-2 2 44,0 0 1,1 1-1,0 0 1,0 0-1,0 1 0,1 0 1,0 0-1,0 0 1,1 1-1,0 0 1,0 0-1,0 1 1,1-1-1,1 1 0,-1 1-44,-1 6-3,0-1 0,1 1-1,1 0 1,1 0 0,0 0 0,1 0-1,1 1 1,0 4 3,0-14-130,1-1 0,0 0-1,0 1 1,0-1 0,1 0 0,0 0 0,0 0 0,0 0-1,1 0 1,0 0 0,0-1 0,0 1 0,1-1 0,0 0-1,0 0 1,0 0 0,0-1 0,1 0 0,0 1-1,0-1 1,0-1 0,1 1 0,-1-1 0,1 0 0,-1 0-1,1-1 1,1 1 130,9 0-1085,1 0-1,-1-1 1,1 0-1,-1-1 0,1-1 1,0-1-1,-1-1 1,1 0-1,3-1 1086,36-6-3333</inkml:trace>
  <inkml:trace contextRef="#ctx0" brushRef="#br0" timeOffset="2438.09">2520 388 13056,'-2'-3'1081,"0"0"0,0 0 0,-1 0 1,1 0-1,-1 0 0,1 0 0,-1 1 0,0 0 1,0-1-1,0 1 0,-1 0-1081,-1-1 352,1 1-1,-1 0 1,1 0 0,-1 1-1,0-1 1,0 1-1,0 0 1,-2 0-352,1 1-39,1-1 0,-1 1 0,0 0 0,0 1 0,0-1 0,0 1 0,0 1 0,1-1 0,-1 1 1,0 0-1,1 0 0,-1 0 0,1 1 0,0 0 0,-1 0 39,-2 3-8,1 1 0,-1-1-1,1 1 1,0 1 0,1-1 0,-6 9 8,-2 6-40,1 0 1,0 1 39,6-10-12,1 1 0,0 0 0,1 1 0,-3 13 12,7-20-12,-1 0-1,1 0 0,0 0 0,1 0 0,0 0 0,0 0 0,1 0 1,0 0-1,0 0 0,1 1 13,-2-6-9,1-1 0,0 0 1,0 0-1,-1 1 0,1-1 1,1 0-1,-1 0 0,0 0 1,0 0-1,1 0 0,-1 0 1,1 0-1,0 0 0,-1-1 0,1 1 1,0-1-1,0 1 0,0-1 1,0 0-1,0 0 0,1 0 9,0 0-11,0 0 0,1 0 0,-1 0 0,1-1 0,-1 0 0,1 0 0,-1 0 0,0 0 0,1 0 0,-1-1 0,1 1 0,-1-1 0,2-1 11,6-1-7,0-2 0,-1 1 1,1-1-1,-1-1 1,0 0-1,-1 0 1,0-1-1,5-4 7,-7 4 12,0-1 0,0 0-1,-1-1 1,0 1 0,0-1-1,-1 0 1,0-1 0,-1 1-1,0-1 1,0 0 0,-1 0-1,2-9-11,0-7 56,-1-2 0,-1 1-1,-1 0 1,-1-12-56,12 121 283,-9-49-387,3 0 1,0-1-1,2 0 1,1-1-1,2 0 104,0 4-764,-9-24-276,1 1 1,0-1-1,1 0 0,1 0 0,-1-1 1,3 3 1039,-6-11-457,-1-1 0,0 1-1,0-1 1,1 1 0,-1-1 0,0 0 0,1 1 0,-1-1 0,1 0 0,0 0 0,-1 0 0,1 0 0,0-1 0,0 1-1,0 0 1,0-1 0,1 1 457,12 0-3370</inkml:trace>
  <inkml:trace contextRef="#ctx0" brushRef="#br0" timeOffset="2769.94">2776 21 12288,'-4'-2'878,"-15"-12"2698,19 14-3332,-1-1 1,0 1-1,0-1 1,1 1-1,-1 0 1,0-1-1,0 1 1,0 0-1,0-1 1,1 1-1,-1 0 1,0 0-1,0 0 1,0 0-1,0 0 1,0 0 0,0 0-1,0 0 1,1 0-1,-1 0 1,-1 1-245,1 0 194,-1 1 0,1 0 1,-1-1-1,1 1 0,-1 0 1,1 0-1,0 0 0,0 0 1,0 0-1,0 0 0,0 0 1,1 0-1,-1 1 0,1-1 0,-1 0 1,1 0-1,0 1 0,0-1 1,0 0-1,0 0 0,0 1 1,0-1-195,2 13-242,0 0 0,0-1-1,2 3 243,0-1 361,56 223-860,-39-162-623,13 39-2011,-9-39-5627,-16-51 5224</inkml:trace>
  <inkml:trace contextRef="#ctx0" brushRef="#br0" timeOffset="3126.85">2565 402 16511,'-15'2'5350,"15"-2"-5236,0 0 0,0 0 0,0 0 0,0 0 0,1 1 0,-1-1 0,0 0 0,0 0 0,0 0 0,0 0 0,0 0 0,0 0 0,0 0 0,1 0 0,-1 0 0,0 0 0,0 0 0,0 1 0,0-1 0,0 0 0,0 0 1,0 0-1,0 0 0,0 0 0,0 0 0,0 0 0,0 1 0,0-1 0,0 0 0,0 0 0,0 0 0,0 0 0,0 0 0,0 0 0,0 1 0,0-1 0,0 0 0,0 0 0,0 0 0,0 0 0,0 0 0,0 0 0,0 1 0,0-1 0,0 0 0,0 0 1,0 0-115,12-5 91,1 1 0,0 0 0,0 1 0,0 0 0,0 1 1,11 0-92,23-4-100,-30 2-101,175-26-4325,-143 25-8031,32 2 12557,-40 6-3696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9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161 371 13056,'0'-1'513,"0"1"1,-1-1 0,1 0 0,0 0 0,-1 0-1,1 0 1,0 0 0,0 0 0,0-1 0,0 1-1,0 0 1,0 0 0,0 0 0,0 0 0,0 0 0,1 0-1,-1-1-513,11-12 3434,-2 3-2973,1-3-210,1 0 1,0 1 0,1 0-1,0 0 1,14-9-252,-24 20 8,8-6 45,0 0 0,1 1 0,-1 1 0,1-1 0,4 0-53,-12 6 19,0 0 0,0 0-1,1 0 1,-1 0-1,0 0 1,0 1 0,1-1-1,-1 1 1,0 0-1,1 0 1,-1 0 0,0 1-1,0-1 1,1 1 0,-1 0-1,0 0 1,0 0-1,0 0 1,0 0 0,0 1-1,0-1 1,2 2-19,-1 0 35,0 1 1,1-1-1,-1 1 1,-1 0 0,1 0-1,0 1 1,-1-1-1,0 0 1,0 1-1,0 0 1,-1 0-1,0 0 1,0 0-1,0 0 1,0 0 0,-1 1-1,0-1 1,0 1-1,0-1 1,-1 2-36,1 7 19,-2 0 1,1-1 0,-2 1-1,0-1 1,0 1-1,-1-1 1,-4 9-20,-1 0 11,-1-1 1,-1 1-1,-1-2 1,-1 0-1,-3 3-11,8-12 7,-9 16-9,-2-1 0,0-1 0,-2-1 1,-1 0-1,0-2 0,-23 18 2,30-29-19,-13 10-132,-18 10 151,38-26-39,-1-1 0,0 0-1,1 0 1,-1-1-1,-1 0 1,1 0-1,0-1 1,-8 2 39,14-4-14,0 0 0,0 0 1,0 0-1,0 0 0,0 0 0,0 0 1,0 0-1,0-1 0,0 1 0,0-1 0,0 1 1,0-1-1,0 0 0,0 0 0,1 0 1,-1 0-1,0 0 0,1 0 0,-1 0 1,0 0-1,1-1 0,0 1 0,-1-1 1,1 0 13,0 1-5,0 0 1,1-1 0,-1 1-1,1 0 1,0-1 0,0 1 0,-1 0-1,1-1 1,0 1 0,0 0 0,0-1-1,0 1 1,0 0 0,1-1-1,-1 1 1,0 0 0,0-1 0,1 1-1,-1 0 1,1 0 0,0-1-1,-1 1 1,1 0 0,0 0 0,-1 0-1,1 0 1,0 0 0,0 0-1,0 0 1,0 0 0,0 0 0,0 0-1,0 0 1,1 1 0,-1-1 4,4-2-8,0 0 1,1 0-1,-1 1 0,1-1 1,0 1-1,-1 0 1,1 1-1,0 0 0,0 0 1,0 0-1,0 0 1,1 1-1,-1 0 0,0 1 1,0-1-1,0 1 1,2 1 7,16 2 66,0 2 0,-1 1 0,15 6-66,55 26 192,-60-24-163,1-1 1,0-2-1,1-2 0,0 0-29,-27-9-387,0 0-1,0 0 1,0 0-1,0-1 1,0 0-1,0-1 0,0 0 1,0 0-1,0 0 1,0-1-1,3-1 388,-4 0-1689,0 0 0,0-1 1,0 1-1,-1-1 0,1-1 0,-1 1 1,4-4 1688,8-9-3696</inkml:trace>
  <inkml:trace contextRef="#ctx0" brushRef="#br0" timeOffset="401.84">749 541 14208,'-16'0'4591,"13"0"-2601,3 0 4,0 0 278,0 0-896,12 0 901,13-1-1901,1-1 0,19-5-376,-24 3-709,1 1 0,-1 1-1,1 1 1,7 1 709,17 0-5194,-27 0-491,-1 0 1621</inkml:trace>
  <inkml:trace contextRef="#ctx0" brushRef="#br0" timeOffset="6833.41">1373 104 12288,'0'-12'2941,"-1"-12"7339,-4 30-9840,0 0 1,1 0-1,-1 1 0,2-1 1,-1 1-1,-1 4-440,-17 45 35,-15 57 322,-18 99-357,51-187 293,4-25-288,0 0 1,0 0-1,0 1 0,1-1 0,-1 0 0,0 1 0,0-1 0,0 0 0,1 0 0,-1 0 0,0 1 0,0-1 0,0 0 0,1 0 0,-1 0 0,0 1 0,1-1 0,-1 0 0,0 0 0,0 0 0,1 0 0,-1 0 0,0 0 0,1 1 0,-1-1 0,0 0 0,1 0 0,-1 0 0,0 0 0,1 0 0,-1 0 0,0 0 0,0 0 0,1-1 0,-1 1-5,9-2 9,0-1 0,-1 0 0,1 0 0,-1-1 0,8-4-9,16-8-18,-1 4-17,0 2 0,1 1 0,0 1 0,1 2 0,-1 1 0,1 1 0,19 1 35,-12 2-668,-1 2 0,0 2 1,1 1-1,-1 2 0,0 2 668,-31-6-970,-1-1 0,1 1-1,0-1 1,-1-1 0,1 1-1,2-1 971,-7-1-552,-1 1-1,1 0 0,0-1 1,-1 0-1,1 1 0,-1-1 0,1 0 1,-1 0-1,1 0 0,-1-1 1,0 1-1,1-1 0,-1 1 1,0-1-1,0 0 0,0 1 1,0-1-1,0-1 553,8-9-3157</inkml:trace>
  <inkml:trace contextRef="#ctx0" brushRef="#br0" timeOffset="7186.19">1677 8 10368,'0'-1'332,"-1"1"1,1-1-1,-1 1 1,1-1-1,-1 1 1,1-1 0,-1 1-1,1-1 1,-1 1-1,0 0 1,1-1-1,-1 1 1,1 0 0,-1 0-1,0-1 1,1 1-1,-1 0 1,0 0-1,0 0-332,-8 8 7047,8-6-6509,-4 5-18,1 0 0,0 0 0,0 0 0,1 0 0,0 0 0,1 1 0,-1-1 0,1 5-520,-4 15 435,0 24-435,2-14 429,-11 84 8,5 33-437,8-94-1936,4 1 0,2-1 1,8 36 1935,-2-44-6134,-2-7 1783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18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671 287 7936,'0'-2'962,"0"-1"1,0 0-1,1 1 1,-1-1-1,1 1 0,0-1 1,0 1-1,0-2-962,1 1 466,-1-1 0,0 0 0,0 1 0,0-1 0,0 0 0,0 0-466,0-7 347,-1 0-1,0 1 0,0-1 0,-1 0 0,-1 1 0,1-1 0,-2 1 1,1 0-1,-2-1 0,1 1 0,-1 1 0,-3-7-346,3 10 90,-1-1-1,1 1 1,-1-1-1,0 1 1,0 1-1,0-1 1,-1 1-1,0 0 1,0 0-1,-1 1 1,1-1-1,-1 1 1,0 1-1,0-1 1,0 1 0,-1 1-1,1-1 1,-1 1-90,-1 0 12,1 0 1,0 1-1,-1 0 1,0 0 0,1 0-1,-1 1 1,1 1 0,-1 0-1,1 0 1,-1 0 0,1 1-1,-1 0 1,1 1-1,0 0 1,0 0-13,0 1 5,0 1 0,1 0-1,-1 0 1,1 0 0,0 1 0,1 0-1,-1 0 1,1 1 0,0 0 0,1 0-1,0 0 1,0 1 0,0-1 0,-2 8-5,-5 13 13,1 1 1,2 0-1,1 0 1,1 1-1,1 0 1,2 0-1,1 1 1,1 0-1,3 29-13,4 16 11,3 0 0,3-2 0,12 37-11,19 38 461,-19-73-4180,0 15 3719,-21-82-1384,-1 0 0,0 0 0,0 6 1384,-1-13-988,0 1-1,0 0 1,-1 0 0,1 0-1,-1 0 1,1 0 0,-1 0-1,-1 0 989,2 1-2890</inkml:trace>
  <inkml:trace contextRef="#ctx0" brushRef="#br0" timeOffset="332.16">43 647 11520,'-26'-7'3733,"25"7"-3553,0 0-1,0 0 1,1 0 0,-1 0 0,0 0-1,1 0 1,-1 0 0,0-1 0,1 1 0,-1 0-1,0-1 1,1 1 0,-1 0 0,0-1-1,1 1 1,-1-1 0,1 1 0,-1-1 0,1 1-1,-1-1 1,1 1 0,0-1 0,-1 1-1,1-1 1,-1 0 0,1 1 0,0-1-1,0 0-179,0 1 155,0-1 0,0 0 0,1 0 0,-1 0 0,1 1-1,-1-1 1,1 0 0,-1 0 0,1 1 0,-1-1 0,1 0-1,-1 1 1,1-1 0,0 1 0,0-1 0,-1 1-1,1-1 1,0 1-155,6-4 537,1 0-1,-1 0 0,8-2-536,44-13-142,0 1-1,1 3 1,53-5 142,-100 19-396,92-10-3291,-32 11-3723,-37 3 3832</inkml:trace>
  <inkml:trace contextRef="#ctx0" brushRef="#br0" timeOffset="685.12">699 543 12544,'-15'-7'4122,"12"6"-2421,3 1-442,10-4 1440,30-8-2047,5-1-275,19-1-377,-48 11 7,0 1 1,-1 1-1,1 0 0,0 1 0,0 1 0,2 0-7,-4 1 6,-1 1 0,0 0 0,1 1 0,3 2-6,-13-5 17,0 1 0,1 0 0,-1 0 0,0 0-1,0 0 1,0 1 0,-1 0 0,1 0 0,-1 0 0,1 0 0,-1 0 0,0 1 0,0-1 0,1 3-17,-3-5 27,-1 1 1,1 0-1,0 0 1,-1 0-1,1 0 1,-1 0-1,0 0 1,1 0-1,-1 1 1,0-1-1,0 0 1,0 0-1,-1 0 1,1 0-1,-1 0 1,1 0-1,-1 0 1,1 0-1,-1 0 1,0 0-1,0 0 1,-1 1-28,-3 5 88,0-1 0,0 1-1,-1-1 1,-4 4-88,5-6 41,-3 3 2,0 0 0,-1-1 0,0 0 0,0-1-1,-1 0 1,0 0 0,0-1 0,0 0 0,-1-1-1,1 0-42,2-1-28,0 0-1,0-1 0,0 0 1,0 0-1,0-1 0,-1 0 1,1-1-1,0 0 0,-1 0 1,1-1-1,0 0 0,0 0 1,0-1-1,-2 0 29,7 1-180,0 0 1,1 0 0,-1 0-1,0-1 1,1 1-1,-1-1 1,1 0-1,0 1 1,0-1-1,-1 0 1,1 0 0,0 0-1,1-1 1,-1 1-1,0 0 1,1-1-1,-1 1 1,1-1-1,0 0 1,-1 1-1,1-1 1,1 0 0,-1 0-1,0 1 1,1-1-1,-1-2 180,1 2-613,0 0 0,0-1 0,1 1 0,-1 0 0,1-1 0,0 1 0,0 0 0,0 0 0,0-1 0,0 1 0,1 0 0,-1 0 0,1 1 0,2-4 613,13-14-3338</inkml:trace>
  <inkml:trace contextRef="#ctx0" brushRef="#br0" timeOffset="1025.5">1273 483 11648,'0'0'310,"0"1"0,0 0 1,0-1-1,0 1 0,-1-1 1,1 1-1,0 0 0,0-1 1,0 1-1,-1 0 0,1-1 1,0 1-1,-1-1 0,1 1 1,0-1-1,-1 1 0,1-1 1,-1 1-1,1-1 0,-1 1 1,1-1-1,-1 0 0,1 1-310,-1-1 79,1 0-1,0 0 0,-1 0 0,1 1 0,0-1 0,0 0 0,-1 0 0,1 1 0,0-1 0,0 0 0,-1 0 0,1 1 0,0-1 0,0 0 1,0 1-1,0-1 0,-1 0 0,1 0 0,0 1 0,0-1 0,0 0 0,0 1 0,0-1 0,0 1 0,0-1 0,0 0 0,0 1 0,0-1 0,0 0 1,0 1-1,0-1 0,0 0 0,0 1 0,0-1 0,1 0 0,-1 1 0,0-1-78,6 36 1483,-2-28-1457,1 0 0,-1 0 0,2 0 0,-1-1 0,1 0 0,0 0 1,1 0-27,1 1 338,-1 0 0,0 1 0,0 0 1,2 6-339,9 17 1920,-18-32-1595,-7-25 224,8 16-568,0-1 0,0 1 0,1 0 0,0 0 0,1 0 0,0 1 0,0-1 0,1 0 0,0 1 0,1 0 0,0 0 0,3-5 19,10-11-637,1 1 0,1 1 1,7-5 636,-20 20-754,1 0 0,0 1 1,1-1-1,-1 2 1,1-1-1,1 1 754,0 0-2054,1 0-1,0 1 0,0 0 1,1 1-1,2-1 2055,13 0-3386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3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106 365 8448,'-16'-5'2757,"16"4"-2416,-1 0-1,1 1 1,-1-1 0,1 0-1,0 0 1,-1 0 0,1 0-1,0 0 1,-1 0 0,1 0-1,0 0 1,0 1 0,0-1-1,0 0 1,0 0 0,0 0-1,0 0 1,0 0 0,1 0-1,-1 0-340,0-2 1576,14 40 867,-9-19-2360,1 0 0,5 9-83,8 26 266,-17-48-339,-1-2 193,0 0 1,0 1 0,0-1 0,0 1-1,-1-1 1,0 1 0,1 0-121,-1-4 18,0 1-1,0-1 1,0 0 0,-1 0-1,1 0 1,0 0 0,0 1 0,0-1-1,0 0 1,0 0 0,0 0 0,0 0-1,0 1 1,0-1 0,-1 0-1,1 0 1,0 0 0,0 0 0,0 0-1,0 0 1,0 0 0,-1 1 0,1-1-1,0 0 1,0 0 0,0 0-1,0 0 1,-1 0 0,1 0 0,0 0-1,0 0 1,0 0 0,-1 0 0,1 0-1,0 0 1,0 0 0,0 0-1,0 0 1,-1 0 0,1 0-18,-15-8 369,-9-10 233,-17-15-602,33 25 81,0 1 0,0-1 0,1-1 0,0 0 0,1 0 0,-3-5-81,7 11 6,1 0 1,-1 0-1,1 0 0,0 0 0,0 0 1,0 0-1,1 0 0,-1 0 0,1 0 1,0 0-1,-1 0 0,1 0 0,1-1 1,-1 1-1,0 0 0,1 0 0,0 0-6,0-1-6,0 0 1,1 0-1,0 1 0,0-1 0,0 0 0,0 1 0,1 0 1,-1-1-1,1 1 0,0 0 0,0 1 0,0-1 6,6-5-38,1 1 1,0 1-1,1 0 0,-1 0 0,1 1 0,0 0 0,0 1 1,8-2 37,8-1-567,0 1 1,0 1 0,1 1-1,-1 2 1,1 1-1,0 1 567,0 1-3254,0 2-1,-1 0 0,20 6 3255,-10 0-3338</inkml:trace>
  <inkml:trace contextRef="#ctx0" brushRef="#br0" timeOffset="1077.25">575 339 10368,'-8'0'3429,"6"0"-1872,2 0 230,0 0 383,0-1-2123,0 1-1,0 0 0,0 0 1,0 0-1,0 0 1,0 0-1,0 0 0,0 0 1,0 0-1,-1-1 0,1 1 1,0 0-1,0 0 0,0 0 1,0 0-1,0 0 0,0 0 1,0 0-1,0-1 1,1 1-1,-1 0 0,0 0 1,0 0-1,0 0 0,0 0 1,0 0-1,0 0 0,0 0 1,0-1-1,0 1 1,0 0-1,0 0 0,0 0 1,0 0-1,0 0 0,1 0 1,-1 0-1,0 0 0,0 0 1,0 0-1,0 0 0,0 0 1,0-1-1,0 1 1,0 0-1,1 0 0,-1 0 1,0 0-1,0 0 0,0 0 1,0 0-1,0 0-46,56-23 554,-32 12-363,1 1 0,0 1-1,1 1 1,3 1-191,-8 4 22,0 0-1,1 2 0,-1 0 1,1 1-1,-1 2 0,0 0 1,0 1-1,0 1 0,0 1 1,0 1-1,-1 1 0,8 4-21,-23-9 46,0 1-1,-1-1 1,1 1 0,-1 0-1,0 0 1,0 1-1,2 1-45,-5-4 20,0 0 1,0 0-1,0 0 0,0 1 0,0-1 0,0 0 0,0 1 0,0-1 0,-1 1 0,1-1 0,0 1 0,-1-1 1,0 1-1,1-1 0,-1 1 0,0-1 0,0 1 0,1 0 0,-1-1 0,0 1 0,-1-1 0,1 1 0,0-1 1,0 1-1,-1 1-20,-1 0 49,1 0 1,-1-1 0,0 1 0,1 0 0,-1 0 0,-1-1-1,1 1 1,0-1 0,-1 0 0,1 0 0,-1 0-50,-4 4 148,0-1 0,-1-1 0,-5 4-148,-1-2 79,0-1 1,0 0 0,0-1 0,0 0-1,-7 0-79,-25 3 11,-1-2-11,38-5-9,-60 6 73,-19-3-64,58-3-156,1-2 0,0-1 0,0-1 0,-8-3 156,33 6-100,1 0 0,-1-1 1,0 1-1,0-1 1,1 1-1,-1-1 1,1 0-1,0-1 1,-1 1-1,-1-2 100,4 3-77,0 0 0,0 0 0,1 0 0,-1 0 0,0 0 0,0 0 0,1 0 0,-1 0 0,0 0 0,1 0 0,-1-1 0,1 1 0,0 0 0,-1 0 0,1-1 0,0 1 0,0 0 0,0-1 0,0 1 0,0 0 0,0 0 0,0-1 0,0 1 0,1 0 1,-1-1-1,0 1 0,1 0 0,-1 0 0,1 0 0,-1-1 0,1 1 0,0 0 0,0 0 77,2-3-291,0 0 0,1 0 0,0 1 0,0 0 0,0 0 0,0 0 0,0 0 0,0 1 0,1 0 0,0-1 291,-1 1-285,12-6-521,0 1 0,0 1 0,1 0 0,0 2-1,0 0 1,3 0 806,12-1-937,-1 2 0,1 1 0,-1 2 937,-1 0 456,0 2-1,5 3-455,12 3 3766,-1 2-1,0 2 1,34 14-3766,-72-22 149,0 0-1,-1 0 1,0 0 0,1 1 0,-2 0-1,3 2-148,26 18 100,-34-24-99,22 12 23,0 0 0,0-2 1,1 0-1,5 0-24,-22-9 18,-1 0 0,1 0 0,0-1 0,0 0 0,0 0 0,-1-1 0,1 1 0,0-1 0,0-1 0,0 0 0,0 0 0,0 0 0,-1 0 0,1-1-1,0 0 1,-1-1 0,0 0 0,4-1-18,6-6 342,1-1-1,9-8-341,-22 16 73,1-1 1,-1 0-1,0 0 0,0-1 0,-1 1 0,1-1 1,-1 1-1,0-1 0,0 0 0,0-1 0,-1 1-73,7-20-96,5 37-16,15 18 91,-20-20-93,1 0-1,0-1 1,0 0 0,1-1 0,0 0 114,6 2-338,1-1 0,0-1 0,1 0 0,0-2 0,0 0 0,0-1-1,1-1 1,-1 0 0,1-2 0,15 0 338,-27-2-36,0 0 0,0-1 0,0 0 0,0 0 0,0-1 0,0 0-1,-1-1 1,1 0 0,-1 0 0,6-3 36,-9 4 47,0-1-1,-1 1 1,1-1-1,0 0 1,-1 0 0,0 0-1,0 0 1,0-1-1,0 1 1,-1-1-1,1 0 1,-1 0 0,0 0-1,0 0 1,0 0-1,-1 0 1,1-1 0,-1 1-1,0-1 1,0 0-47,1-15 426,0 1 1,-2-1-1,0 0 1,-3-17-427,-15-78 1067,10 70-699,3 13-155,-1 6-64,2-1 1,2 1-1,0-3-149,6 37 198,2 34 11,-3-17-114,1 1 1,7 24-96,64 169 59,-19-77-4945,-44-118 1200,-3-9 530,-5-4-2050,-1-5 1852</inkml:trace>
  <inkml:trace contextRef="#ctx0" brushRef="#br0" timeOffset="1682.76">1817 310 15872,'-26'-4'5205,"24"3"-4748,0 1 1,0 0-1,0 0 0,0 0 1,0 0-1,0 1 1,0-1-1,-1 1-457,-3 1 821,7-1 832,90 7-837,-25-8-1618,56 0-2078,-62 2-3593,1 3 6473,1 5-4622,-55-9 4521,0 1 0,0 0 1,0 1-1,0 0 0,-1 0 0,1 0 1,3 3 100,-2 0 762,-4-3 436,1 0-1,-1 0 1,1 0 0,-1 1 0,2 3-1198,-4-6 209,-1 0-1,1 1 0,0-1 0,0 0 0,0 0 0,0 0 0,0 0 0,0 0 1,0 0-1,0-1 0,1 1 0,-1-1 0,0 1 0,0-1 0,0 0 0,1 0 1,-1 0-1,0 0 0,0 0 0,1 0-208,11-2 45,-1 0-1,1-1 1,0-1-45,10-2 119,13-1-161,0-1-1,0-2 0,0-2 1,33-15 42,-32 5 316,-35 20-236,-1 0-1,0 1 1,1-1 0,-1 0 0,0 0 0,0 0 0,-1-1 0,1 1 0,0 0 0,-1-1-1,1 1 1,-1-1 0,0 0-80,-1 2 32,1 0 0,-1 0 0,0 0 1,0 0-1,0 1 0,0-1 0,0 0 0,0 0 0,0 0 0,0 0 0,0 0 0,0 0 0,0 0 0,-1 0 0,1 0 1,0 1-1,-1-1 0,1 0 0,0 0 0,-1 0 0,1 1 0,-1-1 0,0 0 0,1 0 0,-1 1 0,1-1 0,-1 0 0,0 1 1,0-1-1,1 1 0,-1-1 0,0 1 0,0-1 0,0 1-32,-2-2 54,0 1 1,-1 0-1,1 0 1,-1 0-1,0 0 1,1 0-1,-2 0-54,-10 1 60,0 0 0,0 0 0,0 1 0,-1 1-1,1 1 1,1 0 0,-1 1 0,0 1 0,-3 1-60,4 0 41,0 1 0,0 0 0,1 1 0,0 0 1,0 1-1,1 1 0,-7 6-41,11-9 11,1 1 1,0 0-1,0 0 1,0 0-1,1 0 1,1 1 0,-5 8-12,8-14-14,1 1 0,-1 0 0,1-1 0,0 1 0,0 0 0,0 0 0,1 0 1,-1 0-1,1 0 0,0 2 14,0-3-31,1-1 0,-1 1-1,1-1 1,0 0 0,-1 1 0,1-1 0,0 0 0,0 1 0,0-1 0,1 0 0,-1 0 0,0 0 0,1 0-1,0 0 1,-1 0 0,1-1 0,1 2 31,3 2-201,1-1 0,-1 0-1,1 0 1,0-1 0,0 0-1,0 0 1,0-1 0,1 0-1,-1 0 1,0 0 0,4-1 201,12 2-1029,-1-1 0,1-2 0,8 0 1029,36-6-6162,0-2-1,18-7 6163,-11 2-3317</inkml:trace>
  <inkml:trace contextRef="#ctx0" brushRef="#br0" timeOffset="2130.6">3561 184 11776,'5'-12'7658,"-5"11"-7055,0-1-1,0 1 1,0 0 0,-1-1-1,1 1 1,0 0 0,-1-1-1,1 1 1,-1 0 0,0 0-1,1 0 1,-1-1 0,0 0-603,-1 0 205,0 0 1,0 1 0,0-1-1,0 0 1,0 0 0,0 1 0,-2-2-206,0 1-62,-1 0 0,0-1 1,0 2-1,0-1 0,0 0 1,0 1-1,0 0 0,0 0 1,-3 1 61,-14-2-18,1 1 1,-1 1-1,1 2 1,-1 0-1,1 1 1,0 1-1,-2 1 18,4 0-6,11-3-2,0 0 0,0 0 1,0 1-1,0 0 0,0 1 0,1 0 0,0 0 0,-1 0 0,2 1 0,-4 2 8,9-6-13,0 0 0,0 1 0,0-1 0,-1 0 0,1 1-1,0-1 1,1 1 0,-1-1 0,0 1 0,0-1 0,1 1 0,-1-1 0,1 1 0,-1 0 0,1-1 0,0 1 0,0 0 0,-1 0 0,1-1 0,1 1 13,-1 0-48,0 1 0,1-1 1,0 0-1,0 0 1,-1 0-1,1 0 0,1 0 1,-1 0-1,0 0 1,0 0-1,1 0 0,-1 0 1,2 0 47,6 6-235,0 0 1,0-1 0,0-1-1,1 1 1,6 1 234,-5-1-71,33 19-92,-1 2-1,-1 2 1,12 12 163,-50-39 36,-1 1 0,1-1 0,-1 1 0,0 0 0,1 2-36,-3-5 10,-1-1 1,1 1-1,-1 0 0,1 0 0,-1-1 0,0 1 1,1 0-1,-1 0 0,0-1 0,0 1 0,0 0 1,1 0-1,-1 0 0,0-1 0,0 1 0,0 0 1,0 0-1,0 0 0,-1 0 0,1-1 0,0 1 1,0 0-1,0 0 0,-1-1 0,1 1 0,0 0 1,-1 0-1,1-1 0,-1 1 0,1 0 0,-1-1 1,1 1-1,-1 0-10,-3 1-11,1 1 0,-1-1 0,0 0 0,0 0 0,0-1-1,0 1 1,-1-1 0,-2 1 11,-48 9-653,20-4 88,-98 19-3959,79-18-6125,-26-1 10649,32-3-3738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32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26 361 9472,'-16'-10'3061,"7"0"-116,8 8-1459,5 4 2349,-4 16-2928,3-5-803,0 0 1,1 0-1,5 11-104,7 24 236,-10-32-76,-5-13-63,0-1-1,0 1 1,0-1 0,0 1 0,0 0 0,-1-1 0,1 1 0,-1 0-1,1-1 1,-1 1 0,0 0 0,0 0 0,-1 2-97,0-5 50,1 0 0,-1 0 0,1 0 0,-1 0 0,1 0 0,-1 0 0,1 0 0,-1 0 0,1 0 0,-1 0 0,1-1 0,0 1 0,-1 0 0,1 0 0,-1 0 0,1-1 0,-1 1 0,1 0 0,0-1 0,-1 1 0,1 0 0,-1-1-50,-9-6 319,7 4-308,0-1 0,1 1 1,-1 0-1,1-1 0,-1 0 1,1 0-1,0 1 0,1-1 1,-1 0-1,1-1 1,-1 1-1,1 0 0,0 0 1,1-1-1,-1 1 0,1 0 1,0-1-1,0 1 0,0-1-11,1-3-31,-1 0 0,1 1 0,1-1 0,0 1-1,0-1 1,0 1 0,1-1 0,0 1 0,0 0 0,2-2 31,1 0-48,0 1 1,0 0 0,0 0 0,1 1-1,0 0 1,1 0 0,0 1 0,0-1-1,0 2 1,0-1 0,1 1 0,0 1-1,0-1 1,1 2 0,-1-1 0,1 1 0,-1 1-1,1 0 1,0 0 0,0 1 0,9-1 47,0 2-1087,-1 0 1,0 0 0,1 2 0,-1 0-1,18 6 1087,-23-5-1790,0 1-1,0 1 1,0 1-1,0 0 1,2 2 1790,14 8-3029</inkml:trace>
  <inkml:trace contextRef="#ctx0" brushRef="#br0" timeOffset="1087.05">591 482 10496,'-7'1'2686,"7"2"-276,1-3-2264,-1 0-1,1 0 1,-1 1-1,1-1 1,0 0-1,-1 0 1,1 0-1,0 0 1,-1 0-1,1 0 1,-1 0-1,1 0 1,0 0-1,-1 0 1,1 0-1,0 0 1,-1 0-1,1 0 1,-1-1-146,15-5 329,-1-1 1,0-1-1,0 0 1,1-3-330,3-1 95,6-4 59,14-14-154,-23 18 54,-10 8 44,0 0 0,0-1 0,-1 0 0,1 0 0,-1 0 0,0 0 0,-1-1 0,1 1 0,-1-1 0,0 0 0,-1 0 0,1 0 0,-1-2-98,-1 5 62,0 1 0,-1-1 0,1 0 0,-1 0 0,0 0 0,0 0 1,0 1-1,-1-1 0,1 0 0,-1 0 0,1 0 0,-1 1 0,0-1 1,0 0-1,0 1 0,0-1 0,-1 1 0,1-1 0,-1 1 0,1-1 1,-1 1-1,0 0 0,0 0 0,0 0 0,0 0 0,0 0 0,-1 1 1,1-1-1,0 0 0,-1 1 0,-1-1-62,-1-1 53,-1 0 0,1 1-1,-1 0 1,1 0 0,-1 0 0,0 0 0,0 1 0,0 0 0,0 0-1,0 1 1,-5 0-53,1 1 62,-1 1 0,1 0 0,-1 1 1,1 0-1,0 1 0,0 0 0,1 1 0,-1 0 0,1 0 0,0 1 0,0 0 0,-4 4-62,1 1 37,0 0 0,1 1 0,0 0-1,1 1 1,0 0 0,1 1 0,-6 10-37,13-19 3,-1 1 1,1-1-1,0 1 1,0 0-1,0-1 1,1 1-1,0 0 1,0 0-1,0 0 1,1 0-1,0 0 0,0 0 1,1 0-1,0 0 1,0 0-1,0 0 1,0 0-1,1 0 1,2 4-4,-2-6-7,0 1 1,1-1-1,-1 0 1,1 0-1,0 0 1,0 0-1,1 0 0,-1 0 1,1-1-1,0 0 1,-1 0-1,1 0 1,1 0-1,-1 0 1,0-1-1,1 0 1,-1 0-1,1 0 1,0 0-1,0-1 1,0 0-1,-1 0 1,1 0-1,1-1 7,11 1-91,0-1 0,1-1 1,-1 0-1,1-2 0,-1 0 0,0-1 0,14-5 91,13-6-338,-1-2 0,15-9 338,-42 18-37,0 0-1,-1-1 1,0-1-1,4-4 38,-14 11 6,-1-1-1,0 0 1,0 0-1,0 0 0,0-1 1,-1 1-1,1-1 0,-1 0 1,0 0-1,-1 0 1,1 0-1,-1 0 0,0-1 1,-1 1-1,1-2-5,3-40 67,-5 43 6,0 0 0,0-1-1,0 1 1,-1 0 0,0 0 0,1 0-1,-2 0 1,1 0 0,0 0 0,-1 0-73,2 3 11,0 1 0,-1 0 1,1-1-1,0 1 1,0 0-1,0 0 0,-1-1 1,1 1-1,0 0 1,0 0-1,-1-1 1,1 1-1,0 0 0,-1 0 1,1 0-1,0-1 1,-1 1-1,1 0 0,0 0 1,-1 0-1,1 0 1,0 0-1,-1 0 0,1 0 1,0 0-1,-1 0 1,1 0-1,0 0 0,-1 0 1,1 0-1,0 0 1,-1 0-1,1 0 1,-1 0-1,1 0 0,0 0 1,-1 1-1,1-1 1,0 0-1,0 0 0,-1 0 1,1 0-1,0 1 1,-1-1-1,1 0 0,0 1 1,0-1-1,-1 0 1,1 0-1,0 1 0,0-1 1,0 0-12,-11 18 233,10-12-193,-1 1 0,1 0 0,0 0 0,1 0 0,0 0 0,0 0 0,0 0 0,1-1 0,0 1 0,0 2-40,5 15 82,1 0-1,3 6-81,-5-13 51,0-4 5,1 0 1,-1 0 0,5 5-57,-7-13 49,0 0 0,0-1 0,0 0 0,0 0 0,0 0 0,1 0 0,0 0 1,0-1-1,0 1 0,4 1-49,-7-4 20,-1-1-1,1 1 1,0-1 0,0 1 0,0-1-1,0 0 1,0 0 0,0 1 0,0-1 0,0 0-1,0 0 1,0 0 0,0 0 0,-1 0-1,1 0 1,0-1 0,0 1 0,0 0-1,0 0 1,0-1 0,0 1 0,0 0 0,0-1-1,0 1 1,-1-1 0,1 1 0,0-1-1,0 1 1,-1-1 0,1 0 0,0 1-1,-1-1 1,1 0-20,2-3 31,0 0-1,-1 0 1,0 0-1,0 0 1,0 0-1,0-1-30,-1 2 13,31-87 149,-20 52-351,16-33 189,-27 69-3,21-39-101,-21 39 96,1-1-1,0 1 1,0 0 0,-1-1-1,1 1 1,0 0 0,1 0-1,-1 0 1,0 1 0,1-1-1,-1 0 1,1 1 0,-1 0-1,1-1 9,-2 2 9,1 0 1,-1 0-1,0 0 0,1-1 1,-1 1-1,0 1 0,0-1 1,1 0-1,-1 0 0,0 0 1,1 1-1,-1-1 0,0 0 0,0 1 1,0-1-1,1 1 0,-1 0 1,0-1-1,0 1 0,0 0 1,0 0-1,0 0 0,0 0 0,0 0 1,0 0-1,0 1-9,4 4 20,-1 0 1,0 0-1,0 1 0,1 3-20,2 2 3,16 30 58,-5-10 97,9 12-158,-20-35 41,0 0 0,0 0-1,1 0 1,0-1 0,0 0-1,6 3-40,-11-9 11,-1 0 0,1-1 0,-1 0 0,1 0-1,0 1 1,-1-2 0,1 1 0,0 0-1,0 0 1,-1-1 0,1 0 0,0 1-1,0-1 1,0 0 0,0-1 0,-1 1-1,1 0 1,0-1 0,0 1 0,0-1-1,-1 0 1,1 0 0,0 0 0,-1 0-1,1-1 1,-1 1 0,2-2-11,8-5 29,-1 0 0,-1-1-1,1 0 1,-1-1 0,1-2-29,-8 8-3,42-48 89,-34 38-126,1-1-1,1 1 0,0 1 1,1 0-1,5-2 41,-18 14-4,1-1 0,0 1-1,0 0 1,0 0 0,1 0 0,-1 0 0,0 0-1,0 0 1,0 1 0,1-1 0,-1 1 0,0 0-1,0-1 1,1 1 0,-1 0 0,0 0-1,1 1 1,-1-1 0,0 0 0,1 1 0,-1 0-1,0-1 1,0 1 0,0 0 0,0 0 0,1 0-1,-1 0 1,-1 0 0,3 2 4,4 3 3,-1 1 0,1 0 1,-1 1-1,0 0 0,-1 0 0,1 1-3,4 6-9,36 51-236,-28-39-2939,21 26 3184,-34-46-827,0-1 1,1 1 0,-1-1-1,2-1 1,3 4 826,-7-7-831,1 1 0,0-1 0,-1 1 0,1-1 0,0-1 0,1 1 0,-1-1 0,0 0 0,0 0 0,3 0 831,23 0-3328</inkml:trace>
  <inkml:trace contextRef="#ctx0" brushRef="#br0" timeOffset="1766.4">2416 268 12928,'0'-1'357,"-1"0"0,0 0 0,1 0-1,-1 0 1,0 0 0,0 0 0,0 0 0,0 0 0,0 0 0,0 0 0,0 0 0,0 0 0,0 1 0,0-1 0,0 0 0,0 1 0,0-1 0,-1 1 0,1 0 0,0-1 0,0 1 0,-1 0 0,1-1 0,0 1 0,-1 0 0,1 0 0,0 0 0,-1 0 0,1 1 0,-1-1-357,-30 4 645,1 2 0,0 1 0,0 1 0,1 2 0,-5 3-645,23-8-62,1 1 0,0 0 0,0 1 0,1 0-1,0 0 1,-7 7 62,11-7 24,0-1-1,0 0 1,1 1-1,0 0 1,0 1-1,1-1 1,0 1-1,0 0 1,0 0 0,1 2-24,1-6 0,1 0 0,0 0 0,0 0 0,1 0 1,-1 0-1,1 0 0,0 0 0,0 0 0,0 0 1,1 0-1,-1 0 0,2 2 0,-2-4-7,0-1 0,1 1 0,0 0 0,-1-1 0,1 1 0,0-1 0,0 0 0,0 1 0,0-1 0,0 0 0,0 1 0,0-1 0,1 0 1,-1 0-1,0 0 0,1 0 0,-1 0 0,0 0 0,1-1 0,-1 1 0,1 0 0,0-1 0,-1 1 0,1-1 0,-1 1 0,1-1 0,0 0 0,-1 0 0,1 0 0,0 0 0,0 0 7,19-2-63,0-1 0,0-1 0,0-1 0,0 0 0,-1-2 0,2-1 63,-16 5 0,15-3 30,-1-2 0,-1 0 0,0-2 0,0 0-30,-14 7 7,0 0 0,0 0 1,-1-1-1,1 1 0,-1-1 1,0 0-1,0 0 1,-1-1-1,1 1 0,-1-1 1,0 0-1,0 0 0,0 0 1,-1 0-1,0 0 0,0 0 1,1-3-8,-1 0 5,-1 1 1,1-1-1,-1 0 0,0 1 1,-1-1-1,0-1-5,3 19-37,1 4 36,0 0 0,1-1 0,0 0-1,1 0 1,6 9 1,-6-13-270,1 0 0,0 0-1,0-1 1,0 0 0,1-1-1,0 1 1,0-2 0,8 5 270,-11-7-279,0-1 1,1 0-1,-1-1 1,1 1-1,0-1 1,0 0-1,-1-1 1,1 1-1,1-1 1,-1-1-1,0 1 1,0-1-1,0 0 1,0 0-1,0 0 1,2-1 278,-1-1-100,1 1 1,0-1-1,-1-1 0,1 1 1,-1-1-1,0 0 0,0-1 1,0 0-1,0 0 1,1-2 99,-3 2 307,1-1 0,-1 0 0,-1 0 1,1 0-1,-1 0 0,0-1 1,0 0-1,-1 0 0,0 0 0,0 0 1,2-6-308,12-43 3040,-13 68-2747,0 1 0,1 0 1,1-1-1,3 7-293,0-5 63,-3-5-1411,1 1 0,0-1 0,0 0 0,7 6 1348,-12-14-747,0 0 1,0 0-1,0 0 1,1 0-1,-1 0 0,1-1 1,0 1-1,-1-1 1,1 1-1,0-1 0,0 0 1,0 0-1,0-1 1,0 1-1,0 0 1,0-1-1,0 0 0,0 0 1,0 0-1,2 0 747,9-1-3333</inkml:trace>
  <inkml:trace contextRef="#ctx0" brushRef="#br0" timeOffset="2105.22">2766 119 13952,'-40'-26'5183,"40"26"-4031,-27-8 448,17 5 128,6 6-1088,-6-3-96,10 0-352,-5 0-896,5 0 352,0 0-2112,10 8 1376,-1-2-4319,9 0 3039,6 8-3520,-2-3 3392</inkml:trace>
  <inkml:trace contextRef="#ctx0" brushRef="#br0" timeOffset="2507.14">2985 341 12288,'18'65'8959,"-11"-47"-7859,-3-3-739,1-1 0,1 0 0,1 0 0,4 7-361,-1-3 295,-9-15-210,1 0 0,-1 0 1,1 0-1,-1 0 0,1 0 0,0 0 1,0-1-1,0 1 0,1-1 0,-1 1 1,1-1-1,-1 0 0,1 0 0,1 1-85,-3-3 19,-1 0 0,1 0 1,-1 0-1,1 0 0,-1 0 0,0 0 0,1 0 0,-1 0 0,1-1 1,-1 1-1,0 0 0,1 0 0,-1 0 0,1 0 0,-1-1 0,0 1 0,1 0 1,-1-1-1,0 1 0,1 0 0,-1 0 0,0-1 0,0 1 0,1-1 0,-1 1 1,0 0-1,0-1 0,0 1 0,1 0 0,-1-1 0,0 1 0,0-1-19,7-17 234,-5 13-173,4-12 9,10-22 17,15-27-87,-25 54-50,2 0 0,0 0 0,0 1 1,1 0-1,0 1 0,1 0 0,1-1 50,-6 7-19,0-1 1,0 1-1,0 0 1,1 0-1,-1 1 0,1 0 1,5-2 18,-8 4 5,0 0 0,-1 1 0,1-1-1,0 1 1,-1 0 0,1-1 0,0 1 0,-1 1 0,1-1 0,0 0 0,0 1 0,-1-1 0,1 1-1,-1 0 1,1 0 0,-1 0 0,1 0 0,-1 0 0,1 1 0,-1-1-5,9 7 32,0 1-1,-1 0 1,0 0 0,0 1 0,-1 1-1,-1-1 1,2 3-32,17 21-94,-16-21 86,1 1-632,1 0 0,0-1 1,9 7 639,-17-16-256,0-1-1,0 1 1,0-1 0,0 0-1,1-1 1,-1 1 0,1-1 0,0 0-1,0-1 1,0 1 0,-1-1 0,1 0-1,2-1 257,1 1-42,1-1 0,0-1 0,0 0 0,-1 0 0,1-1-1,0 0 1,-1-1 0,0 0 0,1 0 0,-1-1 0,-1 0-1,1 0 1,4-4 42,1-2 640,0 0 0,-1-1 0,0-1-1,-1 0 1,0-1 0,-1 0 0,2-4-640,-12 15 98,1 1 0,-1-1 1,0 0-1,1 1 0,-1-1 1,1 1-1,-1-1 0,1 1 0,0 0 1,0 0-1,-1 0 0,1 0 1,0 0-1,1 0-98,-2 1 36,-1 0 0,1 0 0,-1 0 0,1 0 0,-1 0 0,1 0 0,-1 0-1,1 0 1,-1 0 0,1 0 0,-1 0 0,1 1 0,-1-1 0,1 0 0,-1 0 0,1 1 0,-1-1 0,1 0 0,-1 0 0,0 1 0,1 0-36,0 0 29,0 0-1,0 1 1,0-1 0,0 1-1,0 0 1,0-1 0,-1 1-1,1 0 1,0 1-29,0 2-32,6 17-51,0-1 1,4 5 82,-8-19-450,0 0 1,1-1 0,0 1-1,1-1 1,-1 0 0,1 0 0,0 0-1,5 3 450,-9-8-387,1 0-1,-1 1 1,1-1-1,-1 0 1,1 0-1,0 0 0,-1-1 1,1 1-1,0 0 1,0-1-1,0 1 1,-1-1-1,1 1 1,0-1-1,0 0 1,2 0 387,10-2-5229,0-2 1651</inkml:trace>
  <inkml:trace contextRef="#ctx0" brushRef="#br0" timeOffset="2838.91">3910 151 11136,'-32'-46'4224,"32"46"-3296,-32-32 1151,19 21 833,3 7-1632,-9-9 96,6 6-864,-6-7-320,11 11-128,-1-9-1472,4 7 768,5 2-3712,5 3 2433,4 3-4577,9 6 3680</inkml:trace>
  <inkml:trace contextRef="#ctx0" brushRef="#br0" timeOffset="3712.05">4065 341 11392,'2'30'7585,"-1"-3"-3832,0-19-3547,1 1 0,-1-1-1,1 0 1,1 0 0,0 0 0,0 0 0,0 0-1,1 0 1,1-1 0,4 7-206,10 21 171,-18-31-159,10 16 486,-10-20-487,-1 0 0,0 0-1,0 0 1,0 1 0,0-1-1,0 0 1,0 0 0,0 0-1,0 0 1,1 0 0,-1 0 0,0 0-1,0 1 1,0-1 0,0 0-1,0 0 1,1 0 0,-1 0-1,0 0 1,0 0 0,0 0-1,0 0 1,1 0 0,-1 0 0,0 0-1,0 0 1,0 0 0,0 0-1,1 0 1,-1 0 0,0 0-1,0 0 1,0 0 0,0 0 0,1 0-1,-1 0 1,0-1 0,0 1-11,4-12 422,-1-1-351,0 0 0,0 0 1,2 0-1,0 0 0,0 1 0,3-3-71,4-9-123,2 1 0,11-15 123,-16 27-30,-1 0 0,2 1-1,-1 0 1,1 0 0,1 1-1,0 0 1,0 1 30,-4 4-13,-1 0 0,1 0 0,1 0 0,-1 1 0,0 0 0,1 1 0,0 0 0,-1 0 0,1 0 0,0 1 0,0 0 0,5 1 13,-8 0-9,1 1 0,-1-1-1,1 1 1,-1 1 0,0-1 0,1 1-1,-1 0 1,0 0 0,0 0 0,0 1-1,-1 0 1,1 0 0,-1 0 0,4 4 9,8 6-106,-2 2 1,0 0-1,5 7 106,0 1-135,-16-20 96,14 17-1626,2-1 1,18 16 1664,-32-31-631,1 1-1,0-1 1,0 0 0,0-1 0,0 0 0,1 1 0,-1-2 0,1 1-1,0-1 1,0 0 0,0-1 0,0 1 0,3-1 631,13-1-2174,1-2 1,-1 0-1,19-5 2174,-33 5-114,14-2 658,-2-1 0,1-2 0,14-5-544,-14 2 2318,1 0 0,-1-2 1,4-3-2319,-14 8 1872,-2-1-1,11-8-1871,-19 14 305,1 0 0,-1 0 0,0-1-1,0 1 1,0-1 0,0 1 0,0-1 0,-1 0-1,1 0 1,-1 0 0,1 0 0,-1 0 0,0 0-1,0-1-304,-1 3 92,0 0 0,0-1 0,0 1 1,0-1-1,0 1 0,0 0 0,-1-1 0,1 1 0,0 0 0,-1-1 0,1 1 0,-1 0 0,0 0 0,1-1 0,-1 1 0,0 0 0,1 0 0,-1 0 0,0 0 1,0 0-1,0 0 0,0 0 0,0 0 0,0 0 0,-1 0 0,1 1 0,0-1 0,0 0 0,-1 1-92,-3-3 125,0 1 0,0 0-1,-1 0 1,1 1 0,-1 0 0,0-1-125,-7 1 21,0 0 1,0 0-1,-1 1 0,1 1 0,0 0 1,0 0-1,0 2 0,-10 2-21,4 1 3,1 0-1,0 1 0,0 1 0,0 0 0,-8 6-2,17-7-11,-1 0 1,1 0-1,0 1 0,0 0 1,1 0-1,-4 6 11,8-10-4,0 1-1,1 0 0,0-1 1,0 1-1,0 0 1,1 0-1,-1 1 1,1-1-1,0 1 0,1-1 1,-1 1-1,1-1 1,0 1-1,1 0 5,0-3-9,0 0 0,0-1 0,0 1 0,1 0 0,-1 0 0,1 0 0,0-1 0,-1 1 0,1 0 0,1-1 0,-1 1 0,0-1 0,1 1 0,-1-1 0,1 1 0,0-1 0,-1 0 0,1 0 0,0 0 0,0 0-1,1 0 1,-1-1 0,0 1 0,1 0 0,-1-1 0,1 0 0,-1 0 0,1 0 0,0 0 0,-1 0 0,3 0 9,4 1-36,0 0-1,0-1 1,0 0-1,0-1 1,1 0 0,-1-1-1,0 0 1,0 0-1,2-1 37,19-6-56,0 0 0,8-5 56,-15 4 70,-16 8-48,-1-1 1,0 0 0,0-1 0,0 0 0,0 0 0,-1 0 0,1 0-1,-1-1 1,0 0 0,0 0 0,0-1 0,0 1 0,-1-1 0,2-3-23,-4 6 13,-1 1 1,-1-1-1,1 0 1,0 0-1,0 0 1,-1 0-1,1 0 1,-1-1-1,0 1 1,1 0-1,-1 0 1,0 0 0,0 0-1,0 0 1,-1 0-1,1-1-13,-2-5 94,0 0 0,0 0 0,-3-5-94,3 8 6,0 1 0,0 0 0,1-1 0,0 1 0,0-1 0,0 0 1,0 1-1,1-1 0,0 0 0,0 1 0,0-4-6,0 8-5,0 0 1,0 0 0,0 0-1,0 0 1,0-1 0,0 1-1,0 0 1,0 0 0,0 0-1,0 0 1,0 0 0,0-1-1,0 1 1,0 0-1,1 0 1,-1 0 0,0 0-1,0 0 1,0 0 0,0 0-1,0-1 1,0 1 0,0 0-1,0 0 1,1 0-1,-1 0 1,0 0 0,0 0-1,0 0 1,0 0 0,0 0-1,0 0 1,1 0 0,-1 0-1,0 0 1,0 0 0,0 0-1,0 0 1,0 0-1,1 0 1,-1 0 0,0 0-1,0 0 1,0 0 0,0 0-1,0 0 1,1 0 0,-1 0-1,0 0 1,0 0 0,0 0 3,9 9-79,7 15 25,2 12 81,-1 1 0,-2 0-1,-2 1 1,3 18-26,8 19 36,-6-18 269,1 16-305,-13-47 238,-1 1 1,-2-1-1,-1 1 1,-1 3-239,-1-25 50,0 1-1,0 0 1,-1 0 0,0-1 0,0 1 0,0 0 0,-1-1-1,0 1 1,0-1 0,0 0 0,-1 0 0,1 0 0,-1 0 0,-1 0-1,1 0 1,-1-1 0,1 1 0,-1-1 0,-1 0 0,1-1-1,0 1 1,-1-1 0,0 1 0,0-1 0,0-1 0,0 1-1,0-1 1,-1 0 0,-1 1-50,-29 8 66,1-2 0,-2-1-1,-23 2-65,25-6-220,0-2 0,-1-1 0,1-1 0,-31-6 220,39 3-471,1-2 0,0-1 0,0 0 0,1-2-1,-5-3 472,15 5-597,1 0 1,1-1-1,-1 0 0,1-1 0,1-1 0,-1 0 0,2 0 1,-1-1-1,-7-10 597,14 14-675,0 0-1,1 0 1,0-1 0,0 0 0,1 1 0,-1-1 0,2-1 0,-1 1 0,1 0 0,0-1 0,0 1 0,0-7 675,0-32-3712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4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240 101 8448,'0'0'16,"-10"-18"4502,9 18-4048,0-1 0,1 0 0,0 0 0,-1 0 1,1 0-1,0 0 0,-1 0 0,1 0 1,0 0-1,0 0 0,0 0 0,0 0 0,0 0 1,0 0-1,0 0 0,0 0 0,0-1-470,-16 46 1360,2 0 0,1 2-1360,-13 41 342,-103 286 479,101-277-256,78-216-159,-21 26-324,1-17-82,6-24-120,-27 108 89,13-47 15,3 1-1,7-6 17,-31 75 17,1-1 1,1 1-1,-1 0 0,1 0 0,-1 0 1,1 1-1,0-1 0,1 1-17,-4 2 13,1 0 0,0 1 0,-1-1 0,1 1 0,0-1 0,0 1 0,0-1 0,-1 1 0,1 0 0,0-1 0,0 1 0,0 0 0,0 0 0,0 0 1,0 0-1,-1 0 0,1 0 0,1 0-13,-1 0 16,1 0 0,-1 1 0,0-1 0,0 1 0,0 0 0,1-1 0,-1 1 0,0 0 0,0 0 0,0-1 0,0 1 0,0 0 0,0 0 0,-1 0 0,1 0 0,0 0 1,0 1-17,6 10 45,-1 0 0,0 1 1,0 0-1,-2 0 1,0 1-1,2 9-45,0-1 32,96 287 479,-18-57-3721,-80-240 2157,4 16-2193,-7-27 2978,-1 0 0,0 0 0,0 0 0,0 0 0,0 0 0,0 1 0,0-1-1,-1 0 1,1 0 0,0 0 0,0 0 0,-1 0 0,1 0 0,-1 0 0,1 0 0,-1 0-1,1 0 1,-1 0 0,0 0 0,1 0 0,-1-1 0,0 1 268,-8 1-4624,1-5 1547</inkml:trace>
  <inkml:trace contextRef="#ctx0" brushRef="#br0" timeOffset="348.04">168 481 10880,'-22'-4'3594,"22"3"-3550,-1 1 1,1 0-1,0 0 0,0 0 0,0 0 1,0 0-1,-1 0 0,1 0 0,0 0 1,0 0-1,0 0 0,-1 0 0,1 0 1,0 0-1,0 0 0,0 0 0,0 0 1,-1 0-1,1 0 0,0 0 0,0 0 1,0 0-1,-1 0 0,1 0 0,0 0 1,0 0-1,0 0 0,0 1 0,0-1 1,-1 0-1,1 0 0,0 0 0,0 0 1,0 0-1,0 0 0,0 1 0,0-1-43,-2 1 475,1 0-31,0 0 0,0 0-1,0 1 1,0-1 0,0 0 0,0 1 0,0-1 0,0 0-1,0 2-444,1-3 166,0 0 0,0 0 0,0 1 0,0-1 0,0 0 0,0 1 0,0-1 0,0 0 0,0 1-1,0-1 1,0 0 0,0 0 0,0 1 0,0-1 0,1 0 0,-1 1 0,0-1 0,0 0 0,0 0 0,1 1-1,-1-1 1,0 0 0,0 0 0,0 0 0,1 1 0,-1-1 0,0 0 0,1 0-166,0 0 61,1 1 0,-1-1 0,1 0 0,-1 0 0,1 0 0,0 0 0,-1 0 0,1 0 0,-1 0 0,1-1 1,-1 1-62,65-10 79,-2 1-2812,1-3 0,56-18 2733,26-16-11536,-114 36 8406</inkml:trace>
  <inkml:trace contextRef="#ctx0" brushRef="#br0" timeOffset="680.22">787 116 12544,'-31'-23'7450,"31"23"-7341,-1 0 0,1-1-1,0 1 1,0 0 0,0 0 0,-1 0 0,1-1-1,0 1 1,0 0 0,-1 0 0,1 0-1,0 0 1,0 0 0,-1 0 0,1 0 0,0 0-1,0-1 1,-1 1 0,1 0 0,0 0 0,-1 0-1,1 0 1,0 0 0,0 0 0,-1 1-1,1-1 1,0 0 0,-1 0 0,1 0 0,0 0-109,-7 1 1648,7 30-400,-3 7-1108,3 1 1,0-1-1,3 0 1,2 10-141,31 151-1239,-16-124-1490,5-5-3657,-19-59 1746,2-2 1462</inkml:trace>
  <inkml:trace contextRef="#ctx0" brushRef="#br0" timeOffset="1037.83">673 176 13312,'-36'-31'7567,"36"31"-7434,0-1-1,0 1 0,0 0 1,0 0-1,0-1 0,0 1 1,0 0-1,1-1 0,-1 1 1,0 0-1,0-1 0,0 1 1,0 0-1,1 0 0,-1-1 1,0 1-1,0 0 0,1 0 1,-1 0-1,0-1 0,0 1 1,1 0-1,-1 0 0,0 0 1,1 0-1,-1 0 0,0-1 1,0 1-1,1 0 0,-1 0 1,1 0-133,20-10 779,24-8-1154,-27 12 364,1 1 0,0 1-1,0 1 1,1 1 0,-1 0 0,0 1-1,1 1 1,-1 1 0,1 1 0,1 1 11,-13-2 18,0 1 0,0 0 0,0 0-1,0 1 1,0 0 0,-1 0 0,1 1 0,-1 0 0,0 0 0,0 1 0,0 0-1,-1 0 1,1 1 0,-1-1 0,-1 1 0,1 1 0,-1-1 0,0 1 0,-1 0 0,1 0-1,-1 0 1,-1 0 0,1 1 0,-1 0 0,-1 0 0,1 0 0,-1 0 0,-1 0-1,0 0 1,0 0 0,0 1 0,-1-1 0,0 0 0,-1 4-18,-1 2 14,-1 0-1,0-1 1,-1 1 0,-1-1 0,0 0 0,-1 0-1,0-1 1,-1 1 0,-2 1-14,-16 23-621,-2-1 1,-7 5 620,28-33-195,-4 3-1602,-1 0-1,0-1 1,-10 6 1797,18-12-555,2-4 363,1 1-1,0-1 1,-1 1 0,1-1-1,0 0 1,-1 1 0,1-1 0,-1 1-1,1-1 1,-1 0 0,1 1 0,-1-1-1,1 0 1,-1 0 0,1 1 0,-1-1-1,1 0 1,-1 0 0,0 0-1,1 0 1,-1 0 0,1 1 0,-1-1-1,1 0 1,-1 0 0,0-1 0,1 1-1,-1 0 1,1 0 0,-1 0 0,1 0-1,-1 0 1,0-1 0,1 1 0,-1 0-1,1 0 1,-1-1 192,-3-7-3381</inkml:trace>
  <inkml:trace contextRef="#ctx0" brushRef="#br0" timeOffset="1388.29">1278 176 14848,'-8'13'8757,"8"-10"-8448,-1-1-1,1 1 1,0-1-1,0 1 1,0-1-1,0 1 1,0 1-309,1 12 341,0 28-287,2 0 1,2 0-1,1-1 0,3 0 1,8 25-55,-12-54-31,0 0 0,0 0 0,2-1 0,-1 0-1,2 0 1,0 0 0,0-1 0,1 0 0,7 6 31,-10-12-333,0 0 0,0-1 0,0 0 0,1 0 0,0-1 0,0 0 0,0 0 0,4 1 333,-5-3-658,-1 0-1,1 0 0,0-1 0,0 0 0,0 0 0,0 0 0,0-1 0,0 1 0,0-2 0,0 1 0,6-2 659,11-4-4970,0 2 1594</inkml:trace>
  <inkml:trace contextRef="#ctx0" brushRef="#br0" timeOffset="1389.29">1319 550 14720,'-32'11'5439,"32"-11"-4223,-9 9 288,4-9-32,10 0-960,-5 0-32,9 0-320,6-5-32,2 5-64,1-7-320,6 2 128,-2-7-1280,1 4 768,-1-7-2816,7 1 1920,-12-1-5087,1 2 3711</inkml:trace>
  <inkml:trace contextRef="#ctx0" brushRef="#br0" timeOffset="1742.44">1251 351 13312,'-19'-9'6095,"19"9"-5989,0 0 0,0 0-1,0 0 1,-1-1 0,1 1-1,0 0 1,0 0 0,0 0-1,0 0 1,0-1 0,0 1-1,-1 0 1,1 0 0,0 0-1,0-1 1,0 1 0,0 0-1,0 0 1,0 0 0,0-1-1,0 1 1,0 0 0,0 0-1,0-1 1,0 1 0,0 0-1,0 0 1,0 0 0,1-1-1,-1 1 1,0 0 0,0 0-1,0 0 1,0-1 0,0 1-1,0 0 1,0 0 0,1 0-1,-1 0 1,0-1-106,11-9 1387,16-7-1027,35-13-162,-24 13-263,-2 0-1111,0 2 0,13-2 1176,-20 9-9221,25-5 9221,-22 8-3669</inkml:trace>
  <inkml:trace contextRef="#ctx0" brushRef="#br0" timeOffset="2460.43">2170 161 12032,'-13'-35'7493,"9"19"-2246,3 13-4910,0 0 0,0-1 0,0 1-1,0 0 1,0 0 0,0-1 0,-2 0-337,2 1 68,-1 1 0,0 0 0,1-1 1,-1 1-1,0 0 0,0 0 0,0 0 0,0 1 1,-1-1-1,1 0 0,-1 1 0,1 0 0,-1-1 0,1 1 1,-1 0-1,1 0 0,-1 0 0,0 1 0,0-1 1,1 1-1,-1-1 0,0 1 0,0 0 0,0 0 1,1 0-1,-1 1 0,0-1 0,0 1 0,0 0-68,-4 0-6,0 1 0,1 1 0,0-1 0,-1 1 0,1 0 0,0 1-1,1-1 1,-1 1 0,1 1 0,-1-1 0,1 1 0,-1 1 6,-11 13-68,2 1-1,0 0 1,2 1 0,-7 12 68,2 1-45,2 1 0,-8 24 45,19-43-14,0 0 0,1-1 0,0 2 0,2-1 1,-1 0-1,2 1 0,1 1 14,0-10-2,0 1-1,1-1 1,0 0 0,1 1 0,-1-1 0,2 0-1,-1 0 1,1 0 0,1 0 0,-1-1 0,1 1 0,0-1-1,1 0 1,4 5 2,-4-6 4,1 0 0,0 0-1,0 0 1,0-1 0,1 1 0,-1-2-1,1 1 1,1-1 0,-1 0 0,0 0-1,1-1 1,0 0 0,0-1 0,0 0-1,0 0 1,0 0 0,0-1 0,1 0-1,-1-1 1,0 0 0,0 0 0,1-1-1,-1 0 1,0 0 0,0-1 0,0 0-1,2-1-3,-7 2 5,0 0-1,-1 0 0,0 0 0,1-1 0,-1 1 0,0-1 0,1 1 0,-1-1 0,0 0 0,0 0 0,0 0 0,0 0 1,-1 0-1,1 0 0,-1 0 0,1-1 0,-1 1 0,1-1-4,-1-2-1,1 0 1,-1 0-1,1-1 1,-2 1-1,1 0 1,0-1-1,-1 1 1,0-4 0,-4 2-91,4 7 89,0 0 1,0 0 0,0 0 0,0 0-1,-1 0 1,1 0 0,0 0 0,0 0 0,0 0-1,0 0 1,0-1 0,0 1 0,0 0 0,-1 0-1,1 0 1,0 0 0,0 0 0,0 0 0,0 0-1,0 0 1,0 0 0,0 1 0,0-1 0,-1 0-1,1 0 1,0 0 0,0 0 0,0 0 0,0 0-1,0 0 1,0 0 0,0 0 0,0 0 0,0 0-1,-1 0 1,1 0 0,0 0 0,0 1 0,0-1-1,0 0 1,0 0 0,0 0 0,0 0 0,0 0-1,0 0 1,0 0 0,0 0 0,0 1 0,0-1-1,0 0 1,0 0 0,0 0 0,0 0 0,0 0-1,0 0 1,0 0 0,0 1 0,0-1 0,0 0-1,0 0 1,0 0 0,0 0 0,0 0 0,0 0-1,0 0 1,0 1 1,1 6-107,0 0 0,0 0 0,1 0-1,0 0 1,0 0 0,0 0 0,1 0 0,0 0 0,1-1-1,-1 1 1,2-1 107,22 33-3855,2-7-4892,-16-17 4801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8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94 397 8704,'-12'0'5404,"8"0"-2145,6 0-867,-1 0-264,-1 0-762,6 5 1359,6-4-2422,-1 0-1,0 0 1,1 2-303,-3-1-63,0-1 0,0 0-1,0 0 1,0-1 0,7 0 63,1-2-1405,0-1-1,0 0 1,1-2 1405,14-8-4848,-28 10 3425,0 1-1,0-1 1,0 0-1,-1 0 1,1-1-1,0 1 1424,6-6-3045</inkml:trace>
  <inkml:trace contextRef="#ctx0" brushRef="#br0" timeOffset="370.73">41 227 13696,'-41'-3'7999,"84"1"-3666,45-2-6735,12-6-7848,-58 5 6602</inkml:trace>
  <inkml:trace contextRef="#ctx0" brushRef="#br0" timeOffset="1161.78">650 69 12416,'-6'-1'841,"0"1"866,0-1 0,0 0 0,0 0 0,-3-2-1707,5 0 3563,6-5-1473,-1 7-2074,0-1 11,0 0 1,0 1-1,1-1 0,-1 1 1,0 0-1,1-1 1,-1 1-1,1 0 0,-1 0 1,1 0-1,0 0 1,-1 0-1,1 0 0,1 0-27,30-10 67,-26 9-58,7-3-42,1 2 1,-1-1 0,1 2 0,0 0 0,7 1 32,-15 1 14,0 0 1,0 0-1,1 1 0,-1 0 0,0 0 1,0 1-1,0 0 0,-1 0 0,1 0 1,0 1-1,-1 0 0,3 2-14,-7-4 18,0 1 0,0-1-1,0 1 1,-1-1 0,1 1 0,0 0-1,-1 0 1,1-1 0,-1 1-1,1 1 1,-1-1 0,0 0 0,0 0-1,0 0 1,0 0 0,0 1-1,-1-1 1,1 1 0,-1 1-18,1 3 45,-1-1 0,0 1 1,0-1-1,-1 1 0,0 0 0,-1 2-45,-1 5 19,-1-1 0,0 0 0,0 0 0,-2-1 0,1 1 0,-2-1 0,1 0 1,-2-1-1,0 0 0,-8 10-19,-11 7 20,0-1 1,-2-1 0,-6 2-21,10-7 25,8-6-40,-1-1 0,-1-1 1,0 0-1,-17 7 15,31-18-35,1 0-1,-1 1 1,1-1 0,0 1-1,0 0 1,0 0 0,0 0-1,-2 3 36,6-5-6,0-1 0,-1 0 0,1 0 0,0 1 0,0-1-1,0 0 1,0 0 0,0 1 0,0-1 0,0 0 0,0 0 0,0 1-1,0-1 1,1 0 0,-1 0 0,0 1 0,0-1 0,0 0 0,0 0-1,0 1 1,0-1 0,0 0 0,1 0 0,-1 0 0,0 1 0,0-1-1,0 0 1,1 0 0,-1 0 0,0 0 0,0 1 0,0-1 0,1 0 0,-1 0-1,0 0 1,0 0 0,1 0 0,-1 0 0,0 0 0,0 0 0,1 0-1,-1 1 7,13 3-67,-13-4 62,37 6-59,27 3 64,2-1-91,-28-3-905,0-1 0,3-2 996,-10-2-4141,16-2 4141,-35 0-1561,0 0 0,0-1 0,0 0-1,0 0 1,0-2 0,-1 1 0,0-2 0,3-1 1561,-5 2-771,0-1 0,0 0 0,-1 0-1,0 0 1,4-5 771,-8 6 1105,0 1 0,0-1-1,-1 0 1,1 0 0,1-3-1105,-4 3 1168,1 0 0,-1 0 0,0 1 1,0-1-1,0 0 0,-1 0 0,0 0 1,0 0-1,0 0 0,0 0 0,-1-2-1168,0-11 2035,-1-14-407,2 25-1494,-1-1 0,1 1-1,0 0 1,1 0 0,-1 0 0,1-1-1,1 1 1,0-1-134,1 0 27,0 0 1,0-1-1,1 1 0,0 0 0,1 1 0,0-1 1,0 1-1,6-6-27,2-2 2,2 2 0,0-1 0,10-6-2,-19 15 12,2 1 0,-1-1 0,0 1 0,1 1 0,0-1 0,0 1-1,0 1 1,0 0 0,0 0 0,1 0 0,-1 1 0,1 0 0,-1 0 0,2 1-12,-3 0 37,0 1 0,0 0 1,-1 0-1,1 0 0,0 0 0,0 1 1,0 1-1,-1-1 0,0 1 0,1 0 1,-1 0-1,0 1 0,0-1 0,0 2 1,-1-1-1,0 0 0,3 4-37,1 2 68,1 0-1,-2 1 1,0 0-1,0 1 1,-1 0 0,0 0-1,-1 1 1,-1-1-1,0 1 1,0 2-68,-3-7 46,0 0 0,-1 0 0,0 0-1,0 0 1,-1 0 0,0 0 0,0 0 0,-1 1 0,0-1 0,0 0 0,-1 0 0,0-1-1,-1 1 1,0 0 0,0-1 0,0 1 0,-4 4-46,2-4 32,-1 1-1,0-1 0,-1 0 1,0-1-1,0 1 1,-1-1-1,-7 5-31,-4 2 98,-1-1 0,-15 6-98,16-9 5,-1 0 0,-1-2 0,1 0 0,-1-1 0,-22 3-5,32-7-59,-1-2 1,0 1-1,0-2 1,1 1-1,-1-2 1,0 1-1,0-2 1,0 0-1,1 0 1,-1-1-1,-5-2 59,13 3-125,-1 0 0,1 0-1,0 0 1,1 0 0,-1-1 0,0 0-1,1 1 1,-1-1 0,1-1-1,0 1 1,0 0 0,0-1-1,1 1 1,-1-1 0,1 0-1,0 0 1,0 0 0,0 0-1,0 0 1,1-1 0,0 1-1,0 0 1,0-1 0,0 1-1,1-4 127,-1-5-1161,1 1 0,0 0 0,1 0 1,1 0-1,0-1 0,0 2 1,1-1-1,4-8 1160,15-29-4202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1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1079 7424,'-4'0'2142,"-2"0"1905,6 0-4016,0 0-1,0 0 1,0 0-1,-1 0 1,1 0-1,0 0 1,0 0-1,0 0 1,0 0-1,0 0 1,0 0-1,0 0 1,0 0-1,0 0 1,0 0-1,0 0 1,0 0-1,0 1 1,0-1-1,0 0 1,0 0-1,0 0 1,0 0 0,0 0-1,0 0 1,0 0-1,0 0 1,0 0-1,0 0 1,0 0-1,0 0 1,0 0-1,0 1 1,0-1-1,0 0 1,0 0-1,0 0 1,0 0-1,0 0 1,0 0-1,0 0 1,0 0-1,0 0 1,0 0-1,0 0 1,0 0-1,1 0 1,-1 0-1,0 0 1,0 0-1,0 0 1,0 0-1,0 1 1,0-1-1,0 0 1,0 0-1,0 0 1,0 0-1,0 0 1,0 0-1,0 0 1,0 0-1,1 0 1,-1 0-1,0 0 1,0 0-1,0 0 1,0 0-1,0 0 1,0-1-31,0 1 66,0 1 1,0-1-1,0 0 1,0 0-1,0 0 0,0 0 1,0 0-1,0 0 1,0 0-1,0 0 0,1 0 1,-1 0-1,0 0 1,0 0-1,0 0 0,0 0 1,0 0-1,0 0 1,0 0-1,0 0 1,0 0-1,0 0 0,0 0 1,0 0-1,0 0 1,0 1-1,0-1 0,0 0 1,0 0-1,0 0 1,0 0-1,0 0 1,0 0-1,0 0 0,0 0 1,0 0-1,0 0 1,0 0-1,0 0 0,-1 0 1,1 0-1,0 0 1,0 0-1,0 0 0,0 0 1,0 0-1,0 0 1,0 0-1,0 0 1,0 1-1,0-1 0,0 0 1,0 0-1,0 0 1,0 0-1,0 0 0,0 0 1,0 0-1,0 0 1,0 0-1,0 0 1,0 0-1,-1 0 0,1 0 1,0 0-1,0 0 1,0 0-1,0 0 0,0 0 1,0 0-67,-7 1 2736,-8-1-479,23 0-1959,0-1 0,0-1 1,0 0-1,0 0 0,0 0 0,-1-1 0,1 0 0,6-4-298,13-8 202,21-15-202,55-43 312,22-26-312,-32 23 178,43-22-178,56-33 139,8-5 138,-159 109-134,-1-3-1,-1-1 0,29-31-142,-60 52-392,1-1 0,-1 0 0,-1-1 392,-3 6-893,1-6-3234,-5 4-1752,0 4 2685,0 3-800</inkml:trace>
  <inkml:trace contextRef="#ctx0" brushRef="#br0" timeOffset="755.85">1568 224 8576,'-1'0'364,"1"-1"-1,-1 1 1,1-1 0,0 0 0,-1 1 0,1-1 0,0 1 0,-1-1-1,1 0 1,0 1 0,0-1 0,0 1 0,-1-1 0,1 0 0,0 1-1,0-1 1,0 0 0,0 1 0,0-1 0,0 0 0,1 1 0,-1-1-1,0 0 1,0 1 0,0-1 0,1 0 0,-1 1 0,0-1 0,0 1 0,1-1-364,12-20 4059,15-10-2987,2 2 0,24-20-1072,-40 38 25,1 1-1,0 0 1,1 1-1,0 1 0,0 0 1,6-1-25,-16 7 13,0 0 0,-1 1 1,1-1-1,0 1 1,0 0-1,0 1 0,0 0 1,0 0-1,0 0 0,-1 0 1,1 1-1,0 0 0,0 0 1,0 1-1,-1 0 0,1 0 1,-1 0-1,1 0 0,-1 1 1,0 0-1,1 1-13,0 0 59,-1 1 0,0-1 1,0 1-1,-1 0 0,1 0 1,-1 1-1,0-1 0,-1 1 0,1 0 1,-1 0-1,0 0 0,-1 0 1,1 1-1,-1-1 0,0 1 0,-1-1 1,0 1-1,0 0 0,0-1 0,-1 1 1,0 0-1,0 0 0,-1 0 1,0-1-1,0 1 0,-2 6-59,-1-5 43,0 0 0,0 1 0,-1-1-1,0-1 1,0 1 0,-1-1 0,1 0 0,-2 0-1,1-1 1,-1 1 0,0-2 0,-1 1 0,1-1-1,-1 0 1,0 0 0,0-1 0,-6 2-43,-12 4 52,-1 0-1,-1-2 1,1-1 0,-1-1 0,-5-1-52,9-2 0,0 0 0,0-2 0,0-1 0,-18-2 0,39 2-25,0-1 0,0 1 0,0-1 1,0 1-1,0-1 0,1 0 0,-1 0 1,0-1-1,0 1 0,1 0 0,-1-1 0,1 0 1,-1 1-1,1-1 0,0 0 0,-1 0 0,0-2 25,2 2-101,-1 0 0,1 0 0,0 0 0,0 0 0,0 0 0,0 0 0,0 0 0,0-1 0,0 1 0,1 0-1,-1-1 1,1 1 0,0 0 0,-1-1 0,1 1 0,0 0 0,1-1 0,-1 1 0,0 0 0,1-1 0,-1 1 0,1 0-1,0-1 1,-1 1 0,1 0 0,0 0 0,2-2 101,2-6-1209,1 0 1,0 1-1,1-1 0,0 1 0,1 0 1209,9-9-2328,0 1-1,1 1 0,1 0 0,1 1 2329,-6 5-1218,53-41-2840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15.66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3 448 6144,'-3'-2'7065,"4"4"-2780,9 4-1475,-6-4-2719,-1-1-1,1 1 1,-1-1-1,1 0 1,0 1-1,0-2 1,0 1-91,42-2 2016,18-5-2016,-53 4 43,15 1 429,23 1-472,19-1 568,95-17-19,-54 13-234,15-2-22,-115 5-267,16-1 13,1 1 0,-1 1 1,11 1-40,-6 1 16,1-2 1,-1-1 0,7-1-17,23-3 137,58-3 43,46-2-99,-71 4 215,0-5-296,81-6 216,-37 6-275,-31 7 59,97-4 0,-44 5 0,2-5 99,-134 7-96,518-49 509,-373 32-605,29-2 266,123-1-99,-169 7-10,-18 0-5,35 8 53,-43 1 256,3-5-368,229-12 125,-341 22-106,392-23 130,-58 11-150,-58 5 13,-275 6 15,66-2-60,33 3 33,96 0 162,-74-2-73,-74 0 39,30-6-128,35-2 101,132 5 97,-162 5-150,13-5-48,-85 0 16,-24 4-11,0 0 0,0 1 1,1 0-1,4 0-5,120-3 0,-50 1 0,-61 1 43,0 2 1,19 1-44,1 0 36,318-1 193,-359 0-277,0 0-277,0 0-155,0 0-784,0 0-256,2 0-3099,0 0 3650,1 1-6125,6 2 3094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8.09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 3326 7040,'0'0'148,"0"0"0,0 0 0,0 0 0,-1 0 0,1 0 0,0 0 1,0 0-1,0 0 0,-1 0 0,1 0 0,0 0 0,0-1 0,0 1 0,-1 0 0,1 0 0,0 0 1,0 0-1,0 0 0,0 0 0,-1 0 0,1-1 0,0 1 0,0 0 0,0 0 0,0 0 0,0 0 1,0-1-1,0 1 0,-1 0 0,1 0 0,0 0 0,0-1 0,0 1 0,0 0 0,0 0 0,0 0 1,0-1-1,0 1 0,0 0 0,0 0 0,0 0 0,0-1-148,5-12 2513,-3 8-2116,1 1-1,0-1 0,0 1 0,0 0 0,1 0-396,1-3 512,1-1 0,-2 1 0,1-1 0,-1 0 0,3-7-512,0 1 475,38-81 2762,23-73-3237,-51 129 441,1 0 1,12-17-442,-18 33 114,55-92 380,7-12-81,60-117 482,-75 145-350,31-35-545,-73 111 47,6-9 55,0-1-1,9-22-101,16-36 104,69-124 175,-85 164-229,1 1 0,3 2 1,8-5-51,80-78 156,-51 55 290,17-26-446,102-148 54,-132 183 164,56-49-218,-77 82 46,2 2 0,13-7-46,27-20 68,-28 13 158,8-11-226,-52 48-2,17-19-20,-1-1-1,3-5 23,15-20-56,8-9 56,39-63 0,-67 94-16,-19 27-179,3-4-482,-5 3-3485,8 0-4345,0 1 3142,7-4 1504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9.70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1 163 6656,'0'-10'5834,"-1"10"-4295,1-4 1311,1 0-308,2 6-1926,-3-2-532,1 0 0,0 0 0,-1 1 0,1-1 1,0 0-1,-1 0 0,1 0 0,0 0 0,-1 0 1,1 0-1,0 0 0,-1 0 0,1 0 0,0 0 1,-1 0-1,1 0 0,0-1 0,-1 1 0,1 0 1,0 0-1,-1-1 0,1 1 0,0-1 0,-1 1 0,1-1-84,1 0 248,7-1 66,0 1 0,-1-1 0,1 2 0,0-1 0,3 1-314,23-2 312,-12-1-155,1 1-86,-1-1 0,2-2-71,14-3 121,-1 3-1,25-1-120,-24 3 127,38-1 131,57 5-258,32 0 126,362-6 146,-90 7 346,-231-3-409,20-3 52,-49-5-169,45-1-13,207 0 98,-240 3 40,-136 6-163,197-9 95,97-3 139,-88 6-245,-67 3 191,-140 2-131,203-10 77,-197 10 43,22 4-223,-5-1 81,-71-1-184,-1 1 0,0-2 1,1 1-1,-1 0 0,1-1 1,-1 0-1,0 0 0,4-1 103,-19 3-10490,1 3 6128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2.31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 30 6144,'-6'-8'2193,"6"8"-2107,-1 0-1,1 0 1,0 0 0,0 0 0,0 0-1,0 0 1,-1-1 0,1 1 0,0 0 0,0 0-1,0 0 1,0 0 0,0 0 0,0-1-1,0 1 1,-1 0 0,1 0 0,0 0 0,0 0-1,0-1 1,0 1 0,0 0 0,0 0 0,0 0-1,0-1 1,0 1 0,0 0 0,0 0-1,0 0 1,0 0 0,0-1 0,0 1 0,0 0-1,0 0 1,0 0 0,0-1 0,0 1-1,1 0 1,-1 0 0,0 0 0,0 0 0,0-1-1,0 1 1,0 0 0,0 0-86,33-6 5034,-26 4-4457,0 0 0,-1 1-1,1-1 1,0 2 0,0-1 0,0 1 0,2 0-577,-2 1 252,0 0 1,0 1-1,-1 0 0,1 0 1,-1 1-1,1-1 1,-1 1-1,4 4-252,6 3 494,0 2 1,5 5-495,14 11 656,-6-4-324,0 1 1,5 8-333,0 0 220,8 4-220,6-1 211,1-3 1,26 12-212,-24-15 180,0 2 1,21 21-181,-58-42 10,20 16 25,0 1-1,-2 2 1,-2 2 0,18 22-35,-46-51 0,22 29 0,1-1 0,10 8 0,-1-6 88,2-2-1,1-1 1,1-2-1,2-1 1,7 1-88,44 22 44,-40-23-11,-1 1 0,-2 3 0,0 2 0,0 5-33,-15-10 66,-1 2 1,10 13-67,3 8 108,3-3-1,3-1 1,1-3 0,1-2-1,21 9-107,-37-26 42,171 103 258,-85-56-124,-2 4 0,104 88-176,-129-81 54,12 9-39,-31-30-13,26 21-5,-80-66 34,2-1-1,-1-2 1,17 7-31,36 15 138,67 43-138,-70-30 40,-3 3 0,-2 3 0,-2 3 0,8 14-40,-48-46 62,1-2 0,1-1 0,32 18-62,99 51 13,-98-60 11,-3 3 1,0 3-1,16 16-24,-35-20 80,-1 2 0,-1 1 0,31 43-80,-40-46-6,1-1 0,2-1 0,1-1 0,1-2 0,2-2 0,1-1 0,9 4 6,160 100 218,-178-111-124,8 8-94,-18-12 116,2-1 1,0 0-1,13 5-116,-26-16 76,-6-3-70,0 0-1,-1 1 0,1-1 0,0 0 1,-1 0-1,1 1 0,-1-1 0,1 0 1,0 1-1,-1-1 0,1 1 0,-1-1 1,1 1-1,-1-1 0,1 1 0,-1-1 1,1 1-1,-1 0 0,0-1 0,1 1-5,0 0-19,-1 0-1,1-1 0,0 1 0,-1 0 0,1-1 0,0 1 0,0-1 0,-1 1 0,1-1 0,0 1 1,0-1-1,0 0 0,0 1 0,0-1 0,0 0 0,0 0 0,0 0 0,0 1 20,9-2-3334,-4-3-5459,-3 0 4314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4.50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11 2267 6528,'-3'0'828,"3"0"-747,0 0 0,0 0 0,0 0 0,-1 0 0,1 0 0,0 0 0,0 0 0,0 1 0,-1-1-1,1 0 1,0 0 0,0 0 0,-1 0 0,1 0 0,0-1 0,0 1 0,0 0 0,-1 0 0,1 0-1,0 0 1,0 0 0,0 0 0,-1 0 0,1 0 0,0 0 0,0 0 0,0-1 0,-1 1 0,1 0-1,0 0 1,0 0 0,0 0 0,0-1 0,0 1 0,0 0 0,-1 0 0,1 0 0,0-1 0,0 1 0,0 0-1,0 0 1,0 0 0,0-1 0,0 1 0,0 0-81,1 0 537,0 1 1,-1-1-1,1 0 0,0 0 0,0 0 1,0 1-1,0-1 0,0 0 1,0 0-1,0 0 0,0-1 0,0 1 1,-1 0-1,1 0 0,1-1-537,1 1 522,1 0-1,0-1 0,-1 0 1,1 0-1,-1 0 0,1-1 1,-1 1-1,0-1 1,2 0-522,17-18 653,-1-1 0,-2-1 1,0 0-1,9-15-653,61-103 457,-2 3-285,44-33-4,-63 86-90,51-78 50,-35 47 10,134-163 203,-216 275-338,204-254 293,-22 6 45,-158 213-316,206-288 494,-179 250-492,-37 52-16,2-5 101,-18 29-115,1 0-1,-1 0 1,0-1 0,0 1 0,0 0 0,1 0-1,-1-1 1,0 1 0,0 0 0,0-1 0,0 1-1,0 0 1,1-1 0,-1 1 0,0-1 0,0 1-1,0 0 1,0-1 0,0 1 0,0 0 0,0-1 0,0 1-1,0 0 1,0-1 0,-1 1 0,1 0 0,0-1-1,0 1 1,0 0 0,0-1 3,-1 0-166,2-18-16644,6 10 13120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9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153 163 5888,'-1'-2'582,"0"-1"0,0 1 0,1-1 1,-1 1-1,1-1 0,-1 0 0,1 1 0,0-1 0,0 1 1,0-1-1,1 0 0,-1 1 0,1-1 0,-1 1 1,1-1-1,0 0-582,3-23 3367,1-26 553,-7 49-3220,-2 7-356,-3 8-183,-1 8-88,1 1 0,1-1 0,1 1-1,-1 12-72,1-12 61,-50 275 174,18-124 58,19-75 977,17-94-1091,2-4-85,1-11-48,1-4-8,32-161-108,35-158 87,-57 278-89,-6 21-68,3 1 0,5-14 140,-13 44-12,0 1 0,0 0 1,0 0-1,0 0 1,0 0-1,3-3 12,-4 7 0,-1-1 0,1 1 0,-1-1 0,1 0 0,0 1 0,-1-1 0,1 1 0,-1-1 0,1 1 0,0 0 0,-1-1 0,1 1 0,0 0 0,0-1 0,-1 1 0,1 0 0,0 0 0,0 0 0,-1-1 0,1 1 0,0 0 0,0 0 0,-1 0 0,1 0 0,0 0 0,0 1 0,-1-1 0,1 0 0,0 0 0,0 0 0,-1 1 0,1-1 0,0 0 0,0 1 0,-1-1 0,1 1 0,-1-1 0,1 1 0,0-1 0,-1 1 0,1-1 0,6 8 2,1 0 0,-1 1 0,0 0 0,-1 0 0,0 0-1,-1 1 1,2 3-2,9 22 83,3 16-83,-15-42 11,23 61 84,40 117 18,-49-134-165,-7-22-1405,7 30 1457,-12-36-998,3 13-1691,-7-12-2408,-3-20 1727,-1-11-951,2-3 1351</inkml:trace>
  <inkml:trace contextRef="#ctx0" brushRef="#br0" timeOffset="369.82">156 360 10880,'-35'24'6810,"35"-24"-6695,0 0 0,0 0 0,0 0-1,-1 0 1,1 0 0,0 0 0,0 1 0,0-1-1,0 0 1,0 0 0,-1 0 0,1 0 0,0 0-1,0 1 1,0-1 0,0 0 0,0 0 0,0 0-1,0 0 1,0 0 0,0 1 0,0-1 0,0 0-1,-1 0 1,1 0 0,0 1 0,0-1 0,0 0-1,0 0 1,0 0 0,0 0 0,0 1 0,1-1 0,-1 0-1,0 0 1,0 0 0,0 0 0,0 1 0,0-1-1,0 0 1,0 0 0,0 0 0,0 0 0,0 1-1,1-1 1,-1 0 0,0 0-115,11 7 2117,-7-5-2077,1-1 1,-1 0-1,0 0 0,0 0 0,1 0 1,1-1-41,39-1-534,3-3 534,-2 0-7728,4 2 7728,-27 2-5343,0 0 1727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00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340 136 10496,'-2'-24'5348,"1"19"-4077,1-1-1,0 1 1,-1 0-1,0 0 1,-1-1-1,1 0-1270,0 5 114,0-1-1,1 1 1,-1-1 0,0 1-1,0 0 1,0-1-1,0 1 1,0 0 0,0 0-1,0 0 1,-1 0 0,1 0-1,0 0 1,0 0 0,-1 0-1,1 0 1,-1 1 0,1-1-1,-1 0 1,1 1 0,-1-1-1,-1 1-113,-2-1 28,-1 0-1,0 0 1,0 1-1,0 0 1,0 0 0,0 0-1,0 1 1,1 0-1,-1 0 1,0 0-1,0 1 1,1 0 0,-1 0-1,-2 2-27,-1 1 3,0 0 0,1 0 0,0 1 0,0 0 1,1 0-1,0 1 0,0 0 0,-5 6-3,-3 7 17,0 0 0,2 0 0,0 2 1,2-1-1,0 2 0,0 2-17,-1 8 18,2-1 0,1 2 1,1-1-1,1 5-18,5-25 22,1-1 0,0 1 0,1-1-1,1 1 1,0-1 0,0 1 0,3 7-22,-3-14 16,1 0 0,-1 0 0,2 0 1,-1 0-1,0 0 0,1 0 0,0-1 0,1 1 0,-1-1 0,1 0 0,0 0 0,0 0 0,1-1 0,-1 1 1,5 2-17,-2-3-3,1 1 0,0-1 1,1-1-1,-1 1 0,1-1 1,-1-1-1,1 0 0,0 0 1,0-1-1,0 0 0,0 0 1,0-1 2,16 0-703,-1-1 1,0-1 0,21-5 702,-20 2-1914,0-1 1,-1-1 0,11-5 1913,33-17-8628,-41 16 4970</inkml:trace>
  <inkml:trace contextRef="#ctx0" brushRef="#br0" timeOffset="2399.8">686 84 10624,'-21'-20'6613,"18"18"-5010,3 2-641,0 0-879,0 0 0,0 0 1,0 0-1,0 0 0,0-1 0,1 1 0,-1 0 0,0 0 0,0 0 0,0 0 0,0 0 0,0 0 0,0 0 0,1 0 0,-1 0 0,0 0 0,0 0 0,0 0 0,0-1 0,0 1 1,0 0-1,0 0 0,0 0 0,0 0 0,1 0 0,-1 0 0,0-1 0,0 1 0,0 0 0,0 0 0,0 0 0,0 0 0,0 0 0,0-1 0,0 1 0,0 0 0,0 0 0,0 0 1,0 0-1,0 0 0,0-1 0,0 1 0,0 0 0,0 0 0,-1 0 0,1 0 0,0 0-83,5 104 2347,0-39-2321,5 48-153,23 101 127,-23-158-481,-8-48-475,0 1 0,1-1 0,0 0 0,1 2 956,-3-8-3833,1-5 1843,-1-10-2880,-1-3 1596</inkml:trace>
  <inkml:trace contextRef="#ctx0" brushRef="#br0" timeOffset="2767.35">568 92 13696,'-24'-8'9397,"35"7"-9134,0 0 0,0-1 1,0 0-1,0-1 1,2 0-264,34-8-53,-25 8 71,0 1 0,0 1 0,0 1 0,0 1 0,0 1 0,0 1 1,11 3-19,-25-4 13,0 0 0,-1 1 0,1 0 0,0 0 0,-1 1 0,0 0 0,0 0 0,0 0 0,0 1 0,-1 0 0,1 0 0,-1 1 0,-1 0 0,1 0 0,-1 0 0,0 1 0,0 0 0,-1 0 0,0 0 0,0 0 0,0 4-13,0 0 20,0 0 0,-1 0 0,-1 0 1,0 0-1,0 0 0,-1 1 1,0-1-1,-1 1 0,-1-1 1,0 3-21,-1 1 47,-1 0 0,0-1 1,-1 1-1,-1-1 0,-1 1 1,1-2-1,-5 7-47,-1 0-10,-1-1 1,-1 1-1,-1-2 0,-1 0 0,0-1 1,-2 0-1,1-2 0,-2 0 1,0 0-1,-4 0 10,10-7-600,0-1 0,-1 0 0,0-1 0,0 0 0,-1-1 0,-5 0 600,18-4-343,-1 0-1,0-1 0,0 0 1,0 0-1,0 1 1,1-1-1,-1 0 1,0 0-1,0-1 1,0 1-1,0 0 1,0-1-1,1 1 1,-1-1-1,0 1 1,0-1-1,1 0 1,-1 0-1,0 0 1,1 0-1,-1 0 1,0-1 343,-9-12-3637</inkml:trace>
  <inkml:trace contextRef="#ctx0" brushRef="#br0" timeOffset="3215.45">1201 121 9088,'-5'-6'1441,"-9"-5"3400,12 11-1015,3 4-203,0 9-1909,-2 55-1250,0-7 394,5 31-858,-3-76 12,1 0 0,1 0 0,1-1 0,0 1-1,1-1 1,1 0 0,0 0 0,1-1 0,8 14-12,-11-23 8,0-1 0,0 1 0,0-1 0,0-1 0,1 1 0,0 0 1,0-1-1,0 0 0,0 0 0,0-1 0,0 1 0,1-1 0,-1 0 0,1-1 0,0 1 0,-1-1 0,1 0 1,0-1-1,0 0-8,13 1-377,0 0 1,0-2 0,0-1-1,0 0 1,4-2 376,75-17-3956,-33 3-3928,-42 13 4354</inkml:trace>
  <inkml:trace contextRef="#ctx0" brushRef="#br0" timeOffset="3570.56">1219 455 12800,'-32'9'4735,"32"-9"-3679,-10 8 416,7-8 256,6 0-1056,2-3-64,4-2-384,9-7-192,6 4-64,3-13 96,5 1-32,-5-8-1088,5 7 608,-5-2-3104,1 3 1984,-1-9-4639,-5 12 3455</inkml:trace>
  <inkml:trace contextRef="#ctx0" brushRef="#br0" timeOffset="3918.62">1177 193 10752,'-33'0'3509,"31"0"-3335,1 0-1,0 0 1,-1 0 0,1 0-1,-1 0 1,1 0 0,0 0-1,-1 0 1,1 1 0,-1-1-1,1 1 1,0-1 0,0 1 0,-1-1-1,1 1 1,0 0-174,-4 2 677,-7 3 2532,12-5-3128,0-1-1,0 0 0,0 0 1,0 0-1,0 0 1,0 0-1,1 0 0,-1 0 1,0 0-1,0 0 1,0 0-1,0 0 1,0 0-1,0 0 0,0 0 1,0 0-1,0 0 1,0 0-1,0 0 1,0 0-1,0 0 0,0 1 1,0-1-1,0 0 1,0 0-1,0 0 1,0 0-1,0 0-80,6-3 183,1 1 0,-1 0 0,1 0 0,5 0-183,16-5 228,93-33-2189,-61 18-2093,2 3 0,53-9 4054,-56 21-3637</inkml:trace>
  <inkml:trace contextRef="#ctx0" brushRef="#br0" timeOffset="4257.93">2170 63 9984,'-22'-2'3285,"15"-1"-1786,4 0-346,0 1 0,0-1 0,0 1 1,0 0-1,-1 0 0,0 0-1153,0 0 621,-1 0-1,1 0 0,-1 1 1,0-1-1,-1 1-620,1 0 42,0 1 1,1-1-1,-1 1 0,0 0 1,0 0-1,0 1 0,0-1 1,0 1-1,1 0 1,-1 1-1,0-1 0,1 1 1,-1 0-1,1 0 0,-1 0 1,1 1-1,0-1 1,0 1-1,-3 2-42,-10 11 9,1 1 0,1 0 0,0 2 0,1-1 0,1 2 0,0 0 0,0 3-9,-9 22-61,1 1 0,-11 38 61,29-74 0,0 0 1,0 0-1,1 1 0,0-1 0,1 1 0,0-1 1,1 1-1,0 4 0,1-9 12,0 0 0,0 0 0,0 0 0,1 0 0,-1 0 0,2 0 0,-1 0 0,0 0 1,1-1-1,0 0 0,1 1 0,-1-1 0,1 0 0,3 3-12,-3-5 11,0 1 1,0-1-1,1 1 1,-1-1-1,1-1 1,0 1-1,0-1 1,0 0-1,0 0 1,0 0-1,1 0 1,-1-1 0,1 0-1,-1 0 1,0-1-1,1 0 1,0 1-1,-1-2 1,4 1-12,4-2 26,0 0 1,-1 0 0,1-1-1,0-1 1,-1 0 0,0 0-1,8-5-26,-15 6 6,0 0 0,0 0-1,-1 0 1,1-1 0,-1 0-1,0 0 1,0 0 0,0 0 0,-1-1-1,1 0 1,-1 1 0,0-1-1,-1 0 1,1-1 0,-1 1-1,0 0 1,0-1 0,0 0-6,0-3 19,0 0 0,0 0 0,-1 0 0,0 0 0,-1 0 0,0-1 0,0 1 0,-1 0 0,0 0 1,-2-8-20,3 38 234,1-1 1,2 14-235,2-13-391,1 0 1,0 0 0,11 19 390,-11-26-2033,1 0 0,1-1 1,6 8 2032,0-5-3343,-1-11-1698,0-5 1500</inkml:trace>
  <inkml:trace contextRef="#ctx0" brushRef="#br0" timeOffset="4724.36">2485 455 12544,'-20'5'4042,"7"1"-291,11-3-2041,5-3 1570,2-2-3176,0 0 1,1 1-1,-1-1 0,1 1 0,4 0-104,12-3-334,48-16-3413,-51 13-2942,0 0 0,10-7 6689,-12 9-3365</inkml:trace>
  <inkml:trace contextRef="#ctx0" brushRef="#br0" timeOffset="5076.49">2453 250 15616,'-27'0'5791,"27"0"-4511,-10 4 224,6-4-192,8 0-864,1 0-224,8 0-160,11-4-160,3-1 64,10-3-960,3 1 544,0-6-4480,2 9 2720,-1-4-5183,-1 4 4191</inkml:trace>
  <inkml:trace contextRef="#ctx0" brushRef="#br0" timeOffset="21497.09">3003 217 7424,'-1'0'221,"0"0"1,0 0-1,0 0 1,1 0 0,-1 0-1,0 0 1,0 0-1,0 0 1,1-1-1,-1 1 1,0 0-1,0 0 1,1-1 0,-1 1-1,0 0 1,1-1-1,-1 1 1,0-1-1,1 1 1,-1-1 0,0 1-1,1-1 1,-1 1-1,1-1 1,-1 0-1,1 1 1,-1-1-1,1 0 1,0 1 0,-1-1-1,1 0 1,0 0-1,0 1 1,-1-1-1,1 0 1,0 0-1,0 0 1,0 1 0,0-1-1,0 0 1,0 0-1,0 0 1,0 1-1,0-1 1,0 0-1,1 0-221,2-10 843,1 1-1,0-1 0,1 1 0,1 0 0,-1 0 0,7-8-842,-5 10 125,0-1-1,0 2 1,1-1-1,-1 1 0,2 0 1,-1 1-1,1-1 0,0 2 1,0-1-1,0 2 1,9-4-125,-12 5 15,9-3 58,0 0-1,1 1 1,0 1-1,5 0-72,-18 3 31,1 0 0,0 1 0,0-1 0,-1 1 0,1 0 0,0 1 0,-1-1 0,1 0-1,0 1 1,-1 0 0,1 0 0,0 0 0,-1 0 0,0 1 0,1-1 0,-1 1 0,0 0 0,0 0-1,0 0 1,0 1 0,2 1-31,-3-1 17,0 0 0,0 0-1,0 0 1,-1 0 0,1 0-1,-1 0 1,0 1-1,0-1 1,0 0 0,0 1-1,-1-1 1,1 1 0,-1-1-1,0 1 1,0-1 0,0 1-1,-1 1-16,0 8 14,-1 1 1,-1 0-1,-3 9-14,-3 3 51,-1 1 0,0-2 0,-2 0 0,-1 0 0,-2-1 0,0-1 0,-5 6-51,-18 18 120,-1-1 0,-37 31-120,52-55 24,-1-1 0,-18 11-24,43-32 0,-2 2-24,1-1 0,-1 1 1,0-1-1,0 0 1,0 0-1,-1 0 0,1 0 1,0 0-1,0 0 1,0 0-1,-1-1 0,1 1 1,0-1-1,-2 0 24,1-1-98,7-1-21,10-2-42,1 2 150,0 2 1,0 0 0,0 1 0,8 1 10,62 12-208,-58-8 14,-16-4-48,32 5-2745,3-1 2987,-31-4-1888,-1-2 1,1 0 0,-1 0-1,1-2 1,2 0 1887,15-3-3536</inkml:trace>
  <inkml:trace contextRef="#ctx0" brushRef="#br0" timeOffset="21966.66">3541 181 14464,'-15'0'4655,"14"0"-4565,1 0 1,0 0-1,0 0 0,-1 0 0,1 0 0,0 0 0,-1 0 0,1 0 0,0 0 0,0 0 0,-1 0 0,1 0 0,0 0 0,0 0 0,-1 0 0,1-1 0,0 1 0,0 0 1,-1 0-1,1 0 0,0 0 0,0-1 0,0 1 0,0 0 0,-1 0 0,1 0 0,0-1 0,0 1 0,0 0 0,0 0 0,0-1 0,-1 1 0,1 0 0,0 0 0,0-1 1,0 1-1,0 0 0,0 0 0,0-1 0,0 1 0,0 0 0,0 0 0,0-1 0,0 1-90,4-1 177,-1 0-1,1 0 1,-1 0-1,0-1 1,0 1-1,1-1 1,-1 0-1,1-1-176,24-12-9,-21 12 35,-1 1 0,1 0 0,0 1 0,0-1 0,0 1 0,0 0 0,0 1 0,0 0 0,0 0 0,0 0 0,0 1 0,0 0 0,-1 1 0,1-1 0,0 1 0,0 0 0,-1 1 0,1 0 0,-1 0 0,0 0 0,0 1 0,0 0 0,-1 0 1,1 0-1,-1 1 0,0 0 0,0 0 0,0 0 0,-1 1 0,0-1 0,0 1 0,0 0 0,-1 0 0,3 6-26,-4-5 32,1 0 1,-1 0 0,-1 0-1,1 0 1,-1 1-1,-1-1 1,1 1-1,-1-1 1,0 1 0,-1-1-1,0 0 1,0 1-1,-1-1 1,-1 4-33,-1 3 95,-1 0 1,0-1 0,-1 1-1,-1-1 1,0 0-1,-8 10-95,2-5 120,0-2 1,0 0-1,-2-1 0,0 0 0,-1-1 1,0 0-1,-1-2 0,0 0 0,-1-1 1,0 0-1,-16 5-120,29-14 12,0 0 0,-1 0 0,1-1-1,-1 1 1,1-1 0,-1 0 0,0-1 0,1 0 0,-1 0 0,0 0 0,0 0 0,1-1 0,-5-1-12,7 1-5,-1 0 0,1 0 1,0-1-1,0 0 0,0 1 1,0-1-1,0 0 0,0-1 1,1 1-1,-1 0 0,1-1 1,-1 0-1,1 1 1,0-1-1,0 0 0,0 0 1,1 0-1,-1 0 0,1 0 1,0-1-1,-1 1 0,1 0 1,0-2 4,-1-6-16,0 1 0,1 0 0,0-1 0,0 1 1,1-1-1,1-4 16,1-6-46,0 1 0,6-19 46,-1 12-464,1 1-1,1 0 1,1 0-1,13-22 465,-13 29-1864,2 0 0,0 1 0,14-16 1864,6 3-5803,4 4 1809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4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24 736 9216,'-4'-2'1300,"-11"-4"3171,15 6-4381,0 0 0,-1 0 0,1 0-1,0 0 1,0 0 0,0 0 0,0 0 0,-1 0 0,1 0 0,0 0 0,0 0-1,0 0 1,0 0 0,0 0 0,-1 0 0,1 0 0,0-1 0,0 1 0,0 0-1,0 0 1,0 0 0,0 0 0,-1 0 0,1 0 0,0 0 0,0-1 0,0 1-1,0 0 1,0 0 0,0 0 0,0 0 0,0-1 0,0 1 0,0 0 0,0 0-1,0 0 1,0 0 0,0-1 0,0 1 0,0 0 0,0 0 0,0 0 0,0 0-1,0-1 1,0 1 0,0 0 0,0 0 0,0 0 0,0 0 0,0 0 0,0-1-1,0 1 1,0 0 0,1 0 0,-1 0-90,3-11 3600,8-1-2959,0 1 1,1 0-1,7-3-641,0-2 257,36-26 409,16-8-666,6-4 140,146-100-36,-106 75-43,13-9-584,36-13 523,-120 74-638,11-5-1764,-19 15-2862,-32 14 97,-2 5 1631</inkml:trace>
  <inkml:trace contextRef="#ctx0" brushRef="#br0" timeOffset="1222.25">1350 31 8960,'-12'-12'4847,"8"6"-1898,6 7-148,-1-1-839,-1-3 2326,0 2-3093,0 3-774,-1 16-76,-1 1-1,-2 3-344,1 4 74,-2 19-103,2 1 1,2 1 28,2-13-2796,5 24 2796,-5-49-1108,1 0 0,0 0 1,0 0-1,3 5 1108,-4-11-648,0 0-1,0-1 1,1 1 0,-1-1-1,0 1 1,1-1-1,0 0 1,-1 1 0,1-1-1,0 0 1,0 0-1,0 0 1,1 0-1,-1-1 1,0 1 0,2 0 648,10 3-3552</inkml:trace>
  <inkml:trace contextRef="#ctx0" brushRef="#br0" timeOffset="1670.83">1582 71 15872,'-8'-3'8283,"12"-1"-4944,23-1-4017,-9 1 1130,-1 0-445,0 0-1,0 2 0,1 0 0,-1 0 0,0 2 0,1 0 0,-1 1 0,0 1 1,1 0-1,-1 1 0,6 3-6,-14-3 24,0 0 1,0 1-1,0 0 0,0 0 1,-1 1-1,0 0 0,0 0 1,0 1-1,6 6-24,-9-7 35,0 1 0,0 0 0,0 0 0,-1 1 0,0-1 0,0 1 0,0 0 0,-1 0 0,0 0 0,-1 0 0,1 1 0,-1-1 0,0 3-35,-2-6 35,1 0 0,-1 0 0,0 1-1,0-1 1,0 0 0,0 1 0,-1-1 0,1 0 0,-1 0 0,0 0 0,-1 0 0,1 0 0,-2 2-35,0 0 63,0 0 0,0-1 1,-1 1-1,0-1 1,0 0-1,-1 0 1,1 0-1,-3 1-63,-7 5 143,0 0 0,-1-1 0,-1-1 0,1-1 0,-1 0-1,-3 0-142,5-2 52,0-1-1,0 0 1,-1-1-1,1-1 1,-1 0-1,0-1 1,-1-1-52,6-1-6,0 0-1,0 0 1,0-1 0,0 0 0,0-1 0,0 0 0,0-1-1,1 0 1,-1 0 0,-5-4 6,10 5-64,0-1 0,0 0-1,1-1 1,-1 1 0,1-1-1,-1 0 1,1 0 0,1 0 0,-1-1-1,0 1 1,1-1 0,0 0 0,0 0-1,1 0 1,-1 0 0,1 0-1,0-1 1,0 1 0,1-1 0,0 1-1,0-1 1,0 0 0,1 0 0,-1-4 64,1 0-405,1 1 0,0-1 0,0 0 0,1 1 0,0-1 0,0 1 1,1 0-1,0 0 0,1 0 0,0 0 0,1 0 0,0 1 1,0 0-1,4-5 405,1 1-3000,0 0 0,7-4 3000,25-18-4213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4.025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119 700 6016,'-13'-19'5754,"15"20"-4670,-2-1-1003,0-1-1,0 1 0,0 0 1,0 0-1,0 0 1,0 0-1,0 0 0,0 0 1,0 0-1,0 0 1,0 0-1,0 0 0,0 0 1,0 0-1,0 0 1,0 0-1,0 0 0,0 0 1,0 0-1,0-1 1,0 1-1,0 0 0,0 0 1,0 0-1,0 0 1,0 0-1,0 0 0,0 0 1,0 0-1,0 0 1,0 0-1,0 0 0,0 0 1,0 0-1,0-1 1,0 1-1,0 0 0,0 0 1,0 0-1,0 0 1,0 0-1,0 0 0,0 0 1,0 0-1,0 0 1,0 0-1,0 0 0,0 0 1,0 0-1,0 0-80,-2-1 769,-1 1 1,1 0-1,-1-1 0,1 1 1,-1 1-1,1-1 0,-1 0 1,1 0-1,-1 1 0,0 0-769,-33 7 2227,29-6-1954,5-1-157,-1 0-1,1 0 1,-1 0-1,0 0 1,1-1-1,-1 1 0,0-1 1,1 0-1,-1 0 1,0 0-1,0 0 0,-2 0-115,5-1 25,0 1-1,0 0 0,0 0 0,0-1 0,0 1 0,0 0 0,0 0 0,0 0 0,0-1 1,0 1-1,0 0 0,0 0 0,1 0 0,-1-1 0,0 1 0,0 0 0,0 0 0,0 0 0,0-1 1,0 1-1,1 0 0,-1 0 0,0 0 0,0 0 0,0 0 0,0-1 0,1 1 0,-1 0 1,0 0-1,0 0 0,0 0 0,1 0 0,-1 0 0,0 0 0,0 0 0,1 0-24,13-10 253,-4 3-115,57-43 289,76-50-201,4 7 1,91-41-227,-138 84 137,2 4 1,2 5-1,1 4 0,34-4-137,-98 28 294,-39 12-621,-4 1-466,-11 2-1154,42 3-16084,-12-2 14095</inkml:trace>
  <inkml:trace contextRef="#ctx0" brushRef="#br0" timeOffset="2305.78">1625 134 10112,'-30'-20'7013,"29"20"-6865,1 0 0,-1 0 0,1-1 0,-1 1 1,1 0-1,-1-1 0,1 1 0,0 0 0,-1-1 0,1 1 1,-1-1-1,1 1 0,0-1 0,0 1 0,-1-1 0,1 1 1,0-1-1,0 1 0,-1-1 0,1 1 0,0-1 0,0 1 1,0-1-1,0 1 0,0-1 0,0 0 0,0 1 0,0-1 1,0 1-1,0-1 0,0 1 0,0-1 0,0 1 0,1-1 1,-1 0-1,0 1 0,0-1 0,1 1 0,-1-1 0,0 1 1,0 0-1,1-1 0,-1 1 0,1-1 0,-1 1-148,3-3 46,1 0-1,-1 1 1,0-1 0,1 1-1,3-2-45,-4 2 241,16-7-191,0 0-1,0 1 1,1 0 0,0 2 0,10-2-50,16-1 183,43-4-183,-35 10 191,-50 3-139,0 0-1,0 0 0,1 1 0,-1-1 1,0 1-1,0 0 0,0 0 0,0 1 0,0-1 1,4 3-52,-8-4 14,1 0 0,-1 1-1,1-1 1,-1 0 0,1 1 0,-1-1 0,1 1 0,-1-1 0,1 1 0,-1-1 0,0 1 0,1-1 0,-1 1 0,0-1 0,1 1 0,-1-1 0,0 1 0,0 0 0,1-1 0,-1 1 0,0-1 0,0 1 0,0 0 0,0-1 0,0 1 0,0 0 0,0-1 0,0 1 0,0 0 0,0-1 0,-1 1 0,1-1 0,0 1 0,0 0 0,0-1 0,-1 1 0,1-1 0,0 1-1,-1-1 1,1 1 0,-1-1 0,1 1-14,-2 2 21,-1-1 0,1 1 0,-1-1 0,0 1 0,1-1 0,-1 0-21,1-1 18,-91 63 88,60-43-152,0 1 0,1 2 0,-3 6 46,34-30-1,1 1 0,-1-1-1,0 1 1,0 0 0,1 0-1,-1-1 1,1 1 0,-1 0-1,1 0 1,-1-1-1,1 1 1,-1 0 0,1 0-1,0 0 1,-1 0 0,1 0-1,0 0 1,0 0 0,0 0-1,0 0 2,0 0-1,0-1-1,0 1 1,1 0-1,-1-1 0,0 1 1,1 0-1,-1-1 0,0 1 1,1 0-1,-1-1 1,1 1-1,-1-1 0,1 1 1,-1-1-1,1 1 0,0-1 1,-1 1-1,1-1 1,0 0-1,0 1 2,4 1-10,1 0 0,0 0 0,1 0 0,-1 0 0,4-1 10,-2 1-3,27 6-39,0 2-1,-1 1 0,6 4 43,-28-10 24,-1 1 1,0 1-1,0-1 0,0 2 1,3 3-25,-7-6 16,-1 1 0,0 0 0,0 0 0,-1 0 0,0 1 1,0 0-1,0 0 0,1 4-16,-4-8 3,-1 0 1,0 0 0,0 0-1,-1 0 1,1 0-1,-1 1 1,0-1-1,1 0 1,-1 0 0,0 0-1,-1 0 1,1 0-1,-1 0 1,1 1-1,-1-1 1,0 0 0,0 0-1,0 0 1,-1-1-1,1 1 1,-1 0-1,1 0 1,-1-1-1,0 1 1,-1 0-4,-2 3 11,0-1 1,0 1-1,-1-1 1,0 0-1,0 0 1,-1 0-1,1-1 0,-1 0 1,-5 2-12,-9 3-239,0 0 1,-1-2-1,0-1 0,0 0 1,-6-1 238,15-3-457,0 0 0,0-1 0,0-1 0,0 0 0,0-1 0,0 0-1,0-1 1,0-1 0,-11-3 457,21 5-337,-1 0 0,1 0-1,0 0 1,0-1 0,0 0-1,0 1 1,0-1-1,0 0 1,0 0 0,0-1-1,1 1 1,-1 0 0,1-1-1,0 0 1,0 0-1,0 1 1,0-1 0,0 0-1,1 0 1,-1-1 0,1 1-1,0 0 1,0-1 0,0 1-1,0 0 1,0-1-1,1 1 1,0-1 0,0 1-1,0-1 1,0-1 337,1-2-729,0 1-1,0 0 1,1 0 0,1-2 729</inkml:trace>
  <inkml:trace contextRef="#ctx0" brushRef="#br0" timeOffset="2738.19">2195 215 12160,'0'-1'487,"-1"0"0,1 0 1,-1-1-1,1 1 0,-1 0 1,1 0-1,0-1 0,-1 1 1,1 0-1,0-1 0,0 1 1,0 0-1,0-1 0,0 1 1,1 0-1,-1-1 0,0 1 1,0 0-1,1 0 0,-1-1 1,1 0-488,1-1 326,0-1 0,0 1 1,0 0-1,1 0 0,-1 0 0,1 0 0,-1 0 1,2 0-327,5-4 20,-1 0 0,2 1-1,-1 0 1,0 0 0,6-1-20,2 0 31,0 2 1,0 0-1,0 0 0,0 2 0,1 0 1,0 1-1,-1 1 0,1 1 0,0 0 1,-1 1-1,1 1 0,0 1 0,-1 0 1,3 2-32,-13-3 24,0 0 1,0 1-1,0 0 0,0 0 1,0 1-1,-1-1 1,0 2-1,0-1 1,0 1-1,0 0 1,0 0-25,-3-2 21,-1 0 1,1 1 0,-1-1 0,0 0-1,0 1 1,0-1 0,-1 1-1,1 0 1,-1-1 0,0 1 0,0 0-1,0 0 1,-1 0 0,1 0-1,-1-1 1,0 1 0,0 0-1,0 0 1,-1 0 0,1 0 0,-1 0-1,0 0-21,-2 6 48,0 0-1,0 0 1,-1 0 0,0-1-1,-1 1 1,0-1 0,0-1-1,-7 9-47,2-5 68,0-1 0,-1 0 0,0 0 0,-1-1 0,-10 7-68,-1-2 90,0-1 0,-1-1-1,-1-1 1,0-1-1,-1-1 1,-19 4-90,34-11 36,-1 0 1,0-1-1,0 0 0,0-1 1,0 0-1,-9-1-36,16 0-9,1 0 0,-1-1 0,0 0-1,1 0 1,-1 0 0,1 0 0,-1-1-1,1 0 1,0 0 0,0 0 0,0 0-1,0-1 1,0 1 0,0-1 0,1 0-1,-1 0 1,1-1 0,0 1-1,-1-2 10,0 0-78,0-1 0,1 0 0,0 0 0,1 0 0,-1 0 0,1-1 0,0 1-1,0-1 1,1 1 0,0-1 78,0-3-235,0 0 0,1-1 0,0 1 0,0 0 0,1 0 0,1-3 235,1 0-584,0-1 1,1 1 0,0 1 0,1-1 0,1 0 0,0 1 0,1 0 0,0 0 583,4-4-1609,1 1 0,0 0 0,1 0 0,0 1 1,3-1 1608,39-30-3728</inkml:trace>
  <inkml:trace contextRef="#ctx0" brushRef="#br1" timeOffset="103747.6">1617 514 10368,'-16'2'3125,"6"-1"261,9 0 4145,24-14-5654,-1 3-1231,15-10-646,1-1 149,64-31-16,13-7-85,11 1-48,12 6 92,43-7-92,144-29-36,-309 84 23,47-10-181,9-2-1441,-70 16 1426,-1-1 1,0 1 0,0-1 0,1 0-1,-1 1 1,0-1 0,0 0 0,0 0 0,0 1-1,0-1 1,0 0 0,0 0 0,0 0-1,0-1 209,0 0-968,0 0-1,0 0 1,0 0-1,0 0 0,0 0 1,-1 0-1,1 0 1,-1 0-1,1 0 1,-1 0-1,0 0 0,0-1 969,0-2-3514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20 114 9344,'-4'-6'1194,"1"1"1,0-1 0,1 0-1,-1 0 1,1-1-1195,1 5 304,1 1 1,-1-1-1,1 1 0,0-1 0,0 1 0,0-1 1,0 1-1,0-1 0,0 1 0,0-1 1,0 1-1,1-1 0,-1 1 0,0-1 0,1 1 1,0-1-1,-1 1 0,1 0 0,0-1 1,-1 1-1,1 0 0,1-1-304,9-12 1709,-8 10-1244,0 0-1,0 0 0,1 0 1,-1 0-1,1 1 1,3-3-465,-6 6 18,-1 0 1,0 0-1,0-1 0,1 1 1,-1 0-1,0 0 0,1 0 0,-1 0 1,0 0-1,1 0 0,-1 0 1,0 0-1,1 0 0,-1 0 1,0 0-1,1 0 0,-1 0 1,0 1-1,1-1 0,-1 0 1,0 0-1,0 0 0,1 0 1,-1 1-1,0-1 0,1 0 1,-1 0-1,0 0 0,0 1 1,0-1-1,1 0 0,-1 0 1,0 1-1,0-1 0,0 0 1,0 1-1,1-1 0,-1 0 1,0 0-1,0 1 0,0-1 1,0 0-1,0 1 0,0-1 1,0 0-1,0 1 0,0-1 1,0 0-1,0 1-18,2 19 200,-3 67-124,0 2-2733,4 13 2657,-2-83-2012,2-1 0,1 6 2012,-3-17-1103,1-1 0,0 0 0,0 0 0,1 0 0,-1 0 1,1 0-1,0-1 0,3 4 1103,12 11-3472</inkml:trace>
  <inkml:trace contextRef="#ctx0" brushRef="#br0" timeOffset="432.52">365 137 13696,'-7'-7'2217,"6"6"-1692,0 0 0,0 0 0,0 1 0,0-1 1,0 0-1,0 0 0,1 0 0,-1-1 0,0 1 0,1 0 0,-1 0 0,1 0 1,-1 0-1,1-1-525,0 1 125,0 0 0,0 0 0,0 0 1,0 0-1,1 0 0,-1 1 0,0-1 1,0 0-1,1 0 0,-1 0 0,1 0 0,-1 0 1,1 0-1,-1 0-125,3-2 101,-1 0 1,1 0-1,0 0 1,0 1 0,0-1-1,0 1 1,1 0-1,-1-1 1,2 1-102,36-18 83,-31 17-86,-1 1 0,1 0-1,0 0 1,1 1 0,-1 0-1,0 1 1,0 0 0,0 0-1,1 1 1,6 2 3,0 1 18,-1 0 0,0 0 0,0 2 0,0 0 0,-1 0 0,2 2-18,-11-5 17,-1 1 1,1-1-1,0 1 1,-1 0-1,0 1 1,0-1-1,0 1 1,0 0-1,-1 0 1,0 0-1,0 1 1,0-1-1,0 2-17,-2-3 26,-1 0 0,1 1 1,-1-1-1,1 1 0,-1-1 0,0 1 0,-1-1 1,1 1-1,-1-1 0,0 1 0,0 0 0,-1-1 1,1 1-1,-1-1 0,0 1 0,0-1 0,0 1 1,-2 3-27,-2 1 44,0 0 1,0 0 0,-1 0 0,0 0 0,0-1 0,-1 0 0,0 0 0,0-1 0,-1 0 0,0 0 0,0-1-1,-1 0 1,-2 1-45,-6 3 85,0-1 0,-1 0 0,0-2 0,0 0 0,-1-1 0,-13 3-85,23-8 17,0 1 0,0-2 0,-1 1 1,1-1-1,0-1 0,0 0 0,-1 0 0,1-1 0,0 0 1,0 0-1,1-1 0,-1 0 0,0-1 0,-6-3-17,10 4-32,1 0 0,-1 0 0,0-1 0,1 1 0,0-1 0,-1 0-1,2 0 1,-1 0 0,0-1 0,1 0 0,-1-1 32,2 2-83,0 0 1,0 0 0,0 0-1,1 0 1,0 0-1,0 0 1,0-1 0,0 1-1,1 0 1,0-1-1,0 1 1,0 0-1,0-1 1,1 1 0,0-4 82,2-2-490,-1 0 0,2 0 0,0 0 0,0 1 0,0-1 1,1 1-1,5-7 490,2-1-2589,2 0 1,-1 1-1,5-3 2589,23-18-3946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7.797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107 398 10240,'-23'3'6773,"22"-2"-6189,-1 0 0,0-1-1,0 1 1,0 0 0,1 0 0,-1 1 0,0-1 0,1 0 0,-1 1 0,1-1-1,-1 0 1,1 1 0,-1 0-584,-9 9 1679,-38 14 1707,69-34-2784,1 1 0,10-2-602,-24 8 60,250-89 78,-66 22-105,193-54-76,-326 104-410,-7 3-2520,-20 5-5142,-20 4-866,-3 13 5355</inkml:trace>
  <inkml:trace contextRef="#ctx0" brushRef="#br0" timeOffset="771.32">1326 228 12032,'-2'-1'661,"1"1"0,-1-1 1,0 0-1,0 0 0,0 0 0,1 0 1,-1-1-1,1 1 0,-1 0 1,1-1-1,-1 1 0,1-1-661,1 2 243,-1-1-1,1 1 0,0-1 0,0 1 1,0-1-1,0 1 0,0-1 1,-1 1-1,1-1 0,0 1 1,0-1-1,1 1 0,-1-1 1,0 1-1,0-1 0,0 1 1,0-1-1,0 1 0,0-1 1,1 1-1,-1-1 0,0 1 1,1-1-243,7-9 949,1 2-890,0 1 0,0 0 1,1 0-1,0 1 0,0 0 0,0 1 1,1 0-1,0 0 0,5 0-59,-13 4 7,18-5 15,0 1 0,0 0 0,0 2 0,2 1-22,-17 1 27,-1 1-1,1 0 1,-1 0 0,1 0 0,-1 1-1,1 0 1,-1 0 0,1 1-1,-1-1 1,0 1 0,1 0 0,-1 1-1,0-1 1,-1 1 0,1 0 0,0 0-1,-1 0 1,3 3-27,-6-4 9,1-1 0,-1 1 0,0-1-1,0 1 1,0 0 0,0 0 0,0-1 0,0 1-1,-1 0 1,1 0 0,-1 0 0,1 0-1,-1 0 1,0 0 0,1 0 0,-1 0 0,0 0-1,0 0 1,-1 0 0,1 0 0,0 0 0,-1 0-1,1 0 1,-1-1 0,0 2-9,-1 4 10,-1 0-1,-1 0 1,1-1-1,-1 1 1,0-1-1,-2 1-9,-7 9 24,0 0-1,-1-1 1,-1-1-1,0-1 1,-9 6-24,-28 18 35,-5 0-35,2-2 2,34-22-17,17-11 1,-1 0 0,1 1 0,0 0 0,0-1-1,0 1 1,0 1 0,1-1 0,-3 3 14,6-5-2,-1-1 1,1 0-1,0 0 0,0 0 1,0 1-1,0-1 0,0 0 1,0 0-1,-1 1 0,1-1 0,0 0 1,0 0-1,0 0 0,0 1 1,0-1-1,0 0 0,0 0 1,0 1-1,0-1 0,0 0 0,0 0 1,0 1-1,0-1 0,0 0 1,1 0-1,-1 1 0,0-1 1,0 0-1,0 0 0,0 0 0,0 1 1,0-1-1,1 0 0,-1 0 1,0 0-1,0 1 0,0-1 1,1 0-1,-1 0 0,0 0 0,0 0 1,0 0-1,1 0 0,-1 1 1,0-1-1,0 0 0,0 0 0,1 0 1,-1 0-1,0 0 0,0 0 1,1 0-1,-1 0 0,0 0 1,0 0 1,18 1-35,194-11-2542,-197 9 1960,20-2-824,29-2-2495,-1 1-3476,-30 4 3940</inkml:trace>
  <inkml:trace contextRef="#ctx0" brushRef="#br0" timeOffset="1188.74">1918 349 12544,'0'-6'2120,"1"-7"4679,4 7-3165,6-2-3137,-5 4-451,0-1 1,1 1-1,0 0 1,0 1-1,0 0 1,0 0-1,0 0 1,1 1-1,0 0 1,-1 1-1,1-1-46,22-2 154,1 1-1,4 1-153,-33 2 19,10 0 45,12-2 93,1 1 0,0 2 0,0 0 0,23 5-157,-42-5 34,0 1 1,0-1-1,0 1 1,0 0-1,0 1 1,-1-1-1,1 1 1,-1 0-1,0 1 1,0-1-1,0 1 1,0 0-1,0 0 1,-1 1-1,0-1 1,0 1-1,0 0 1,0 0-1,-1 0 1,0 1-1,0-1 1,0 3-35,-1-5 19,-1-1 1,-1 1-1,1 0 1,0 0-1,-1 0 1,1 0-1,-1 0 0,0 0 1,0 0-1,0 0 1,-1 0-1,1 0 1,-1 0-1,1 0 1,-2 3-20,0-1 46,0-1 1,-1 1 0,1-1 0,-1 1 0,0-1 0,0 0 0,0 0-1,0 0 1,-3 1-47,-3 3 111,0 0 0,-1-1 0,0 0 0,0-1-1,0 0 1,-1-1 0,0 0 0,-7 2-111,-2-1 183,0-1 0,-1-1 1,0-1-1,-18 0-183,0-1 137,1-2 1,-9-2-138,28 0-82,0 0 0,0 0 0,0-2 0,0-1 0,1 0 0,0-1 0,0-1 0,-1-1 82,16 7-75,1-1 1,-1 1-1,1-1 0,-1 0 1,1 1-1,0-1 1,-1-1-1,1 1 0,0 0 1,0 0-1,1-1 0,-1 1 1,0-1-1,1 1 1,0-1-1,-1 0 0,1 0 1,0 1-1,1-1 1,-1 0-1,0 0 0,1 0 1,-1 0-1,1 0 1,0 0-1,0 0 0,0 0 1,1 0-1,-1 0 1,1-1 74,0-2-490,1 1 1,0-1 0,0 1 0,0 0 0,0-1-1,1 1 1,1 0 489,-1-1-1350,1 0-1,1 0 0,-1 1 1,1 0-1,3-3 1351,26-18-4362</inkml:trace>
  <inkml:trace contextRef="#ctx0" brushRef="#br1" timeOffset="104903.89">1203 807 8832,'-13'2'5690,"11"1"-1365,2-3-4205,0 0 0,0 0 0,0 0 1,0 1-1,0-1 0,0 0 0,0 0 1,0 1-1,0-1 0,0 0 0,0 0 0,0 0 1,0 1-1,0-1 0,0 0 0,0 0 1,0 0-1,0 1 0,0-1 0,-1 0 1,1 0-1,0 0 0,0 0 0,0 1 1,0-1-1,-1 0 0,1 0 0,0 0 0,0 0 1,0 0-1,-1 0 0,1 1 0,0-1 1,0 0-1,0 0 0,-1 0 0,1 0-120,24-35 2870,-17 26-2787,0 1 0,1-1 0,1 2 0,5-6-83,5-2 73,22-20 6,1 2 1,14-5-80,91-53-35,-107 66 7,294-171 183,-239 138-79,90-51-56,-115 71-109,75-38-718,-92 54-292,-52 21-700,-4 3-547,-10 2-5749,12-4 4565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5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104 143 11392,'-4'-17'3733,"4"16"-3580,0 0 0,0 0 0,0 0-1,0 0 1,0 0 0,0 0 0,0 0 0,0 0 0,1 1 0,-1-1 0,0 0 0,0 0 0,1 0-1,-1 0 1,1 0 0,-1 1 0,1-1 0,-1 0 0,1 0 0,0 1 0,-1-1 0,1 0 0,0 1-1,-1-1 1,1 1 0,0-1 0,0 1 0,-1-1 0,1 1 0,0-1 0,0 1 0,0 0 0,0 0-153,2-2 420,33-21 1590,-21 13-1324,1 1 0,4-2-686,-2 2 198,1 1 0,0 1 0,0 1 0,1 0 0,0 2 0,2 0-198,-15 2 31,0 2-1,1-1 1,-1 1-1,0 0 1,0 1 0,0 0-1,1 0 1,-1 0-1,0 1 1,0 0-1,0 1 1,-1-1-1,1 1 1,-1 1 0,1-1-1,-1 1 1,0 0-1,5 4-30,-4-1 36,-1 0 0,0 0 0,0 0 0,0 1 0,-1 0 0,0 0 0,0 0 0,-1 1 0,0-1 0,1 7-36,1 4 94,-1-1 0,-1 2 0,0-1 0,0 13-94,-3-21 72,-1 0 0,0-1-1,-1 1 1,0-1 0,0 1-1,-1-1 1,0 1 0,-1-1-1,-1 0 1,1 0 0,-6 9-72,5-11 72,0-1 0,0 0-1,-1 0 1,0-1 0,-1 1 0,1-1 0,-1 0 0,0-1 0,-1 1 0,1-1-1,-1-1 1,0 1 0,0-1 0,-1 0 0,-6 2-72,-6 0 165,-1 0 0,0-2 1,0 0-1,0-1 0,-21-1-165,24-1 72,-1-2 0,0 0 0,0-1-1,0-1 1,1-1 0,-1-1-1,1 0 1,0-1 0,-6-4-72,17 7-13,0-1 1,0 0-1,0 0 0,0 0 1,1 0-1,0-1 1,0 0-1,0-1 1,0 1-1,-3-6 13,6 7-29,0 0 0,1 0-1,0-1 1,-1 1 0,1 0 0,1-1 0,-1 0 0,1 1 0,0-1-1,0 0 1,0 1 0,0-1 0,1 0 0,0 0 0,0 0-1,0 0 1,1 1 0,0-3 29,1-2-213,1 1-1,-1 0 0,1 0 1,1 0-1,0 0 0,0 1 1,0 0-1,1 0 1,0 0-1,0 0 0,1 1 1,0-1-1,5-3 214,5-3-1897,0 0 1,0 1-1,1 1 0,1 1 0,7-3 1897,33-13-4330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04.6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182 125 7808,'-1'0'412,"1"-1"1,-1 1 0,0-1-1,0 1 1,1-1-1,-1 1 1,0-1 0,1 0-1,-1 1 1,0-1-1,1 0 1,-1 0 0,1 1-1,-1-1 1,1 0 0,0 0-1,-1 0 1,1 0-1,0 1 1,-1-1 0,1 0-1,0 0 1,0 0-1,0 0 1,0 0 0,0 0-1,0 0 1,0 0-1,0 0 1,0 1 0,1-1-1,-1 0 1,0-1-413,1-7 1839,-3 6-273,-2 6-1007,-2 6-241,-7 17-137,2 1-1,0 0 1,0 8-181,-21 84-9,-14 126 166,16-68 182,28-166-229,0-1 1,1 1-1,0 6-110,3-18 56,0-4-48,2-15-5,-1 1-1,0-9-2,2-17 0,22-77 0,-11 52 0,76-310-16,-87 355-26,7-23-31,-11 46 65,0-1 0,0 0 0,0 1-1,0-1 1,1 1 0,-1-1 0,1 1 0,0-1 0,0 1-1,-1 0 1,2 0 0,-1 0 0,0 0 0,1 0 8,-3 1 0,1 1-1,0-1 1,0 1 0,0 0-1,0-1 1,0 1 0,0 0-1,0-1 1,0 1-1,0 0 1,0 0 0,0 0-1,0 0 1,0 0 0,0 0-1,0 0 1,0 0 0,0 0-1,0 1 1,0-1 0,0 0-1,0 0 1,-1 1 0,1-1-1,0 1 1,0-1 0,0 1-1,0-1 1,0 1 0,-1 0-1,1-1 1,0 2 0,3 2-1,-1 0-1,1 1 0,-1-1 1,0 1-1,1 4 2,-1-4-8,10 18-48,11 20 34,-1 1-1,0 7 23,4 16 45,73 193 209,-50-130-587,-20-54-1441,-28-71 1213,-1-1 0,1 0 0,-1 1 0,0-1-1,0 0 1,-1 3 561,-2 5-4606,2-12 4518,0 0 0,0 0-1,0 0 1,0 0 0,0 0 0,0 0 0,0 0 0,0 0 0,0 0 0,0 0 0,0 0 0,0 1-1,0-1 1,0 0 0,0 0 0,0 0 0,0 0 0,-1 0 0,1 0 0,0 0 0,0 0-1,0 0 1,0 0 0,0 0 0,0 0 0,0 0 0,0 0 0,0 0 0,0 0 0,0 0-1,-1 0 1,1 0 0,0 0 0,0 0 0,0 0 0,0 0 0,0 0 0,0 0 0,0 0-1,0 0 1,0 0 0,0 0 0,0 0 0,0 0 0,-1 0 0,1 0 0,0 0 0,0-1-1,0 1 1,0 0 0,0 0 0,0 0 0,0 0 0,0 0 88,-4-5-2073,2 2 696,-8-9-1796</inkml:trace>
  <inkml:trace contextRef="#ctx0" brushRef="#br0" timeOffset="357.55">209 436 11776,'-27'14'3898,"26"-13"-3711,0-1-1,-1 1 1,1 0-1,0-1 1,0 1-1,-1 0 1,1 0-1,0 0 1,0 0-1,0 0 1,0 0-1,0 0 1,0 0-1,0 1 1,1-1-1,-1 0-186,-2 3 712,2-2-50,-1 0-1,1 0 1,-1 0 0,1 0-1,0 0 1,0 0 0,0 0 0,0 1-662,-3 5 1074,46-38-685,-28 19-424,0 1-1,1 0 1,0 1-1,1 1 0,0 0 1,13-3 35,3 0-2284,1 1-1,0 2 1,3 1 2284,-24 5-2159,-1 1 1,0 0-1,1 0 0,10 2 2159,6 3-3546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10.5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12 176 11520,'-12'-10'3733,"13"3"-16,1 4-1663,-2 6 2249,18 8-2473,-13-8-1832,0-1 0,0 1 0,1-1 0,-1-1 0,0 1 1,1-1-1,-1 0 0,1 0 0,-1 0 0,1-1 1,-1 0-1,1 0 0,-1 0 0,1-1 0,-1 0 1,3 0 1,3-2-1067,1 0 1,-1 0 0,0-2-1,-1 1 1,1-1 0,-1-1-1,3-1 1067,-6 2-2140,0 0 1,0 0-1,-1 0 0,7-7 2140,2-2-3552</inkml:trace>
  <inkml:trace contextRef="#ctx0" brushRef="#br0" timeOffset="354.47">54 41 11648,'-4'0'341,"-2"0"1097,-1 0 0,1 0-1,-1-1 1,1 0 0,-2 0-1438,4-1 3303,6-1 367,2 0-2958,-3 2-692,1 0-1,0 0 1,-1 0-1,1 1 0,-1-1 1,1 0-1,0 1 1,0 0-1,-1-1 1,1 1-1,1 0-19,8-2-32,11-3-380,-1 1 0,1 1 412,22-2-3739,-16 2-2258,-6 3 1928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05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279 100 8960,'-14'-25'5765,"13"15"-450,0 6-4692,1 1 0,0-1 0,-1 0 0,0 1 0,1-1 0,-2 1 0,1-1 0,0 1 0,-1-1-623,0 2 83,0-1 1,0 1-1,0 0 0,0 0 1,-1 0-1,1 0 0,-1 0 0,1 1 1,-1-1-1,0 1 0,0-1 0,0 1 1,1 0-1,-1 0 0,0 0 0,-1 1 1,1-1-1,0 1 0,0-1 1,0 1-1,0 0 0,0 1 0,0-1 1,0 0-1,0 1 0,-1 0-83,-2 0 14,1 0 0,-1 1 0,0-1 0,1 2 0,-1-1 0,1 1 0,0-1 0,0 1 0,0 1 0,0-1 0,1 1 0,-1 0 0,-3 4-14,-3 6-4,0 1-1,1 0 1,0 1 0,2 0 0,0 1 0,0 0-1,2 0 1,0 0 0,-3 19 4,3-9-9,2 1 0,0 1 1,2-1-1,1 0 0,1 1 0,3 5 9,-2-23 9,0 0-1,1 0 1,1-1-1,-1 1 1,2-1-1,0 0 0,0 0 1,1 0-1,0 0 1,2 1-9,-4-6-39,0 0-1,1-1 1,-1 1 0,1-1 0,1 0-1,-1 0 1,0 0 0,1-1 0,0 0-1,0 1 1,0-2 0,0 1-1,0 0 1,1-1 0,-1 0 0,1-1-1,-1 1 1,1-1 0,4 1 39,-1-2-524,0 0 0,0 0 1,1 0-1,-1-1 0,0-1 0,0 1 0,0-1 1,3-2 523,9-3-3117,0-1 0,-1-2 0,0 0 3117,30-15-4197</inkml:trace>
  <inkml:trace contextRef="#ctx0" brushRef="#br0" timeOffset="3999.93">844 160 7296,'3'-8'5599,"-1"6"-4991,-1 0-1,0-1 1,1 1-1,-1-1 1,-1 1-1,1-1 1,0 1-1,-1-1 1,1 0 0,-1 1-1,0-2-607,1 0 439,-2 0-1,1 0 1,0 0-1,-1 0 1,1 0-1,-1 0 0,-2-3-438,2 5 136,0 0-1,0 0 1,0 0-1,0 0 1,-1 0-1,1 1 1,-1-1-1,1 0 1,-1 1-1,1 0 1,-1-1-1,0 1 1,0 0-1,0 0 1,0 0-1,0-1-135,-3 0 15,0 0-1,0 0 0,-1 0 0,1 1 1,0-1-1,-1 1 0,1 1 1,-1-1-1,1 1 0,-1 0 1,0 0-1,1 0 0,-1 1-14,-2 1 21,0-1 1,0 2-1,0-1 0,1 1 0,-1 0 1,1 1-1,-1 0 0,-3 2-21,-2 3 22,0 1-1,1 0 1,0 1-1,0 0 1,2 1-1,-1 1 1,1-1-1,-7 14-21,2-3 13,2 1 0,0 1 0,2 0-1,1 1 1,0 0 0,2 0 0,2 1 0,0 0-1,1 1 1,1 7-13,4-27 1,0-1 0,0 1 0,1 0 0,0-1 0,0 1 0,1-1 0,0 1 0,0-1 0,0 0 0,2 1-1,-3-4 3,1 0 0,1 0 0,-1-1-1,0 1 1,1 0 0,0-1 0,0 0 0,0 0 0,0 0 0,0 0 0,0 0-1,1-1 1,0 1 0,-1-1 0,1 0 0,0 0 0,4 1-3,1 0-115,1-1 0,0 0-1,0-1 1,0 0 0,0 0 0,-1-1 0,1 0 0,0-1 0,0 0 0,0-1-1,1 0 116,4-2-805,0 0-1,-1-1 0,0 0 1,0-1-1,0 0 0,-1-2 0,0 1 806,-6 2-1299,0 0 0,0 0 0,-1-1 0,1 0 0,-1 0-1,-1 0 1,1-1 0,-1 1 0,0-2 0,3-5 1299,0 0-2432</inkml:trace>
  <inkml:trace contextRef="#ctx0" brushRef="#br0" timeOffset="4332.07">834 379 7296,'0'0'155,"0"0"0,0 0-1,0-1 1,0 1 0,0 0 0,0 0 0,0 0 0,0 0 0,0 0 0,0 0-1,0 0 1,0 0 0,0 0 0,0 0 0,0-1 0,0 1 0,0 0 0,0 0-1,-1 0 1,1 0 0,0 0 0,0 0 0,0 0 0,0 0 0,0 0 0,0 0-1,0 0 1,0 0 0,0 0 0,0 0 0,0 0 0,0-1 0,-1 1 0,1 0 0,0 0-1,0 0 1,0 0 0,0 0 0,0 0 0,0 0 0,0 0 0,0 0 0,0 0-1,-1 0 1,1 0 0,0 0 0,0 0 0,0 1 0,0-1 0,0 0 0,0 0-1,0 0 1,0 0 0,0 0 0,0 0 0,-1 0 0,1 0 0,0 0 0,0 0-1,0 0 1,0 0 0,0 0 0,0 0 0,0 0 0,0 1 0,0-1 0,0 0-1,0 0-154,0-2 5257,0 4-5659,0-1 1757,0-1-417,0 16 1308,1 3-2092,1 0 1,0 0-1,2-1 1,0 1 0,1-1-1,0 0 1,5 7-155,12 24-1983,5-3-3287,-25-41 4472,0-2-175,-1-1-1,1 0 1,0 1-1,-1-1 0,1 0 1,0 0-1,0 0 1,1 0 973,9 6-3760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21.836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0 352 6656,'0'-2'751,"0"0"0,0 0 0,0 0 0,1-1 0,-1 1 0,1 0 0,-1 0 1,1 0-1,0 0 0,0 0 0,0 0 0,1-1-751,0-2 2149,-2 5-2077,0 0 0,0-1 0,0 1 1,0 0-1,0 0 0,0 0 0,1 0 0,-1-1 0,0 1 0,0 0 1,0 0-1,0 0 0,1 0 0,-1 0 0,0-1 0,0 1 1,0 0-1,1 0 0,-1 0 0,0 0 0,0 0 0,0 0 0,1 0 1,-1 0-1,0 0 0,0 0 0,0 0 0,1 0 0,-1 0 1,0 0-1,0 0 0,1 0 0,-1 0 0,0 0 0,0 0 0,0 0 1,1 0-1,-1 1 0,0-1 0,0 0-72,1 0-107,49-1 1578,-8 0-919,0 2-1,0 2 0,5 2-551,-24-3 197,0 0 0,0-2 0,0-1 0,2 0-197,35-1 257,317-7 661,-134-4-380,-65 2-287,-35 8-9,136-9 49,-46-9-168,-86 8-72,321-19 154,-264 29-109,81-6 32,-53 9-99,-107 1-21,336-10 3,-304 7 88,13 0-81,69 2 82,-110 1-157,695-1 195,-624-5 42,79 1-34,57-2-110,-297 4-8,386-6 41,104-1 54,-409 7-101,152-8 84,254-33 64,-250 22 12,-169 10-162,50-3 8,129-7 68,581-8-38,162 31 134,-602-5 64,66 19-128,-193 0-101,365 12-43,-636-27-93,19 4 109,7 0 8,196 1 114,-143-3-116,-78-2-69,19 4 63,-20-2 303,19 0-303,-41-1 3,-6-2 2,0 1 0,0-1-1,1 1 1,-1-1 0,0 1-1,1-1 1,-1 0 0,0 0-1,0 0 1,1 0-1,-1 0 1,0 0 0,1 0-5,-1 0-117,1 1 1,-1-1-1,0 0 1,0 1 0,0-1-1,0 1 1,0-1-1,0 1 1,0-1-1,0 1 1,0 0 0,0 0-1,0-1 1,0 1 116,-1 0-148,1-1 1,-1 0 0,0 0 0,1 1-1,-1-1 1,0 0 0,0 0 0,1 1-1,-1-1 1,0 0 0,0 1 0,0-1-1,1 0 1,-1 1 0,0-1 0,0 1-1,0-1 1,0 0 0,0 1-1,0-1 1,0 0 0,0 1 0,0-1-1,0 1 1,0-1 0,0 0 0,0 1-1,0-1 1,0 1 0,0-1 0,0 0-1,0 1 1,0-1 0,-1 0-1,1 1 1,0-1 0,0 0 0,0 1-1,-1-1 1,1 0 0,0 0 0,-1 1-1,1-1 148,-15 6-6335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29.0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9 7296,'0'-1'176,"-1"1"1,1-1-1,0 1 1,0 0 0,-1-1-1,1 1 1,0-1-1,-1 1 1,1-1-1,0 1 1,-1 0-1,1-1 1,-1 1-1,1 0 1,0-1 0,-1 1-1,1 0 1,-1 0-1,1-1 1,-1 1-1,1 0 1,-1 0-1,0 0 1,1 0-1,-1 0 1,1 0 0,-1 0-1,1 0 1,-1 0-177,1 0 2,0 0 78,0 0 1,0 0-1,0 0 1,0 0-1,0 0 0,0 0 1,0 0-1,0 0 1,0 0-1,0 0 0,0 0 1,0 0-1,0 0 1,0 0-1,0 1 0,0-1 1,0 0-1,0 0 1,0 0-1,-1 0 0,1 0 1,0 0-1,0 0 1,0 0-1,0 0 0,0 0 1,0 0-1,0 0 1,0 0-1,0 0 0,0 0 1,0 0-1,0 0 1,0 0-1,0 0 0,0 0 1,0 0-1,0 0 0,-1 0 1,1 0-1,0 0 1,0 0-1,0 0 0,0 0 1,0 0-1,0 0 1,0 0-1,0 0 0,0 0 1,0 0-1,0 0 1,0 0-1,0 0 0,0 0 1,0 0-1,0 0 1,0 0-1,-1 0 0,1 0 1,0 0-1,0 0-80,2 7 6475,-2-7-5654,0 17 907,-1 70-1010,-1-24-568,3 0 0,6 30-150,-4-70-182,15 107-967,-10-91-4143,3 5 5292,-6-25-5744,4-3 1755</inkml:trace>
  <inkml:trace contextRef="#ctx0" brushRef="#br0" timeOffset="1303.92">316 118 7808,'0'0'230,"-1"-1"1,0 1-1,0-1 1,1 1-1,-1-1 1,1 0-1,-1 1 0,0-1 1,1 0-1,-1 0 1,1 1-1,0-1 1,-1 0-1,1 0 1,0 0-1,-1 1 1,1-1-1,0 0 1,0 0-1,0 0 1,0 0-1,0 0 0,0 0 1,0 0-231,5-25 5341,-1 9-2571,-4 15-2643,0 0-1,0 0 1,1 0-1,-1 0 1,1 0 0,0 0-1,-1 0 1,1 0-1,0 0 1,0 0 0,0 0-1,1 0 1,-1 0-1,0 1 1,1-1 0,-1 0-1,1 1 1,-1-1 0,1 1-1,0 0 1,0 0-1,-1-1 1,3 1-127,3-2 66,1 0 0,0 1 1,0 0-1,0 1 0,1 0 0,-1 0 0,0 1 0,0 0 1,1 0-1,-1 1 0,0 0 0,0 0 0,0 1 1,0 0-1,3 1-66,19 8 30,0 0 0,-2 2 0,12 7-30,-28-13 48,0 0-1,-1 0 1,1 1 0,-2 0 0,1 1 0,1 2-48,-7-7 51,-1 1 0,0 0 0,1 1 0,-2-1 0,1 1 0,-1 0-1,0 0 1,0 0 0,0 0 0,-1 1 0,0-1 0,0 1 0,0 3-51,-1 4 65,0-1 0,-1 1 0,0-1 0,-1 1 0,-1-1 0,0 0-1,0 1 1,-2-1 0,0 0 0,0 0 0,-1-1 0,0 1 0,-1-1 0,-1-1 0,0 1 0,-1-1 0,-3 4-65,5-7 40,-1 0 1,-1-1 0,0 0-1,0 0 1,0 0 0,-1-1-1,0-1 1,0 1 0,-6 1-41,-8 4 73,-1-2 1,1-1-1,-11 2-73,21-6 35,1-1-1,-1-1 1,0 0-1,0-1 0,0-1 1,-1 0-1,1 0 0,-11-3-34,17 2-2,-1 0 0,1-1 0,0-1 1,-1 1-1,1-1 0,1 0 0,-1-1 0,0 1 0,1-1 0,-1-1 0,1 1 0,1-1 0,-1 0 0,1-1 0,-4-3 2,4 2-25,0 0 1,1 0 0,0 0-1,0-1 1,0 0 0,1 1-1,0-1 1,1-1-1,0 1 1,0 0 0,1 0-1,0-1 1,0 1 0,1-1-1,0-3 25,2-16-129,1 0 1,1 1-1,8-28 129,-9 41-472,1-1 0,0 1 0,1 0 0,1 0 0,0 0 0,0 1 0,2 0 0,5-8 472,1 0-1926,11-14-1128,-5 14-2435,-2 11 1884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33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24 596 10112,'-17'0'11075,"11"0"-8271,7 0-993,9-12-163,153-84-267,-64 42-1147,3 5-1,10 1-233,60-28 24,50-21 73,-129 57-77,-33 18 8,-43 16-54,0 0 1,0-1-1,-1-1 0,0 0 0,9-7 26,-19 11-457,-5 4 179,0-1 0,1 0 1,-1 0-1,0 0 0,0 0 1,1 0-1,-1-1 1,0 1-1,0 0 0,0 0 1,0-1-1,-1 1 278,3-17-6531,-3 8 921,0 5 1770</inkml:trace>
  <inkml:trace contextRef="#ctx0" brushRef="#br0" timeOffset="758.9">1609 187 10240,'-6'-2'2340,"-6"-4"2162,12 6-4427,0 0 0,0 0 0,0 0-1,-1 0 1,1 0 0,0 0 0,0 0 0,0 0 0,0 0 0,0 0 0,0 0-1,-1-1 1,1 1 0,0 0 0,0 0 0,0 0 0,0 0 0,0 0-1,0 0 1,0 0 0,0 0 0,0-1 0,0 1 0,-1 0 0,1 0-1,0 0 1,0 0 0,0 0 0,0 0 0,0-1 0,0 1 0,0 0 0,0 0-1,0 0 1,0 0 0,0 0 0,0-1 0,0 1 0,0 0 0,0 0-1,0 0 1,0 0 0,0 0 0,1 0 0,-1-1 0,0 1 0,0 0 0,0 0-1,0 0 1,0 0 0,0 0 0,0 0 0,0 0 0,0-1-75,5-6 4229,2-5-3360,3 4-703,0 0 0,1 1-1,0 0 1,1 1-1,0 0 1,5-2-166,-9 5 4,0 1 0,0 0-1,-1 0 1,1 1 0,0 0-1,0 0 1,1 0 0,-1 1-1,0 1 1,0 0 0,3 0-4,5 2 13,1 1 0,0 1 0,-1 1 0,0 0 0,0 1 0,6 4-13,-13-6 21,0 0 1,-1 1-1,0 0 1,0 0-1,0 1 1,-1 0-1,0 0 1,0 0-1,-1 1 1,0 0-1,4 7-21,-8-11 23,0-1-1,0 1 0,-1-1 0,1 1 0,-1 0 0,0 0 0,0 0 0,0 0 0,0 0 0,0 0 0,-1 0 0,0 0 0,0 0 0,0 0 0,-1 0 0,1 0 0,-1 0 0,0 0 0,0 0 0,0 0 0,-1 0 0,1-1 1,-1 1-1,0-1 0,0 1 0,0-1 0,0 1 0,-1-1 0,0 0 0,0 1-22,-7 5 86,1-1 1,-1 0-1,0-1 1,-1 0-1,0 0 1,0-1-1,-1 0-86,-16 6 162,-1-1-1,-8 2-161,21-8 43,-1 0 1,1-1-1,-1-1 1,1-1-1,-1 0 1,0-1-1,0-1 1,0 0-1,1-1 1,-1-1-1,0-1 1,1 0-1,-4-3-43,16 5-12,0 0 0,0 0 0,0-1 0,0 0 0,1 0 0,-1 0 0,-1-1 12,4 2-13,0 0 1,0-1 0,-1 1-1,1 0 1,0-1 0,0 1-1,0 0 1,0-1 0,0 1 0,1-1-1,-1 0 1,0 1 0,1-1-1,-1 1 1,1-1 0,0 0-1,-1 0 1,1 1 0,0-1-1,0-1 13,1-7-217,0 0 0,1 0 0,0 1 0,0-1 0,1 1 0,1-1 0,0 1 0,0 0 0,0 0 0,3-3 217,11-17-3016,2 0 0,7-8 3016,-8 13-4845,1 0 0,19-16 4845,1 9-3984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0.046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24 711 6528,'-1'-1'203,"1"1"0,-1 0 1,0 0-1,1 0 0,-1 0 1,0 0-1,1 0 0,-1 0 0,1 0 1,-1 0-1,0 1 0,1-1 1,-1 0-1,0 0 0,1 1 0,-1-1 1,1 0-1,-1 0 0,1 1 1,-1-1-1,0 1 0,1-1 0,0 1 1,-1-1-1,1 1 0,-1-1 1,1 1-1,-1-1 0,1 1 0,0-1 1,0 1-1,-1 0 0,1-1 1,0 1-1,0-1 0,0 1-203,-5 8 4244,5-7-3615,0 0 0,-1 0 1,1-1-1,0 1 0,0 0 0,0 0 0,1 0 0,-1 0 0,0 0-629,1 11 3522,0-12-3501,-1-1 1,0 0-1,1 0 0,-1 0 1,1 0-1,-1 0 0,1 0 1,-1 0-1,0 0 0,1 0 1,-1 0-1,1 0 0,-1 0 1,1 0-1,-1 0 0,0-1 1,1 1-1,-1 0 0,1 0-21,42-24 227,25-19-227,1 0-3,32-15 110,82-33-107,-61 37 70,201-89 137,-218 93-1138,-37 15-79,-52 23-1618,-8 5-885,1 2-3780,-4 4 3437</inkml:trace>
  <inkml:trace contextRef="#ctx0" brushRef="#br0" timeOffset="648.75">1430 100 10112,'-2'-1'814,"-2"-1"2199,6 1 141,-1 1-525,-1 0-901,0 0-165,0 0-577,0 0 76,0 0-358,0 17 661,-1-4-1263,-1 1 0,0-1 0,0 0 1,-2 0-1,-3 10-102,1-6 36,1 1 0,2-1-1,-1 4-35,3-15 4,0 0 0,1 0-1,-1 0 1,2 0 0,-1 0-1,0 1 1,1-1-1,1 1-3,-1-4 0,0-1 0,0 1 0,0-1 0,0 0 0,1 0 0,-1 1 0,1-1-1,0 0 1,-1 0 0,1 0 0,0-1 0,0 1 0,0 0 0,0-1 0,1 0 0,-1 1-1,0-1 1,1 0 0,-1 0 0,2 1 0,5 1 1,0-1 0,0 1 0,1-1 1,-1-1-1,0 0 0,9 0-1,13-1-427,15-2 427,-9 0-572,35-5-2153,-24 1-1123,-1 4-3738,-23 5 3922</inkml:trace>
  <inkml:trace contextRef="#ctx0" brushRef="#br0" timeOffset="988.32">1673 83 11904,'-20'0'3898,"20"0"-3848,0 0-1,0 0 0,-1 0 1,1 0-1,0 0 1,0 0-1,0 0 0,-1 0 1,1 0-1,0 0 1,0 0-1,0 0 1,0 0-1,-1 0 0,1 0 1,0 0-1,0 0 1,0 0-1,0 0 0,-1 0 1,1 0-1,0 1 1,0-1-1,0 0 0,0 0 1,0 0-1,-1 0 1,1 0-1,0 0 1,0 1-1,0-1 0,0 0 1,0 0-1,0 0-49,-7 9 1637,6 2 3509,2 33-3636,1 2-899,-2 29-611,-1-25-1159,2 13 1159,1-45-1513,0-1 0,1 1-1,2 2 1514,3 2-3127,1-8-2049,0-1 1560</inkml:trace>
  <inkml:trace contextRef="#ctx0" brushRef="#br0" timeOffset="1405.98">1913 226 15872,'0'0'205,"0"0"1,0 0 0,0 0 0,-1 0 0,1 0 0,0 0 0,0 0 0,0 0-1,-1 0 1,1 0 0,0 0 0,0 0 0,0 0 0,-1 0 0,1 0 0,0 0-1,0 0 1,0 0 0,-1 0 0,1 0 0,0 0 0,0 0 0,0 0 0,0 0-1,-1-1 1,1 1 0,0 0 0,0 0 0,0 0 0,0 0 0,0 0 0,0-1-1,-1 1 1,1 0 0,0 0 0,0 0 0,0-1-206,5-5 2321,16-7-2116,-6 5-166,1 1 1,0 0-1,0 1 0,0 1 0,1 0 0,0 1 0,17-1-39,-27 4 5,0 0 0,1 1 0,-1 0 0,0 1 0,1 0 0,-1 0 0,0 0 0,0 1 0,0 0 0,0 1 0,0-1 0,0 1 0,-1 1 0,1-1 0,-1 1 0,0 0 0,0 1 0,-1-1 0,1 1 0,0 1-5,0 1 43,0-1 1,-1 1-1,1 0 1,-2 0-1,1 0 1,-1 1-1,0 0 1,-1 0-1,0 0 1,0 0-44,-2-3 47,0-1 0,0 0 1,0 0-1,-1 0 0,1 1 1,-1-1-1,-1 0 0,1 1 1,0-1-1,-1 0 0,0 0 1,0 0-1,0 0 0,-1 0 1,1 0-1,-1 0 0,0 0 1,0 0-1,0 0 0,-1-1 1,0 2-48,-3 1 91,0 0 0,0 0-1,0-1 1,-1 1 0,0-2 0,0 1 0,0-1 0,0 0 0,-1 0-1,1-1 1,-1 0 0,0 0 0,0-1 0,0 0 0,-1-1 0,-7 1-91,1 0 23,-1-2 0,1 0 1,0 0-1,0-1 0,-1-1 1,1-1-1,1 0 0,-1-1 1,0-1-24,8 3-47,1-1-1,-1 0 1,1 0 0,0 0 0,0-1-1,0 0 1,1 0 0,-1-1 0,1 1 0,0-1-1,0 0 1,1-1 0,-4-3 47,6 6-173,0-1 1,0 1-1,1 0 0,-1-1 1,1 1-1,0-1 0,0 1 0,0-1 1,0 1-1,1-1 0,-1 0 1,1 0-1,0 1 0,0-1 1,0 0-1,1 1 0,-1-1 0,1 0 1,0 1-1,0-1 0,0 1 1,1-1-1,-1 1 0,1-1 1,0 1-1,1-1 173,5-10-2111,2 0-1,-1 1 1,2 1 0,0-1 0,0 2-1,1-1 1,1 2 0,1-1 2111,39-19-4224</inkml:trace>
  <inkml:trace contextRef="#ctx0" brushRef="#br1" timeOffset="66116.07">1335 724 10624,'-18'2'5487,"12"-1"-2920,7-1-131,0 2 1590,-1-2-3980,1 0-1,-1 0 1,0 0 0,0 0 0,0 0-1,0 1 1,0-1 0,0 0-1,0 0 1,0 0 0,0 0 0,0 0-1,0 0 1,0 0 0,1 0 0,-1 0-1,0 0 1,0 0 0,0 1-1,0-1 1,0 0 0,0 0 0,0 0-1,1 0 1,-1 0 0,0 0 0,0 0-1,0 0 1,0 0 0,0 0-1,0 0 1,1 0 0,-1 0 0,0 0-1,0 0 1,0 0 0,0 0 0,0-1-1,0 1 1,0 0 0,1 0-1,-1 0 1,0 0 0,0 0 0,0 0-1,0 0 1,0 0 0,0 0-1,0 0-45,40-23 466,-2-1-1,-1-1 0,18-18-465,54-36 124,148-77-75,-225 138-66,113-61 50,-43 25 270,6-10-303,-58 32-748,62-42 1609,-78 47-4698,-2-1-4358,-22 24-1944,-2 6 6417</inkml:trace>
  <inkml:trace contextRef="#ctx0" brushRef="#br1" timeOffset="66986.84">2682 226 14080,'-30'0'8042,"52"-5"-3890,32-13-4495,-39 13 705,15-5-325,10-4-6,19-2-31,-46 13 31,1 0 1,0 1-1,0 1 0,0 0 0,0 1 1,5 1-32,-17-1 11,-1 0 0,1 0 0,-1 0 0,1 1 0,-1-1 0,1 0 0,-1 1 0,0-1 0,1 1 1,-1-1-1,0 1 0,1-1 0,-1 1 0,0 0 0,0 0 0,1 0 0,-1 0 0,0 0 0,0 0 1,0 0-1,0 0 0,0 0 0,-1 0 0,1 0 0,0 1 0,-1-1 0,1 0 0,0 1 0,-1-1 1,1 0-1,-1 1 0,0-1 0,0 1 0,1-1 0,-1 1 0,0-1 0,0 1 0,0-1 0,0 0 1,-1 1-1,1-1 0,0 1 0,-1-1 0,1 1 0,-1-1 0,1 0 0,-1 1 0,1-1 1,-2 1-12,-4 8 65,0 0 0,-1-1 0,0 0 0,0 0 1,-1-1-1,-1 0 0,1 0 0,-1 0-65,-35 34 70,38-35-98,4-5 5,0 0 0,0 0 0,0 0 0,0 1 0,1-1 0,-1 0 0,0 3 23,1-4-3,1 0 1,0-1-1,0 1 0,0-1 1,0 1-1,0 0 1,0-1-1,0 1 1,0-1-1,0 1 0,0 0 1,1-1-1,-1 1 1,0-1-1,0 1 0,1-1 1,-1 1-1,0 0 1,1-1-1,-1 1 0,0-1 1,1 0-1,-1 1 1,1-1-1,-1 1 0,0-1 1,1 0-1,-1 1 1,1-1-1,0 0 1,-1 1-1,1-1 0,-1 0 1,1 0-1,-1 1 1,1-1-1,0 0 0,-1 0 1,1 0-1,-1 0 3,17 5 0,0-1-1,1-1 0,-1 0 1,2-1 0,-7-1 1,1 0 1,-1 1-1,0 0 1,0 1-1,-1 1 0,1 0 1,-1 0-1,1 1 1,0 1-2,-10-5 5,0 1 0,0-1 1,0 0-1,-1 1 0,1 0 1,0-1-1,-1 1 0,1 0 0,-1 0 1,0 0-1,0 0 0,1 0 1,-1 0-1,0 0 0,-1 0 0,1 0 1,0 1-1,-1-1 0,1 0 1,-1 0-1,1 1-5,-1 1 9,0 0-1,-1-1 1,1 1 0,-1 0-1,1-1 1,-1 1 0,0 0-1,-1-1 1,1 1 0,-1-1-1,1 0 1,-1 1 0,-1 0-9,-5 6 20,0 0 0,-1 0 0,0-1 0,0-1 0,-1 1 0,-7 3-20,6-3 2,-7 5-177,-1-1 0,0-1 0,-1-1 0,0 0 0,-1-1 0,-4 0 175,18-7-342,-1-1-1,0 0 1,0 0 0,0-1 0,-1 0 0,-1 0 342,7-1-315,0 1 1,-1-1 0,1 0-1,-1-1 1,1 1 0,0-1-1,-2 0 315,4 1-151,1 0-1,-1-1 0,0 1 0,0 0 1,0-1-1,1 1 0,-1-1 1,0 1-1,1-1 0,-1 1 0,0-1 1,1 0-1,-1 1 0,1-1 1,-1 0-1,1 1 0,-1-1 0,1 0 1,-1 0-1,1 1 0,0-1 0,-1 0 1,1 0-1,0 0 0,0 0 1,0 1-1,0-1 0,0 0 0,0 0 1,0-1 151,4-19-5179,3 1 1617</inkml:trace>
  <inkml:trace contextRef="#ctx0" brushRef="#br1" timeOffset="67461.56">3316 351 12544,'-8'-4'1791,"7"3"-1274,-1 0-1,1 1 0,-1-1 1,0 1-1,1-1 0,-1 1 1,1 0-1,-1-1 1,0 1-1,1 0 0,-2 0-516,11-7 5283,-1 1-4930,1 0 0,0 0 0,4-2-353,-4 4 43,26-14 14,24-8-57,-46 21-5,1 1 0,0 0-1,0 1 1,0 0 0,1 1 0,7 0 5,-8 2 33,1 0 1,0 0 0,0 1-1,-1 1 1,1 1 0,-1-1-1,0 2 1,1 0 0,-2 1-1,1 0 1,0 1 0,-1 0-1,11 8-33,-19-11 34,-1-1 0,0 1-1,0 0 1,0 0 0,-1 0-1,1 1 1,-1-1 0,1 1 0,-1-1-1,0 1 1,0 0 0,-1 0-1,1 0 1,-1 0 0,0 0 0,0 0-1,0 0 1,-1 0 0,1 0-1,-1 0 1,0 0 0,0 1-1,-1 0-33,0 3 63,0 0 0,-1 0 0,0 0 0,0 0 0,0 0 0,-1 0-1,-1-1 1,1 1 0,-1-1 0,-1 0 0,-4 6-63,-4 4 156,0-2 0,-1 0 1,-1 0-1,-1-1 0,0-1 1,-12 8-157,14-13 98,1 0 1,-1 0-1,-1-1 0,0-1 1,1 0-1,-2-1 1,1-1-1,-1 0 1,0-1-99,9-2 2,0-1 1,0 0 0,1 0-1,-1 0 1,0 0 0,0-1-1,1 0 1,-1-1 0,1 0-1,-4-1-2,6 1-63,-1 0-1,1 0 1,0-1-1,-1 1 0,1-1 1,1 0-1,-1 0 0,0-1 1,1 1-1,0-1 0,-1 0 1,1 0-1,1 0 1,-1 0-1,1 0 0,-1-1 1,1 1-1,1-1 0,-1 1 1,0-1-1,1 0 0,0-3 64,-1-1-695,0 0-1,1 0 1,0-1-1,1 1 1,0 0-1,1-1 1,0 1 0,0 0-1,1-1 1,0 1-1,1-2 696,14-24-3243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02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27 12160,'-19'-12'4575,"11"12"-3583,-6 0-384,9 0-416,-3 0-672,-6-3-192,4-2-4287,10-2-1857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2.2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 4590 6272,'-1'0'78,"1"0"1,0 0 0,0 0-1,-1 0 1,1-1 0,0 1-1,0 0 1,-1 0-1,1 0 1,0 0 0,0 0-1,-1 0 1,1-1 0,0 1-1,0 0 1,0 0 0,-1 0-1,1-1 1,0 1-1,0 0 1,0 0 0,0 0-1,-1-1 1,1 1 0,0 0-1,0 0 1,0-1 0,0 1-1,0 0 1,0-1-1,0 1 1,0 0 0,0 0-1,0-1-78,7-5 1705,5-2-1182,-7 3-157,-1 1 201,1-1 0,-1 1 1,1 0-1,0 0 0,0 0 1,0 0-1,1 1 0,-1 0 1,6-1-568,105-39 1660,-12 6-419,7-9-1241,-63 23 278,16-7 223,3 3-501,174-71 266,-175 72 113,54-31-379,60-44 485,-133 74-410,106-52 276,77-24-351,-48 22 614,-11 6-335,-56 27-168,99-59-111,-171 82 16,215-131-6,-160 98 187,1 5-1,19-3-196,40-21 653,90-38-535,-109 53-252,53-37 134,-34 3 71,-49 28 210,39-14-281,156-53 194,-232 105-202,135-56 53,214-96 17,-176 54-41,53-26 102,-246 130-90,315-136 313,-51 28-240,37-34-106,84-44 8,-410 197-5,233-98 503,64-9-506,-147 55 102,184-78-70,-210 74 27,46-34-59,-100 52 149,2 4 0,2 4 1,34-6-150,139-50 70,-24 8-18,1-7 51,-152 58-78,-45 20-414,-52 20-528,-1 2-1014,3 7-1248,4 3-2596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3.68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5 101 7296,'0'-1'207,"-1"0"0,0 0 0,1 0 0,-1 0 0,1 0 1,0 0-1,-1 0 0,1-1 0,0 1 0,0 0 0,-1 0 0,1 0 1,0 0-1,0 0 0,0-1 0,0 1 0,1 0 0,-1 0 0,0 0 0,0 0 1,1-1-208,0-1 248,0 1 1,1-1 0,-1 0-1,1 1 1,-1 0 0,1-1 0,0 1-1,0 0 1,0-1-249,4-2 467,-1 1 0,0-1-1,1 1 1,0 0 0,0 1 0,0-1-1,6-2-466,1 3 457,-1 0-1,1 1 0,0 0 1,-1 1-1,1 1 0,11 0-456,17-1 590,59-2 254,1 3-1,33 8-843,200 31 751,104 27 785,-105-28-905,-181-24-249,53 6 242,87-8-624,73 1 435,-2 0-97,-141-12-105,413-11 116,344-67 109,-865 71-465,42 7 7,-44 0 7,18-9-23,-111 8-608,0-2 1,-1 0-1,1-1 0,-1 0 1,11-5 623,-13 3-3705,0-1-1,0 0 1,12-8 3705,7-6-5173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6.7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39 6272,'1'-1'267,"0"0"1,0 0 0,0-1-1,0 1 1,0 0-1,1 0 1,-1 0 0,0 0-1,1 0 1,-1 1-1,0-1 1,1 0 0,-1 1-1,1-1 1,-1 1-1,2-1-267,28-3 1591,-20 3-850,40-8 923,-41 6-1218,-1 1 0,1 1 0,-1-1 0,1 1 0,0 1 0,-1 0 0,1 0 0,0 1 0,-1 0 0,1 1 0,0 0-446,-3 0 338,2 0-35,-1 1 1,0 0 0,-1 0 0,1 0 0,0 1 0,-1 0 0,0 0-1,0 1 1,3 3-304,12 9 783,15 10-783,-15-12 377,-1 1-1,0 2-376,11 8 477,2-2-1,0 0 0,14 5-476,-4-3 342,39 32-342,-8 1 126,132 112 639,-144-111-649,-19-17-38,2-2 1,2-2 0,14 7-79,58 24 320,-69-42-208,-1 2-1,15 14-111,12 19 155,-4 4 0,60 69-155,-102-106 56,0-1 1,2-1-1,24 14-56,111 67 236,-42-30-156,-19-5 157,-4 5 1,75 74-238,-13-9 295,8-6-295,-130-105 9,175 123 307,-122-92-162,-4 4 0,3 9-154,1 15 11,-87-84-6,17 17 162,26 17-167,2 2 131,110 93 120,-109-99-223,30 14-28,-12-8 47,-37-21 31,-2 2 0,-1 1 0,16 17-78,38 45 191,27 42-191,-89-101-36,13 17 35,-8-10 34,12 11-33,-7-14 173,2-1 1,36 25-174,-61-49-5,3 3 26,-1-1 0,5 1-21,-11-6 9,-1 0 1,0 0-1,4 4-9,10 7 25,-4-2-37,-1 0 0,0 0-1,3 5 13,9 9-5,7 12-149,-7-7-215,-27-32 315,-1-1 0,0 0 0,1 0 1,-1 0-1,0 0 0,1 1 0,-1-1 0,0 0 0,1 0 0,-1 0 1,0 0-1,1 0 0,-1 0 0,0 0 0,1 0 0,-1 0 0,0 0 1,1 0-1,-1 0 0,0 0 0,1 0 0,-1 0 0,0-1 0,1 1 1,-1 0-1,0 0 0,1 0 0,-1 0 0,0-1 0,0 1 0,1 0 0,-1 0 1,0-1 53,8-7-959,-5 0 27,1-1 0,-1 0-1,-1 1 1,1-1 0,-2-1 0,1 1-1,-1 0 1,-1 0 0,1-1 0,-2-6 932,-2-22-6021,-4-11 6021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1:03.2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39 167 6528,'-35'-28'3738,"34"28"-3647,1-1 1,-1 0-1,1 0 0,0 1 0,-1-1 0,1 0 0,0 0 0,0 1 0,-1-1 1,1 0-1,0 0 0,0 1 0,0-1 0,0 0 0,0 0 0,0 0 0,0 1 1,0-1-1,1 0 0,-1 0 0,0 0 0,0 1 0,1-1 0,-1 0 1,0 1-1,1-1 0,-1 0 0,1 1 0,-1-1 0,1 0 0,-1 1 0,1-1 1,0 0-92,0-1 209,1 1 1,0-1 0,0 1-1,0-1 1,-1 1 0,1 0-1,0-1 1,1 1 0,-1 0-1,1 0-209,5-1 285,0 1 1,0 1-1,0 0 0,1 0 0,-1 0 0,0 1-285,18 0 529,279-9 2788,-173 5-2259,3 6-1058,-8 0 884,24-6-884,423-18 1461,33 13-160,-329-1-906,-234 7-278,237 1 385,-26 1-161,-105-11-136,-60 3 48,13 4-253,302 4 566,-205-9-476,-56 11-20,34 8-70,-109-4 142,0-3 0,0-4 0,49-6-142,-77 4 144,26 2-144,-64 1-86,0 0-1,-1 0 0,1-1 1,0 1-1,0 0 0,-1-1 1,1 0-1,0 0 0,-1 0 1,1 0-1,-1 0 0,2-1 87,-4 2-84,0 0 0,0-1 0,0 1-1,0 0 1,0-1 0,0 1 0,0 0-1,0-1 1,0 1 0,-1 0 0,1 0-1,0-1 1,0 1 0,0 0 0,0 0-1,-1-1 1,1 1 0,0 0 0,0 0-1,0-1 1,-1 1 0,1 0 0,0 0-1,0 0 1,-1-1 0,1 1 0,0 0-1,0 0 1,-1 0 0,1 0 0,0 0-1,-1 0 1,1 0 0,0 0 0,-1 0-1,1 0 1,0 0 0,-1 0 84,-15-5-3236,-10 0-2827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44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40 9984,'-13'0'3285,"13"0"-3105,-1 0 0,1-1 0,0 1 0,-1 0 0,1-1 0,-1 1 0,1-1 0,0 1 0,-1-1 0,1 1 0,0-1 0,-1 1 0,1-1 0,0 1 0,0-1 0,0 1 0,0-1 0,-1 0 0,1 1 0,0-1-180,-2-4 2728,4 8-811,-2-2-130,-4 3 213,2 4-1783,0 1 1,0 0-1,1-1 1,0 1-1,0 0 1,1 0-1,1 0 1,0 8-218,0 13 62,-2 18-37,0-26 46,1 0 1,0 1-1,2-1 1,0 0-1,2 0 0,1 3-71,-4-22 42,0-1-1,0 1 0,0 0 0,0-1 0,0 1 0,0-1 0,1 1 0,0 0-41,-2-3 13,1 1 0,-1-1 0,1 1 0,-1-1 0,1 0 0,-1 1-1,1-1 1,-1 0 0,1 1 0,0-1 0,-1 0 0,1 0 0,-1 0 0,1 1 0,0-1-1,-1 0 1,1 0 0,-1 0 0,1 0 0,0 0 0,-1 0 0,1 0 0,-1-1-1,1 1 1,0 0 0,-1 0 0,1 0 0,-1 0 0,1-1 0,-1 1 0,1 0-1,0-1 1,-1 1 0,1 0 0,-1-1 0,0 1 0,1-1-13,16-12 84,-2 0 0,1-2 0,0-1-84,-2 1-25,1 0-1,1 2 1,7-5 25,-5 6-22,0 0 1,1 2 0,0 0-1,0 1 1,1 1 0,1 1-1,-1 0 1,1 2 0,0 1-1,1 0 1,8 1 21,-21 2 30,-1 2 0,1-1 0,-1 1 0,0 1 0,1-1 0,-1 1 0,0 1 0,0 0 0,0 0-1,-1 0 1,1 1 0,-1 0 0,0 1 0,0-1 0,0 1 0,-1 1 0,1-1 0,-1 1 0,0 0 0,-1 1 0,0-1 0,0 1 0,0 0 0,-1 1 0,0-1-1,0 1 1,-1-1 0,0 1 0,0 0 0,-1 0 0,0 1-30,1 6 81,-1 1-1,-1-1 1,0 0-1,-1 0 1,-1 0 0,-2 14-81,2-20 29,-2 1 0,1-1 0,-1 0 1,0 0-1,-1 0 0,0 0 0,0 0 1,-1-1-1,0 1 0,-1-1 0,-3 4-29,-5 3-134,0 1-1,-1-2 0,0 0 1,-1-1-1,0-1 0,-2 0 1,1-1-1,-1-1 0,0-1 1,-1 0-1,0-1 0,-1-1 1,0-1-1,0-1 0,0-1 1,-11 1 134,22-4-524,-1 0 0,0 0 1,1-1-1,-1-1 0,0 1 1,1-1-1,-1-1 0,1 0 0,-1 0 1,-5-3 523,10 3-757,0-1 0,0 1 0,1-1 0,-1 0 0,1 0 0,0 0 0,0-1 0,0 1 0,0-1 0,0 0 0,1 0 0,0-1 0,0 1 0,0-1 0,0 1 0,-1-6 757,-3-19-3461</inkml:trace>
  <inkml:trace contextRef="#ctx0" brushRef="#br0" timeOffset="369.83">54 40 13696,'-18'3'4426,"12"0"-2565,-1 6-229,7-9-1506,-1 0 0,1 0-1,0 0 1,0 0 0,0 1 0,0-1-1,-1 0 1,1 0 0,0 0-1,0 0 1,0 0 0,0 1 0,0-1-1,0 0 1,0 0 0,-1 0-1,1 1 1,0-1 0,0 0 0,0 0-1,0 0 1,0 0 0,0 1-1,0-1 1,0 0 0,0 0 0,0 0-1,0 1 1,0-1 0,0 0-1,0 0 1,0 0 0,0 1 0,0-1-1,1 0 1,-1 0 0,0 0-1,0 0 1,0 1 0,0-1-1,0 0 1,0 0 0,0 0 0,1 0-1,-1 0 1,0 1-126,13 4 1590,21-2-1299,30-6-343,1-3-1,41-11 53,-49 8-434,20-4-1013,17-3-3063,-31 10-3863,-30 5 4331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41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501 128 9856,'0'0'3205,"1"-2"-1786,17-20 4511,-17 21-5690,1 0 0,-1-1 0,1 1 0,-1-1 0,1 1 0,-1-1 0,0 0 0,0 1 0,0-1 0,0 0 0,0 0 0,0 0 0,-1 0 0,1 0 0,0 0 0,-1 0 0,0 0 0,1 0 0,-1 0 0,0 0-1,0-2-239,-1 2 86,1 0 0,-1 0 0,0 0 0,0 0 0,1 0-1,-1 0 1,-1 0 0,1 0 0,0 0 0,0 1 0,-1-1-1,1 0 1,-1 1 0,1-1 0,-1 1 0,0 0 0,0-1-1,1 1 1,-1 0 0,0 0 0,0 0 0,-1 0-86,-9-4 80,-1 1 0,1 0-1,-1 0 1,0 1 0,0 1 0,0 0 0,-1 1 0,-12 0-80,8 1-11,0 2-1,0-1 1,0 2-1,1 0 1,-1 2-1,-10 3 12,4 1-45,0 1 0,0 1-1,1 1 1,1 1 0,0 1-1,1 1 1,0 1 0,-5 6 45,22-19-9,1 1 0,-1 0 0,1 0 0,0 0 1,0 0-1,1 1 0,-1-1 0,1 1 0,0 0 0,0 0 1,-1 4 8,2-7-2,1 0 0,-1 0 0,1 0 0,0 0 1,0 0-1,0 0 0,0 0 0,1-1 0,-1 1 1,0 0-1,1 0 0,-1 0 0,1 0 0,0 0 1,-1-1-1,1 1 0,0 0 0,0 0 0,0-1 1,0 1-1,1-1 0,-1 1 0,0-1 0,1 0 1,-1 1-1,1-1 0,-1 0 0,1 0 1,0 0-1,-1 0 0,1 0 0,0 0 2,17 7 0,1-1 0,-1-1 0,1-1 0,0-1 0,15 2 0,-9-2 0,3 1 0,-2-1 0,-1 2 0,5 2 0,11 5 71,-1 2 1,28 15-72,-53-22 26,-1 0 0,0 2 0,0-1 0,0 2 0,-2 0 0,1 1 0,11 13-26,-21-21 13,-1 1 0,1 0 0,-1 0 0,0 0 0,0 0 0,0 0 0,-1 1 0,0-1 0,0 1-1,0 0 1,-1 0 0,0-1 0,0 1 0,0 0 0,-1 0 0,1 0 0,-2 1-13,1-2 15,-1 1 0,0-1 1,0 0-1,-1 0 1,0 0-1,0 0 1,0 0-1,0-1 0,-1 1 1,1-1-1,-1 1 1,0-1-1,-1 0 0,1 0 1,-1 0-1,0-1 1,0 1-1,0-1 0,-3 2-15,-11 7 10,-1-1 0,0-1 0,-1-1 0,0-1-1,-1-1 1,1 0 0,-6 0-10,-19 3-101,0-2 0,-37 1 101,70-8-87,0-1 1,0 0-1,0 0 0,0-1 0,0-1 0,0 0 1,-4-2 86,8 2-154,1-1 1,-1 0 0,1 0 0,0-1-1,0 1 1,1-2 0,-1 1 0,1-1-1,0 0 1,0 0 0,-2-3 153,5 5-209,1 0-1,0 1 1,0-1 0,0 0 0,0 0-1,1 0 1,-1 0 0,1-1 0,0 1 0,0 0-1,0-1 1,0 1 0,1 0 0,-1-1-1,1 1 1,0-1 0,0 1 0,0-1-1,0 1 1,1-1 0,-1 1 0,1 0-1,0-1 1,0 0 209,3-7-1112,1 1 0,-1 1 1,1-1-1,1 1 0,0-1 0,0 2 0,2-2 1112,28-32-3493</inkml:trace>
  <inkml:trace contextRef="#ctx0" brushRef="#br0" timeOffset="347.71">850 59 11776,'-2'-1'668,"0"1"1,0-1-1,-1 1 1,1-1 0,0 0-1,0 0 1,0 0-1,-1 0 1,1-1-1,0 1 1,0 0-669,-3-4 6469,5 40-4538,5 28-1622,-1-23-259,7 70-99,5 1 0,8 9 49,-13-68-393,-2-11-1621,2 1 0,5 9 2014,-2-6-7120,-12-35 3350,2-3 250</inkml:trace>
  <inkml:trace contextRef="#ctx0" brushRef="#br0" timeOffset="985.78">719 370 14336,'-31'10'4655,"31"-10"-4544,-1 0 0,1 0 0,-1 0 0,1 0-1,-1 0 1,1 1 0,0-1 0,-1 0 0,1 0 0,-1 1-1,1-1 1,-1 0 0,1 0 0,0 1 0,-1-1-1,1 1 1,0-1 0,-1 1-111,-9 11 1733,10-12-1621,-1 1 0,1-1 0,-1 1 0,1-1 0,0 1 0,-1-1 0,1 1 0,0 0 0,-1-1 0,1 1 0,0 0 0,0-1 0,0 1 0,0 0 0,0-1 0,0 1 0,-1 0 0,1-1 0,1 1 0,-1 0 0,0 0 0,0-1 0,0 1 0,0 0 0,0-1 0,1 1 0,-1-1 0,0 1 0,1 0 0,-1-1 0,0 1 0,1-1 0,-1 1 0,1-1 0,-1 1 0,1-1-112,0 2 43,0-2 0,0 1 0,0 0 0,0 0 0,0 0 0,1 0 0,-1-1 0,0 1 0,1-1 0,-1 1 0,0-1 0,1 1 0,-1-1 0,1 0 0,-1 0 0,1 0-43,11-1-36,0 0 0,1-2 1,-1 0-1,-1 0 0,1-1 0,7-4 36,5 0-217,26-8-3986,36-5 4203,-60 15-1872,0 3 0,-1 0 1,1 1-1,8 2 1872,-24 0-1129,0 1-1,0 1 1,-1-1 0,4 3 1129,-10-3-169,0 0-1,0 0 1,0 1 0,0 0-1,0 0 1,-1 0 0,1 0-1,-1 0 1,0 1-1,1-1 1,-1 1 0,1 2 169,3 4 1303,0 0 1,0 1 0,-1 0-1,-1 0 1,0 1 0,0-1-1,-1 1 1,-1 0 0,3 11-1304,-5-19 267,0 1 1,0-1 0,0 0-1,1 0 1,-1 1 0,1-1-1,0 0 1,0-1 0,0 1 0,1 1-268,-2-3 44,0 0 0,-1 0 0,1-1 0,0 1 0,0 0 0,0-1 0,1 1 0,-1 0 0,0-1 0,0 1 0,0-1 0,0 0 0,0 1 0,1-1 0,-1 0 0,0 0 0,0 0 0,1 0 0,-1 0 0,0 0 0,0 0 0,0 0 0,1-1 0,-1 1 0,0 0 0,0-1 0,0 1 0,1-1-44,8-4 64,-1 0 0,1 0 0,-1-1 0,-1 0 0,1-1 1,-1 0-1,5-6-64,3-4 77,0-1 0,11-18-77,-15 19 107,0-1 1,-2 0 0,2-3-108,-10 15 59,1 0 1,-1 0-1,0 0 0,0 0 1,-1 0-1,0 0 0,0-1 1,0 1-1,-1 0 0,0-1 1,-1-5-60,1 10 19,-1-1 1,0 1 0,1-1-1,-1 0 1,0 1-1,-1 0 1,1-1 0,0 1-1,-1 0 1,1-1 0,-1 1-1,0 0 1,0 0 0,0 0-1,0 1 1,0-1 0,0 0-1,0 1 1,0-1 0,-1 1-1,1 0 1,-1 0 0,1 0-1,-1 0 1,1 0 0,-3 0-20,1 0 12,0 0 1,1 1 0,-1-1-1,0 1 1,0 0 0,0 0-1,1 0 1,-1 1 0,0-1-1,0 1 1,1 0 0,-1 0-1,0 0 1,1 0 0,-1 1-1,1 0 1,0-1 0,-1 1 0,-2 3-13,-2 2 41,0 1 1,0 0 0,1 1 0,-1 0 0,2 0 0,0 1-1,-5 8-41,0 5 86,0 1 0,-7 24-86,12-29 23,1 0 1,1 0-1,1 0 1,0 1-1,1-1 1,1 1-1,1 0 1,2 5-24,-2-16-5,1 1 1,1-1-1,-1 1 1,2-1-1,-1 0 1,1 0-1,1 0 1,0 0-1,0-1 1,0 1-1,1-1 0,1 0 1,-1 0-1,1-1 1,0 0-1,1 0 1,0 0-1,0-1 5,0-2-121,-1 0 0,1 0-1,0-1 1,0 1 0,0-2 0,0 1-1,1-1 1,-1 0 0,0-1 0,1 0-1,0 0 1,-1 0 0,1-1 0,0 0-1,-1-1 1,6 0 121,15-4-1803,0-1 0,0-1 0,21-8 1803,-38 11-1598,0 0 0,0-1 1,0 0-1,-1 0 0,10-8 1598,12-8-3525</inkml:trace>
  <inkml:trace contextRef="#ctx0" brushRef="#br0" timeOffset="1574.92">1757 399 13824,'-1'-1'107,"-3"1"1021,1-1-1,-1 1 1,0-1-1,0 0 1,0 0-1,1-1 0,-1 0-1127,2 2 2252,3 2-424,5 14-777,4 39-683,2 0 0,9 20-368,3 8-38,32 110 80,-24-90 273,-4 1 0,-4 5-315,-24-106-15,0-1-1,1 1 0,-1-1 1,0 1-1,0 0 1,0-1-1,-1 1 0,1-1 1,0 1-1,-1-1 16,1-1-5,0-1 1,0 0-1,0 0 1,0 0-1,0 1 1,-1-1-1,1 0 1,0 0-1,0 0 1,0 0-1,0 0 1,0 1-1,0-1 1,-1 0-1,1 0 1,0 0-1,0 0 1,0 0-1,0 0 1,-1 0-1,1 1 1,0-1-1,0 0 1,0 0-1,0 0 1,-1 0-1,1 0 1,0 0-1,0 0 1,0 0-1,-1 0 1,1 0-1,0 0 1,0 0-1,0 0 1,0 0-1,-1 0 1,1 0-1,0-1 5,-1 1-14,0-1 0,0 0-1,0 0 1,0 0-1,0 0 1,0 0-1,0 0 1,0 0 0,0 0-1,1 0 1,-1-1 14,-7-12-76,2-2 1,-1 1-1,2-1 1,-1-5 75,-1-1-88,-20-71-530,-14-97 618,33 150-31,2 0-1,2-1 1,2 1 0,2-1 0,1 0-1,2 0 1,3-10 31,-3 38-21,-1 1 0,2-1 0,0 1 0,0 0-1,1 0 1,0 1 0,1-1 0,1 1 0,0 0-1,7-8 23,-10 14-2,-1 1 1,1 0 0,0 0-1,1 0 1,-1 0 0,1 1-1,0 0 1,0 0 0,0 0 0,0 1-1,0-1 1,0 1 0,1 0-1,-1 1 1,1-1 0,0 1 0,-1 1-1,1-1 1,0 1 0,0-1-1,-1 2 1,1-1 0,0 1 0,4 0 0,1 2 43,1 0 0,-1 1 0,0 0 1,0 1-1,0 0 0,0 1 0,-1 0 0,0 1 1,0 0-1,-1 0 0,0 1 0,0 0 1,-1 1-1,1 1-43,-2-2 58,-1 0 0,0 0 0,-1 1 1,0 0-1,0 0 0,-1 0 0,0 0 0,0 1 0,-1 0 1,-1 0-1,1 0 0,-2 0 0,1 0 0,-2 0 0,1 0 0,-1 9-58,-1-13-33,0 0-1,0 0 1,0 0 0,-1 0-1,0 0 1,0 0-1,0 0 1,-1-1-1,0 1 1,0-1-1,0 0 1,-1 1-1,0-2 1,0 1-1,0 0 1,-5 3 33,-1 1-343,-1-1 1,0-1-1,0 0 1,-1 0-1,0-1 1,0-1-1,-6 2 343,5-2-825,0-1-1,0-1 1,0 0-1,-1-1 1,-4 0 825,6-1-1602,1-1 1,0 0 0,0-1-1,-2 0 1602,-25-7-3834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0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13 8704,'-5'-4'3328,"5"4"-2592,-5 0 1216,0 0 959,10 0-1599,-5 0 576,0 0-1152,-5 0 288,5 0-576,-9-5-128,9 5-192,-5-3-96,5 6 0,-3-3-832,-2 0 448,0 0-2880,5 5 1792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0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 10240,'-22'15'3872,"22"-15"-3040,-23 16 1055,14-12 449,9 1-1312,-10-2-160,10 2-544,-8-1-96,8-1-128,-10-3-128,10 5 0,-4-5-1088,4 3 576,0-3-2496,4 0 1697,1-3-4257,3 3 3136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6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90 12416,'-19'-31'12127,"14"27"-11763,-1-1 0,0 1 0,1 0 0,-2 0 0,1 0 0,0 1 0,-1 0-1,1 1 1,-1-1 0,-1 1-364,0-1 180,-5-1-75,-1 0 1,1 1-1,-1 0 1,0 1-1,0 1 1,0 0-1,-10 1-105,0 2-27,0 0 0,1 2-1,0 0 1,-3 3 27,-4 1-86,1 2-1,0 1 1,1 1 0,0 2-1,-2 2 87,27-14-22,0 0-1,1-1 1,-1 1 0,0 1-1,0-1 1,1 0 0,0 1-1,-1-1 1,1 1 0,-2 2 22,4-3-8,-1-1 1,0 1-1,0-1 1,1 1-1,-1 0 1,1-1-1,0 1 0,-1 0 1,1 0-1,0-1 1,0 1-1,0 0 1,0 0-1,0-1 1,0 1-1,1 0 1,-1 0-1,1-1 0,-1 1 1,1-1-1,-1 1 1,1 0 7,2 4 3,1-1 0,-1 0 0,1 1 0,0-1 0,0-1 1,1 1-1,-1-1 0,1 1 0,0-1 0,0-1 0,1 1 0,-1-1 0,2 1-3,14 7 27,0-1 0,21 5-27,-36-12-4,64 22 32,-6-4 36,-2 4-1,27 16-63,-83-38 13,0 1 0,0 0 1,0 0-1,-1 1 0,0 0 0,0 0 0,0 0 0,2 3-13,-5-6 5,-1 0-1,1-1 0,-1 1 0,0 0 0,0 0 0,0 0 0,0 0 0,0 0 0,0 0 0,-1 1 0,1-1 0,-1 0 0,1 0 0,-1 1 0,0-1 0,0 0 0,0 0 0,0 1 0,0-1 0,0 0 0,-1 0 0,1 1 1,-1-1-1,0 0 0,1 0 0,-1 0 0,0 0 0,-1 2-4,-5 3-4,0 0 1,0 0-1,0-1 1,-1 0-1,0 0 0,0-1 1,-1 0-1,-6 2 4,8-3-19,-5 4-24,-1-1 0,0-1 1,0 0-1,-1-1 0,0 0 1,0-1-1,0 0 0,0-1 43,-4-1-248,0 0-1,-1-1 0,1 0 0,0-2 0,0 0 0,-10-2 249,22 2-261,-1-1 0,0 0 0,0 0 0,1-1 0,-1 1 0,1-1 0,0-1 0,-5-2 261,8 3-282,-1 0 0,1 1 0,0-1 0,0-1 0,0 1 0,0 0-1,1-1 1,-1 1 0,1-1 0,0 0 0,0 0 0,0 0 0,1 0 0,-2-3 282,2 2-652,0-1 0,1 1 0,-1-1 0,1 1-1,0-1 1,0 1 0,1-1 0,-1 1 0,1-1 0,1 1 0,-1-1 0,1 1 0,1-2 652,0-3-1276,2 0 0,-1 1 0,2 0 0,-1 0 0,1 0 0,4-4 1276,25-24-2949</inkml:trace>
  <inkml:trace contextRef="#ctx0" brushRef="#br0" timeOffset="344.92">645 6 12160,'6'6'9989,"-1"2"-4976,0 4-3557,1 6-3458,0-1 2649,41 109-2159,16 73 1512,-24-69-5618,-25-92 772,-5-13-1929,-4-13 3767</inkml:trace>
  <inkml:trace contextRef="#ctx0" brushRef="#br0" timeOffset="1436.47">599 269 14848,'-22'4'4815,"22"-4"-4633,-1 0 0,0 0-1,1 0 1,-1 0-1,1 0 1,-1 0 0,1 1-1,-1-1 1,1 0 0,-1 0-1,1 0 1,0 1-1,-1-1 1,1 0 0,-1 1-1,1-1 1,-1 0-1,1 1 1,0-1 0,-1 1-182,3 2 3045,2-1-2937,0-1 0,1 1 0,-1-1 1,0 0-1,1 0 0,-1-1 1,0 0-1,4 1-108,39-3-403,-27 0 89,59-4-1669,-43 1-47,0 3 1,-1 1-1,1 1 1,28 5 2029,-59-4 204,0 1 0,0 0 0,0 0 0,0 0 1,0 0-1,0 1 0,-1 0 0,1 0 0,-1 0 0,3 3-204,-3-2 396,0-1-1,0 0 0,1 0 0,-1 0 1,1-1-1,-1 0 0,1 0 1,0 0-1,0 0 0,0-1-395,5 1 131,-1-1 0,1-1-1,0 0 1,0 0 0,0-1-1,0 0 1,-1 0 0,1-1 0,1-1-131,10-4 80,0 0 1,-1-1 0,10-6-81,-20 9 145,-1-1 0,0 0 0,0 0-1,0-1 1,0 0 0,0-1-145,-8 6 56,1 1 0,-1-1 0,1 1 0,-1-1 0,1 0 0,-1 0 0,0 1 0,0-1 0,0 0 0,0 0 0,0 0 0,0 0 0,-1 0 0,1 0 0,-1-1 0,1 1 0,-1 0 0,0 0 0,0 0 0,0 0 0,0-1 0,0 1-1,-1 0 1,1-2-56,-1 2 19,0 0-1,0 1 0,-1-1 1,1 0-1,0 0 0,-1 1 0,1-1 1,-1 1-1,1-1 0,-1 1 1,0 0-1,1 0 0,-1 0 0,0 0 1,0 0-1,0 0 0,0 0 1,0 0-1,0 1 0,0-1 0,0 1 1,0 0-1,0-1 0,0 1 1,-1 0-1,1 0-18,-8 0-5,1 0 1,-1 1-1,1 0 0,-1 0 1,1 1-1,-1 0 0,1 1 1,0 0-1,0 0 1,0 1-1,1 0 0,-1 1 1,1-1-1,-4 5 5,3-2 15,0 0 0,0 1-1,1 0 1,0 0 0,0 1 0,1 0-1,0 0 1,0 1 0,1 0-1,1 0 1,0 0 0,-1 3-15,1 1 26,0-1 1,1 2 0,0-1-1,1 0 1,1 1-1,0-1 1,1 13-27,1-20-13,0 0 1,0-1 0,1 1-1,0 0 1,1-1-1,0 1 1,0-1 0,0 0-1,0 0 1,1 0-1,0 0 1,1 0 0,-1 0-1,1-1 1,0 1-1,0-1 1,1 0 0,2 2 12,-2-3-101,1 0 0,-1-1 0,1 0 0,0 0 0,0 0 0,0 0 0,0-1 0,0 0 0,0-1 0,1 1 0,1-1 101,5 1-313,1 0 0,1-1 0,-1-1 0,6 0 313,-10-1-265,0-1 0,0 1 1,0-2-1,-1 1 0,1-1 1,0-1-1,-1 0 0,0 0 0,0-1 1,0 0-1,-1 0 0,1-1 0,-1 0 1,0-1 264,-2 1 32,0 1 0,0-2 1,0 1-1,-1-1 0,0 1 1,-1-1-1,1-1 0,-2 1 0,1-1 1,-1 1-1,0-1 0,0 0 1,-1 0-1,0 0 0,0-1 1,0-6-33,-2 4 659,-1 0 1,1 0 0,-2-5-660,-1-19 1797,4 24-1380,0 8-110,0 5 355,13 67-209,7 38 33,29 87-486,-20-101 501,3 33-501,-32-121 71,0-1-1,0 1 1,-1-1-1,1 1 1,-1-1-1,0 1 1,0-1-1,-1 1 1,0 2-71,1-7 7,0 0 0,0 0 1,0 1-1,0-1 0,0 0 1,0 1-1,0-1 0,0 0 1,0 0-1,0 1 0,0-1 1,0 0-1,0 0 0,-1 1 0,1-1 1,0 0-1,0 0 0,0 1 1,-1-1-1,1 0 0,0 0 1,0 0-1,0 1 0,-1-1 1,1 0-1,0 0 0,0 0 0,-1 0 1,1 0-1,0 0 0,-1 0 1,1 1-8,-7-7 103,-4-14-168,2-10-86,1 0 0,1 0 1,2 0-1,-2-23 151,1-13-237,2-52 237,5 85-66,1 1 0,2 0 0,1 1 0,6-21 66,-7 38-22,0 1 0,0 0 1,2 0-1,-1 0 0,2 1 1,-1 0-1,8-10 22,-9 16 1,0 0-1,1 0 1,-1 1-1,1 0 1,0 0-1,1 0 1,-1 0-1,1 1 1,0 0 0,0 1-1,0-1 1,0 1-1,1 1 1,3-1-1,-3 1 20,0 0-1,0 1 1,0 1 0,0-1-1,0 1 1,0 1 0,0-1 0,0 1-1,0 1 1,-1-1 0,1 2 0,0-1-1,-1 1 1,1 0 0,3 2-20,-7-3 22,0 0 1,0 1-1,0-1 0,0 1 1,-1 0-1,1 0 0,-1 0 1,0 0-1,0 0 1,0 1-1,0 0 0,-1-1 1,1 1-1,-1 0 0,0 0 1,0 0-1,-1 1 1,1-1-1,-1 0 0,0 1 1,0-1-1,0 1 1,-1-1-1,1 1 0,-1-1 1,0 1-1,-1-1 0,1 2-22,-2 4 23,0-1 0,-1 0-1,0 0 1,0 0-1,-1-1 1,0 1 0,0-1-1,-1 0 1,-5 7-23,-1-1-32,0 0-1,-1-1 1,0 0 0,-12 8 32,12-12-130,1 0 0,-2-1 0,1-1 0,-1 0 0,0 0 0,-1-1 0,0-1 0,-4 1 130,11-4-334,-1 0 1,0 0-1,0 0 0,0-1 1,0-1-1,0 1 0,0-1 1,0-1-1,0 1 0,-5-2 334,10 1-388,-1 0 1,1 1-1,0-1 0,-1 0 0,1-1 1,0 1-1,0-1 0,0 1 0,0-1 1,0 0-1,0 0 0,0 0 1,1-1-1,-1 1 0,1 0 0,0-1 1,-1 0-1,1 0 0,0 1 0,1-1 1,-1 0-1,0-1 0,1 1 0,0 0 1,0 0-1,-1-2 388,-2-28-4853,8 0 1653</inkml:trace>
  <inkml:trace contextRef="#ctx0" brushRef="#br0" timeOffset="2055.84">2430 200 12544,'-3'-1'1287,"1"-1"1,0 1 0,0 0 0,0-1 0,0 0-1,0 1 1,0-1 0,-2-2-1288,3 3 308,0-1 0,0 1 1,-1 0-1,1-1 0,-1 1 1,1 0-1,-1 0 0,1 0 0,-1 0 1,0 0-1,1 0 0,-1 1 1,0-1-1,-1 0-308,-14 0 277,-1-1-1,0 2 1,1 1 0,-1 0 0,1 1-1,-9 2-276,-24 7-295,-26 10 295,65-17-31,3-3-18,0 2-1,0-1 1,1 1-1,-1 0 1,1 0-1,0 1 1,0 0-1,-6 5 50,12-8-2,0-1-1,1 1 0,-1 0 0,0 0 1,1-1-1,-1 1 0,1 0 0,-1 0 1,1 0-1,0-1 0,-1 1 1,1 0-1,0 0 0,-1 0 0,1 0 1,0 0-1,0 0 0,0 0 0,0 0 1,0 0-1,0 0 0,0 0 0,0 0 1,0-1-1,0 1 0,1 0 0,-1 0 1,0 0-1,1 0 0,-1 0 0,1 0 1,-1-1-1,1 1 0,-1 0 0,1 0 1,-1-1-1,1 1 0,0 0 0,-1-1 1,1 1-1,0 0 3,4 3-16,0 0 0,0 0 0,0-1 0,1 1 0,4 1 16,14 6-6,1-2-1,0 0 0,0-2 0,4 0 7,3 1-34,0 1 1,12 7 33,-35-12 22,0 0 0,0 0 1,0 1-1,-1 1 1,1 0-1,-1 0 0,-1 0 1,1 1-1,5 7-22,-11-12 7,0 0 0,-1 0 0,1 0 0,-1 0-1,0 0 1,1 1 0,-1-1 0,0 0 0,0 1 0,-1-1 0,1 1 0,0-1-1,-1 1 1,0-1 0,1 1 0,-1-1 0,0 1 0,0-1 0,0 1-1,-1-1 1,1 1 0,-1-1 0,1 1 0,-1-1 0,0 1 0,0-1 0,0 0-1,0 1 1,0-1 0,-1 0 0,1 0 0,-1 0 0,0 1-7,-3 2-79,0 1 0,0-1 1,-1 0-1,0 0 0,0-1 1,0 1-1,0-1 0,-1-1 1,0 1-1,-1 0 79,-1-1-493,0 0 0,-1-1 0,1 1 0,0-2 0,-1 1 0,1-1 0,-1-1 0,1 0 0,-1 0 0,1-1 0,-1 0 0,1-1 0,-1 0 0,1 0 0,0-1 0,-1-1 493,0 1-1074,0 0 0,0-1 1,0-1-1,1 1 0,0-2 0,0 1 0,0-1 0,0-1 1074,-17-19-3552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2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217 191 9856,'-20'-10'4282,"20"10"-4118,-1 0 0,1 0 0,-1-1 0,1 1 0,0 0 0,-1 0 0,1 0 0,-1 0 0,1-1-1,0 1 1,-1 0 0,1 0 0,0-1 0,0 1 0,-1 0 0,1-1 0,0 1 0,0 0 0,-1-1 0,1 1 0,0 0-1,0-1 1,0 1 0,-1-1 0,1 1 0,0 0 0,0-1 0,0 1 0,0-1 0,0 1 0,0 0 0,0-1-1,0 1 1,0-1-164,0 1 65,0 1 0,0-1-1,0 0 1,0 0-1,-1 0 1,1 0 0,0 1-1,0-1 1,0 0 0,0 0-1,0 0 1,0 0-1,-1 0 1,1 0 0,0 1-1,0-1 1,0 0 0,0 0-1,-1 0 1,1 0-1,0 0 1,0 0 0,0 0-1,-1 0 1,1 0-1,0 0 1,0 0 0,0 0-1,-1 0 1,1 0 0,0 0-1,0 0 1,0 0-1,0 0 1,-1 0 0,1 0-1,0 0 1,0 0-1,0-1 1,-1 1 0,1 0-1,0 0 1,0 0 0,0 0-1,0 0 1,0 0-1,-1-1 1,1 1 0,0 0-1,0 0 1,0 0-1,0 0 1,0 0 0,0-1-1,0 1 1,0 0 0,0 0-1,0 0 1,0-1-1,-1 1 1,1 0 0,0 0-1,0 0 1,0-1 0,0 1-1,0 0 1,1 0-1,-1 0 1,0-1-65,-1 4 55,0 0-1,0 0 1,1 0 0,-1 0 0,1 0-1,0 0 1,0 1 0,0-1 0,0 0-1,0 0 1,1 2-55,1 13 27,9 205 198,-8-185-199,2 10-208,11 42 182,-1-11-607,-14-71 423,1 11-1054,2 0 0,0-1 0,0 1 0,5 8 1238,-8-25-268,-1-1 0,1 0 0,0 1 0,-1-1 0,1 0 0,0 1 0,0-1 0,0 0 0,0 0 0,0 0 1,0 1 267,0-2-125,-1 0 1,0 0 0,0 0-1,0 0 1,0 0 0,1 0-1,-1 0 1,0 0 0,0 1-1,0-1 1,1-1 0,-1 1 0,0 0-1,0 0 1,0 0 0,1 0-1,-1 0 1,0 0 0,0 0-1,0 0 1,1 0 0,-1 0 0,0 0-1,0 0 1,0 0 0,0-1-1,1 1 1,-1 0 0,0 0-1,0 0 1,0 0 0,0-1-1,0 1 1,0 0 0,1 0 0,-1 0-1,0 0 1,0-1 0,0 1-1,0 0 1,0 0 124,1-4-1056,0 1 0,0-1 1,0 0-1,-1 1 0,0-1 0,1 0 1,-1-1 1055,0-16-2283</inkml:trace>
  <inkml:trace contextRef="#ctx0" brushRef="#br0" timeOffset="1504.13">89 307 9216,'-27'-26'3061,"26"24"-2880,0 1 0,-1-1 0,1 1 0,-1 0 0,1-1 0,-1 1 0,1 0 0,-1 0 0,0 0 0,1 0 0,-1 0 0,0 1 0,0-1-181,1 1 229,0-1 0,0 1 0,0-1 1,-1 1-1,1-1 0,0 1 1,0-1-1,1 1 0,-1-1 0,0 0 1,0 0-1,0 0 0,0 0-229,-10-8 3468,10 9-3392,0-1 0,0 1 0,0-1-1,1 1 1,-1-1 0,0 1-1,0-1 1,0 0 0,1 1 0,-1-1-1,0 0 1,1 0 0,-1 0-1,1 1 1,-1-1 0,1 0 0,-1 0-1,1 0 1,-1 0 0,1 0-1,0 0 1,0 0 0,-1 0 0,1 0-1,0 0 1,0 0 0,0 0-1,0 0 1,0 0 0,0 0 0,1 0-1,-1 0 1,0 0 0,0 0-1,1 0 1,-1 0 0,1 0 0,-1 0-1,1 0-75,3-6 54,0-1 0,1 1 0,0 1-1,0-1 1,0 1 0,1 0 0,0 0-1,0 1 1,6-4-54,8-6-31,2 1 0,13-6 31,-14 9 9,0 1 1,1 0 0,19-5-10,-32 13 26,0-1 1,0 1-1,0 1 1,1 0-1,-1 0 0,0 1 1,0 0-1,0 0 1,1 1-1,-1 0 1,3 2-27,-9-2 12,0 0 1,0 0-1,0 1 1,0 0-1,0-1 1,0 1-1,-1 0 1,1 0-1,0 1 0,-1-1 1,0 0-1,1 1 1,-1 0-1,0-1 1,0 1-1,-1 0 1,1 0-1,-1 0 1,1 0-1,-1 0 1,0 0-1,0 1 1,0-1-13,0 3 17,1 0 1,-1 0-1,0 0 0,-1 0 1,0 0-1,0 0 1,0 1-1,0-1 0,-1 0 1,0 0-1,-1 0 1,0 1-18,-1 3 10,-2-1 0,1 0 1,-1 0-1,0 0 0,-1-1 1,0 0-1,0 0 0,-1 0 1,0-1-1,-2 1-10,-16 14 44,-1-2 0,-13 8-44,19-14 6,7-6-80,0 0 1,-1-1-1,0 0 1,0-1-1,-3 0 74,41 6-139,8 6 139,0 2 0,-2 1 0,0 1 0,7 9 0,7 6-101,-3 2 0,10 14 101,-37-38-224,20 23-4987,32 25 5211,-65-62-254,0 0-1,0 0 1,0 0-1,0 0 1,1-1-1,-1 1 1,0 0-1,1-1 1,-1 1 0,0-1-1,1 1 1,-1-1-1,1 1 1,-1-1-1,0 0 1,1 0-1,0 0 255,-1 0-247,0 0-1,0 0 0,0-1 0,0 1 0,0 0 1,0-1-1,0 1 0,-1-1 0,1 1 1,0-1-1,0 1 0,0-1 0,0 0 1,0 1-1,-1-1 0,1 0 0,0 0 0,0 0 248,0-1-286,0 0 0,0 0 0,0 0 0,0 0 0,0-1 0,0 1 0,0 0 0,-1 0 0,1-1 286,-1 0 166,1 1 0,-1-1 0,0 0 0,0 0 0,0 1 0,0-1 0,-1 0 0,1 1-166,-6-16 4426,6 18-4276,0-1 0,0 1 0,0 0-1,-1-1 1,1 1 0,0 0 0,0 0 0,0-1 0,-1 1-1,1 0 1,0 0 0,0-1 0,-1 1 0,1 0 0,0 0 0,-1 0-1,1-1 1,0 1 0,-1 0 0,1 0 0,0 0 0,-1 0-1,1 0 1,0 0 0,-1 0 0,1 0 0,0 0 0,-1 0 0,1 0-1,0 0 1,-1 0 0,1 0 0,0 0 0,-1 0 0,1 0-1,0 0 1,-1 0 0,1 1 0,0-1 0,-1 0 0,1 0 0,0 0-1,-1 1-149,1-1 29,1 0 0,-1 0 0,0 0 0,0 0 0,0 0 0,0 0 0,0 0 0,0 0 0,0 0 0,0 0 0,0 0 0,1 0 0,-1 0-1,0 0 1,0 0 0,0 0 0,0 0 0,0 0 0,0 0 0,0 0 0,0 0 0,0 0 0,0 0 0,1 0 0,-1 0 0,0 0 0,0 0 0,0 1-1,0-1 1,0 0 0,0 0 0,0 0 0,0 0 0,0 0 0,0 0 0,0 0 0,0 0 0,0 0 0,0 1 0,0-1 0,0 0 0,0 0-1,0 0 1,0 0 0,0 0 0,0 0 0,0 0 0,0 0 0,0 0 0,0 1 0,0-1 0,0 0 0,0 0 0,0 0 0,0 0 0,0 0 0,0 0-1,0 0 1,0 0 0,0 0 0,0 0 0,-1 0 0,1 1 0,0-1-29,14-1 639,-1-4-570,0 1 0,0-2-1,-1 1 1,0-2 0,0 0 0,0 0-1,7-7-68,16-14 154,23-24-154,-39 33 181,-1-1 0,0 0-181,-13 13 63,-1 0 0,1 0-1,-1 0 1,0 0 0,0-1-1,-1 1 1,0-1 0,-1 0-1,1 0 1,-2 0 0,1 0-1,0-4-62,-2 9 25,0 0 0,1 0 0,-1 0-1,0 0 1,-1 0 0,1 0 0,0 1-1,-1-1 1,0 0 0,1 0 0,-1 0 0,0 1-1,-1-1 1,1 0 0,0 1 0,-1-1-1,1 1 1,-1-1 0,0 1 0,0 0-1,0 0 1,0 0 0,0 0 0,0 0 0,-1 0-1,1 1 1,-1-1 0,1 1 0,-1-1-1,1 1 1,-2 0-25,1-1 28,-1 1 0,0 0 0,0 0 0,1 0 0,-1 0 0,0 1 0,0-1 0,0 1 1,0 0-1,0 0 0,0 1 0,1-1 0,-1 1 0,0 0 0,-2 0-28,1 1 31,0 0 1,0 0-1,1 1 1,-1 0-1,0 0 1,1 0-1,0 0 1,0 1-1,0-1 1,-2 4-32,-2 2 23,0 1-1,1 0 1,0 0-1,1 1 1,0 0-1,1 0 1,0 1-1,1-1 1,-2 10-23,0 0 10,2 0 0,0 0 0,1 0-1,1 1 1,0 3-10,2-18 3,1 1-1,-1-1 1,1 1 0,0-1-1,1 0 1,0 0-1,0 1 1,0-1-1,1-1 1,0 1 0,1 0-1,-1-1 1,1 1-1,1-1 1,-1 0 0,5 4-3,-1-2-175,1-1 0,-1 0 0,2-1 0,-1 0 1,1 0-1,-1-1 0,1 0 0,1-1 1,-1 0-1,1-1 0,0 0 0,-1 0 1,1-1-1,0-1 0,1 0 0,6 0 175,-6-1-606,-1 0-1,0-1 1,0-1-1,0 1 1,0-2-1,0 1 1,0-2-1,0 1 0,-1-1 1,1-1-1,-1 0 1,-1-1-1,1 1 1,-1-2-1,0 0 1,8-6 606,-6 2-687,-1-1 1,0 1-1,-1-1 1,0-1-1,-1 0 0,7-13 687,-11 16 446,0 1-1,0-2 0,-1 1 0,2-10-445,-4 12 1024,0-1 1,0 0-1,0 0 1,-2 0-1,1 0 0,-1-3-1024,-1-2 1514,2 4-376,-1 0 0,-1 1 0,-1-4-1138,3 12 47,0 1-1,0 0 1,0-1 0,0 1-1,0 0 1,0-1-1,0 1 1,-1-1-1,1 1 1,0 0-1,0-1 1,0 1-1,-1 0 1,1-1 0,0 1-1,0 0 1,-1 0-1,1-1 1,0 1-1,0 0 1,-1 0-1,1-1 1,0 1 0,-1 0-1,1 0 1,-1 0-1,1-1 1,0 1-1,-1 0 1,1 0-1,0 0 1,-1 0-1,1 0 1,-1 0 0,1 0-1,0 0 1,-1 0-1,1 0 1,-1 0-47,1 1 54,-1-1-1,0 0 1,1 1 0,-1-1 0,1 1-1,-1 0 1,1-1 0,-1 1 0,1-1-1,-1 1 1,1 0 0,0-1 0,-1 1-1,1 0 1,0-1 0,0 1 0,-1 0-1,1-1 1,0 1 0,0 0-54,-2 18 33,0 1-1,1 0 1,1-1 0,1 1 0,2 9-33,19 100-28,-14-88 41,46 210 117,-13-66 359,-39-176-456,3 17 264,-5-26-294,0 0-1,0 0 1,0 0-1,0 0 1,0 1 0,0-1-1,1 0 1,-1 0-1,0 0 1,0 0-1,0 0 1,0 0 0,0 0-1,0 0 1,0 0-1,0 0 1,0 0-1,0 0 1,0 0 0,0 0-1,0 1 1,0-1-1,0 0 1,0 0-1,0 0 1,0 0 0,0 0-1,0 0 1,0 0-1,0 0 1,0 0-1,0 0 1,0 0 0,0 1-1,0-1 1,0 0-1,0 0 1,0 0-1,0 0 1,0 0 0,0 0-1,-1 0 1,1 0-1,0 0 1,0 0-1,0 0 1,0 0 0,0 0-1,0 0 1,0 0-1,0 0 1,0 0-1,0 0 1,0 0 0,0 0-1,0 0 1,-1 0-1,1 0 1,0 0-1,0 0 1,0 0 0,0 0-1,0 0 1,0 0-1,0 0 1,0 0-3,-7-12 119,-12-36-82,3-6-77,3-1 0,-1-25 40,5 17-136,3 0 0,1-46 136,6 57-82,2 0-1,3-3 83,-2 30-36,0 0 0,2 1-1,1 0 1,0 0-1,6-10 37,-9 26-3,0 1-1,1-1 0,-1 1 0,1 0 1,1 0-1,-1 1 0,1-1 1,1 1-1,-1 1 0,1-1 1,0 1-1,0 0 0,0 1 1,1 0-1,0 0 0,-1 0 4,-1 2 19,-1 0-1,1 0 1,-1 1-1,1-1 1,-1 1-1,1 1 0,0-1 1,0 1-1,-1 0 1,1 0-1,0 0 1,-1 1-1,1 0 1,0 0-1,-1 1 1,1 0-1,-1 0 0,0 0 1,1 0-1,-1 1 1,0 0-1,0 0 1,-1 0-1,2 1-18,-1 1 43,1 0 0,-1 0-1,0 1 1,0 0 0,0 0-1,-1 0 1,0 0 0,-1 1-1,1-1 1,-1 1 0,0 0-1,1 6-42,-1-3 42,-1 0 0,0 0-1,-1 0 1,0 1 0,-1-1-1,0 0 1,0 0 0,-1 1-1,-1 2-41,0-2-68,0 0-1,-1 0 1,0-1-1,-1 1 1,0-1-1,0 1 1,-2-1-1,1 0 1,-1-1-1,0 0 1,-1 0-1,0 0 1,-1 0-1,0-1 1,0-1-1,0 1 1,-9 4 68,7-6-377,-1 0 1,1-1-1,-1-1 0,0 0 1,0 0-1,0-1 0,-1-1 1,-8 2 376,16-4-238,0 1-1,0-1 1,-1 0 0,1 0 0,0-1 0,0 1 0,-1-1 0,1 0 0,0 0 0,0 0 0,0 0 0,0-1-1,0 0 1,-1 0 238,2 0-427,-1 0 0,1 0-1,0 0 1,0-1 0,0 1-1,0-1 1,0 0 0,0 0-1,1 0 1,-1 0 0,1 0-1,0 0 1,0 0 0,0-1-1,1 1 1,-2-3 427,1 0-851,0-1 1,1 1-1,-1-1 1,1 0-1,0 0 0,1 0 1,0 0-1,0-2 851,6-32-2709</inkml:trace>
  <inkml:trace contextRef="#ctx0" brushRef="#br0" timeOffset="1905.9">1701 640 11520,'1'3'1114,"-1"-1"-305,1 0 0,0 0 0,-1 0 1,1 0-1,-1 0 0,0 0 0,1 0 1,-1 0-1,0 0 0,0 0 0,0 0-809,19-5 1851,-9-1-1830,-1 0-1,0 0 1,-1-1 0,1 0 0,-1 0-1,0-1 1,0 0 0,3-4-21,3-1-1,14-12 47,-1-1 0,-1-1 0,-1-1 0,-1-2 0,15-23-46,-34 44 21,-1 0-1,1 0 1,-2-1 0,1 1 0,-1-1 0,0 0 0,1-5-21,-3 10 25,-1-1 0,1 1 0,-1 0 0,0-1-1,0 1 1,0-1 0,0 1 0,-1 0 0,1-1 0,-1 1-1,0 0 1,0 0 0,0-1 0,-1 1 0,1 0 0,-1 0 0,1 0-1,-1 0 1,-1 0-25,2 2 11,0 0 0,0 0-1,0-1 1,0 2 0,-1-1-1,1 0 1,0 0 0,-1 0 0,1 0-1,-1 1 1,1-1 0,0 1-1,-1-1 1,0 1 0,1 0-1,-1-1 1,1 1 0,-1 0 0,1 0-1,-1 0 1,1 0 0,-1 0-1,-1 1-10,-1 0 33,-1 0 0,1 0-1,-1 0 1,1 1 0,0-1-1,0 1 1,-2 1-33,-2 2 44,0 0 1,1 1-1,0 0 1,0 0-1,0 1 0,1 0 1,0 0-1,0 0 1,1 1-1,0 0 1,0 0-1,0 1 1,1-1-1,1 1 0,-1 1-44,-1 6-3,0-1 0,1 1-1,1 0 1,1 0 0,0 0 0,1 0-1,1 1 1,0 4 3,0-14-130,1-1 0,0 0-1,0 1 1,0-1 0,1 0 0,0 0 0,0 0 0,0 0-1,1 0 1,0 0 0,0-1 0,0 1 0,1-1 0,0 0-1,0 0 1,0 0 0,0-1 0,1 0 0,0 1-1,0-1 1,0-1 0,1 1 0,-1-1 0,1 0 0,-1 0-1,1-1 1,1 1 130,9 0-1085,1 0-1,-1-1 1,1 0-1,-1-1 0,1-1 1,0-1-1,-1-1 1,1 0-1,3-1 1086,36-6-3333</inkml:trace>
  <inkml:trace contextRef="#ctx0" brushRef="#br0" timeOffset="2438.09">2520 388 13056,'-2'-3'1081,"0"0"0,0 0 0,-1 0 1,1 0-1,-1 0 0,1 0 0,-1 1 0,0 0 1,0-1-1,0 1 0,-1 0-1081,-1-1 352,1 1-1,-1 0 1,1 0 0,-1 1-1,0-1 1,0 1-1,0 0 1,-2 0-352,1 1-39,1-1 0,-1 1 0,0 0 0,0 1 0,0-1 0,0 1 0,0 1 0,1-1 0,-1 1 1,0 0-1,1 0 0,-1 0 0,1 1 0,0 0 0,-1 0 39,-2 3-8,1 1 0,-1-1-1,1 1 1,0 1 0,1-1 0,-6 9 8,-2 6-40,1 0 1,0 1 39,6-10-12,1 1 0,0 0 0,1 1 0,-3 13 12,7-20-12,-1 0-1,1 0 0,0 0 0,1 0 0,0 0 0,0 0 0,1 0 1,0 0-1,0 0 0,1 1 13,-2-6-9,1-1 0,0 0 1,0 0-1,-1 1 0,1-1 1,1 0-1,-1 0 0,0 0 1,0 0-1,1 0 0,-1 0 1,1 0-1,0 0 0,-1-1 0,1 1 1,0-1-1,0 1 0,0-1 1,0 0-1,0 0 0,1 0 9,0 0-11,0 0 0,1 0 0,-1 0 0,1-1 0,-1 0 0,1 0 0,-1 0 0,0 0 0,1 0 0,-1-1 0,1 1 0,-1-1 0,2-1 11,6-1-7,0-2 0,-1 1 1,1-1-1,-1-1 1,0 0-1,-1 0 1,0-1-1,5-4 7,-7 4 12,0-1 0,0 0-1,-1-1 1,0 1 0,0-1-1,-1 0 1,0-1 0,-1 1-1,0-1 1,0 0 0,-1 0-1,2-9-11,0-7 56,-1-2 0,-1 1-1,-1 0 1,-1-12-56,12 121 283,-9-49-387,3 0 1,0-1-1,2 0 1,1-1-1,2 0 104,0 4-764,-9-24-276,1 1 1,0-1-1,1 0 0,1 0 0,-1-1 1,3 3 1039,-6-11-457,-1-1 0,0 1-1,0-1 1,1 1 0,-1-1 0,0 0 0,1 1 0,-1-1 0,1 0 0,0 0 0,-1 0 0,1 0 0,0-1 0,0 1-1,0 0 1,0-1 0,1 1 457,12 0-3370</inkml:trace>
  <inkml:trace contextRef="#ctx0" brushRef="#br0" timeOffset="2769.94">2776 21 12288,'-4'-2'878,"-15"-12"2698,19 14-3332,-1-1 1,0 1-1,0-1 1,1 1-1,-1 0 1,0-1-1,0 1 1,0 0-1,0-1 1,1 1-1,-1 0 1,0 0-1,0 0 1,0 0-1,0 0 1,0 0 0,0 0-1,0 0 1,1 0-1,-1 0 1,-1 1-245,1 0 194,-1 1 0,1 0 1,-1-1-1,1 1 0,-1 0 1,1 0-1,0 0 0,0 0 1,0 0-1,0 0 0,0 0 1,1 0-1,-1 1 0,1-1 0,-1 0 1,1 0-1,0 1 0,0-1 1,0 0-1,0 0 0,0 1 1,0-1-195,2 13-242,0 0 0,0-1-1,2 3 243,0-1 361,56 223-860,-39-162-623,13 39-2011,-9-39-5627,-16-51 5224</inkml:trace>
  <inkml:trace contextRef="#ctx0" brushRef="#br0" timeOffset="3126.85">2565 402 16511,'-15'2'5350,"15"-2"-5236,0 0 0,0 0 0,0 0 0,0 0 0,1 1 0,-1-1 0,0 0 0,0 0 0,0 0 0,0 0 0,0 0 0,0 0 0,0 0 0,1 0 0,-1 0 0,0 0 0,0 0 0,0 1 0,0-1 0,0 0 0,0 0 1,0 0-1,0 0 0,0 0 0,0 0 0,0 0 0,0 1 0,0-1 0,0 0 0,0 0 0,0 0 0,0 0 0,0 0 0,0 0 0,0 1 0,0-1 0,0 0 0,0 0 0,0 0 0,0 0 0,0 0 0,0 0 0,0 1 0,0-1 0,0 0 0,0 0 1,0 0-115,12-5 91,1 1 0,0 0 0,0 1 0,0 0 0,0 1 1,11 0-92,23-4-100,-30 2-101,175-26-4325,-143 25-8031,32 2 12557,-40 6-3696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9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161 371 13056,'0'-1'513,"0"1"1,-1-1 0,1 0 0,0 0 0,-1 0-1,1 0 1,0 0 0,0 0 0,0-1 0,0 1-1,0 0 1,0 0 0,0 0 0,0 0 0,0 0 0,1 0-1,-1-1-513,11-12 3434,-2 3-2973,1-3-210,1 0 1,0 1 0,1 0-1,0 0 1,14-9-252,-24 20 8,8-6 45,0 0 0,1 1 0,-1 1 0,1-1 0,4 0-53,-12 6 19,0 0 0,0 0-1,1 0 1,-1 0-1,0 0 1,0 1 0,1-1-1,-1 1 1,0 0-1,1 0 1,-1 0 0,0 1-1,0-1 1,1 1 0,-1 0-1,0 0 1,0 0-1,0 0 1,0 0 0,0 1-1,0-1 1,2 2-19,-1 0 35,0 1 1,1-1-1,-1 1 1,-1 0 0,1 0-1,0 1 1,-1-1-1,0 0 1,0 1-1,0 0 1,-1 0-1,0 0 1,0 0-1,0 0 1,0 0 0,-1 1-1,0-1 1,0 1-1,0-1 1,-1 2-36,1 7 19,-2 0 1,1-1 0,-2 1-1,0-1 1,0 1-1,-1-1 1,-4 9-20,-1 0 11,-1-1 1,-1 1-1,-1-2 1,-1 0-1,-3 3-11,8-12 7,-9 16-9,-2-1 0,0-1 0,-2-1 1,-1 0-1,0-2 0,-23 18 2,30-29-19,-13 10-132,-18 10 151,38-26-39,-1-1 0,0 0-1,1 0 1,-1-1-1,-1 0 1,1 0-1,0-1 1,-8 2 39,14-4-14,0 0 0,0 0 1,0 0-1,0 0 0,0 0 0,0 0 1,0 0-1,0-1 0,0 1 0,0-1 0,0 1 1,0-1-1,0 0 0,0 0 0,1 0 1,-1 0-1,0 0 0,1 0 0,-1 0 1,0 0-1,1-1 0,0 1 0,-1-1 1,1 0 13,0 1-5,0 0 1,1-1 0,-1 1-1,1 0 1,0-1 0,0 1 0,-1 0-1,1-1 1,0 1 0,0 0 0,0-1-1,0 1 1,0 0 0,1-1-1,-1 1 1,0 0 0,0-1 0,1 1-1,-1 0 1,1 0 0,0-1-1,-1 1 1,1 0 0,0 0 0,-1 0-1,1 0 1,0 0 0,0 0-1,0 0 1,0 0 0,0 0 0,0 0-1,0 0 1,1 1 0,-1-1 4,4-2-8,0 0 1,1 0-1,-1 1 0,1-1 1,0 1-1,-1 0 1,1 1-1,0 0 0,0 0 1,0 0-1,0 0 1,1 1-1,-1 0 0,0 1 1,0-1-1,0 1 1,2 1 7,16 2 66,0 2 0,-1 1 0,15 6-66,55 26 192,-60-24-163,1-1 1,0-2-1,1-2 0,0 0-29,-27-9-387,0 0-1,0 0 1,0 0-1,0-1 1,0 0-1,0-1 0,0 0 1,0 0-1,0 0 1,0-1-1,3-1 388,-4 0-1689,0 0 0,0-1 1,0 1-1,-1-1 0,1-1 0,-1 1 1,4-4 1688,8-9-3696</inkml:trace>
  <inkml:trace contextRef="#ctx0" brushRef="#br0" timeOffset="401.84">749 541 14208,'-16'0'4591,"13"0"-2601,3 0 4,0 0 278,0 0-896,12 0 901,13-1-1901,1-1 0,19-5-376,-24 3-709,1 1 0,-1 1-1,1 1 1,7 1 709,17 0-5194,-27 0-491,-1 0 1621</inkml:trace>
  <inkml:trace contextRef="#ctx0" brushRef="#br0" timeOffset="6833.41">1373 104 12288,'0'-12'2941,"-1"-12"7339,-4 30-9840,0 0 1,1 0-1,-1 1 0,2-1 1,-1 1-1,-1 4-440,-17 45 35,-15 57 322,-18 99-357,51-187 293,4-25-288,0 0 1,0 0-1,0 1 0,1-1 0,-1 0 0,0 1 0,0-1 0,0 0 0,1 0 0,-1 0 0,0 1 0,0-1 0,0 0 0,1 0 0,-1 0 0,0 1 0,1-1 0,-1 0 0,0 0 0,0 0 0,1 0 0,-1 0 0,0 0 0,1 1 0,-1-1 0,0 0 0,1 0 0,-1 0 0,0 0 0,1 0 0,-1 0 0,0 0 0,0 0 0,1-1 0,-1 1-5,9-2 9,0-1 0,-1 0 0,1 0 0,-1-1 0,8-4-9,16-8-18,-1 4-17,0 2 0,1 1 0,0 1 0,1 2 0,-1 1 0,1 1 0,19 1 35,-12 2-668,-1 2 0,0 2 1,1 1-1,-1 2 0,0 2 668,-31-6-970,-1-1 0,1 1-1,0-1 1,-1-1 0,1 1-1,2-1 971,-7-1-552,-1 1-1,1 0 0,0-1 1,-1 0-1,1 1 0,-1-1 0,1 0 1,-1 0-1,1 0 0,-1-1 1,0 1-1,1-1 0,-1 1 1,0-1-1,0 0 0,0 1 1,0-1-1,0-1 553,8-9-3157</inkml:trace>
  <inkml:trace contextRef="#ctx0" brushRef="#br0" timeOffset="7186.19">1677 8 10368,'0'-1'332,"-1"1"1,1-1-1,-1 1 1,1-1-1,-1 1 1,1-1 0,-1 1-1,1-1 1,-1 1-1,0 0 1,1-1-1,-1 1 1,1 0 0,-1 0-1,0-1 1,1 1-1,-1 0 1,0 0-1,0 0-332,-8 8 7047,8-6-6509,-4 5-18,1 0 0,0 0 0,0 0 0,1 0 0,0 0 0,1 1 0,-1-1 0,1 5-520,-4 15 435,0 24-435,2-14 429,-11 84 8,5 33-437,8-94-1936,4 1 0,2-1 1,8 36 1935,-2-44-6134,-2-7 1783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18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671 287 7936,'0'-2'962,"0"-1"1,0 0-1,1 1 1,-1-1-1,1 1 0,0-1 1,0 1-1,0-2-962,1 1 466,-1-1 0,0 0 0,0 1 0,0-1 0,0 0 0,0 0-466,0-7 347,-1 0-1,0 1 0,0-1 0,-1 0 0,-1 1 0,1-1 0,-2 1 1,1 0-1,-2-1 0,1 1 0,-1 1 0,-3-7-346,3 10 90,-1-1-1,1 1 1,-1-1-1,0 1 1,0 1-1,0-1 1,-1 1-1,0 0 1,0 0-1,-1 1 1,1-1-1,-1 1 1,0 1-1,0-1 1,0 1 0,-1 1-1,1-1 1,-1 1-90,-1 0 12,1 0 1,0 1-1,-1 0 1,0 0 0,1 0-1,-1 1 1,1 1 0,-1 0-1,1 0 1,-1 0 0,1 1-1,-1 0 1,1 1-1,0 0 1,0 0-13,0 1 5,0 1 0,1 0-1,-1 0 1,1 0 0,0 1 0,1 0-1,-1 0 1,1 1 0,0 0 0,1 0-1,0 0 1,0 1 0,0-1 0,-2 8-5,-5 13 13,1 1 1,2 0-1,1 0 1,1 1-1,1 0 1,2 0-1,1 1 1,1 0-1,3 29-13,4 16 11,3 0 0,3-2 0,12 37-11,19 38 461,-19-73-4180,0 15 3719,-21-82-1384,-1 0 0,0 0 0,0 6 1384,-1-13-988,0 1-1,0 0 1,-1 0 0,1 0-1,-1 0 1,1 0 0,-1 0-1,-1 0 989,2 1-2890</inkml:trace>
  <inkml:trace contextRef="#ctx0" brushRef="#br0" timeOffset="332.16">43 647 11520,'-26'-7'3733,"25"7"-3553,0 0-1,0 0 1,1 0 0,-1 0 0,0 0-1,1 0 1,-1 0 0,0-1 0,1 1 0,-1 0-1,0-1 1,1 1 0,-1 0 0,0-1-1,1 1 1,-1-1 0,1 1 0,-1-1 0,1 1-1,-1-1 1,1 1 0,0-1 0,-1 1-1,1-1 1,-1 0 0,1 1 0,0-1-1,0 0-179,0 1 155,0-1 0,0 0 0,1 0 0,-1 0 0,1 1-1,-1-1 1,1 0 0,-1 0 0,1 1 0,-1-1 0,1 0-1,-1 1 1,1-1 0,0 1 0,0-1 0,-1 1-1,1-1 1,0 1-155,6-4 537,1 0-1,-1 0 0,8-2-536,44-13-142,0 1-1,1 3 1,53-5 142,-100 19-396,92-10-3291,-32 11-3723,-37 3 3832</inkml:trace>
  <inkml:trace contextRef="#ctx0" brushRef="#br0" timeOffset="685.12">699 543 12544,'-15'-7'4122,"12"6"-2421,3 1-442,10-4 1440,30-8-2047,5-1-275,19-1-377,-48 11 7,0 1 1,-1 1-1,1 0 0,0 1 0,0 1 0,2 0-7,-4 1 6,-1 1 0,0 0 0,1 1 0,3 2-6,-13-5 17,0 1 0,1 0 0,-1 0 0,0 0-1,0 0 1,0 1 0,-1 0 0,1 0 0,-1 0 0,1 0 0,-1 0 0,0 1 0,0-1 0,1 3-17,-3-5 27,-1 1 1,1 0-1,0 0 1,-1 0-1,1 0 1,-1 0-1,0 0 1,1 0-1,-1 1 1,0-1-1,0 0 1,0 0-1,-1 0 1,1 0-1,-1 0 1,1 0-1,-1 0 1,1 0-1,-1 0 1,0 0-1,0 0 1,-1 1-28,-3 5 88,0-1 0,0 1-1,-1-1 1,-4 4-88,5-6 41,-3 3 2,0 0 0,-1-1 0,0 0 0,0-1-1,-1 0 1,0 0 0,0-1 0,0 0 0,-1-1-1,1 0-42,2-1-28,0 0-1,0-1 0,0 0 1,0 0-1,0-1 0,-1 0 1,1-1-1,0 0 0,-1 0 1,1-1-1,0 0 0,0 0 1,0-1-1,-2 0 29,7 1-180,0 0 1,1 0 0,-1 0-1,0-1 1,1 1-1,-1-1 1,1 0-1,0 1 1,0-1-1,-1 0 1,1 0 0,0 0-1,1-1 1,-1 1-1,0 0 1,1-1-1,-1 1 1,1-1-1,0 0 1,-1 1-1,1-1 1,1 0 0,-1 0-1,0 1 1,1-1-1,-1-2 180,1 2-613,0 0 0,0-1 0,1 1 0,-1 0 0,1-1 0,0 1 0,0 0 0,0 0 0,0-1 0,0 1 0,1 0 0,-1 0 0,1 1 0,2-4 613,13-14-3338</inkml:trace>
  <inkml:trace contextRef="#ctx0" brushRef="#br0" timeOffset="1025.5">1273 483 11648,'0'0'310,"0"1"0,0 0 1,0-1-1,0 1 0,-1-1 1,1 1-1,0 0 0,0-1 1,0 1-1,-1 0 0,1-1 1,0 1-1,-1-1 0,1 1 1,0-1-1,-1 1 0,1-1 1,-1 1-1,1-1 0,-1 1 1,1-1-1,-1 0 0,1 1-310,-1-1 79,1 0-1,0 0 0,-1 0 0,1 1 0,0-1 0,0 0 0,-1 0 0,1 1 0,0-1 0,0 0 0,-1 0 0,1 1 0,0-1 0,0 0 1,0 1-1,0-1 0,-1 0 0,1 0 0,0 1 0,0-1 0,0 0 0,0 1 0,0-1 0,0 1 0,0-1 0,0 0 0,0 1 0,0-1 0,0 0 1,0 1-1,0-1 0,0 0 0,0 1 0,0-1 0,1 0 0,-1 1 0,0-1-78,6 36 1483,-2-28-1457,1 0 0,-1 0 0,2 0 0,-1-1 0,1 0 0,0 0 1,1 0-27,1 1 338,-1 0 0,0 1 0,0 0 1,2 6-339,9 17 1920,-18-32-1595,-7-25 224,8 16-568,0-1 0,0 1 0,1 0 0,0 0 0,1 0 0,0 1 0,0-1 0,1 0 0,0 1 0,1 0 0,0 0 0,3-5 19,10-11-637,1 1 0,1 1 1,7-5 636,-20 20-754,1 0 0,0 1 1,1-1-1,-1 2 1,1-1-1,1 1 754,0 0-2054,1 0-1,0 1 0,0 0 1,1 1-1,2-1 2055,13 0-3386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3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106 365 8448,'-16'-5'2757,"16"4"-2416,-1 0-1,1 1 1,-1-1 0,1 0-1,0 0 1,-1 0 0,1 0-1,0 0 1,-1 0 0,1 0-1,0 0 1,0 1 0,0-1-1,0 0 1,0 0 0,0 0-1,0 0 1,0 0 0,1 0-1,-1 0-340,0-2 1576,14 40 867,-9-19-2360,1 0 0,5 9-83,8 26 266,-17-48-339,-1-2 193,0 0 1,0 1 0,0-1 0,0 1-1,-1-1 1,0 1 0,1 0-121,-1-4 18,0 1-1,0-1 1,0 0 0,-1 0-1,1 0 1,0 0 0,0 1 0,0-1-1,0 0 1,0 0 0,0 0 0,0 0-1,0 1 1,0-1 0,-1 0-1,1 0 1,0 0 0,0 0 0,0 0-1,0 0 1,0 0 0,-1 1 0,1-1-1,0 0 1,0 0 0,0 0-1,0 0 1,-1 0 0,1 0 0,0 0-1,0 0 1,0 0 0,-1 0 0,1 0-1,0 0 1,0 0 0,0 0-1,0 0 1,-1 0 0,1 0-18,-15-8 369,-9-10 233,-17-15-602,33 25 81,0 1 0,0-1 0,1-1 0,0 0 0,1 0 0,-3-5-81,7 11 6,1 0 1,-1 0-1,1 0 0,0 0 0,0 0 1,0 0-1,1 0 0,-1 0 0,1 0 1,0 0-1,-1 0 0,1 0 0,1-1 1,-1 1-1,0 0 0,1 0 0,0 0-6,0-1-6,0 0 1,1 0-1,0 1 0,0-1 0,0 0 0,0 1 0,1 0 1,-1-1-1,1 1 0,0 0 0,0 1 0,0-1 6,6-5-38,1 1 1,0 1-1,1 0 0,-1 0 0,1 1 0,0 0 0,0 1 1,8-2 37,8-1-567,0 1 1,0 1 0,1 1-1,-1 2 1,1 1-1,0 1 567,0 1-3254,0 2-1,-1 0 0,20 6 3255,-10 0-3338</inkml:trace>
  <inkml:trace contextRef="#ctx0" brushRef="#br0" timeOffset="1077.25">575 339 10368,'-8'0'3429,"6"0"-1872,2 0 230,0 0 383,0-1-2123,0 1-1,0 0 0,0 0 1,0 0-1,0 0 1,0 0-1,0 0 0,0 0 1,0 0-1,-1-1 0,1 1 1,0 0-1,0 0 0,0 0 1,0 0-1,0 0 0,0 0 1,0 0-1,0-1 1,1 1-1,-1 0 0,0 0 1,0 0-1,0 0 0,0 0 1,0 0-1,0 0 0,0 0 1,0-1-1,0 1 1,0 0-1,0 0 0,0 0 1,0 0-1,0 0 0,1 0 1,-1 0-1,0 0 0,0 0 1,0 0-1,0 0 0,0 0 1,0-1-1,0 1 1,0 0-1,1 0 0,-1 0 1,0 0-1,0 0 0,0 0 1,0 0-1,0 0-46,56-23 554,-32 12-363,1 1 0,0 1-1,1 1 1,3 1-191,-8 4 22,0 0-1,1 2 0,-1 0 1,1 1-1,-1 2 0,0 0 1,0 1-1,0 1 0,0 1 1,0 1-1,-1 1 0,8 4-21,-23-9 46,0 1-1,-1-1 1,1 1 0,-1 0-1,0 0 1,0 1-1,2 1-45,-5-4 20,0 0 1,0 0-1,0 0 0,0 1 0,0-1 0,0 0 0,0 1 0,0-1 0,-1 1 0,1-1 0,0 1 0,-1-1 1,0 1-1,1-1 0,-1 1 0,0-1 0,0 1 0,1 0 0,-1-1 0,0 1 0,-1-1 0,1 1 0,0-1 1,0 1-1,-1 1-20,-1 0 49,1 0 1,-1-1 0,0 1 0,1 0 0,-1 0 0,-1-1-1,1 1 1,0-1 0,-1 0 0,1 0 0,-1 0-50,-4 4 148,0-1 0,-1-1 0,-5 4-148,-1-2 79,0-1 1,0 0 0,0-1 0,0 0-1,-7 0-79,-25 3 11,-1-2-11,38-5-9,-60 6 73,-19-3-64,58-3-156,1-2 0,0-1 0,0-1 0,-8-3 156,33 6-100,1 0 0,-1-1 1,0 1-1,0-1 1,1 1-1,-1-1 1,1 0-1,0-1 1,-1 1-1,-1-2 100,4 3-77,0 0 0,0 0 0,1 0 0,-1 0 0,0 0 0,0 0 0,1 0 0,-1 0 0,0 0 0,1 0 0,-1-1 0,1 1 0,0 0 0,-1 0 0,1-1 0,0 1 0,0 0 0,0-1 0,0 1 0,0 0 0,0 0 0,0-1 0,0 1 0,1 0 1,-1-1-1,0 1 0,1 0 0,-1 0 0,1 0 0,-1-1 0,1 1 0,0 0 0,0 0 77,2-3-291,0 0 0,1 0 0,0 1 0,0 0 0,0 0 0,0 0 0,0 0 0,0 1 0,1 0 0,0-1 291,-1 1-285,12-6-521,0 1 0,0 1 0,1 0 0,0 2-1,0 0 1,3 0 806,12-1-937,-1 2 0,1 1 0,-1 2 937,-1 0 456,0 2-1,5 3-455,12 3 3766,-1 2-1,0 2 1,34 14-3766,-72-22 149,0 0-1,-1 0 1,0 0 0,1 1 0,-2 0-1,3 2-148,26 18 100,-34-24-99,22 12 23,0 0 0,0-2 1,1 0-1,5 0-24,-22-9 18,-1 0 0,1 0 0,0-1 0,0 0 0,0 0 0,-1-1 0,1 1 0,0-1 0,0-1 0,0 0 0,0 0 0,0 0 0,-1 0 0,1-1-1,0 0 1,-1-1 0,0 0 0,4-1-18,6-6 342,1-1-1,9-8-341,-22 16 73,1-1 1,-1 0-1,0 0 0,0-1 0,-1 1 0,1-1 1,-1 1-1,0-1 0,0 0 0,0-1 0,-1 1-73,7-20-96,5 37-16,15 18 91,-20-20-93,1 0-1,0-1 1,0 0 0,1-1 0,0 0 114,6 2-338,1-1 0,0-1 0,1 0 0,0-2 0,0 0 0,0-1-1,1-1 1,-1 0 0,1-2 0,15 0 338,-27-2-36,0 0 0,0-1 0,0 0 0,0 0 0,0-1 0,0 0-1,-1-1 1,1 0 0,-1 0 0,6-3 36,-9 4 47,0-1-1,-1 1 1,1-1-1,0 0 1,-1 0 0,0 0-1,0 0 1,0-1-1,0 1 1,-1-1-1,1 0 1,-1 0 0,0 0-1,0 0 1,0 0-1,-1 0 1,1-1 0,-1 1-1,0-1 1,0 0-47,1-15 426,0 1 1,-2-1-1,0 0 1,-3-17-427,-15-78 1067,10 70-699,3 13-155,-1 6-64,2-1 1,2 1-1,0-3-149,6 37 198,2 34 11,-3-17-114,1 1 1,7 24-96,64 169 59,-19-77-4945,-44-118 1200,-3-9 530,-5-4-2050,-1-5 1852</inkml:trace>
  <inkml:trace contextRef="#ctx0" brushRef="#br0" timeOffset="1682.76">1817 310 15872,'-26'-4'5205,"24"3"-4748,0 1 1,0 0-1,0 0 0,0 0 1,0 0-1,0 1 1,0-1-1,-1 1-457,-3 1 821,7-1 832,90 7-837,-25-8-1618,56 0-2078,-62 2-3593,1 3 6473,1 5-4622,-55-9 4521,0 1 0,0 0 1,0 1-1,0 0 0,-1 0 0,1 0 1,3 3 100,-2 0 762,-4-3 436,1 0-1,-1 0 1,1 0 0,-1 1 0,2 3-1198,-4-6 209,-1 0-1,1 1 0,0-1 0,0 0 0,0 0 0,0 0 0,0 0 0,0 0 1,0 0-1,0-1 0,1 1 0,-1-1 0,0 1 0,0-1 0,0 0 0,1 0 1,-1 0-1,0 0 0,0 0 0,1 0-208,11-2 45,-1 0-1,1-1 1,0-1-45,10-2 119,13-1-161,0-1-1,0-2 0,0-2 1,33-15 42,-32 5 316,-35 20-236,-1 0-1,0 1 1,1-1 0,-1 0 0,0 0 0,0 0 0,-1-1 0,1 1 0,0 0 0,-1-1-1,1 1 1,-1-1 0,0 0-80,-1 2 32,1 0 0,-1 0 0,0 0 1,0 0-1,0 1 0,0-1 0,0 0 0,0 0 0,0 0 0,0 0 0,0 0 0,0 0 0,0 0 0,-1 0 0,1 0 1,0 1-1,-1-1 0,1 0 0,0 0 0,-1 0 0,1 1 0,-1-1 0,0 0 0,1 0 0,-1 1 0,1-1 0,-1 0 0,0 1 1,0-1-1,1 1 0,-1-1 0,0 1 0,0-1 0,0 1-32,-2-2 54,0 1 1,-1 0-1,1 0 1,-1 0-1,0 0 1,1 0-1,-2 0-54,-10 1 60,0 0 0,0 0 0,0 1 0,-1 1-1,1 1 1,1 0 0,-1 1 0,0 1 0,-3 1-60,4 0 41,0 1 0,0 0 0,1 1 0,0 0 1,0 1-1,1 1 0,-7 6-41,11-9 11,1 1 1,0 0-1,0 0 1,0 0-1,1 0 1,1 1 0,-5 8-12,8-14-14,1 1 0,-1 0 0,1-1 0,0 1 0,0 0 0,0 0 0,1 0 1,-1 0-1,1 0 0,0 2 14,0-3-31,1-1 0,-1 1-1,1-1 1,0 0 0,-1 1 0,1-1 0,0 0 0,0 1 0,0-1 0,1 0 0,-1 0 0,0 0 0,1 0-1,0 0 1,-1 0 0,1-1 0,1 2 31,3 2-201,1-1 0,-1 0-1,1 0 1,0-1 0,0 0-1,0 0 1,0-1 0,1 0-1,-1 0 1,0 0 0,4-1 201,12 2-1029,-1-1 0,1-2 0,8 0 1029,36-6-6162,0-2-1,18-7 6163,-11 2-3317</inkml:trace>
  <inkml:trace contextRef="#ctx0" brushRef="#br0" timeOffset="2130.6">3561 184 11776,'5'-12'7658,"-5"11"-7055,0-1-1,0 1 1,0 0 0,-1-1-1,1 1 1,0 0 0,-1-1-1,1 1 1,-1 0 0,0 0-1,1 0 1,-1-1 0,0 0-603,-1 0 205,0 0 1,0 1 0,0-1-1,0 0 1,0 0 0,0 1 0,-2-2-206,0 1-62,-1 0 0,0-1 1,0 2-1,0-1 0,0 0 1,0 1-1,0 0 0,0 0 1,-3 1 61,-14-2-18,1 1 1,-1 1-1,1 2 1,-1 0-1,1 1 1,0 1-1,-2 1 18,4 0-6,11-3-2,0 0 0,0 0 1,0 1-1,0 0 0,0 1 0,1 0 0,0 0 0,-1 0 0,2 1 0,-4 2 8,9-6-13,0 0 0,0 1 0,0-1 0,-1 0 0,1 1-1,0-1 1,1 1 0,-1-1 0,0 1 0,0-1 0,1 1 0,-1-1 0,1 1 0,-1 0 0,1-1 0,0 1 0,0 0 0,-1 0 0,1-1 0,1 1 13,-1 0-48,0 1 0,1-1 1,0 0-1,0 0 1,-1 0-1,1 0 0,1 0 1,-1 0-1,0 0 1,0 0-1,1 0 0,-1 0 1,2 0 47,6 6-235,0 0 1,0-1 0,0-1-1,1 1 1,6 1 234,-5-1-71,33 19-92,-1 2-1,-1 2 1,12 12 163,-50-39 36,-1 1 0,1-1 0,-1 1 0,0 0 0,1 2-36,-3-5 10,-1-1 1,1 1-1,-1 0 0,1 0 0,-1-1 0,0 1 1,1 0-1,-1 0 0,0-1 0,0 1 0,0 0 1,1 0-1,-1 0 0,0-1 0,0 1 0,0 0 1,0 0-1,0 0 0,-1 0 0,1-1 0,0 1 1,0 0-1,0 0 0,-1-1 0,1 1 0,0 0 1,-1 0-1,1-1 0,-1 1 0,1 0 0,-1-1 1,1 1-1,-1 0-10,-3 1-11,1 1 0,-1-1 0,0 0 0,0 0 0,0-1-1,0 1 1,-1-1 0,-2 1 11,-48 9-653,20-4 88,-98 19-3959,79-18-6125,-26-1 10649,32-3-3738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32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26 361 9472,'-16'-10'3061,"7"0"-116,8 8-1459,5 4 2349,-4 16-2928,3-5-803,0 0 1,1 0-1,5 11-104,7 24 236,-10-32-76,-5-13-63,0-1-1,0 1 1,0-1 0,0 1 0,0 0 0,-1-1 0,1 1 0,-1 0-1,1-1 1,-1 1 0,0 0 0,0 0 0,-1 2-97,0-5 50,1 0 0,-1 0 0,1 0 0,-1 0 0,1 0 0,-1 0 0,1 0 0,-1 0 0,1 0 0,-1 0 0,1-1 0,0 1 0,-1 0 0,1 0 0,-1 0 0,1-1 0,-1 1 0,1 0 0,0-1 0,-1 1 0,1 0 0,-1-1-50,-9-6 319,7 4-308,0-1 0,1 1 1,-1 0-1,1-1 0,-1 0 1,1 0-1,0 1 0,1-1 1,-1 0-1,1-1 1,-1 1-1,1 0 0,0 0 1,1-1-1,-1 1 0,1 0 1,0-1-1,0 1 0,0-1-11,1-3-31,-1 0 0,1 1 0,1-1 0,0 1-1,0-1 1,0 1 0,1-1 0,0 1 0,0 0 0,2-2 31,1 0-48,0 1 1,0 0 0,0 0 0,1 1-1,0 0 1,1 0 0,0 1 0,0-1-1,0 2 1,0-1 0,1 1 0,0 1-1,0-1 1,1 2 0,-1-1 0,1 1 0,-1 1-1,1 0 1,0 0 0,0 1 0,9-1 47,0 2-1087,-1 0 1,0 0 0,1 2 0,-1 0-1,18 6 1087,-23-5-1790,0 1-1,0 1 1,0 1-1,0 0 1,2 2 1790,14 8-3029</inkml:trace>
  <inkml:trace contextRef="#ctx0" brushRef="#br0" timeOffset="1087.05">591 482 10496,'-7'1'2686,"7"2"-276,1-3-2264,-1 0-1,1 0 1,-1 1-1,1-1 1,0 0-1,-1 0 1,1 0-1,0 0 1,-1 0-1,1 0 1,-1 0-1,1 0 1,0 0-1,-1 0 1,1 0-1,0 0 1,-1 0-1,1 0 1,-1-1-146,15-5 329,-1-1 1,0-1-1,0 0 1,1-3-330,3-1 95,6-4 59,14-14-154,-23 18 54,-10 8 44,0 0 0,0-1 0,-1 0 0,1 0 0,-1 0 0,0 0 0,-1-1 0,1 1 0,-1-1 0,0 0 0,-1 0 0,1 0 0,-1-2-98,-1 5 62,0 1 0,-1-1 0,1 0 0,-1 0 0,0 0 0,0 0 1,0 1-1,-1-1 0,1 0 0,-1 0 0,1 0 0,-1 1 0,0-1 1,0 0-1,0 1 0,0-1 0,-1 1 0,1-1 0,-1 1 0,1-1 1,-1 1-1,0 0 0,0 0 0,0 0 0,0 0 0,0 0 0,-1 1 1,1-1-1,0 0 0,-1 1 0,-1-1-62,-1-1 53,-1 0 0,1 1-1,-1 0 1,1 0 0,-1 0 0,0 0 0,0 1 0,0 0 0,0 0-1,0 1 1,-5 0-53,1 1 62,-1 1 0,1 0 0,-1 1 1,1 0-1,0 1 0,0 0 0,1 1 0,-1 0 0,1 0 0,0 1 0,0 0 0,-4 4-62,1 1 37,0 0 0,1 1 0,0 0-1,1 1 1,0 0 0,1 1 0,-6 10-37,13-19 3,-1 1 1,1-1-1,0 1 1,0 0-1,0-1 1,1 1-1,0 0 1,0 0-1,0 0 1,1 0-1,0 0 0,0 0 1,1 0-1,0 0 1,0 0-1,0 0 1,0 0-1,1 0 1,2 4-4,-2-6-7,0 1 1,1-1-1,-1 0 1,1 0-1,0 0 1,0 0-1,1 0 0,-1 0 1,1-1-1,0 0 1,-1 0-1,1 0 1,1 0-1,-1 0 1,0-1-1,1 0 1,-1 0-1,1 0 1,0 0-1,0-1 1,0 0-1,-1 0 1,1 0-1,1-1 7,11 1-91,0-1 0,1-1 1,-1 0-1,1-2 0,-1 0 0,0-1 0,14-5 91,13-6-338,-1-2 0,15-9 338,-42 18-37,0 0-1,-1-1 1,0-1-1,4-4 38,-14 11 6,-1-1-1,0 0 1,0 0-1,0 0 0,0-1 1,-1 1-1,1-1 0,-1 0 1,0 0-1,-1 0 1,1 0-1,-1 0 0,0-1 1,-1 1-1,1-2-5,3-40 67,-5 43 6,0 0 0,0-1-1,0 1 1,-1 0 0,0 0 0,1 0-1,-2 0 1,1 0 0,0 0 0,-1 0-73,2 3 11,0 1 0,-1 0 1,1-1-1,0 1 1,0 0-1,0 0 0,-1-1 1,1 1-1,0 0 1,0 0-1,-1-1 1,1 1-1,0 0 0,-1 0 1,1 0-1,0-1 1,-1 1-1,1 0 0,0 0 1,-1 0-1,1 0 1,0 0-1,-1 0 0,1 0 1,0 0-1,-1 0 1,1 0-1,0 0 0,-1 0 1,1 0-1,0 0 1,-1 0-1,1 0 1,-1 0-1,1 0 0,0 0 1,-1 1-1,1-1 1,0 0-1,0 0 0,-1 0 1,1 0-1,0 1 1,-1-1-1,1 0 0,0 1 1,0-1-1,-1 0 1,1 0-1,0 1 0,0-1 1,0 0-12,-11 18 233,10-12-193,-1 1 0,1 0 0,0 0 0,1 0 0,0 0 0,0 0 0,0 0 0,1-1 0,0 1 0,0 2-40,5 15 82,1 0-1,3 6-81,-5-13 51,0-4 5,1 0 1,-1 0 0,5 5-57,-7-13 49,0 0 0,0-1 0,0 0 0,0 0 0,0 0 0,1 0 0,0 0 1,0-1-1,0 1 0,4 1-49,-7-4 20,-1-1-1,1 1 1,0-1 0,0 1 0,0-1-1,0 0 1,0 0 0,0 1 0,0-1 0,0 0-1,0 0 1,0 0 0,0 0 0,-1 0-1,1 0 1,0-1 0,0 1 0,0 0-1,0 0 1,0-1 0,0 1 0,0 0 0,0-1-1,0 1 1,-1-1 0,1 1 0,0-1-1,0 1 1,-1-1 0,1 0 0,0 1-1,-1-1 1,1 0-20,2-3 31,0 0-1,-1 0 1,0 0-1,0 0 1,0 0-1,0-1-30,-1 2 13,31-87 149,-20 52-351,16-33 189,-27 69-3,21-39-101,-21 39 96,1-1-1,0 1 1,0 0 0,-1-1-1,1 1 1,0 0 0,1 0-1,-1 0 1,0 1 0,1-1-1,-1 0 1,1 1 0,-1 0-1,1-1 9,-2 2 9,1 0 1,-1 0-1,0 0 0,1-1 1,-1 1-1,0 1 0,0-1 1,1 0-1,-1 0 0,0 0 1,1 1-1,-1-1 0,0 0 0,0 1 1,0-1-1,1 1 0,-1 0 1,0-1-1,0 1 0,0 0 1,0 0-1,0 0 0,0 0 0,0 0 1,0 0-1,0 1-9,4 4 20,-1 0 1,0 0-1,0 1 0,1 3-20,2 2 3,16 30 58,-5-10 97,9 12-158,-20-35 41,0 0 0,0 0-1,1 0 1,0-1 0,0 0-1,6 3-40,-11-9 11,-1 0 0,1-1 0,-1 0 0,1 0-1,0 1 1,-1-2 0,1 1 0,0 0-1,0 0 1,-1-1 0,1 0 0,0 1-1,0-1 1,0 0 0,0-1 0,-1 1-1,1 0 1,0-1 0,0 1 0,0-1-1,-1 0 1,1 0 0,0 0 0,-1 0-1,1-1 1,-1 1 0,2-2-11,8-5 29,-1 0 0,-1-1-1,1 0 1,-1-1 0,1-2-29,-8 8-3,42-48 89,-34 38-126,1-1-1,1 1 0,0 1 1,1 0-1,5-2 41,-18 14-4,1-1 0,0 1-1,0 0 1,0 0 0,1 0 0,-1 0 0,0 0-1,0 0 1,0 1 0,1-1 0,-1 1 0,0 0-1,0-1 1,1 1 0,-1 0 0,0 0-1,1 1 1,-1-1 0,0 0 0,1 1 0,-1 0-1,0-1 1,0 1 0,0 0 0,0 0 0,1 0-1,-1 0 1,-1 0 0,3 2 4,4 3 3,-1 1 0,1 0 1,-1 1-1,0 0 0,-1 0 0,1 1-3,4 6-9,36 51-236,-28-39-2939,21 26 3184,-34-46-827,0-1 1,1 1 0,-1-1-1,2-1 1,3 4 826,-7-7-831,1 1 0,0-1 0,-1 1 0,1-1 0,0-1 0,1 1 0,-1-1 0,0 0 0,0 0 0,3 0 831,23 0-3328</inkml:trace>
  <inkml:trace contextRef="#ctx0" brushRef="#br0" timeOffset="1766.4">2416 268 12928,'0'-1'357,"-1"0"0,0 0 0,1 0-1,-1 0 1,0 0 0,0 0 0,0 0 0,0 0 0,0 0 0,0 0 0,0 0 0,0 0 0,0 1 0,0-1 0,0 0 0,0 1 0,0-1 0,-1 1 0,1 0 0,0-1 0,0 1 0,-1 0 0,1-1 0,0 1 0,-1 0 0,1 0 0,0 0 0,-1 0 0,1 1 0,-1-1-357,-30 4 645,1 2 0,0 1 0,0 1 0,1 2 0,-5 3-645,23-8-62,1 1 0,0 0 0,0 1 0,1 0-1,0 0 1,-7 7 62,11-7 24,0-1-1,0 0 1,1 1-1,0 0 1,0 1-1,1-1 1,0 1-1,0 0 1,0 0 0,1 2-24,1-6 0,1 0 0,0 0 0,0 0 0,1 0 1,-1 0-1,1 0 0,0 0 0,0 0 0,0 0 1,1 0-1,-1 0 0,2 2 0,-2-4-7,0-1 0,1 1 0,0 0 0,-1-1 0,1 1 0,0-1 0,0 0 0,0 1 0,0-1 0,0 0 0,0 1 0,0-1 0,1 0 1,-1 0-1,0 0 0,1 0 0,-1 0 0,0 0 0,1-1 0,-1 1 0,1 0 0,0-1 0,-1 1 0,1-1 0,-1 1 0,1-1 0,0 0 0,-1 0 0,1 0 0,0 0 0,0 0 7,19-2-63,0-1 0,0-1 0,0-1 0,0 0 0,-1-2 0,2-1 63,-16 5 0,15-3 30,-1-2 0,-1 0 0,0-2 0,0 0-30,-14 7 7,0 0 0,0 0 1,-1-1-1,1 1 0,-1-1 1,0 0-1,0 0 1,-1-1-1,1 1 0,-1-1 1,0 0-1,0 0 0,0 0 1,-1 0-1,0 0 0,0 0 1,1-3-8,-1 0 5,-1 1 1,1-1-1,-1 0 0,0 1 1,-1-1-1,0-1-5,3 19-37,1 4 36,0 0 0,1-1 0,0 0-1,1 0 1,6 9 1,-6-13-270,1 0 0,0 0-1,0-1 1,0 0 0,1-1-1,0 1 1,0-2 0,8 5 270,-11-7-279,0-1 1,1 0-1,-1-1 1,1 1-1,0-1 1,0 0-1,-1-1 1,1 1-1,1-1 1,-1-1-1,0 1 1,0-1-1,0 0 1,0 0-1,0 0 1,2-1 278,-1-1-100,1 1 1,0-1-1,-1-1 0,1 1 1,-1-1-1,0 0 0,0-1 1,0 0-1,0 0 1,1-2 99,-3 2 307,1-1 0,-1 0 0,-1 0 1,1 0-1,-1 0 0,0-1 1,0 0-1,-1 0 0,0 0 0,0 0 1,2-6-308,12-43 3040,-13 68-2747,0 1 0,1 0 1,1-1-1,3 7-293,0-5 63,-3-5-1411,1 1 0,0-1 0,0 0 0,7 6 1348,-12-14-747,0 0 1,0 0-1,0 0 1,1 0-1,-1 0 0,1-1 1,0 1-1,-1-1 1,1 1-1,0-1 0,0 0 1,0 0-1,0-1 1,0 1-1,0 0 1,0-1-1,0 0 0,0 0 1,0 0-1,2 0 747,9-1-3333</inkml:trace>
  <inkml:trace contextRef="#ctx0" brushRef="#br0" timeOffset="2105.22">2766 119 13952,'-40'-26'5183,"40"26"-4031,-27-8 448,17 5 128,6 6-1088,-6-3-96,10 0-352,-5 0-896,5 0 352,0 0-2112,10 8 1376,-1-2-4319,9 0 3039,6 8-3520,-2-3 3392</inkml:trace>
  <inkml:trace contextRef="#ctx0" brushRef="#br0" timeOffset="2507.14">2985 341 12288,'18'65'8959,"-11"-47"-7859,-3-3-739,1-1 0,1 0 0,1 0 0,4 7-361,-1-3 295,-9-15-210,1 0 0,-1 0 1,1 0-1,-1 0 0,1 0 0,0 0 1,0-1-1,0 1 0,1-1 0,-1 1 1,1-1-1,-1 0 0,1 0 0,1 1-85,-3-3 19,-1 0 0,1 0 1,-1 0-1,1 0 0,-1 0 0,0 0 0,1 0 0,-1 0 0,1-1 1,-1 1-1,0 0 0,1 0 0,-1 0 0,1 0 0,-1-1 0,0 1 0,1 0 1,-1-1-1,0 1 0,1 0 0,-1 0 0,0-1 0,0 1 0,1-1 0,-1 1 1,0 0-1,0-1 0,0 1 0,1 0 0,-1-1 0,0 1 0,0-1-19,7-17 234,-5 13-173,4-12 9,10-22 17,15-27-87,-25 54-50,2 0 0,0 0 0,0 1 1,1 0-1,0 1 0,1 0 0,1-1 50,-6 7-19,0-1 1,0 1-1,0 0 1,1 0-1,-1 1 0,1 0 1,5-2 18,-8 4 5,0 0 0,-1 1 0,1-1-1,0 1 1,-1 0 0,1-1 0,0 1 0,-1 1 0,1-1 0,0 0 0,0 1 0,-1-1 0,1 1-1,-1 0 1,1 0 0,-1 0 0,1 0 0,-1 0 0,1 1 0,-1-1-5,9 7 32,0 1-1,-1 0 1,0 0 0,0 1 0,-1 1-1,-1-1 1,2 3-32,17 21-94,-16-21 86,1 1-632,1 0 0,0-1 1,9 7 639,-17-16-256,0-1-1,0 1 1,0-1 0,0 0-1,1-1 1,-1 1 0,1-1 0,0 0-1,0-1 1,0 1 0,-1-1 0,1 0-1,2-1 257,1 1-42,1-1 0,0-1 0,0 0 0,-1 0 0,1-1-1,0 0 1,-1-1 0,0 0 0,1 0 0,-1-1 0,-1 0-1,1 0 1,4-4 42,1-2 640,0 0 0,-1-1 0,0-1-1,-1 0 1,0-1 0,-1 0 0,2-4-640,-12 15 98,1 1 0,-1-1 1,0 0-1,1 1 0,-1-1 1,1 1-1,-1-1 0,1 1 0,0 0 1,0 0-1,-1 0 0,1 0 1,0 0-1,1 0-98,-2 1 36,-1 0 0,1 0 0,-1 0 0,1 0 0,-1 0 0,1 0 0,-1 0-1,1 0 1,-1 0 0,1 0 0,-1 0 0,1 1 0,-1-1 0,1 0 0,-1 0 0,1 1 0,-1-1 0,1 0 0,-1 0 0,0 1 0,1 0-36,0 0 29,0 0-1,0 1 1,0-1 0,0 1-1,0 0 1,0-1 0,-1 1-1,1 0 1,0 1-29,0 2-32,6 17-51,0-1 1,4 5 82,-8-19-450,0 0 1,1-1 0,0 1-1,1-1 1,-1 0 0,1 0 0,0 0-1,5 3 450,-9-8-387,1 0-1,-1 1 1,1-1-1,-1 0 1,1 0-1,0 0 0,-1-1 1,1 1-1,0 0 1,0-1-1,0 1 1,-1-1-1,1 1 1,0-1-1,0 0 1,2 0 387,10-2-5229,0-2 1651</inkml:trace>
  <inkml:trace contextRef="#ctx0" brushRef="#br0" timeOffset="2838.91">3910 151 11136,'-32'-46'4224,"32"46"-3296,-32-32 1151,19 21 833,3 7-1632,-9-9 96,6 6-864,-6-7-320,11 11-128,-1-9-1472,4 7 768,5 2-3712,5 3 2433,4 3-4577,9 6 3680</inkml:trace>
  <inkml:trace contextRef="#ctx0" brushRef="#br0" timeOffset="3712.05">4065 341 11392,'2'30'7585,"-1"-3"-3832,0-19-3547,1 1 0,-1-1-1,1 0 1,1 0 0,0 0 0,0 0 0,0 0-1,1 0 1,1-1 0,4 7-206,10 21 171,-18-31-159,10 16 486,-10-20-487,-1 0 0,0 0-1,0 0 1,0 1 0,0-1-1,0 0 1,0 0 0,0 0-1,0 0 1,1 0 0,-1 0 0,0 0-1,0 1 1,0-1 0,0 0-1,0 0 1,1 0 0,-1 0-1,0 0 1,0 0 0,0 0-1,0 0 1,1 0 0,-1 0 0,0 0-1,0 0 1,0 0 0,0 0-1,1 0 1,-1 0 0,0 0-1,0 0 1,0 0 0,0 0 0,1 0-1,-1 0 1,0-1 0,0 1-11,4-12 422,-1-1-351,0 0 0,0 0 1,2 0-1,0 0 0,0 1 0,3-3-71,4-9-123,2 1 0,11-15 123,-16 27-30,-1 0 0,2 1-1,-1 0 1,1 0 0,1 1-1,0 0 1,0 1 30,-4 4-13,-1 0 0,1 0 0,1 0 0,-1 1 0,0 0 0,1 1 0,0 0 0,-1 0 0,1 0 0,0 1 0,0 0 0,5 1 13,-8 0-9,1 1 0,-1-1-1,1 1 1,-1 1 0,0-1 0,1 1-1,-1 0 1,0 0 0,0 0 0,0 1-1,-1 0 1,1 0 0,-1 0 0,4 4 9,8 6-106,-2 2 1,0 0-1,5 7 106,0 1-135,-16-20 96,14 17-1626,2-1 1,18 16 1664,-32-31-631,1 1-1,0-1 1,0 0 0,0-1 0,0 0 0,1 1 0,-1-2 0,1 1-1,0-1 1,0 0 0,0-1 0,0 1 0,3-1 631,13-1-2174,1-2 1,-1 0-1,19-5 2174,-33 5-114,14-2 658,-2-1 0,1-2 0,14-5-544,-14 2 2318,1 0 0,-1-2 1,4-3-2319,-14 8 1872,-2-1-1,11-8-1871,-19 14 305,1 0 0,-1 0 0,0-1-1,0 1 1,0-1 0,0 1 0,0-1 0,-1 0-1,1 0 1,-1 0 0,1 0 0,-1 0 0,0 0-1,0-1-304,-1 3 92,0 0 0,0-1 0,0 1 1,0-1-1,0 1 0,0 0 0,-1-1 0,1 1 0,0 0 0,-1-1 0,1 1 0,-1 0 0,0 0 0,1-1 0,-1 1 0,0 0 0,1 0 0,-1 0 0,0 0 1,0 0-1,0 0 0,0 0 0,0 0 0,0 0 0,-1 0 0,1 1 0,0-1 0,0 0 0,-1 1-92,-3-3 125,0 1 0,0 0-1,-1 0 1,1 1 0,-1 0 0,0-1-125,-7 1 21,0 0 1,0 0-1,-1 1 0,1 1 0,0 0 1,0 0-1,0 2 0,-10 2-21,4 1 3,1 0-1,0 1 0,0 1 0,0 0 0,-8 6-2,17-7-11,-1 0 1,1 0-1,0 1 0,0 0 1,1 0-1,-4 6 11,8-10-4,0 1-1,1 0 0,0-1 1,0 1-1,0 0 1,1 0-1,-1 1 1,1-1-1,0 1 0,1-1 1,-1 1-1,1-1 1,0 1-1,1 0 5,0-3-9,0 0 0,0-1 0,0 1 0,1 0 0,-1 0 0,1 0 0,0-1 0,-1 1 0,1 0 0,1-1 0,-1 1 0,0-1 0,1 1 0,-1-1 0,1 1 0,0-1 0,-1 0 0,1 0 0,0 0 0,0 0-1,1 0 1,-1-1 0,0 1 0,1 0 0,-1-1 0,1 0 0,-1 0 0,1 0 0,0 0 0,-1 0 0,3 0 9,4 1-36,0 0-1,0-1 1,0 0-1,0-1 1,1 0 0,-1-1-1,0 0 1,0 0-1,2-1 37,19-6-56,0 0 0,8-5 56,-15 4 70,-16 8-48,-1-1 1,0 0 0,0-1 0,0 0 0,0 0 0,-1 0 0,1 0-1,-1-1 1,0 0 0,0 0 0,0-1 0,0 1 0,-1-1 0,2-3-23,-4 6 13,-1 1 1,-1-1-1,1 0 1,0 0-1,0 0 1,-1 0-1,1 0 1,-1-1-1,0 1 1,1 0-1,-1 0 1,0 0 0,0 0-1,0 0 1,-1 0-1,1-1-13,-2-5 94,0 0 0,0 0 0,-3-5-94,3 8 6,0 1 0,0 0 0,1-1 0,0 1 0,0-1 0,0 0 1,0 1-1,1-1 0,0 0 0,0 1 0,0-4-6,0 8-5,0 0 1,0 0 0,0 0-1,0 0 1,0-1 0,0 1-1,0 0 1,0 0 0,0 0-1,0 0 1,0 0 0,0-1-1,0 1 1,0 0-1,1 0 1,-1 0 0,0 0-1,0 0 1,0 0 0,0 0-1,0-1 1,0 1 0,0 0-1,0 0 1,1 0-1,-1 0 1,0 0 0,0 0-1,0 0 1,0 0 0,0 0-1,0 0 1,1 0 0,-1 0-1,0 0 1,0 0 0,0 0-1,0 0 1,0 0-1,1 0 1,-1 0 0,0 0-1,0 0 1,0 0 0,0 0-1,0 0 1,1 0 0,-1 0-1,0 0 1,0 0 0,0 0 3,9 9-79,7 15 25,2 12 81,-1 1 0,-2 0-1,-2 1 1,3 18-26,8 19 36,-6-18 269,1 16-305,-13-47 238,-1 1 1,-2-1-1,-1 1 1,-1 3-239,-1-25 50,0 1-1,0 0 1,-1 0 0,0-1 0,0 1 0,0 0 0,-1-1-1,0 1 1,0-1 0,0 0 0,-1 0 0,1 0 0,-1 0 0,-1 0-1,1 0 1,-1-1 0,1 1 0,-1-1 0,-1 0 0,1-1-1,0 1 1,-1-1 0,0 1 0,0-1 0,0-1 0,0 1-1,0-1 1,-1 0 0,-1 1-50,-29 8 66,1-2 0,-2-1-1,-23 2-65,25-6-220,0-2 0,-1-1 0,1-1 0,-31-6 220,39 3-471,1-2 0,0-1 0,0 0 0,1-2-1,-5-3 472,15 5-597,1 0 1,1-1-1,-1 0 0,1-1 0,1-1 0,-1 0 0,2 0 1,-1-1-1,-7-10 597,14 14-675,0 0-1,1 0 1,0-1 0,0 0 0,1 1 0,-1-1 0,2-1 0,-1 1 0,1 0 0,0-1 0,0 1 0,0-7 675,0-32-3712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4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240 101 8448,'0'0'16,"-10"-18"4502,9 18-4048,0-1 0,1 0 0,0 0 0,-1 0 1,1 0-1,0 0 0,-1 0 0,1 0 1,0 0-1,0 0 0,0 0 0,0 0 0,0 0 1,0 0-1,0 0 0,0 0 0,0-1-470,-16 46 1360,2 0 0,1 2-1360,-13 41 342,-103 286 479,101-277-256,78-216-159,-21 26-324,1-17-82,6-24-120,-27 108 89,13-47 15,3 1-1,7-6 17,-31 75 17,1-1 1,1 1-1,-1 0 0,1 0 0,-1 0 1,1 1-1,0-1 0,1 1-17,-4 2 13,1 0 0,0 1 0,-1-1 0,1 1 0,0-1 0,0 1 0,0-1 0,-1 1 0,1 0 0,0-1 0,0 1 0,0 0 0,0 0 0,0 0 1,0 0-1,-1 0 0,1 0 0,1 0-13,-1 0 16,1 0 0,-1 1 0,0-1 0,0 1 0,0 0 0,1-1 0,-1 1 0,0 0 0,0 0 0,0-1 0,0 1 0,0 0 0,0 0 0,-1 0 0,1 0 0,0 0 1,0 1-17,6 10 45,-1 0 0,0 1 1,0 0-1,-2 0 1,0 1-1,2 9-45,0-1 32,96 287 479,-18-57-3721,-80-240 2157,4 16-2193,-7-27 2978,-1 0 0,0 0 0,0 0 0,0 0 0,0 0 0,0 1 0,0-1-1,-1 0 1,1 0 0,0 0 0,0 0 0,-1 0 0,1 0 0,-1 0 0,1 0 0,-1 0-1,1 0 1,-1 0 0,0 0 0,1 0 0,-1-1 0,0 1 268,-8 1-4624,1-5 1547</inkml:trace>
  <inkml:trace contextRef="#ctx0" brushRef="#br0" timeOffset="348.04">168 481 10880,'-22'-4'3594,"22"3"-3550,-1 1 1,1 0-1,0 0 0,0 0 0,0 0 1,0 0-1,-1 0 0,1 0 0,0 0 1,0 0-1,0 0 0,-1 0 0,1 0 1,0 0-1,0 0 0,0 0 0,0 0 1,-1 0-1,1 0 0,0 0 0,0 0 1,0 0-1,-1 0 0,1 0 0,0 0 1,0 0-1,0 0 0,0 1 0,0-1 1,-1 0-1,1 0 0,0 0 0,0 0 1,0 0-1,0 0 0,0 1 0,0-1-43,-2 1 475,1 0-31,0 0 0,0 0-1,0 1 1,0-1 0,0 0 0,0 1 0,0-1 0,0 0-1,0 2-444,1-3 166,0 0 0,0 0 0,0 1 0,0-1 0,0 0 0,0 1 0,0-1 0,0 0 0,0 1-1,0-1 1,0 0 0,0 0 0,0 1 0,0-1 0,1 0 0,-1 1 0,0-1 0,0 0 0,0 0 0,1 1-1,-1-1 1,0 0 0,0 0 0,0 0 0,1 1 0,-1-1 0,0 0 0,1 0-166,0 0 61,1 1 0,-1-1 0,1 0 0,-1 0 0,1 0 0,0 0 0,-1 0 0,1 0 0,-1 0 0,1-1 1,-1 1-62,65-10 79,-2 1-2812,1-3 0,56-18 2733,26-16-11536,-114 36 8406</inkml:trace>
  <inkml:trace contextRef="#ctx0" brushRef="#br0" timeOffset="680.22">787 116 12544,'-31'-23'7450,"31"23"-7341,-1 0 0,1-1-1,0 1 1,0 0 0,0 0 0,-1 0 0,1-1-1,0 1 1,0 0 0,-1 0 0,1 0-1,0 0 1,0 0 0,-1 0 0,1 0 0,0 0-1,0-1 1,-1 1 0,1 0 0,0 0 0,-1 0-1,1 0 1,0 0 0,0 0 0,-1 1-1,1-1 1,0 0 0,-1 0 0,1 0 0,0 0-109,-7 1 1648,7 30-400,-3 7-1108,3 1 1,0-1-1,3 0 1,2 10-141,31 151-1239,-16-124-1490,5-5-3657,-19-59 1746,2-2 1462</inkml:trace>
  <inkml:trace contextRef="#ctx0" brushRef="#br0" timeOffset="1037.83">673 176 13312,'-36'-31'7567,"36"31"-7434,0-1-1,0 1 0,0 0 1,0 0-1,0-1 0,0 1 1,0 0-1,1-1 0,-1 1 1,0 0-1,0-1 0,0 1 1,0 0-1,1 0 0,-1-1 1,0 1-1,0 0 0,1 0 1,-1 0-1,0-1 0,0 1 1,1 0-1,-1 0 0,0 0 1,1 0-1,-1 0 0,0-1 1,0 1-1,1 0 0,-1 0 1,1 0-133,20-10 779,24-8-1154,-27 12 364,1 1 0,0 1-1,0 1 1,1 1 0,-1 0 0,0 1-1,1 1 1,-1 1 0,1 1 0,1 1 11,-13-2 18,0 1 0,0 0 0,0 0-1,0 1 1,0 0 0,-1 0 0,1 1 0,-1 0 0,0 0 0,0 1 0,0 0-1,-1 0 1,1 1 0,-1-1 0,-1 1 0,1 1 0,-1-1 0,0 1 0,-1 0 0,1 0-1,-1 0 1,-1 0 0,1 1 0,-1 0 0,-1 0 0,1 0 0,-1 0 0,-1 0-1,0 0 1,0 0 0,0 1 0,-1-1 0,0 0 0,-1 4-18,-1 2 14,-1 0-1,0-1 1,-1 1 0,-1-1 0,0 0 0,-1 0-1,0-1 1,-1 1 0,-2 1-14,-16 23-621,-2-1 1,-7 5 620,28-33-195,-4 3-1602,-1 0-1,0-1 1,-10 6 1797,18-12-555,2-4 363,1 1-1,0-1 1,-1 1 0,1-1-1,0 0 1,-1 1 0,1-1 0,-1 1-1,1-1 1,-1 0 0,1 1 0,-1-1-1,1 0 1,-1 0 0,1 1 0,-1-1-1,1 0 1,-1 0 0,0 0-1,1 0 1,-1 0 0,1 1 0,-1-1-1,1 0 1,-1 0 0,0-1 0,1 1-1,-1 0 1,1 0 0,-1 0 0,1 0-1,-1 0 1,0-1 0,1 1 0,-1 0-1,1 0 1,-1-1 192,-3-7-3381</inkml:trace>
  <inkml:trace contextRef="#ctx0" brushRef="#br0" timeOffset="1388.29">1278 176 14848,'-8'13'8757,"8"-10"-8448,-1-1-1,1 1 1,0-1-1,0 1 1,0-1-1,0 1 1,0 1-309,1 12 341,0 28-287,2 0 1,2 0-1,1-1 0,3 0 1,8 25-55,-12-54-31,0 0 0,0 0 0,2-1 0,-1 0-1,2 0 1,0 0 0,0-1 0,1 0 0,7 6 31,-10-12-333,0 0 0,0-1 0,0 0 0,1 0 0,0-1 0,0 0 0,0 0 0,4 1 333,-5-3-658,-1 0-1,1 0 0,0-1 0,0 0 0,0 0 0,0 0 0,0-1 0,0 1 0,0-2 0,0 1 0,6-2 659,11-4-4970,0 2 1594</inkml:trace>
  <inkml:trace contextRef="#ctx0" brushRef="#br0" timeOffset="1389.29">1319 550 14720,'-32'11'5439,"32"-11"-4223,-9 9 288,4-9-32,10 0-960,-5 0-32,9 0-320,6-5-32,2 5-64,1-7-320,6 2 128,-2-7-1280,1 4 768,-1-7-2816,7 1 1920,-12-1-5087,1 2 3711</inkml:trace>
  <inkml:trace contextRef="#ctx0" brushRef="#br0" timeOffset="1742.44">1251 351 13312,'-19'-9'6095,"19"9"-5989,0 0 0,0 0-1,0 0 1,-1-1 0,1 1-1,0 0 1,0 0 0,0 0-1,0 0 1,0-1 0,0 1-1,-1 0 1,1 0 0,0 0-1,0-1 1,0 1 0,0 0-1,0 0 1,0 0 0,0-1-1,0 1 1,0 0 0,0 0-1,0-1 1,0 1 0,0 0-1,0 0 1,0 0 0,1-1-1,-1 1 1,0 0 0,0 0-1,0 0 1,0-1 0,0 1-1,0 0 1,0 0 0,1 0-1,-1 0 1,0-1-106,11-9 1387,16-7-1027,35-13-162,-24 13-263,-2 0-1111,0 2 0,13-2 1176,-20 9-9221,25-5 9221,-22 8-3669</inkml:trace>
  <inkml:trace contextRef="#ctx0" brushRef="#br0" timeOffset="2460.43">2170 161 12032,'-13'-35'7493,"9"19"-2246,3 13-4910,0 0 0,0-1 0,0 1-1,0 0 1,0 0 0,0-1 0,-2 0-337,2 1 68,-1 1 0,0 0 0,1-1 1,-1 1-1,0 0 0,0 0 0,0 0 0,0 1 1,-1-1-1,1 0 0,-1 1 0,1 0 0,-1-1 0,1 1 1,-1 0-1,1 0 0,-1 0 0,0 1 0,0-1 1,1 1-1,-1-1 0,0 1 0,0 0 0,0 0 1,1 0-1,-1 1 0,0-1 0,0 1 0,0 0-68,-4 0-6,0 1 0,1 1 0,0-1 0,-1 1 0,1 0 0,0 1-1,1-1 1,-1 1 0,1 1 0,-1-1 0,1 1 0,-1 1 6,-11 13-68,2 1-1,0 0 1,2 1 0,-7 12 68,2 1-45,2 1 0,-8 24 45,19-43-14,0 0 0,1-1 0,0 2 0,2-1 1,-1 0-1,2 1 0,1 1 14,0-10-2,0 1-1,1-1 1,0 0 0,1 1 0,-1-1 0,2 0-1,-1 0 1,1 0 0,1 0 0,-1-1 0,1 1 0,0-1-1,1 0 1,4 5 2,-4-6 4,1 0 0,0 0-1,0 0 1,0-1 0,1 1 0,-1-2-1,1 1 1,1-1 0,-1 0 0,0 0-1,1-1 1,0 0 0,0-1 0,0 0-1,0 0 1,0 0 0,0-1 0,1 0-1,-1-1 1,0 0 0,0 0 0,1-1-1,-1 0 1,0 0 0,0-1 0,0 0-1,2-1-3,-7 2 5,0 0-1,-1 0 0,0 0 0,1-1 0,-1 1 0,0-1 0,1 1 0,-1-1 0,0 0 0,0 0 0,0 0 0,0 0 1,-1 0-1,1 0 0,-1 0 0,1-1 0,-1 1 0,1-1-4,-1-2-1,1 0 1,-1 0-1,1-1 1,-2 1-1,1 0 1,0-1-1,-1 1 1,0-4 0,-4 2-91,4 7 89,0 0 1,0 0 0,0 0 0,0 0-1,-1 0 1,1 0 0,0 0 0,0 0 0,0 0-1,0 0 1,0-1 0,0 1 0,0 0 0,-1 0-1,1 0 1,0 0 0,0 0 0,0 0 0,0 0-1,0 0 1,0 0 0,0 1 0,0-1 0,-1 0-1,1 0 1,0 0 0,0 0 0,0 0 0,0 0-1,0 0 1,0 0 0,0 0 0,0 0 0,0 0-1,-1 0 1,1 0 0,0 0 0,0 1 0,0-1-1,0 0 1,0 0 0,0 0 0,0 0 0,0 0-1,0 0 1,0 0 0,0 0 0,0 1 0,0-1-1,0 0 1,0 0 0,0 0 0,0 0 0,0 0-1,0 0 1,0 0 0,0 1 0,0-1 0,0 0-1,0 0 1,0 0 0,0 0 0,0 0 0,0 0-1,0 0 1,0 1 1,1 6-107,0 0 0,0 0 0,1 0-1,0 0 1,0 0 0,0 0 0,1 0 0,0 0 0,1-1-1,-1 1 1,2-1 107,22 33-3855,2-7-4892,-16-17 4801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8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94 397 8704,'-12'0'5404,"8"0"-2145,6 0-867,-1 0-264,-1 0-762,6 5 1359,6-4-2422,-1 0-1,0 0 1,1 2-303,-3-1-63,0-1 0,0 0-1,0 0 1,0-1 0,7 0 63,1-2-1405,0-1-1,0 0 1,1-2 1405,14-8-4848,-28 10 3425,0 1-1,0-1 1,0 0-1,-1 0 1,1-1-1,0 1 1424,6-6-3045</inkml:trace>
  <inkml:trace contextRef="#ctx0" brushRef="#br0" timeOffset="370.73">41 227 13696,'-41'-3'7999,"84"1"-3666,45-2-6735,12-6-7848,-58 5 6602</inkml:trace>
  <inkml:trace contextRef="#ctx0" brushRef="#br0" timeOffset="1161.78">650 69 12416,'-6'-1'841,"0"1"866,0-1 0,0 0 0,0 0 0,-3-2-1707,5 0 3563,6-5-1473,-1 7-2074,0-1 11,0 0 1,0 1-1,1-1 0,-1 1 1,0 0-1,1-1 1,-1 1-1,1 0 0,-1 0 1,1 0-1,0 0 1,-1 0-1,1 0 0,1 0-27,30-10 67,-26 9-58,7-3-42,1 2 1,-1-1 0,1 2 0,0 0 0,7 1 32,-15 1 14,0 0 1,0 0-1,1 1 0,-1 0 0,0 0 1,0 1-1,0 0 0,-1 0 0,1 0 1,0 1-1,-1 0 0,3 2-14,-7-4 18,0 1 0,0-1-1,0 1 1,-1-1 0,1 1 0,0 0-1,-1 0 1,1-1 0,-1 1-1,1 1 1,-1-1 0,0 0 0,0 0-1,0 0 1,0 0 0,0 1-1,-1-1 1,1 1 0,-1 1-18,1 3 45,-1-1 0,0 1 1,0-1-1,-1 1 0,0 0 0,-1 2-45,-1 5 19,-1-1 0,0 0 0,0 0 0,-2-1 0,1 1 0,-2-1 0,1 0 1,-2-1-1,0 0 0,-8 10-19,-11 7 20,0-1 1,-2-1 0,-6 2-21,10-7 25,8-6-40,-1-1 0,-1-1 1,0 0-1,-17 7 15,31-18-35,1 0-1,-1 1 1,1-1 0,0 1-1,0 0 1,0 0 0,0 0-1,-2 3 36,6-5-6,0-1 0,-1 0 0,1 0 0,0 1 0,0-1-1,0 0 1,0 0 0,0 1 0,0-1 0,0 0 0,0 0 0,0 1-1,0-1 1,1 0 0,-1 0 0,0 1 0,0-1 0,0 0 0,0 0-1,0 1 1,0-1 0,0 0 0,1 0 0,-1 0 0,0 1 0,0-1-1,0 0 1,1 0 0,-1 0 0,0 0 0,0 1 0,0-1 0,1 0 0,-1 0-1,0 0 1,0 0 0,1 0 0,-1 0 0,0 0 0,0 0 0,1 0-1,-1 1 7,13 3-67,-13-4 62,37 6-59,27 3 64,2-1-91,-28-3-905,0-1 0,3-2 996,-10-2-4141,16-2 4141,-35 0-1561,0 0 0,0-1 0,0 0-1,0 0 1,0-2 0,-1 1 0,0-2 0,3-1 1561,-5 2-771,0-1 0,0 0 0,-1 0-1,0 0 1,4-5 771,-8 6 1105,0 1 0,0-1-1,-1 0 1,1 0 0,1-3-1105,-4 3 1168,1 0 0,-1 0 0,0 1 1,0-1-1,0 0 0,-1 0 0,0 0 1,0 0-1,0 0 0,0 0 0,-1-2-1168,0-11 2035,-1-14-407,2 25-1494,-1-1 0,1 1-1,0 0 1,1 0 0,-1 0 0,1-1-1,1 1 1,0-1-134,1 0 27,0 0 1,0-1-1,1 1 0,0 0 0,1 1 0,0-1 1,0 1-1,6-6-27,2-2 2,2 2 0,0-1 0,10-6-2,-19 15 12,2 1 0,-1-1 0,0 1 0,1 1 0,0-1 0,0 1-1,0 1 1,0 0 0,0 0 0,1 0 0,-1 1 0,1 0 0,-1 0 0,2 1-12,-3 0 37,0 1 0,0 0 1,-1 0-1,1 0 0,0 0 0,0 1 1,0 1-1,-1-1 0,0 1 0,1 0 1,-1 0-1,0 1 0,0-1 0,0 2 1,-1-1-1,0 0 0,3 4-37,1 2 68,1 0-1,-2 1 1,0 0-1,0 1 1,-1 0 0,0 0-1,-1 1 1,-1-1-1,0 1 1,0 2-68,-3-7 46,0 0 0,-1 0 0,0 0-1,0 0 1,-1 0 0,0 0 0,0 0 0,-1 1 0,0-1 0,0 0 0,-1 0 0,0-1-1,-1 1 1,0 0 0,0-1 0,0 1 0,-4 4-46,2-4 32,-1 1-1,0-1 0,-1 0 1,0-1-1,0 1 1,-1-1-1,-7 5-31,-4 2 98,-1-1 0,-15 6-98,16-9 5,-1 0 0,-1-2 0,1 0 0,-1-1 0,-22 3-5,32-7-59,-1-2 1,0 1-1,0-2 1,1 1-1,-1-2 1,0 1-1,0-2 1,0 0-1,1 0 1,-1-1-1,-5-2 59,13 3-125,-1 0 0,1 0-1,0 0 1,1 0 0,-1-1 0,0 0-1,1 1 1,-1-1 0,1-1-1,0 1 1,0 0 0,0-1-1,1 1 1,-1-1 0,1 0-1,0 0 1,0 0 0,0 0-1,0 0 1,1-1 0,0 1-1,0 0 1,0-1 0,0 1-1,1-4 127,-1-5-1161,1 1 0,0 0 0,1 0 1,1 0-1,0-1 0,0 2 1,1-1-1,4-8 1160,15-29-4202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1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1079 7424,'-4'0'2142,"-2"0"1905,6 0-4016,0 0-1,0 0 1,0 0-1,-1 0 1,1 0-1,0 0 1,0 0-1,0 0 1,0 0-1,0 0 1,0 0-1,0 0 1,0 0-1,0 0 1,0 0-1,0 0 1,0 0-1,0 1 1,0-1-1,0 0 1,0 0-1,0 0 1,0 0 0,0 0-1,0 0 1,0 0-1,0 0 1,0 0-1,0 0 1,0 0-1,0 0 1,0 0-1,0 1 1,0-1-1,0 0 1,0 0-1,0 0 1,0 0-1,0 0 1,0 0-1,0 0 1,0 0-1,0 0 1,0 0-1,0 0 1,0 0-1,1 0 1,-1 0-1,0 0 1,0 0-1,0 0 1,0 0-1,0 1 1,0-1-1,0 0 1,0 0-1,0 0 1,0 0-1,0 0 1,0 0-1,0 0 1,0 0-1,1 0 1,-1 0-1,0 0 1,0 0-1,0 0 1,0 0-1,0 0 1,0-1-31,0 1 66,0 1 1,0-1-1,0 0 1,0 0-1,0 0 0,0 0 1,0 0-1,0 0 1,0 0-1,0 0 0,1 0 1,-1 0-1,0 0 1,0 0-1,0 0 0,0 0 1,0 0-1,0 0 1,0 0-1,0 0 1,0 0-1,0 0 0,0 0 1,0 0-1,0 0 1,0 1-1,0-1 0,0 0 1,0 0-1,0 0 1,0 0-1,0 0 1,0 0-1,0 0 0,0 0 1,0 0-1,0 0 1,0 0-1,0 0 0,-1 0 1,1 0-1,0 0 1,0 0-1,0 0 0,0 0 1,0 0-1,0 0 1,0 0-1,0 0 1,0 1-1,0-1 0,0 0 1,0 0-1,0 0 1,0 0-1,0 0 0,0 0 1,0 0-1,0 0 1,0 0-1,0 0 1,0 0-1,-1 0 0,1 0 1,0 0-1,0 0 1,0 0-1,0 0 0,0 0 1,0 0-67,-7 1 2736,-8-1-479,23 0-1959,0-1 0,0-1 1,0 0-1,0 0 0,0 0 0,-1-1 0,1 0 0,6-4-298,13-8 202,21-15-202,55-43 312,22-26-312,-32 23 178,43-22-178,56-33 139,8-5 138,-159 109-134,-1-3-1,-1-1 0,29-31-142,-60 52-392,1-1 0,-1 0 0,-1-1 392,-3 6-893,1-6-3234,-5 4-1752,0 4 2685,0 3-800</inkml:trace>
  <inkml:trace contextRef="#ctx0" brushRef="#br0" timeOffset="755.85">1568 224 8576,'-1'0'364,"1"-1"-1,-1 1 1,1-1 0,0 0 0,-1 1 0,1-1 0,0 1 0,-1-1-1,1 0 1,0 1 0,0-1 0,0 1 0,-1-1 0,1 0 0,0 1-1,0-1 1,0 0 0,0 1 0,0-1 0,0 0 0,1 1 0,-1-1-1,0 0 1,0 1 0,0-1 0,1 0 0,-1 1 0,0-1 0,0 1 0,1-1-364,12-20 4059,15-10-2987,2 2 0,24-20-1072,-40 38 25,1 1-1,0 0 1,1 1-1,0 1 0,0 0 1,6-1-25,-16 7 13,0 0 0,-1 1 1,1-1-1,0 1 1,0 0-1,0 1 0,0 0 1,0 0-1,0 0 0,-1 0 1,1 1-1,0 0 0,0 0 1,0 1-1,-1 0 0,1 0 1,-1 0-1,1 0 0,-1 1 1,0 0-1,1 1-13,0 0 59,-1 1 0,0-1 1,0 1-1,-1 0 0,1 0 1,-1 1-1,0-1 0,-1 1 0,1 0 1,-1 0-1,0 0 0,-1 0 1,1 1-1,-1-1 0,0 1 0,-1-1 1,0 1-1,0 0 0,0-1 0,-1 1 1,0 0-1,0 0 0,-1 0 1,0-1-1,0 1 0,-2 6-59,-1-5 43,0 0 0,0 1 0,-1-1-1,0-1 1,0 1 0,-1-1 0,1 0 0,-2 0-1,1-1 1,-1 1 0,0-2 0,-1 1 0,1-1-1,-1 0 1,0 0 0,0-1 0,-6 2-43,-12 4 52,-1 0-1,-1-2 1,1-1 0,-1-1 0,-5-1-52,9-2 0,0 0 0,0-2 0,0-1 0,-18-2 0,39 2-25,0-1 0,0 1 0,0-1 1,0 1-1,0-1 0,1 0 0,-1 0 1,0-1-1,0 1 0,1 0 0,-1-1 0,1 0 1,-1 1-1,1-1 0,0 0 0,-1 0 0,0-2 25,2 2-101,-1 0 0,1 0 0,0 0 0,0 0 0,0 0 0,0 0 0,0 0 0,0-1 0,0 1 0,1 0-1,-1-1 1,1 1 0,0 0 0,-1-1 0,1 1 0,0 0 0,1-1 0,-1 1 0,0 0 0,1-1 0,-1 1 0,1 0-1,0-1 1,-1 1 0,1 0 0,0 0 0,2-2 101,2-6-1209,1 0 1,0 1-1,1-1 0,0 1 0,1 0 1209,9-9-2328,0 1-1,1 1 0,1 0 0,1 1 2329,-6 5-1218,53-41-2840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15.66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3 448 6144,'-3'-2'7065,"4"4"-2780,9 4-1475,-6-4-2719,-1-1-1,1 1 1,-1-1-1,1 0 1,0 1-1,0-2 1,0 1-91,42-2 2016,18-5-2016,-53 4 43,15 1 429,23 1-472,19-1 568,95-17-19,-54 13-234,15-2-22,-115 5-267,16-1 13,1 1 0,-1 1 1,11 1-40,-6 1 16,1-2 1,-1-1 0,7-1-17,23-3 137,58-3 43,46-2-99,-71 4 215,0-5-296,81-6 216,-37 6-275,-31 7 59,97-4 0,-44 5 0,2-5 99,-134 7-96,518-49 509,-373 32-605,29-2 266,123-1-99,-169 7-10,-18 0-5,35 8 53,-43 1 256,3-5-368,229-12 125,-341 22-106,392-23 130,-58 11-150,-58 5 13,-275 6 15,66-2-60,33 3 33,96 0 162,-74-2-73,-74 0 39,30-6-128,35-2 101,132 5 97,-162 5-150,13-5-48,-85 0 16,-24 4-11,0 0 0,0 1 1,1 0-1,4 0-5,120-3 0,-50 1 0,-61 1 43,0 2 1,19 1-44,1 0 36,318-1 193,-359 0-277,0 0-277,0 0-155,0 0-784,0 0-256,2 0-3099,0 0 3650,1 1-6125,6 2 3094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8.09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 3326 7040,'0'0'148,"0"0"0,0 0 0,0 0 0,-1 0 0,1 0 0,0 0 1,0 0-1,0 0 0,-1 0 0,1 0 0,0 0 0,0-1 0,0 1 0,-1 0 0,1 0 0,0 0 1,0 0-1,0 0 0,0 0 0,-1 0 0,1-1 0,0 1 0,0 0 0,0 0 0,0 0 0,0 0 1,0-1-1,0 1 0,-1 0 0,1 0 0,0 0 0,0-1 0,0 1 0,0 0 0,0 0 0,0 0 1,0-1-1,0 1 0,0 0 0,0 0 0,0 0 0,0-1-148,5-12 2513,-3 8-2116,1 1-1,0-1 0,0 1 0,0 0 0,1 0-396,1-3 512,1-1 0,-2 1 0,1-1 0,-1 0 0,3-7-512,0 1 475,38-81 2762,23-73-3237,-51 129 441,1 0 1,12-17-442,-18 33 114,55-92 380,7-12-81,60-117 482,-75 145-350,31-35-545,-73 111 47,6-9 55,0-1-1,9-22-101,16-36 104,69-124 175,-85 164-229,1 1 0,3 2 1,8-5-51,80-78 156,-51 55 290,17-26-446,102-148 54,-132 183 164,56-49-218,-77 82 46,2 2 0,13-7-46,27-20 68,-28 13 158,8-11-226,-52 48-2,17-19-20,-1-1-1,3-5 23,15-20-56,8-9 56,39-63 0,-67 94-16,-19 27-179,3-4-482,-5 3-3485,8 0-4345,0 1 3142,7-4 1504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9.70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1 163 6656,'0'-10'5834,"-1"10"-4295,1-4 1311,1 0-308,2 6-1926,-3-2-532,1 0 0,0 0 0,-1 1 0,1-1 1,0 0-1,-1 0 0,1 0 0,0 0 0,-1 0 1,1 0-1,0 0 0,-1 0 0,1 0 0,0 0 1,-1 0-1,1 0 0,0-1 0,-1 1 0,1 0 1,0 0-1,-1-1 0,1 1 0,0-1 0,-1 1 0,1-1-84,1 0 248,7-1 66,0 1 0,-1-1 0,1 2 0,0-1 0,3 1-314,23-2 312,-12-1-155,1 1-86,-1-1 0,2-2-71,14-3 121,-1 3-1,25-1-120,-24 3 127,38-1 131,57 5-258,32 0 126,362-6 146,-90 7 346,-231-3-409,20-3 52,-49-5-169,45-1-13,207 0 98,-240 3 40,-136 6-163,197-9 95,97-3 139,-88 6-245,-67 3 191,-140 2-131,203-10 77,-197 10 43,22 4-223,-5-1 81,-71-1-184,-1 1 0,0-2 1,1 1-1,-1 0 0,1-1 1,-1 0-1,0 0 0,4-1 103,-19 3-10490,1 3 6128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2.31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 30 6144,'-6'-8'2193,"6"8"-2107,-1 0-1,1 0 1,0 0 0,0 0 0,0 0-1,0 0 1,-1-1 0,1 1 0,0 0 0,0 0-1,0 0 1,0 0 0,0 0 0,0-1-1,0 1 1,-1 0 0,1 0 0,0 0 0,0 0-1,0-1 1,0 1 0,0 0 0,0 0 0,0 0-1,0-1 1,0 1 0,0 0 0,0 0-1,0 0 1,0 0 0,0-1 0,0 1 0,0 0-1,0 0 1,0 0 0,0-1 0,0 1-1,1 0 1,-1 0 0,0 0 0,0 0 0,0-1-1,0 1 1,0 0 0,0 0-86,33-6 5034,-26 4-4457,0 0 0,-1 1-1,1-1 1,0 2 0,0-1 0,0 1 0,2 0-577,-2 1 252,0 0 1,0 1-1,-1 0 0,1 0 1,-1 1-1,1-1 1,-1 1-1,4 4-252,6 3 494,0 2 1,5 5-495,14 11 656,-6-4-324,0 1 1,5 8-333,0 0 220,8 4-220,6-1 211,1-3 1,26 12-212,-24-15 180,0 2 1,21 21-181,-58-42 10,20 16 25,0 1-1,-2 2 1,-2 2 0,18 22-35,-46-51 0,22 29 0,1-1 0,10 8 0,-1-6 88,2-2-1,1-1 1,1-2-1,2-1 1,7 1-88,44 22 44,-40-23-11,-1 1 0,-2 3 0,0 2 0,0 5-33,-15-10 66,-1 2 1,10 13-67,3 8 108,3-3-1,3-1 1,1-3 0,1-2-1,21 9-107,-37-26 42,171 103 258,-85-56-124,-2 4 0,104 88-176,-129-81 54,12 9-39,-31-30-13,26 21-5,-80-66 34,2-1-1,-1-2 1,17 7-31,36 15 138,67 43-138,-70-30 40,-3 3 0,-2 3 0,-2 3 0,8 14-40,-48-46 62,1-2 0,1-1 0,32 18-62,99 51 13,-98-60 11,-3 3 1,0 3-1,16 16-24,-35-20 80,-1 2 0,-1 1 0,31 43-80,-40-46-6,1-1 0,2-1 0,1-1 0,1-2 0,2-2 0,1-1 0,9 4 6,160 100 218,-178-111-124,8 8-94,-18-12 116,2-1 1,0 0-1,13 5-116,-26-16 76,-6-3-70,0 0-1,-1 1 0,1-1 0,0 0 1,-1 0-1,1 1 0,-1-1 0,1 0 1,0 1-1,-1-1 0,1 1 0,-1-1 1,1 1-1,-1-1 0,1 1 0,-1-1 1,1 1-1,-1 0 0,0-1 0,1 1-5,0 0-19,-1 0-1,1-1 0,0 1 0,-1 0 0,1-1 0,0 1 0,0-1 0,-1 1 0,1-1 0,0 1 1,0-1-1,0 0 0,0 1 0,0-1 0,0 0 0,0 0 0,0 0 0,0 1 20,9-2-3334,-4-3-5459,-3 0 4314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4.50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11 2267 6528,'-3'0'828,"3"0"-747,0 0 0,0 0 0,0 0 0,-1 0 0,1 0 0,0 0 0,0 0 0,0 1 0,-1-1-1,1 0 1,0 0 0,0 0 0,-1 0 0,1 0 0,0-1 0,0 1 0,0 0 0,-1 0 0,1 0-1,0 0 1,0 0 0,0 0 0,-1 0 0,1 0 0,0 0 0,0 0 0,0-1 0,-1 1 0,1 0-1,0 0 1,0 0 0,0 0 0,0-1 0,0 1 0,0 0 0,-1 0 0,1 0 0,0-1 0,0 1 0,0 0-1,0 0 1,0 0 0,0-1 0,0 1 0,0 0-81,1 0 537,0 1 1,-1-1-1,1 0 0,0 0 0,0 0 1,0 1-1,0-1 0,0 0 1,0 0-1,0 0 0,0-1 0,0 1 1,-1 0-1,1 0 0,1-1-537,1 1 522,1 0-1,0-1 0,-1 0 1,1 0-1,-1 0 0,1-1 1,-1 1-1,0-1 1,2 0-522,17-18 653,-1-1 0,-2-1 1,0 0-1,9-15-653,61-103 457,-2 3-285,44-33-4,-63 86-90,51-78 50,-35 47 10,134-163 203,-216 275-338,204-254 293,-22 6 45,-158 213-316,206-288 494,-179 250-492,-37 52-16,2-5 101,-18 29-115,1 0-1,-1 0 1,0-1 0,0 1 0,0 0 0,1 0-1,-1-1 1,0 1 0,0 0 0,0-1 0,0 1-1,0 0 1,1-1 0,-1 1 0,0-1 0,0 1-1,0 0 1,0-1 0,0 1 0,0 0 0,0-1 0,0 1-1,0 0 1,0-1 0,-1 1 0,1 0 0,0-1-1,0 1 1,0 0 0,0-1 3,-1 0-166,2-18-16644,6 10 13120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9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153 163 5888,'-1'-2'582,"0"-1"0,0 1 0,1-1 1,-1 1-1,1-1 0,-1 0 0,1 1 0,0-1 0,0 1 1,0-1-1,1 0 0,-1 1 0,1-1 0,-1 1 1,1-1-1,0 0-582,3-23 3367,1-26 553,-7 49-3220,-2 7-356,-3 8-183,-1 8-88,1 1 0,1-1 0,1 1-1,-1 12-72,1-12 61,-50 275 174,18-124 58,19-75 977,17-94-1091,2-4-85,1-11-48,1-4-8,32-161-108,35-158 87,-57 278-89,-6 21-68,3 1 0,5-14 140,-13 44-12,0 1 0,0 0 1,0 0-1,0 0 1,0 0-1,3-3 12,-4 7 0,-1-1 0,1 1 0,-1-1 0,1 0 0,0 1 0,-1-1 0,1 1 0,-1-1 0,1 1 0,0 0 0,-1-1 0,1 1 0,0 0 0,0-1 0,-1 1 0,1 0 0,0 0 0,0 0 0,-1-1 0,1 1 0,0 0 0,0 0 0,-1 0 0,1 0 0,0 0 0,0 1 0,-1-1 0,1 0 0,0 0 0,0 0 0,-1 1 0,1-1 0,0 0 0,0 1 0,-1-1 0,1 1 0,-1-1 0,1 1 0,0-1 0,-1 1 0,1-1 0,6 8 2,1 0 0,-1 1 0,0 0 0,-1 0 0,0 0-1,-1 1 1,2 3-2,9 22 83,3 16-83,-15-42 11,23 61 84,40 117 18,-49-134-165,-7-22-1405,7 30 1457,-12-36-998,3 13-1691,-7-12-2408,-3-20 1727,-1-11-951,2-3 1351</inkml:trace>
  <inkml:trace contextRef="#ctx0" brushRef="#br0" timeOffset="369.82">156 360 10880,'-35'24'6810,"35"-24"-6695,0 0 0,0 0 0,0 0-1,-1 0 1,1 0 0,0 0 0,0 1 0,0-1-1,0 0 1,0 0 0,-1 0 0,1 0 0,0 0-1,0 1 1,0-1 0,0 0 0,0 0 0,0 0-1,0 0 1,0 0 0,0 1 0,0-1 0,0 0-1,-1 0 1,1 0 0,0 1 0,0-1 0,0 0-1,0 0 1,0 0 0,0 0 0,0 1 0,1-1 0,-1 0-1,0 0 1,0 0 0,0 0 0,0 1 0,0-1-1,0 0 1,0 0 0,0 0 0,0 0 0,0 1-1,1-1 1,-1 0 0,0 0-115,11 7 2117,-7-5-2077,1-1 1,-1 0-1,0 0 0,0 0 0,1 0 1,1-1-41,39-1-534,3-3 534,-2 0-7728,4 2 7728,-27 2-5343,0 0 1727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00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340 136 10496,'-2'-24'5348,"1"19"-4077,1-1-1,0 1 1,-1 0-1,0 0 1,-1-1-1,1 0-1270,0 5 114,0-1-1,1 1 1,-1-1 0,0 1-1,0 0 1,0-1-1,0 1 1,0 0 0,0 0-1,0 0 1,-1 0 0,1 0-1,0 0 1,0 0 0,-1 0-1,1 0 1,-1 1 0,1-1-1,-1 0 1,1 1 0,-1-1-1,-1 1-113,-2-1 28,-1 0-1,0 0 1,0 1-1,0 0 1,0 0 0,0 0-1,0 1 1,1 0-1,-1 0 1,0 0-1,0 1 1,1 0 0,-1 0-1,-2 2-27,-1 1 3,0 0 0,1 0 0,0 1 0,0 0 1,1 0-1,0 1 0,0 0 0,-5 6-3,-3 7 17,0 0 0,2 0 0,0 2 1,2-1-1,0 2 0,0 2-17,-1 8 18,2-1 0,1 2 1,1-1-1,1 5-18,5-25 22,1-1 0,0 1 0,1-1-1,1 1 1,0-1 0,0 1 0,3 7-22,-3-14 16,1 0 0,-1 0 0,2 0 1,-1 0-1,0 0 0,1 0 0,0-1 0,1 1 0,-1-1 0,1 0 0,0 0 0,0 0 0,1-1 0,-1 1 1,5 2-17,-2-3-3,1 1 0,0-1 1,1-1-1,-1 1 0,1-1 1,-1-1-1,1 0 0,0 0 1,0-1-1,0 0 0,0 0 1,0-1 2,16 0-703,-1-1 1,0-1 0,21-5 702,-20 2-1914,0-1 1,-1-1 0,11-5 1913,33-17-8628,-41 16 4970</inkml:trace>
  <inkml:trace contextRef="#ctx0" brushRef="#br0" timeOffset="2399.8">686 84 10624,'-21'-20'6613,"18"18"-5010,3 2-641,0 0-879,0 0 0,0 0 1,0 0-1,0 0 0,0-1 0,1 1 0,-1 0 0,0 0 0,0 0 0,0 0 0,0 0 0,0 0 0,0 0 0,1 0 0,-1 0 0,0 0 0,0 0 0,0 0 0,0-1 0,0 1 1,0 0-1,0 0 0,0 0 0,0 0 0,1 0 0,-1 0 0,0-1 0,0 1 0,0 0 0,0 0 0,0 0 0,0 0 0,0 0 0,0-1 0,0 1 0,0 0 0,0 0 0,0 0 1,0 0-1,0 0 0,0-1 0,0 1 0,0 0 0,0 0 0,-1 0 0,1 0 0,0 0-83,5 104 2347,0-39-2321,5 48-153,23 101 127,-23-158-481,-8-48-475,0 1 0,1-1 0,0 0 0,1 2 956,-3-8-3833,1-5 1843,-1-10-2880,-1-3 1596</inkml:trace>
  <inkml:trace contextRef="#ctx0" brushRef="#br0" timeOffset="2767.35">568 92 13696,'-24'-8'9397,"35"7"-9134,0 0 0,0-1 1,0 0-1,0-1 1,2 0-264,34-8-53,-25 8 71,0 1 0,0 1 0,0 1 0,0 1 0,0 1 0,0 1 1,11 3-19,-25-4 13,0 0 0,-1 1 0,1 0 0,0 0 0,-1 1 0,0 0 0,0 0 0,0 0 0,0 1 0,-1 0 0,1 0 0,-1 1 0,-1 0 0,1 0 0,-1 0 0,0 1 0,0 0 0,-1 0 0,0 0 0,0 0 0,0 4-13,0 0 20,0 0 0,-1 0 0,-1 0 1,0 0-1,0 0 0,-1 1 1,0-1-1,-1 1 0,-1-1 1,0 3-21,-1 1 47,-1 0 0,0-1 1,-1 1-1,-1-1 0,-1 1 1,1-2-1,-5 7-47,-1 0-10,-1-1 1,-1 1-1,-1-2 0,-1 0 0,0-1 1,-2 0-1,1-2 0,-2 0 1,0 0-1,-4 0 10,10-7-600,0-1 0,-1 0 0,0-1 0,0 0 0,-1-1 0,-5 0 600,18-4-343,-1 0-1,0-1 0,0 0 1,0 0-1,0 1 1,1-1-1,-1 0 1,0 0-1,0-1 1,0 1-1,0 0 1,0-1-1,1 1 1,-1-1-1,0 1 1,0-1-1,1 0 1,-1 0-1,0 0 1,1 0-1,-1 0 1,0-1 343,-9-12-3637</inkml:trace>
  <inkml:trace contextRef="#ctx0" brushRef="#br0" timeOffset="3215.45">1201 121 9088,'-5'-6'1441,"-9"-5"3400,12 11-1015,3 4-203,0 9-1909,-2 55-1250,0-7 394,5 31-858,-3-76 12,1 0 0,1 0 0,1-1 0,0 1-1,1-1 1,1 0 0,0 0 0,1-1 0,8 14-12,-11-23 8,0-1 0,0 1 0,0-1 0,0-1 0,1 1 0,0 0 1,0-1-1,0 0 0,0 0 0,0-1 0,0 1 0,1-1 0,-1 0 0,1-1 0,0 1 0,-1-1 0,1 0 1,0-1-1,0 0-8,13 1-377,0 0 1,0-2 0,0-1-1,0 0 1,4-2 376,75-17-3956,-33 3-3928,-42 13 4354</inkml:trace>
  <inkml:trace contextRef="#ctx0" brushRef="#br0" timeOffset="3570.56">1219 455 12800,'-32'9'4735,"32"-9"-3679,-10 8 416,7-8 256,6 0-1056,2-3-64,4-2-384,9-7-192,6 4-64,3-13 96,5 1-32,-5-8-1088,5 7 608,-5-2-3104,1 3 1984,-1-9-4639,-5 12 3455</inkml:trace>
  <inkml:trace contextRef="#ctx0" brushRef="#br0" timeOffset="3918.62">1177 193 10752,'-33'0'3509,"31"0"-3335,1 0-1,0 0 1,-1 0 0,1 0-1,-1 0 1,1 0 0,0 0-1,-1 0 1,1 1 0,-1-1-1,1 1 1,0-1 0,0 1 0,-1-1-1,1 1 1,0 0-174,-4 2 677,-7 3 2532,12-5-3128,0-1-1,0 0 0,0 0 1,0 0-1,0 0 1,0 0-1,1 0 0,-1 0 1,0 0-1,0 0 1,0 0-1,0 0 1,0 0-1,0 0 0,0 0 1,0 0-1,0 0 1,0 0-1,0 0 1,0 0-1,0 0 0,0 1 1,0-1-1,0 0 1,0 0-1,0 0 1,0 0-1,0 0-80,6-3 183,1 1 0,-1 0 0,1 0 0,5 0-183,16-5 228,93-33-2189,-61 18-2093,2 3 0,53-9 4054,-56 21-3637</inkml:trace>
  <inkml:trace contextRef="#ctx0" brushRef="#br0" timeOffset="4257.93">2170 63 9984,'-22'-2'3285,"15"-1"-1786,4 0-346,0 1 0,0-1 0,0 1 1,0 0-1,-1 0 0,0 0-1153,0 0 621,-1 0-1,1 0 0,-1 1 1,0-1-1,-1 1-620,1 0 42,0 1 1,1-1-1,-1 1 0,0 0 1,0 0-1,0 1 0,0-1 1,0 1-1,1 0 1,-1 1-1,0-1 0,1 1 1,-1 0-1,1 0 0,-1 0 1,1 1-1,0-1 1,0 1-1,-3 2-42,-10 11 9,1 1 0,1 0 0,0 2 0,1-1 0,1 2 0,0 0 0,0 3-9,-9 22-61,1 1 0,-11 38 61,29-74 0,0 0 1,0 0-1,1 1 0,0-1 0,1 1 0,0-1 1,1 1-1,0 4 0,1-9 12,0 0 0,0 0 0,0 0 0,1 0 0,-1 0 0,2 0 0,-1 0 0,0 0 1,1-1-1,0 0 0,1 1 0,-1-1 0,1 0 0,3 3-12,-3-5 11,0 1 1,0-1-1,1 1 1,-1-1-1,1-1 1,0 1-1,0-1 1,0 0-1,0 0 1,0 0-1,1 0 1,-1-1 0,1 0-1,-1 0 1,0-1-1,1 0 1,0 1-1,-1-2 1,4 1-12,4-2 26,0 0 1,-1 0 0,1-1-1,0-1 1,-1 0 0,0 0-1,8-5-26,-15 6 6,0 0 0,0 0-1,-1 0 1,1-1 0,-1 0-1,0 0 1,0 0 0,0 0 0,-1-1-1,1 0 1,-1 1 0,0-1-1,-1 0 1,1-1 0,-1 1-1,0 0 1,0-1 0,0 0-6,0-3 19,0 0 0,0 0 0,-1 0 0,0 0 0,-1 0 0,0-1 0,0 1 0,-1 0 0,0 0 1,-2-8-20,3 38 234,1-1 1,2 14-235,2-13-391,1 0 1,0 0 0,11 19 390,-11-26-2033,1 0 0,1-1 1,6 8 2032,0-5-3343,-1-11-1698,0-5 1500</inkml:trace>
  <inkml:trace contextRef="#ctx0" brushRef="#br0" timeOffset="4724.36">2485 455 12544,'-20'5'4042,"7"1"-291,11-3-2041,5-3 1570,2-2-3176,0 0 1,1 1-1,-1-1 0,1 1 0,4 0-104,12-3-334,48-16-3413,-51 13-2942,0 0 0,10-7 6689,-12 9-3365</inkml:trace>
  <inkml:trace contextRef="#ctx0" brushRef="#br0" timeOffset="5076.49">2453 250 15616,'-27'0'5791,"27"0"-4511,-10 4 224,6-4-192,8 0-864,1 0-224,8 0-160,11-4-160,3-1 64,10-3-960,3 1 544,0-6-4480,2 9 2720,-1-4-5183,-1 4 4191</inkml:trace>
  <inkml:trace contextRef="#ctx0" brushRef="#br0" timeOffset="21497.09">3003 217 7424,'-1'0'221,"0"0"1,0 0-1,0 0 1,1 0 0,-1 0-1,0 0 1,0 0-1,0 0 1,1-1-1,-1 1 1,0 0-1,0 0 1,1-1 0,-1 1-1,0 0 1,1-1-1,-1 1 1,0-1-1,1 1 1,-1-1 0,0 1-1,1-1 1,-1 1-1,1-1 1,-1 0-1,1 1 1,-1-1-1,1 0 1,0 1 0,-1-1-1,1 0 1,0 0-1,0 1 1,-1-1-1,1 0 1,0 0-1,0 0 1,0 1 0,0-1-1,0 0 1,0 0-1,0 0 1,0 1-1,0-1 1,0 0-1,1 0-221,2-10 843,1 1-1,0-1 0,1 1 0,1 0 0,-1 0 0,7-8-842,-5 10 125,0-1-1,0 2 1,1-1-1,-1 1 0,2 0 1,-1 1-1,1-1 0,0 2 1,0-1-1,0 2 1,9-4-125,-12 5 15,9-3 58,0 0-1,1 1 1,0 1-1,5 0-72,-18 3 31,1 0 0,0 1 0,0-1 0,-1 1 0,1 0 0,0 1 0,-1-1 0,1 0-1,0 1 1,-1 0 0,1 0 0,0 0 0,-1 0 0,0 1 0,1-1 0,-1 1 0,0 0 0,0 0-1,0 0 1,0 1 0,2 1-31,-3-1 17,0 0 0,0 0-1,0 0 1,-1 0 0,1 0-1,-1 0 1,0 1-1,0-1 1,0 0 0,0 1-1,-1-1 1,1 1 0,-1-1-1,0 1 1,0-1 0,0 1-1,-1 1-16,0 8 14,-1 1 1,-1 0-1,-3 9-14,-3 3 51,-1 1 0,0-2 0,-2 0 0,-1 0 0,-2-1 0,0-1 0,-5 6-51,-18 18 120,-1-1 0,-37 31-120,52-55 24,-1-1 0,-18 11-24,43-32 0,-2 2-24,1-1 0,-1 1 1,0-1-1,0 0 1,0 0-1,-1 0 0,1 0 1,0 0-1,0 0 1,0 0-1,-1-1 0,1 1 1,0-1-1,-2 0 24,1-1-98,7-1-21,10-2-42,1 2 150,0 2 1,0 0 0,0 1 0,8 1 10,62 12-208,-58-8 14,-16-4-48,32 5-2745,3-1 2987,-31-4-1888,-1-2 1,1 0 0,-1 0-1,1-2 1,2 0 1887,15-3-3536</inkml:trace>
  <inkml:trace contextRef="#ctx0" brushRef="#br0" timeOffset="21966.66">3541 181 14464,'-15'0'4655,"14"0"-4565,1 0 1,0 0-1,0 0 0,-1 0 0,1 0 0,0 0 0,-1 0 0,1 0 0,0 0 0,0 0 0,-1 0 0,1 0 0,0 0 0,0 0 0,-1 0 0,1-1 0,0 1 0,0 0 1,-1 0-1,1 0 0,0 0 0,0-1 0,0 1 0,0 0 0,-1 0 0,1 0 0,0-1 0,0 1 0,0 0 0,0 0 0,0-1 0,-1 1 0,1 0 0,0 0 0,0-1 1,0 1-1,0 0 0,0 0 0,0-1 0,0 1 0,0 0 0,0 0 0,0-1 0,0 1-90,4-1 177,-1 0-1,1 0 1,-1 0-1,0-1 1,0 1-1,1-1 1,-1 0-1,1-1-176,24-12-9,-21 12 35,-1 1 0,1 0 0,0 1 0,0-1 0,0 1 0,0 0 0,0 1 0,0 0 0,0 0 0,0 0 0,0 1 0,0 0 0,-1 1 0,1-1 0,0 1 0,0 0 0,-1 1 0,1 0 0,-1 0 0,0 0 0,0 1 0,0 0 0,-1 0 1,1 0-1,-1 1 0,0 0 0,0 0 0,0 0 0,-1 1 0,0-1 0,0 1 0,0 0 0,-1 0 0,3 6-26,-4-5 32,1 0 1,-1 0 0,-1 0-1,1 0 1,-1 1-1,-1-1 1,1 1-1,-1-1 1,0 1 0,-1-1-1,0 0 1,0 1-1,-1-1 1,-1 4-33,-1 3 95,-1 0 1,0-1 0,-1 1-1,-1-1 1,0 0-1,-8 10-95,2-5 120,0-2 1,0 0-1,-2-1 0,0 0 0,-1-1 1,0 0-1,-1-2 0,0 0 0,-1-1 1,0 0-1,-16 5-120,29-14 12,0 0 0,-1 0 0,1-1-1,-1 1 1,1-1 0,-1 0 0,0-1 0,1 0 0,-1 0 0,0 0 0,0 0 0,1-1 0,-5-1-12,7 1-5,-1 0 0,1 0 1,0-1-1,0 0 0,0 1 1,0-1-1,0 0 0,0-1 1,1 1-1,-1 0 0,1-1 1,-1 0-1,1 1 1,0-1-1,0 0 0,0 0 1,1 0-1,-1 0 0,1 0 1,0-1-1,-1 1 0,1 0 1,0-2 4,-1-6-16,0 1 0,1 0 0,0-1 0,0 1 1,1-1-1,1-4 16,1-6-46,0 1 0,6-19 46,-1 12-464,1 1-1,1 0 1,1 0-1,13-22 465,-13 29-1864,2 0 0,0 1 0,14-16 1864,6 3-5803,4 4 1809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4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24 736 9216,'-4'-2'1300,"-11"-4"3171,15 6-4381,0 0 0,-1 0 0,1 0-1,0 0 1,0 0 0,0 0 0,0 0 0,-1 0 0,1 0 0,0 0 0,0 0-1,0 0 1,0 0 0,0 0 0,-1 0 0,1 0 0,0-1 0,0 1 0,0 0-1,0 0 1,0 0 0,0 0 0,-1 0 0,1 0 0,0 0 0,0-1 0,0 1-1,0 0 1,0 0 0,0 0 0,0 0 0,0-1 0,0 1 0,0 0 0,0 0-1,0 0 1,0 0 0,0-1 0,0 1 0,0 0 0,0 0 0,0 0 0,0 0-1,0-1 1,0 1 0,0 0 0,0 0 0,0 0 0,0 0 0,0 0 0,0-1-1,0 1 1,0 0 0,1 0 0,-1 0-90,3-11 3600,8-1-2959,0 1 1,1 0-1,7-3-641,0-2 257,36-26 409,16-8-666,6-4 140,146-100-36,-106 75-43,13-9-584,36-13 523,-120 74-638,11-5-1764,-19 15-2862,-32 14 97,-2 5 1631</inkml:trace>
  <inkml:trace contextRef="#ctx0" brushRef="#br0" timeOffset="1222.25">1350 31 8960,'-12'-12'4847,"8"6"-1898,6 7-148,-1-1-839,-1-3 2326,0 2-3093,0 3-774,-1 16-76,-1 1-1,-2 3-344,1 4 74,-2 19-103,2 1 1,2 1 28,2-13-2796,5 24 2796,-5-49-1108,1 0 0,0 0 1,0 0-1,3 5 1108,-4-11-648,0 0-1,0-1 1,1 1 0,-1-1-1,0 1 1,1-1-1,0 0 1,-1 1 0,1-1-1,0 0 1,0 0-1,0 0 1,1 0-1,-1-1 1,0 1 0,2 0 648,10 3-3552</inkml:trace>
  <inkml:trace contextRef="#ctx0" brushRef="#br0" timeOffset="1670.83">1582 71 15872,'-8'-3'8283,"12"-1"-4944,23-1-4017,-9 1 1130,-1 0-445,0 0-1,0 2 0,1 0 0,-1 0 0,0 2 0,1 0 0,-1 1 0,0 1 1,1 0-1,-1 1 0,6 3-6,-14-3 24,0 0 1,0 1-1,0 0 0,0 0 1,-1 1-1,0 0 0,0 0 1,0 1-1,6 6-24,-9-7 35,0 1 0,0 0 0,0 0 0,-1 1 0,0-1 0,0 1 0,0 0 0,-1 0 0,0 0 0,-1 0 0,1 1 0,-1-1 0,0 3-35,-2-6 35,1 0 0,-1 0 0,0 1-1,0-1 1,0 0 0,0 1 0,-1-1 0,1 0 0,-1 0 0,0 0 0,-1 0 0,1 0 0,-2 2-35,0 0 63,0 0 0,0-1 1,-1 1-1,0-1 1,0 0-1,-1 0 1,1 0-1,-3 1-63,-7 5 143,0 0 0,-1-1 0,-1-1 0,1-1 0,-1 0-1,-3 0-142,5-2 52,0-1-1,0 0 1,-1-1-1,1-1 1,-1 0-1,0-1 1,-1-1-52,6-1-6,0 0-1,0 0 1,0-1 0,0 0 0,0-1 0,0 0 0,0-1-1,1 0 1,-1 0 0,-5-4 6,10 5-64,0-1 0,0 0-1,1-1 1,-1 1 0,1-1-1,-1 0 1,1 0 0,1 0 0,-1-1-1,0 1 1,1-1 0,0 0 0,0 0-1,1 0 1,-1 0 0,1 0-1,0-1 1,0 1 0,1-1 0,0 1-1,0-1 1,0 0 0,1 0 0,-1-4 64,1 0-405,1 1 0,0-1 0,0 0 0,1 1 0,0-1 0,0 1 1,1 0-1,0 0 0,1 0 0,0 0 0,1 0 0,0 1 1,0 0-1,4-5 405,1 1-3000,0 0 0,7-4 3000,25-18-4213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4.025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119 700 6016,'-13'-19'5754,"15"20"-4670,-2-1-1003,0-1-1,0 1 0,0 0 1,0 0-1,0 0 1,0 0-1,0 0 0,0 0 1,0 0-1,0 0 1,0 0-1,0 0 0,0 0 1,0 0-1,0 0 1,0 0-1,0 0 0,0 0 1,0 0-1,0-1 1,0 1-1,0 0 0,0 0 1,0 0-1,0 0 1,0 0-1,0 0 0,0 0 1,0 0-1,0 0 1,0 0-1,0 0 0,0 0 1,0 0-1,0-1 1,0 1-1,0 0 0,0 0 1,0 0-1,0 0 1,0 0-1,0 0 0,0 0 1,0 0-1,0 0 1,0 0-1,0 0 0,0 0 1,0 0-1,0 0-80,-2-1 769,-1 1 1,1 0-1,-1-1 0,1 1 1,-1 1-1,1-1 0,-1 0 1,1 0-1,-1 1 0,0 0-769,-33 7 2227,29-6-1954,5-1-157,-1 0-1,1 0 1,-1 0-1,0 0 1,1-1-1,-1 1 0,0-1 1,1 0-1,-1 0 1,0 0-1,0 0 0,-2 0-115,5-1 25,0 1-1,0 0 0,0 0 0,0-1 0,0 1 0,0 0 0,0 0 0,0 0 0,0-1 1,0 1-1,0 0 0,0 0 0,1 0 0,-1-1 0,0 1 0,0 0 0,0 0 0,0 0 0,0-1 1,0 1-1,1 0 0,-1 0 0,0 0 0,0 0 0,0 0 0,0-1 0,1 1 0,-1 0 1,0 0-1,0 0 0,0 0 0,1 0 0,-1 0 0,0 0 0,0 0 0,1 0-24,13-10 253,-4 3-115,57-43 289,76-50-201,4 7 1,91-41-227,-138 84 137,2 4 1,2 5-1,1 4 0,34-4-137,-98 28 294,-39 12-621,-4 1-466,-11 2-1154,42 3-16084,-12-2 14095</inkml:trace>
  <inkml:trace contextRef="#ctx0" brushRef="#br0" timeOffset="2305.78">1625 134 10112,'-30'-20'7013,"29"20"-6865,1 0 0,-1 0 0,1-1 0,-1 1 1,1 0-1,-1-1 0,1 1 0,0 0 0,-1-1 0,1 1 1,-1-1-1,1 1 0,0-1 0,0 1 0,-1-1 0,1 1 1,0-1-1,0 1 0,-1-1 0,1 1 0,0-1 0,0 1 1,0-1-1,0 1 0,0-1 0,0 0 0,0 1 0,0-1 1,0 1-1,0-1 0,0 1 0,0-1 0,0 1 0,1-1 1,-1 0-1,0 1 0,0-1 0,1 1 0,-1-1 0,0 1 1,0 0-1,1-1 0,-1 1 0,1-1 0,-1 1-148,3-3 46,1 0-1,-1 1 1,0-1 0,1 1-1,3-2-45,-4 2 241,16-7-191,0 0-1,0 1 1,1 0 0,0 2 0,10-2-50,16-1 183,43-4-183,-35 10 191,-50 3-139,0 0-1,0 0 0,1 1 0,-1-1 1,0 1-1,0 0 0,0 0 0,0 1 0,0-1 1,4 3-52,-8-4 14,1 0 0,-1 1-1,1-1 1,-1 0 0,1 1 0,-1-1 0,1 1 0,-1-1 0,1 1 0,-1-1 0,0 1 0,1-1 0,-1 1 0,0-1 0,1 1 0,-1-1 0,0 1 0,0 0 0,1-1 0,-1 1 0,0-1 0,0 1 0,0 0 0,0-1 0,0 1 0,0 0 0,0-1 0,0 1 0,0 0 0,0-1 0,-1 1 0,1-1 0,0 1 0,0 0 0,0-1 0,-1 1 0,1-1 0,0 1-1,-1-1 1,1 1 0,-1-1 0,1 1-14,-2 2 21,-1-1 0,1 1 0,-1-1 0,0 1 0,1-1 0,-1 0-21,1-1 18,-91 63 88,60-43-152,0 1 0,1 2 0,-3 6 46,34-30-1,1 1 0,-1-1-1,0 1 1,0 0 0,1 0-1,-1-1 1,1 1 0,-1 0-1,1 0 1,-1-1-1,1 1 1,-1 0 0,1 0-1,0 0 1,-1 0 0,1 0-1,0 0 1,0 0 0,0 0-1,0 0 2,0 0-1,0-1-1,0 1 1,1 0-1,-1-1 0,0 1 1,1 0-1,-1-1 0,0 1 1,1 0-1,-1-1 1,1 1-1,-1-1 0,1 1 1,-1-1-1,1 1 0,0-1 1,-1 1-1,1-1 1,0 0-1,0 1 2,4 1-10,1 0 0,0 0 0,1 0 0,-1 0 0,4-1 10,-2 1-3,27 6-39,0 2-1,-1 1 0,6 4 43,-28-10 24,-1 1 1,0 1-1,0-1 0,0 2 1,3 3-25,-7-6 16,-1 1 0,0 0 0,0 0 0,-1 0 0,0 1 1,0 0-1,0 0 0,1 4-16,-4-8 3,-1 0 1,0 0 0,0 0-1,-1 0 1,1 0-1,-1 1 1,0-1-1,1 0 1,-1 0 0,0 0-1,-1 0 1,1 0-1,-1 0 1,1 1-1,-1-1 1,0 0 0,0 0-1,0 0 1,-1-1-1,1 1 1,-1 0-1,1 0 1,-1-1-1,0 1 1,-1 0-4,-2 3 11,0-1 1,0 1-1,-1-1 1,0 0-1,0 0 1,-1 0-1,1-1 0,-1 0 1,-5 2-12,-9 3-239,0 0 1,-1-2-1,0-1 0,0 0 1,-6-1 238,15-3-457,0 0 0,0-1 0,0-1 0,0 0 0,0-1 0,0 0-1,0-1 1,0-1 0,-11-3 457,21 5-337,-1 0 0,1 0-1,0 0 1,0-1 0,0 0-1,0 1 1,0-1-1,0 0 1,0 0 0,0-1-1,1 1 1,-1 0 0,1-1-1,0 0 1,0 0-1,0 1 1,0-1 0,0 0-1,1 0 1,-1-1 0,1 1-1,0 0 1,0-1 0,0 1-1,0 0 1,0-1-1,1 1 1,0-1 0,0 1-1,0-1 1,0-1 337,1-2-729,0 1-1,0 0 1,1 0 0,1-2 729</inkml:trace>
  <inkml:trace contextRef="#ctx0" brushRef="#br0" timeOffset="2738.19">2195 215 12160,'0'-1'487,"-1"0"0,1 0 1,-1-1-1,1 1 0,-1 0 1,1 0-1,0-1 0,-1 1 1,1 0-1,0-1 0,0 1 1,0 0-1,0-1 0,0 1 1,1 0-1,-1-1 0,0 1 1,0 0-1,1 0 0,-1-1 1,1 0-488,1-1 326,0-1 0,0 1 1,0 0-1,1 0 0,-1 0 0,1 0 0,-1 0 1,2 0-327,5-4 20,-1 0 0,2 1-1,-1 0 1,0 0 0,6-1-20,2 0 31,0 2 1,0 0-1,0 0 0,0 2 0,1 0 1,0 1-1,-1 1 0,1 1 0,0 0 1,-1 1-1,1 1 0,0 1 0,-1 0 1,3 2-32,-13-3 24,0 0 1,0 1-1,0 0 0,0 0 1,0 1-1,-1-1 1,0 2-1,0-1 1,0 1-1,0 0 1,0 0-25,-3-2 21,-1 0 1,1 1 0,-1-1 0,0 0-1,0 1 1,0-1 0,-1 1-1,1 0 1,-1-1 0,0 1 0,0 0-1,0 0 1,-1 0 0,1 0-1,-1-1 1,0 1 0,0 0-1,0 0 1,-1 0 0,1 0 0,-1 0-1,0 0-21,-2 6 48,0 0-1,0 0 1,-1 0 0,0-1-1,-1 1 1,0-1 0,0-1-1,-7 9-47,2-5 68,0-1 0,-1 0 0,0 0 0,-1-1 0,-10 7-68,-1-2 90,0-1 0,-1-1-1,-1-1 1,0-1-1,-1-1 1,-19 4-90,34-11 36,-1 0 1,0-1-1,0 0 0,0-1 1,0 0-1,-9-1-36,16 0-9,1 0 0,-1-1 0,0 0-1,1 0 1,-1 0 0,1 0 0,-1-1-1,1 0 1,0 0 0,0 0 0,0 0-1,0-1 1,0 1 0,0-1 0,1 0-1,-1 0 1,1-1 0,0 1-1,-1-2 10,0 0-78,0-1 0,1 0 0,0 0 0,1 0 0,-1 0 0,1-1 0,0 1-1,0-1 1,1 1 0,0-1 78,0-3-235,0 0 0,1-1 0,0 1 0,0 0 0,1 0 0,1-3 235,1 0-584,0-1 1,1 1 0,0 1 0,1-1 0,1 0 0,0 1 0,1 0 0,0 0 583,4-4-1609,1 1 0,0 0 0,1 0 0,0 1 1,3-1 1608,39-30-3728</inkml:trace>
  <inkml:trace contextRef="#ctx0" brushRef="#br1" timeOffset="103747.6">1617 514 10368,'-16'2'3125,"6"-1"261,9 0 4145,24-14-5654,-1 3-1231,15-10-646,1-1 149,64-31-16,13-7-85,11 1-48,12 6 92,43-7-92,144-29-36,-309 84 23,47-10-181,9-2-1441,-70 16 1426,-1-1 1,0 1 0,0-1 0,1 0-1,-1 1 1,0-1 0,0 0 0,0 0 0,0 1-1,0-1 1,0 0 0,0 0 0,0 0-1,0-1 209,0 0-968,0 0-1,0 0 1,0 0-1,0 0 0,0 0 1,-1 0-1,1 0 1,-1 0-1,1 0 1,-1 0-1,0 0 0,0-1 969,0-2-3514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20 114 9344,'-4'-6'1194,"1"1"1,0-1 0,1 0-1,-1 0 1,1-1-1195,1 5 304,1 1 1,-1-1-1,1 1 0,0-1 0,0 1 0,0-1 1,0 1-1,0-1 0,0 1 0,0-1 1,0 1-1,1-1 0,-1 1 0,0-1 0,1 1 1,0-1-1,-1 1 0,1 0 0,0-1 1,-1 1-1,1 0 0,1-1-304,9-12 1709,-8 10-1244,0 0-1,0 0 0,1 0 1,-1 0-1,1 1 1,3-3-465,-6 6 18,-1 0 1,0 0-1,0-1 0,1 1 1,-1 0-1,0 0 0,1 0 0,-1 0 1,0 0-1,1 0 0,-1 0 1,0 0-1,1 0 0,-1 0 1,0 0-1,1 0 0,-1 0 1,0 1-1,1-1 0,-1 0 1,0 0-1,0 0 0,1 0 1,-1 1-1,0-1 0,1 0 1,-1 0-1,0 0 0,0 1 1,0-1-1,1 0 0,-1 0 1,0 1-1,0-1 0,0 0 1,0 1-1,1-1 0,-1 0 1,0 0-1,0 1 0,0-1 1,0 0-1,0 1 0,0-1 1,0 0-1,0 1 0,0-1 1,0 0-1,0 1-18,2 19 200,-3 67-124,0 2-2733,4 13 2657,-2-83-2012,2-1 0,1 6 2012,-3-17-1103,1-1 0,0 0 0,0 0 0,1 0 0,-1 0 1,1 0-1,0-1 0,3 4 1103,12 11-3472</inkml:trace>
  <inkml:trace contextRef="#ctx0" brushRef="#br0" timeOffset="432.52">365 137 13696,'-7'-7'2217,"6"6"-1692,0 0 0,0 0 0,0 1 0,0-1 1,0 0-1,0 0 0,1 0 0,-1-1 0,0 1 0,1 0 0,-1 0 0,1 0 1,-1 0-1,1-1-525,0 1 125,0 0 0,0 0 0,0 0 1,0 0-1,1 0 0,-1 1 0,0-1 1,0 0-1,1 0 0,-1 0 0,1 0 0,-1 0 1,1 0-1,-1 0-125,3-2 101,-1 0 1,1 0-1,0 0 1,0 1 0,0-1-1,0 1 1,1 0-1,-1-1 1,2 1-102,36-18 83,-31 17-86,-1 1 0,1 0-1,0 0 1,1 1 0,-1 0-1,0 1 1,0 0 0,0 0-1,1 1 1,6 2 3,0 1 18,-1 0 0,0 0 0,0 2 0,0 0 0,-1 0 0,2 2-18,-11-5 17,-1 1 1,1-1-1,0 1 1,-1 0-1,0 1 1,0-1-1,0 1 1,0 0-1,-1 0 1,0 0-1,0 1 1,0-1-1,0 2-17,-2-3 26,-1 0 0,1 1 1,-1-1-1,1 1 0,-1-1 0,0 1 0,-1-1 1,1 1-1,-1-1 0,0 1 0,0 0 0,-1-1 1,1 1-1,-1-1 0,0 1 0,0-1 0,0 1 1,-2 3-27,-2 1 44,0 0 1,0 0 0,-1 0 0,0 0 0,0-1 0,-1 0 0,0 0 0,0-1 0,-1 0 0,0 0 0,0-1-1,-1 0 1,-2 1-45,-6 3 85,0-1 0,-1 0 0,0-2 0,0 0 0,-1-1 0,-13 3-85,23-8 17,0 1 0,0-2 0,-1 1 1,1-1-1,0-1 0,0 0 0,-1 0 0,1-1 0,0 0 1,0 0-1,1-1 0,-1 0 0,0-1 0,-6-3-17,10 4-32,1 0 0,-1 0 0,0-1 0,1 1 0,0-1 0,-1 0-1,2 0 1,-1 0 0,0-1 0,1 0 0,-1-1 32,2 2-83,0 0 1,0 0 0,0 0-1,1 0 1,0 0-1,0 0 1,0-1 0,0 1-1,1 0 1,0-1-1,0 1 1,0 0-1,0-1 1,1 1 0,0-4 82,2-2-490,-1 0 0,2 0 0,0 0 0,0 1 0,0-1 1,1 1-1,5-7 490,2-1-2589,2 0 1,-1 1-1,5-3 2589,23-18-3946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7.797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107 398 10240,'-23'3'6773,"22"-2"-6189,-1 0 0,0-1-1,0 1 1,0 0 0,1 0 0,-1 1 0,0-1 0,1 0 0,-1 1 0,1-1-1,-1 0 1,1 1 0,-1 0-584,-9 9 1679,-38 14 1707,69-34-2784,1 1 0,10-2-602,-24 8 60,250-89 78,-66 22-105,193-54-76,-326 104-410,-7 3-2520,-20 5-5142,-20 4-866,-3 13 5355</inkml:trace>
  <inkml:trace contextRef="#ctx0" brushRef="#br0" timeOffset="771.32">1326 228 12032,'-2'-1'661,"1"1"0,-1-1 1,0 0-1,0 0 0,0 0 0,1 0 1,-1-1-1,1 1 0,-1 0 1,1-1-1,-1 1 0,1-1-661,1 2 243,-1-1-1,1 1 0,0-1 0,0 1 1,0-1-1,0 1 0,0-1 1,-1 1-1,1-1 0,0 1 1,0-1-1,1 1 0,-1-1 1,0 1-1,0-1 0,0 1 1,0-1-1,0 1 0,0-1 1,1 1-1,-1-1 0,0 1 1,1-1-243,7-9 949,1 2-890,0 1 0,0 0 1,1 0-1,0 1 0,0 0 0,0 1 1,1 0-1,0 0 0,5 0-59,-13 4 7,18-5 15,0 1 0,0 0 0,0 2 0,2 1-22,-17 1 27,-1 1-1,1 0 1,-1 0 0,1 0 0,-1 1-1,1 0 1,-1 0 0,1 1-1,-1-1 1,0 1 0,1 0 0,-1 1-1,0-1 1,-1 1 0,1 0 0,0 0-1,-1 0 1,3 3-27,-6-4 9,1-1 0,-1 1 0,0-1-1,0 1 1,0 0 0,0 0 0,0-1 0,0 1-1,-1 0 1,1 0 0,-1 0 0,1 0-1,-1 0 1,0 0 0,1 0 0,-1 0 0,0 0-1,0 0 1,-1 0 0,1 0 0,0 0 0,-1 0-1,1 0 1,-1-1 0,0 2-9,-1 4 10,-1 0-1,-1 0 1,1-1-1,-1 1 1,0-1-1,-2 1-9,-7 9 24,0 0-1,-1-1 1,-1-1-1,0-1 1,-9 6-24,-28 18 35,-5 0-35,2-2 2,34-22-17,17-11 1,-1 0 0,1 1 0,0 0 0,0-1-1,0 1 1,0 1 0,1-1 0,-3 3 14,6-5-2,-1-1 1,1 0-1,0 0 0,0 0 1,0 1-1,0-1 0,0 0 1,0 0-1,-1 1 0,1-1 0,0 0 1,0 0-1,0 0 0,0 1 1,0-1-1,0 0 0,0 0 1,0 1-1,0-1 0,0 0 0,0 0 1,0 1-1,0-1 0,0 0 1,1 0-1,-1 1 0,0-1 1,0 0-1,0 0 0,0 0 0,0 1 1,0-1-1,1 0 0,-1 0 1,0 0-1,0 1 0,0-1 1,1 0-1,-1 0 0,0 0 0,0 0 1,0 0-1,1 0 0,-1 1 1,0-1-1,0 0 0,0 0 0,1 0 1,-1 0-1,0 0 0,0 0 1,1 0-1,-1 0 0,0 0 1,0 0 1,18 1-35,194-11-2542,-197 9 1960,20-2-824,29-2-2495,-1 1-3476,-30 4 3940</inkml:trace>
  <inkml:trace contextRef="#ctx0" brushRef="#br0" timeOffset="1188.74">1918 349 12544,'0'-6'2120,"1"-7"4679,4 7-3165,6-2-3137,-5 4-451,0-1 1,1 1-1,0 0 1,0 1-1,0 0 1,0 0-1,0 0 1,1 1-1,0 0 1,-1 1-1,1-1-46,22-2 154,1 1-1,4 1-153,-33 2 19,10 0 45,12-2 93,1 1 0,0 2 0,0 0 0,23 5-157,-42-5 34,0 1 1,0-1-1,0 1 1,0 0-1,0 1 1,-1-1-1,1 1 1,-1 0-1,0 1 1,0-1-1,0 1 1,0 0-1,0 0 1,-1 1-1,0-1 1,0 1-1,0 0 1,0 0-1,-1 0 1,0 1-1,0-1 1,0 3-35,-1-5 19,-1-1 1,-1 1-1,1 0 1,0 0-1,-1 0 1,1 0-1,-1 0 0,0 0 1,0 0-1,0 0 1,-1 0-1,1 0 1,-1 0-1,1 0 1,-2 3-20,0-1 46,0-1 1,-1 1 0,1-1 0,-1 1 0,0-1 0,0 0 0,0 0-1,0 0 1,-3 1-47,-3 3 111,0 0 0,-1-1 0,0 0 0,0-1-1,0 0 1,-1-1 0,0 0 0,-7 2-111,-2-1 183,0-1 0,-1-1 1,0-1-1,-18 0-183,0-1 137,1-2 1,-9-2-138,28 0-82,0 0 0,0 0 0,0-2 0,0-1 0,1 0 0,0-1 0,0-1 0,-1-1 82,16 7-75,1-1 1,-1 1-1,1-1 0,-1 0 1,1 1-1,0-1 1,-1-1-1,1 1 0,0 0 1,0 0-1,1-1 0,-1 1 1,0-1-1,1 1 1,0-1-1,-1 0 0,1 0 1,0 1-1,1-1 1,-1 0-1,0 0 0,1 0 1,-1 0-1,1 0 1,0 0-1,0 0 0,0 0 1,1 0-1,-1 0 1,1-1 74,0-2-490,1 1 1,0-1 0,0 1 0,0 0 0,0-1-1,1 1 1,1 0 489,-1-1-1350,1 0-1,1 0 0,-1 1 1,1 0-1,3-3 1351,26-18-4362</inkml:trace>
  <inkml:trace contextRef="#ctx0" brushRef="#br1" timeOffset="104903.89">1203 807 8832,'-13'2'5690,"11"1"-1365,2-3-4205,0 0 0,0 0 0,0 0 1,0 1-1,0-1 0,0 0 0,0 0 1,0 1-1,0-1 0,0 0 0,0 0 0,0 0 1,0 1-1,0-1 0,0 0 0,0 0 1,0 0-1,0 1 0,0-1 0,-1 0 1,1 0-1,0 0 0,0 0 0,0 1 1,0-1-1,-1 0 0,1 0 0,0 0 0,0 0 1,0 0-1,-1 0 0,1 1 0,0-1 1,0 0-1,0 0 0,-1 0 0,1 0-120,24-35 2870,-17 26-2787,0 1 0,1-1 0,1 2 0,5-6-83,5-2 73,22-20 6,1 2 1,14-5-80,91-53-35,-107 66 7,294-171 183,-239 138-79,90-51-56,-115 71-109,75-38-718,-92 54-292,-52 21-700,-4 3-547,-10 2-5749,12-4 4565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5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104 143 11392,'-4'-17'3733,"4"16"-3580,0 0 0,0 0 0,0 0-1,0 0 1,0 0 0,0 0 0,0 0 0,0 0 0,1 1 0,-1-1 0,0 0 0,0 0 0,1 0-1,-1 0 1,1 0 0,-1 1 0,1-1 0,-1 0 0,1 0 0,0 1 0,-1-1 0,1 0 0,0 1-1,-1-1 1,1 1 0,0-1 0,0 1 0,-1-1 0,1 1 0,0-1 0,0 1 0,0 0 0,0 0-153,2-2 420,33-21 1590,-21 13-1324,1 1 0,4-2-686,-2 2 198,1 1 0,0 1 0,0 1 0,1 0 0,0 2 0,2 0-198,-15 2 31,0 2-1,1-1 1,-1 1-1,0 0 1,0 1 0,0 0-1,1 0 1,-1 0-1,0 1 1,0 0-1,0 1 1,-1-1-1,1 1 1,-1 1 0,1-1-1,-1 1 1,0 0-1,5 4-30,-4-1 36,-1 0 0,0 0 0,0 0 0,0 1 0,-1 0 0,0 0 0,0 0 0,-1 1 0,0-1 0,1 7-36,1 4 94,-1-1 0,-1 2 0,0-1 0,0 13-94,-3-21 72,-1 0 0,0-1-1,-1 1 1,0-1 0,0 1-1,-1-1 1,0 1 0,-1-1-1,-1 0 1,1 0 0,-6 9-72,5-11 72,0-1 0,0 0-1,-1 0 1,0-1 0,-1 1 0,1-1 0,-1 0 0,0-1 0,-1 1 0,1-1-1,-1-1 1,0 1 0,0-1 0,-1 0 0,-6 2-72,-6 0 165,-1 0 0,0-2 1,0 0-1,0-1 0,-21-1-165,24-1 72,-1-2 0,0 0 0,0-1-1,0-1 1,1-1 0,-1-1-1,1 0 1,0-1 0,-6-4-72,17 7-13,0-1 1,0 0-1,0 0 0,0 0 1,1 0-1,0-1 1,0 0-1,0-1 1,0 1-1,-3-6 13,6 7-29,0 0 0,1 0-1,0-1 1,-1 1 0,1 0 0,1-1 0,-1 0 0,1 1 0,0-1-1,0 0 1,0 1 0,0-1 0,1 0 0,0 0 0,0 0-1,0 0 1,1 1 0,0-3 29,1-2-213,1 1-1,-1 0 0,1 0 1,1 0-1,0 0 0,0 1 1,0 0-1,1 0 1,0 0-1,0 0 0,1 1 1,0-1-1,5-3 214,5-3-1897,0 0 1,0 1-1,1 1 0,1 1 0,7-3 1897,33-13-4330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04.6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182 125 7808,'-1'0'412,"1"-1"1,-1 1 0,0-1-1,0 1 1,1-1-1,-1 1 1,0-1 0,1 0-1,-1 1 1,0-1-1,1 0 1,-1 0 0,1 1-1,-1-1 1,1 0 0,0 0-1,-1 0 1,1 0-1,0 1 1,-1-1 0,1 0-1,0 0 1,0 0-1,0 0 1,0 0 0,0 0-1,0 0 1,0 0-1,0 0 1,0 1 0,1-1-1,-1 0 1,0-1-413,1-7 1839,-3 6-273,-2 6-1007,-2 6-241,-7 17-137,2 1-1,0 0 1,0 8-181,-21 84-9,-14 126 166,16-68 182,28-166-229,0-1 1,1 1-1,0 6-110,3-18 56,0-4-48,2-15-5,-1 1-1,0-9-2,2-17 0,22-77 0,-11 52 0,76-310-16,-87 355-26,7-23-31,-11 46 65,0-1 0,0 0 0,0 1-1,0-1 1,1 1 0,-1-1 0,1 1 0,0-1 0,0 1-1,-1 0 1,2 0 0,-1 0 0,0 0 0,1 0 8,-3 1 0,1 1-1,0-1 1,0 1 0,0 0-1,0-1 1,0 1 0,0 0-1,0-1 1,0 1-1,0 0 1,0 0 0,0 0-1,0 0 1,0 0 0,0 0-1,0 0 1,0 0 0,0 0-1,0 1 1,0-1 0,0 0-1,0 0 1,-1 1 0,1-1-1,0 1 1,0-1 0,0 1-1,0-1 1,0 1 0,-1 0-1,1-1 1,0 2 0,3 2-1,-1 0-1,1 1 0,-1-1 1,0 1-1,1 4 2,-1-4-8,10 18-48,11 20 34,-1 1-1,0 7 23,4 16 45,73 193 209,-50-130-587,-20-54-1441,-28-71 1213,-1-1 0,1 0 0,-1 1 0,0-1-1,0 0 1,-1 3 561,-2 5-4606,2-12 4518,0 0 0,0 0-1,0 0 1,0 0 0,0 0 0,0 0 0,0 0 0,0 0 0,0 0 0,0 0 0,0 0 0,0 1-1,0-1 1,0 0 0,0 0 0,0 0 0,0 0 0,-1 0 0,1 0 0,0 0 0,0 0-1,0 0 1,0 0 0,0 0 0,0 0 0,0 0 0,0 0 0,0 0 0,0 0 0,0 0-1,-1 0 1,1 0 0,0 0 0,0 0 0,0 0 0,0 0 0,0 0 0,0 0 0,0 0-1,0 0 1,0 0 0,0 0 0,0 0 0,0 0 0,-1 0 0,1 0 0,0 0 0,0-1-1,0 1 1,0 0 0,0 0 0,0 0 0,0 0 0,0 0 88,-4-5-2073,2 2 696,-8-9-1796</inkml:trace>
  <inkml:trace contextRef="#ctx0" brushRef="#br0" timeOffset="357.55">209 436 11776,'-27'14'3898,"26"-13"-3711,0-1-1,-1 1 1,1 0-1,0-1 1,0 1-1,-1 0 1,1 0-1,0 0 1,0 0-1,0 0 1,0 0-1,0 0 1,0 0-1,0 1 1,1-1-1,-1 0-186,-2 3 712,2-2-50,-1 0-1,1 0 1,-1 0 0,1 0-1,0 0 1,0 0 0,0 0 0,0 1-662,-3 5 1074,46-38-685,-28 19-424,0 1-1,1 0 1,0 1-1,1 1 0,0 0 1,13-3 35,3 0-2284,1 1-1,0 2 1,3 1 2284,-24 5-2159,-1 1 1,0 0-1,1 0 0,10 2 2159,6 3-3546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10.5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12 176 11520,'-12'-10'3733,"13"3"-16,1 4-1663,-2 6 2249,18 8-2473,-13-8-1832,0-1 0,0 1 0,1-1 0,-1-1 0,0 1 1,1-1-1,-1 0 0,1 0 0,-1 0 0,1-1 1,-1 0-1,1 0 0,-1 0 0,1-1 0,-1 0 1,3 0 1,3-2-1067,1 0 1,-1 0 0,0-2-1,-1 1 1,1-1 0,-1-1-1,3-1 1067,-6 2-2140,0 0 1,0 0-1,-1 0 0,7-7 2140,2-2-3552</inkml:trace>
  <inkml:trace contextRef="#ctx0" brushRef="#br0" timeOffset="354.47">54 41 11648,'-4'0'341,"-2"0"1097,-1 0 0,1 0-1,-1-1 1,1 0 0,-2 0-1438,4-1 3303,6-1 367,2 0-2958,-3 2-692,1 0-1,0 0 1,-1 0-1,1 1 0,-1-1 1,1 0-1,0 1 1,0 0-1,-1-1 1,1 1-1,1 0-19,8-2-32,11-3-380,-1 1 0,1 1 412,22-2-3739,-16 2-2258,-6 3 1928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05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279 100 8960,'-14'-25'5765,"13"15"-450,0 6-4692,1 1 0,0-1 0,-1 0 0,0 1 0,1-1 0,-2 1 0,1-1 0,0 1 0,-1-1-623,0 2 83,0-1 1,0 1-1,0 0 0,0 0 1,-1 0-1,1 0 0,-1 0 0,1 1 1,-1-1-1,0 1 0,0-1 0,0 1 1,1 0-1,-1 0 0,0 0 0,-1 1 1,1-1-1,0 1 0,0-1 1,0 1-1,0 0 0,0 1 0,0-1 1,0 0-1,0 1 0,-1 0-83,-2 0 14,1 0 0,-1 1 0,0-1 0,1 2 0,-1-1 0,1 1 0,0-1 0,0 1 0,0 1 0,0-1 0,1 1 0,-1 0 0,-3 4-14,-3 6-4,0 1-1,1 0 1,0 1 0,2 0 0,0 1 0,0 0-1,2 0 1,0 0 0,-3 19 4,3-9-9,2 1 0,0 1 1,2-1-1,1 0 0,1 1 0,3 5 9,-2-23 9,0 0-1,1 0 1,1-1-1,-1 1 1,2-1-1,0 0 0,0 0 1,1 0-1,0 0 1,2 1-9,-4-6-39,0 0-1,1-1 1,-1 1 0,1-1 0,1 0-1,-1 0 1,0 0 0,1-1 0,0 0-1,0 1 1,0-2 0,0 1-1,0 0 1,1-1 0,-1 0 0,1-1-1,-1 1 1,1-1 0,4 1 39,-1-2-524,0 0 0,0 0 1,1 0-1,-1-1 0,0-1 0,0 1 0,0-1 1,3-2 523,9-3-3117,0-1 0,-1-2 0,0 0 3117,30-15-4197</inkml:trace>
  <inkml:trace contextRef="#ctx0" brushRef="#br0" timeOffset="3999.93">844 160 7296,'3'-8'5599,"-1"6"-4991,-1 0-1,0-1 1,1 1-1,-1-1 1,-1 1-1,1-1 1,0 1-1,-1-1 1,1 0 0,-1 1-1,0-2-607,1 0 439,-2 0-1,1 0 1,0 0-1,-1 0 1,1 0-1,-1 0 0,-2-3-438,2 5 136,0 0-1,0 0 1,0 0-1,0 0 1,-1 0-1,1 1 1,-1-1-1,1 0 1,-1 1-1,1 0 1,-1-1-1,0 1 1,0 0-1,0 0 1,0 0-1,0-1-135,-3 0 15,0 0-1,0 0 0,-1 0 0,1 1 1,0-1-1,-1 1 0,1 1 1,-1-1-1,1 1 0,-1 0 1,0 0-1,1 0 0,-1 1-14,-2 1 21,0-1 1,0 2-1,0-1 0,1 1 0,-1 0 1,1 1-1,-1 0 0,-3 2-21,-2 3 22,0 1-1,1 0 1,0 1-1,0 0 1,2 1-1,-1 1 1,1-1-1,-7 14-21,2-3 13,2 1 0,0 1 0,2 0-1,1 1 1,0 0 0,2 0 0,2 1 0,0 0-1,1 1 1,1 7-13,4-27 1,0-1 0,0 1 0,1 0 0,0-1 0,0 1 0,1-1 0,0 1 0,0-1 0,0 0 0,2 1-1,-3-4 3,1 0 0,1 0 0,-1-1-1,0 1 1,1 0 0,0-1 0,0 0 0,0 0 0,0 0 0,0 0 0,0 0-1,1-1 1,0 1 0,-1-1 0,1 0 0,0 0 0,4 1-3,1 0-115,1-1 0,0 0-1,0-1 1,0 0 0,0 0 0,-1-1 0,1 0 0,0-1 0,0 0 0,0-1-1,1 0 116,4-2-805,0 0-1,-1-1 0,0 0 1,0-1-1,0 0 0,-1-2 0,0 1 806,-6 2-1299,0 0 0,0 0 0,-1-1 0,1 0 0,-1 0-1,-1 0 1,1-1 0,-1 1 0,0-2 0,3-5 1299,0 0-2432</inkml:trace>
  <inkml:trace contextRef="#ctx0" brushRef="#br0" timeOffset="4332.07">834 379 7296,'0'0'155,"0"0"0,0 0-1,0-1 1,0 1 0,0 0 0,0 0 0,0 0 0,0 0 0,0 0 0,0 0-1,0 0 1,0 0 0,0 0 0,0 0 0,0-1 0,0 1 0,0 0 0,0 0-1,-1 0 1,1 0 0,0 0 0,0 0 0,0 0 0,0 0 0,0 0 0,0 0-1,0 0 1,0 0 0,0 0 0,0 0 0,0 0 0,0-1 0,-1 1 0,1 0 0,0 0-1,0 0 1,0 0 0,0 0 0,0 0 0,0 0 0,0 0 0,0 0 0,0 0-1,-1 0 1,1 0 0,0 0 0,0 0 0,0 1 0,0-1 0,0 0 0,0 0-1,0 0 1,0 0 0,0 0 0,0 0 0,-1 0 0,1 0 0,0 0 0,0 0-1,0 0 1,0 0 0,0 0 0,0 0 0,0 0 0,0 1 0,0-1 0,0 0-1,0 0-154,0-2 5257,0 4-5659,0-1 1757,0-1-417,0 16 1308,1 3-2092,1 0 1,0 0-1,2-1 1,0 1 0,1-1-1,0 0 1,5 7-155,12 24-1983,5-3-3287,-25-41 4472,0-2-175,-1-1-1,1 0 1,0 1-1,-1-1 0,1 0 1,0 0-1,0 0 1,1 0 973,9 6-3760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18.921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7 502 5376,'-1'0'280,"1"-1"-1,-1 1 1,1-1 0,-1 0-1,1 1 1,-1-1 0,1 1-1,0-1 1,-1 0 0,1 1-1,0-1 1,0 0 0,-1 1 0,1-1-1,0 0 1,0 1 0,0-1-1,0 0 1,0 0 0,0 1-1,0-1 1,0 0 0,0 1-1,0-1 1,0 0 0,0 0-280,1-5 3693,9 2 346,26 0-3221,-9 1-406,-26 3-404,3-1 27,1 1 0,-1-1-1,0 1 1,1 0-1,-1 0 1,0 0 0,1 1-35,10 1 105,0-1-1,0-1 1,0 0 0,1-1-105,18 0 210,-5-1-87,27-4-123,5 0 256,-9 3-27,8-1-26,23-5-203,159-21 130,-75 11 81,184-18 464,-92 11-801,-174 20 196,61 4-70,-104 2-32,904 3 634,-688-15-602,-60 1 0,-19 9 107,-49-3 290,63-14-397,85-3 136,-129 17 131,94-17-267,156-12 318,-134 16-252,490-25-18,-667 38-4,-33 1 72,47 4-116,-35 1 36,19-5-36,16 1 12,-63 2 81,20-5-93,12 0 24,45-2-24,87-3 0,-117 7 33,-49 1-47,1 2 1,2 1 13,206 2 93,-130-3-69,155 1 24,-180-3 11,54-1-70,-49-4 59,-51 3 64,-44 5-289,1 0 1,-1-1-1,0 1 1,1 0-1,-1 0 1,0-1-1,0 1 1,1-1-1,-1 1 1,1-1 176,12-4-3984,-11 4 3134,0 1 0,0-1 0,0 0 1,0 0-1,1 0 0,-2 0 0,1 0 1,0-1-1,0 0 0,0 1 0,-1-1 1,3-2 849,21-21-4784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21.836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0 352 6656,'0'-2'751,"0"0"0,0 0 0,0 0 0,1-1 0,-1 1 0,1 0 0,-1 0 1,1 0-1,0 0 0,0 0 0,0 0 0,1-1-751,0-2 2149,-2 5-2077,0 0 0,0-1 0,0 1 1,0 0-1,0 0 0,0 0 0,1 0 0,-1-1 0,0 1 0,0 0 1,0 0-1,0 0 0,1 0 0,-1 0 0,0-1 0,0 1 1,0 0-1,1 0 0,-1 0 0,0 0 0,0 0 0,0 0 0,1 0 1,-1 0-1,0 0 0,0 0 0,0 0 0,1 0 0,-1 0 1,0 0-1,0 0 0,1 0 0,-1 0 0,0 0 0,0 0 0,0 0 1,1 0-1,-1 1 0,0-1 0,0 0-72,1 0-107,49-1 1578,-8 0-919,0 2-1,0 2 0,5 2-551,-24-3 197,0 0 0,0-2 0,0-1 0,2 0-197,35-1 257,317-7 661,-134-4-380,-65 2-287,-35 8-9,136-9 49,-46-9-168,-86 8-72,321-19 154,-264 29-109,81-6 32,-53 9-99,-107 1-21,336-10 3,-304 7 88,13 0-81,69 2 82,-110 1-157,695-1 195,-624-5 42,79 1-34,57-2-110,-297 4-8,386-6 41,104-1 54,-409 7-101,152-8 84,254-33 64,-250 22 12,-169 10-162,50-3 8,129-7 68,581-8-38,162 31 134,-602-5 64,66 19-128,-193 0-101,365 12-43,-636-27-93,19 4 109,7 0 8,196 1 114,-143-3-116,-78-2-69,19 4 63,-20-2 303,19 0-303,-41-1 3,-6-2 2,0 1 0,0-1-1,1 1 1,-1-1 0,0 1-1,1-1 1,-1 0 0,0 0-1,0 0 1,1 0-1,-1 0 1,0 0 0,1 0-5,-1 0-117,1 1 1,-1-1-1,0 0 1,0 1 0,0-1-1,0 1 1,0-1-1,0 1 1,0-1-1,0 1 1,0 0 0,0 0-1,0-1 1,0 1 116,-1 0-148,1-1 1,-1 0 0,0 0 0,1 1-1,-1-1 1,0 0 0,0 0 0,1 1-1,-1-1 1,0 0 0,0 1 0,0-1-1,1 0 1,-1 1 0,0-1 0,0 1-1,0-1 1,0 0 0,0 1-1,0-1 1,0 0 0,0 1 0,0-1-1,0 1 1,0-1 0,0 0 0,0 1-1,0-1 1,0 1 0,0-1 0,0 0-1,0 1 1,0-1 0,-1 0-1,1 1 1,0-1 0,0 0 0,0 1-1,-1-1 1,1 0 0,0 0 0,-1 1-1,1-1 148,-15 6-6335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29.0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9 7296,'0'-1'176,"-1"1"1,1-1-1,0 1 1,0 0 0,-1-1-1,1 1 1,0-1-1,-1 1 1,1-1-1,0 1 1,-1 0-1,1-1 1,-1 1-1,1 0 1,0-1 0,-1 1-1,1 0 1,-1 0-1,1-1 1,-1 1-1,1 0 1,-1 0-1,0 0 1,1 0-1,-1 0 1,1 0 0,-1 0-1,1 0 1,-1 0-177,1 0 2,0 0 78,0 0 1,0 0-1,0 0 1,0 0-1,0 0 0,0 0 1,0 0-1,0 0 1,0 0-1,0 0 0,0 0 1,0 0-1,0 0 1,0 0-1,0 1 0,0-1 1,0 0-1,0 0 1,0 0-1,-1 0 0,1 0 1,0 0-1,0 0 1,0 0-1,0 0 0,0 0 1,0 0-1,0 0 1,0 0-1,0 0 0,0 0 1,0 0-1,0 0 1,0 0-1,0 0 0,0 0 1,0 0-1,0 0 0,-1 0 1,1 0-1,0 0 1,0 0-1,0 0 0,0 0 1,0 0-1,0 0 1,0 0-1,0 0 0,0 0 1,0 0-1,0 0 1,0 0-1,0 0 0,0 0 1,0 0-1,0 0 1,0 0-1,-1 0 0,1 0 1,0 0-1,0 0-80,2 7 6475,-2-7-5654,0 17 907,-1 70-1010,-1-24-568,3 0 0,6 30-150,-4-70-182,15 107-967,-10-91-4143,3 5 5292,-6-25-5744,4-3 1755</inkml:trace>
  <inkml:trace contextRef="#ctx0" brushRef="#br0" timeOffset="1303.92">316 118 7808,'0'0'230,"-1"-1"1,0 1-1,0-1 1,1 1-1,-1-1 1,1 0-1,-1 1 0,0-1 1,1 0-1,-1 0 1,1 1-1,0-1 1,-1 0-1,1 0 1,0 0-1,-1 1 1,1-1-1,0 0 1,0 0-1,0 0 1,0 0-1,0 0 0,0 0 1,0 0-231,5-25 5341,-1 9-2571,-4 15-2643,0 0-1,0 0 1,1 0-1,-1 0 1,1 0 0,0 0-1,-1 0 1,1 0-1,0 0 1,0 0 0,0 0-1,1 0 1,-1 0-1,0 1 1,1-1 0,-1 0-1,1 1 1,-1-1 0,1 1-1,0 0 1,0 0-1,-1-1 1,3 1-127,3-2 66,1 0 0,0 1 1,0 0-1,0 1 0,1 0 0,-1 0 0,0 1 0,0 0 1,1 0-1,-1 1 0,0 0 0,0 0 0,0 1 1,0 0-1,3 1-66,19 8 30,0 0 0,-2 2 0,12 7-30,-28-13 48,0 0-1,-1 0 1,1 1 0,-2 0 0,1 1 0,1 2-48,-7-7 51,-1 1 0,0 0 0,1 1 0,-2-1 0,1 1 0,-1 0-1,0 0 1,0 0 0,0 0 0,-1 1 0,0-1 0,0 1 0,0 3-51,-1 4 65,0-1 0,-1 1 0,0-1 0,-1 1 0,-1-1 0,0 0-1,0 1 1,-2-1 0,0 0 0,0 0 0,-1-1 0,0 1 0,-1-1 0,-1-1 0,0 1 0,-1-1 0,-3 4-65,5-7 40,-1 0 1,-1-1 0,0 0-1,0 0 1,0 0 0,-1-1-1,0-1 1,0 1 0,-6 1-41,-8 4 73,-1-2 1,1-1-1,-11 2-73,21-6 35,1-1-1,-1-1 1,0 0-1,0-1 0,0-1 1,-1 0-1,1 0 0,-11-3-34,17 2-2,-1 0 0,1-1 0,0-1 1,-1 1-1,1-1 0,1 0 0,-1-1 0,0 1 0,1-1 0,-1-1 0,1 1 0,1-1 0,-1 0 0,1-1 0,-4-3 2,4 2-25,0 0 1,1 0 0,0 0-1,0-1 1,0 0 0,1 1-1,0-1 1,1-1-1,0 1 1,0 0 0,1 0-1,0-1 1,0 1 0,1-1-1,0-3 25,2-16-129,1 0 1,1 1-1,8-28 129,-9 41-472,1-1 0,0 1 0,1 0 0,1 0 0,0 0 0,0 1 0,2 0 0,5-8 472,1 0-1926,11-14-1128,-5 14-2435,-2 11 1884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33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24 596 10112,'-17'0'11075,"11"0"-8271,7 0-993,9-12-163,153-84-267,-64 42-1147,3 5-1,10 1-233,60-28 24,50-21 73,-129 57-77,-33 18 8,-43 16-54,0 0 1,0-1-1,-1-1 0,0 0 0,9-7 26,-19 11-457,-5 4 179,0-1 0,1 0 1,-1 0-1,0 0 0,0 0 1,1 0-1,-1-1 1,0 1-1,0 0 0,0 0 1,0-1-1,-1 1 278,3-17-6531,-3 8 921,0 5 1770</inkml:trace>
  <inkml:trace contextRef="#ctx0" brushRef="#br0" timeOffset="758.9">1609 187 10240,'-6'-2'2340,"-6"-4"2162,12 6-4427,0 0 0,0 0 0,0 0-1,-1 0 1,1 0 0,0 0 0,0 0 0,0 0 0,0 0 0,0 0 0,0 0-1,-1-1 1,1 1 0,0 0 0,0 0 0,0 0 0,0 0 0,0 0-1,0 0 1,0 0 0,0 0 0,0-1 0,0 1 0,-1 0 0,1 0-1,0 0 1,0 0 0,0 0 0,0 0 0,0-1 0,0 1 0,0 0 0,0 0-1,0 0 1,0 0 0,0 0 0,0-1 0,0 1 0,0 0 0,0 0-1,0 0 1,0 0 0,0 0 0,1 0 0,-1-1 0,0 1 0,0 0 0,0 0-1,0 0 1,0 0 0,0 0 0,0 0 0,0 0 0,0-1-75,5-6 4229,2-5-3360,3 4-703,0 0 0,1 1-1,0 0 1,1 1-1,0 0 1,5-2-166,-9 5 4,0 1 0,0 0-1,-1 0 1,1 1 0,0 0-1,0 0 1,1 0 0,-1 1-1,0 1 1,0 0 0,3 0-4,5 2 13,1 1 0,0 1 0,-1 1 0,0 0 0,0 1 0,6 4-13,-13-6 21,0 0 1,-1 1-1,0 0 1,0 0-1,0 1 1,-1 0-1,0 0 1,0 0-1,-1 1 1,0 0-1,4 7-21,-8-11 23,0-1-1,0 1 0,-1-1 0,1 1 0,-1 0 0,0 0 0,0 0 0,0 0 0,0 0 0,0 0 0,-1 0 0,0 0 0,0 0 0,0 0 0,-1 0 0,1 0 0,-1 0 0,0 0 0,0 0 0,0 0 0,-1 0 0,1-1 1,-1 1-1,0-1 0,0 1 0,0-1 0,0 1 0,-1-1 0,0 0 0,0 1-22,-7 5 86,1-1 1,-1 0-1,0-1 1,-1 0-1,0 0 1,0-1-1,-1 0-86,-16 6 162,-1-1-1,-8 2-161,21-8 43,-1 0 1,1-1-1,-1-1 1,1-1-1,-1 0 1,0-1-1,0-1 1,0 0-1,1-1 1,-1-1-1,0-1 1,1 0-1,-4-3-43,16 5-12,0 0 0,0 0 0,0-1 0,0 0 0,1 0 0,-1 0 0,-1-1 12,4 2-13,0 0 1,0-1 0,-1 1-1,1 0 1,0-1 0,0 1-1,0 0 1,0-1 0,0 1 0,1-1-1,-1 0 1,0 1 0,1-1-1,-1 1 1,1-1 0,0 0-1,-1 0 1,1 1 0,0-1-1,0-1 13,1-7-217,0 0 0,1 0 0,0 1 0,0-1 0,1 1 0,1-1 0,0 1 0,0 0 0,0 0 0,3-3 217,11-17-3016,2 0 0,7-8 3016,-8 13-4845,1 0 0,19-16 4845,1 9-3984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05.3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86 178 11136,'-13'-6'3197,"0"-2"571,9 7-1591,6 4 264,-1-2-814,-1-1-667,10 0 603,1-1-1570,1-1 1,0 0 0,0 0-1,3-3 7,18-2-1302,-18 4 226,26-5-2753,-15-2-3325,-13 4 3432</inkml:trace>
  <inkml:trace contextRef="#ctx0" brushRef="#br0" timeOffset="332.54">40 20 14592,'-26'5'5439,"26"-5"-4223,-11 4 416,8-4 192,6 0-1152,-3 0 64,11 3-480,-3 2-160,5-2-64,11-3-32,-2 0 0,6-8-224,-1 5 128,0-6-1728,5 6 1024,-5-9-6719,0 7 4159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56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57 7296,'1'-2'955,"0"-1"0,-1 1 0,1-1 1,0 0-1,-1 0 0,1 1 0,-1-1 1,0 0-1,0-2-955,3-5 3629,-1 6-2161,-3 7-549,-3 10-682,1 0 1,1 1 0,0-1 0,1 0-1,0 2-237,-3 26 150,-15 58 194,-18 53-344,-2 12 243,23-101 292,-5 9-535,12-41 286,7-26-206,3-8 2,4-13 7,27-135-176,9-34-29,-33 157 99,35-117-81,-32 111 97,3 1 1,0 0-1,5-3 1,-18 33 5,21-32 77,-20 33-72,-1 0 0,0 0 0,1 0 0,0 1 0,-1-1 0,1 1-1,0-1 1,0 1 0,0 0 0,-1 0 0,1 0 0,0 0 0,1 0 0,-1 0-1,0 0 1,0 1-10,-1 0 13,0 0 0,0 0-1,0 0 1,0 0 0,0 0-1,0 0 1,0 0 0,0 1-1,0-1 1,0 0 0,0 1-1,0-1 1,0 1 0,0-1-1,-1 1 1,1-1 0,0 1-1,0 0 1,-1-1-1,1 1 1,0 0 0,-1 0-1,1-1 1,0 2-13,11 22 118,-9-19-76,20 54 132,9 39-174,-11-33 2,25 93 39,-3-8-1095,-35-124-1939,3 19 2993,-9-34-2153,0 1 1,-1-1 0,0 3 2152,-4-4-4539,2-2 1494</inkml:trace>
  <inkml:trace contextRef="#ctx0" brushRef="#br0" timeOffset="357.95">206 409 10496,'-38'0'6975,"37"0"-6580,-1 1-1,1 0 0,0-1 0,0 1 0,0 0 1,0 0-1,0 0 0,0 0 0,0 0 0,0 0 0,0 0 1,1 0-1,-1 0 0,0 0 0,1 0-394,-1 0 145,0 0 1,1 0-1,-1-1 0,1 1 1,-1 0-1,1 0 0,-1 0 0,1 0 1,0-1-1,-1 1 0,1 0 1,0 0-1,0 0 0,0 0 0,-1 0 1,1 0-1,0 0 0,0 0-145,2-1 106,0 0-1,0 0 0,0 0 1,0 0-1,-1-1 0,1 1 1,0-1-1,0 1 0,1-2-105,-3 2 7,67-21-1345,30-4 1338,7-2-1937,-64 13-2057,-3 2 1172</inkml:trace>
  <inkml:trace contextRef="#ctx0" brushRef="#br0" timeOffset="5161.95">1007 259 8320,'0'-2'656,"0"-1"0,0 0 0,1 1 0,-1-1 0,1 1 0,-1-1 0,1 1 0,0-1-656,2-11 5187,-6-23-2108,3 34-2898,-1-3 248,0 1-1,0-1 1,-1 0 0,0 1 0,0-2-429,1 5 95,0 0 1,0 1-1,0-1 1,0 1-1,0-1 0,0 1 1,0-1-1,-1 1 1,1-1-1,0 1 1,-1 0-1,0 0 1,1 0-1,-1 0 1,1 0-1,-1 0 1,0 0-1,0 0 1,0 0-96,-3 0 54,1 1 0,0-1 0,-1 1 0,1-1 0,-1 1 0,1 0 0,0 1 0,-1-1 0,1 1 0,0 0 0,-1 0 0,1 0 0,0 1 0,0-1 0,0 1 0,-2 1-54,-8 5 42,0 1 0,1 0 0,-10 9-42,9-7 17,-4 3 22,0 1-1,1 1 0,1 1 1,1 0-1,-9 13-38,18-21 7,0 0 0,0 0 0,1 0 0,0 1 0,1 0 0,0 0 0,0 0 0,1 0 0,1 1 0,0-1 0,0 1 0,1 0 0,0 2-7,1-9 2,0 1-1,0 0 1,1-1 0,0 1-1,-1-1 1,2 1-1,-1-1 1,0 1 0,1-1-1,0 0 1,0 1-1,0-1 1,0 0 0,1 0-1,0-1 1,0 1-1,0-1 1,0 1-1,0-1 1,1 0 0,-1 0-1,1 0 1,0-1-1,0 1 1,0-1 0,0 0-1,0 0 1,3 1-2,6 1-39,0-1 0,0 0 1,0-1-1,0 0 0,0-1 0,0 0 1,1-1-1,-1 0 0,7-2 39,30-5-1200,-1-1 0,24-8 1200,-22 2-8933,10-7 8933,-18 8-3978</inkml:trace>
  <inkml:trace contextRef="#ctx0" brushRef="#br0" timeOffset="5700.63">1449 199 12032,'-15'-3'3978,"14"2"-3608,0 1 0,0-1-1,0 1 1,0-1 0,1 1 0,-1-1 0,0 0-1,0 1 1,1-1 0,-1 0 0,0 0-1,0 0-369,-1-3 1416,6 7-133,-3-2 24,-1-1-491,0 0-38,0 0-287,1 2-367,1 0 0,-1 0 0,0 0 0,0 0 0,0 1 0,0-1 0,0 0 0,0 2-124,19 73 288,4 35-288,14 52-1253,-33-145 9,1 0 0,3 3 1244,-6-16-1756,0 1 1,1-1 0,0 1-1,2 2 1756,-4-7-586,-2-1 375,0-1-1,1 1 1,-1-1 0,0 0-1,0 1 1,1-1 0,-1 1-1,0-1 1,1 0 0,-1 1-1,0-1 1,1 0-1,-1 1 1,1-1 0,-1 0-1,0 0 1,1 1 0,-1-1-1,1 0 1,-1 0-1,1 0 1,-1 0 0,1 0-1,-1 1 1,1-1 0,-1 0-1,1 0 1,-1 0-1,0 0 1,1 0 0,-1-1-1,1 1 1,-1 0 0,1 0-1,-1 0 1,1 0-1,-1 0 1,1-1 211,9-3-3317</inkml:trace>
  <inkml:trace contextRef="#ctx0" brushRef="#br0" timeOffset="6047.68">1431 199 15360,'-49'0'10431,"55"-2"-10193,0 0-1,0 0 1,-1 0 0,1-1-1,-1 0 1,1 0-1,-1 0 1,3-3-238,11-6 83,38-17-1704,1 3 0,12-3 1621,-52 22-1946,17-6-2052,-10 6-1759,-2 6 1949</inkml:trace>
  <inkml:trace contextRef="#ctx0" brushRef="#br0" timeOffset="6402.31">1453 426 15360,'-27'23'5695,"27"-23"-4415,-5 9 128,5-9 64,10 0-928,-2-5 64,6 5-352,4-7-256,6-2 0,3-7 64,5 7-32,0-6-640,3 3 320,7-5-2272,-7 6 1408,-3 2-6207,0 6 4127</inkml:trace>
  <inkml:trace contextRef="#ctx0" brushRef="#br0" timeOffset="8690.15">2346 195 7936,'-1'0'319,"1"0"1,-1 0-1,1 0 1,-1-1-1,1 1 0,-1 0 1,1 0-1,-1-1 1,1 1-1,0 0 1,-1-1-1,1 1 1,-1 0-1,1-1 1,0 1-1,-1-1 0,1 1 1,0-1-1,-1 1 1,1 0-1,0-1 1,0 1-1,0-1 1,-1 0-1,1 1 1,0-1-1,0 1 0,0-1 1,0 1-1,0-1 1,0 1-1,0-1-319,0 0 1383,0-9 189,1 8-1366,-1 0 0,0-1 1,0 1-1,0 0 0,0-1 1,0 1-1,0 0 0,-1-1 0,1 1 1,-1 0-1,1-1 0,-1 1 1,0 0-1,0 0 0,0 0 0,0 0 1,-1 0-1,1-1-206,-6-4 508,5 5-420,0-1 1,0 1 0,-1 0 0,1 0 0,-1 0-1,1 0 1,-1 0 0,0 1 0,1-1 0,-1 1-1,0-1 1,-2 1-89,0-1 14,-1 1 1,0 0-1,0 0 0,0 0 0,0 1 0,0 0 1,0 0-1,0 1 0,0-1 0,0 1 1,0 1-1,0-1 0,0 1 0,1 0 0,-1 0 1,-4 3-15,0 1-17,0 0-1,0 0 1,1 1 0,0 0 0,0 1 0,1 0 0,0 0 0,-5 8 17,-2 2-31,2 1 0,0 1-1,1 0 1,1 0 0,1 1 0,1 0 0,0 1 0,2 0 0,0 3 31,4-12-9,1-1 0,1 0 0,0 0 0,0 1 0,1-1 0,1 1 0,0-1 0,1 4 9,0-7 3,1 1 0,-1-1-1,2 0 1,-1 0 0,1-1 0,0 1 0,1-1 0,0 0 0,0 0 0,1 0 0,3 2-3,-5-5-13,0-1 0,0 0 0,0 0 0,1 0 0,-1-1-1,1 1 1,0-1 0,0 0 0,0-1 0,1 1 0,-1-1 0,1 0 0,-1 0 0,1-1 0,0 1 0,-1-1 0,1-1 0,0 1 0,0-1 0,5 0 13,0-1-115,-1-1 0,0 0 1,1 0-1,-1-1 0,0 0 0,0 0 1,0-2-1,-1 1 0,2-2 115,-6 3-57,0 0-1,0 0 0,0-1 0,-1 0 0,0 0 0,0 0 0,0 0 0,1-2 59,-3 3-4,0 1 0,-1-1 0,1 0 1,0-1-1,-1 1 0,0 0 0,0 0 1,0-1-1,0 1 0,0 0 0,-1-1 1,1 1-1,-1-4 3,0 4 157,0 0 0,0 0 0,0-1-1,-1 1 1,1 0 0,-1 0 0,0 0 0,0 0 0,0 0 0,0 0-1,-1 0 1,1 0 0,-1 0 0,0 0 0,0 1 0,0-1-1,-1-1-155,2 3 41,1 1 0,-1 0 0,1-1 0,0 1 0,-1-1 0,1 1 0,0-1 0,0 1 0,-1-1 0,1 1 0,0-1 0,0 1 0,0-1 0,0 1 0,0-1 0,0 1 0,0-1 0,-1 1 0,1-1 1,1 1-1,-1-1 0,0 1-42,2-2 234,2 6 36,32 60 178,-7-10-1958,-8-21-4143,-16-24-341,4 0 1845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0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12 180 6144,'-1'-1'581,"0"-1"1,0 1-1,0 0 1,0-1-1,0 0 0,0 1 1,0-1-1,1 0 1,-1 1-1,0-1 0,1 0 1,-1 0-1,1 1 1,0-3-582,0-27 6965,1 10-4945,-1 11-1039,0 7-690,0-1 0,0 0 1,0 0-1,1 0 1,-1 0-1,1 0-291,0 2 23,-1 1 0,1-1 0,0 1 0,-1-1 0,1 1 0,0 0 0,0 0 0,0-1 0,0 1 0,0 0 0,0 0 0,0 0 0,1 0 0,-1 0 0,0 0 0,0 1 0,1-1-23,14-7 15,0 1 0,0 1 0,0 1 0,0 0 0,1 2 0,0-1 0,0 2 0,0 0 0,0 1 0,0 1 0,14 1-15,-26 0 12,0-1 1,0 1-1,-1 0 1,1 0-1,0 1 0,0-1 1,-1 1-1,1 0 1,0 0-1,-1 0 1,3 3-13,-5-4 4,0 1 1,0-1 0,-1 1 0,1-1 0,0 1 0,-1 0 0,1 0 0,-1 0 0,0 0 0,0 0 0,1 0 0,-1 1 0,-1-1 0,1 0 0,0 0 0,0 1 0,-1-1 0,1 0 0,-1 1 0,0-1 0,0 1 0,0-1 0,0 0 0,0 2-5,-2 5 11,0 1-1,0-1 1,-1 0 0,0-1-1,-1 1 1,0 0 0,0-1-1,-1 0 1,-2 3-11,-3 4 19,-1-1-1,-1 0 1,0 0 0,-7 5-19,-10 6-142,-24 15 142,29-22-88,22-16 76,-18 14-89,19-15 95,0-1-1,1 1 1,-1 0-1,0-1 1,1 1-1,-1 0 1,0 0-1,1-1 1,-1 1-1,1 0 1,0 0-1,-1 0 1,1 0-1,-1-1 1,1 1-1,0 0 1,0 0-1,0 0 1,-1 0-1,1 0 1,0 0-1,0 0 7,1 0-6,1 0-1,-1 0 0,0 0 1,0 0-1,0 0 0,1 0 1,-1 0-1,0-1 0,1 1 1,-1 0-1,1-1 0,-1 1 1,0-1-1,1 0 0,-1 0 1,1 1-1,-1-1 0,1 0 1,0 0 6,8 2-2,54 11 7,-41-8 44,1 0 1,-1 1-1,0 1 0,0 1 0,4 4-49,-23-10 5,1 1 0,-1 0 0,0 0-1,0 0 1,0 0 0,3 4-5,-6-6 9,0 0 0,1 1 1,-1-1-1,0 1 0,0-1 0,0 1 0,-1-1 0,1 1 0,0-1 0,0 1 1,-1 0-1,1-1 0,-1 1 0,0 0 0,1 0 0,-1-1 0,0 1 0,0 0 1,0 1-10,-1 0 6,1-1 1,-1 1-1,0 0 1,0-1-1,0 1 1,-1 0 0,1-1-1,-1 1 1,1-1-1,-1 0 1,0 0-1,0 1 1,0-1 0,0 0-7,-3 2 6,1 0 0,-2 0 0,1-1 1,0 0-1,-1 0 0,-3 2-6,-7 1-38,-1 0 1,0-1-1,0 0 0,-2-1 38,2-1-463,1 0 0,-1-1 0,0-1 0,1 0 0,-1-1 0,-15-3 463,27 3-428,-1-1 0,1-1 0,-1 1 0,1-1 0,0 1 0,0-2 0,-1 1 0,-2-3 428,6 4-369,0-1 0,0 1 0,0-1 0,0 0 1,0 0-1,0 0 0,1 0 0,-1 0 1,1 0-1,0 0 0,-1-1 0,1 1 0,0 0 1,0-1-1,1 1 0,-1-1 0,0 1 0,1-1 1,-1 1-1,1-2 369,1-21-4208,6 4 1403</inkml:trace>
  <inkml:trace contextRef="#ctx0" brushRef="#br0" timeOffset="533.31">512 253 11008,'-6'-13'5094,"5"13"-4904,1 0 0,0 0 0,0-1 1,-1 1-1,1 0 0,0 0 0,0-1 0,0 1 0,-1 0 0,1-1 0,0 1 0,0 0 0,0-1 1,0 1-1,0 0 0,0-1 0,-1 1 0,1 0 0,0-1 0,0 1 0,0 0 0,0-1 0,0 1 1,1 0-1,-1-1 0,0 1-190,12-12 2821,-11 10-2695,1 0 0,-1 0-1,1 0 1,0 1 0,0-1-1,0 0 1,2 0-126,18-11 125,-13 8-98,0-1 0,0 2 0,1-1 0,-1 1 0,1 1 0,0 0 0,0 0 0,2 0-27,0 2 6,1 0-1,0 1 1,0 1-1,0 0 1,-1 0-1,1 1 1,0 1-1,-1 0 1,10 4-6,1 2 26,1 1 0,-1 1 1,-1 1-1,8 6-26,-22-13 73,-1 1 0,0 0 1,0 0-1,0 0 0,0 1 1,-1 0-1,0 0 0,3 6-73,-7-10 57,1 1-1,-1 0 1,0 0-1,-1-1 0,1 1 1,0 0-1,-1 1 1,0-1-1,0 0 1,0 0-1,-1 0 0,0 1 1,1-1-1,-1 0 1,-1 1-1,1-1 1,-1 0-1,1 0 1,-2 3-57,-1 0 90,0 0 0,0-1 1,-1 1-1,0-1 0,-1 1 1,1-1-1,-1-1 1,0 1-1,-1-1 0,1 1 1,-1-2-1,0 1 1,0-1-1,-1 1 0,1-2 1,-2 1-91,-18 9 270,0-1 1,-1-1-1,-13 2-270,32-10 30,-5 2 24,-1-1 0,1 0 0,-1-1 0,0-1 0,0 0 0,0 0 0,0-2 0,-3 0-54,4 0 9,-1-2 1,1 1-1,-1-2 0,-2-1-9,10 3-22,0-1 0,0 0 0,0-1 1,1 1-1,-1-1 0,1 0 0,-1-1 1,1 1-1,0-1 0,-3-4 22,3 3-52,0-1-1,0 1 1,0-1 0,1-1-1,0 1 1,1 0-1,-1-1 1,1 0 0,0 0-1,1 0 1,0 0 0,-1-7 52,1 4-361,1 0 0,0 0 0,1 0 0,1 0-1,-1 0 1,1 0 0,1 1 0,0-1 0,1-2 361,2-4-1241,0 1-1,1 0 1,1 0-1,0 0 1,6-7 1241,-3 5-2376,1 2 0,1-1 0,1 2 0,5-6 2376,22-16-3866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0.046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05" units="cm"/>
      <inkml:brushProperty name="height" value="0.05" units="cm"/>
      <inkml:brushProperty name="color" value="#5B2D90"/>
    </inkml:brush>
    <inkml:brush xml:id="br2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24 711 6528,'-1'-1'203,"1"1"0,-1 0 1,0 0-1,1 0 0,-1 0 1,0 0-1,1 0 0,-1 0 0,1 0 1,-1 0-1,0 1 0,1-1 1,-1 0-1,0 0 0,1 1 0,-1-1 1,1 0-1,-1 0 0,1 1 1,-1-1-1,0 1 0,1-1 0,0 1 1,-1-1-1,1 1 0,-1-1 1,1 1-1,-1-1 0,1 1 0,0-1 1,0 1-1,-1 0 0,1-1 1,0 1-1,0-1 0,0 1-203,-5 8 4244,5-7-3615,0 0 0,-1 0 1,1-1-1,0 1 0,0 0 0,0 0 0,1 0 0,-1 0 0,0 0-629,1 11 3522,0-12-3501,-1-1 1,0 0-1,1 0 0,-1 0 1,1 0-1,-1 0 0,1 0 1,-1 0-1,0 0 0,1 0 1,-1 0-1,1 0 0,-1 0 1,1 0-1,-1 0 0,0-1 1,1 1-1,-1 0 0,1 0-21,42-24 227,25-19-227,1 0-3,32-15 110,82-33-107,-61 37 70,201-89 137,-218 93-1138,-37 15-79,-52 23-1618,-8 5-885,1 2-3780,-4 4 3437</inkml:trace>
  <inkml:trace contextRef="#ctx0" brushRef="#br0" timeOffset="648.75">1430 100 10112,'-2'-1'814,"-2"-1"2199,6 1 141,-1 1-525,-1 0-901,0 0-165,0 0-577,0 0 76,0 0-358,0 17 661,-1-4-1263,-1 1 0,0-1 0,0 0 1,-2 0-1,-3 10-102,1-6 36,1 1 0,2-1-1,-1 4-35,3-15 4,0 0 0,1 0-1,-1 0 1,2 0 0,-1 0-1,0 1 1,1-1-1,1 1-3,-1-4 0,0-1 0,0 1 0,0-1 0,0 0 0,1 0 0,-1 1 0,1-1-1,0 0 1,-1 0 0,1 0 0,0-1 0,0 1 0,0 0 0,0-1 0,1 0 0,-1 1-1,0-1 1,1 0 0,-1 0 0,2 1 0,5 1 1,0-1 0,0 1 0,1-1 1,-1-1-1,0 0 0,9 0-1,13-1-427,15-2 427,-9 0-572,35-5-2153,-24 1-1123,-1 4-3738,-23 5 3922</inkml:trace>
  <inkml:trace contextRef="#ctx0" brushRef="#br0" timeOffset="988.32">1673 83 11904,'-20'0'3898,"20"0"-3848,0 0-1,0 0 0,-1 0 1,1 0-1,0 0 1,0 0-1,0 0 0,-1 0 1,1 0-1,0 0 1,0 0-1,0 0 1,0 0-1,-1 0 0,1 0 1,0 0-1,0 0 1,0 0-1,0 0 0,-1 0 1,1 0-1,0 1 1,0-1-1,0 0 0,0 0 1,0 0-1,-1 0 1,1 0-1,0 0 1,0 1-1,0-1 0,0 0 1,0 0-1,0 0-49,-7 9 1637,6 2 3509,2 33-3636,1 2-899,-2 29-611,-1-25-1159,2 13 1159,1-45-1513,0-1 0,1 1-1,2 2 1514,3 2-3127,1-8-2049,0-1 1560</inkml:trace>
  <inkml:trace contextRef="#ctx0" brushRef="#br0" timeOffset="1405.98">1913 226 15872,'0'0'205,"0"0"1,0 0 0,0 0 0,-1 0 0,1 0 0,0 0 0,0 0 0,0 0-1,-1 0 1,1 0 0,0 0 0,0 0 0,0 0 0,-1 0 0,1 0 0,0 0-1,0 0 1,0 0 0,-1 0 0,1 0 0,0 0 0,0 0 0,0 0 0,0 0-1,-1-1 1,1 1 0,0 0 0,0 0 0,0 0 0,0 0 0,0 0 0,0-1-1,-1 1 1,1 0 0,0 0 0,0 0 0,0-1-206,5-5 2321,16-7-2116,-6 5-166,1 1 1,0 0-1,0 1 0,0 1 0,1 0 0,0 1 0,17-1-39,-27 4 5,0 0 0,1 1 0,-1 0 0,0 1 0,1 0 0,-1 0 0,0 0 0,0 1 0,0 0 0,0 1 0,0-1 0,0 1 0,-1 1 0,1-1 0,-1 1 0,0 0 0,0 1 0,-1-1 0,1 1 0,0 1-5,0 1 43,0-1 1,-1 1-1,1 0 1,-2 0-1,1 0 1,-1 1-1,0 0 1,-1 0-1,0 0 1,0 0-44,-2-3 47,0-1 0,0 0 1,0 0-1,-1 0 0,1 1 1,-1-1-1,-1 0 0,1 1 1,0-1-1,-1 0 0,0 0 1,0 0-1,0 0 0,-1 0 1,1 0-1,-1 0 0,0 0 1,0 0-1,0 0 0,-1-1 1,0 2-48,-3 1 91,0 0 0,0 0-1,0-1 1,-1 1 0,0-2 0,0 1 0,0-1 0,0 0 0,-1 0-1,1-1 1,-1 0 0,0 0 0,0-1 0,0 0 0,-1-1 0,-7 1-91,1 0 23,-1-2 0,1 0 1,0 0-1,0-1 0,-1-1 1,1-1-1,1 0 0,-1-1 1,0-1-24,8 3-47,1-1-1,-1 0 1,1 0 0,0 0 0,0-1-1,0 0 1,1 0 0,-1-1 0,1 1 0,0-1-1,0 0 1,1-1 0,-4-3 47,6 6-173,0-1 1,0 1-1,1 0 0,-1-1 1,1 1-1,0-1 0,0 1 0,0-1 1,0 1-1,1-1 0,-1 0 1,1 0-1,0 1 0,0-1 1,0 0-1,1 1 0,-1-1 0,1 0 1,0 1-1,0-1 0,0 1 1,1-1-1,-1 1 0,1-1 1,0 1-1,1-1 173,5-10-2111,2 0-1,-1 1 1,2 1 0,0-1 0,0 2-1,1-1 1,1 2 0,1-1 2111,39-19-4224</inkml:trace>
  <inkml:trace contextRef="#ctx0" brushRef="#br1" timeOffset="66116.07">1335 724 10624,'-18'2'5487,"12"-1"-2920,7-1-131,0 2 1590,-1-2-3980,1 0-1,-1 0 1,0 0 0,0 0 0,0 0-1,0 1 1,0-1 0,0 0-1,0 0 1,0 0 0,0 0 0,0 0-1,0 0 1,0 0 0,1 0 0,-1 0-1,0 0 1,0 0 0,0 1-1,0-1 1,0 0 0,0 0 0,0 0-1,1 0 1,-1 0 0,0 0 0,0 0-1,0 0 1,0 0 0,0 0-1,0 0 1,1 0 0,-1 0 0,0 0-1,0 0 1,0 0 0,0 0 0,0-1-1,0 1 1,0 0 0,1 0-1,-1 0 1,0 0 0,0 0 0,0 0-1,0 0 1,0 0 0,0 0-1,0 0-45,40-23 466,-2-1-1,-1-1 0,18-18-465,54-36 124,148-77-75,-225 138-66,113-61 50,-43 25 270,6-10-303,-58 32-748,62-42 1609,-78 47-4698,-2-1-4358,-22 24-1944,-2 6 6417</inkml:trace>
  <inkml:trace contextRef="#ctx0" brushRef="#br1" timeOffset="66986.84">2682 226 14080,'-30'0'8042,"52"-5"-3890,32-13-4495,-39 13 705,15-5-325,10-4-6,19-2-31,-46 13 31,1 0 1,0 1-1,0 1 0,0 0 0,0 1 1,5 1-32,-17-1 11,-1 0 0,1 0 0,-1 0 0,1 1 0,-1-1 0,1 0 0,-1 1 0,0-1 0,1 1 1,-1-1-1,0 1 0,1-1 0,-1 1 0,0 0 0,0 0 0,1 0 0,-1 0 0,0 0 0,0 0 1,0 0-1,0 0 0,0 0 0,-1 0 0,1 0 0,0 1 0,-1-1 0,1 0 0,0 1 0,-1-1 1,1 0-1,-1 1 0,0-1 0,0 1 0,1-1 0,-1 1 0,0-1 0,0 1 0,0-1 0,0 0 1,-1 1-1,1-1 0,0 1 0,-1-1 0,1 1 0,-1-1 0,1 0 0,-1 1 0,1-1 1,-2 1-12,-4 8 65,0 0 0,-1-1 0,0 0 0,0 0 1,-1-1-1,-1 0 0,1 0 0,-1 0-65,-35 34 70,38-35-98,4-5 5,0 0 0,0 0 0,0 0 0,0 1 0,1-1 0,-1 0 0,0 3 23,1-4-3,1 0 1,0-1-1,0 1 0,0-1 1,0 1-1,0 0 1,0-1-1,0 1 1,0-1-1,0 1 0,0 0 1,1-1-1,-1 1 1,0-1-1,0 1 0,1-1 1,-1 1-1,0 0 1,1-1-1,-1 1 0,0-1 1,1 0-1,-1 1 1,1-1-1,-1 1 0,0-1 1,1 0-1,-1 1 1,1-1-1,0 0 1,-1 1-1,1-1 0,-1 0 1,1 0-1,-1 1 1,1-1-1,0 0 0,-1 0 1,1 0-1,-1 0 3,17 5 0,0-1-1,1-1 0,-1 0 1,2-1 0,-7-1 1,1 0 1,-1 1-1,0 0 1,0 1-1,-1 1 0,1 0 1,-1 0-1,1 1 1,0 1-2,-10-5 5,0 1 0,0-1 1,0 0-1,-1 1 0,1 0 1,0-1-1,-1 1 0,1 0 0,-1 0 1,0 0-1,0 0 0,1 0 1,-1 0-1,0 0 0,-1 0 0,1 0 1,0 1-1,-1-1 0,1 0 1,-1 0-1,1 1-5,-1 1 9,0 0-1,-1-1 1,1 1 0,-1 0-1,1-1 1,-1 1 0,0 0-1,-1-1 1,1 1 0,-1-1-1,1 0 1,-1 1 0,-1 0-9,-5 6 20,0 0 0,-1 0 0,0-1 0,0-1 0,-1 1 0,-7 3-20,6-3 2,-7 5-177,-1-1 0,0-1 0,-1-1 0,0 0 0,-1-1 0,-4 0 175,18-7-342,-1-1-1,0 0 1,0 0 0,0-1 0,-1 0 0,-1 0 342,7-1-315,0 1 1,-1-1 0,1 0-1,-1-1 1,1 1 0,0-1-1,-2 0 315,4 1-151,1 0-1,-1-1 0,0 1 0,0 0 1,0-1-1,1 1 0,-1-1 1,0 1-1,1-1 0,-1 1 0,0-1 1,1 0-1,-1 1 0,1-1 1,-1 0-1,1 1 0,-1-1 0,1 0 1,-1 0-1,1 1 0,0-1 0,-1 0 1,1 0-1,0 0 0,0 0 1,0 1-1,0-1 0,0 0 0,0 0 1,0-1 151,4-19-5179,3 1 1617</inkml:trace>
  <inkml:trace contextRef="#ctx0" brushRef="#br1" timeOffset="67461.56">3316 351 12544,'-8'-4'1791,"7"3"-1274,-1 0-1,1 1 0,-1-1 1,0 1-1,1-1 0,-1 1 1,1 0-1,-1-1 1,0 1-1,1 0 0,-2 0-516,11-7 5283,-1 1-4930,1 0 0,0 0 0,4-2-353,-4 4 43,26-14 14,24-8-57,-46 21-5,1 1 0,0 0-1,0 1 1,0 0 0,1 1 0,7 0 5,-8 2 33,1 0 1,0 0 0,0 1-1,-1 1 1,1 1 0,-1-1-1,0 2 1,1 0 0,-2 1-1,1 0 1,0 1 0,-1 0-1,11 8-33,-19-11 34,-1-1 0,0 1-1,0 0 1,0 0 0,-1 0-1,1 1 1,-1-1 0,1 1 0,-1-1-1,0 1 1,0 0 0,-1 0-1,1 0 1,-1 0 0,0 0 0,0 0-1,0 0 1,-1 0 0,1 0-1,-1 0 1,0 0 0,0 1-1,-1 0-33,0 3 63,0 0 0,-1 0 0,0 0 0,0 0 0,0 0 0,-1 0-1,-1-1 1,1 1 0,-1-1 0,-1 0 0,-4 6-63,-4 4 156,0-2 0,-1 0 1,-1 0-1,-1-1 0,0-1 1,-12 8-157,14-13 98,1 0 1,-1 0-1,-1-1 0,0-1 1,1 0-1,-2-1 1,1-1-1,-1 0 1,0-1-99,9-2 2,0-1 1,0 0 0,1 0-1,-1 0 1,0 0 0,0-1-1,1 0 1,-1-1 0,1 0-1,-4-1-2,6 1-63,-1 0-1,1 0 1,0-1-1,-1 1 0,1-1 1,1 0-1,-1 0 0,0-1 1,1 1-1,0-1 0,-1 0 1,1 0-1,1 0 1,-1 0-1,1 0 0,-1-1 1,1 1-1,1-1 0,-1 1 1,0-1-1,1 0 0,0-3 64,-1-1-695,0 0-1,1 0 1,0-1-1,1 1 1,0 0-1,1-1 1,0 1 0,0 0-1,1-1 1,0 1-1,1-2 696,14-24-3243</inkml:trace>
  <inkml:trace contextRef="#ctx0" brushRef="#br2" timeOffset="122730.38">2615 675 11392,'-15'2'5572,"9"-1"-2273,7 0-784,20 5 866,-5-7-3089,-1-1 0,1-1 0,-1 0 1,0-1-1,0-1 0,-1 0 0,4-3-292,-10 5 62,156-66 375,-70 29-378,172-65-21,-185 74-28,545-224-2463,-578 235 801,7-4-2707,-21 6-2291,-14 5 2810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34.2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99 13952,'-4'-16'6559,"3"8"-5433,3 6-860,-1 1 1,1-1 0,-1 1 0,1-1 0,0 1-1,0 0 1,0-1 0,0 1 0,0 0-1,0 0 1,0 0 0,1 0-267,0 0 153,20-10 30,1 2 0,1 0 0,0 2-1,0 1 1,0 1 0,25-2-183,-29 5 9,-1 1 0,0 1 0,0 1 0,0 1 0,0 1 1,0 1-1,0 0 0,-1 1 0,4 3-9,-15-5 40,0 1 1,0 0-1,0 0 1,0 1-1,-1 0 1,1 0-1,-1 1 1,-1 0-1,7 6-40,-11-9 39,0-1-1,0 1 1,0 0-1,0-1 1,0 1-1,0 0 0,-1 0 1,1 0-1,-1 0 1,0 1-1,0-1 1,0 0-1,0 0 1,-1 1-1,1-1 1,-1 1-1,0-1 0,0 0 1,0 1-1,0-1 1,-1 1-1,1-1 1,-1 0-1,0 0 1,0 1-1,0-1 0,-1 2-37,-2 0 70,0 1 0,0-1 1,0 0-1,0 1 0,-1-2 1,0 1-1,0-1 0,0 1 1,-1-1-1,1-1 0,-1 1 1,0-1-1,0 0 0,-1 0-71,-18 7 198,0 0 1,-23 4-199,39-12 34,-19 7 61,0-2 0,-1-2 0,1 0 0,-2-2-1,-7-1-94,2-1 176,-33-4-176,53 1 24,-1 0 1,1-1 0,0-1-1,0 0 1,-13-6-25,22 7-4,-3 0-26,0-2 0,0 1 0,1-1 0,-7-5 30,13 9-40,0 0 1,0-1 0,1 1 0,-1-1 0,0 0 0,1 1 0,-1-1 0,1 0 0,0 0-1,0 0 1,-1 0 0,1 0 0,1 0 0,-1 0 0,0-1 0,0 1 0,1 0 0,-1 0 0,1-1-1,0 1 1,0 0 0,0-1 0,0 0 39,1-1-233,0 0 0,0-1 0,0 1 0,1 0 0,0 0 0,0 0 0,0 0 0,0 0 0,1 0 0,-1 1 0,1-1 0,0 1 0,0-1 1,0 1-1,1 0 0,0 0 233,7-6-1318,1 0 1,0 1-1,1 1 1,10-5 1317,43-18-6037,3 4 1920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47.388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0 465 4224,'0'0'1445,"0"0"-826,0 0 63,0 0 300,11-14 3562,-2 15-445,48 5-1745,-43-5-1938,0 0 0,0 1 0,-1 0 0,9 4-416,34 5 698,-35-8-566,0-2 0,0 0 0,1-1 0,-1 0 0,0-2 0,0-1 0,0-1 0,1-1-132,-1 0 216,-1 1-1,5 1-215,18-5 177,23-4 190,60-2-367,67 3 189,-118 8-62,-35-1 111,18-4-238,17-2 135,-48 7-113,96-7 474,20 4-496,-56 4 256,33-7-256,-92 6 2,83-9 7,0 4 1,33 5-10,219 0 123,-273-5 72,7-1-108,-23 7 52,184-11 197,65-16-352,-6 5 84,-82 7-99,186-9 31,-179 14-69,493-14 261,-594 23-186,154-5-7,-31 4 1,-188 4 0,222-9 44,2 0-8,-106 1-118,-81 1 143,-71 5-43,135-7 33,-70 6-51,-55 3 0,14-3 0,109-7 6,36-4-6,-43-2-6,-124 14 79,6 3-73,-11 0 114,30-4-114,-18-2 48,-8 2-27,13-4-21,-11 2 6,-29 4-259,-1 0 1,1-2-1,4-1 253,0 0-2904,-1 0 0,7 0 2904,25-4-7823,-16 0 4287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49.459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12 6 6400,'-11'-5'3447,"11"5"-3343,0 0 0,0 0 0,0 0 0,0 0-1,0 0 1,0 0 0,0 0 0,0 0 0,0 0 0,0 0 0,0 0 0,0 0 0,0 0-1,0 0 1,0 0 0,0 0 0,0 0 0,0 0 0,0 0 0,0 0 0,0 0 0,0 1 0,0-1-1,0 0 1,0 0 0,0 0 0,0 0 0,0 0 0,0 0 0,0 0 0,0 0 0,0 0 0,0 0-1,0 0 1,0 0 0,0 0 0,0 0 0,0 0 0,0 0 0,0 0 0,0 0 0,0 0-1,0 0 1,0 0 0,0 0 0,0 0 0,0 0 0,0 0-104,15 13 7698,-6-7-9052,51 41 2462,-20-17-459,-2 2-1,2 5-648,24 21 547,6 8-70,-51-46-442,90 87 263,-87-88-153,0-1 0,1-1 0,1-2-1,10 5-144,59 28 143,47 26 289,-108-55-382,-1 2 0,-1 0 1,8 10-51,2 5 173,-1 1 0,31 40-173,-42-44 56,0-1 0,2-1 0,2-1 0,19 13-56,32 14 160,3-4 0,55 23-160,77 47 235,1 26 95,-15-6-160,-35-22-36,-134-98-107,1 3-8,1-3-1,37 18-18,84 25 79,-92-40-73,-2 2 0,-1 3-1,28 19-5,87 77 188,3 2-24,88 23 5,-238-135-130,89 44 169,124 45-208,-160-73 35,50 30-35,-84-36 10,0 2 0,-2 3-1,4 7-9,44 43 91,-57-47-43,1-2 0,24 14-48,18 2 54,3-5 1,37 13-55,-25-12 30,155 84 87,-145-71-109,-2 5 0,41 36-8,65 63 144,-111-82-75,-66-56-63,2-1 0,16 7-6,-11-6-70,8 2 146,21 7-76,-31-16 87,0 3-1,-2 0 1,11 10-87,-8-2 21,-2 1 0,-1 2 1,-1 2-1,-2 1 0,12 17-21,-24-23 16,-12-13-14,0-2 0,2 1 1,-1-1-1,2-1 1,-1 0-1,2-1 0,6 4-2,-11-9 115,-6-4-238,1 1 0,-1-1-1,1 0 1,0 0 0,-1-1-1,1 1 1,4 0 123,-6-2-332,0 1-1,-1-1 1,1 0-1,0 0 1,0-1-1,0 1 1,0 0 0,0-1-1,-1 1 1,1-1-1,0 1 1,0-1-1,-1 0 1,1 0 0,0 0-1,-1 0 1,1 0-1,-1 0 1,1 0-1,0-2 333,20-18-6399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51.812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9 4227 6656,'-4'1'-829,"0"0"6027,4 1 1250,2 1-5052,-1-3-1189,0 0-1,0 1 1,0-1 0,0 0 0,0 0 0,0 0-1,0 0 1,0 0 0,0 0 0,0 0-1,0 0 1,0 0 0,0 0 0,0 0 0,0-1-1,0 1 1,0 0 0,0-1-207,6-1 891,-3 1-633,0 0 1,0 0-1,0-1 0,0 0 0,0 0 1,0 0-1,0 0 0,2-2-258,30-26 1035,-8 7-680,46-38 183,-44 37-424,10-9-114,16-14 270,-34 30-124,0 0-19,1 0 0,16-8-127,166-92 208,-123 65-104,-3-3-1,-2-4 0,21-25-103,-92 79 13,121-104 132,-91 81-59,1 1 0,25-12-86,13-4 47,161-98 61,-188 105-78,-2-2 0,-1-2 0,11-16-30,65-57-37,-36 40 0,4 4 0,29-13 37,6-3 256,31-32-256,-107 76 58,12-15-58,6-6 11,73-59 224,149-99-235,4 24 208,-289 194-206,41-27 77,-1-1 0,21-21-79,90-84 96,-84 66 33,-10 10-2,-15 18-87,2 2 0,2 3 0,2 1 0,34-17-40,-22 17 64,-1-3 0,-2-2 0,-2-3 0,8-11-64,57-64 37,-83 77-30,26-18-7,-57 51 4,27-22 21,1 2 1,2 1-1,6-1-25,37-18-28,10 0 28,81-45 147,-127 63-181,-1-1 1,28-27 33,-12 8 74,-16 13 60,35-36-134,-57 50 25,21-14-25,8-8 12,-38 32-27,1 0 0,15-9 15,-3 1-34,-23 17-79,-3 1 42,0 1 0,0-1 0,0 1-1,0-1 1,0 0 0,0 1 0,0-1 0,0 0 0,-1 0-1,1 0 1,0 0 0,0 0 0,-1 0 0,1 0 0,-1 0 0,1 0-1,0-1 72,-1 2 568,1-1-6130,3 4-2771,4 1 4040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7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62 593 7040,'-22'0'4938,"7"1"5935,1-2-6509,4-3-3345,10 4-1003,0 0 0,0 0 1,0 0-1,0 0 0,0-1 0,0 1 1,0 0-1,0 0 0,0 0 0,0 0 1,-1 0-1,1 0 0,0 0 0,0 0 1,0 0-1,0-1 0,0 1 0,0 0 1,0 0-1,0 0 0,0 0 0,0 0 1,0 0-1,0 0 0,0 0 0,0-1 1,0 1-1,0 0 0,0 0 1,0 0-1,1 0 0,-1 0 0,0 0 1,0 0-1,0 0 0,0-1 0,0 1 1,0 0-1,0 0 0,0 0 0,0 0 1,0 0-1,0 0 0,0 0 0,1 0-16,10-7 314,75-29 363,94-58-328,72-55-349,0 0-98,-178 106 79,-19 11-469,46-20 488,-84 43-864,4-2-3166,-8 8-4888,-5 5 4774</inkml:trace>
  <inkml:trace contextRef="#ctx0" brushRef="#br0" timeOffset="489.69">1250 302 13696,'-2'-1'898,"1"0"1,-1 0 0,0 0 0,1 0 0,-1 0 0,0 1 0,0-1 0,0 0 0,0 1-1,1 0 1,-2-1-899,4 2 191,-1-1 0,0 0-1,0 1 1,1-1 0,-1 0-1,0 1 1,1-1 0,-1 1 0,0-1-1,0 0 1,0 1 0,1-1-1,-1 1 1,0-1 0,0 0 0,0 1-1,0-1 1,0 1 0,0-1-1,0 1 1,0-1 0,0 1-1,0-1 1,0 1-191,0 19-448,0-12 735,3 56-1128,4 0-1,2-1 1,7 18 841,-14-72-430,0 2-951,1 1 0,1 0 1,0-1-1,3 8 1381,-4-14-1431,0 1-1,0-1 1,1 0-1,-1 0 1,1 0-1,1 1 1432,8 6-3541</inkml:trace>
  <inkml:trace contextRef="#ctx0" brushRef="#br0" timeOffset="944.4">1597 383 14336,'-16'0'6644,"11"0"-3135,8 0-1076,4-1-2344,0 0 0,0-1 0,0 1 0,-1-1-1,1-1 1,-1 1 0,6-3-89,-3 0-13,1 2-1,0-1 0,6 0 14,-1 0 8,1 2 0,-1 0-1,0 0 1,1 2 0,-1 0-1,1 1 1,-1 0 0,1 1-1,7 2-7,-10 0 15,0 0-1,0 1 0,0 0 0,-1 1 0,2 2-14,-8-5 15,-1 0 1,1 1-1,-1-1 1,0 1-1,0 1 1,-1-1-1,1 1 1,-1-1-1,0 1 1,0 1-1,0-1 0,-1 1-15,-1-4 23,-1 1-1,0 0 1,0-1-1,0 1 1,-1 0-1,1 0 0,-1 0 1,1-1-1,-1 1 1,0 0-1,0 0 1,0 0-1,-1 0 0,1-1 1,-1 1-1,1 0-22,-2 1 45,1 0 0,-1 0 0,0 0 0,0 0 0,0 0 0,0-1 0,-1 1 0,1-1 1,-1 0-1,-1 1-45,-3 4 109,-2-1 0,1-1 0,-1 1 0,0-1 0,0-1 1,0 0-1,-11 4-109,4-3 45,-1 0 1,0-2 0,0 0-1,0 0 1,0-2 0,-1 0-1,1-1 1,-1-1 0,1-1-1,-1 0 1,1-1 0,-1-1-1,1-1 1,0 0 0,0-1-1,-7-4-45,21 7-50,-1 1-1,1-1 0,0 1 1,0-1-1,0 0 0,0 0 1,0 0-1,0-1 0,1 1 1,-1-1-1,1 0 0,0 1 1,-1-1-1,1 0 0,1 0 1,-1 0-1,0-1 0,1 1 1,-1 0-1,1-1 0,0 1 1,0-1-1,0 1 0,1-1 1,-1 1-1,1-2 51,0-1-349,0 0 0,1 0 1,0 0-1,0 0 0,0 0 0,0 0 0,1 0 1,0 0-1,1 0 0,-1 1 0,1-1 1,0 1-1,0 0 0,1 0 0,1-2 349,26-27-6106,8 0 1813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02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27 12160,'-19'-12'4575,"11"12"-3583,-6 0-384,9 0-416,-3 0-672,-6-3-192,4-2-4287,10-2-1857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4.2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27 680 8064,'-26'3'5434,"25"-3"-3444,1 0-65,0 0-101,0 0-390,0 0-330,15-3 1147,2-3-1762,0 0 1,-1-1 0,0-1-1,0-1 1,12-8-490,-1 1 277,71-44 296,-1 1-245,23-6-328,118-44 164,-66 31-24,90-33-52,-68 31-42,-121 43-393,-57 29-772,-13 4-7964,-3 4 3734</inkml:trace>
  <inkml:trace contextRef="#ctx0" brushRef="#br0" timeOffset="1023.33">1689 288 9600,'0'-1'382,"-1"0"1,1 0-1,0 0 1,-1 0-1,1 0 1,0 0-1,0 0 1,0 0 0,0 0-1,0 0 1,0 0-1,0 0 1,0 0-1,0 0 1,0 0-1,0 0 1,1 0-1,-1 0 1,0 0-1,1 0 1,-1 0-1,1 0 1,-1 0 0,1 0-1,0 0 1,-1 1-1,1-1 1,0 0-1,0 0 1,-1 1-1,1-1 1,0 0-1,0 0-382,7-4 797,0 0 0,1 1 1,-1-1-1,8-1-797,13-7 427,-6 1-408,1 2-1,1 1 0,-1 1 1,1 1-1,1 1 0,-1 1 1,1 2-1,0 0 1,21 2-19,-38 0 44,-6 1-23,0 0 0,0 0 0,0 0 1,0 0-1,0 0 0,0 0 0,0 1 1,0 0-1,0-1 0,0 1 0,0 0 0,0 1 1,-1-1-1,3 2-21,-4-3 7,-1 1 1,0-1-1,1 1 1,-1-1-1,0 1 1,0 0-1,1-1 0,-1 1 1,0-1-1,0 1 1,0 0-1,0-1 1,0 1-1,0-1 0,0 1 1,0 0-1,0-1 1,0 1-1,0-1 1,-1 1-1,1-1 1,0 1-1,0 0 0,-1-1 1,1 1-1,0-1 1,0 1-1,-1-1 1,1 1-1,-1-1-7,-13 20 124,-5-2-71,0-1 0,-1 0 1,-21 13-54,11-9-59,20-13 31,-52 41-72,61-48 93,1-1 0,0 0 1,-1 0-1,1 1 0,0-1 0,-1 0 1,1 0-1,0 1 0,0-1 0,-1 0 1,1 1-1,0-1 0,0 1 0,0-1 0,-1 0 1,1 1-1,0-1 0,0 0 0,0 1 1,0-1-1,0 1 0,0-1 0,0 0 1,0 1-1,0-1 0,0 1 0,0-1 1,0 1 6,0-1-5,1 1 0,-1-1 0,1 0 0,-1 1 0,1-1 1,-1 1-1,0-1 0,1 0 0,0 1 0,-1-1 0,1 0 0,-1 0 1,1 1-1,-1-1 0,1 0 0,0 0 0,-1 0 5,32 4-31,-27-4 19,28 2-49,0 1 1,0 1-1,-1 2 0,0 1 0,23 9 61,-22-4-103,-1 2 0,0 1 103,-21-10-33,0 1 0,-1 1 0,0-1 0,0 2 0,-1-1 0,0 1 0,6 7 33,-13-13 2,0 0 1,-1 0 0,1 0-1,-1 0 1,1 0-1,-1 0 1,0 1-1,0-1 1,0 0-1,0 1 1,0-1 0,-1 1-1,1-1 1,-1 1-1,1-1 1,-1 1-1,0-1 1,0 1-1,0-1 1,-1 1 0,1-1-1,0 1 1,-1-1-1,0 1 1,1-1-1,-1 0 1,0 1-1,0-1 1,-1 0 0,1 1-1,0-1 1,-2 2-3,-2 1 20,0 0 0,0 0 0,-1 0 0,1 0 1,-1-1-1,0 0 0,0 0 0,-1 0 0,1-1 1,-1 0-1,-1 0-20,-39 12-531,0-3 1,0-1-1,-1-2 0,-13-2 531,47-5-511,0 0-273,0 0-1,0-2 0,-7 0 785,18 0-499,0 0-1,0 0 1,0-1 0,0 1-1,0-1 1,0 0-1,0 0 1,0 0 0,0 0-1,0 0 1,0-1 0,1 1-1,-1-1 1,1 0 0,-1 0-1,1 0 1,-2-2 499,-6-12-3477</inkml:trace>
  <inkml:trace contextRef="#ctx0" brushRef="#br0" timeOffset="1524.83">2535 312 13824,'-5'-3'5359,"7"2"-388,7 0-4966,26-7 383,-14 3-309,0 1-1,0 0 1,13 0-79,-5 3 0,0 1-1,-1 1 1,1 1 0,0 2-1,-1 0 1,0 2-1,11 5 1,-29-8 19,0 1 0,-1 1-1,1-1 1,-1 2 0,0-1-1,0 1 1,0 1-1,-1-1 1,6 8-19,-8-8 33,-1 0 1,0 0-1,-1 1 0,1 0 0,-1 0 1,-1 0-1,1 1 0,-1-1 0,-1 1 1,1 0-1,-1 0 0,0-1 1,0 9-34,-2-9 50,0-1 1,0 1-1,0-1 1,-1 1 0,0-1-1,0 0 1,-1 1-1,0-1 1,0 0 0,0 0-1,-1 0 1,0 0 0,0 0-1,0-1 1,-1 0-1,0 1 1,0-1 0,0 0-1,-3 1-50,-3 4 125,-1 0-1,0-1 1,-1 0-1,0-1 0,0 0 1,-1-1-1,1 0 1,-3-1-125,-15 6 340,0-1 0,-1-1 1,-1-2-1,1-1 0,-32 2-340,48-8 62,0 0 1,1-1-1,-1 0 0,1-1 0,-1-1 0,1 0 1,-1-1-1,1-1 0,-13-4-62,19 5-28,0 0 1,0-1-1,0 1 0,0-1 0,1-1 1,-1 0-1,1 0 0,0 0 1,1-1-1,-1 1 0,1-2 0,0 1 1,0-1-1,1 0 0,0 0 0,1 0 1,-1-1-1,1 0 0,1 0 0,-1-1 28,0-2-151,1 0 0,1 0 0,0 0 0,0 0 0,1-1-1,1 1 1,0-1 0,0 1 0,1-1 0,1-4 151,0 7-365,0 1 1,0-1 0,0 1-1,1 0 1,0 0-1,1 0 1,0 0 0,0 1-1,1-1 1,0 1-1,0 0 1,0 1 0,1-1-1,5-4 365,32-20-5738,2 5 1685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2.2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 4590 6272,'-1'0'78,"1"0"1,0 0 0,0 0-1,-1 0 1,1-1 0,0 1-1,0 0 1,-1 0-1,1 0 1,0 0 0,0 0-1,-1 0 1,1-1 0,0 1-1,0 0 1,0 0 0,-1 0-1,1-1 1,0 1-1,0 0 1,0 0 0,0 0-1,-1-1 1,1 1 0,0 0-1,0 0 1,0-1 0,0 1-1,0 0 1,0-1-1,0 1 1,0 0 0,0 0-1,0-1-78,7-5 1705,5-2-1182,-7 3-157,-1 1 201,1-1 0,-1 1 1,1 0-1,0 0 0,0 0 1,0 0-1,1 1 0,-1 0 1,6-1-568,105-39 1660,-12 6-419,7-9-1241,-63 23 278,16-7 223,3 3-501,174-71 266,-175 72 113,54-31-379,60-44 485,-133 74-410,106-52 276,77-24-351,-48 22 614,-11 6-335,-56 27-168,99-59-111,-171 82 16,215-131-6,-160 98 187,1 5-1,19-3-196,40-21 653,90-38-535,-109 53-252,53-37 134,-34 3 71,-49 28 210,39-14-281,156-53 194,-232 105-202,135-56 53,214-96 17,-176 54-41,53-26 102,-246 130-90,315-136 313,-51 28-240,37-34-106,84-44 8,-410 197-5,233-98 503,64-9-506,-147 55 102,184-78-70,-210 74 27,46-34-59,-100 52 149,2 4 0,2 4 1,34-6-150,139-50 70,-24 8-18,1-7 51,-152 58-78,-45 20-414,-52 20-528,-1 2-1014,3 7-1248,4 3-2596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3.68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5 101 7296,'0'-1'207,"-1"0"0,0 0 0,1 0 0,-1 0 0,1 0 1,0 0-1,-1 0 0,1-1 0,0 1 0,0 0 0,-1 0 0,1 0 1,0 0-1,0 0 0,0-1 0,0 1 0,1 0 0,-1 0 0,0 0 0,0 0 1,1-1-208,0-1 248,0 1 1,1-1 0,-1 0-1,1 1 1,-1 0 0,1-1 0,0 1-1,0 0 1,0-1-249,4-2 467,-1 1 0,0-1-1,1 1 1,0 0 0,0 1 0,0-1-1,6-2-466,1 3 457,-1 0-1,1 1 0,0 0 1,-1 1-1,1 1 0,11 0-456,17-1 590,59-2 254,1 3-1,33 8-843,200 31 751,104 27 785,-105-28-905,-181-24-249,53 6 242,87-8-624,73 1 435,-2 0-97,-141-12-105,413-11 116,344-67 109,-865 71-465,42 7 7,-44 0 7,18-9-23,-111 8-608,0-2 1,-1 0-1,1-1 0,-1 0 1,11-5 623,-13 3-3705,0-1-1,0 0 1,12-8 3705,7-6-5173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6.7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39 6272,'1'-1'267,"0"0"1,0 0 0,0-1-1,0 1 1,0 0-1,1 0 1,-1 0 0,0 0-1,1 0 1,-1 1-1,0-1 1,1 0 0,-1 1-1,1-1 1,-1 1-1,2-1-267,28-3 1591,-20 3-850,40-8 923,-41 6-1218,-1 1 0,1 1 0,-1-1 0,1 1 0,0 1 0,-1 0 0,1 0 0,0 1 0,-1 0 0,1 1 0,0 0-446,-3 0 338,2 0-35,-1 1 1,0 0 0,-1 0 0,1 0 0,0 1 0,-1 0 0,0 0-1,0 1 1,3 3-304,12 9 783,15 10-783,-15-12 377,-1 1-1,0 2-376,11 8 477,2-2-1,0 0 0,14 5-476,-4-3 342,39 32-342,-8 1 126,132 112 639,-144-111-649,-19-17-38,2-2 1,2-2 0,14 7-79,58 24 320,-69-42-208,-1 2-1,15 14-111,12 19 155,-4 4 0,60 69-155,-102-106 56,0-1 1,2-1-1,24 14-56,111 67 236,-42-30-156,-19-5 157,-4 5 1,75 74-238,-13-9 295,8-6-295,-130-105 9,175 123 307,-122-92-162,-4 4 0,3 9-154,1 15 11,-87-84-6,17 17 162,26 17-167,2 2 131,110 93 120,-109-99-223,30 14-28,-12-8 47,-37-21 31,-2 2 0,-1 1 0,16 17-78,38 45 191,27 42-191,-89-101-36,13 17 35,-8-10 34,12 11-33,-7-14 173,2-1 1,36 25-174,-61-49-5,3 3 26,-1-1 0,5 1-21,-11-6 9,-1 0 1,0 0-1,4 4-9,10 7 25,-4-2-37,-1 0 0,0 0-1,3 5 13,9 9-5,7 12-149,-7-7-215,-27-32 315,-1-1 0,0 0 0,1 0 1,-1 0-1,0 0 0,1 1 0,-1-1 0,0 0 0,1 0 0,-1 0 1,0 0-1,1 0 0,-1 0 0,0 0 0,1 0 0,-1 0 0,0 0 1,1 0-1,-1 0 0,0 0 0,1 0 0,-1 0 0,0-1 0,1 1 1,-1 0-1,0 0 0,1 0 0,-1 0 0,0-1 0,0 1 0,1 0 0,-1 0 1,0-1 53,8-7-959,-5 0 27,1-1 0,-1 0-1,-1 1 1,1-1 0,-2-1 0,1 1-1,-1 0 1,-1 0 0,1-1 0,-2-6 932,-2-22-6021,-4-11 6021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1:03.2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39 167 6528,'-35'-28'3738,"34"28"-3647,1-1 1,-1 0-1,1 0 0,0 1 0,-1-1 0,1 0 0,0 0 0,0 1 0,-1-1 1,1 0-1,0 0 0,0 1 0,0-1 0,0 0 0,0 0 0,0 0 0,0 1 1,0-1-1,1 0 0,-1 0 0,0 0 0,0 1 0,1-1 0,-1 0 1,0 1-1,1-1 0,-1 0 0,1 1 0,-1-1 0,1 0 0,-1 1 0,1-1 1,0 0-92,0-1 209,1 1 1,0-1 0,0 1-1,0-1 1,-1 1 0,1 0-1,0-1 1,1 1 0,-1 0-1,1 0-209,5-1 285,0 1 1,0 1-1,0 0 0,1 0 0,-1 0 0,0 1-285,18 0 529,279-9 2788,-173 5-2259,3 6-1058,-8 0 884,24-6-884,423-18 1461,33 13-160,-329-1-906,-234 7-278,237 1 385,-26 1-161,-105-11-136,-60 3 48,13 4-253,302 4 566,-205-9-476,-56 11-20,34 8-70,-109-4 142,0-3 0,0-4 0,49-6-142,-77 4 144,26 2-144,-64 1-86,0 0-1,-1 0 0,1-1 1,0 1-1,0 0 0,-1-1 1,1 0-1,0 0 0,-1 0 1,1 0-1,-1 0 0,2-1 87,-4 2-84,0 0 0,0-1 0,0 1-1,0 0 1,0-1 0,0 1 0,0 0-1,0-1 1,0 1 0,-1 0 0,1 0-1,0-1 1,0 1 0,0 0 0,0 0-1,-1-1 1,1 1 0,0 0 0,0 0-1,0-1 1,-1 1 0,1 0 0,0 0-1,0 0 1,-1-1 0,1 1 0,0 0-1,0 0 1,-1 0 0,1 0 0,0 0-1,-1 0 1,1 0 0,0 0 0,-1 0-1,1 0 1,0 0 0,-1 0 84,-15-5-3236,-10 0-2827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44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40 9984,'-13'0'3285,"13"0"-3105,-1 0 0,1-1 0,0 1 0,-1 0 0,1-1 0,-1 1 0,1-1 0,0 1 0,-1-1 0,1 1 0,0-1 0,-1 1 0,1-1 0,0 1 0,0-1 0,0 1 0,0-1 0,-1 0 0,1 1 0,0-1-180,-2-4 2728,4 8-811,-2-2-130,-4 3 213,2 4-1783,0 1 1,0 0-1,1-1 1,0 1-1,0 0 1,1 0-1,1 0 1,0 8-218,0 13 62,-2 18-37,0-26 46,1 0 1,0 1-1,2-1 1,0 0-1,2 0 0,1 3-71,-4-22 42,0-1-1,0 1 0,0 0 0,0-1 0,0 1 0,0-1 0,1 1 0,0 0-41,-2-3 13,1 1 0,-1-1 0,1 1 0,-1-1 0,1 0 0,-1 1-1,1-1 1,-1 0 0,1 1 0,0-1 0,-1 0 0,1 0 0,-1 0 0,1 1 0,0-1-1,-1 0 1,1 0 0,-1 0 0,1 0 0,0 0 0,-1 0 0,1 0 0,-1-1-1,1 1 1,0 0 0,-1 0 0,1 0 0,-1 0 0,1-1 0,-1 1 0,1 0-1,0-1 1,-1 1 0,1 0 0,-1-1 0,0 1 0,1-1-13,16-12 84,-2 0 0,1-2 0,0-1-84,-2 1-25,1 0-1,1 2 1,7-5 25,-5 6-22,0 0 1,1 2 0,0 0-1,0 1 1,1 1 0,1 1-1,-1 0 1,1 2 0,0 1-1,1 0 1,8 1 21,-21 2 30,-1 2 0,1-1 0,-1 1 0,0 1 0,1-1 0,-1 1 0,0 1 0,0 0 0,0 0-1,-1 0 1,1 1 0,-1 0 0,0 1 0,0-1 0,0 1 0,-1 1 0,1-1 0,-1 1 0,0 0 0,-1 1 0,0-1 0,0 1 0,0 0 0,-1 1 0,0-1-1,0 1 1,-1-1 0,0 1 0,0 0 0,-1 0 0,0 1-30,1 6 81,-1 1-1,-1-1 1,0 0-1,-1 0 1,-1 0 0,-2 14-81,2-20 29,-2 1 0,1-1 0,-1 0 1,0 0-1,-1 0 0,0 0 0,0 0 1,-1-1-1,0 1 0,-1-1 0,-3 4-29,-5 3-134,0 1-1,-1-2 0,0 0 1,-1-1-1,0-1 0,-2 0 1,1-1-1,-1-1 0,0-1 1,-1 0-1,0-1 0,-1-1 1,0-1-1,0-1 0,0-1 1,-11 1 134,22-4-524,-1 0 0,0 0 1,1-1-1,-1-1 0,0 1 1,1-1-1,-1-1 0,1 0 0,-1 0 1,-5-3 523,10 3-757,0-1 0,0 1 0,1-1 0,-1 0 0,1 0 0,0 0 0,0-1 0,0 1 0,0-1 0,0 0 0,1 0 0,0-1 0,0 1 0,0-1 0,0 1 0,-1-6 757,-3-19-3461</inkml:trace>
  <inkml:trace contextRef="#ctx0" brushRef="#br0" timeOffset="369.83">54 40 13696,'-18'3'4426,"12"0"-2565,-1 6-229,7-9-1506,-1 0 0,1 0-1,0 0 1,0 0 0,0 1 0,0-1-1,-1 0 1,1 0 0,0 0-1,0 0 1,0 0 0,0 1 0,0-1-1,0 0 1,0 0 0,-1 0-1,1 1 1,0-1 0,0 0 0,0 0-1,0 0 1,0 0 0,0 1-1,0-1 1,0 0 0,0 0 0,0 0-1,0 1 1,0-1 0,0 0-1,0 0 1,0 0 0,0 1 0,0-1-1,1 0 1,-1 0 0,0 0-1,0 0 1,0 1 0,0-1-1,0 0 1,0 0 0,0 0 0,1 0-1,-1 0 1,0 1-126,13 4 1590,21-2-1299,30-6-343,1-3-1,41-11 53,-49 8-434,20-4-1013,17-3-3063,-31 10-3863,-30 5 4331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41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501 128 9856,'0'0'3205,"1"-2"-1786,17-20 4511,-17 21-5690,1 0 0,-1-1 0,1 1 0,-1-1 0,1 1 0,-1-1 0,0 0 0,0 1 0,0-1 0,0 0 0,0 0 0,0 0 0,-1 0 0,1 0 0,0 0 0,-1 0 0,0 0 0,1 0 0,-1 0 0,0 0-1,0-2-239,-1 2 86,1 0 0,-1 0 0,0 0 0,0 0 0,1 0-1,-1 0 1,-1 0 0,1 0 0,0 0 0,0 1 0,-1-1-1,1 0 1,-1 1 0,1-1 0,-1 1 0,0 0 0,0-1-1,1 1 1,-1 0 0,0 0 0,0 0 0,-1 0-86,-9-4 80,-1 1 0,1 0-1,-1 0 1,0 1 0,0 1 0,0 0 0,-1 1 0,-12 0-80,8 1-11,0 2-1,0-1 1,0 2-1,1 0 1,-1 2-1,-10 3 12,4 1-45,0 1 0,0 1-1,1 1 1,1 1 0,0 1-1,1 1 1,0 1 0,-5 6 45,22-19-9,1 1 0,-1 0 0,1 0 0,0 0 1,0 0-1,1 1 0,-1-1 0,1 1 0,0 0 0,0 0 1,-1 4 8,2-7-2,1 0 0,-1 0 0,1 0 0,0 0 1,0 0-1,0 0 0,0 0 0,1-1 0,-1 1 1,0 0-1,1 0 0,-1 0 0,1 0 0,0 0 1,-1-1-1,1 1 0,0 0 0,0 0 0,0-1 1,0 1-1,1-1 0,-1 1 0,0-1 0,1 0 1,-1 1-1,1-1 0,-1 0 0,1 0 1,0 0-1,-1 0 0,1 0 0,0 0 2,17 7 0,1-1 0,-1-1 0,1-1 0,0-1 0,15 2 0,-9-2 0,3 1 0,-2-1 0,-1 2 0,5 2 0,11 5 71,-1 2 1,28 15-72,-53-22 26,-1 0 0,0 2 0,0-1 0,0 2 0,-2 0 0,1 1 0,11 13-26,-21-21 13,-1 1 0,1 0 0,-1 0 0,0 0 0,0 0 0,0 0 0,-1 1 0,0-1 0,0 1-1,0 0 1,-1 0 0,0-1 0,0 1 0,0 0 0,-1 0 0,1 0 0,-2 1-13,1-2 15,-1 1 0,0-1 1,0 0-1,-1 0 1,0 0-1,0 0 1,0 0-1,0-1 0,-1 1 1,1-1-1,-1 1 1,0-1-1,-1 0 0,1 0 1,-1 0-1,0-1 1,0 1-1,0-1 0,-3 2-15,-11 7 10,-1-1 0,0-1 0,-1-1 0,0-1-1,-1-1 1,1 0 0,-6 0-10,-19 3-101,0-2 0,-37 1 101,70-8-87,0-1 1,0 0-1,0 0 0,0-1 0,0-1 0,0 0 1,-4-2 86,8 2-154,1-1 1,-1 0 0,1 0 0,0-1-1,0 1 1,1-2 0,-1 1 0,1-1-1,0 0 1,0 0 0,-2-3 153,5 5-209,1 0-1,0 1 1,0-1 0,0 0 0,0 0-1,1 0 1,-1 0 0,1-1 0,0 1 0,0 0-1,0-1 1,0 1 0,1 0 0,-1-1-1,1 1 1,0-1 0,0 1 0,0-1-1,0 1 1,1-1 0,-1 1 0,1 0-1,0-1 1,0 0 209,3-7-1112,1 1 0,-1 1 1,1-1-1,1 1 0,0-1 0,0 2 0,2-2 1112,28-32-3493</inkml:trace>
  <inkml:trace contextRef="#ctx0" brushRef="#br0" timeOffset="347.71">850 59 11776,'-2'-1'668,"0"1"1,0-1-1,-1 1 1,1-1 0,0 0-1,0 0 1,0 0-1,-1 0 1,1-1-1,0 1 1,0 0-669,-3-4 6469,5 40-4538,5 28-1622,-1-23-259,7 70-99,5 1 0,8 9 49,-13-68-393,-2-11-1621,2 1 0,5 9 2014,-2-6-7120,-12-35 3350,2-3 250</inkml:trace>
  <inkml:trace contextRef="#ctx0" brushRef="#br0" timeOffset="985.78">719 370 14336,'-31'10'4655,"31"-10"-4544,-1 0 0,1 0 0,-1 0 0,1 0-1,-1 0 1,1 1 0,0-1 0,-1 0 0,1 0 0,-1 1-1,1-1 1,-1 0 0,1 0 0,0 1 0,-1-1-1,1 1 1,0-1 0,-1 1-111,-9 11 1733,10-12-1621,-1 1 0,1-1 0,-1 1 0,1-1 0,0 1 0,-1-1 0,1 1 0,0 0 0,-1-1 0,1 1 0,0 0 0,0-1 0,0 1 0,0 0 0,0-1 0,0 1 0,-1 0 0,1-1 0,1 1 0,-1 0 0,0 0 0,0-1 0,0 1 0,0 0 0,0-1 0,1 1 0,-1-1 0,0 1 0,1 0 0,-1-1 0,0 1 0,1-1 0,-1 1 0,1-1 0,-1 1 0,1-1-112,0 2 43,0-2 0,0 1 0,0 0 0,0 0 0,0 0 0,1 0 0,-1-1 0,0 1 0,1-1 0,-1 1 0,0-1 0,1 1 0,-1-1 0,1 0 0,-1 0 0,1 0-43,11-1-36,0 0 0,1-2 1,-1 0-1,-1 0 0,1-1 0,7-4 36,5 0-217,26-8-3986,36-5 4203,-60 15-1872,0 3 0,-1 0 1,1 1-1,8 2 1872,-24 0-1129,0 1-1,0 1 1,-1-1 0,4 3 1129,-10-3-169,0 0-1,0 0 1,0 1 0,0 0-1,0 0 1,-1 0 0,1 0-1,-1 0 1,0 1-1,1-1 1,-1 1 0,1 2 169,3 4 1303,0 0 1,0 1 0,-1 0-1,-1 0 1,0 1 0,0-1-1,-1 1 1,-1 0 0,3 11-1304,-5-19 267,0 1 1,0-1 0,0 0-1,1 0 1,-1 1 0,1-1-1,0 0 1,0-1 0,0 1 0,1 1-268,-2-3 44,0 0 0,-1 0 0,1-1 0,0 1 0,0 0 0,0-1 0,1 1 0,-1 0 0,0-1 0,0 1 0,0-1 0,0 0 0,0 1 0,1-1 0,-1 0 0,0 0 0,0 0 0,1 0 0,-1 0 0,0 0 0,0 0 0,0 0 0,1-1 0,-1 1 0,0 0 0,0-1 0,0 1 0,1-1-44,8-4 64,-1 0 0,1 0 0,-1-1 0,-1 0 0,1-1 1,-1 0-1,5-6-64,3-4 77,0-1 0,11-18-77,-15 19 107,0-1 1,-2 0 0,2-3-108,-10 15 59,1 0 1,-1 0-1,0 0 0,0 0 1,-1 0-1,0 0 0,0-1 1,0 1-1,-1 0 0,0-1 1,-1-5-60,1 10 19,-1-1 1,0 1 0,1-1-1,-1 0 1,0 1-1,-1 0 1,1-1 0,0 1-1,-1 0 1,1-1 0,-1 1-1,0 0 1,0 0 0,0 0-1,0 1 1,0-1 0,0 0-1,0 1 1,0-1 0,-1 1-1,1 0 1,-1 0 0,1 0-1,-1 0 1,1 0 0,-3 0-20,1 0 12,0 0 1,1 1 0,-1-1-1,0 1 1,0 0 0,0 0-1,1 0 1,-1 1 0,0-1-1,0 1 1,1 0 0,-1 0-1,0 0 1,1 0 0,-1 1-1,1 0 1,0-1 0,-1 1 0,-2 3-13,-2 2 41,0 1 1,0 0 0,1 1 0,-1 0 0,2 0 0,0 1-1,-5 8-41,0 5 86,0 1 0,-7 24-86,12-29 23,1 0 1,1 0-1,1 0 1,0 1-1,1-1 1,1 1-1,1 0 1,2 5-24,-2-16-5,1 1 1,1-1-1,-1 1 1,2-1-1,-1 0 1,1 0-1,1 0 1,0 0-1,0-1 1,0 1-1,1-1 0,1 0 1,-1 0-1,1-1 1,0 0-1,1 0 1,0 0-1,0-1 5,0-2-121,-1 0 0,1 0-1,0-1 1,0 1 0,0-2 0,0 1-1,1-1 1,-1 0 0,0-1 0,1 0-1,0 0 1,-1 0 0,1-1 0,0 0-1,-1-1 1,6 0 121,15-4-1803,0-1 0,0-1 0,21-8 1803,-38 11-1598,0 0 0,0-1 1,0 0-1,-1 0 0,10-8 1598,12-8-3525</inkml:trace>
  <inkml:trace contextRef="#ctx0" brushRef="#br0" timeOffset="1574.92">1757 399 13824,'-1'-1'107,"-3"1"1021,1-1-1,-1 1 1,0-1-1,0 0 1,0 0-1,1-1 0,-1 0-1127,2 2 2252,3 2-424,5 14-777,4 39-683,2 0 0,9 20-368,3 8-38,32 110 80,-24-90 273,-4 1 0,-4 5-315,-24-106-15,0-1-1,1 1 0,-1-1 1,0 1-1,0 0 1,0-1-1,-1 1 0,1-1 1,0 1-1,-1-1 16,1-1-5,0-1 1,0 0-1,0 0 1,0 0-1,0 1 1,-1-1-1,1 0 1,0 0-1,0 0 1,0 0-1,0 0 1,0 1-1,0-1 1,-1 0-1,1 0 1,0 0-1,0 0 1,0 0-1,0 0 1,-1 0-1,1 1 1,0-1-1,0 0 1,0 0-1,0 0 1,-1 0-1,1 0 1,0 0-1,0 0 1,0 0-1,-1 0 1,1 0-1,0 0 1,0 0-1,0 0 1,0 0-1,-1 0 1,1 0-1,0-1 5,-1 1-14,0-1 0,0 0-1,0 0 1,0 0-1,0 0 1,0 0-1,0 0 1,0 0 0,0 0-1,1 0 1,-1-1 14,-7-12-76,2-2 1,-1 1-1,2-1 1,-1-5 75,-1-1-88,-20-71-530,-14-97 618,33 150-31,2 0-1,2-1 1,2 1 0,2-1 0,1 0-1,2 0 1,3-10 31,-3 38-21,-1 1 0,2-1 0,0 1 0,0 0-1,1 0 1,0 1 0,1-1 0,1 1 0,0 0-1,7-8 23,-10 14-2,-1 1 1,1 0 0,0 0-1,1 0 1,-1 0 0,1 1-1,0 0 1,0 0 0,0 0 0,0 1-1,0-1 1,0 1 0,1 0-1,-1 1 1,1-1 0,0 1 0,-1 1-1,1-1 1,0 1 0,0-1-1,-1 2 1,1-1 0,0 1 0,4 0 0,1 2 43,1 0 0,-1 1 0,0 0 1,0 1-1,0 0 0,0 1 0,-1 0 0,0 1 1,0 0-1,-1 0 0,0 1 0,0 0 1,-1 1-1,1 1-43,-2-2 58,-1 0 0,0 0 0,-1 1 1,0 0-1,0 0 0,-1 0 0,0 0 0,0 1 0,-1 0 1,-1 0-1,1 0 0,-2 0 0,1 0 0,-2 0 0,1 0 0,-1 9-58,-1-13-33,0 0-1,0 0 1,0 0 0,-1 0-1,0 0 1,0 0-1,0 0 1,-1-1-1,0 1 1,0-1-1,0 0 1,-1 1-1,0-2 1,0 1-1,0 0 1,-5 3 33,-1 1-343,-1-1 1,0-1-1,0 0 1,-1 0-1,0-1 1,0-1-1,-6 2 343,5-2-825,0-1-1,0-1 1,0 0-1,-1-1 1,-4 0 825,6-1-1602,1-1 1,0 0 0,0-1-1,-2 0 1602,-25-7-3834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0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13 8704,'-5'-4'3328,"5"4"-2592,-5 0 1216,0 0 959,10 0-1599,-5 0 576,0 0-1152,-5 0 288,5 0-576,-9-5-128,9 5-192,-5-3-96,5 6 0,-3-3-832,-2 0 448,0 0-2880,5 5 1792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0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 10240,'-22'15'3872,"22"-15"-3040,-23 16 1055,14-12 449,9 1-1312,-10-2-160,10 2-544,-8-1-96,8-1-128,-10-3-128,10 5 0,-4-5-1088,4 3 576,0-3-2496,4 0 1697,1-3-4257,3 3 3136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6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90 12416,'-19'-31'12127,"14"27"-11763,-1-1 0,0 1 0,1 0 0,-2 0 0,1 0 0,0 1 0,-1 0-1,1 1 1,-1-1 0,-1 1-364,0-1 180,-5-1-75,-1 0 1,1 1-1,-1 0 1,0 1-1,0 1 1,0 0-1,-10 1-105,0 2-27,0 0 0,1 2-1,0 0 1,-3 3 27,-4 1-86,1 2-1,0 1 1,1 1 0,0 2-1,-2 2 87,27-14-22,0 0-1,1-1 1,-1 1 0,0 1-1,0-1 1,1 0 0,0 1-1,-1-1 1,1 1 0,-2 2 22,4-3-8,-1-1 1,0 1-1,0-1 1,1 1-1,-1 0 1,1-1-1,0 1 0,-1 0 1,1 0-1,0-1 1,0 1-1,0 0 1,0 0-1,0-1 1,0 1-1,1 0 1,-1 0-1,1-1 0,-1 1 1,1-1-1,-1 1 1,1 0 7,2 4 3,1-1 0,-1 0 0,1 1 0,0-1 0,0-1 1,1 1-1,-1-1 0,1 1 0,0-1 0,0-1 0,1 1 0,-1-1 0,2 1-3,14 7 27,0-1 0,21 5-27,-36-12-4,64 22 32,-6-4 36,-2 4-1,27 16-63,-83-38 13,0 1 0,0 0 1,0 0-1,-1 1 0,0 0 0,0 0 0,0 0 0,2 3-13,-5-6 5,-1 0-1,1-1 0,-1 1 0,0 0 0,0 0 0,0 0 0,0 0 0,0 0 0,0 0 0,-1 1 0,1-1 0,-1 0 0,1 0 0,-1 1 0,0-1 0,0 0 0,0 0 0,0 1 0,0-1 0,0 0 0,-1 0 0,1 1 1,-1-1-1,0 0 0,1 0 0,-1 0 0,0 0 0,-1 2-4,-5 3-4,0 0 1,0 0-1,0-1 1,-1 0-1,0 0 0,0-1 1,-1 0-1,-6 2 4,8-3-19,-5 4-24,-1-1 0,0-1 1,0 0-1,-1-1 0,0 0 1,0-1-1,0 0 0,0-1 43,-4-1-248,0 0-1,-1-1 0,1 0 0,0-2 0,0 0 0,-10-2 249,22 2-261,-1-1 0,0 0 0,0 0 0,1-1 0,-1 1 0,1-1 0,0-1 0,-5-2 261,8 3-282,-1 0 0,1 1 0,0-1 0,0-1 0,0 1 0,0 0-1,1-1 1,-1 1 0,1-1 0,0 0 0,0 0 0,0 0 0,1 0 0,-2-3 282,2 2-652,0-1 0,1 1 0,-1-1 0,1 1-1,0-1 1,0 1 0,1-1 0,-1 1 0,1-1 0,1 1 0,-1-1 0,1 1 0,1-2 652,0-3-1276,2 0 0,-1 1 0,2 0 0,-1 0 0,1 0 0,4-4 1276,25-24-2949</inkml:trace>
  <inkml:trace contextRef="#ctx0" brushRef="#br0" timeOffset="344.92">645 6 12160,'6'6'9989,"-1"2"-4976,0 4-3557,1 6-3458,0-1 2649,41 109-2159,16 73 1512,-24-69-5618,-25-92 772,-5-13-1929,-4-13 3767</inkml:trace>
  <inkml:trace contextRef="#ctx0" brushRef="#br0" timeOffset="1436.47">599 269 14848,'-22'4'4815,"22"-4"-4633,-1 0 0,0 0-1,1 0 1,-1 0-1,1 0 1,-1 0 0,1 1-1,-1-1 1,1 0 0,-1 0-1,1 0 1,0 1-1,-1-1 1,1 0 0,-1 1-1,1-1 1,-1 0-1,1 1 1,0-1 0,-1 1-182,3 2 3045,2-1-2937,0-1 0,1 1 0,-1-1 1,0 0-1,1 0 0,-1-1 1,0 0-1,4 1-108,39-3-403,-27 0 89,59-4-1669,-43 1-47,0 3 1,-1 1-1,1 1 1,28 5 2029,-59-4 204,0 1 0,0 0 0,0 0 0,0 0 1,0 0-1,0 1 0,-1 0 0,1 0 0,-1 0 0,3 3-204,-3-2 396,0-1-1,0 0 0,1 0 0,-1 0 1,1-1-1,-1 0 0,1 0 1,0 0-1,0 0 0,0-1-395,5 1 131,-1-1 0,1-1-1,0 0 1,0 0 0,0-1-1,0 0 1,-1 0 0,1-1 0,1-1-131,10-4 80,0 0 1,-1-1 0,10-6-81,-20 9 145,-1-1 0,0 0 0,0 0-1,0-1 1,0 0 0,0-1-145,-8 6 56,1 1 0,-1-1 0,1 1 0,-1-1 0,1 0 0,-1 0 0,0 1 0,0-1 0,0 0 0,0 0 0,0 0 0,0 0 0,-1 0 0,1 0 0,-1-1 0,1 1 0,-1 0 0,0 0 0,0 0 0,0 0 0,0-1 0,0 1-1,-1 0 1,1-2-56,-1 2 19,0 0-1,0 1 0,-1-1 1,1 0-1,0 0 0,-1 1 0,1-1 1,-1 1-1,1-1 0,-1 1 1,0 0-1,1 0 0,-1 0 0,0 0 1,0 0-1,0 0 0,0 0 1,0 0-1,0 1 0,0-1 0,0 1 1,0 0-1,0-1 0,0 1 1,-1 0-1,1 0-18,-8 0-5,1 0 1,-1 1-1,1 0 0,-1 0 1,1 1-1,-1 0 0,1 1 1,0 0-1,0 0 1,0 1-1,1 0 0,-1 1 1,1-1-1,-4 5 5,3-2 15,0 0 0,0 1-1,1 0 1,0 0 0,0 1 0,1 0-1,0 0 1,0 1 0,1 0-1,1 0 1,0 0 0,-1 3-15,1 1 26,0-1 1,1 2 0,0-1-1,1 0 1,1 1-1,0-1 1,1 13-27,1-20-13,0 0 1,0-1 0,1 1-1,0 0 1,1-1-1,0 1 1,0-1 0,0 0-1,0 0 1,1 0-1,0 0 1,1 0 0,-1 0-1,1-1 1,0 1-1,0-1 1,1 0 0,2 2 12,-2-3-101,1 0 0,-1-1 0,1 0 0,0 0 0,0 0 0,0 0 0,0-1 0,0 0 0,0-1 0,1 1 0,1-1 101,5 1-313,1 0 0,1-1 0,-1-1 0,6 0 313,-10-1-265,0-1 0,0 1 1,0-2-1,-1 1 0,1-1 1,0-1-1,-1 0 0,0 0 0,0-1 1,0 0-1,-1 0 0,1-1 0,-1 0 1,0-1 264,-2 1 32,0 1 0,0-2 1,0 1-1,-1-1 0,0 1 1,-1-1-1,1-1 0,-2 1 0,1-1 1,-1 1-1,0-1 0,0 0 1,-1 0-1,0 0 0,0-1 1,0-6-33,-2 4 659,-1 0 1,1 0 0,-2-5-660,-1-19 1797,4 24-1380,0 8-110,0 5 355,13 67-209,7 38 33,29 87-486,-20-101 501,3 33-501,-32-121 71,0-1-1,0 1 1,-1-1-1,1 1 1,-1-1-1,0 1 1,0-1-1,-1 1 1,0 2-71,1-7 7,0 0 0,0 0 1,0 1-1,0-1 0,0 0 1,0 1-1,0-1 0,0 0 1,0 0-1,0 1 0,0-1 1,0 0-1,0 0 0,-1 1 0,1-1 1,0 0-1,0 0 0,0 1 1,-1-1-1,1 0 0,0 0 1,0 0-1,0 1 0,-1-1 1,1 0-1,0 0 0,0 0 0,-1 0 1,1 0-1,0 0 0,-1 0 1,1 1-8,-7-7 103,-4-14-168,2-10-86,1 0 0,1 0 1,2 0-1,-2-23 151,1-13-237,2-52 237,5 85-66,1 1 0,2 0 0,1 1 0,6-21 66,-7 38-22,0 1 0,0 0 1,2 0-1,-1 0 0,2 1 1,-1 0-1,8-10 22,-9 16 1,0 0-1,1 0 1,-1 1-1,1 0 1,0 0-1,1 0 1,-1 0-1,1 1 1,0 0 0,0 1-1,0-1 1,0 1-1,1 1 1,3-1-1,-3 1 20,0 0-1,0 1 1,0 1 0,0-1-1,0 1 1,0 1 0,0-1 0,0 1-1,0 1 1,-1-1 0,1 2 0,0-1-1,-1 1 1,1 0 0,3 2-20,-7-3 22,0 0 1,0 1-1,0-1 0,0 1 1,-1 0-1,1 0 0,-1 0 1,0 0-1,0 0 1,0 1-1,0 0 0,-1-1 1,1 1-1,-1 0 0,0 0 1,0 0-1,-1 1 1,1-1-1,-1 0 0,0 1 1,0-1-1,0 1 1,-1-1-1,1 1 0,-1-1 1,0 1-1,-1-1 0,1 2-22,-2 4 23,0-1 0,-1 0-1,0 0 1,0 0-1,-1-1 1,0 1 0,0-1-1,-1 0 1,-5 7-23,-1-1-32,0 0-1,-1-1 1,0 0 0,-12 8 32,12-12-130,1 0 0,-2-1 0,1-1 0,-1 0 0,0 0 0,-1-1 0,0-1 0,-4 1 130,11-4-334,-1 0 1,0 0-1,0 0 0,0-1 1,0-1-1,0 1 0,0-1 1,0-1-1,0 1 0,-5-2 334,10 1-388,-1 0 1,1 1-1,0-1 0,-1 0 0,1-1 1,0 1-1,0-1 0,0 1 0,0-1 1,0 0-1,0 0 0,0 0 1,1-1-1,-1 1 0,1 0 0,0-1 1,-1 0-1,1 0 0,0 1 0,1-1 1,-1 0-1,0-1 0,1 1 0,0 0 1,0 0-1,-1-2 388,-2-28-4853,8 0 1653</inkml:trace>
  <inkml:trace contextRef="#ctx0" brushRef="#br0" timeOffset="2055.84">2430 200 12544,'-3'-1'1287,"1"-1"1,0 1 0,0 0 0,0-1 0,0 0-1,0 1 1,0-1 0,-2-2-1288,3 3 308,0-1 0,0 1 1,-1 0-1,1-1 0,-1 1 1,1 0-1,-1 0 0,1 0 0,-1 0 1,0 0-1,1 0 0,-1 1 1,0-1-1,-1 0-308,-14 0 277,-1-1-1,0 2 1,1 1 0,-1 0 0,1 1-1,-9 2-276,-24 7-295,-26 10 295,65-17-31,3-3-18,0 2-1,0-1 1,1 1-1,-1 0 1,1 0-1,0 1 1,0 0-1,-6 5 50,12-8-2,0-1-1,1 1 0,-1 0 0,0 0 1,1-1-1,-1 1 0,1 0 0,-1 0 1,1 0-1,0-1 0,-1 1 1,1 0-1,0 0 0,-1 0 0,1 0 1,0 0-1,0 0 0,0 0 0,0 0 1,0 0-1,0 0 0,0 0 0,0 0 1,0-1-1,0 1 0,1 0 0,-1 0 1,0 0-1,1 0 0,-1 0 0,1 0 1,-1-1-1,1 1 0,-1 0 0,1 0 1,-1-1-1,1 1 0,0 0 0,-1-1 1,1 1-1,0 0 3,4 3-16,0 0 0,0 0 0,0-1 0,1 1 0,4 1 16,14 6-6,1-2-1,0 0 0,0-2 0,4 0 7,3 1-34,0 1 1,12 7 33,-35-12 22,0 0 0,0 0 1,0 1-1,-1 1 1,1 0-1,-1 0 0,-1 0 1,1 1-1,5 7-22,-11-12 7,0 0 0,-1 0 0,1 0 0,-1 0-1,0 0 1,1 1 0,-1-1 0,0 0 0,0 1 0,-1-1 0,1 1 0,0-1-1,-1 1 1,0-1 0,1 1 0,-1-1 0,0 1 0,0-1 0,0 1-1,-1-1 1,1 1 0,-1-1 0,1 1 0,-1-1 0,0 1 0,0-1 0,0 0-1,0 1 1,0-1 0,-1 0 0,1 0 0,-1 0 0,0 1-7,-3 2-79,0 1 0,0-1 1,-1 0-1,0 0 0,0-1 1,0 1-1,0-1 0,-1-1 1,0 1-1,-1 0 79,-1-1-493,0 0 0,-1-1 0,1 1 0,0-2 0,-1 1 0,1-1 0,-1-1 0,1 0 0,-1 0 0,1-1 0,-1 0 0,1-1 0,-1 0 0,1 0 0,0-1 0,-1-1 493,0 1-1074,0 0 0,0-1 1,0-1-1,1 1 0,0-2 0,0 1 0,0-1 0,0-1 1074,-17-19-3552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2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217 191 9856,'-20'-10'4282,"20"10"-4118,-1 0 0,1 0 0,-1-1 0,1 1 0,0 0 0,-1 0 0,1 0 0,-1 0 0,1-1-1,0 1 1,-1 0 0,1 0 0,0-1 0,0 1 0,-1 0 0,1-1 0,0 1 0,0 0 0,-1-1 0,1 1 0,0 0-1,0-1 1,0 1 0,-1-1 0,1 1 0,0 0 0,0-1 0,0 1 0,0-1 0,0 1 0,0 0 0,0-1-1,0 1 1,0-1-164,0 1 65,0 1 0,0-1-1,0 0 1,0 0-1,-1 0 1,1 0 0,0 1-1,0-1 1,0 0 0,0 0-1,0 0 1,0 0-1,-1 0 1,1 0 0,0 1-1,0-1 1,0 0 0,0 0-1,-1 0 1,1 0-1,0 0 1,0 0 0,0 0-1,-1 0 1,1 0-1,0 0 1,0 0 0,0 0-1,-1 0 1,1 0 0,0 0-1,0 0 1,0 0-1,0 0 1,-1 0 0,1 0-1,0 0 1,0 0-1,0-1 1,-1 1 0,1 0-1,0 0 1,0 0 0,0 0-1,0 0 1,0 0-1,-1-1 1,1 1 0,0 0-1,0 0 1,0 0-1,0 0 1,0 0 0,0-1-1,0 1 1,0 0 0,0 0-1,0 0 1,0-1-1,-1 1 1,1 0 0,0 0-1,0 0 1,0-1 0,0 1-1,0 0 1,1 0-1,-1 0 1,0-1-65,-1 4 55,0 0-1,0 0 1,1 0 0,-1 0 0,1 0-1,0 0 1,0 1 0,0-1 0,0 0-1,0 0 1,1 2-55,1 13 27,9 205 198,-8-185-199,2 10-208,11 42 182,-1-11-607,-14-71 423,1 11-1054,2 0 0,0-1 0,0 1 0,5 8 1238,-8-25-268,-1-1 0,1 0 0,0 1 0,-1-1 0,1 0 0,0 1 0,0-1 0,0 0 0,0 0 0,0 0 1,0 1 267,0-2-125,-1 0 1,0 0 0,0 0-1,0 0 1,0 0 0,1 0-1,-1 0 1,0 0 0,0 1-1,0-1 1,1-1 0,-1 1 0,0 0-1,0 0 1,0 0 0,1 0-1,-1 0 1,0 0 0,0 0-1,0 0 1,1 0 0,-1 0 0,0 0-1,0 0 1,0 0 0,0-1-1,1 1 1,-1 0 0,0 0-1,0 0 1,0 0 0,0-1-1,0 1 1,0 0 0,1 0 0,-1 0-1,0 0 1,0-1 0,0 1-1,0 0 1,0 0 124,1-4-1056,0 1 0,0-1 1,0 0-1,-1 1 0,0-1 0,1 0 1,-1-1 1055,0-16-2283</inkml:trace>
  <inkml:trace contextRef="#ctx0" brushRef="#br0" timeOffset="1504.13">89 307 9216,'-27'-26'3061,"26"24"-2880,0 1 0,-1-1 0,1 1 0,-1 0 0,1-1 0,-1 1 0,1 0 0,-1 0 0,0 0 0,1 0 0,-1 0 0,0 1 0,0-1-181,1 1 229,0-1 0,0 1 0,0-1 1,-1 1-1,1-1 0,0 1 1,0-1-1,1 1 0,-1-1 0,0 0 1,0 0-1,0 0 0,0 0-229,-10-8 3468,10 9-3392,0-1 0,0 1 0,0-1-1,1 1 1,-1-1 0,0 1-1,0-1 1,0 0 0,1 1 0,-1-1-1,0 0 1,1 0 0,-1 0-1,1 1 1,-1-1 0,1 0 0,-1 0-1,1 0 1,-1 0 0,1 0-1,0 0 1,0 0 0,-1 0 0,1 0-1,0 0 1,0 0 0,0 0-1,0 0 1,0 0 0,0 0 0,1 0-1,-1 0 1,0 0 0,0 0-1,1 0 1,-1 0 0,1 0 0,-1 0-1,1 0-75,3-6 54,0-1 0,1 1 0,0 1-1,0-1 1,0 1 0,1 0 0,0 0-1,0 1 1,6-4-54,8-6-31,2 1 0,13-6 31,-14 9 9,0 1 1,1 0 0,19-5-10,-32 13 26,0-1 1,0 1-1,0 1 1,1 0-1,-1 0 0,0 1 1,0 0-1,0 0 1,1 1-1,-1 0 1,3 2-27,-9-2 12,0 0 1,0 0-1,0 1 1,0 0-1,0-1 1,0 1-1,-1 0 1,1 0-1,0 1 0,-1-1 1,0 0-1,1 1 1,-1 0-1,0-1 1,0 1-1,-1 0 1,1 0-1,-1 0 1,1 0-1,-1 0 1,0 0-1,0 1 1,0-1-13,0 3 17,1 0 1,-1 0-1,0 0 0,-1 0 1,0 0-1,0 0 1,0 1-1,0-1 0,-1 0 1,0 0-1,-1 0 1,0 1-18,-1 3 10,-2-1 0,1 0 1,-1 0-1,0 0 0,-1-1 1,0 0-1,0 0 0,-1 0 1,0-1-1,-2 1-10,-16 14 44,-1-2 0,-13 8-44,19-14 6,7-6-80,0 0 1,-1-1-1,0 0 1,0-1-1,-3 0 74,41 6-139,8 6 139,0 2 0,-2 1 0,0 1 0,7 9 0,7 6-101,-3 2 0,10 14 101,-37-38-224,20 23-4987,32 25 5211,-65-62-254,0 0-1,0 0 1,0 0-1,0 0 1,1-1-1,-1 1 1,0 0-1,1-1 1,-1 1 0,0-1-1,1 1 1,-1-1-1,1 1 1,-1-1-1,0 0 1,1 0-1,0 0 255,-1 0-247,0 0-1,0 0 0,0-1 0,0 1 0,0 0 1,0-1-1,0 1 0,-1-1 0,1 1 1,0-1-1,0 1 0,0-1 0,0 0 1,0 1-1,-1-1 0,1 0 0,0 0 0,0 0 248,0-1-286,0 0 0,0 0 0,0 0 0,0 0 0,0-1 0,0 1 0,0 0 0,-1 0 0,1-1 286,-1 0 166,1 1 0,-1-1 0,0 0 0,0 0 0,0 1 0,0-1 0,-1 0 0,1 1-166,-6-16 4426,6 18-4276,0-1 0,0 1 0,0 0-1,-1-1 1,1 1 0,0 0 0,0 0 0,0-1 0,-1 1-1,1 0 1,0 0 0,0-1 0,-1 1 0,1 0 0,0 0 0,-1 0-1,1-1 1,0 1 0,-1 0 0,1 0 0,0 0 0,-1 0-1,1 0 1,0 0 0,-1 0 0,1 0 0,0 0 0,-1 0 0,1 0-1,0 0 1,-1 0 0,1 0 0,0 0 0,-1 0 0,1 0-1,0 0 1,-1 0 0,1 1 0,0-1 0,-1 0 0,1 0 0,0 0-1,-1 1-149,1-1 29,1 0 0,-1 0 0,0 0 0,0 0 0,0 0 0,0 0 0,0 0 0,0 0 0,0 0 0,0 0 0,0 0 0,1 0 0,-1 0-1,0 0 1,0 0 0,0 0 0,0 0 0,0 0 0,0 0 0,0 0 0,0 0 0,0 0 0,0 0 0,1 0 0,-1 0 0,0 0 0,0 0 0,0 1-1,0-1 1,0 0 0,0 0 0,0 0 0,0 0 0,0 0 0,0 0 0,0 0 0,0 0 0,0 0 0,0 1 0,0-1 0,0 0 0,0 0-1,0 0 1,0 0 0,0 0 0,0 0 0,0 0 0,0 0 0,0 0 0,0 1 0,0-1 0,0 0 0,0 0 0,0 0 0,0 0 0,0 0 0,0 0-1,0 0 1,0 0 0,0 0 0,0 0 0,-1 0 0,1 1 0,0-1-29,14-1 639,-1-4-570,0 1 0,0-2-1,-1 1 1,0-2 0,0 0 0,0 0-1,7-7-68,16-14 154,23-24-154,-39 33 181,-1-1 0,0 0-181,-13 13 63,-1 0 0,1 0-1,-1 0 1,0 0 0,0-1-1,-1 1 1,0-1 0,-1 0-1,1 0 1,-2 0 0,1 0-1,0-4-62,-2 9 25,0 0 0,1 0 0,-1 0-1,0 0 1,-1 0 0,1 0 0,0 1-1,-1-1 1,0 0 0,1 0 0,-1 0 0,0 1-1,-1-1 1,1 0 0,0 1 0,-1-1-1,1 1 1,-1-1 0,0 1 0,0 0-1,0 0 1,0 0 0,0 0 0,0 0 0,-1 0-1,1 1 1,-1-1 0,1 1 0,-1-1-1,1 1 1,-2 0-25,1-1 28,-1 1 0,0 0 0,0 0 0,1 0 0,-1 0 0,0 1 0,0-1 0,0 1 1,0 0-1,0 0 0,0 1 0,1-1 0,-1 1 0,0 0 0,-2 0-28,1 1 31,0 0 1,0 0-1,1 1 1,-1 0-1,0 0 1,1 0-1,0 0 1,0 1-1,0-1 1,-2 4-32,-2 2 23,0 1-1,1 0 1,0 0-1,1 1 1,0 0-1,1 0 1,0 1-1,1-1 1,-2 10-23,0 0 10,2 0 0,0 0 0,1 0-1,1 1 1,0 3-10,2-18 3,1 1-1,-1-1 1,1 1 0,0-1-1,1 0 1,0 0-1,0 1 1,0-1-1,1-1 1,0 1 0,1 0-1,-1-1 1,1 1-1,1-1 1,-1 0 0,5 4-3,-1-2-175,1-1 0,-1 0 0,2-1 0,-1 0 1,1 0-1,-1-1 0,1 0 0,1-1 1,-1 0-1,1-1 0,0 0 0,-1 0 1,1-1-1,0-1 0,1 0 0,6 0 175,-6-1-606,-1 0-1,0-1 1,0-1-1,0 1 1,0-2-1,0 1 1,0-2-1,0 1 0,-1-1 1,1-1-1,-1 0 1,-1-1-1,1 1 1,-1-2-1,0 0 1,8-6 606,-6 2-687,-1-1 1,0 1-1,-1-1 1,0-1-1,-1 0 0,7-13 687,-11 16 446,0 1-1,0-2 0,-1 1 0,2-10-445,-4 12 1024,0-1 1,0 0-1,0 0 1,-2 0-1,1 0 0,-1-3-1024,-1-2 1514,2 4-376,-1 0 0,-1 1 0,-1-4-1138,3 12 47,0 1-1,0 0 1,0-1 0,0 1-1,0 0 1,0-1-1,0 1 1,-1-1-1,1 1 1,0 0-1,0-1 1,0 1-1,-1 0 1,1-1 0,0 1-1,0 0 1,-1 0-1,1-1 1,0 1-1,0 0 1,-1 0-1,1-1 1,0 1 0,-1 0-1,1 0 1,-1 0-1,1-1 1,0 1-1,-1 0 1,1 0-1,0 0 1,-1 0-1,1 0 1,-1 0 0,1 0-1,0 0 1,-1 0-1,1 0 1,-1 0-47,1 1 54,-1-1-1,0 0 1,1 1 0,-1-1 0,1 1-1,-1 0 1,1-1 0,-1 1 0,1-1-1,-1 1 1,1 0 0,0-1 0,-1 1-1,1 0 1,0-1 0,0 1 0,-1 0-1,1-1 1,0 1 0,0 0-54,-2 18 33,0 1-1,1 0 1,1-1 0,1 1 0,2 9-33,19 100-28,-14-88 41,46 210 117,-13-66 359,-39-176-456,3 17 264,-5-26-294,0 0-1,0 0 1,0 0-1,0 0 1,0 1 0,0-1-1,1 0 1,-1 0-1,0 0 1,0 0-1,0 0 1,0 0 0,0 0-1,0 0 1,0 0-1,0 0 1,0 0-1,0 0 1,0 0 0,0 0-1,0 1 1,0-1-1,0 0 1,0 0-1,0 0 1,0 0 0,0 0-1,0 0 1,0 0-1,0 0 1,0 0-1,0 0 1,0 0 0,0 1-1,0-1 1,0 0-1,0 0 1,0 0-1,0 0 1,0 0 0,0 0-1,-1 0 1,1 0-1,0 0 1,0 0-1,0 0 1,0 0 0,0 0-1,0 0 1,0 0-1,0 0 1,0 0-1,0 0 1,0 0 0,0 0-1,0 0 1,-1 0-1,1 0 1,0 0-1,0 0 1,0 0 0,0 0-1,0 0 1,0 0-1,0 0 1,0 0-3,-7-12 119,-12-36-82,3-6-77,3-1 0,-1-25 40,5 17-136,3 0 0,1-46 136,6 57-82,2 0-1,3-3 83,-2 30-36,0 0 0,2 1-1,1 0 1,0 0-1,6-10 37,-9 26-3,0 1-1,1-1 0,-1 1 0,1 0 1,1 0-1,-1 1 0,1-1 1,1 1-1,-1 1 0,1-1 1,0 1-1,0 0 0,0 1 1,1 0-1,0 0 0,-1 0 4,-1 2 19,-1 0-1,1 0 1,-1 1-1,1-1 1,-1 1-1,1 1 0,0-1 1,0 1-1,-1 0 1,1 0-1,0 0 1,-1 1-1,1 0 1,0 0-1,-1 1 1,1 0-1,-1 0 0,0 0 1,1 0-1,-1 1 1,0 0-1,0 0 1,-1 0-1,2 1-18,-1 1 43,1 0 0,-1 0-1,0 1 1,0 0 0,0 0-1,-1 0 1,0 0 0,-1 1-1,1-1 1,-1 1 0,0 0-1,1 6-42,-1-3 42,-1 0 0,0 0-1,-1 0 1,0 1 0,-1-1-1,0 0 1,0 0 0,-1 1-1,-1 2-41,0-2-68,0 0-1,-1 0 1,0-1-1,-1 1 1,0-1-1,0 1 1,-2-1-1,1 0 1,-1-1-1,0 0 1,-1 0-1,0 0 1,-1 0-1,0-1 1,0-1-1,0 1 1,-9 4 68,7-6-377,-1 0 1,1-1-1,-1-1 0,0 0 1,0 0-1,0-1 0,-1-1 1,-8 2 376,16-4-238,0 1-1,0-1 1,-1 0 0,1 0 0,0-1 0,0 1 0,-1-1 0,1 0 0,0 0 0,0 0 0,0 0 0,0-1-1,0 0 1,-1 0 238,2 0-427,-1 0 0,1 0-1,0 0 1,0-1 0,0 1-1,0-1 1,0 0 0,0 0-1,1 0 1,-1 0 0,1 0-1,0 0 1,0 0 0,0-1-1,1 1 1,-2-3 427,1 0-851,0-1 1,1 1-1,-1-1 1,1 0-1,0 0 0,1 0 1,0 0-1,0-2 851,6-32-2709</inkml:trace>
  <inkml:trace contextRef="#ctx0" brushRef="#br0" timeOffset="1905.9">1701 640 11520,'1'3'1114,"-1"-1"-305,1 0 0,0 0 0,-1 0 1,1 0-1,-1 0 0,0 0 0,1 0 1,-1 0-1,0 0 0,0 0 0,0 0-809,19-5 1851,-9-1-1830,-1 0-1,0 0 1,-1-1 0,1 0 0,-1 0-1,0-1 1,0 0 0,3-4-21,3-1-1,14-12 47,-1-1 0,-1-1 0,-1-1 0,-1-2 0,15-23-46,-34 44 21,-1 0-1,1 0 1,-2-1 0,1 1 0,-1-1 0,0 0 0,1-5-21,-3 10 25,-1-1 0,1 1 0,-1 0 0,0-1-1,0 1 1,0-1 0,0 1 0,-1 0 0,1-1 0,-1 1-1,0 0 1,0 0 0,0-1 0,-1 1 0,1 0 0,-1 0 0,1 0-1,-1 0 1,-1 0-25,2 2 11,0 0 0,0 0-1,0-1 1,0 2 0,-1-1-1,1 0 1,0 0 0,-1 0 0,1 0-1,-1 1 1,1-1 0,0 1-1,-1-1 1,0 1 0,1 0-1,-1-1 1,1 1 0,-1 0 0,1 0-1,-1 0 1,1 0 0,-1 0-1,-1 1-10,-1 0 33,-1 0 0,1 0-1,-1 0 1,1 1 0,0-1-1,0 1 1,-2 1-33,-2 2 44,0 0 1,1 1-1,0 0 1,0 0-1,0 1 0,1 0 1,0 0-1,0 0 1,1 1-1,0 0 1,0 0-1,0 1 1,1-1-1,1 1 0,-1 1-44,-1 6-3,0-1 0,1 1-1,1 0 1,1 0 0,0 0 0,1 0-1,1 1 1,0 4 3,0-14-130,1-1 0,0 0-1,0 1 1,0-1 0,1 0 0,0 0 0,0 0 0,0 0-1,1 0 1,0 0 0,0-1 0,0 1 0,1-1 0,0 0-1,0 0 1,0 0 0,0-1 0,1 0 0,0 1-1,0-1 1,0-1 0,1 1 0,-1-1 0,1 0 0,-1 0-1,1-1 1,1 1 130,9 0-1085,1 0-1,-1-1 1,1 0-1,-1-1 0,1-1 1,0-1-1,-1-1 1,1 0-1,3-1 1086,36-6-3333</inkml:trace>
  <inkml:trace contextRef="#ctx0" brushRef="#br0" timeOffset="2438.09">2520 388 13056,'-2'-3'1081,"0"0"0,0 0 0,-1 0 1,1 0-1,-1 0 0,1 0 0,-1 1 0,0 0 1,0-1-1,0 1 0,-1 0-1081,-1-1 352,1 1-1,-1 0 1,1 0 0,-1 1-1,0-1 1,0 1-1,0 0 1,-2 0-352,1 1-39,1-1 0,-1 1 0,0 0 0,0 1 0,0-1 0,0 1 0,0 1 0,1-1 0,-1 1 1,0 0-1,1 0 0,-1 0 0,1 1 0,0 0 0,-1 0 39,-2 3-8,1 1 0,-1-1-1,1 1 1,0 1 0,1-1 0,-6 9 8,-2 6-40,1 0 1,0 1 39,6-10-12,1 1 0,0 0 0,1 1 0,-3 13 12,7-20-12,-1 0-1,1 0 0,0 0 0,1 0 0,0 0 0,0 0 0,1 0 1,0 0-1,0 0 0,1 1 13,-2-6-9,1-1 0,0 0 1,0 0-1,-1 1 0,1-1 1,1 0-1,-1 0 0,0 0 1,0 0-1,1 0 0,-1 0 1,1 0-1,0 0 0,-1-1 0,1 1 1,0-1-1,0 1 0,0-1 1,0 0-1,0 0 0,1 0 9,0 0-11,0 0 0,1 0 0,-1 0 0,1-1 0,-1 0 0,1 0 0,-1 0 0,0 0 0,1 0 0,-1-1 0,1 1 0,-1-1 0,2-1 11,6-1-7,0-2 0,-1 1 1,1-1-1,-1-1 1,0 0-1,-1 0 1,0-1-1,5-4 7,-7 4 12,0-1 0,0 0-1,-1-1 1,0 1 0,0-1-1,-1 0 1,0-1 0,-1 1-1,0-1 1,0 0 0,-1 0-1,2-9-11,0-7 56,-1-2 0,-1 1-1,-1 0 1,-1-12-56,12 121 283,-9-49-387,3 0 1,0-1-1,2 0 1,1-1-1,2 0 104,0 4-764,-9-24-276,1 1 1,0-1-1,1 0 0,1 0 0,-1-1 1,3 3 1039,-6-11-457,-1-1 0,0 1-1,0-1 1,1 1 0,-1-1 0,0 0 0,1 1 0,-1-1 0,1 0 0,0 0 0,-1 0 0,1 0 0,0-1 0,0 1-1,0 0 1,0-1 0,1 1 457,12 0-3370</inkml:trace>
  <inkml:trace contextRef="#ctx0" brushRef="#br0" timeOffset="2769.94">2776 21 12288,'-4'-2'878,"-15"-12"2698,19 14-3332,-1-1 1,0 1-1,0-1 1,1 1-1,-1 0 1,0-1-1,0 1 1,0 0-1,0-1 1,1 1-1,-1 0 1,0 0-1,0 0 1,0 0-1,0 0 1,0 0 0,0 0-1,0 0 1,1 0-1,-1 0 1,-1 1-245,1 0 194,-1 1 0,1 0 1,-1-1-1,1 1 0,-1 0 1,1 0-1,0 0 0,0 0 1,0 0-1,0 0 0,0 0 1,1 0-1,-1 1 0,1-1 0,-1 0 1,1 0-1,0 1 0,0-1 1,0 0-1,0 0 0,0 1 1,0-1-195,2 13-242,0 0 0,0-1-1,2 3 243,0-1 361,56 223-860,-39-162-623,13 39-2011,-9-39-5627,-16-51 5224</inkml:trace>
  <inkml:trace contextRef="#ctx0" brushRef="#br0" timeOffset="3126.85">2565 402 16511,'-15'2'5350,"15"-2"-5236,0 0 0,0 0 0,0 0 0,0 0 0,1 1 0,-1-1 0,0 0 0,0 0 0,0 0 0,0 0 0,0 0 0,0 0 0,0 0 0,1 0 0,-1 0 0,0 0 0,0 0 0,0 1 0,0-1 0,0 0 0,0 0 1,0 0-1,0 0 0,0 0 0,0 0 0,0 0 0,0 1 0,0-1 0,0 0 0,0 0 0,0 0 0,0 0 0,0 0 0,0 0 0,0 1 0,0-1 0,0 0 0,0 0 0,0 0 0,0 0 0,0 0 0,0 0 0,0 1 0,0-1 0,0 0 0,0 0 1,0 0-115,12-5 91,1 1 0,0 0 0,0 1 0,0 0 0,0 1 1,11 0-92,23-4-100,-30 2-101,175-26-4325,-143 25-8031,32 2 12557,-40 6-3696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9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161 371 13056,'0'-1'513,"0"1"1,-1-1 0,1 0 0,0 0 0,-1 0-1,1 0 1,0 0 0,0 0 0,0-1 0,0 1-1,0 0 1,0 0 0,0 0 0,0 0 0,0 0 0,1 0-1,-1-1-513,11-12 3434,-2 3-2973,1-3-210,1 0 1,0 1 0,1 0-1,0 0 1,14-9-252,-24 20 8,8-6 45,0 0 0,1 1 0,-1 1 0,1-1 0,4 0-53,-12 6 19,0 0 0,0 0-1,1 0 1,-1 0-1,0 0 1,0 1 0,1-1-1,-1 1 1,0 0-1,1 0 1,-1 0 0,0 1-1,0-1 1,1 1 0,-1 0-1,0 0 1,0 0-1,0 0 1,0 0 0,0 1-1,0-1 1,2 2-19,-1 0 35,0 1 1,1-1-1,-1 1 1,-1 0 0,1 0-1,0 1 1,-1-1-1,0 0 1,0 1-1,0 0 1,-1 0-1,0 0 1,0 0-1,0 0 1,0 0 0,-1 1-1,0-1 1,0 1-1,0-1 1,-1 2-36,1 7 19,-2 0 1,1-1 0,-2 1-1,0-1 1,0 1-1,-1-1 1,-4 9-20,-1 0 11,-1-1 1,-1 1-1,-1-2 1,-1 0-1,-3 3-11,8-12 7,-9 16-9,-2-1 0,0-1 0,-2-1 1,-1 0-1,0-2 0,-23 18 2,30-29-19,-13 10-132,-18 10 151,38-26-39,-1-1 0,0 0-1,1 0 1,-1-1-1,-1 0 1,1 0-1,0-1 1,-8 2 39,14-4-14,0 0 0,0 0 1,0 0-1,0 0 0,0 0 0,0 0 1,0 0-1,0-1 0,0 1 0,0-1 0,0 1 1,0-1-1,0 0 0,0 0 0,1 0 1,-1 0-1,0 0 0,1 0 0,-1 0 1,0 0-1,1-1 0,0 1 0,-1-1 1,1 0 13,0 1-5,0 0 1,1-1 0,-1 1-1,1 0 1,0-1 0,0 1 0,-1 0-1,1-1 1,0 1 0,0 0 0,0-1-1,0 1 1,0 0 0,1-1-1,-1 1 1,0 0 0,0-1 0,1 1-1,-1 0 1,1 0 0,0-1-1,-1 1 1,1 0 0,0 0 0,-1 0-1,1 0 1,0 0 0,0 0-1,0 0 1,0 0 0,0 0 0,0 0-1,0 0 1,1 1 0,-1-1 4,4-2-8,0 0 1,1 0-1,-1 1 0,1-1 1,0 1-1,-1 0 1,1 1-1,0 0 0,0 0 1,0 0-1,0 0 1,1 1-1,-1 0 0,0 1 1,0-1-1,0 1 1,2 1 7,16 2 66,0 2 0,-1 1 0,15 6-66,55 26 192,-60-24-163,1-1 1,0-2-1,1-2 0,0 0-29,-27-9-387,0 0-1,0 0 1,0 0-1,0-1 1,0 0-1,0-1 0,0 0 1,0 0-1,0 0 1,0-1-1,3-1 388,-4 0-1689,0 0 0,0-1 1,0 1-1,-1-1 0,1-1 0,-1 1 1,4-4 1688,8-9-3696</inkml:trace>
  <inkml:trace contextRef="#ctx0" brushRef="#br0" timeOffset="401.84">749 541 14208,'-16'0'4591,"13"0"-2601,3 0 4,0 0 278,0 0-896,12 0 901,13-1-1901,1-1 0,19-5-376,-24 3-709,1 1 0,-1 1-1,1 1 1,7 1 709,17 0-5194,-27 0-491,-1 0 1621</inkml:trace>
  <inkml:trace contextRef="#ctx0" brushRef="#br0" timeOffset="6833.41">1373 104 12288,'0'-12'2941,"-1"-12"7339,-4 30-9840,0 0 1,1 0-1,-1 1 0,2-1 1,-1 1-1,-1 4-440,-17 45 35,-15 57 322,-18 99-357,51-187 293,4-25-288,0 0 1,0 0-1,0 1 0,1-1 0,-1 0 0,0 1 0,0-1 0,0 0 0,1 0 0,-1 0 0,0 1 0,0-1 0,0 0 0,1 0 0,-1 0 0,0 1 0,1-1 0,-1 0 0,0 0 0,0 0 0,1 0 0,-1 0 0,0 0 0,1 1 0,-1-1 0,0 0 0,1 0 0,-1 0 0,0 0 0,1 0 0,-1 0 0,0 0 0,0 0 0,1-1 0,-1 1-5,9-2 9,0-1 0,-1 0 0,1 0 0,-1-1 0,8-4-9,16-8-18,-1 4-17,0 2 0,1 1 0,0 1 0,1 2 0,-1 1 0,1 1 0,19 1 35,-12 2-668,-1 2 0,0 2 1,1 1-1,-1 2 0,0 2 668,-31-6-970,-1-1 0,1 1-1,0-1 1,-1-1 0,1 1-1,2-1 971,-7-1-552,-1 1-1,1 0 0,0-1 1,-1 0-1,1 1 0,-1-1 0,1 0 1,-1 0-1,1 0 0,-1-1 1,0 1-1,1-1 0,-1 1 1,0-1-1,0 0 0,0 1 1,0-1-1,0-1 553,8-9-3157</inkml:trace>
  <inkml:trace contextRef="#ctx0" brushRef="#br0" timeOffset="7186.19">1677 8 10368,'0'-1'332,"-1"1"1,1-1-1,-1 1 1,1-1-1,-1 1 1,1-1 0,-1 1-1,1-1 1,-1 1-1,0 0 1,1-1-1,-1 1 1,1 0 0,-1 0-1,0-1 1,1 1-1,-1 0 1,0 0-1,0 0-332,-8 8 7047,8-6-6509,-4 5-18,1 0 0,0 0 0,0 0 0,1 0 0,0 0 0,1 1 0,-1-1 0,1 5-520,-4 15 435,0 24-435,2-14 429,-11 84 8,5 33-437,8-94-1936,4 1 0,2-1 1,8 36 1935,-2-44-6134,-2-7 1783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18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671 287 7936,'0'-2'962,"0"-1"1,0 0-1,1 1 1,-1-1-1,1 1 0,0-1 1,0 1-1,0-2-962,1 1 466,-1-1 0,0 0 0,0 1 0,0-1 0,0 0 0,0 0-466,0-7 347,-1 0-1,0 1 0,0-1 0,-1 0 0,-1 1 0,1-1 0,-2 1 1,1 0-1,-2-1 0,1 1 0,-1 1 0,-3-7-346,3 10 90,-1-1-1,1 1 1,-1-1-1,0 1 1,0 1-1,0-1 1,-1 1-1,0 0 1,0 0-1,-1 1 1,1-1-1,-1 1 1,0 1-1,0-1 1,0 1 0,-1 1-1,1-1 1,-1 1-90,-1 0 12,1 0 1,0 1-1,-1 0 1,0 0 0,1 0-1,-1 1 1,1 1 0,-1 0-1,1 0 1,-1 0 0,1 1-1,-1 0 1,1 1-1,0 0 1,0 0-13,0 1 5,0 1 0,1 0-1,-1 0 1,1 0 0,0 1 0,1 0-1,-1 0 1,1 1 0,0 0 0,1 0-1,0 0 1,0 1 0,0-1 0,-2 8-5,-5 13 13,1 1 1,2 0-1,1 0 1,1 1-1,1 0 1,2 0-1,1 1 1,1 0-1,3 29-13,4 16 11,3 0 0,3-2 0,12 37-11,19 38 461,-19-73-4180,0 15 3719,-21-82-1384,-1 0 0,0 0 0,0 6 1384,-1-13-988,0 1-1,0 0 1,-1 0 0,1 0-1,-1 0 1,1 0 0,-1 0-1,-1 0 989,2 1-2890</inkml:trace>
  <inkml:trace contextRef="#ctx0" brushRef="#br0" timeOffset="332.16">43 647 11520,'-26'-7'3733,"25"7"-3553,0 0-1,0 0 1,1 0 0,-1 0 0,0 0-1,1 0 1,-1 0 0,0-1 0,1 1 0,-1 0-1,0-1 1,1 1 0,-1 0 0,0-1-1,1 1 1,-1-1 0,1 1 0,-1-1 0,1 1-1,-1-1 1,1 1 0,0-1 0,-1 1-1,1-1 1,-1 0 0,1 1 0,0-1-1,0 0-179,0 1 155,0-1 0,0 0 0,1 0 0,-1 0 0,1 1-1,-1-1 1,1 0 0,-1 0 0,1 1 0,-1-1 0,1 0-1,-1 1 1,1-1 0,0 1 0,0-1 0,-1 1-1,1-1 1,0 1-155,6-4 537,1 0-1,-1 0 0,8-2-536,44-13-142,0 1-1,1 3 1,53-5 142,-100 19-396,92-10-3291,-32 11-3723,-37 3 3832</inkml:trace>
  <inkml:trace contextRef="#ctx0" brushRef="#br0" timeOffset="685.12">699 543 12544,'-15'-7'4122,"12"6"-2421,3 1-442,10-4 1440,30-8-2047,5-1-275,19-1-377,-48 11 7,0 1 1,-1 1-1,1 0 0,0 1 0,0 1 0,2 0-7,-4 1 6,-1 1 0,0 0 0,1 1 0,3 2-6,-13-5 17,0 1 0,1 0 0,-1 0 0,0 0-1,0 0 1,0 1 0,-1 0 0,1 0 0,-1 0 0,1 0 0,-1 0 0,0 1 0,0-1 0,1 3-17,-3-5 27,-1 1 1,1 0-1,0 0 1,-1 0-1,1 0 1,-1 0-1,0 0 1,1 0-1,-1 1 1,0-1-1,0 0 1,0 0-1,-1 0 1,1 0-1,-1 0 1,1 0-1,-1 0 1,1 0-1,-1 0 1,0 0-1,0 0 1,-1 1-28,-3 5 88,0-1 0,0 1-1,-1-1 1,-4 4-88,5-6 41,-3 3 2,0 0 0,-1-1 0,0 0 0,0-1-1,-1 0 1,0 0 0,0-1 0,0 0 0,-1-1-1,1 0-42,2-1-28,0 0-1,0-1 0,0 0 1,0 0-1,0-1 0,-1 0 1,1-1-1,0 0 0,-1 0 1,1-1-1,0 0 0,0 0 1,0-1-1,-2 0 29,7 1-180,0 0 1,1 0 0,-1 0-1,0-1 1,1 1-1,-1-1 1,1 0-1,0 1 1,0-1-1,-1 0 1,1 0 0,0 0-1,1-1 1,-1 1-1,0 0 1,1-1-1,-1 1 1,1-1-1,0 0 1,-1 1-1,1-1 1,1 0 0,-1 0-1,0 1 1,1-1-1,-1-2 180,1 2-613,0 0 0,0-1 0,1 1 0,-1 0 0,1-1 0,0 1 0,0 0 0,0 0 0,0-1 0,0 1 0,1 0 0,-1 0 0,1 1 0,2-4 613,13-14-3338</inkml:trace>
  <inkml:trace contextRef="#ctx0" brushRef="#br0" timeOffset="1025.5">1273 483 11648,'0'0'310,"0"1"0,0 0 1,0-1-1,0 1 0,-1-1 1,1 1-1,0 0 0,0-1 1,0 1-1,-1 0 0,1-1 1,0 1-1,-1-1 0,1 1 1,0-1-1,-1 1 0,1-1 1,-1 1-1,1-1 0,-1 1 1,1-1-1,-1 0 0,1 1-310,-1-1 79,1 0-1,0 0 0,-1 0 0,1 1 0,0-1 0,0 0 0,-1 0 0,1 1 0,0-1 0,0 0 0,-1 0 0,1 1 0,0-1 0,0 0 1,0 1-1,0-1 0,-1 0 0,1 0 0,0 1 0,0-1 0,0 0 0,0 1 0,0-1 0,0 1 0,0-1 0,0 0 0,0 1 0,0-1 0,0 0 1,0 1-1,0-1 0,0 0 0,0 1 0,0-1 0,1 0 0,-1 1 0,0-1-78,6 36 1483,-2-28-1457,1 0 0,-1 0 0,2 0 0,-1-1 0,1 0 0,0 0 1,1 0-27,1 1 338,-1 0 0,0 1 0,0 0 1,2 6-339,9 17 1920,-18-32-1595,-7-25 224,8 16-568,0-1 0,0 1 0,1 0 0,0 0 0,1 0 0,0 1 0,0-1 0,1 0 0,0 1 0,1 0 0,0 0 0,3-5 19,10-11-637,1 1 0,1 1 1,7-5 636,-20 20-754,1 0 0,0 1 1,1-1-1,-1 2 1,1-1-1,1 1 754,0 0-2054,1 0-1,0 1 0,0 0 1,1 1-1,2-1 2055,13 0-3386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3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106 365 8448,'-16'-5'2757,"16"4"-2416,-1 0-1,1 1 1,-1-1 0,1 0-1,0 0 1,-1 0 0,1 0-1,0 0 1,-1 0 0,1 0-1,0 0 1,0 1 0,0-1-1,0 0 1,0 0 0,0 0-1,0 0 1,0 0 0,1 0-1,-1 0-340,0-2 1576,14 40 867,-9-19-2360,1 0 0,5 9-83,8 26 266,-17-48-339,-1-2 193,0 0 1,0 1 0,0-1 0,0 1-1,-1-1 1,0 1 0,1 0-121,-1-4 18,0 1-1,0-1 1,0 0 0,-1 0-1,1 0 1,0 0 0,0 1 0,0-1-1,0 0 1,0 0 0,0 0 0,0 0-1,0 1 1,0-1 0,-1 0-1,1 0 1,0 0 0,0 0 0,0 0-1,0 0 1,0 0 0,-1 1 0,1-1-1,0 0 1,0 0 0,0 0-1,0 0 1,-1 0 0,1 0 0,0 0-1,0 0 1,0 0 0,-1 0 0,1 0-1,0 0 1,0 0 0,0 0-1,0 0 1,-1 0 0,1 0-18,-15-8 369,-9-10 233,-17-15-602,33 25 81,0 1 0,0-1 0,1-1 0,0 0 0,1 0 0,-3-5-81,7 11 6,1 0 1,-1 0-1,1 0 0,0 0 0,0 0 1,0 0-1,1 0 0,-1 0 0,1 0 1,0 0-1,-1 0 0,1 0 0,1-1 1,-1 1-1,0 0 0,1 0 0,0 0-6,0-1-6,0 0 1,1 0-1,0 1 0,0-1 0,0 0 0,0 1 0,1 0 1,-1-1-1,1 1 0,0 0 0,0 1 0,0-1 6,6-5-38,1 1 1,0 1-1,1 0 0,-1 0 0,1 1 0,0 0 0,0 1 1,8-2 37,8-1-567,0 1 1,0 1 0,1 1-1,-1 2 1,1 1-1,0 1 567,0 1-3254,0 2-1,-1 0 0,20 6 3255,-10 0-3338</inkml:trace>
  <inkml:trace contextRef="#ctx0" brushRef="#br0" timeOffset="1077.25">575 339 10368,'-8'0'3429,"6"0"-1872,2 0 230,0 0 383,0-1-2123,0 1-1,0 0 0,0 0 1,0 0-1,0 0 1,0 0-1,0 0 0,0 0 1,0 0-1,-1-1 0,1 1 1,0 0-1,0 0 0,0 0 1,0 0-1,0 0 0,0 0 1,0 0-1,0-1 1,1 1-1,-1 0 0,0 0 1,0 0-1,0 0 0,0 0 1,0 0-1,0 0 0,0 0 1,0-1-1,0 1 1,0 0-1,0 0 0,0 0 1,0 0-1,0 0 0,1 0 1,-1 0-1,0 0 0,0 0 1,0 0-1,0 0 0,0 0 1,0-1-1,0 1 1,0 0-1,1 0 0,-1 0 1,0 0-1,0 0 0,0 0 1,0 0-1,0 0-46,56-23 554,-32 12-363,1 1 0,0 1-1,1 1 1,3 1-191,-8 4 22,0 0-1,1 2 0,-1 0 1,1 1-1,-1 2 0,0 0 1,0 1-1,0 1 0,0 1 1,0 1-1,-1 1 0,8 4-21,-23-9 46,0 1-1,-1-1 1,1 1 0,-1 0-1,0 0 1,0 1-1,2 1-45,-5-4 20,0 0 1,0 0-1,0 0 0,0 1 0,0-1 0,0 0 0,0 1 0,0-1 0,-1 1 0,1-1 0,0 1 0,-1-1 1,0 1-1,1-1 0,-1 1 0,0-1 0,0 1 0,1 0 0,-1-1 0,0 1 0,-1-1 0,1 1 0,0-1 1,0 1-1,-1 1-20,-1 0 49,1 0 1,-1-1 0,0 1 0,1 0 0,-1 0 0,-1-1-1,1 1 1,0-1 0,-1 0 0,1 0 0,-1 0-50,-4 4 148,0-1 0,-1-1 0,-5 4-148,-1-2 79,0-1 1,0 0 0,0-1 0,0 0-1,-7 0-79,-25 3 11,-1-2-11,38-5-9,-60 6 73,-19-3-64,58-3-156,1-2 0,0-1 0,0-1 0,-8-3 156,33 6-100,1 0 0,-1-1 1,0 1-1,0-1 1,1 1-1,-1-1 1,1 0-1,0-1 1,-1 1-1,-1-2 100,4 3-77,0 0 0,0 0 0,1 0 0,-1 0 0,0 0 0,0 0 0,1 0 0,-1 0 0,0 0 0,1 0 0,-1-1 0,1 1 0,0 0 0,-1 0 0,1-1 0,0 1 0,0 0 0,0-1 0,0 1 0,0 0 0,0 0 0,0-1 0,0 1 0,1 0 1,-1-1-1,0 1 0,1 0 0,-1 0 0,1 0 0,-1-1 0,1 1 0,0 0 0,0 0 77,2-3-291,0 0 0,1 0 0,0 1 0,0 0 0,0 0 0,0 0 0,0 0 0,0 1 0,1 0 0,0-1 291,-1 1-285,12-6-521,0 1 0,0 1 0,1 0 0,0 2-1,0 0 1,3 0 806,12-1-937,-1 2 0,1 1 0,-1 2 937,-1 0 456,0 2-1,5 3-455,12 3 3766,-1 2-1,0 2 1,34 14-3766,-72-22 149,0 0-1,-1 0 1,0 0 0,1 1 0,-2 0-1,3 2-148,26 18 100,-34-24-99,22 12 23,0 0 0,0-2 1,1 0-1,5 0-24,-22-9 18,-1 0 0,1 0 0,0-1 0,0 0 0,0 0 0,-1-1 0,1 1 0,0-1 0,0-1 0,0 0 0,0 0 0,0 0 0,-1 0 0,1-1-1,0 0 1,-1-1 0,0 0 0,4-1-18,6-6 342,1-1-1,9-8-341,-22 16 73,1-1 1,-1 0-1,0 0 0,0-1 0,-1 1 0,1-1 1,-1 1-1,0-1 0,0 0 0,0-1 0,-1 1-73,7-20-96,5 37-16,15 18 91,-20-20-93,1 0-1,0-1 1,0 0 0,1-1 0,0 0 114,6 2-338,1-1 0,0-1 0,1 0 0,0-2 0,0 0 0,0-1-1,1-1 1,-1 0 0,1-2 0,15 0 338,-27-2-36,0 0 0,0-1 0,0 0 0,0 0 0,0-1 0,0 0-1,-1-1 1,1 0 0,-1 0 0,6-3 36,-9 4 47,0-1-1,-1 1 1,1-1-1,0 0 1,-1 0 0,0 0-1,0 0 1,0-1-1,0 1 1,-1-1-1,1 0 1,-1 0 0,0 0-1,0 0 1,0 0-1,-1 0 1,1-1 0,-1 1-1,0-1 1,0 0-47,1-15 426,0 1 1,-2-1-1,0 0 1,-3-17-427,-15-78 1067,10 70-699,3 13-155,-1 6-64,2-1 1,2 1-1,0-3-149,6 37 198,2 34 11,-3-17-114,1 1 1,7 24-96,64 169 59,-19-77-4945,-44-118 1200,-3-9 530,-5-4-2050,-1-5 1852</inkml:trace>
  <inkml:trace contextRef="#ctx0" brushRef="#br0" timeOffset="1682.76">1817 310 15872,'-26'-4'5205,"24"3"-4748,0 1 1,0 0-1,0 0 0,0 0 1,0 0-1,0 1 1,0-1-1,-1 1-457,-3 1 821,7-1 832,90 7-837,-25-8-1618,56 0-2078,-62 2-3593,1 3 6473,1 5-4622,-55-9 4521,0 1 0,0 0 1,0 1-1,0 0 0,-1 0 0,1 0 1,3 3 100,-2 0 762,-4-3 436,1 0-1,-1 0 1,1 0 0,-1 1 0,2 3-1198,-4-6 209,-1 0-1,1 1 0,0-1 0,0 0 0,0 0 0,0 0 0,0 0 0,0 0 1,0 0-1,0-1 0,1 1 0,-1-1 0,0 1 0,0-1 0,0 0 0,1 0 1,-1 0-1,0 0 0,0 0 0,1 0-208,11-2 45,-1 0-1,1-1 1,0-1-45,10-2 119,13-1-161,0-1-1,0-2 0,0-2 1,33-15 42,-32 5 316,-35 20-236,-1 0-1,0 1 1,1-1 0,-1 0 0,0 0 0,0 0 0,-1-1 0,1 1 0,0 0 0,-1-1-1,1 1 1,-1-1 0,0 0-80,-1 2 32,1 0 0,-1 0 0,0 0 1,0 0-1,0 1 0,0-1 0,0 0 0,0 0 0,0 0 0,0 0 0,0 0 0,0 0 0,0 0 0,-1 0 0,1 0 1,0 1-1,-1-1 0,1 0 0,0 0 0,-1 0 0,1 1 0,-1-1 0,0 0 0,1 0 0,-1 1 0,1-1 0,-1 0 0,0 1 1,0-1-1,1 1 0,-1-1 0,0 1 0,0-1 0,0 1-32,-2-2 54,0 1 1,-1 0-1,1 0 1,-1 0-1,0 0 1,1 0-1,-2 0-54,-10 1 60,0 0 0,0 0 0,0 1 0,-1 1-1,1 1 1,1 0 0,-1 1 0,0 1 0,-3 1-60,4 0 41,0 1 0,0 0 0,1 1 0,0 0 1,0 1-1,1 1 0,-7 6-41,11-9 11,1 1 1,0 0-1,0 0 1,0 0-1,1 0 1,1 1 0,-5 8-12,8-14-14,1 1 0,-1 0 0,1-1 0,0 1 0,0 0 0,0 0 0,1 0 1,-1 0-1,1 0 0,0 2 14,0-3-31,1-1 0,-1 1-1,1-1 1,0 0 0,-1 1 0,1-1 0,0 0 0,0 1 0,0-1 0,1 0 0,-1 0 0,0 0 0,1 0-1,0 0 1,-1 0 0,1-1 0,1 2 31,3 2-201,1-1 0,-1 0-1,1 0 1,0-1 0,0 0-1,0 0 1,0-1 0,1 0-1,-1 0 1,0 0 0,4-1 201,12 2-1029,-1-1 0,1-2 0,8 0 1029,36-6-6162,0-2-1,18-7 6163,-11 2-3317</inkml:trace>
  <inkml:trace contextRef="#ctx0" brushRef="#br0" timeOffset="2130.6">3561 184 11776,'5'-12'7658,"-5"11"-7055,0-1-1,0 1 1,0 0 0,-1-1-1,1 1 1,0 0 0,-1-1-1,1 1 1,-1 0 0,0 0-1,1 0 1,-1-1 0,0 0-603,-1 0 205,0 0 1,0 1 0,0-1-1,0 0 1,0 0 0,0 1 0,-2-2-206,0 1-62,-1 0 0,0-1 1,0 2-1,0-1 0,0 0 1,0 1-1,0 0 0,0 0 1,-3 1 61,-14-2-18,1 1 1,-1 1-1,1 2 1,-1 0-1,1 1 1,0 1-1,-2 1 18,4 0-6,11-3-2,0 0 0,0 0 1,0 1-1,0 0 0,0 1 0,1 0 0,0 0 0,-1 0 0,2 1 0,-4 2 8,9-6-13,0 0 0,0 1 0,0-1 0,-1 0 0,1 1-1,0-1 1,1 1 0,-1-1 0,0 1 0,0-1 0,1 1 0,-1-1 0,1 1 0,-1 0 0,1-1 0,0 1 0,0 0 0,-1 0 0,1-1 0,1 1 13,-1 0-48,0 1 0,1-1 1,0 0-1,0 0 1,-1 0-1,1 0 0,1 0 1,-1 0-1,0 0 1,0 0-1,1 0 0,-1 0 1,2 0 47,6 6-235,0 0 1,0-1 0,0-1-1,1 1 1,6 1 234,-5-1-71,33 19-92,-1 2-1,-1 2 1,12 12 163,-50-39 36,-1 1 0,1-1 0,-1 1 0,0 0 0,1 2-36,-3-5 10,-1-1 1,1 1-1,-1 0 0,1 0 0,-1-1 0,0 1 1,1 0-1,-1 0 0,0-1 0,0 1 0,0 0 1,1 0-1,-1 0 0,0-1 0,0 1 0,0 0 1,0 0-1,0 0 0,-1 0 0,1-1 0,0 1 1,0 0-1,0 0 0,-1-1 0,1 1 0,0 0 1,-1 0-1,1-1 0,-1 1 0,1 0 0,-1-1 1,1 1-1,-1 0-10,-3 1-11,1 1 0,-1-1 0,0 0 0,0 0 0,0-1-1,0 1 1,-1-1 0,-2 1 11,-48 9-653,20-4 88,-98 19-3959,79-18-6125,-26-1 10649,32-3-3738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32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26 361 9472,'-16'-10'3061,"7"0"-116,8 8-1459,5 4 2349,-4 16-2928,3-5-803,0 0 1,1 0-1,5 11-104,7 24 236,-10-32-76,-5-13-63,0-1-1,0 1 1,0-1 0,0 1 0,0 0 0,-1-1 0,1 1 0,-1 0-1,1-1 1,-1 1 0,0 0 0,0 0 0,-1 2-97,0-5 50,1 0 0,-1 0 0,1 0 0,-1 0 0,1 0 0,-1 0 0,1 0 0,-1 0 0,1 0 0,-1 0 0,1-1 0,0 1 0,-1 0 0,1 0 0,-1 0 0,1-1 0,-1 1 0,1 0 0,0-1 0,-1 1 0,1 0 0,-1-1-50,-9-6 319,7 4-308,0-1 0,1 1 1,-1 0-1,1-1 0,-1 0 1,1 0-1,0 1 0,1-1 1,-1 0-1,1-1 1,-1 1-1,1 0 0,0 0 1,1-1-1,-1 1 0,1 0 1,0-1-1,0 1 0,0-1-11,1-3-31,-1 0 0,1 1 0,1-1 0,0 1-1,0-1 1,0 1 0,1-1 0,0 1 0,0 0 0,2-2 31,1 0-48,0 1 1,0 0 0,0 0 0,1 1-1,0 0 1,1 0 0,0 1 0,0-1-1,0 2 1,0-1 0,1 1 0,0 1-1,0-1 1,1 2 0,-1-1 0,1 1 0,-1 1-1,1 0 1,0 0 0,0 1 0,9-1 47,0 2-1087,-1 0 1,0 0 0,1 2 0,-1 0-1,18 6 1087,-23-5-1790,0 1-1,0 1 1,0 1-1,0 0 1,2 2 1790,14 8-3029</inkml:trace>
  <inkml:trace contextRef="#ctx0" brushRef="#br0" timeOffset="1087.05">591 482 10496,'-7'1'2686,"7"2"-276,1-3-2264,-1 0-1,1 0 1,-1 1-1,1-1 1,0 0-1,-1 0 1,1 0-1,0 0 1,-1 0-1,1 0 1,-1 0-1,1 0 1,0 0-1,-1 0 1,1 0-1,0 0 1,-1 0-1,1 0 1,-1-1-146,15-5 329,-1-1 1,0-1-1,0 0 1,1-3-330,3-1 95,6-4 59,14-14-154,-23 18 54,-10 8 44,0 0 0,0-1 0,-1 0 0,1 0 0,-1 0 0,0 0 0,-1-1 0,1 1 0,-1-1 0,0 0 0,-1 0 0,1 0 0,-1-2-98,-1 5 62,0 1 0,-1-1 0,1 0 0,-1 0 0,0 0 0,0 0 1,0 1-1,-1-1 0,1 0 0,-1 0 0,1 0 0,-1 1 0,0-1 1,0 0-1,0 1 0,0-1 0,-1 1 0,1-1 0,-1 1 0,1-1 1,-1 1-1,0 0 0,0 0 0,0 0 0,0 0 0,0 0 0,-1 1 1,1-1-1,0 0 0,-1 1 0,-1-1-62,-1-1 53,-1 0 0,1 1-1,-1 0 1,1 0 0,-1 0 0,0 0 0,0 1 0,0 0 0,0 0-1,0 1 1,-5 0-53,1 1 62,-1 1 0,1 0 0,-1 1 1,1 0-1,0 1 0,0 0 0,1 1 0,-1 0 0,1 0 0,0 1 0,0 0 0,-4 4-62,1 1 37,0 0 0,1 1 0,0 0-1,1 1 1,0 0 0,1 1 0,-6 10-37,13-19 3,-1 1 1,1-1-1,0 1 1,0 0-1,0-1 1,1 1-1,0 0 1,0 0-1,0 0 1,1 0-1,0 0 0,0 0 1,1 0-1,0 0 1,0 0-1,0 0 1,0 0-1,1 0 1,2 4-4,-2-6-7,0 1 1,1-1-1,-1 0 1,1 0-1,0 0 1,0 0-1,1 0 0,-1 0 1,1-1-1,0 0 1,-1 0-1,1 0 1,1 0-1,-1 0 1,0-1-1,1 0 1,-1 0-1,1 0 1,0 0-1,0-1 1,0 0-1,-1 0 1,1 0-1,1-1 7,11 1-91,0-1 0,1-1 1,-1 0-1,1-2 0,-1 0 0,0-1 0,14-5 91,13-6-338,-1-2 0,15-9 338,-42 18-37,0 0-1,-1-1 1,0-1-1,4-4 38,-14 11 6,-1-1-1,0 0 1,0 0-1,0 0 0,0-1 1,-1 1-1,1-1 0,-1 0 1,0 0-1,-1 0 1,1 0-1,-1 0 0,0-1 1,-1 1-1,1-2-5,3-40 67,-5 43 6,0 0 0,0-1-1,0 1 1,-1 0 0,0 0 0,1 0-1,-2 0 1,1 0 0,0 0 0,-1 0-73,2 3 11,0 1 0,-1 0 1,1-1-1,0 1 1,0 0-1,0 0 0,-1-1 1,1 1-1,0 0 1,0 0-1,-1-1 1,1 1-1,0 0 0,-1 0 1,1 0-1,0-1 1,-1 1-1,1 0 0,0 0 1,-1 0-1,1 0 1,0 0-1,-1 0 0,1 0 1,0 0-1,-1 0 1,1 0-1,0 0 0,-1 0 1,1 0-1,0 0 1,-1 0-1,1 0 1,-1 0-1,1 0 0,0 0 1,-1 1-1,1-1 1,0 0-1,0 0 0,-1 0 1,1 0-1,0 1 1,-1-1-1,1 0 0,0 1 1,0-1-1,-1 0 1,1 0-1,0 1 0,0-1 1,0 0-12,-11 18 233,10-12-193,-1 1 0,1 0 0,0 0 0,1 0 0,0 0 0,0 0 0,0 0 0,1-1 0,0 1 0,0 2-40,5 15 82,1 0-1,3 6-81,-5-13 51,0-4 5,1 0 1,-1 0 0,5 5-57,-7-13 49,0 0 0,0-1 0,0 0 0,0 0 0,0 0 0,1 0 0,0 0 1,0-1-1,0 1 0,4 1-49,-7-4 20,-1-1-1,1 1 1,0-1 0,0 1 0,0-1-1,0 0 1,0 0 0,0 1 0,0-1 0,0 0-1,0 0 1,0 0 0,0 0 0,-1 0-1,1 0 1,0-1 0,0 1 0,0 0-1,0 0 1,0-1 0,0 1 0,0 0 0,0-1-1,0 1 1,-1-1 0,1 1 0,0-1-1,0 1 1,-1-1 0,1 0 0,0 1-1,-1-1 1,1 0-20,2-3 31,0 0-1,-1 0 1,0 0-1,0 0 1,0 0-1,0-1-30,-1 2 13,31-87 149,-20 52-351,16-33 189,-27 69-3,21-39-101,-21 39 96,1-1-1,0 1 1,0 0 0,-1-1-1,1 1 1,0 0 0,1 0-1,-1 0 1,0 1 0,1-1-1,-1 0 1,1 1 0,-1 0-1,1-1 9,-2 2 9,1 0 1,-1 0-1,0 0 0,1-1 1,-1 1-1,0 1 0,0-1 1,1 0-1,-1 0 0,0 0 1,1 1-1,-1-1 0,0 0 0,0 1 1,0-1-1,1 1 0,-1 0 1,0-1-1,0 1 0,0 0 1,0 0-1,0 0 0,0 0 0,0 0 1,0 0-1,0 1-9,4 4 20,-1 0 1,0 0-1,0 1 0,1 3-20,2 2 3,16 30 58,-5-10 97,9 12-158,-20-35 41,0 0 0,0 0-1,1 0 1,0-1 0,0 0-1,6 3-40,-11-9 11,-1 0 0,1-1 0,-1 0 0,1 0-1,0 1 1,-1-2 0,1 1 0,0 0-1,0 0 1,-1-1 0,1 0 0,0 1-1,0-1 1,0 0 0,0-1 0,-1 1-1,1 0 1,0-1 0,0 1 0,0-1-1,-1 0 1,1 0 0,0 0 0,-1 0-1,1-1 1,-1 1 0,2-2-11,8-5 29,-1 0 0,-1-1-1,1 0 1,-1-1 0,1-2-29,-8 8-3,42-48 89,-34 38-126,1-1-1,1 1 0,0 1 1,1 0-1,5-2 41,-18 14-4,1-1 0,0 1-1,0 0 1,0 0 0,1 0 0,-1 0 0,0 0-1,0 0 1,0 1 0,1-1 0,-1 1 0,0 0-1,0-1 1,1 1 0,-1 0 0,0 0-1,1 1 1,-1-1 0,0 0 0,1 1 0,-1 0-1,0-1 1,0 1 0,0 0 0,0 0 0,1 0-1,-1 0 1,-1 0 0,3 2 4,4 3 3,-1 1 0,1 0 1,-1 1-1,0 0 0,-1 0 0,1 1-3,4 6-9,36 51-236,-28-39-2939,21 26 3184,-34-46-827,0-1 1,1 1 0,-1-1-1,2-1 1,3 4 826,-7-7-831,1 1 0,0-1 0,-1 1 0,1-1 0,0-1 0,1 1 0,-1-1 0,0 0 0,0 0 0,3 0 831,23 0-3328</inkml:trace>
  <inkml:trace contextRef="#ctx0" brushRef="#br0" timeOffset="1766.4">2416 268 12928,'0'-1'357,"-1"0"0,0 0 0,1 0-1,-1 0 1,0 0 0,0 0 0,0 0 0,0 0 0,0 0 0,0 0 0,0 0 0,0 0 0,0 1 0,0-1 0,0 0 0,0 1 0,0-1 0,-1 1 0,1 0 0,0-1 0,0 1 0,-1 0 0,1-1 0,0 1 0,-1 0 0,1 0 0,0 0 0,-1 0 0,1 1 0,-1-1-357,-30 4 645,1 2 0,0 1 0,0 1 0,1 2 0,-5 3-645,23-8-62,1 1 0,0 0 0,0 1 0,1 0-1,0 0 1,-7 7 62,11-7 24,0-1-1,0 0 1,1 1-1,0 0 1,0 1-1,1-1 1,0 1-1,0 0 1,0 0 0,1 2-24,1-6 0,1 0 0,0 0 0,0 0 0,1 0 1,-1 0-1,1 0 0,0 0 0,0 0 0,0 0 1,1 0-1,-1 0 0,2 2 0,-2-4-7,0-1 0,1 1 0,0 0 0,-1-1 0,1 1 0,0-1 0,0 0 0,0 1 0,0-1 0,0 0 0,0 1 0,0-1 0,1 0 1,-1 0-1,0 0 0,1 0 0,-1 0 0,0 0 0,1-1 0,-1 1 0,1 0 0,0-1 0,-1 1 0,1-1 0,-1 1 0,1-1 0,0 0 0,-1 0 0,1 0 0,0 0 0,0 0 7,19-2-63,0-1 0,0-1 0,0-1 0,0 0 0,-1-2 0,2-1 63,-16 5 0,15-3 30,-1-2 0,-1 0 0,0-2 0,0 0-30,-14 7 7,0 0 0,0 0 1,-1-1-1,1 1 0,-1-1 1,0 0-1,0 0 1,-1-1-1,1 1 0,-1-1 1,0 0-1,0 0 0,0 0 1,-1 0-1,0 0 0,0 0 1,1-3-8,-1 0 5,-1 1 1,1-1-1,-1 0 0,0 1 1,-1-1-1,0-1-5,3 19-37,1 4 36,0 0 0,1-1 0,0 0-1,1 0 1,6 9 1,-6-13-270,1 0 0,0 0-1,0-1 1,0 0 0,1-1-1,0 1 1,0-2 0,8 5 270,-11-7-279,0-1 1,1 0-1,-1-1 1,1 1-1,0-1 1,0 0-1,-1-1 1,1 1-1,1-1 1,-1-1-1,0 1 1,0-1-1,0 0 1,0 0-1,0 0 1,2-1 278,-1-1-100,1 1 1,0-1-1,-1-1 0,1 1 1,-1-1-1,0 0 0,0-1 1,0 0-1,0 0 1,1-2 99,-3 2 307,1-1 0,-1 0 0,-1 0 1,1 0-1,-1 0 0,0-1 1,0 0-1,-1 0 0,0 0 0,0 0 1,2-6-308,12-43 3040,-13 68-2747,0 1 0,1 0 1,1-1-1,3 7-293,0-5 63,-3-5-1411,1 1 0,0-1 0,0 0 0,7 6 1348,-12-14-747,0 0 1,0 0-1,0 0 1,1 0-1,-1 0 0,1-1 1,0 1-1,-1-1 1,1 1-1,0-1 0,0 0 1,0 0-1,0-1 1,0 1-1,0 0 1,0-1-1,0 0 0,0 0 1,0 0-1,2 0 747,9-1-3333</inkml:trace>
  <inkml:trace contextRef="#ctx0" brushRef="#br0" timeOffset="2105.22">2766 119 13952,'-40'-26'5183,"40"26"-4031,-27-8 448,17 5 128,6 6-1088,-6-3-96,10 0-352,-5 0-896,5 0 352,0 0-2112,10 8 1376,-1-2-4319,9 0 3039,6 8-3520,-2-3 3392</inkml:trace>
  <inkml:trace contextRef="#ctx0" brushRef="#br0" timeOffset="2507.14">2985 341 12288,'18'65'8959,"-11"-47"-7859,-3-3-739,1-1 0,1 0 0,1 0 0,4 7-361,-1-3 295,-9-15-210,1 0 0,-1 0 1,1 0-1,-1 0 0,1 0 0,0 0 1,0-1-1,0 1 0,1-1 0,-1 1 1,1-1-1,-1 0 0,1 0 0,1 1-85,-3-3 19,-1 0 0,1 0 1,-1 0-1,1 0 0,-1 0 0,0 0 0,1 0 0,-1 0 0,1-1 1,-1 1-1,0 0 0,1 0 0,-1 0 0,1 0 0,-1-1 0,0 1 0,1 0 1,-1-1-1,0 1 0,1 0 0,-1 0 0,0-1 0,0 1 0,1-1 0,-1 1 1,0 0-1,0-1 0,0 1 0,1 0 0,-1-1 0,0 1 0,0-1-19,7-17 234,-5 13-173,4-12 9,10-22 17,15-27-87,-25 54-50,2 0 0,0 0 0,0 1 1,1 0-1,0 1 0,1 0 0,1-1 50,-6 7-19,0-1 1,0 1-1,0 0 1,1 0-1,-1 1 0,1 0 1,5-2 18,-8 4 5,0 0 0,-1 1 0,1-1-1,0 1 1,-1 0 0,1-1 0,0 1 0,-1 1 0,1-1 0,0 0 0,0 1 0,-1-1 0,1 1-1,-1 0 1,1 0 0,-1 0 0,1 0 0,-1 0 0,1 1 0,-1-1-5,9 7 32,0 1-1,-1 0 1,0 0 0,0 1 0,-1 1-1,-1-1 1,2 3-32,17 21-94,-16-21 86,1 1-632,1 0 0,0-1 1,9 7 639,-17-16-256,0-1-1,0 1 1,0-1 0,0 0-1,1-1 1,-1 1 0,1-1 0,0 0-1,0-1 1,0 1 0,-1-1 0,1 0-1,2-1 257,1 1-42,1-1 0,0-1 0,0 0 0,-1 0 0,1-1-1,0 0 1,-1-1 0,0 0 0,1 0 0,-1-1 0,-1 0-1,1 0 1,4-4 42,1-2 640,0 0 0,-1-1 0,0-1-1,-1 0 1,0-1 0,-1 0 0,2-4-640,-12 15 98,1 1 0,-1-1 1,0 0-1,1 1 0,-1-1 1,1 1-1,-1-1 0,1 1 0,0 0 1,0 0-1,-1 0 0,1 0 1,0 0-1,1 0-98,-2 1 36,-1 0 0,1 0 0,-1 0 0,1 0 0,-1 0 0,1 0 0,-1 0-1,1 0 1,-1 0 0,1 0 0,-1 0 0,1 1 0,-1-1 0,1 0 0,-1 0 0,1 1 0,-1-1 0,1 0 0,-1 0 0,0 1 0,1 0-36,0 0 29,0 0-1,0 1 1,0-1 0,0 1-1,0 0 1,0-1 0,-1 1-1,1 0 1,0 1-29,0 2-32,6 17-51,0-1 1,4 5 82,-8-19-450,0 0 1,1-1 0,0 1-1,1-1 1,-1 0 0,1 0 0,0 0-1,5 3 450,-9-8-387,1 0-1,-1 1 1,1-1-1,-1 0 1,1 0-1,0 0 0,-1-1 1,1 1-1,0 0 1,0-1-1,0 1 1,-1-1-1,1 1 1,0-1-1,0 0 1,2 0 387,10-2-5229,0-2 1651</inkml:trace>
  <inkml:trace contextRef="#ctx0" brushRef="#br0" timeOffset="2838.91">3910 151 11136,'-32'-46'4224,"32"46"-3296,-32-32 1151,19 21 833,3 7-1632,-9-9 96,6 6-864,-6-7-320,11 11-128,-1-9-1472,4 7 768,5 2-3712,5 3 2433,4 3-4577,9 6 3680</inkml:trace>
  <inkml:trace contextRef="#ctx0" brushRef="#br0" timeOffset="3712.05">4065 341 11392,'2'30'7585,"-1"-3"-3832,0-19-3547,1 1 0,-1-1-1,1 0 1,1 0 0,0 0 0,0 0 0,0 0-1,1 0 1,1-1 0,4 7-206,10 21 171,-18-31-159,10 16 486,-10-20-487,-1 0 0,0 0-1,0 0 1,0 1 0,0-1-1,0 0 1,0 0 0,0 0-1,0 0 1,1 0 0,-1 0 0,0 0-1,0 1 1,0-1 0,0 0-1,0 0 1,1 0 0,-1 0-1,0 0 1,0 0 0,0 0-1,0 0 1,1 0 0,-1 0 0,0 0-1,0 0 1,0 0 0,0 0-1,1 0 1,-1 0 0,0 0-1,0 0 1,0 0 0,0 0 0,1 0-1,-1 0 1,0-1 0,0 1-11,4-12 422,-1-1-351,0 0 0,0 0 1,2 0-1,0 0 0,0 1 0,3-3-71,4-9-123,2 1 0,11-15 123,-16 27-30,-1 0 0,2 1-1,-1 0 1,1 0 0,1 1-1,0 0 1,0 1 30,-4 4-13,-1 0 0,1 0 0,1 0 0,-1 1 0,0 0 0,1 1 0,0 0 0,-1 0 0,1 0 0,0 1 0,0 0 0,5 1 13,-8 0-9,1 1 0,-1-1-1,1 1 1,-1 1 0,0-1 0,1 1-1,-1 0 1,0 0 0,0 0 0,0 1-1,-1 0 1,1 0 0,-1 0 0,4 4 9,8 6-106,-2 2 1,0 0-1,5 7 106,0 1-135,-16-20 96,14 17-1626,2-1 1,18 16 1664,-32-31-631,1 1-1,0-1 1,0 0 0,0-1 0,0 0 0,1 1 0,-1-2 0,1 1-1,0-1 1,0 0 0,0-1 0,0 1 0,3-1 631,13-1-2174,1-2 1,-1 0-1,19-5 2174,-33 5-114,14-2 658,-2-1 0,1-2 0,14-5-544,-14 2 2318,1 0 0,-1-2 1,4-3-2319,-14 8 1872,-2-1-1,11-8-1871,-19 14 305,1 0 0,-1 0 0,0-1-1,0 1 1,0-1 0,0 1 0,0-1 0,-1 0-1,1 0 1,-1 0 0,1 0 0,-1 0 0,0 0-1,0-1-304,-1 3 92,0 0 0,0-1 0,0 1 1,0-1-1,0 1 0,0 0 0,-1-1 0,1 1 0,0 0 0,-1-1 0,1 1 0,-1 0 0,0 0 0,1-1 0,-1 1 0,0 0 0,1 0 0,-1 0 0,0 0 1,0 0-1,0 0 0,0 0 0,0 0 0,0 0 0,-1 0 0,1 1 0,0-1 0,0 0 0,-1 1-92,-3-3 125,0 1 0,0 0-1,-1 0 1,1 1 0,-1 0 0,0-1-125,-7 1 21,0 0 1,0 0-1,-1 1 0,1 1 0,0 0 1,0 0-1,0 2 0,-10 2-21,4 1 3,1 0-1,0 1 0,0 1 0,0 0 0,-8 6-2,17-7-11,-1 0 1,1 0-1,0 1 0,0 0 1,1 0-1,-4 6 11,8-10-4,0 1-1,1 0 0,0-1 1,0 1-1,0 0 1,1 0-1,-1 1 1,1-1-1,0 1 0,1-1 1,-1 1-1,1-1 1,0 1-1,1 0 5,0-3-9,0 0 0,0-1 0,0 1 0,1 0 0,-1 0 0,1 0 0,0-1 0,-1 1 0,1 0 0,1-1 0,-1 1 0,0-1 0,1 1 0,-1-1 0,1 1 0,0-1 0,-1 0 0,1 0 0,0 0 0,0 0-1,1 0 1,-1-1 0,0 1 0,1 0 0,-1-1 0,1 0 0,-1 0 0,1 0 0,0 0 0,-1 0 0,3 0 9,4 1-36,0 0-1,0-1 1,0 0-1,0-1 1,1 0 0,-1-1-1,0 0 1,0 0-1,2-1 37,19-6-56,0 0 0,8-5 56,-15 4 70,-16 8-48,-1-1 1,0 0 0,0-1 0,0 0 0,0 0 0,-1 0 0,1 0-1,-1-1 1,0 0 0,0 0 0,0-1 0,0 1 0,-1-1 0,2-3-23,-4 6 13,-1 1 1,-1-1-1,1 0 1,0 0-1,0 0 1,-1 0-1,1 0 1,-1-1-1,0 1 1,1 0-1,-1 0 1,0 0 0,0 0-1,0 0 1,-1 0-1,1-1-13,-2-5 94,0 0 0,0 0 0,-3-5-94,3 8 6,0 1 0,0 0 0,1-1 0,0 1 0,0-1 0,0 0 1,0 1-1,1-1 0,0 0 0,0 1 0,0-4-6,0 8-5,0 0 1,0 0 0,0 0-1,0 0 1,0-1 0,0 1-1,0 0 1,0 0 0,0 0-1,0 0 1,0 0 0,0-1-1,0 1 1,0 0-1,1 0 1,-1 0 0,0 0-1,0 0 1,0 0 0,0 0-1,0-1 1,0 1 0,0 0-1,0 0 1,1 0-1,-1 0 1,0 0 0,0 0-1,0 0 1,0 0 0,0 0-1,0 0 1,1 0 0,-1 0-1,0 0 1,0 0 0,0 0-1,0 0 1,0 0-1,1 0 1,-1 0 0,0 0-1,0 0 1,0 0 0,0 0-1,0 0 1,1 0 0,-1 0-1,0 0 1,0 0 0,0 0 3,9 9-79,7 15 25,2 12 81,-1 1 0,-2 0-1,-2 1 1,3 18-26,8 19 36,-6-18 269,1 16-305,-13-47 238,-1 1 1,-2-1-1,-1 1 1,-1 3-239,-1-25 50,0 1-1,0 0 1,-1 0 0,0-1 0,0 1 0,0 0 0,-1-1-1,0 1 1,0-1 0,0 0 0,-1 0 0,1 0 0,-1 0 0,-1 0-1,1 0 1,-1-1 0,1 1 0,-1-1 0,-1 0 0,1-1-1,0 1 1,-1-1 0,0 1 0,0-1 0,0-1 0,0 1-1,0-1 1,-1 0 0,-1 1-50,-29 8 66,1-2 0,-2-1-1,-23 2-65,25-6-220,0-2 0,-1-1 0,1-1 0,-31-6 220,39 3-471,1-2 0,0-1 0,0 0 0,1-2-1,-5-3 472,15 5-597,1 0 1,1-1-1,-1 0 0,1-1 0,1-1 0,-1 0 0,2 0 1,-1-1-1,-7-10 597,14 14-675,0 0-1,1 0 1,0-1 0,0 0 0,1 1 0,-1-1 0,2-1 0,-1 1 0,1 0 0,0-1 0,0 1 0,0-7 675,0-32-3712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4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240 101 8448,'0'0'16,"-10"-18"4502,9 18-4048,0-1 0,1 0 0,0 0 0,-1 0 1,1 0-1,0 0 0,-1 0 0,1 0 1,0 0-1,0 0 0,0 0 0,0 0 0,0 0 1,0 0-1,0 0 0,0 0 0,0-1-470,-16 46 1360,2 0 0,1 2-1360,-13 41 342,-103 286 479,101-277-256,78-216-159,-21 26-324,1-17-82,6-24-120,-27 108 89,13-47 15,3 1-1,7-6 17,-31 75 17,1-1 1,1 1-1,-1 0 0,1 0 0,-1 0 1,1 1-1,0-1 0,1 1-17,-4 2 13,1 0 0,0 1 0,-1-1 0,1 1 0,0-1 0,0 1 0,0-1 0,-1 1 0,1 0 0,0-1 0,0 1 0,0 0 0,0 0 0,0 0 1,0 0-1,-1 0 0,1 0 0,1 0-13,-1 0 16,1 0 0,-1 1 0,0-1 0,0 1 0,0 0 0,1-1 0,-1 1 0,0 0 0,0 0 0,0-1 0,0 1 0,0 0 0,0 0 0,-1 0 0,1 0 0,0 0 1,0 1-17,6 10 45,-1 0 0,0 1 1,0 0-1,-2 0 1,0 1-1,2 9-45,0-1 32,96 287 479,-18-57-3721,-80-240 2157,4 16-2193,-7-27 2978,-1 0 0,0 0 0,0 0 0,0 0 0,0 0 0,0 1 0,0-1-1,-1 0 1,1 0 0,0 0 0,0 0 0,-1 0 0,1 0 0,-1 0 0,1 0 0,-1 0-1,1 0 1,-1 0 0,0 0 0,1 0 0,-1-1 0,0 1 268,-8 1-4624,1-5 1547</inkml:trace>
  <inkml:trace contextRef="#ctx0" brushRef="#br0" timeOffset="348.04">168 481 10880,'-22'-4'3594,"22"3"-3550,-1 1 1,1 0-1,0 0 0,0 0 0,0 0 1,0 0-1,-1 0 0,1 0 0,0 0 1,0 0-1,0 0 0,-1 0 0,1 0 1,0 0-1,0 0 0,0 0 0,0 0 1,-1 0-1,1 0 0,0 0 0,0 0 1,0 0-1,-1 0 0,1 0 0,0 0 1,0 0-1,0 0 0,0 1 0,0-1 1,-1 0-1,1 0 0,0 0 0,0 0 1,0 0-1,0 0 0,0 1 0,0-1-43,-2 1 475,1 0-31,0 0 0,0 0-1,0 1 1,0-1 0,0 0 0,0 1 0,0-1 0,0 0-1,0 2-444,1-3 166,0 0 0,0 0 0,0 1 0,0-1 0,0 0 0,0 1 0,0-1 0,0 0 0,0 1-1,0-1 1,0 0 0,0 0 0,0 1 0,0-1 0,1 0 0,-1 1 0,0-1 0,0 0 0,0 0 0,1 1-1,-1-1 1,0 0 0,0 0 0,0 0 0,1 1 0,-1-1 0,0 0 0,1 0-166,0 0 61,1 1 0,-1-1 0,1 0 0,-1 0 0,1 0 0,0 0 0,-1 0 0,1 0 0,-1 0 0,1-1 1,-1 1-62,65-10 79,-2 1-2812,1-3 0,56-18 2733,26-16-11536,-114 36 8406</inkml:trace>
  <inkml:trace contextRef="#ctx0" brushRef="#br0" timeOffset="680.22">787 116 12544,'-31'-23'7450,"31"23"-7341,-1 0 0,1-1-1,0 1 1,0 0 0,0 0 0,-1 0 0,1-1-1,0 1 1,0 0 0,-1 0 0,1 0-1,0 0 1,0 0 0,-1 0 0,1 0 0,0 0-1,0-1 1,-1 1 0,1 0 0,0 0 0,-1 0-1,1 0 1,0 0 0,0 0 0,-1 1-1,1-1 1,0 0 0,-1 0 0,1 0 0,0 0-109,-7 1 1648,7 30-400,-3 7-1108,3 1 1,0-1-1,3 0 1,2 10-141,31 151-1239,-16-124-1490,5-5-3657,-19-59 1746,2-2 1462</inkml:trace>
  <inkml:trace contextRef="#ctx0" brushRef="#br0" timeOffset="1037.83">673 176 13312,'-36'-31'7567,"36"31"-7434,0-1-1,0 1 0,0 0 1,0 0-1,0-1 0,0 1 1,0 0-1,1-1 0,-1 1 1,0 0-1,0-1 0,0 1 1,0 0-1,1 0 0,-1-1 1,0 1-1,0 0 0,1 0 1,-1 0-1,0-1 0,0 1 1,1 0-1,-1 0 0,0 0 1,1 0-1,-1 0 0,0-1 1,0 1-1,1 0 0,-1 0 1,1 0-133,20-10 779,24-8-1154,-27 12 364,1 1 0,0 1-1,0 1 1,1 1 0,-1 0 0,0 1-1,1 1 1,-1 1 0,1 1 0,1 1 11,-13-2 18,0 1 0,0 0 0,0 0-1,0 1 1,0 0 0,-1 0 0,1 1 0,-1 0 0,0 0 0,0 1 0,0 0-1,-1 0 1,1 1 0,-1-1 0,-1 1 0,1 1 0,-1-1 0,0 1 0,-1 0 0,1 0-1,-1 0 1,-1 0 0,1 1 0,-1 0 0,-1 0 0,1 0 0,-1 0 0,-1 0-1,0 0 1,0 0 0,0 1 0,-1-1 0,0 0 0,-1 4-18,-1 2 14,-1 0-1,0-1 1,-1 1 0,-1-1 0,0 0 0,-1 0-1,0-1 1,-1 1 0,-2 1-14,-16 23-621,-2-1 1,-7 5 620,28-33-195,-4 3-1602,-1 0-1,0-1 1,-10 6 1797,18-12-555,2-4 363,1 1-1,0-1 1,-1 1 0,1-1-1,0 0 1,-1 1 0,1-1 0,-1 1-1,1-1 1,-1 0 0,1 1 0,-1-1-1,1 0 1,-1 0 0,1 1 0,-1-1-1,1 0 1,-1 0 0,0 0-1,1 0 1,-1 0 0,1 1 0,-1-1-1,1 0 1,-1 0 0,0-1 0,1 1-1,-1 0 1,1 0 0,-1 0 0,1 0-1,-1 0 1,0-1 0,1 1 0,-1 0-1,1 0 1,-1-1 192,-3-7-3381</inkml:trace>
  <inkml:trace contextRef="#ctx0" brushRef="#br0" timeOffset="1388.29">1278 176 14848,'-8'13'8757,"8"-10"-8448,-1-1-1,1 1 1,0-1-1,0 1 1,0-1-1,0 1 1,0 1-309,1 12 341,0 28-287,2 0 1,2 0-1,1-1 0,3 0 1,8 25-55,-12-54-31,0 0 0,0 0 0,2-1 0,-1 0-1,2 0 1,0 0 0,0-1 0,1 0 0,7 6 31,-10-12-333,0 0 0,0-1 0,0 0 0,1 0 0,0-1 0,0 0 0,0 0 0,4 1 333,-5-3-658,-1 0-1,1 0 0,0-1 0,0 0 0,0 0 0,0 0 0,0-1 0,0 1 0,0-2 0,0 1 0,6-2 659,11-4-4970,0 2 1594</inkml:trace>
  <inkml:trace contextRef="#ctx0" brushRef="#br0" timeOffset="1389.29">1319 550 14720,'-32'11'5439,"32"-11"-4223,-9 9 288,4-9-32,10 0-960,-5 0-32,9 0-320,6-5-32,2 5-64,1-7-320,6 2 128,-2-7-1280,1 4 768,-1-7-2816,7 1 1920,-12-1-5087,1 2 3711</inkml:trace>
  <inkml:trace contextRef="#ctx0" brushRef="#br0" timeOffset="1742.44">1251 351 13312,'-19'-9'6095,"19"9"-5989,0 0 0,0 0-1,0 0 1,-1-1 0,1 1-1,0 0 1,0 0 0,0 0-1,0 0 1,0-1 0,0 1-1,-1 0 1,1 0 0,0 0-1,0-1 1,0 1 0,0 0-1,0 0 1,0 0 0,0-1-1,0 1 1,0 0 0,0 0-1,0-1 1,0 1 0,0 0-1,0 0 1,0 0 0,1-1-1,-1 1 1,0 0 0,0 0-1,0 0 1,0-1 0,0 1-1,0 0 1,0 0 0,1 0-1,-1 0 1,0-1-106,11-9 1387,16-7-1027,35-13-162,-24 13-263,-2 0-1111,0 2 0,13-2 1176,-20 9-9221,25-5 9221,-22 8-3669</inkml:trace>
  <inkml:trace contextRef="#ctx0" brushRef="#br0" timeOffset="2460.43">2170 161 12032,'-13'-35'7493,"9"19"-2246,3 13-4910,0 0 0,0-1 0,0 1-1,0 0 1,0 0 0,0-1 0,-2 0-337,2 1 68,-1 1 0,0 0 0,1-1 1,-1 1-1,0 0 0,0 0 0,0 0 0,0 1 1,-1-1-1,1 0 0,-1 1 0,1 0 0,-1-1 0,1 1 1,-1 0-1,1 0 0,-1 0 0,0 1 0,0-1 1,1 1-1,-1-1 0,0 1 0,0 0 0,0 0 1,1 0-1,-1 1 0,0-1 0,0 1 0,0 0-68,-4 0-6,0 1 0,1 1 0,0-1 0,-1 1 0,1 0 0,0 1-1,1-1 1,-1 1 0,1 1 0,-1-1 0,1 1 0,-1 1 6,-11 13-68,2 1-1,0 0 1,2 1 0,-7 12 68,2 1-45,2 1 0,-8 24 45,19-43-14,0 0 0,1-1 0,0 2 0,2-1 1,-1 0-1,2 1 0,1 1 14,0-10-2,0 1-1,1-1 1,0 0 0,1 1 0,-1-1 0,2 0-1,-1 0 1,1 0 0,1 0 0,-1-1 0,1 1 0,0-1-1,1 0 1,4 5 2,-4-6 4,1 0 0,0 0-1,0 0 1,0-1 0,1 1 0,-1-2-1,1 1 1,1-1 0,-1 0 0,0 0-1,1-1 1,0 0 0,0-1 0,0 0-1,0 0 1,0 0 0,0-1 0,1 0-1,-1-1 1,0 0 0,0 0 0,1-1-1,-1 0 1,0 0 0,0-1 0,0 0-1,2-1-3,-7 2 5,0 0-1,-1 0 0,0 0 0,1-1 0,-1 1 0,0-1 0,1 1 0,-1-1 0,0 0 0,0 0 0,0 0 0,0 0 1,-1 0-1,1 0 0,-1 0 0,1-1 0,-1 1 0,1-1-4,-1-2-1,1 0 1,-1 0-1,1-1 1,-2 1-1,1 0 1,0-1-1,-1 1 1,0-4 0,-4 2-91,4 7 89,0 0 1,0 0 0,0 0 0,0 0-1,-1 0 1,1 0 0,0 0 0,0 0 0,0 0-1,0 0 1,0-1 0,0 1 0,0 0 0,-1 0-1,1 0 1,0 0 0,0 0 0,0 0 0,0 0-1,0 0 1,0 0 0,0 1 0,0-1 0,-1 0-1,1 0 1,0 0 0,0 0 0,0 0 0,0 0-1,0 0 1,0 0 0,0 0 0,0 0 0,0 0-1,-1 0 1,1 0 0,0 0 0,0 1 0,0-1-1,0 0 1,0 0 0,0 0 0,0 0 0,0 0-1,0 0 1,0 0 0,0 0 0,0 1 0,0-1-1,0 0 1,0 0 0,0 0 0,0 0 0,0 0-1,0 0 1,0 0 0,0 1 0,0-1 0,0 0-1,0 0 1,0 0 0,0 0 0,0 0 0,0 0-1,0 0 1,0 1 1,1 6-107,0 0 0,0 0 0,1 0-1,0 0 1,0 0 0,0 0 0,1 0 0,0 0 0,1-1-1,-1 1 1,2-1 107,22 33-3855,2-7-4892,-16-17 4801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8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94 397 8704,'-12'0'5404,"8"0"-2145,6 0-867,-1 0-264,-1 0-762,6 5 1359,6-4-2422,-1 0-1,0 0 1,1 2-303,-3-1-63,0-1 0,0 0-1,0 0 1,0-1 0,7 0 63,1-2-1405,0-1-1,0 0 1,1-2 1405,14-8-4848,-28 10 3425,0 1-1,0-1 1,0 0-1,-1 0 1,1-1-1,0 1 1424,6-6-3045</inkml:trace>
  <inkml:trace contextRef="#ctx0" brushRef="#br0" timeOffset="370.73">41 227 13696,'-41'-3'7999,"84"1"-3666,45-2-6735,12-6-7848,-58 5 6602</inkml:trace>
  <inkml:trace contextRef="#ctx0" brushRef="#br0" timeOffset="1161.78">650 69 12416,'-6'-1'841,"0"1"866,0-1 0,0 0 0,0 0 0,-3-2-1707,5 0 3563,6-5-1473,-1 7-2074,0-1 11,0 0 1,0 1-1,1-1 0,-1 1 1,0 0-1,1-1 1,-1 1-1,1 0 0,-1 0 1,1 0-1,0 0 1,-1 0-1,1 0 0,1 0-27,30-10 67,-26 9-58,7-3-42,1 2 1,-1-1 0,1 2 0,0 0 0,7 1 32,-15 1 14,0 0 1,0 0-1,1 1 0,-1 0 0,0 0 1,0 1-1,0 0 0,-1 0 0,1 0 1,0 1-1,-1 0 0,3 2-14,-7-4 18,0 1 0,0-1-1,0 1 1,-1-1 0,1 1 0,0 0-1,-1 0 1,1-1 0,-1 1-1,1 1 1,-1-1 0,0 0 0,0 0-1,0 0 1,0 0 0,0 1-1,-1-1 1,1 1 0,-1 1-18,1 3 45,-1-1 0,0 1 1,0-1-1,-1 1 0,0 0 0,-1 2-45,-1 5 19,-1-1 0,0 0 0,0 0 0,-2-1 0,1 1 0,-2-1 0,1 0 1,-2-1-1,0 0 0,-8 10-19,-11 7 20,0-1 1,-2-1 0,-6 2-21,10-7 25,8-6-40,-1-1 0,-1-1 1,0 0-1,-17 7 15,31-18-35,1 0-1,-1 1 1,1-1 0,0 1-1,0 0 1,0 0 0,0 0-1,-2 3 36,6-5-6,0-1 0,-1 0 0,1 0 0,0 1 0,0-1-1,0 0 1,0 0 0,0 1 0,0-1 0,0 0 0,0 0 0,0 1-1,0-1 1,1 0 0,-1 0 0,0 1 0,0-1 0,0 0 0,0 0-1,0 1 1,0-1 0,0 0 0,1 0 0,-1 0 0,0 1 0,0-1-1,0 0 1,1 0 0,-1 0 0,0 0 0,0 1 0,0-1 0,1 0 0,-1 0-1,0 0 1,0 0 0,1 0 0,-1 0 0,0 0 0,0 0 0,1 0-1,-1 1 7,13 3-67,-13-4 62,37 6-59,27 3 64,2-1-91,-28-3-905,0-1 0,3-2 996,-10-2-4141,16-2 4141,-35 0-1561,0 0 0,0-1 0,0 0-1,0 0 1,0-2 0,-1 1 0,0-2 0,3-1 1561,-5 2-771,0-1 0,0 0 0,-1 0-1,0 0 1,4-5 771,-8 6 1105,0 1 0,0-1-1,-1 0 1,1 0 0,1-3-1105,-4 3 1168,1 0 0,-1 0 0,0 1 1,0-1-1,0 0 0,-1 0 0,0 0 1,0 0-1,0 0 0,0 0 0,-1-2-1168,0-11 2035,-1-14-407,2 25-1494,-1-1 0,1 1-1,0 0 1,1 0 0,-1 0 0,1-1-1,1 1 1,0-1-134,1 0 27,0 0 1,0-1-1,1 1 0,0 0 0,1 1 0,0-1 1,0 1-1,6-6-27,2-2 2,2 2 0,0-1 0,10-6-2,-19 15 12,2 1 0,-1-1 0,0 1 0,1 1 0,0-1 0,0 1-1,0 1 1,0 0 0,0 0 0,1 0 0,-1 1 0,1 0 0,-1 0 0,2 1-12,-3 0 37,0 1 0,0 0 1,-1 0-1,1 0 0,0 0 0,0 1 1,0 1-1,-1-1 0,0 1 0,1 0 1,-1 0-1,0 1 0,0-1 0,0 2 1,-1-1-1,0 0 0,3 4-37,1 2 68,1 0-1,-2 1 1,0 0-1,0 1 1,-1 0 0,0 0-1,-1 1 1,-1-1-1,0 1 1,0 2-68,-3-7 46,0 0 0,-1 0 0,0 0-1,0 0 1,-1 0 0,0 0 0,0 0 0,-1 1 0,0-1 0,0 0 0,-1 0 0,0-1-1,-1 1 1,0 0 0,0-1 0,0 1 0,-4 4-46,2-4 32,-1 1-1,0-1 0,-1 0 1,0-1-1,0 1 1,-1-1-1,-7 5-31,-4 2 98,-1-1 0,-15 6-98,16-9 5,-1 0 0,-1-2 0,1 0 0,-1-1 0,-22 3-5,32-7-59,-1-2 1,0 1-1,0-2 1,1 1-1,-1-2 1,0 1-1,0-2 1,0 0-1,1 0 1,-1-1-1,-5-2 59,13 3-125,-1 0 0,1 0-1,0 0 1,1 0 0,-1-1 0,0 0-1,1 1 1,-1-1 0,1-1-1,0 1 1,0 0 0,0-1-1,1 1 1,-1-1 0,1 0-1,0 0 1,0 0 0,0 0-1,0 0 1,1-1 0,0 1-1,0 0 1,0-1 0,0 1-1,1-4 127,-1-5-1161,1 1 0,0 0 0,1 0 1,1 0-1,0-1 0,0 2 1,1-1-1,4-8 1160,15-29-4202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1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1079 7424,'-4'0'2142,"-2"0"1905,6 0-4016,0 0-1,0 0 1,0 0-1,-1 0 1,1 0-1,0 0 1,0 0-1,0 0 1,0 0-1,0 0 1,0 0-1,0 0 1,0 0-1,0 0 1,0 0-1,0 0 1,0 0-1,0 1 1,0-1-1,0 0 1,0 0-1,0 0 1,0 0 0,0 0-1,0 0 1,0 0-1,0 0 1,0 0-1,0 0 1,0 0-1,0 0 1,0 0-1,0 1 1,0-1-1,0 0 1,0 0-1,0 0 1,0 0-1,0 0 1,0 0-1,0 0 1,0 0-1,0 0 1,0 0-1,0 0 1,0 0-1,1 0 1,-1 0-1,0 0 1,0 0-1,0 0 1,0 0-1,0 1 1,0-1-1,0 0 1,0 0-1,0 0 1,0 0-1,0 0 1,0 0-1,0 0 1,0 0-1,1 0 1,-1 0-1,0 0 1,0 0-1,0 0 1,0 0-1,0 0 1,0-1-31,0 1 66,0 1 1,0-1-1,0 0 1,0 0-1,0 0 0,0 0 1,0 0-1,0 0 1,0 0-1,0 0 0,1 0 1,-1 0-1,0 0 1,0 0-1,0 0 0,0 0 1,0 0-1,0 0 1,0 0-1,0 0 1,0 0-1,0 0 0,0 0 1,0 0-1,0 0 1,0 1-1,0-1 0,0 0 1,0 0-1,0 0 1,0 0-1,0 0 1,0 0-1,0 0 0,0 0 1,0 0-1,0 0 1,0 0-1,0 0 0,-1 0 1,1 0-1,0 0 1,0 0-1,0 0 0,0 0 1,0 0-1,0 0 1,0 0-1,0 0 1,0 1-1,0-1 0,0 0 1,0 0-1,0 0 1,0 0-1,0 0 0,0 0 1,0 0-1,0 0 1,0 0-1,0 0 1,0 0-1,-1 0 0,1 0 1,0 0-1,0 0 1,0 0-1,0 0 0,0 0 1,0 0-67,-7 1 2736,-8-1-479,23 0-1959,0-1 0,0-1 1,0 0-1,0 0 0,0 0 0,-1-1 0,1 0 0,6-4-298,13-8 202,21-15-202,55-43 312,22-26-312,-32 23 178,43-22-178,56-33 139,8-5 138,-159 109-134,-1-3-1,-1-1 0,29-31-142,-60 52-392,1-1 0,-1 0 0,-1-1 392,-3 6-893,1-6-3234,-5 4-1752,0 4 2685,0 3-800</inkml:trace>
  <inkml:trace contextRef="#ctx0" brushRef="#br0" timeOffset="755.85">1568 224 8576,'-1'0'364,"1"-1"-1,-1 1 1,1-1 0,0 0 0,-1 1 0,1-1 0,0 1 0,-1-1-1,1 0 1,0 1 0,0-1 0,0 1 0,-1-1 0,1 0 0,0 1-1,0-1 1,0 0 0,0 1 0,0-1 0,0 0 0,1 1 0,-1-1-1,0 0 1,0 1 0,0-1 0,1 0 0,-1 1 0,0-1 0,0 1 0,1-1-364,12-20 4059,15-10-2987,2 2 0,24-20-1072,-40 38 25,1 1-1,0 0 1,1 1-1,0 1 0,0 0 1,6-1-25,-16 7 13,0 0 0,-1 1 1,1-1-1,0 1 1,0 0-1,0 1 0,0 0 1,0 0-1,0 0 0,-1 0 1,1 1-1,0 0 0,0 0 1,0 1-1,-1 0 0,1 0 1,-1 0-1,1 0 0,-1 1 1,0 0-1,1 1-13,0 0 59,-1 1 0,0-1 1,0 1-1,-1 0 0,1 0 1,-1 1-1,0-1 0,-1 1 0,1 0 1,-1 0-1,0 0 0,-1 0 1,1 1-1,-1-1 0,0 1 0,-1-1 1,0 1-1,0 0 0,0-1 0,-1 1 1,0 0-1,0 0 0,-1 0 1,0-1-1,0 1 0,-2 6-59,-1-5 43,0 0 0,0 1 0,-1-1-1,0-1 1,0 1 0,-1-1 0,1 0 0,-2 0-1,1-1 1,-1 1 0,0-2 0,-1 1 0,1-1-1,-1 0 1,0 0 0,0-1 0,-6 2-43,-12 4 52,-1 0-1,-1-2 1,1-1 0,-1-1 0,-5-1-52,9-2 0,0 0 0,0-2 0,0-1 0,-18-2 0,39 2-25,0-1 0,0 1 0,0-1 1,0 1-1,0-1 0,1 0 0,-1 0 1,0-1-1,0 1 0,1 0 0,-1-1 0,1 0 1,-1 1-1,1-1 0,0 0 0,-1 0 0,0-2 25,2 2-101,-1 0 0,1 0 0,0 0 0,0 0 0,0 0 0,0 0 0,0 0 0,0-1 0,0 1 0,1 0-1,-1-1 1,1 1 0,0 0 0,-1-1 0,1 1 0,0 0 0,1-1 0,-1 1 0,0 0 0,1-1 0,-1 1 0,1 0-1,0-1 1,-1 1 0,1 0 0,0 0 0,2-2 101,2-6-1209,1 0 1,0 1-1,1-1 0,0 1 0,1 0 1209,9-9-2328,0 1-1,1 1 0,1 0 0,1 1 2329,-6 5-1218,53-41-2840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15.66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3 448 6144,'-3'-2'7065,"4"4"-2780,9 4-1475,-6-4-2719,-1-1-1,1 1 1,-1-1-1,1 0 1,0 1-1,0-2 1,0 1-91,42-2 2016,18-5-2016,-53 4 43,15 1 429,23 1-472,19-1 568,95-17-19,-54 13-234,15-2-22,-115 5-267,16-1 13,1 1 0,-1 1 1,11 1-40,-6 1 16,1-2 1,-1-1 0,7-1-17,23-3 137,58-3 43,46-2-99,-71 4 215,0-5-296,81-6 216,-37 6-275,-31 7 59,97-4 0,-44 5 0,2-5 99,-134 7-96,518-49 509,-373 32-605,29-2 266,123-1-99,-169 7-10,-18 0-5,35 8 53,-43 1 256,3-5-368,229-12 125,-341 22-106,392-23 130,-58 11-150,-58 5 13,-275 6 15,66-2-60,33 3 33,96 0 162,-74-2-73,-74 0 39,30-6-128,35-2 101,132 5 97,-162 5-150,13-5-48,-85 0 16,-24 4-11,0 0 0,0 1 1,1 0-1,4 0-5,120-3 0,-50 1 0,-61 1 43,0 2 1,19 1-44,1 0 36,318-1 193,-359 0-277,0 0-277,0 0-155,0 0-784,0 0-256,2 0-3099,0 0 3650,1 1-6125,6 2 3094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8.09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 3326 7040,'0'0'148,"0"0"0,0 0 0,0 0 0,-1 0 0,1 0 0,0 0 1,0 0-1,0 0 0,-1 0 0,1 0 0,0 0 0,0-1 0,0 1 0,-1 0 0,1 0 0,0 0 1,0 0-1,0 0 0,0 0 0,-1 0 0,1-1 0,0 1 0,0 0 0,0 0 0,0 0 0,0 0 1,0-1-1,0 1 0,-1 0 0,1 0 0,0 0 0,0-1 0,0 1 0,0 0 0,0 0 0,0 0 1,0-1-1,0 1 0,0 0 0,0 0 0,0 0 0,0-1-148,5-12 2513,-3 8-2116,1 1-1,0-1 0,0 1 0,0 0 0,1 0-396,1-3 512,1-1 0,-2 1 0,1-1 0,-1 0 0,3-7-512,0 1 475,38-81 2762,23-73-3237,-51 129 441,1 0 1,12-17-442,-18 33 114,55-92 380,7-12-81,60-117 482,-75 145-350,31-35-545,-73 111 47,6-9 55,0-1-1,9-22-101,16-36 104,69-124 175,-85 164-229,1 1 0,3 2 1,8-5-51,80-78 156,-51 55 290,17-26-446,102-148 54,-132 183 164,56-49-218,-77 82 46,2 2 0,13-7-46,27-20 68,-28 13 158,8-11-226,-52 48-2,17-19-20,-1-1-1,3-5 23,15-20-56,8-9 56,39-63 0,-67 94-16,-19 27-179,3-4-482,-5 3-3485,8 0-4345,0 1 3142,7-4 1504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9.70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1 163 6656,'0'-10'5834,"-1"10"-4295,1-4 1311,1 0-308,2 6-1926,-3-2-532,1 0 0,0 0 0,-1 1 0,1-1 1,0 0-1,-1 0 0,1 0 0,0 0 0,-1 0 1,1 0-1,0 0 0,-1 0 0,1 0 0,0 0 1,-1 0-1,1 0 0,0-1 0,-1 1 0,1 0 1,0 0-1,-1-1 0,1 1 0,0-1 0,-1 1 0,1-1-84,1 0 248,7-1 66,0 1 0,-1-1 0,1 2 0,0-1 0,3 1-314,23-2 312,-12-1-155,1 1-86,-1-1 0,2-2-71,14-3 121,-1 3-1,25-1-120,-24 3 127,38-1 131,57 5-258,32 0 126,362-6 146,-90 7 346,-231-3-409,20-3 52,-49-5-169,45-1-13,207 0 98,-240 3 40,-136 6-163,197-9 95,97-3 139,-88 6-245,-67 3 191,-140 2-131,203-10 77,-197 10 43,22 4-223,-5-1 81,-71-1-184,-1 1 0,0-2 1,1 1-1,-1 0 0,1-1 1,-1 0-1,0 0 0,4-1 103,-19 3-10490,1 3 6128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2.31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 30 6144,'-6'-8'2193,"6"8"-2107,-1 0-1,1 0 1,0 0 0,0 0 0,0 0-1,0 0 1,-1-1 0,1 1 0,0 0 0,0 0-1,0 0 1,0 0 0,0 0 0,0-1-1,0 1 1,-1 0 0,1 0 0,0 0 0,0 0-1,0-1 1,0 1 0,0 0 0,0 0 0,0 0-1,0-1 1,0 1 0,0 0 0,0 0-1,0 0 1,0 0 0,0-1 0,0 1 0,0 0-1,0 0 1,0 0 0,0-1 0,0 1-1,1 0 1,-1 0 0,0 0 0,0 0 0,0-1-1,0 1 1,0 0 0,0 0-86,33-6 5034,-26 4-4457,0 0 0,-1 1-1,1-1 1,0 2 0,0-1 0,0 1 0,2 0-577,-2 1 252,0 0 1,0 1-1,-1 0 0,1 0 1,-1 1-1,1-1 1,-1 1-1,4 4-252,6 3 494,0 2 1,5 5-495,14 11 656,-6-4-324,0 1 1,5 8-333,0 0 220,8 4-220,6-1 211,1-3 1,26 12-212,-24-15 180,0 2 1,21 21-181,-58-42 10,20 16 25,0 1-1,-2 2 1,-2 2 0,18 22-35,-46-51 0,22 29 0,1-1 0,10 8 0,-1-6 88,2-2-1,1-1 1,1-2-1,2-1 1,7 1-88,44 22 44,-40-23-11,-1 1 0,-2 3 0,0 2 0,0 5-33,-15-10 66,-1 2 1,10 13-67,3 8 108,3-3-1,3-1 1,1-3 0,1-2-1,21 9-107,-37-26 42,171 103 258,-85-56-124,-2 4 0,104 88-176,-129-81 54,12 9-39,-31-30-13,26 21-5,-80-66 34,2-1-1,-1-2 1,17 7-31,36 15 138,67 43-138,-70-30 40,-3 3 0,-2 3 0,-2 3 0,8 14-40,-48-46 62,1-2 0,1-1 0,32 18-62,99 51 13,-98-60 11,-3 3 1,0 3-1,16 16-24,-35-20 80,-1 2 0,-1 1 0,31 43-80,-40-46-6,1-1 0,2-1 0,1-1 0,1-2 0,2-2 0,1-1 0,9 4 6,160 100 218,-178-111-124,8 8-94,-18-12 116,2-1 1,0 0-1,13 5-116,-26-16 76,-6-3-70,0 0-1,-1 1 0,1-1 0,0 0 1,-1 0-1,1 1 0,-1-1 0,1 0 1,0 1-1,-1-1 0,1 1 0,-1-1 1,1 1-1,-1-1 0,1 1 0,-1-1 1,1 1-1,-1 0 0,0-1 0,1 1-5,0 0-19,-1 0-1,1-1 0,0 1 0,-1 0 0,1-1 0,0 1 0,0-1 0,-1 1 0,1-1 0,0 1 1,0-1-1,0 0 0,0 1 0,0-1 0,0 0 0,0 0 0,0 0 0,0 1 20,9-2-3334,-4-3-5459,-3 0 4314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4.50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11 2267 6528,'-3'0'828,"3"0"-747,0 0 0,0 0 0,0 0 0,-1 0 0,1 0 0,0 0 0,0 0 0,0 1 0,-1-1-1,1 0 1,0 0 0,0 0 0,-1 0 0,1 0 0,0-1 0,0 1 0,0 0 0,-1 0 0,1 0-1,0 0 1,0 0 0,0 0 0,-1 0 0,1 0 0,0 0 0,0 0 0,0-1 0,-1 1 0,1 0-1,0 0 1,0 0 0,0 0 0,0-1 0,0 1 0,0 0 0,-1 0 0,1 0 0,0-1 0,0 1 0,0 0-1,0 0 1,0 0 0,0-1 0,0 1 0,0 0-81,1 0 537,0 1 1,-1-1-1,1 0 0,0 0 0,0 0 1,0 1-1,0-1 0,0 0 1,0 0-1,0 0 0,0-1 0,0 1 1,-1 0-1,1 0 0,1-1-537,1 1 522,1 0-1,0-1 0,-1 0 1,1 0-1,-1 0 0,1-1 1,-1 1-1,0-1 1,2 0-522,17-18 653,-1-1 0,-2-1 1,0 0-1,9-15-653,61-103 457,-2 3-285,44-33-4,-63 86-90,51-78 50,-35 47 10,134-163 203,-216 275-338,204-254 293,-22 6 45,-158 213-316,206-288 494,-179 250-492,-37 52-16,2-5 101,-18 29-115,1 0-1,-1 0 1,0-1 0,0 1 0,0 0 0,1 0-1,-1-1 1,0 1 0,0 0 0,0-1 0,0 1-1,0 0 1,1-1 0,-1 1 0,0-1 0,0 1-1,0 0 1,0-1 0,0 1 0,0 0 0,0-1 0,0 1-1,0 0 1,0-1 0,-1 1 0,1 0 0,0-1-1,0 1 1,0 0 0,0-1 3,-1 0-166,2-18-16644,6 10 13120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9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153 163 5888,'-1'-2'582,"0"-1"0,0 1 0,1-1 1,-1 1-1,1-1 0,-1 0 0,1 1 0,0-1 0,0 1 1,0-1-1,1 0 0,-1 1 0,1-1 0,-1 1 1,1-1-1,0 0-582,3-23 3367,1-26 553,-7 49-3220,-2 7-356,-3 8-183,-1 8-88,1 1 0,1-1 0,1 1-1,-1 12-72,1-12 61,-50 275 174,18-124 58,19-75 977,17-94-1091,2-4-85,1-11-48,1-4-8,32-161-108,35-158 87,-57 278-89,-6 21-68,3 1 0,5-14 140,-13 44-12,0 1 0,0 0 1,0 0-1,0 0 1,0 0-1,3-3 12,-4 7 0,-1-1 0,1 1 0,-1-1 0,1 0 0,0 1 0,-1-1 0,1 1 0,-1-1 0,1 1 0,0 0 0,-1-1 0,1 1 0,0 0 0,0-1 0,-1 1 0,1 0 0,0 0 0,0 0 0,-1-1 0,1 1 0,0 0 0,0 0 0,-1 0 0,1 0 0,0 0 0,0 1 0,-1-1 0,1 0 0,0 0 0,0 0 0,-1 1 0,1-1 0,0 0 0,0 1 0,-1-1 0,1 1 0,-1-1 0,1 1 0,0-1 0,-1 1 0,1-1 0,6 8 2,1 0 0,-1 1 0,0 0 0,-1 0 0,0 0-1,-1 1 1,2 3-2,9 22 83,3 16-83,-15-42 11,23 61 84,40 117 18,-49-134-165,-7-22-1405,7 30 1457,-12-36-998,3 13-1691,-7-12-2408,-3-20 1727,-1-11-951,2-3 1351</inkml:trace>
  <inkml:trace contextRef="#ctx0" brushRef="#br0" timeOffset="369.82">156 360 10880,'-35'24'6810,"35"-24"-6695,0 0 0,0 0 0,0 0-1,-1 0 1,1 0 0,0 0 0,0 1 0,0-1-1,0 0 1,0 0 0,-1 0 0,1 0 0,0 0-1,0 1 1,0-1 0,0 0 0,0 0 0,0 0-1,0 0 1,0 0 0,0 1 0,0-1 0,0 0-1,-1 0 1,1 0 0,0 1 0,0-1 0,0 0-1,0 0 1,0 0 0,0 0 0,0 1 0,1-1 0,-1 0-1,0 0 1,0 0 0,0 0 0,0 1 0,0-1-1,0 0 1,0 0 0,0 0 0,0 0 0,0 1-1,1-1 1,-1 0 0,0 0-115,11 7 2117,-7-5-2077,1-1 1,-1 0-1,0 0 0,0 0 0,1 0 1,1-1-41,39-1-534,3-3 534,-2 0-7728,4 2 7728,-27 2-5343,0 0 1727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00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340 136 10496,'-2'-24'5348,"1"19"-4077,1-1-1,0 1 1,-1 0-1,0 0 1,-1-1-1,1 0-1270,0 5 114,0-1-1,1 1 1,-1-1 0,0 1-1,0 0 1,0-1-1,0 1 1,0 0 0,0 0-1,0 0 1,-1 0 0,1 0-1,0 0 1,0 0 0,-1 0-1,1 0 1,-1 1 0,1-1-1,-1 0 1,1 1 0,-1-1-1,-1 1-113,-2-1 28,-1 0-1,0 0 1,0 1-1,0 0 1,0 0 0,0 0-1,0 1 1,1 0-1,-1 0 1,0 0-1,0 1 1,1 0 0,-1 0-1,-2 2-27,-1 1 3,0 0 0,1 0 0,0 1 0,0 0 1,1 0-1,0 1 0,0 0 0,-5 6-3,-3 7 17,0 0 0,2 0 0,0 2 1,2-1-1,0 2 0,0 2-17,-1 8 18,2-1 0,1 2 1,1-1-1,1 5-18,5-25 22,1-1 0,0 1 0,1-1-1,1 1 1,0-1 0,0 1 0,3 7-22,-3-14 16,1 0 0,-1 0 0,2 0 1,-1 0-1,0 0 0,1 0 0,0-1 0,1 1 0,-1-1 0,1 0 0,0 0 0,0 0 0,1-1 0,-1 1 1,5 2-17,-2-3-3,1 1 0,0-1 1,1-1-1,-1 1 0,1-1 1,-1-1-1,1 0 0,0 0 1,0-1-1,0 0 0,0 0 1,0-1 2,16 0-703,-1-1 1,0-1 0,21-5 702,-20 2-1914,0-1 1,-1-1 0,11-5 1913,33-17-8628,-41 16 4970</inkml:trace>
  <inkml:trace contextRef="#ctx0" brushRef="#br0" timeOffset="2399.8">686 84 10624,'-21'-20'6613,"18"18"-5010,3 2-641,0 0-879,0 0 0,0 0 1,0 0-1,0 0 0,0-1 0,1 1 0,-1 0 0,0 0 0,0 0 0,0 0 0,0 0 0,0 0 0,0 0 0,1 0 0,-1 0 0,0 0 0,0 0 0,0 0 0,0-1 0,0 1 1,0 0-1,0 0 0,0 0 0,0 0 0,1 0 0,-1 0 0,0-1 0,0 1 0,0 0 0,0 0 0,0 0 0,0 0 0,0 0 0,0-1 0,0 1 0,0 0 0,0 0 0,0 0 1,0 0-1,0 0 0,0-1 0,0 1 0,0 0 0,0 0 0,-1 0 0,1 0 0,0 0-83,5 104 2347,0-39-2321,5 48-153,23 101 127,-23-158-481,-8-48-475,0 1 0,1-1 0,0 0 0,1 2 956,-3-8-3833,1-5 1843,-1-10-2880,-1-3 1596</inkml:trace>
  <inkml:trace contextRef="#ctx0" brushRef="#br0" timeOffset="2767.35">568 92 13696,'-24'-8'9397,"35"7"-9134,0 0 0,0-1 1,0 0-1,0-1 1,2 0-264,34-8-53,-25 8 71,0 1 0,0 1 0,0 1 0,0 1 0,0 1 0,0 1 1,11 3-19,-25-4 13,0 0 0,-1 1 0,1 0 0,0 0 0,-1 1 0,0 0 0,0 0 0,0 0 0,0 1 0,-1 0 0,1 0 0,-1 1 0,-1 0 0,1 0 0,-1 0 0,0 1 0,0 0 0,-1 0 0,0 0 0,0 0 0,0 4-13,0 0 20,0 0 0,-1 0 0,-1 0 1,0 0-1,0 0 0,-1 1 1,0-1-1,-1 1 0,-1-1 1,0 3-21,-1 1 47,-1 0 0,0-1 1,-1 1-1,-1-1 0,-1 1 1,1-2-1,-5 7-47,-1 0-10,-1-1 1,-1 1-1,-1-2 0,-1 0 0,0-1 1,-2 0-1,1-2 0,-2 0 1,0 0-1,-4 0 10,10-7-600,0-1 0,-1 0 0,0-1 0,0 0 0,-1-1 0,-5 0 600,18-4-343,-1 0-1,0-1 0,0 0 1,0 0-1,0 1 1,1-1-1,-1 0 1,0 0-1,0-1 1,0 1-1,0 0 1,0-1-1,1 1 1,-1-1-1,0 1 1,0-1-1,1 0 1,-1 0-1,0 0 1,1 0-1,-1 0 1,0-1 343,-9-12-3637</inkml:trace>
  <inkml:trace contextRef="#ctx0" brushRef="#br0" timeOffset="3215.45">1201 121 9088,'-5'-6'1441,"-9"-5"3400,12 11-1015,3 4-203,0 9-1909,-2 55-1250,0-7 394,5 31-858,-3-76 12,1 0 0,1 0 0,1-1 0,0 1-1,1-1 1,1 0 0,0 0 0,1-1 0,8 14-12,-11-23 8,0-1 0,0 1 0,0-1 0,0-1 0,1 1 0,0 0 1,0-1-1,0 0 0,0 0 0,0-1 0,0 1 0,1-1 0,-1 0 0,1-1 0,0 1 0,-1-1 0,1 0 1,0-1-1,0 0-8,13 1-377,0 0 1,0-2 0,0-1-1,0 0 1,4-2 376,75-17-3956,-33 3-3928,-42 13 4354</inkml:trace>
  <inkml:trace contextRef="#ctx0" brushRef="#br0" timeOffset="3570.56">1219 455 12800,'-32'9'4735,"32"-9"-3679,-10 8 416,7-8 256,6 0-1056,2-3-64,4-2-384,9-7-192,6 4-64,3-13 96,5 1-32,-5-8-1088,5 7 608,-5-2-3104,1 3 1984,-1-9-4639,-5 12 3455</inkml:trace>
  <inkml:trace contextRef="#ctx0" brushRef="#br0" timeOffset="3918.62">1177 193 10752,'-33'0'3509,"31"0"-3335,1 0-1,0 0 1,-1 0 0,1 0-1,-1 0 1,1 0 0,0 0-1,-1 0 1,1 1 0,-1-1-1,1 1 1,0-1 0,0 1 0,-1-1-1,1 1 1,0 0-174,-4 2 677,-7 3 2532,12-5-3128,0-1-1,0 0 0,0 0 1,0 0-1,0 0 1,0 0-1,1 0 0,-1 0 1,0 0-1,0 0 1,0 0-1,0 0 1,0 0-1,0 0 0,0 0 1,0 0-1,0 0 1,0 0-1,0 0 1,0 0-1,0 0 0,0 1 1,0-1-1,0 0 1,0 0-1,0 0 1,0 0-1,0 0-80,6-3 183,1 1 0,-1 0 0,1 0 0,5 0-183,16-5 228,93-33-2189,-61 18-2093,2 3 0,53-9 4054,-56 21-3637</inkml:trace>
  <inkml:trace contextRef="#ctx0" brushRef="#br0" timeOffset="4257.93">2170 63 9984,'-22'-2'3285,"15"-1"-1786,4 0-346,0 1 0,0-1 0,0 1 1,0 0-1,-1 0 0,0 0-1153,0 0 621,-1 0-1,1 0 0,-1 1 1,0-1-1,-1 1-620,1 0 42,0 1 1,1-1-1,-1 1 0,0 0 1,0 0-1,0 1 0,0-1 1,0 1-1,1 0 1,-1 1-1,0-1 0,1 1 1,-1 0-1,1 0 0,-1 0 1,1 1-1,0-1 1,0 1-1,-3 2-42,-10 11 9,1 1 0,1 0 0,0 2 0,1-1 0,1 2 0,0 0 0,0 3-9,-9 22-61,1 1 0,-11 38 61,29-74 0,0 0 1,0 0-1,1 1 0,0-1 0,1 1 0,0-1 1,1 1-1,0 4 0,1-9 12,0 0 0,0 0 0,0 0 0,1 0 0,-1 0 0,2 0 0,-1 0 0,0 0 1,1-1-1,0 0 0,1 1 0,-1-1 0,1 0 0,3 3-12,-3-5 11,0 1 1,0-1-1,1 1 1,-1-1-1,1-1 1,0 1-1,0-1 1,0 0-1,0 0 1,0 0-1,1 0 1,-1-1 0,1 0-1,-1 0 1,0-1-1,1 0 1,0 1-1,-1-2 1,4 1-12,4-2 26,0 0 1,-1 0 0,1-1-1,0-1 1,-1 0 0,0 0-1,8-5-26,-15 6 6,0 0 0,0 0-1,-1 0 1,1-1 0,-1 0-1,0 0 1,0 0 0,0 0 0,-1-1-1,1 0 1,-1 1 0,0-1-1,-1 0 1,1-1 0,-1 1-1,0 0 1,0-1 0,0 0-6,0-3 19,0 0 0,0 0 0,-1 0 0,0 0 0,-1 0 0,0-1 0,0 1 0,-1 0 0,0 0 1,-2-8-20,3 38 234,1-1 1,2 14-235,2-13-391,1 0 1,0 0 0,11 19 390,-11-26-2033,1 0 0,1-1 1,6 8 2032,0-5-3343,-1-11-1698,0-5 1500</inkml:trace>
  <inkml:trace contextRef="#ctx0" brushRef="#br0" timeOffset="4724.36">2485 455 12544,'-20'5'4042,"7"1"-291,11-3-2041,5-3 1570,2-2-3176,0 0 1,1 1-1,-1-1 0,1 1 0,4 0-104,12-3-334,48-16-3413,-51 13-2942,0 0 0,10-7 6689,-12 9-3365</inkml:trace>
  <inkml:trace contextRef="#ctx0" brushRef="#br0" timeOffset="5076.49">2453 250 15616,'-27'0'5791,"27"0"-4511,-10 4 224,6-4-192,8 0-864,1 0-224,8 0-160,11-4-160,3-1 64,10-3-960,3 1 544,0-6-4480,2 9 2720,-1-4-5183,-1 4 4191</inkml:trace>
  <inkml:trace contextRef="#ctx0" brushRef="#br0" timeOffset="21497.09">3003 217 7424,'-1'0'221,"0"0"1,0 0-1,0 0 1,1 0 0,-1 0-1,0 0 1,0 0-1,0 0 1,1-1-1,-1 1 1,0 0-1,0 0 1,1-1 0,-1 1-1,0 0 1,1-1-1,-1 1 1,0-1-1,1 1 1,-1-1 0,0 1-1,1-1 1,-1 1-1,1-1 1,-1 0-1,1 1 1,-1-1-1,1 0 1,0 1 0,-1-1-1,1 0 1,0 0-1,0 1 1,-1-1-1,1 0 1,0 0-1,0 0 1,0 1 0,0-1-1,0 0 1,0 0-1,0 0 1,0 1-1,0-1 1,0 0-1,1 0-221,2-10 843,1 1-1,0-1 0,1 1 0,1 0 0,-1 0 0,7-8-842,-5 10 125,0-1-1,0 2 1,1-1-1,-1 1 0,2 0 1,-1 1-1,1-1 0,0 2 1,0-1-1,0 2 1,9-4-125,-12 5 15,9-3 58,0 0-1,1 1 1,0 1-1,5 0-72,-18 3 31,1 0 0,0 1 0,0-1 0,-1 1 0,1 0 0,0 1 0,-1-1 0,1 0-1,0 1 1,-1 0 0,1 0 0,0 0 0,-1 0 0,0 1 0,1-1 0,-1 1 0,0 0 0,0 0-1,0 0 1,0 1 0,2 1-31,-3-1 17,0 0 0,0 0-1,0 0 1,-1 0 0,1 0-1,-1 0 1,0 1-1,0-1 1,0 0 0,0 1-1,-1-1 1,1 1 0,-1-1-1,0 1 1,0-1 0,0 1-1,-1 1-16,0 8 14,-1 1 1,-1 0-1,-3 9-14,-3 3 51,-1 1 0,0-2 0,-2 0 0,-1 0 0,-2-1 0,0-1 0,-5 6-51,-18 18 120,-1-1 0,-37 31-120,52-55 24,-1-1 0,-18 11-24,43-32 0,-2 2-24,1-1 0,-1 1 1,0-1-1,0 0 1,0 0-1,-1 0 0,1 0 1,0 0-1,0 0 1,0 0-1,-1-1 0,1 1 1,0-1-1,-2 0 24,1-1-98,7-1-21,10-2-42,1 2 150,0 2 1,0 0 0,0 1 0,8 1 10,62 12-208,-58-8 14,-16-4-48,32 5-2745,3-1 2987,-31-4-1888,-1-2 1,1 0 0,-1 0-1,1-2 1,2 0 1887,15-3-3536</inkml:trace>
  <inkml:trace contextRef="#ctx0" brushRef="#br0" timeOffset="21966.66">3541 181 14464,'-15'0'4655,"14"0"-4565,1 0 1,0 0-1,0 0 0,-1 0 0,1 0 0,0 0 0,-1 0 0,1 0 0,0 0 0,0 0 0,-1 0 0,1 0 0,0 0 0,0 0 0,-1 0 0,1-1 0,0 1 0,0 0 1,-1 0-1,1 0 0,0 0 0,0-1 0,0 1 0,0 0 0,-1 0 0,1 0 0,0-1 0,0 1 0,0 0 0,0 0 0,0-1 0,-1 1 0,1 0 0,0 0 0,0-1 1,0 1-1,0 0 0,0 0 0,0-1 0,0 1 0,0 0 0,0 0 0,0-1 0,0 1-90,4-1 177,-1 0-1,1 0 1,-1 0-1,0-1 1,0 1-1,1-1 1,-1 0-1,1-1-176,24-12-9,-21 12 35,-1 1 0,1 0 0,0 1 0,0-1 0,0 1 0,0 0 0,0 1 0,0 0 0,0 0 0,0 0 0,0 1 0,0 0 0,-1 1 0,1-1 0,0 1 0,0 0 0,-1 1 0,1 0 0,-1 0 0,0 0 0,0 1 0,0 0 0,-1 0 1,1 0-1,-1 1 0,0 0 0,0 0 0,0 0 0,-1 1 0,0-1 0,0 1 0,0 0 0,-1 0 0,3 6-26,-4-5 32,1 0 1,-1 0 0,-1 0-1,1 0 1,-1 1-1,-1-1 1,1 1-1,-1-1 1,0 1 0,-1-1-1,0 0 1,0 1-1,-1-1 1,-1 4-33,-1 3 95,-1 0 1,0-1 0,-1 1-1,-1-1 1,0 0-1,-8 10-95,2-5 120,0-2 1,0 0-1,-2-1 0,0 0 0,-1-1 1,0 0-1,-1-2 0,0 0 0,-1-1 1,0 0-1,-16 5-120,29-14 12,0 0 0,-1 0 0,1-1-1,-1 1 1,1-1 0,-1 0 0,0-1 0,1 0 0,-1 0 0,0 0 0,0 0 0,1-1 0,-5-1-12,7 1-5,-1 0 0,1 0 1,0-1-1,0 0 0,0 1 1,0-1-1,0 0 0,0-1 1,1 1-1,-1 0 0,1-1 1,-1 0-1,1 1 1,0-1-1,0 0 0,0 0 1,1 0-1,-1 0 0,1 0 1,0-1-1,-1 1 0,1 0 1,0-2 4,-1-6-16,0 1 0,1 0 0,0-1 0,0 1 1,1-1-1,1-4 16,1-6-46,0 1 0,6-19 46,-1 12-464,1 1-1,1 0 1,1 0-1,13-22 465,-13 29-1864,2 0 0,0 1 0,14-16 1864,6 3-5803,4 4 1809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4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24 736 9216,'-4'-2'1300,"-11"-4"3171,15 6-4381,0 0 0,-1 0 0,1 0-1,0 0 1,0 0 0,0 0 0,0 0 0,-1 0 0,1 0 0,0 0 0,0 0-1,0 0 1,0 0 0,0 0 0,-1 0 0,1 0 0,0-1 0,0 1 0,0 0-1,0 0 1,0 0 0,0 0 0,-1 0 0,1 0 0,0 0 0,0-1 0,0 1-1,0 0 1,0 0 0,0 0 0,0 0 0,0-1 0,0 1 0,0 0 0,0 0-1,0 0 1,0 0 0,0-1 0,0 1 0,0 0 0,0 0 0,0 0 0,0 0-1,0-1 1,0 1 0,0 0 0,0 0 0,0 0 0,0 0 0,0 0 0,0-1-1,0 1 1,0 0 0,1 0 0,-1 0-90,3-11 3600,8-1-2959,0 1 1,1 0-1,7-3-641,0-2 257,36-26 409,16-8-666,6-4 140,146-100-36,-106 75-43,13-9-584,36-13 523,-120 74-638,11-5-1764,-19 15-2862,-32 14 97,-2 5 1631</inkml:trace>
  <inkml:trace contextRef="#ctx0" brushRef="#br0" timeOffset="1222.25">1350 31 8960,'-12'-12'4847,"8"6"-1898,6 7-148,-1-1-839,-1-3 2326,0 2-3093,0 3-774,-1 16-76,-1 1-1,-2 3-344,1 4 74,-2 19-103,2 1 1,2 1 28,2-13-2796,5 24 2796,-5-49-1108,1 0 0,0 0 1,0 0-1,3 5 1108,-4-11-648,0 0-1,0-1 1,1 1 0,-1-1-1,0 1 1,1-1-1,0 0 1,-1 1 0,1-1-1,0 0 1,0 0-1,0 0 1,1 0-1,-1-1 1,0 1 0,2 0 648,10 3-3552</inkml:trace>
  <inkml:trace contextRef="#ctx0" brushRef="#br0" timeOffset="1670.83">1582 71 15872,'-8'-3'8283,"12"-1"-4944,23-1-4017,-9 1 1130,-1 0-445,0 0-1,0 2 0,1 0 0,-1 0 0,0 2 0,1 0 0,-1 1 0,0 1 1,1 0-1,-1 1 0,6 3-6,-14-3 24,0 0 1,0 1-1,0 0 0,0 0 1,-1 1-1,0 0 0,0 0 1,0 1-1,6 6-24,-9-7 35,0 1 0,0 0 0,0 0 0,-1 1 0,0-1 0,0 1 0,0 0 0,-1 0 0,0 0 0,-1 0 0,1 1 0,-1-1 0,0 3-35,-2-6 35,1 0 0,-1 0 0,0 1-1,0-1 1,0 0 0,0 1 0,-1-1 0,1 0 0,-1 0 0,0 0 0,-1 0 0,1 0 0,-2 2-35,0 0 63,0 0 0,0-1 1,-1 1-1,0-1 1,0 0-1,-1 0 1,1 0-1,-3 1-63,-7 5 143,0 0 0,-1-1 0,-1-1 0,1-1 0,-1 0-1,-3 0-142,5-2 52,0-1-1,0 0 1,-1-1-1,1-1 1,-1 0-1,0-1 1,-1-1-52,6-1-6,0 0-1,0 0 1,0-1 0,0 0 0,0-1 0,0 0 0,0-1-1,1 0 1,-1 0 0,-5-4 6,10 5-64,0-1 0,0 0-1,1-1 1,-1 1 0,1-1-1,-1 0 1,1 0 0,1 0 0,-1-1-1,0 1 1,1-1 0,0 0 0,0 0-1,1 0 1,-1 0 0,1 0-1,0-1 1,0 1 0,1-1 0,0 1-1,0-1 1,0 0 0,1 0 0,-1-4 64,1 0-405,1 1 0,0-1 0,0 0 0,1 1 0,0-1 0,0 1 1,1 0-1,0 0 0,1 0 0,0 0 0,1 0 0,0 1 1,0 0-1,4-5 405,1 1-3000,0 0 0,7-4 3000,25-18-4213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4.025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119 700 6016,'-13'-19'5754,"15"20"-4670,-2-1-1003,0-1-1,0 1 0,0 0 1,0 0-1,0 0 1,0 0-1,0 0 0,0 0 1,0 0-1,0 0 1,0 0-1,0 0 0,0 0 1,0 0-1,0 0 1,0 0-1,0 0 0,0 0 1,0 0-1,0-1 1,0 1-1,0 0 0,0 0 1,0 0-1,0 0 1,0 0-1,0 0 0,0 0 1,0 0-1,0 0 1,0 0-1,0 0 0,0 0 1,0 0-1,0-1 1,0 1-1,0 0 0,0 0 1,0 0-1,0 0 1,0 0-1,0 0 0,0 0 1,0 0-1,0 0 1,0 0-1,0 0 0,0 0 1,0 0-1,0 0-80,-2-1 769,-1 1 1,1 0-1,-1-1 0,1 1 1,-1 1-1,1-1 0,-1 0 1,1 0-1,-1 1 0,0 0-769,-33 7 2227,29-6-1954,5-1-157,-1 0-1,1 0 1,-1 0-1,0 0 1,1-1-1,-1 1 0,0-1 1,1 0-1,-1 0 1,0 0-1,0 0 0,-2 0-115,5-1 25,0 1-1,0 0 0,0 0 0,0-1 0,0 1 0,0 0 0,0 0 0,0 0 0,0-1 1,0 1-1,0 0 0,0 0 0,1 0 0,-1-1 0,0 1 0,0 0 0,0 0 0,0 0 0,0-1 1,0 1-1,1 0 0,-1 0 0,0 0 0,0 0 0,0 0 0,0-1 0,1 1 0,-1 0 1,0 0-1,0 0 0,0 0 0,1 0 0,-1 0 0,0 0 0,0 0 0,1 0-24,13-10 253,-4 3-115,57-43 289,76-50-201,4 7 1,91-41-227,-138 84 137,2 4 1,2 5-1,1 4 0,34-4-137,-98 28 294,-39 12-621,-4 1-466,-11 2-1154,42 3-16084,-12-2 14095</inkml:trace>
  <inkml:trace contextRef="#ctx0" brushRef="#br0" timeOffset="2305.78">1625 134 10112,'-30'-20'7013,"29"20"-6865,1 0 0,-1 0 0,1-1 0,-1 1 1,1 0-1,-1-1 0,1 1 0,0 0 0,-1-1 0,1 1 1,-1-1-1,1 1 0,0-1 0,0 1 0,-1-1 0,1 1 1,0-1-1,0 1 0,-1-1 0,1 1 0,0-1 0,0 1 1,0-1-1,0 1 0,0-1 0,0 0 0,0 1 0,0-1 1,0 1-1,0-1 0,0 1 0,0-1 0,0 1 0,1-1 1,-1 0-1,0 1 0,0-1 0,1 1 0,-1-1 0,0 1 1,0 0-1,1-1 0,-1 1 0,1-1 0,-1 1-148,3-3 46,1 0-1,-1 1 1,0-1 0,1 1-1,3-2-45,-4 2 241,16-7-191,0 0-1,0 1 1,1 0 0,0 2 0,10-2-50,16-1 183,43-4-183,-35 10 191,-50 3-139,0 0-1,0 0 0,1 1 0,-1-1 1,0 1-1,0 0 0,0 0 0,0 1 0,0-1 1,4 3-52,-8-4 14,1 0 0,-1 1-1,1-1 1,-1 0 0,1 1 0,-1-1 0,1 1 0,-1-1 0,1 1 0,-1-1 0,0 1 0,1-1 0,-1 1 0,0-1 0,1 1 0,-1-1 0,0 1 0,0 0 0,1-1 0,-1 1 0,0-1 0,0 1 0,0 0 0,0-1 0,0 1 0,0 0 0,0-1 0,0 1 0,0 0 0,0-1 0,-1 1 0,1-1 0,0 1 0,0 0 0,0-1 0,-1 1 0,1-1 0,0 1-1,-1-1 1,1 1 0,-1-1 0,1 1-14,-2 2 21,-1-1 0,1 1 0,-1-1 0,0 1 0,1-1 0,-1 0-21,1-1 18,-91 63 88,60-43-152,0 1 0,1 2 0,-3 6 46,34-30-1,1 1 0,-1-1-1,0 1 1,0 0 0,1 0-1,-1-1 1,1 1 0,-1 0-1,1 0 1,-1-1-1,1 1 1,-1 0 0,1 0-1,0 0 1,-1 0 0,1 0-1,0 0 1,0 0 0,0 0-1,0 0 2,0 0-1,0-1-1,0 1 1,1 0-1,-1-1 0,0 1 1,1 0-1,-1-1 0,0 1 1,1 0-1,-1-1 1,1 1-1,-1-1 0,1 1 1,-1-1-1,1 1 0,0-1 1,-1 1-1,1-1 1,0 0-1,0 1 2,4 1-10,1 0 0,0 0 0,1 0 0,-1 0 0,4-1 10,-2 1-3,27 6-39,0 2-1,-1 1 0,6 4 43,-28-10 24,-1 1 1,0 1-1,0-1 0,0 2 1,3 3-25,-7-6 16,-1 1 0,0 0 0,0 0 0,-1 0 0,0 1 1,0 0-1,0 0 0,1 4-16,-4-8 3,-1 0 1,0 0 0,0 0-1,-1 0 1,1 0-1,-1 1 1,0-1-1,1 0 1,-1 0 0,0 0-1,-1 0 1,1 0-1,-1 0 1,1 1-1,-1-1 1,0 0 0,0 0-1,0 0 1,-1-1-1,1 1 1,-1 0-1,1 0 1,-1-1-1,0 1 1,-1 0-4,-2 3 11,0-1 1,0 1-1,-1-1 1,0 0-1,0 0 1,-1 0-1,1-1 0,-1 0 1,-5 2-12,-9 3-239,0 0 1,-1-2-1,0-1 0,0 0 1,-6-1 238,15-3-457,0 0 0,0-1 0,0-1 0,0 0 0,0-1 0,0 0-1,0-1 1,0-1 0,-11-3 457,21 5-337,-1 0 0,1 0-1,0 0 1,0-1 0,0 0-1,0 1 1,0-1-1,0 0 1,0 0 0,0-1-1,1 1 1,-1 0 0,1-1-1,0 0 1,0 0-1,0 1 1,0-1 0,0 0-1,1 0 1,-1-1 0,1 1-1,0 0 1,0-1 0,0 1-1,0 0 1,0-1-1,1 1 1,0-1 0,0 1-1,0-1 1,0-1 337,1-2-729,0 1-1,0 0 1,1 0 0,1-2 729</inkml:trace>
  <inkml:trace contextRef="#ctx0" brushRef="#br0" timeOffset="2738.19">2195 215 12160,'0'-1'487,"-1"0"0,1 0 1,-1-1-1,1 1 0,-1 0 1,1 0-1,0-1 0,-1 1 1,1 0-1,0-1 0,0 1 1,0 0-1,0-1 0,0 1 1,1 0-1,-1-1 0,0 1 1,0 0-1,1 0 0,-1-1 1,1 0-488,1-1 326,0-1 0,0 1 1,0 0-1,1 0 0,-1 0 0,1 0 0,-1 0 1,2 0-327,5-4 20,-1 0 0,2 1-1,-1 0 1,0 0 0,6-1-20,2 0 31,0 2 1,0 0-1,0 0 0,0 2 0,1 0 1,0 1-1,-1 1 0,1 1 0,0 0 1,-1 1-1,1 1 0,0 1 0,-1 0 1,3 2-32,-13-3 24,0 0 1,0 1-1,0 0 0,0 0 1,0 1-1,-1-1 1,0 2-1,0-1 1,0 1-1,0 0 1,0 0-25,-3-2 21,-1 0 1,1 1 0,-1-1 0,0 0-1,0 1 1,0-1 0,-1 1-1,1 0 1,-1-1 0,0 1 0,0 0-1,0 0 1,-1 0 0,1 0-1,-1-1 1,0 1 0,0 0-1,0 0 1,-1 0 0,1 0 0,-1 0-1,0 0-21,-2 6 48,0 0-1,0 0 1,-1 0 0,0-1-1,-1 1 1,0-1 0,0-1-1,-7 9-47,2-5 68,0-1 0,-1 0 0,0 0 0,-1-1 0,-10 7-68,-1-2 90,0-1 0,-1-1-1,-1-1 1,0-1-1,-1-1 1,-19 4-90,34-11 36,-1 0 1,0-1-1,0 0 0,0-1 1,0 0-1,-9-1-36,16 0-9,1 0 0,-1-1 0,0 0-1,1 0 1,-1 0 0,1 0 0,-1-1-1,1 0 1,0 0 0,0 0 0,0 0-1,0-1 1,0 1 0,0-1 0,1 0-1,-1 0 1,1-1 0,0 1-1,-1-2 10,0 0-78,0-1 0,1 0 0,0 0 0,1 0 0,-1 0 0,1-1 0,0 1-1,0-1 1,1 1 0,0-1 78,0-3-235,0 0 0,1-1 0,0 1 0,0 0 0,1 0 0,1-3 235,1 0-584,0-1 1,1 1 0,0 1 0,1-1 0,1 0 0,0 1 0,1 0 0,0 0 583,4-4-1609,1 1 0,0 0 0,1 0 0,0 1 1,3-1 1608,39-30-3728</inkml:trace>
  <inkml:trace contextRef="#ctx0" brushRef="#br1" timeOffset="103747.6">1617 514 10368,'-16'2'3125,"6"-1"261,9 0 4145,24-14-5654,-1 3-1231,15-10-646,1-1 149,64-31-16,13-7-85,11 1-48,12 6 92,43-7-92,144-29-36,-309 84 23,47-10-181,9-2-1441,-70 16 1426,-1-1 1,0 1 0,0-1 0,1 0-1,-1 1 1,0-1 0,0 0 0,0 0 0,0 1-1,0-1 1,0 0 0,0 0 0,0 0-1,0-1 209,0 0-968,0 0-1,0 0 1,0 0-1,0 0 0,0 0 1,-1 0-1,1 0 1,-1 0-1,1 0 1,-1 0-1,0 0 0,0-1 969,0-2-3514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20 114 9344,'-4'-6'1194,"1"1"1,0-1 0,1 0-1,-1 0 1,1-1-1195,1 5 304,1 1 1,-1-1-1,1 1 0,0-1 0,0 1 0,0-1 1,0 1-1,0-1 0,0 1 0,0-1 1,0 1-1,1-1 0,-1 1 0,0-1 0,1 1 1,0-1-1,-1 1 0,1 0 0,0-1 1,-1 1-1,1 0 0,1-1-304,9-12 1709,-8 10-1244,0 0-1,0 0 0,1 0 1,-1 0-1,1 1 1,3-3-465,-6 6 18,-1 0 1,0 0-1,0-1 0,1 1 1,-1 0-1,0 0 0,1 0 0,-1 0 1,0 0-1,1 0 0,-1 0 1,0 0-1,1 0 0,-1 0 1,0 0-1,1 0 0,-1 0 1,0 1-1,1-1 0,-1 0 1,0 0-1,0 0 0,1 0 1,-1 1-1,0-1 0,1 0 1,-1 0-1,0 0 0,0 1 1,0-1-1,1 0 0,-1 0 1,0 1-1,0-1 0,0 0 1,0 1-1,1-1 0,-1 0 1,0 0-1,0 1 0,0-1 1,0 0-1,0 1 0,0-1 1,0 0-1,0 1 0,0-1 1,0 0-1,0 1-18,2 19 200,-3 67-124,0 2-2733,4 13 2657,-2-83-2012,2-1 0,1 6 2012,-3-17-1103,1-1 0,0 0 0,0 0 0,1 0 0,-1 0 1,1 0-1,0-1 0,3 4 1103,12 11-3472</inkml:trace>
  <inkml:trace contextRef="#ctx0" brushRef="#br0" timeOffset="432.52">365 137 13696,'-7'-7'2217,"6"6"-1692,0 0 0,0 0 0,0 1 0,0-1 1,0 0-1,0 0 0,1 0 0,-1-1 0,0 1 0,1 0 0,-1 0 0,1 0 1,-1 0-1,1-1-525,0 1 125,0 0 0,0 0 0,0 0 1,0 0-1,1 0 0,-1 1 0,0-1 1,0 0-1,1 0 0,-1 0 0,1 0 0,-1 0 1,1 0-1,-1 0-125,3-2 101,-1 0 1,1 0-1,0 0 1,0 1 0,0-1-1,0 1 1,1 0-1,-1-1 1,2 1-102,36-18 83,-31 17-86,-1 1 0,1 0-1,0 0 1,1 1 0,-1 0-1,0 1 1,0 0 0,0 0-1,1 1 1,6 2 3,0 1 18,-1 0 0,0 0 0,0 2 0,0 0 0,-1 0 0,2 2-18,-11-5 17,-1 1 1,1-1-1,0 1 1,-1 0-1,0 1 1,0-1-1,0 1 1,0 0-1,-1 0 1,0 0-1,0 1 1,0-1-1,0 2-17,-2-3 26,-1 0 0,1 1 1,-1-1-1,1 1 0,-1-1 0,0 1 0,-1-1 1,1 1-1,-1-1 0,0 1 0,0 0 0,-1-1 1,1 1-1,-1-1 0,0 1 0,0-1 0,0 1 1,-2 3-27,-2 1 44,0 0 1,0 0 0,-1 0 0,0 0 0,0-1 0,-1 0 0,0 0 0,0-1 0,-1 0 0,0 0 0,0-1-1,-1 0 1,-2 1-45,-6 3 85,0-1 0,-1 0 0,0-2 0,0 0 0,-1-1 0,-13 3-85,23-8 17,0 1 0,0-2 0,-1 1 1,1-1-1,0-1 0,0 0 0,-1 0 0,1-1 0,0 0 1,0 0-1,1-1 0,-1 0 0,0-1 0,-6-3-17,10 4-32,1 0 0,-1 0 0,0-1 0,1 1 0,0-1 0,-1 0-1,2 0 1,-1 0 0,0-1 0,1 0 0,-1-1 32,2 2-83,0 0 1,0 0 0,0 0-1,1 0 1,0 0-1,0 0 1,0-1 0,0 1-1,1 0 1,0-1-1,0 1 1,0 0-1,0-1 1,1 1 0,0-4 82,2-2-490,-1 0 0,2 0 0,0 0 0,0 1 0,0-1 1,1 1-1,5-7 490,2-1-2589,2 0 1,-1 1-1,5-3 2589,23-18-3946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7.797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107 398 10240,'-23'3'6773,"22"-2"-6189,-1 0 0,0-1-1,0 1 1,0 0 0,1 0 0,-1 1 0,0-1 0,1 0 0,-1 1 0,1-1-1,-1 0 1,1 1 0,-1 0-584,-9 9 1679,-38 14 1707,69-34-2784,1 1 0,10-2-602,-24 8 60,250-89 78,-66 22-105,193-54-76,-326 104-410,-7 3-2520,-20 5-5142,-20 4-866,-3 13 5355</inkml:trace>
  <inkml:trace contextRef="#ctx0" brushRef="#br0" timeOffset="771.32">1326 228 12032,'-2'-1'661,"1"1"0,-1-1 1,0 0-1,0 0 0,0 0 0,1 0 1,-1-1-1,1 1 0,-1 0 1,1-1-1,-1 1 0,1-1-661,1 2 243,-1-1-1,1 1 0,0-1 0,0 1 1,0-1-1,0 1 0,0-1 1,-1 1-1,1-1 0,0 1 1,0-1-1,1 1 0,-1-1 1,0 1-1,0-1 0,0 1 1,0-1-1,0 1 0,0-1 1,1 1-1,-1-1 0,0 1 1,1-1-243,7-9 949,1 2-890,0 1 0,0 0 1,1 0-1,0 1 0,0 0 0,0 1 1,1 0-1,0 0 0,5 0-59,-13 4 7,18-5 15,0 1 0,0 0 0,0 2 0,2 1-22,-17 1 27,-1 1-1,1 0 1,-1 0 0,1 0 0,-1 1-1,1 0 1,-1 0 0,1 1-1,-1-1 1,0 1 0,1 0 0,-1 1-1,0-1 1,-1 1 0,1 0 0,0 0-1,-1 0 1,3 3-27,-6-4 9,1-1 0,-1 1 0,0-1-1,0 1 1,0 0 0,0 0 0,0-1 0,0 1-1,-1 0 1,1 0 0,-1 0 0,1 0-1,-1 0 1,0 0 0,1 0 0,-1 0 0,0 0-1,0 0 1,-1 0 0,1 0 0,0 0 0,-1 0-1,1 0 1,-1-1 0,0 2-9,-1 4 10,-1 0-1,-1 0 1,1-1-1,-1 1 1,0-1-1,-2 1-9,-7 9 24,0 0-1,-1-1 1,-1-1-1,0-1 1,-9 6-24,-28 18 35,-5 0-35,2-2 2,34-22-17,17-11 1,-1 0 0,1 1 0,0 0 0,0-1-1,0 1 1,0 1 0,1-1 0,-3 3 14,6-5-2,-1-1 1,1 0-1,0 0 0,0 0 1,0 1-1,0-1 0,0 0 1,0 0-1,-1 1 0,1-1 0,0 0 1,0 0-1,0 0 0,0 1 1,0-1-1,0 0 0,0 0 1,0 1-1,0-1 0,0 0 0,0 0 1,0 1-1,0-1 0,0 0 1,1 0-1,-1 1 0,0-1 1,0 0-1,0 0 0,0 0 0,0 1 1,0-1-1,1 0 0,-1 0 1,0 0-1,0 1 0,0-1 1,1 0-1,-1 0 0,0 0 0,0 0 1,0 0-1,1 0 0,-1 1 1,0-1-1,0 0 0,0 0 0,1 0 1,-1 0-1,0 0 0,0 0 1,1 0-1,-1 0 0,0 0 1,0 0 1,18 1-35,194-11-2542,-197 9 1960,20-2-824,29-2-2495,-1 1-3476,-30 4 3940</inkml:trace>
  <inkml:trace contextRef="#ctx0" brushRef="#br0" timeOffset="1188.74">1918 349 12544,'0'-6'2120,"1"-7"4679,4 7-3165,6-2-3137,-5 4-451,0-1 1,1 1-1,0 0 1,0 1-1,0 0 1,0 0-1,0 0 1,1 1-1,0 0 1,-1 1-1,1-1-46,22-2 154,1 1-1,4 1-153,-33 2 19,10 0 45,12-2 93,1 1 0,0 2 0,0 0 0,23 5-157,-42-5 34,0 1 1,0-1-1,0 1 1,0 0-1,0 1 1,-1-1-1,1 1 1,-1 0-1,0 1 1,0-1-1,0 1 1,0 0-1,0 0 1,-1 1-1,0-1 1,0 1-1,0 0 1,0 0-1,-1 0 1,0 1-1,0-1 1,0 3-35,-1-5 19,-1-1 1,-1 1-1,1 0 1,0 0-1,-1 0 1,1 0-1,-1 0 0,0 0 1,0 0-1,0 0 1,-1 0-1,1 0 1,-1 0-1,1 0 1,-2 3-20,0-1 46,0-1 1,-1 1 0,1-1 0,-1 1 0,0-1 0,0 0 0,0 0-1,0 0 1,-3 1-47,-3 3 111,0 0 0,-1-1 0,0 0 0,0-1-1,0 0 1,-1-1 0,0 0 0,-7 2-111,-2-1 183,0-1 0,-1-1 1,0-1-1,-18 0-183,0-1 137,1-2 1,-9-2-138,28 0-82,0 0 0,0 0 0,0-2 0,0-1 0,1 0 0,0-1 0,0-1 0,-1-1 82,16 7-75,1-1 1,-1 1-1,1-1 0,-1 0 1,1 1-1,0-1 1,-1-1-1,1 1 0,0 0 1,0 0-1,1-1 0,-1 1 1,0-1-1,1 1 1,0-1-1,-1 0 0,1 0 1,0 1-1,1-1 1,-1 0-1,0 0 0,1 0 1,-1 0-1,1 0 1,0 0-1,0 0 0,0 0 1,1 0-1,-1 0 1,1-1 74,0-2-490,1 1 1,0-1 0,0 1 0,0 0 0,0-1-1,1 1 1,1 0 489,-1-1-1350,1 0-1,1 0 0,-1 1 1,1 0-1,3-3 1351,26-18-4362</inkml:trace>
  <inkml:trace contextRef="#ctx0" brushRef="#br1" timeOffset="104903.89">1203 807 8832,'-13'2'5690,"11"1"-1365,2-3-4205,0 0 0,0 0 0,0 0 1,0 1-1,0-1 0,0 0 0,0 0 1,0 1-1,0-1 0,0 0 0,0 0 0,0 0 1,0 1-1,0-1 0,0 0 0,0 0 1,0 0-1,0 1 0,0-1 0,-1 0 1,1 0-1,0 0 0,0 0 0,0 1 1,0-1-1,-1 0 0,1 0 0,0 0 0,0 0 1,0 0-1,-1 0 0,1 1 0,0-1 1,0 0-1,0 0 0,-1 0 0,1 0-120,24-35 2870,-17 26-2787,0 1 0,1-1 0,1 2 0,5-6-83,5-2 73,22-20 6,1 2 1,14-5-80,91-53-35,-107 66 7,294-171 183,-239 138-79,90-51-56,-115 71-109,75-38-718,-92 54-292,-52 21-700,-4 3-547,-10 2-5749,12-4 4565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5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104 143 11392,'-4'-17'3733,"4"16"-3580,0 0 0,0 0 0,0 0-1,0 0 1,0 0 0,0 0 0,0 0 0,0 0 0,1 1 0,-1-1 0,0 0 0,0 0 0,1 0-1,-1 0 1,1 0 0,-1 1 0,1-1 0,-1 0 0,1 0 0,0 1 0,-1-1 0,1 0 0,0 1-1,-1-1 1,1 1 0,0-1 0,0 1 0,-1-1 0,1 1 0,0-1 0,0 1 0,0 0 0,0 0-153,2-2 420,33-21 1590,-21 13-1324,1 1 0,4-2-686,-2 2 198,1 1 0,0 1 0,0 1 0,1 0 0,0 2 0,2 0-198,-15 2 31,0 2-1,1-1 1,-1 1-1,0 0 1,0 1 0,0 0-1,1 0 1,-1 0-1,0 1 1,0 0-1,0 1 1,-1-1-1,1 1 1,-1 1 0,1-1-1,-1 1 1,0 0-1,5 4-30,-4-1 36,-1 0 0,0 0 0,0 0 0,0 1 0,-1 0 0,0 0 0,0 0 0,-1 1 0,0-1 0,1 7-36,1 4 94,-1-1 0,-1 2 0,0-1 0,0 13-94,-3-21 72,-1 0 0,0-1-1,-1 1 1,0-1 0,0 1-1,-1-1 1,0 1 0,-1-1-1,-1 0 1,1 0 0,-6 9-72,5-11 72,0-1 0,0 0-1,-1 0 1,0-1 0,-1 1 0,1-1 0,-1 0 0,0-1 0,-1 1 0,1-1-1,-1-1 1,0 1 0,0-1 0,-1 0 0,-6 2-72,-6 0 165,-1 0 0,0-2 1,0 0-1,0-1 0,-21-1-165,24-1 72,-1-2 0,0 0 0,0-1-1,0-1 1,1-1 0,-1-1-1,1 0 1,0-1 0,-6-4-72,17 7-13,0-1 1,0 0-1,0 0 0,0 0 1,1 0-1,0-1 1,0 0-1,0-1 1,0 1-1,-3-6 13,6 7-29,0 0 0,1 0-1,0-1 1,-1 1 0,1 0 0,1-1 0,-1 0 0,1 1 0,0-1-1,0 0 1,0 1 0,0-1 0,1 0 0,0 0 0,0 0-1,0 0 1,1 1 0,0-3 29,1-2-213,1 1-1,-1 0 0,1 0 1,1 0-1,0 0 0,0 1 1,0 0-1,1 0 1,0 0-1,0 0 0,1 1 1,0-1-1,5-3 214,5-3-1897,0 0 1,0 1-1,1 1 0,1 1 0,7-3 1897,33-13-4330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04.6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182 125 7808,'-1'0'412,"1"-1"1,-1 1 0,0-1-1,0 1 1,1-1-1,-1 1 1,0-1 0,1 0-1,-1 1 1,0-1-1,1 0 1,-1 0 0,1 1-1,-1-1 1,1 0 0,0 0-1,-1 0 1,1 0-1,0 1 1,-1-1 0,1 0-1,0 0 1,0 0-1,0 0 1,0 0 0,0 0-1,0 0 1,0 0-1,0 0 1,0 1 0,1-1-1,-1 0 1,0-1-413,1-7 1839,-3 6-273,-2 6-1007,-2 6-241,-7 17-137,2 1-1,0 0 1,0 8-181,-21 84-9,-14 126 166,16-68 182,28-166-229,0-1 1,1 1-1,0 6-110,3-18 56,0-4-48,2-15-5,-1 1-1,0-9-2,2-17 0,22-77 0,-11 52 0,76-310-16,-87 355-26,7-23-31,-11 46 65,0-1 0,0 0 0,0 1-1,0-1 1,1 1 0,-1-1 0,1 1 0,0-1 0,0 1-1,-1 0 1,2 0 0,-1 0 0,0 0 0,1 0 8,-3 1 0,1 1-1,0-1 1,0 1 0,0 0-1,0-1 1,0 1 0,0 0-1,0-1 1,0 1-1,0 0 1,0 0 0,0 0-1,0 0 1,0 0 0,0 0-1,0 0 1,0 0 0,0 0-1,0 1 1,0-1 0,0 0-1,0 0 1,-1 1 0,1-1-1,0 1 1,0-1 0,0 1-1,0-1 1,0 1 0,-1 0-1,1-1 1,0 2 0,3 2-1,-1 0-1,1 1 0,-1-1 1,0 1-1,1 4 2,-1-4-8,10 18-48,11 20 34,-1 1-1,0 7 23,4 16 45,73 193 209,-50-130-587,-20-54-1441,-28-71 1213,-1-1 0,1 0 0,-1 1 0,0-1-1,0 0 1,-1 3 561,-2 5-4606,2-12 4518,0 0 0,0 0-1,0 0 1,0 0 0,0 0 0,0 0 0,0 0 0,0 0 0,0 0 0,0 0 0,0 0 0,0 1-1,0-1 1,0 0 0,0 0 0,0 0 0,0 0 0,-1 0 0,1 0 0,0 0 0,0 0-1,0 0 1,0 0 0,0 0 0,0 0 0,0 0 0,0 0 0,0 0 0,0 0 0,0 0-1,-1 0 1,1 0 0,0 0 0,0 0 0,0 0 0,0 0 0,0 0 0,0 0 0,0 0-1,0 0 1,0 0 0,0 0 0,0 0 0,0 0 0,-1 0 0,1 0 0,0 0 0,0-1-1,0 1 1,0 0 0,0 0 0,0 0 0,0 0 0,0 0 88,-4-5-2073,2 2 696,-8-9-1796</inkml:trace>
  <inkml:trace contextRef="#ctx0" brushRef="#br0" timeOffset="357.55">209 436 11776,'-27'14'3898,"26"-13"-3711,0-1-1,-1 1 1,1 0-1,0-1 1,0 1-1,-1 0 1,1 0-1,0 0 1,0 0-1,0 0 1,0 0-1,0 0 1,0 0-1,0 1 1,1-1-1,-1 0-186,-2 3 712,2-2-50,-1 0-1,1 0 1,-1 0 0,1 0-1,0 0 1,0 0 0,0 0 0,0 1-662,-3 5 1074,46-38-685,-28 19-424,0 1-1,1 0 1,0 1-1,1 1 0,0 0 1,13-3 35,3 0-2284,1 1-1,0 2 1,3 1 2284,-24 5-2159,-1 1 1,0 0-1,1 0 0,10 2 2159,6 3-3546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10.5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12 176 11520,'-12'-10'3733,"13"3"-16,1 4-1663,-2 6 2249,18 8-2473,-13-8-1832,0-1 0,0 1 0,1-1 0,-1-1 0,0 1 1,1-1-1,-1 0 0,1 0 0,-1 0 0,1-1 1,-1 0-1,1 0 0,-1 0 0,1-1 0,-1 0 1,3 0 1,3-2-1067,1 0 1,-1 0 0,0-2-1,-1 1 1,1-1 0,-1-1-1,3-1 1067,-6 2-2140,0 0 1,0 0-1,-1 0 0,7-7 2140,2-2-3552</inkml:trace>
  <inkml:trace contextRef="#ctx0" brushRef="#br0" timeOffset="354.47">54 41 11648,'-4'0'341,"-2"0"1097,-1 0 0,1 0-1,-1-1 1,1 0 0,-2 0-1438,4-1 3303,6-1 367,2 0-2958,-3 2-692,1 0-1,0 0 1,-1 0-1,1 1 0,-1-1 1,1 0-1,0 1 1,0 0-1,-1-1 1,1 1-1,1 0-19,8-2-32,11-3-380,-1 1 0,1 1 412,22-2-3739,-16 2-2258,-6 3 1928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05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279 100 8960,'-14'-25'5765,"13"15"-450,0 6-4692,1 1 0,0-1 0,-1 0 0,0 1 0,1-1 0,-2 1 0,1-1 0,0 1 0,-1-1-623,0 2 83,0-1 1,0 1-1,0 0 0,0 0 1,-1 0-1,1 0 0,-1 0 0,1 1 1,-1-1-1,0 1 0,0-1 0,0 1 1,1 0-1,-1 0 0,0 0 0,-1 1 1,1-1-1,0 1 0,0-1 1,0 1-1,0 0 0,0 1 0,0-1 1,0 0-1,0 1 0,-1 0-83,-2 0 14,1 0 0,-1 1 0,0-1 0,1 2 0,-1-1 0,1 1 0,0-1 0,0 1 0,0 1 0,0-1 0,1 1 0,-1 0 0,-3 4-14,-3 6-4,0 1-1,1 0 1,0 1 0,2 0 0,0 1 0,0 0-1,2 0 1,0 0 0,-3 19 4,3-9-9,2 1 0,0 1 1,2-1-1,1 0 0,1 1 0,3 5 9,-2-23 9,0 0-1,1 0 1,1-1-1,-1 1 1,2-1-1,0 0 0,0 0 1,1 0-1,0 0 1,2 1-9,-4-6-39,0 0-1,1-1 1,-1 1 0,1-1 0,1 0-1,-1 0 1,0 0 0,1-1 0,0 0-1,0 1 1,0-2 0,0 1-1,0 0 1,1-1 0,-1 0 0,1-1-1,-1 1 1,1-1 0,4 1 39,-1-2-524,0 0 0,0 0 1,1 0-1,-1-1 0,0-1 0,0 1 0,0-1 1,3-2 523,9-3-3117,0-1 0,-1-2 0,0 0 3117,30-15-4197</inkml:trace>
  <inkml:trace contextRef="#ctx0" brushRef="#br0" timeOffset="3999.93">844 160 7296,'3'-8'5599,"-1"6"-4991,-1 0-1,0-1 1,1 1-1,-1-1 1,-1 1-1,1-1 1,0 1-1,-1-1 1,1 0 0,-1 1-1,0-2-607,1 0 439,-2 0-1,1 0 1,0 0-1,-1 0 1,1 0-1,-1 0 0,-2-3-438,2 5 136,0 0-1,0 0 1,0 0-1,0 0 1,-1 0-1,1 1 1,-1-1-1,1 0 1,-1 1-1,1 0 1,-1-1-1,0 1 1,0 0-1,0 0 1,0 0-1,0-1-135,-3 0 15,0 0-1,0 0 0,-1 0 0,1 1 1,0-1-1,-1 1 0,1 1 1,-1-1-1,1 1 0,-1 0 1,0 0-1,1 0 0,-1 1-14,-2 1 21,0-1 1,0 2-1,0-1 0,1 1 0,-1 0 1,1 1-1,-1 0 0,-3 2-21,-2 3 22,0 1-1,1 0 1,0 1-1,0 0 1,2 1-1,-1 1 1,1-1-1,-7 14-21,2-3 13,2 1 0,0 1 0,2 0-1,1 1 1,0 0 0,2 0 0,2 1 0,0 0-1,1 1 1,1 7-13,4-27 1,0-1 0,0 1 0,1 0 0,0-1 0,0 1 0,1-1 0,0 1 0,0-1 0,0 0 0,2 1-1,-3-4 3,1 0 0,1 0 0,-1-1-1,0 1 1,1 0 0,0-1 0,0 0 0,0 0 0,0 0 0,0 0 0,0 0-1,1-1 1,0 1 0,-1-1 0,1 0 0,0 0 0,4 1-3,1 0-115,1-1 0,0 0-1,0-1 1,0 0 0,0 0 0,-1-1 0,1 0 0,0-1 0,0 0 0,0-1-1,1 0 116,4-2-805,0 0-1,-1-1 0,0 0 1,0-1-1,0 0 0,-1-2 0,0 1 806,-6 2-1299,0 0 0,0 0 0,-1-1 0,1 0 0,-1 0-1,-1 0 1,1-1 0,-1 1 0,0-2 0,3-5 1299,0 0-2432</inkml:trace>
  <inkml:trace contextRef="#ctx0" brushRef="#br0" timeOffset="4332.07">834 379 7296,'0'0'155,"0"0"0,0 0-1,0-1 1,0 1 0,0 0 0,0 0 0,0 0 0,0 0 0,0 0 0,0 0-1,0 0 1,0 0 0,0 0 0,0 0 0,0-1 0,0 1 0,0 0 0,0 0-1,-1 0 1,1 0 0,0 0 0,0 0 0,0 0 0,0 0 0,0 0 0,0 0-1,0 0 1,0 0 0,0 0 0,0 0 0,0 0 0,0-1 0,-1 1 0,1 0 0,0 0-1,0 0 1,0 0 0,0 0 0,0 0 0,0 0 0,0 0 0,0 0 0,0 0-1,-1 0 1,1 0 0,0 0 0,0 0 0,0 1 0,0-1 0,0 0 0,0 0-1,0 0 1,0 0 0,0 0 0,0 0 0,-1 0 0,1 0 0,0 0 0,0 0-1,0 0 1,0 0 0,0 0 0,0 0 0,0 0 0,0 1 0,0-1 0,0 0-1,0 0-154,0-2 5257,0 4-5659,0-1 1757,0-1-417,0 16 1308,1 3-2092,1 0 1,0 0-1,2-1 1,0 1 0,1-1-1,0 0 1,5 7-155,12 24-1983,5-3-3287,-25-41 4472,0-2-175,-1-1-1,1 0 1,0 1-1,-1-1 0,1 0 1,0 0-1,0 0 1,1 0 973,9 6-3760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18.921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7 502 5376,'-1'0'280,"1"-1"-1,-1 1 1,1-1 0,-1 0-1,1 1 1,-1-1 0,1 1-1,0-1 1,-1 0 0,1 1-1,0-1 1,0 0 0,-1 1 0,1-1-1,0 0 1,0 1 0,0-1-1,0 0 1,0 0 0,0 1-1,0-1 1,0 0 0,0 1-1,0-1 1,0 0 0,0 0-280,1-5 3693,9 2 346,26 0-3221,-9 1-406,-26 3-404,3-1 27,1 1 0,-1-1-1,0 1 1,1 0-1,-1 0 1,0 0 0,1 1-35,10 1 105,0-1-1,0-1 1,0 0 0,1-1-105,18 0 210,-5-1-87,27-4-123,5 0 256,-9 3-27,8-1-26,23-5-203,159-21 130,-75 11 81,184-18 464,-92 11-801,-174 20 196,61 4-70,-104 2-32,904 3 634,-688-15-602,-60 1 0,-19 9 107,-49-3 290,63-14-397,85-3 136,-129 17 131,94-17-267,156-12 318,-134 16-252,490-25-18,-667 38-4,-33 1 72,47 4-116,-35 1 36,19-5-36,16 1 12,-63 2 81,20-5-93,12 0 24,45-2-24,87-3 0,-117 7 33,-49 1-47,1 2 1,2 1 13,206 2 93,-130-3-69,155 1 24,-180-3 11,54-1-70,-49-4 59,-51 3 64,-44 5-289,1 0 1,-1-1-1,0 1 1,1 0-1,-1 0 1,0-1-1,0 1 1,1-1-1,-1 1 1,1-1 176,12-4-3984,-11 4 3134,0 1 0,0-1 0,0 0 1,0 0-1,1 0 0,-2 0 0,1 0 1,0-1-1,0 0 0,0 1 0,-1-1 1,3-2 849,21-21-4784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21.836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0 352 6656,'0'-2'751,"0"0"0,0 0 0,0 0 0,1-1 0,-1 1 0,1 0 0,-1 0 1,1 0-1,0 0 0,0 0 0,0 0 0,1-1-751,0-2 2149,-2 5-2077,0 0 0,0-1 0,0 1 1,0 0-1,0 0 0,0 0 0,1 0 0,-1-1 0,0 1 0,0 0 1,0 0-1,0 0 0,1 0 0,-1 0 0,0-1 0,0 1 1,0 0-1,1 0 0,-1 0 0,0 0 0,0 0 0,0 0 0,1 0 1,-1 0-1,0 0 0,0 0 0,0 0 0,1 0 0,-1 0 1,0 0-1,0 0 0,1 0 0,-1 0 0,0 0 0,0 0 0,0 0 1,1 0-1,-1 1 0,0-1 0,0 0-72,1 0-107,49-1 1578,-8 0-919,0 2-1,0 2 0,5 2-551,-24-3 197,0 0 0,0-2 0,0-1 0,2 0-197,35-1 257,317-7 661,-134-4-380,-65 2-287,-35 8-9,136-9 49,-46-9-168,-86 8-72,321-19 154,-264 29-109,81-6 32,-53 9-99,-107 1-21,336-10 3,-304 7 88,13 0-81,69 2 82,-110 1-157,695-1 195,-624-5 42,79 1-34,57-2-110,-297 4-8,386-6 41,104-1 54,-409 7-101,152-8 84,254-33 64,-250 22 12,-169 10-162,50-3 8,129-7 68,581-8-38,162 31 134,-602-5 64,66 19-128,-193 0-101,365 12-43,-636-27-93,19 4 109,7 0 8,196 1 114,-143-3-116,-78-2-69,19 4 63,-20-2 303,19 0-303,-41-1 3,-6-2 2,0 1 0,0-1-1,1 1 1,-1-1 0,0 1-1,1-1 1,-1 0 0,0 0-1,0 0 1,1 0-1,-1 0 1,0 0 0,1 0-5,-1 0-117,1 1 1,-1-1-1,0 0 1,0 1 0,0-1-1,0 1 1,0-1-1,0 1 1,0-1-1,0 1 1,0 0 0,0 0-1,0-1 1,0 1 116,-1 0-148,1-1 1,-1 0 0,0 0 0,1 1-1,-1-1 1,0 0 0,0 0 0,1 1-1,-1-1 1,0 0 0,0 1 0,0-1-1,1 0 1,-1 1 0,0-1 0,0 1-1,0-1 1,0 0 0,0 1-1,0-1 1,0 0 0,0 1 0,0-1-1,0 1 1,0-1 0,0 0 0,0 1-1,0-1 1,0 1 0,0-1 0,0 0-1,0 1 1,0-1 0,-1 0-1,1 1 1,0-1 0,0 0 0,0 1-1,-1-1 1,1 0 0,0 0 0,-1 1-1,1-1 148,-15 6-6335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29.0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9 7296,'0'-1'176,"-1"1"1,1-1-1,0 1 1,0 0 0,-1-1-1,1 1 1,0-1-1,-1 1 1,1-1-1,0 1 1,-1 0-1,1-1 1,-1 1-1,1 0 1,0-1 0,-1 1-1,1 0 1,-1 0-1,1-1 1,-1 1-1,1 0 1,-1 0-1,0 0 1,1 0-1,-1 0 1,1 0 0,-1 0-1,1 0 1,-1 0-177,1 0 2,0 0 78,0 0 1,0 0-1,0 0 1,0 0-1,0 0 0,0 0 1,0 0-1,0 0 1,0 0-1,0 0 0,0 0 1,0 0-1,0 0 1,0 0-1,0 1 0,0-1 1,0 0-1,0 0 1,0 0-1,-1 0 0,1 0 1,0 0-1,0 0 1,0 0-1,0 0 0,0 0 1,0 0-1,0 0 1,0 0-1,0 0 0,0 0 1,0 0-1,0 0 1,0 0-1,0 0 0,0 0 1,0 0-1,0 0 0,-1 0 1,1 0-1,0 0 1,0 0-1,0 0 0,0 0 1,0 0-1,0 0 1,0 0-1,0 0 0,0 0 1,0 0-1,0 0 1,0 0-1,0 0 0,0 0 1,0 0-1,0 0 1,0 0-1,-1 0 0,1 0 1,0 0-1,0 0-80,2 7 6475,-2-7-5654,0 17 907,-1 70-1010,-1-24-568,3 0 0,6 30-150,-4-70-182,15 107-967,-10-91-4143,3 5 5292,-6-25-5744,4-3 1755</inkml:trace>
  <inkml:trace contextRef="#ctx0" brushRef="#br0" timeOffset="1303.92">316 118 7808,'0'0'230,"-1"-1"1,0 1-1,0-1 1,1 1-1,-1-1 1,1 0-1,-1 1 0,0-1 1,1 0-1,-1 0 1,1 1-1,0-1 1,-1 0-1,1 0 1,0 0-1,-1 1 1,1-1-1,0 0 1,0 0-1,0 0 1,0 0-1,0 0 0,0 0 1,0 0-231,5-25 5341,-1 9-2571,-4 15-2643,0 0-1,0 0 1,1 0-1,-1 0 1,1 0 0,0 0-1,-1 0 1,1 0-1,0 0 1,0 0 0,0 0-1,1 0 1,-1 0-1,0 1 1,1-1 0,-1 0-1,1 1 1,-1-1 0,1 1-1,0 0 1,0 0-1,-1-1 1,3 1-127,3-2 66,1 0 0,0 1 1,0 0-1,0 1 0,1 0 0,-1 0 0,0 1 0,0 0 1,1 0-1,-1 1 0,0 0 0,0 0 0,0 1 1,0 0-1,3 1-66,19 8 30,0 0 0,-2 2 0,12 7-30,-28-13 48,0 0-1,-1 0 1,1 1 0,-2 0 0,1 1 0,1 2-48,-7-7 51,-1 1 0,0 0 0,1 1 0,-2-1 0,1 1 0,-1 0-1,0 0 1,0 0 0,0 0 0,-1 1 0,0-1 0,0 1 0,0 3-51,-1 4 65,0-1 0,-1 1 0,0-1 0,-1 1 0,-1-1 0,0 0-1,0 1 1,-2-1 0,0 0 0,0 0 0,-1-1 0,0 1 0,-1-1 0,-1-1 0,0 1 0,-1-1 0,-3 4-65,5-7 40,-1 0 1,-1-1 0,0 0-1,0 0 1,0 0 0,-1-1-1,0-1 1,0 1 0,-6 1-41,-8 4 73,-1-2 1,1-1-1,-11 2-73,21-6 35,1-1-1,-1-1 1,0 0-1,0-1 0,0-1 1,-1 0-1,1 0 0,-11-3-34,17 2-2,-1 0 0,1-1 0,0-1 1,-1 1-1,1-1 0,1 0 0,-1-1 0,0 1 0,1-1 0,-1-1 0,1 1 0,1-1 0,-1 0 0,1-1 0,-4-3 2,4 2-25,0 0 1,1 0 0,0 0-1,0-1 1,0 0 0,1 1-1,0-1 1,1-1-1,0 1 1,0 0 0,1 0-1,0-1 1,0 1 0,1-1-1,0-3 25,2-16-129,1 0 1,1 1-1,8-28 129,-9 41-472,1-1 0,0 1 0,1 0 0,1 0 0,0 0 0,0 1 0,2 0 0,5-8 472,1 0-1926,11-14-1128,-5 14-2435,-2 11 1884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33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24 596 10112,'-17'0'11075,"11"0"-8271,7 0-993,9-12-163,153-84-267,-64 42-1147,3 5-1,10 1-233,60-28 24,50-21 73,-129 57-77,-33 18 8,-43 16-54,0 0 1,0-1-1,-1-1 0,0 0 0,9-7 26,-19 11-457,-5 4 179,0-1 0,1 0 1,-1 0-1,0 0 0,0 0 1,1 0-1,-1-1 1,0 1-1,0 0 0,0 0 1,0-1-1,-1 1 278,3-17-6531,-3 8 921,0 5 1770</inkml:trace>
  <inkml:trace contextRef="#ctx0" brushRef="#br0" timeOffset="758.9">1609 187 10240,'-6'-2'2340,"-6"-4"2162,12 6-4427,0 0 0,0 0 0,0 0-1,-1 0 1,1 0 0,0 0 0,0 0 0,0 0 0,0 0 0,0 0 0,0 0-1,-1-1 1,1 1 0,0 0 0,0 0 0,0 0 0,0 0 0,0 0-1,0 0 1,0 0 0,0 0 0,0-1 0,0 1 0,-1 0 0,1 0-1,0 0 1,0 0 0,0 0 0,0 0 0,0-1 0,0 1 0,0 0 0,0 0-1,0 0 1,0 0 0,0 0 0,0-1 0,0 1 0,0 0 0,0 0-1,0 0 1,0 0 0,0 0 0,1 0 0,-1-1 0,0 1 0,0 0 0,0 0-1,0 0 1,0 0 0,0 0 0,0 0 0,0 0 0,0-1-75,5-6 4229,2-5-3360,3 4-703,0 0 0,1 1-1,0 0 1,1 1-1,0 0 1,5-2-166,-9 5 4,0 1 0,0 0-1,-1 0 1,1 1 0,0 0-1,0 0 1,1 0 0,-1 1-1,0 1 1,0 0 0,3 0-4,5 2 13,1 1 0,0 1 0,-1 1 0,0 0 0,0 1 0,6 4-13,-13-6 21,0 0 1,-1 1-1,0 0 1,0 0-1,0 1 1,-1 0-1,0 0 1,0 0-1,-1 1 1,0 0-1,4 7-21,-8-11 23,0-1-1,0 1 0,-1-1 0,1 1 0,-1 0 0,0 0 0,0 0 0,0 0 0,0 0 0,0 0 0,-1 0 0,0 0 0,0 0 0,0 0 0,-1 0 0,1 0 0,-1 0 0,0 0 0,0 0 0,0 0 0,-1 0 0,1-1 1,-1 1-1,0-1 0,0 1 0,0-1 0,0 1 0,-1-1 0,0 0 0,0 1-22,-7 5 86,1-1 1,-1 0-1,0-1 1,-1 0-1,0 0 1,0-1-1,-1 0-86,-16 6 162,-1-1-1,-8 2-161,21-8 43,-1 0 1,1-1-1,-1-1 1,1-1-1,-1 0 1,0-1-1,0-1 1,0 0-1,1-1 1,-1-1-1,0-1 1,1 0-1,-4-3-43,16 5-12,0 0 0,0 0 0,0-1 0,0 0 0,1 0 0,-1 0 0,-1-1 12,4 2-13,0 0 1,0-1 0,-1 1-1,1 0 1,0-1 0,0 1-1,0 0 1,0-1 0,0 1 0,1-1-1,-1 0 1,0 1 0,1-1-1,-1 1 1,1-1 0,0 0-1,-1 0 1,1 1 0,0-1-1,0-1 13,1-7-217,0 0 0,1 0 0,0 1 0,0-1 0,1 1 0,1-1 0,0 1 0,0 0 0,0 0 0,3-3 217,11-17-3016,2 0 0,7-8 3016,-8 13-4845,1 0 0,19-16 4845,1 9-3984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05.3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86 178 11136,'-13'-6'3197,"0"-2"571,9 7-1591,6 4 264,-1-2-814,-1-1-667,10 0 603,1-1-1570,1-1 1,0 0 0,0 0-1,3-3 7,18-2-1302,-18 4 226,26-5-2753,-15-2-3325,-13 4 3432</inkml:trace>
  <inkml:trace contextRef="#ctx0" brushRef="#br0" timeOffset="332.54">40 20 14592,'-26'5'5439,"26"-5"-4223,-11 4 416,8-4 192,6 0-1152,-3 0 64,11 3-480,-3 2-160,5-2-64,11-3-32,-2 0 0,6-8-224,-1 5 128,0-6-1728,5 6 1024,-5-9-6719,0 7 4159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56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57 7296,'1'-2'955,"0"-1"0,-1 1 0,1-1 1,0 0-1,-1 0 0,1 1 0,-1-1 1,0 0-1,0-2-955,3-5 3629,-1 6-2161,-3 7-549,-3 10-682,1 0 1,1 1 0,0-1 0,1 0-1,0 2-237,-3 26 150,-15 58 194,-18 53-344,-2 12 243,23-101 292,-5 9-535,12-41 286,7-26-206,3-8 2,4-13 7,27-135-176,9-34-29,-33 157 99,35-117-81,-32 111 97,3 1 1,0 0-1,5-3 1,-18 33 5,21-32 77,-20 33-72,-1 0 0,0 0 0,1 0 0,0 1 0,-1-1 0,1 1-1,0-1 1,0 1 0,0 0 0,-1 0 0,1 0 0,0 0 0,1 0 0,-1 0-1,0 0 1,0 1-10,-1 0 13,0 0 0,0 0-1,0 0 1,0 0 0,0 0-1,0 0 1,0 0 0,0 1-1,0-1 1,0 0 0,0 1-1,0-1 1,0 1 0,0-1-1,-1 1 1,1-1 0,0 1-1,0 0 1,-1-1-1,1 1 1,0 0 0,-1 0-1,1-1 1,0 2-13,11 22 118,-9-19-76,20 54 132,9 39-174,-11-33 2,25 93 39,-3-8-1095,-35-124-1939,3 19 2993,-9-34-2153,0 1 1,-1-1 0,0 3 2152,-4-4-4539,2-2 1494</inkml:trace>
  <inkml:trace contextRef="#ctx0" brushRef="#br0" timeOffset="357.95">206 409 10496,'-38'0'6975,"37"0"-6580,-1 1-1,1 0 0,0-1 0,0 1 0,0 0 1,0 0-1,0 0 0,0 0 0,0 0 0,0 0 0,0 0 1,1 0-1,-1 0 0,0 0 0,1 0-394,-1 0 145,0 0 1,1 0-1,-1-1 0,1 1 1,-1 0-1,1 0 0,-1 0 0,1 0 1,0-1-1,-1 1 0,1 0 1,0 0-1,0 0 0,0 0 0,-1 0 1,1 0-1,0 0 0,0 0-145,2-1 106,0 0-1,0 0 0,0 0 1,0 0-1,-1-1 0,1 1 1,0-1-1,0 1 0,1-2-105,-3 2 7,67-21-1345,30-4 1338,7-2-1937,-64 13-2057,-3 2 1172</inkml:trace>
  <inkml:trace contextRef="#ctx0" brushRef="#br0" timeOffset="5161.95">1007 259 8320,'0'-2'656,"0"-1"0,0 0 0,1 1 0,-1-1 0,1 1 0,-1-1 0,1 1 0,0-1-656,2-11 5187,-6-23-2108,3 34-2898,-1-3 248,0 1-1,0-1 1,-1 0 0,0 1 0,0-2-429,1 5 95,0 0 1,0 1-1,0-1 1,0 1-1,0-1 0,0 1 1,0-1-1,-1 1 1,1-1-1,0 1 1,-1 0-1,0 0 1,1 0-1,-1 0 1,1 0-1,-1 0 1,0 0-1,0 0 1,0 0-96,-3 0 54,1 1 0,0-1 0,-1 1 0,1-1 0,-1 1 0,1 0 0,0 1 0,-1-1 0,1 1 0,0 0 0,-1 0 0,1 0 0,0 1 0,0-1 0,0 1 0,-2 1-54,-8 5 42,0 1 0,1 0 0,-10 9-42,9-7 17,-4 3 22,0 1-1,1 1 0,1 1 1,1 0-1,-9 13-38,18-21 7,0 0 0,0 0 0,1 0 0,0 1 0,1 0 0,0 0 0,0 0 0,1 0 0,1 1 0,0-1 0,0 1 0,1 0 0,0 2-7,1-9 2,0 1-1,0 0 1,1-1 0,0 1-1,-1-1 1,2 1-1,-1-1 1,0 1 0,1-1-1,0 0 1,0 1-1,0-1 1,0 0 0,1 0-1,0-1 1,0 1-1,0-1 1,0 1-1,0-1 1,1 0 0,-1 0-1,1 0 1,0-1-1,0 1 1,0-1 0,0 0-1,0 0 1,3 1-2,6 1-39,0-1 0,0 0 1,0-1-1,0 0 0,0-1 0,0 0 1,1-1-1,-1 0 0,7-2 39,30-5-1200,-1-1 0,24-8 1200,-22 2-8933,10-7 8933,-18 8-3978</inkml:trace>
  <inkml:trace contextRef="#ctx0" brushRef="#br0" timeOffset="5700.63">1449 199 12032,'-15'-3'3978,"14"2"-3608,0 1 0,0-1-1,0 1 1,0-1 0,1 1 0,-1-1 0,0 0-1,0 1 1,1-1 0,-1 0 0,0 0-1,0 0-369,-1-3 1416,6 7-133,-3-2 24,-1-1-491,0 0-38,0 0-287,1 2-367,1 0 0,-1 0 0,0 0 0,0 0 0,0 1 0,0-1 0,0 0 0,0 2-124,19 73 288,4 35-288,14 52-1253,-33-145 9,1 0 0,3 3 1244,-6-16-1756,0 1 1,1-1 0,0 1-1,2 2 1756,-4-7-586,-2-1 375,0-1-1,1 1 1,-1-1 0,0 0-1,0 1 1,1-1 0,-1 1-1,0-1 1,1 0 0,-1 1-1,0-1 1,1 0-1,-1 1 1,1-1 0,-1 0-1,0 0 1,1 1 0,-1-1-1,1 0 1,-1 0-1,1 0 1,-1 0 0,1 0-1,-1 1 1,1-1 0,-1 0-1,1 0 1,-1 0-1,0 0 1,1 0 0,-1-1-1,1 1 1,-1 0 0,1 0-1,-1 0 1,1 0-1,-1 0 1,1-1 211,9-3-3317</inkml:trace>
  <inkml:trace contextRef="#ctx0" brushRef="#br0" timeOffset="6047.68">1431 199 15360,'-49'0'10431,"55"-2"-10193,0 0-1,0 0 1,-1 0 0,1-1-1,-1 0 1,1 0-1,-1 0 1,3-3-238,11-6 83,38-17-1704,1 3 0,12-3 1621,-52 22-1946,17-6-2052,-10 6-1759,-2 6 1949</inkml:trace>
  <inkml:trace contextRef="#ctx0" brushRef="#br0" timeOffset="6402.31">1453 426 15360,'-27'23'5695,"27"-23"-4415,-5 9 128,5-9 64,10 0-928,-2-5 64,6 5-352,4-7-256,6-2 0,3-7 64,5 7-32,0-6-640,3 3 320,7-5-2272,-7 6 1408,-3 2-6207,0 6 4127</inkml:trace>
  <inkml:trace contextRef="#ctx0" brushRef="#br0" timeOffset="8690.15">2346 195 7936,'-1'0'319,"1"0"1,-1 0-1,1 0 1,-1-1-1,1 1 0,-1 0 1,1 0-1,-1-1 1,1 1-1,0 0 1,-1-1-1,1 1 1,-1 0-1,1-1 1,0 1-1,-1-1 0,1 1 1,0-1-1,-1 1 1,1 0-1,0-1 1,0 1-1,0-1 1,-1 0-1,1 1 1,0-1-1,0 1 0,0-1 1,0 1-1,0-1 1,0 1-1,0-1-319,0 0 1383,0-9 189,1 8-1366,-1 0 0,0-1 1,0 1-1,0 0 0,0-1 1,0 1-1,0 0 0,-1-1 0,1 1 1,-1 0-1,1-1 0,-1 1 1,0 0-1,0 0 0,0 0 0,0 0 1,-1 0-1,1-1-206,-6-4 508,5 5-420,0-1 1,0 1 0,-1 0 0,1 0 0,-1 0-1,1 0 1,-1 0 0,0 1 0,1-1 0,-1 1-1,0-1 1,-2 1-89,0-1 14,-1 1 1,0 0-1,0 0 0,0 0 0,0 1 0,0 0 1,0 0-1,0 1 0,0-1 0,0 1 1,0 1-1,0-1 0,0 1 0,1 0 0,-1 0 1,-4 3-15,0 1-17,0 0-1,0 0 1,1 1 0,0 0 0,0 1 0,1 0 0,0 0 0,-5 8 17,-2 2-31,2 1 0,0 1-1,1 0 1,1 0 0,1 1 0,1 0 0,0 1 0,2 0 0,0 3 31,4-12-9,1-1 0,1 0 0,0 0 0,0 1 0,1-1 0,1 1 0,0-1 0,1 4 9,0-7 3,1 1 0,-1-1-1,2 0 1,-1 0 0,1-1 0,0 1 0,1-1 0,0 0 0,0 0 0,1 0 0,3 2-3,-5-5-13,0-1 0,0 0 0,0 0 0,1 0 0,-1-1-1,1 1 1,0-1 0,0 0 0,0-1 0,1 1 0,-1-1 0,1 0 0,-1 0 0,1-1 0,0 1 0,-1-1 0,1-1 0,0 1 0,0-1 0,5 0 13,0-1-115,-1-1 0,0 0 1,1 0-1,-1-1 0,0 0 0,0 0 1,0-2-1,-1 1 0,2-2 115,-6 3-57,0 0-1,0 0 0,0-1 0,-1 0 0,0 0 0,0 0 0,0 0 0,1-2 59,-3 3-4,0 1 0,-1-1 0,1 0 1,0-1-1,-1 1 0,0 0 0,0 0 1,0-1-1,0 1 0,0 0 0,-1-1 1,1 1-1,-1-4 3,0 4 157,0 0 0,0 0 0,0-1-1,-1 1 1,1 0 0,-1 0 0,0 0 0,0 0 0,0 0 0,0 0-1,-1 0 1,1 0 0,-1 0 0,0 0 0,0 1 0,0-1-1,-1-1-155,2 3 41,1 1 0,-1 0 0,1-1 0,0 1 0,-1-1 0,1 1 0,0-1 0,0 1 0,-1-1 0,1 1 0,0-1 0,0 1 0,0-1 0,0 1 0,0-1 0,0 1 0,0-1 0,-1 1 0,1-1 1,1 1-1,-1-1 0,0 1-42,2-2 234,2 6 36,32 60 178,-7-10-1958,-8-21-4143,-16-24-341,4 0 1845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0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12 180 6144,'-1'-1'581,"0"-1"1,0 1-1,0 0 1,0-1-1,0 0 0,0 1 1,0-1-1,1 0 1,-1 1-1,0-1 0,1 0 1,-1 0-1,1 1 1,0-3-582,0-27 6965,1 10-4945,-1 11-1039,0 7-690,0-1 0,0 0 1,0 0-1,1 0 1,-1 0-1,1 0-291,0 2 23,-1 1 0,1-1 0,0 1 0,-1-1 0,1 1 0,0 0 0,0 0 0,0-1 0,0 1 0,0 0 0,0 0 0,0 0 0,1 0 0,-1 0 0,0 0 0,0 1 0,1-1-23,14-7 15,0 1 0,0 1 0,0 1 0,0 0 0,1 2 0,0-1 0,0 2 0,0 0 0,0 1 0,0 1 0,14 1-15,-26 0 12,0-1 1,0 1-1,-1 0 1,1 0-1,0 1 0,0-1 1,-1 1-1,1 0 1,0 0-1,-1 0 1,3 3-13,-5-4 4,0 1 1,0-1 0,-1 1 0,1-1 0,0 1 0,-1 0 0,1 0 0,-1 0 0,0 0 0,0 0 0,1 0 0,-1 1 0,-1-1 0,1 0 0,0 0 0,0 1 0,-1-1 0,1 0 0,-1 1 0,0-1 0,0 1 0,0-1 0,0 0 0,0 2-5,-2 5 11,0 1-1,0-1 1,-1 0 0,0-1-1,-1 1 1,0 0 0,0-1-1,-1 0 1,-2 3-11,-3 4 19,-1-1-1,-1 0 1,0 0 0,-7 5-19,-10 6-142,-24 15 142,29-22-88,22-16 76,-18 14-89,19-15 95,0-1-1,1 1 1,-1 0-1,0-1 1,1 1-1,-1 0 1,0 0-1,1-1 1,-1 1-1,1 0 1,0 0-1,-1 0 1,1 0-1,-1-1 1,1 1-1,0 0 1,0 0-1,0 0 1,-1 0-1,1 0 1,0 0-1,0 0 7,1 0-6,1 0-1,-1 0 0,0 0 1,0 0-1,0 0 0,1 0 1,-1 0-1,0-1 0,1 1 1,-1 0-1,1-1 0,-1 1 1,0-1-1,1 0 0,-1 0 1,1 1-1,-1-1 0,1 0 1,0 0 6,8 2-2,54 11 7,-41-8 44,1 0 1,-1 1-1,0 1 0,0 1 0,4 4-49,-23-10 5,1 1 0,-1 0 0,0 0-1,0 0 1,0 0 0,3 4-5,-6-6 9,0 0 0,1 1 1,-1-1-1,0 1 0,0-1 0,0 1 0,-1-1 0,1 1 0,0-1 0,0 1 1,-1 0-1,1-1 0,-1 1 0,0 0 0,1 0 0,-1-1 0,0 1 0,0 0 1,0 1-10,-1 0 6,1-1 1,-1 1-1,0 0 1,0-1-1,0 1 1,-1 0 0,1-1-1,-1 1 1,1-1-1,-1 0 1,0 0-1,0 1 1,0-1 0,0 0-7,-3 2 6,1 0 0,-2 0 0,1-1 1,0 0-1,-1 0 0,-3 2-6,-7 1-38,-1 0 1,0-1-1,0 0 0,-2-1 38,2-1-463,1 0 0,-1-1 0,0-1 0,1 0 0,-1-1 0,-15-3 463,27 3-428,-1-1 0,1-1 0,-1 1 0,1-1 0,0 1 0,0-2 0,-1 1 0,-2-3 428,6 4-369,0-1 0,0 1 0,0-1 0,0 0 1,0 0-1,0 0 0,1 0 0,-1 0 1,1 0-1,0 0 0,-1-1 0,1 1 0,0 0 1,0-1-1,1 1 0,-1-1 0,0 1 0,1-1 1,-1 1-1,1-2 369,1-21-4208,6 4 1403</inkml:trace>
  <inkml:trace contextRef="#ctx0" brushRef="#br0" timeOffset="533.31">512 253 11008,'-6'-13'5094,"5"13"-4904,1 0 0,0 0 0,0-1 1,-1 1-1,1 0 0,0 0 0,0-1 0,0 1 0,-1 0 0,1-1 0,0 1 0,0 0 0,0-1 1,0 1-1,0 0 0,0-1 0,-1 1 0,1 0 0,0-1 0,0 1 0,0 0 0,0-1 0,0 1 1,1 0-1,-1-1 0,0 1-190,12-12 2821,-11 10-2695,1 0 0,-1 0-1,1 0 1,0 1 0,0-1-1,0 0 1,2 0-126,18-11 125,-13 8-98,0-1 0,0 2 0,1-1 0,-1 1 0,1 1 0,0 0 0,0 0 0,2 0-27,0 2 6,1 0-1,0 1 1,0 1-1,0 0 1,-1 0-1,1 1 1,0 1-1,-1 0 1,10 4-6,1 2 26,1 1 0,-1 1 1,-1 1-1,8 6-26,-22-13 73,-1 1 0,0 0 1,0 0-1,0 0 0,0 1 1,-1 0-1,0 0 0,3 6-73,-7-10 57,1 1-1,-1 0 1,0 0-1,-1-1 0,1 1 1,0 0-1,-1 1 1,0-1-1,0 0 1,0 0-1,-1 0 0,0 1 1,1-1-1,-1 0 1,-1 1-1,1-1 1,-1 0-1,1 0 1,-2 3-57,-1 0 90,0 0 0,0-1 1,-1 1-1,0-1 0,-1 1 1,1-1-1,-1-1 1,0 1-1,-1-1 0,1 1 1,-1-2-1,0 1 1,0-1-1,-1 1 0,1-2 1,-2 1-91,-18 9 270,0-1 1,-1-1-1,-13 2-270,32-10 30,-5 2 24,-1-1 0,1 0 0,-1-1 0,0-1 0,0 0 0,0 0 0,0-2 0,-3 0-54,4 0 9,-1-2 1,1 1-1,-1-2 0,-2-1-9,10 3-22,0-1 0,0 0 0,0-1 1,1 1-1,-1-1 0,1 0 0,-1-1 1,1 1-1,0-1 0,-3-4 22,3 3-52,0-1-1,0 1 1,0-1 0,1-1-1,0 1 1,1 0-1,-1-1 1,1 0 0,0 0-1,1 0 1,0 0 0,-1-7 52,1 4-361,1 0 0,0 0 0,1 0 0,1 0-1,-1 0 1,1 0 0,1 1 0,0-1 0,1-2 361,2-4-1241,0 1-1,1 0 1,1 0-1,0 0 1,6-7 1241,-3 5-2376,1 2 0,1-1 0,1 2 0,5-6 2376,22-16-3866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0.046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05" units="cm"/>
      <inkml:brushProperty name="height" value="0.05" units="cm"/>
      <inkml:brushProperty name="color" value="#5B2D90"/>
    </inkml:brush>
    <inkml:brush xml:id="br2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24 711 6528,'-1'-1'203,"1"1"0,-1 0 1,0 0-1,1 0 0,-1 0 1,0 0-1,1 0 0,-1 0 0,1 0 1,-1 0-1,0 1 0,1-1 1,-1 0-1,0 0 0,1 1 0,-1-1 1,1 0-1,-1 0 0,1 1 1,-1-1-1,0 1 0,1-1 0,0 1 1,-1-1-1,1 1 0,-1-1 1,1 1-1,-1-1 0,1 1 0,0-1 1,0 1-1,-1 0 0,1-1 1,0 1-1,0-1 0,0 1-203,-5 8 4244,5-7-3615,0 0 0,-1 0 1,1-1-1,0 1 0,0 0 0,0 0 0,1 0 0,-1 0 0,0 0-629,1 11 3522,0-12-3501,-1-1 1,0 0-1,1 0 0,-1 0 1,1 0-1,-1 0 0,1 0 1,-1 0-1,0 0 0,1 0 1,-1 0-1,1 0 0,-1 0 1,1 0-1,-1 0 0,0-1 1,1 1-1,-1 0 0,1 0-21,42-24 227,25-19-227,1 0-3,32-15 110,82-33-107,-61 37 70,201-89 137,-218 93-1138,-37 15-79,-52 23-1618,-8 5-885,1 2-3780,-4 4 3437</inkml:trace>
  <inkml:trace contextRef="#ctx0" brushRef="#br0" timeOffset="648.75">1430 100 10112,'-2'-1'814,"-2"-1"2199,6 1 141,-1 1-525,-1 0-901,0 0-165,0 0-577,0 0 76,0 0-358,0 17 661,-1-4-1263,-1 1 0,0-1 0,0 0 1,-2 0-1,-3 10-102,1-6 36,1 1 0,2-1-1,-1 4-35,3-15 4,0 0 0,1 0-1,-1 0 1,2 0 0,-1 0-1,0 1 1,1-1-1,1 1-3,-1-4 0,0-1 0,0 1 0,0-1 0,0 0 0,1 0 0,-1 1 0,1-1-1,0 0 1,-1 0 0,1 0 0,0-1 0,0 1 0,0 0 0,0-1 0,1 0 0,-1 1-1,0-1 1,1 0 0,-1 0 0,2 1 0,5 1 1,0-1 0,0 1 0,1-1 1,-1-1-1,0 0 0,9 0-1,13-1-427,15-2 427,-9 0-572,35-5-2153,-24 1-1123,-1 4-3738,-23 5 3922</inkml:trace>
  <inkml:trace contextRef="#ctx0" brushRef="#br0" timeOffset="988.32">1673 83 11904,'-20'0'3898,"20"0"-3848,0 0-1,0 0 0,-1 0 1,1 0-1,0 0 1,0 0-1,0 0 0,-1 0 1,1 0-1,0 0 1,0 0-1,0 0 1,0 0-1,-1 0 0,1 0 1,0 0-1,0 0 1,0 0-1,0 0 0,-1 0 1,1 0-1,0 1 1,0-1-1,0 0 0,0 0 1,0 0-1,-1 0 1,1 0-1,0 0 1,0 1-1,0-1 0,0 0 1,0 0-1,0 0-49,-7 9 1637,6 2 3509,2 33-3636,1 2-899,-2 29-611,-1-25-1159,2 13 1159,1-45-1513,0-1 0,1 1-1,2 2 1514,3 2-3127,1-8-2049,0-1 1560</inkml:trace>
  <inkml:trace contextRef="#ctx0" brushRef="#br0" timeOffset="1405.98">1913 226 15872,'0'0'205,"0"0"1,0 0 0,0 0 0,-1 0 0,1 0 0,0 0 0,0 0 0,0 0-1,-1 0 1,1 0 0,0 0 0,0 0 0,0 0 0,-1 0 0,1 0 0,0 0-1,0 0 1,0 0 0,-1 0 0,1 0 0,0 0 0,0 0 0,0 0 0,0 0-1,-1-1 1,1 1 0,0 0 0,0 0 0,0 0 0,0 0 0,0 0 0,0-1-1,-1 1 1,1 0 0,0 0 0,0 0 0,0-1-206,5-5 2321,16-7-2116,-6 5-166,1 1 1,0 0-1,0 1 0,0 1 0,1 0 0,0 1 0,17-1-39,-27 4 5,0 0 0,1 1 0,-1 0 0,0 1 0,1 0 0,-1 0 0,0 0 0,0 1 0,0 0 0,0 1 0,0-1 0,0 1 0,-1 1 0,1-1 0,-1 1 0,0 0 0,0 1 0,-1-1 0,1 1 0,0 1-5,0 1 43,0-1 1,-1 1-1,1 0 1,-2 0-1,1 0 1,-1 1-1,0 0 1,-1 0-1,0 0 1,0 0-44,-2-3 47,0-1 0,0 0 1,0 0-1,-1 0 0,1 1 1,-1-1-1,-1 0 0,1 1 1,0-1-1,-1 0 0,0 0 1,0 0-1,0 0 0,-1 0 1,1 0-1,-1 0 0,0 0 1,0 0-1,0 0 0,-1-1 1,0 2-48,-3 1 91,0 0 0,0 0-1,0-1 1,-1 1 0,0-2 0,0 1 0,0-1 0,0 0 0,-1 0-1,1-1 1,-1 0 0,0 0 0,0-1 0,0 0 0,-1-1 0,-7 1-91,1 0 23,-1-2 0,1 0 1,0 0-1,0-1 0,-1-1 1,1-1-1,1 0 0,-1-1 1,0-1-24,8 3-47,1-1-1,-1 0 1,1 0 0,0 0 0,0-1-1,0 0 1,1 0 0,-1-1 0,1 1 0,0-1-1,0 0 1,1-1 0,-4-3 47,6 6-173,0-1 1,0 1-1,1 0 0,-1-1 1,1 1-1,0-1 0,0 1 0,0-1 1,0 1-1,1-1 0,-1 0 1,1 0-1,0 1 0,0-1 1,0 0-1,1 1 0,-1-1 0,1 0 1,0 1-1,0-1 0,0 1 1,1-1-1,-1 1 0,1-1 1,0 1-1,1-1 173,5-10-2111,2 0-1,-1 1 1,2 1 0,0-1 0,0 2-1,1-1 1,1 2 0,1-1 2111,39-19-4224</inkml:trace>
  <inkml:trace contextRef="#ctx0" brushRef="#br1" timeOffset="66116.07">1335 724 10624,'-18'2'5487,"12"-1"-2920,7-1-131,0 2 1590,-1-2-3980,1 0-1,-1 0 1,0 0 0,0 0 0,0 0-1,0 1 1,0-1 0,0 0-1,0 0 1,0 0 0,0 0 0,0 0-1,0 0 1,0 0 0,1 0 0,-1 0-1,0 0 1,0 0 0,0 1-1,0-1 1,0 0 0,0 0 0,0 0-1,1 0 1,-1 0 0,0 0 0,0 0-1,0 0 1,0 0 0,0 0-1,0 0 1,1 0 0,-1 0 0,0 0-1,0 0 1,0 0 0,0 0 0,0-1-1,0 1 1,0 0 0,1 0-1,-1 0 1,0 0 0,0 0 0,0 0-1,0 0 1,0 0 0,0 0-1,0 0-45,40-23 466,-2-1-1,-1-1 0,18-18-465,54-36 124,148-77-75,-225 138-66,113-61 50,-43 25 270,6-10-303,-58 32-748,62-42 1609,-78 47-4698,-2-1-4358,-22 24-1944,-2 6 6417</inkml:trace>
  <inkml:trace contextRef="#ctx0" brushRef="#br1" timeOffset="66986.84">2682 226 14080,'-30'0'8042,"52"-5"-3890,32-13-4495,-39 13 705,15-5-325,10-4-6,19-2-31,-46 13 31,1 0 1,0 1-1,0 1 0,0 0 0,0 1 1,5 1-32,-17-1 11,-1 0 0,1 0 0,-1 0 0,1 1 0,-1-1 0,1 0 0,-1 1 0,0-1 0,1 1 1,-1-1-1,0 1 0,1-1 0,-1 1 0,0 0 0,0 0 0,1 0 0,-1 0 0,0 0 0,0 0 1,0 0-1,0 0 0,0 0 0,-1 0 0,1 0 0,0 1 0,-1-1 0,1 0 0,0 1 0,-1-1 1,1 0-1,-1 1 0,0-1 0,0 1 0,1-1 0,-1 1 0,0-1 0,0 1 0,0-1 0,0 0 1,-1 1-1,1-1 0,0 1 0,-1-1 0,1 1 0,-1-1 0,1 0 0,-1 1 0,1-1 1,-2 1-12,-4 8 65,0 0 0,-1-1 0,0 0 0,0 0 1,-1-1-1,-1 0 0,1 0 0,-1 0-65,-35 34 70,38-35-98,4-5 5,0 0 0,0 0 0,0 0 0,0 1 0,1-1 0,-1 0 0,0 3 23,1-4-3,1 0 1,0-1-1,0 1 0,0-1 1,0 1-1,0 0 1,0-1-1,0 1 1,0-1-1,0 1 0,0 0 1,1-1-1,-1 1 1,0-1-1,0 1 0,1-1 1,-1 1-1,0 0 1,1-1-1,-1 1 0,0-1 1,1 0-1,-1 1 1,1-1-1,-1 1 0,0-1 1,1 0-1,-1 1 1,1-1-1,0 0 1,-1 1-1,1-1 0,-1 0 1,1 0-1,-1 1 1,1-1-1,0 0 0,-1 0 1,1 0-1,-1 0 3,17 5 0,0-1-1,1-1 0,-1 0 1,2-1 0,-7-1 1,1 0 1,-1 1-1,0 0 1,0 1-1,-1 1 0,1 0 1,-1 0-1,1 1 1,0 1-2,-10-5 5,0 1 0,0-1 1,0 0-1,-1 1 0,1 0 1,0-1-1,-1 1 0,1 0 0,-1 0 1,0 0-1,0 0 0,1 0 1,-1 0-1,0 0 0,-1 0 0,1 0 1,0 1-1,-1-1 0,1 0 1,-1 0-1,1 1-5,-1 1 9,0 0-1,-1-1 1,1 1 0,-1 0-1,1-1 1,-1 1 0,0 0-1,-1-1 1,1 1 0,-1-1-1,1 0 1,-1 1 0,-1 0-9,-5 6 20,0 0 0,-1 0 0,0-1 0,0-1 0,-1 1 0,-7 3-20,6-3 2,-7 5-177,-1-1 0,0-1 0,-1-1 0,0 0 0,-1-1 0,-4 0 175,18-7-342,-1-1-1,0 0 1,0 0 0,0-1 0,-1 0 0,-1 0 342,7-1-315,0 1 1,-1-1 0,1 0-1,-1-1 1,1 1 0,0-1-1,-2 0 315,4 1-151,1 0-1,-1-1 0,0 1 0,0 0 1,0-1-1,1 1 0,-1-1 1,0 1-1,1-1 0,-1 1 0,0-1 1,1 0-1,-1 1 0,1-1 1,-1 0-1,1 1 0,-1-1 0,1 0 1,-1 0-1,1 1 0,0-1 0,-1 0 1,1 0-1,0 0 0,0 0 1,0 1-1,0-1 0,0 0 0,0 0 1,0-1 151,4-19-5179,3 1 1617</inkml:trace>
  <inkml:trace contextRef="#ctx0" brushRef="#br1" timeOffset="67461.56">3316 351 12544,'-8'-4'1791,"7"3"-1274,-1 0-1,1 1 0,-1-1 1,0 1-1,1-1 0,-1 1 1,1 0-1,-1-1 1,0 1-1,1 0 0,-2 0-516,11-7 5283,-1 1-4930,1 0 0,0 0 0,4-2-353,-4 4 43,26-14 14,24-8-57,-46 21-5,1 1 0,0 0-1,0 1 1,0 0 0,1 1 0,7 0 5,-8 2 33,1 0 1,0 0 0,0 1-1,-1 1 1,1 1 0,-1-1-1,0 2 1,1 0 0,-2 1-1,1 0 1,0 1 0,-1 0-1,11 8-33,-19-11 34,-1-1 0,0 1-1,0 0 1,0 0 0,-1 0-1,1 1 1,-1-1 0,1 1 0,-1-1-1,0 1 1,0 0 0,-1 0-1,1 0 1,-1 0 0,0 0 0,0 0-1,0 0 1,-1 0 0,1 0-1,-1 0 1,0 0 0,0 1-1,-1 0-33,0 3 63,0 0 0,-1 0 0,0 0 0,0 0 0,0 0 0,-1 0-1,-1-1 1,1 1 0,-1-1 0,-1 0 0,-4 6-63,-4 4 156,0-2 0,-1 0 1,-1 0-1,-1-1 0,0-1 1,-12 8-157,14-13 98,1 0 1,-1 0-1,-1-1 0,0-1 1,1 0-1,-2-1 1,1-1-1,-1 0 1,0-1-99,9-2 2,0-1 1,0 0 0,1 0-1,-1 0 1,0 0 0,0-1-1,1 0 1,-1-1 0,1 0-1,-4-1-2,6 1-63,-1 0-1,1 0 1,0-1-1,-1 1 0,1-1 1,1 0-1,-1 0 0,0-1 1,1 1-1,0-1 0,-1 0 1,1 0-1,1 0 1,-1 0-1,1 0 0,-1-1 1,1 1-1,1-1 0,-1 1 1,0-1-1,1 0 0,0-3 64,-1-1-695,0 0-1,1 0 1,0-1-1,1 1 1,0 0-1,1-1 1,0 1 0,0 0-1,1-1 1,0 1-1,1-2 696,14-24-3243</inkml:trace>
  <inkml:trace contextRef="#ctx0" brushRef="#br2" timeOffset="122730.38">2615 675 11392,'-15'2'5572,"9"-1"-2273,7 0-784,20 5 866,-5-7-3089,-1-1 0,1-1 0,-1 0 1,0-1-1,0-1 0,-1 0 0,4-3-292,-10 5 62,156-66 375,-70 29-378,172-65-21,-185 74-28,545-224-2463,-578 235 801,7-4-2707,-21 6-2291,-14 5 2810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34.2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99 13952,'-4'-16'6559,"3"8"-5433,3 6-860,-1 1 1,1-1 0,-1 1 0,1-1 0,0 1-1,0 0 1,0-1 0,0 1 0,0 0-1,0 0 1,0 0 0,1 0-267,0 0 153,20-10 30,1 2 0,1 0 0,0 2-1,0 1 1,0 1 0,25-2-183,-29 5 9,-1 1 0,0 1 0,0 1 0,0 1 0,0 1 1,0 1-1,0 0 0,-1 1 0,4 3-9,-15-5 40,0 1 1,0 0-1,0 0 1,0 1-1,-1 0 1,1 0-1,-1 1 1,-1 0-1,7 6-40,-11-9 39,0-1-1,0 1 1,0 0-1,0-1 1,0 1-1,0 0 0,-1 0 1,1 0-1,-1 0 1,0 1-1,0-1 1,0 0-1,0 0 1,-1 1-1,1-1 1,-1 1-1,0-1 0,0 0 1,0 1-1,0-1 1,-1 1-1,1-1 1,-1 0-1,0 0 1,0 1-1,0-1 0,-1 2-37,-2 0 70,0 1 0,0-1 1,0 0-1,0 1 0,-1-2 1,0 1-1,0-1 0,0 1 1,-1-1-1,1-1 0,-1 1 1,0-1-1,0 0 0,-1 0-71,-18 7 198,0 0 1,-23 4-199,39-12 34,-19 7 61,0-2 0,-1-2 0,1 0 0,-2-2-1,-7-1-94,2-1 176,-33-4-176,53 1 24,-1 0 1,1-1 0,0-1-1,0 0 1,-13-6-25,22 7-4,-3 0-26,0-2 0,0 1 0,1-1 0,-7-5 30,13 9-40,0 0 1,0-1 0,1 1 0,-1-1 0,0 0 0,1 1 0,-1-1 0,1 0 0,0 0-1,0 0 1,-1 0 0,1 0 0,1 0 0,-1 0 0,0-1 0,0 1 0,1 0 0,-1 0 0,1-1-1,0 1 1,0 0 0,0-1 0,0 0 39,1-1-233,0 0 0,0-1 0,0 1 0,1 0 0,0 0 0,0 0 0,0 0 0,0 0 0,1 0 0,-1 1 0,1-1 0,0 1 0,0-1 1,0 1-1,1 0 0,0 0 233,7-6-1318,1 0 1,0 1-1,1 1 1,10-5 1317,43-18-6037,3 4 1920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47.388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0 465 4224,'0'0'1445,"0"0"-826,0 0 63,0 0 300,11-14 3562,-2 15-445,48 5-1745,-43-5-1938,0 0 0,0 1 0,-1 0 0,9 4-416,34 5 698,-35-8-566,0-2 0,0 0 0,1-1 0,-1 0 0,0-2 0,0-1 0,0-1 0,1-1-132,-1 0 216,-1 1-1,5 1-215,18-5 177,23-4 190,60-2-367,67 3 189,-118 8-62,-35-1 111,18-4-238,17-2 135,-48 7-113,96-7 474,20 4-496,-56 4 256,33-7-256,-92 6 2,83-9 7,0 4 1,33 5-10,219 0 123,-273-5 72,7-1-108,-23 7 52,184-11 197,65-16-352,-6 5 84,-82 7-99,186-9 31,-179 14-69,493-14 261,-594 23-186,154-5-7,-31 4 1,-188 4 0,222-9 44,2 0-8,-106 1-118,-81 1 143,-71 5-43,135-7 33,-70 6-51,-55 3 0,14-3 0,109-7 6,36-4-6,-43-2-6,-124 14 79,6 3-73,-11 0 114,30-4-114,-18-2 48,-8 2-27,13-4-21,-11 2 6,-29 4-259,-1 0 1,1-2-1,4-1 253,0 0-2904,-1 0 0,7 0 2904,25-4-7823,-16 0 4287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49.459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12 6 6400,'-11'-5'3447,"11"5"-3343,0 0 0,0 0 0,0 0 0,0 0-1,0 0 1,0 0 0,0 0 0,0 0 0,0 0 0,0 0 0,0 0 0,0 0 0,0 0-1,0 0 1,0 0 0,0 0 0,0 0 0,0 0 0,0 0 0,0 0 0,0 0 0,0 1 0,0-1-1,0 0 1,0 0 0,0 0 0,0 0 0,0 0 0,0 0 0,0 0 0,0 0 0,0 0 0,0 0-1,0 0 1,0 0 0,0 0 0,0 0 0,0 0 0,0 0 0,0 0 0,0 0 0,0 0-1,0 0 1,0 0 0,0 0 0,0 0 0,0 0 0,0 0-104,15 13 7698,-6-7-9052,51 41 2462,-20-17-459,-2 2-1,2 5-648,24 21 547,6 8-70,-51-46-442,90 87 263,-87-88-153,0-1 0,1-1 0,1-2-1,10 5-144,59 28 143,47 26 289,-108-55-382,-1 2 0,-1 0 1,8 10-51,2 5 173,-1 1 0,31 40-173,-42-44 56,0-1 0,2-1 0,2-1 0,19 13-56,32 14 160,3-4 0,55 23-160,77 47 235,1 26 95,-15-6-160,-35-22-36,-134-98-107,1 3-8,1-3-1,37 18-18,84 25 79,-92-40-73,-2 2 0,-1 3-1,28 19-5,87 77 188,3 2-24,88 23 5,-238-135-130,89 44 169,124 45-208,-160-73 35,50 30-35,-84-36 10,0 2 0,-2 3-1,4 7-9,44 43 91,-57-47-43,1-2 0,24 14-48,18 2 54,3-5 1,37 13-55,-25-12 30,155 84 87,-145-71-109,-2 5 0,41 36-8,65 63 144,-111-82-75,-66-56-63,2-1 0,16 7-6,-11-6-70,8 2 146,21 7-76,-31-16 87,0 3-1,-2 0 1,11 10-87,-8-2 21,-2 1 0,-1 2 1,-1 2-1,-2 1 0,12 17-21,-24-23 16,-12-13-14,0-2 0,2 1 1,-1-1-1,2-1 1,-1 0-1,2-1 0,6 4-2,-11-9 115,-6-4-238,1 1 0,-1-1-1,1 0 1,0 0 0,-1-1-1,1 1 1,4 0 123,-6-2-332,0 1-1,-1-1 1,1 0-1,0 0 1,0-1-1,0 1 1,0 0 0,0-1-1,-1 1 1,1-1-1,0 1 1,0-1-1,-1 0 1,1 0 0,0 0-1,-1 0 1,1 0-1,-1 0 1,1 0-1,0-2 333,20-18-6399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51.812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9 4227 6656,'-4'1'-829,"0"0"6027,4 1 1250,2 1-5052,-1-3-1189,0 0-1,0 1 1,0-1 0,0 0 0,0 0 0,0 0-1,0 0 1,0 0 0,0 0 0,0 0-1,0 0 1,0 0 0,0 0 0,0 0 0,0-1-1,0 1 1,0 0 0,0-1-207,6-1 891,-3 1-633,0 0 1,0 0-1,0-1 0,0 0 0,0 0 1,0 0-1,0 0 0,2-2-258,30-26 1035,-8 7-680,46-38 183,-44 37-424,10-9-114,16-14 270,-34 30-124,0 0-19,1 0 0,16-8-127,166-92 208,-123 65-104,-3-3-1,-2-4 0,21-25-103,-92 79 13,121-104 132,-91 81-59,1 1 0,25-12-86,13-4 47,161-98 61,-188 105-78,-2-2 0,-1-2 0,11-16-30,65-57-37,-36 40 0,4 4 0,29-13 37,6-3 256,31-32-256,-107 76 58,12-15-58,6-6 11,73-59 224,149-99-235,4 24 208,-289 194-206,41-27 77,-1-1 0,21-21-79,90-84 96,-84 66 33,-10 10-2,-15 18-87,2 2 0,2 3 0,2 1 0,34-17-40,-22 17 64,-1-3 0,-2-2 0,-2-3 0,8-11-64,57-64 37,-83 77-30,26-18-7,-57 51 4,27-22 21,1 2 1,2 1-1,6-1-25,37-18-28,10 0 28,81-45 147,-127 63-181,-1-1 1,28-27 33,-12 8 74,-16 13 60,35-36-134,-57 50 25,21-14-25,8-8 12,-38 32-27,1 0 0,15-9 15,-3 1-34,-23 17-79,-3 1 42,0 1 0,0-1 0,0 1-1,0-1 1,0 0 0,0 1 0,0-1 0,0 0 0,-1 0-1,1 0 1,0 0 0,0 0 0,-1 0 0,1 0 0,-1 0 0,1 0-1,0-1 72,-1 2 568,1-1-6130,3 4-2771,4 1 4040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08.792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5 51 3456,'-1'-4'381,"0"3"-206,1 0 0,-1 0 0,1 0 1,-1 0-1,1 0 0,0 0 0,0 0 1,-1 0-1,1 0 0,0 0 0,0 0 1,0 0-1,0 0 0,0 0 0,1-1 1,-1 1-1,0 0 0,0 0 0,1 0 0,-1 0 1,0 0-1,1 0 0,-1 0 0,1 0-175,0 0 661,-1-1 1,1 0-1,0 1 0,-1-1 0,0 0 0,1 0 0,-1 1 0,0-1 0,0 0 0,0 0-661,0 0 2496,0 4 653,16 6-1949,64 49 1344,93 40-933,-148-82-1438,1 2 1,-2 1 0,0 1 0,-1 1 0,2 4-174,3 5 94,7 7 20,-26-26-65,0-1 0,0 1 1,-1 1-1,0 0 0,0 0-49,14 19 31,1 6 51,-18-27-33,1 1 0,1-1 1,7 8-50,8 7 96,1-1-1,2-1 1,0-1 0,25 15-96,8-1 3,2-3 0,58 22-3,-87-39-89,-1 1 0,5 5 89,-3-3 124,-13-5-60,0 1-1,0 0 0,14 16-63,-4-4 13,51 45-12,30 27-18,-34-39-40,41 22 57,86 44 103,-138-86-133,54 25 30,-78-43 0,31 15 5,-14-7 27,28 19-32,-5 6-82,-4 3-1,53 51 83,-71-58 0,36 23 0,-62-51 0,1 0 0,0-3 0,34 14 0,236 111 101,-280-131-129,-1 0 0,0 1-1,13 12 29,2 2 102,4 1-102,-2-2 90,5 6-90,63 47-154,64 33 154,-75-51-49,-58-37 46,53 35 1,54 25 2,-18-25 131,-73-36 8,-1 2 1,-1 2-1,26 21-139,-23-6 295,47 48-295,-57-48 77,2-2-1,36 22-76,-2-14 69,2-3-1,16 2-68,48 26 119,-105-52-108,55 31 5,-73-38-8,69 43 91,129 109 189,-193-142-285,8 11-3,-11-12 119,19 15-119,-21-22 82,-17-12-68,0 0-1,0 1 1,2 2-14,49 41 0,-32-29 16,-16-14 952,-6-3-2531,-3-1-7559,-1-9 3298,3-2 1830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10.513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3375 6656,'4'-2'10878,"1"-4"-4583,8-13-3108,5-12-5650,-12 21 4155,34-68-927,35-66-97,-57 116-515,0 0 1,2 1-1,19-20-153,31-32 512,-2-4 0,30-52-512,-74 99 76,3-5 98,8-16-174,-30 48 18,68-120 231,-5 28 265,4 4-514,-2 2 259,-3-4-259,9-16 239,-37 59-152,188-268 211,-147 200-164,-57 84-47,15-35-87,11-20-61,42-51 103,-64 105 28,3 2 0,19-19-70,-11 17 28,-8 11 13,-2-2 0,-1-1 0,-2 0 0,3-9-41,21-46 5,4-18-5,-12 4-4,-23 55 88,18-33-84,-18 41-69,-11 22 65,2 0 1,0 1-1,7-11 4,34-44-272,-48 69 187,-1-1-1,1 1 0,-1-1 1,1 1-1,-1-1 1,0 1-1,1-3 86,0-13-3828,-1 18 3494,-1-1-1,0 1 0,0 0 0,0-1 1,0 1-1,1 0 0,-1-1 0,0 1 0,0 0 1,1 0-1,-1-1 0,0 1 0,1 0 0,-1 0 1,0-1-1,1 1 0,-1 0 0,0 0 0,1 0 1,-1 0-1,0 0 0,1-1 0,-1 1 1,0 0-1,1 0 0,-1 0 0,1 0 0,-1 0 1,0 0-1,1 0 0,-1 0 0,0 0 0,1 0 1,-1 1-1,0-1 0,1 0 0,0 0 335,4 0-2876,10-6-2740,1-3 2043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13.211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2 1 6272,'0'0'154,"0"0"0,0 0 1,0 0-1,0 0 0,0 0 1,0 0-1,0 0 0,0 0 1,0 0-1,0 1 0,0-1 1,0 0-1,0 0 0,0 0 1,0 0-1,0 0 0,0 0 1,0 0-1,0 0 0,0 0 1,0 0-1,0 0 0,0 0 1,0 0-1,0 1 0,0-1 1,0 0-1,0 0 0,0 0 1,0 0-1,0 0 0,0 0 1,0 0-1,0 0 0,0 0 1,-1 0-1,1 0 0,0 0 1,0 0-1,0 0 0,0 0 1,0 0-1,0 0 0,0 0 1,0 0-1,0 0 0,0 0 1,0 0-155,13 7 2692,21 4-1075,15 3-305,0 2 0,-1 2 0,20 11-1312,-30-10 194,24 10 310,-1 2 0,-1 4 0,23 18-504,120 118 654,-155-129-348,-20-19-122,1-1 1,0-2-1,17 8-184,97 47 178,-74-41 121,60 41-299,-86-43 154,-1 2-1,-2 2 1,24 28-154,16 15 243,-60-60-162,5 5 41,1-1 0,26 17-122,241 132 398,-201-122-337,-37-15-15,-1 2 0,-2 2 1,19 22-47,-23-21 101,16 14-72,49 40 91,114 80 29,-176-138-61,2-1 0,2-3 1,4-1-89,29 18 92,-5 0 28,-3 4 0,70 60-120,-4 3 102,-98-77-16,2-1 1,2-2-1,1-3 0,2-2 1,56 23-87,5-5 16,-2 5 0,20 18-16,-82-38 71,0 3-1,6 10-70,40 29-19,5-8 131,63 28-112,-44-26 22,-47-22 30,-37-22 13,30 14-65,-6-10 101,28 9-101,-85-37 4,83 32 15,5 8-19,-65-28 19,0 2 0,-1 0 0,-1 2 0,-1 1 0,6 6-19,42 47 164,56 69-164,-123-133 1,8 8-1,1-1 0,1 0 0,0-1 0,0-1 0,3 0 0,14 10-1,0-1-1,1-2 1,2-1 0,28 10 1,-1-3 26,-2 2 1,15 12-27,-75-40 0,19 10 52,0 2 0,-1 0 0,0 1 0,12 12-52,55 48 11,-71-63-14,-13-10-34,0 1 0,-1 0 0,1 0 0,-1-1 0,1 1 0,-1 1 0,1-1 0,-1 0 0,1 1 37,-1-1-182,-1-1-266,0 0-341,0 0-805,5-2-2060,22-14-5753,-9 2 4143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16.719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3955 4864,'0'1'175,"0"-1"0,0 1 0,0 0 0,0 0 0,0-1 0,0 1 1,0 0-1,0-1 0,1 1 0,-1 0 0,0-1 0,1 1 0,-1-1 0,0 1 0,1 0 1,-1-1-1,0 1 0,1 0-175,0-1 1221,-1 0-277,1 2-506,0-1 0,1 0 0,-1 0 0,0 0 0,1 0 0,-1 0 0,0-1 0,1 1 0,-1 0 0,1-1 0,-1 1 0,1-1 0,0 1 0,-1-1 0,1 0-438,8 0 1228,0-1 0,1 0-1,-1 0 1,-1-1 0,2-1-1228,-2 1 555,1-2 0,-1 1 0,0-1 0,8-5-555,-6 2 176,0 0-1,-1-1 0,0-1 0,0 1 0,0-2 0,-1 1 0,-1-1 0,2-3-175,31-42 354,8-10-84,53-56-270,-78 98 155,0 1 0,2 2 0,21-14-155,87-48 193,-120 74-158,76-46 93,-3-4 0,-3-3 0,-2-5 0,24-28-128,-51 47 100,2 2-1,13-6-99,-34 25 4,66-40 87,48-30 5,-108 69 175,16-6-271,-3 2 49,40-20-12,-44 25 54,40-28-91,-23 9 157,-3-3 0,42-41-157,-83 66 21,15-15 58,2 2-1,2 1 0,15-8-78,48-20-46,12 0 46,-73 40-7,27-17 50,-1-3-1,-3-3 1,27-24-43,146-117 91,-139 111 22,10 1-113,112-64 68,-188 117-73,89-47 99,-56 32-60,32-24-34,14-23 117,28-30-117,-93 71 14,38-31 63,-24 29-81,59-32 4,73-28 4,-142 75 7,-1-3-1,-2-2 1,4-5-11,141-125 96,-168 140-92,73-62 17,-78 70-17,0 0 0,2 2 0,15-8-4,107-58 101,-57 39 17,-71 34-100,14-6 1,-33 14-20,0 0 0,1-1 0,-1 1 0,1 0 0,0-1 0,-1 1 0,1 0 0,-1-1 0,1 1 0,0 0 0,0 0-1,-1 0 1,1 0 0,0 0 0,-1 0 0,1 0 0,0 0 0,0 0 0,-1 0 0,1 0 0,0 0 0,-1 0 0,1 0-1,0 1 1,0-1 1,-1 1-117,0-1-38,0 0-239,0-3 789,1-1-8587,8 7-6048,0 1 10283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0:01.3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 16 10624,'-25'-15'9365,"28"19"-3908,-3 3-3483,-4 11-2747,3-8 1235,-1 6-418,2 0 0,0 0 0,1 6-44,0 18-42,0 6-1136,1-1-1,5 16 1179,-4-38-2382,2-1 1,3 9 2381,-3-17-3131,0 1 1,1-1 0,7 12 3130,5 0-3552</inkml:trace>
  <inkml:trace contextRef="#ctx0" brushRef="#br0" timeOffset="489.33">241 93 16639,'-16'-7'5430,"16"7"-5350,0 0-1,0 0 1,-1 0 0,1 0 0,0 0 0,0 0 0,0 0-1,-1-1 1,1 1 0,0 0 0,0 0 0,0 0 0,0 0 0,0-1-1,-1 1 1,1 0 0,0 0 0,0 0 0,0-1 0,0 1-1,0 0 1,0 0 0,0 0 0,0-1 0,0 1 0,0 0 0,0 0-1,0 0 1,0-1 0,0 1 0,0 0 0,0 0 0,0 0-1,0-1 1,0 1 0,0 0 0,0 0 0,0-1 0,0 1 0,0 0-1,0 0 1,0 0 0,1 0 0,-1-1-80,0 1 519,7-2-466,-1 1 1,1-1 0,0-1 0,-1 1 0,0-1 0,0 0 0,3-2-54,9-4 17,-2 2-2,2 0-1,-1 1 1,0 0-1,1 2 1,0 0 0,0 1-1,11 0-14,-22 2 19,1 1 0,-1 0 1,0 1-1,0 0 0,1 0 0,-1 1 0,0 0 0,0 0 1,0 0-1,-1 1 0,1 0 0,-1 0 0,1 1 0,-1 0 1,0 0-1,0 0 0,-1 1 0,1 0 0,-1 0 1,1 2-20,0-1 59,-1 0 0,0 0 0,0 1 0,-1-1 1,0 1-1,0 0 0,-1 1 0,1-1 0,-2 1 0,1-1 1,-1 1-1,0 0 0,-1 0 0,1 0 0,-2 0 1,1 0-1,-1 0 0,0 0 0,-1 0 0,0 3-59,-1 0 108,1 0 0,-1-1-1,-1 1 1,0 0-1,-1-1 1,0 0-1,0 0 1,-1 0-1,0 0 1,-1-1 0,0 0-1,-5 6-107,-8 4 192,-1 0 0,0-2 0,-23 16-192,32-26 40,0 0 1,-1-1-1,0 0 0,0 0 0,-11 2-40,15-5 2,1-1-1,-1 0 0,0-1 1,0 0-1,0 0 0,0-1 1,0 0-1,0 0 0,-7-2-1,11 1-11,0 0-1,0 0 0,0-1 0,-1 1 0,1-1 0,1 0 0,-1 0 0,0-1 0,0 1 0,1-1 0,-1 0 0,1 0 1,0 0-1,0 0 0,0 0 0,0-1 0,1 0 12,-4-4-48,1-1 0,0 0 0,1 0 0,0 0 0,0-1 0,0-3 48,0 1-235,1 0 0,1 0-1,0-1 1,0 1 0,2-1 0,-1 1 0,2-1 0,-1 0 0,2 1 0,0 0 0,0-1 0,1 0 235,2-1-1667,-1 1 0,1-1 1,1 1-1,1 1 0,-1-1 1,6-5 1666,14-16-4293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36.88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247 19 6784,'13'-16'4773,"-13"16"-4651,0 0 1,0 0 0,0 0-1,0 0 1,0-1-1,0 1 1,0 0-1,0 0 1,0 0-1,0 0 1,0 0-1,0 0 1,0-1-1,0 1 1,1 0-1,-1 0 1,0 0-1,0 0 1,0 0-1,0 0 1,0 0-1,0 0 1,0 0-1,1 0 1,-1-1-1,0 1 1,0 0-1,0 0 1,0 0-1,0 0 1,1 0-1,-1 0 1,0 0 0,0 0-1,0 0 1,0 0-1,0 0 1,1 0-1,-1 0 1,0 0-1,0 1 1,0-1-1,0 0 1,0 0-1,0 0 1,1 0-1,-1 0 1,0 0-1,0 0 1,0 0-1,0 0 1,0 0-1,0 1 1,0-1-1,1 0-122,1 5 5163,-2-1-4782,-3 8-241,0 0-1,-1 0 0,-1-1 1,0 0-1,0 0 0,-2 0 1,-3 5-140,-9 17 75,6-5-27,1 0 0,2 1 0,0 1-48,-2 6 16,-128 347 629,131-363-362,13-31-140,6-18-94,134-355 20,-105 295-261,29-43 192,-65 127 0,0 0-1,0 0 1,0 0-1,1 0 1,0 1-1,0 0 1,3-3 0,-6 6 4,0 1 0,-1-1 0,1 0 0,0 1 0,0-1 0,0 1 0,0-1 0,0 1 0,0-1 0,0 1 0,0 0 0,1 0 0,-1-1 0,0 1 0,0 0 0,0 0 1,0 0-1,0 0 0,0 0 0,0 0 0,0 1 0,1-1 0,-1 0 0,0 1 0,0-1 0,0 0 0,0 1 0,0-1 0,0 1 0,0 0 0,-1-1 0,1 1 0,0 0 0,0-1 0,0 1 1,0 0-1,-1 0 0,1 0 0,0 0 0,-1 0 0,1 0 0,-1 0 0,1 0-4,4 9 18,1 0 0,-1 0-1,-1 0 1,0 1 0,-1-1 0,0 1 0,0 1-18,5 31 13,-1 9-13,-1-11 11,54 281-1760,-45-244-940,-7-26-2174,-7-45 4024,-1-6 344,1 1 0,-1-1 0,0 1 0,0-1 0,0 1 0,0-1 0,0 1 0,0-1 0,0 1 0,-1-1 0,1 1 0,0-1 0,-1 1 495,0 2-3040</inkml:trace>
  <inkml:trace contextRef="#ctx0" brushRef="#br0" timeOffset="347.44">138 342 13824,'-15'-1'4071,"0"1"1,-11 1-4072,25-1 115,1-1 0,-1 1 0,1 0 0,0 0-1,-1 0 1,1 0 0,0 0 0,-1 0 0,1 0 0,0 0-1,-1 1 1,1-1 0,-1 0 0,1 0 0,0 0 0,-1 0-1,1 0 1,0 1 0,0-1 0,-1 0 0,1 0-1,0 0 1,-1 1 0,1-1 0,0 0 0,0 1 0,-1-1-1,1 0 1,0 0 0,0 1 0,0-1 0,0 0 0,-1 1-1,1-1-114,1 1 33,-1-1 0,0 0-1,1 1 1,-1-1 0,0 0-1,1 0 1,-1 1-1,1-1 1,-1 0 0,1 0-1,-1 0 1,1 0 0,-1 0-1,1 1 1,-1-1 0,0 0-1,1 0 1,-1 0-1,1 0 1,-1 0 0,1 0-1,-1-1 1,1 1 0,-1 0-1,1 0-32,64-11 30,0-3-1,28-11-29,50-18-3030,-46 20-7209,-68 18 6522</inkml:trace>
  <inkml:trace contextRef="#ctx0" brushRef="#br0" timeOffset="732.99">879 117 9600,'-35'3'6149,"29"-3"-1112,5 0-2852,3 0 401,-2 18-1146,0 35-1307,3 1 0,3 11-133,20 130-1937,-11-65-5262,-13-117 5926,0 9-4781,-2-13 2870</inkml:trace>
  <inkml:trace contextRef="#ctx0" brushRef="#br0" timeOffset="1236.2">784 152 13312,'-39'0'7557,"34"1"-6212,5 1-707,1-2-569,-1 0-1,0 0 1,0 1-1,0-1 1,1 0-1,-1 0 1,0 0-1,0 0 1,1 0-1,-1 0 1,0 0-1,0 0 1,1 0 0,-1 0-1,0 0 1,0 0-1,1 0 1,-1 0-1,0 0 1,0 0-1,1 0 1,-1 0-1,0 0 1,0 0-1,1 0 1,-1 0-69,9-8 76,1 0 1,1 1-1,-1 0 0,1 1 1,5-2-77,13-8-62,-14 7 58,1 2 0,-1-1 0,1 2 0,0 0 0,9-1 4,-18 5 26,-1 1-1,1-1 1,-1 1-1,1 1 1,0-1-1,-1 1 1,1 1-1,0-1 1,-1 1-1,1 0 1,0 0-1,-1 1 1,1 0-1,-1 0 1,4 2-26,-8-3 12,0 1 0,0-1 0,0 1 0,0-1 0,-1 1 0,1 0 0,0-1 0,-1 1 0,1 0 0,-1 0 1,0 0-1,0 0 0,0 1 0,0-1 0,0 0 0,0 0 0,0 1 0,-1-1 0,1 0 0,-1 1 0,0-1 0,1 1 1,-1-1-1,-1 2-12,1 1 20,0 0 0,-1 0 0,0 0 0,0 0 1,0 0-1,-1 0 0,0 0 0,0-1 0,0 1 0,0-1 1,-2 4-21,-10 10 1,0-1-1,-1 0 1,-1-1 0,0-1 0,-1 0 0,-1-1 0,0-1 0,-1-1 0,0 0 0,-1-2 0,-1 0-1,2 1-152,19-11 149,0 0 0,0 0 0,0 0 0,0 1-1,0-1 1,0 0 0,0 0 0,-1 0 0,1 0 0,0 0 0,0 0 0,0 1-1,0-1 1,0 0 0,0 0 0,0 0 0,0 0 0,0 0 0,0 1 0,0-1-1,0 0 1,0 0 0,0 0 0,0 0 0,0 0 0,0 1 0,0-1 0,0 0 0,0 0-1,0 0 1,0 0 0,0 0 0,0 0 0,0 1 0,0-1 0,0 0 0,0 0-1,1 0 4,9 4-97,13-2 52,-1-1 1,0-1-1,16-2 45,34 1 28,-63 1-8,12 0 56,1 1-1,0 1 1,-1 1 0,1 1-1,-1 1 1,18 6-76,-37-10 16,0 0 0,0 0 0,0 0-1,0 0 1,0 0 0,0 0 0,0 1 0,-1-1 0,1 1-1,0-1 1,-1 1 0,1 0 0,-1 0 0,0-1-1,0 1 1,1 0 0,-1 0 0,0 1-16,0 0 34,0 0-1,-1 0 1,1 1-1,-1-1 1,1 0 0,-1 1-1,0-1 1,0 0-1,-1 0 1,1 1 0,-1-1-1,0 1-33,0 2 38,-1 0 0,0 0 0,0 0 0,-1 0 0,0-1 0,0 1 0,0-1 0,-1 0 0,-2 4-38,-5 2 55,1 1 0,-2-1 0,-1 1-55,-4 2-1,0 0 0,-1-1 0,0-1 0,-1 0 0,0-2 0,-1 0 0,-4 1 1,16-8-207,0 0 1,0-1 0,0 0-1,0 0 1,0-1 0,-1 0-1,1-1 1,0 0 0,-1 0 0,1 0-1,0-1 1,-1 0 0,1-1-1,0 0 1,0 0 0,0-1 0,0 0-1,1 0 1,-1-1 0,-1-1 206,5 3-569,1-1 0,-1 1 0,0-1 1,1 0-1,-1 0 0,1-1 0,0 1 1,0-1-1,0 1 0,1-1 0,-1 0 1,1 0-1,0 0 0,0-1 569,-5-21-3866</inkml:trace>
  <inkml:trace contextRef="#ctx0" brushRef="#br0" timeOffset="2946.03">1854 169 7936,'-1'0'153,"-5"-2"2455,4 6 124,2-3-417,0-1-705,0 0 97,0 0-539,0 0 176,0 0-368,0 0 181,-11-4 1318,0 2-2309,0 1 0,0 0 0,0 0 0,0 1 0,0 0 1,0 1-1,-9 2-166,-17 3 938,-21 9-938,53-14 5,-10 3-15,0 0 0,1 1 1,0 0-1,0 1 0,0 1 0,1 0 0,0 1 0,0 0 1,1 1-1,0 0 0,1 1 0,0 1 0,-6 6 10,9-7-5,1 0-1,0 0 0,1 1 1,0 0-1,0 0 1,1 0-1,1 1 1,0 0-1,0 0 1,1 0-1,1 0 0,0 1 6,1-4-3,0 0 1,1 0-1,0 0 0,0 0 0,1 0 0,0 0 0,1 0 0,0 0 0,0-1 0,1 1 0,0-1 0,0 1 0,1-1 0,0 0 0,1-1 0,-1 1 0,3 1 3,1 1 4,0-1 1,1 0 0,0 0-1,1-1 1,-1 0 0,2 0-1,-1-1 1,1-1 0,0 0-1,0-1 1,1 0 0,0 0-1,0-1 1,0-1 0,0 0-1,1 0-4,9 0-202,-1-1-1,0 0 0,1-2 0,-1 0 0,1-2 1,-1 0-1,0-1 0,0-1 0,2-2 203,1-1-1294,0-1-1,0-1 1,5-4 1294,-5 1-2535,-1-1 1,-1-1 0,1-2 2534,32-22-3957</inkml:trace>
  <inkml:trace contextRef="#ctx0" brushRef="#br0" timeOffset="6341.36">2182 302 8960,'-1'-6'1041,"1"-10"1870,0 16-2608,0-1-1,0 1 1,0-1-1,0 1 1,0-1-1,0 1 1,0-1-1,1 1 1,-1-1-1,0 1 1,0-1-1,0 1 1,1-1-1,-1 1 1,0-1-1,1 1 1,-1-1-1,0 1 1,1 0-1,-1-1 1,0 1-1,1-1-302,1 0 442,0 0 0,-1 0 0,1 0 0,-1-1-1,1 1 1,-1-1 0,0 1 0,1-1-1,-1 0 1,0 1 0,0-1 0,0 0-442,0 1 132,-1 0 0,1 0-1,-1-1 1,1 1 0,0 0 0,-1 0 0,1 0 0,0 0 0,0 1 0,0-1 0,0 0 0,0 0 0,0 0 0,0 1-1,0-1 1,0 1 0,0-1 0,0 1 0,1-1-132,-1 1 24,-1 0 0,1 0-1,-1 0 1,1 1 0,0-1 0,-1 0 0,1 0-1,-1 1 1,1-1 0,-1 0 0,1 1-1,-1-1 1,1 0 0,-1 1 0,1-1 0,-1 1-1,1-1 1,-1 1 0,0-1 0,1 1-1,-1-1 1,0 1 0,0-1 0,1 1 0,-1 0-1,0-1 1,0 1-24,5 20 70,-4-15-25,12 56 36,34 170-412,-22-120-2553,-9-45-4920,-12-47 5586</inkml:trace>
  <inkml:trace contextRef="#ctx0" brushRef="#br0" timeOffset="6691.89">2187 253 13952,'-20'0'4511,"19"0"-4371,1 0-1,-1 0 0,0 0 1,1 0-1,-1 0 1,0 0-1,1 0 0,-1 0 1,0 1-1,1-1 0,-1 0 1,0 0-1,1 1 0,-1-1 1,1 0-1,-1 1 0,0-1 1,1 1-1,-1-1 0,1 0 1,-1 1-140,-1 1 561,10-3 4146,47-8-4256,-20 0-647,17-9 196,-14 5-1917,12-2 1917,-39 12-1542,0 1 1,1 0 0,-1 1 0,1 0 0,-1 1 0,8 0 1541,-3 4-5179,2 7 1713</inkml:trace>
  <inkml:trace contextRef="#ctx0" brushRef="#br0" timeOffset="7030.38">2235 485 14208,'-10'2'1721,"-19"7"4813,54-13-1919,27-3-4904,43-21 72,-40 11-5710,32-5 5927,-46 13-5515,3 3 1681</inkml:trace>
  <inkml:trace contextRef="#ctx0" brushRef="#br0" timeOffset="7679.69">3137 266 9088,'0'-2'500,"0"-4"1730,0 0 1,0 0-1,-1 0 1,1 0 0,-1 0-1,-2-3-2230,3 8 497,-1-1 0,0 0 1,0 1-1,1-1 0,-1 1 0,0-1 0,0 1 1,-1-1-1,1 1 0,-1-1-497,0 1-17,1 0-1,-1-1 1,0 1 0,1 0 0,-1 1 0,0-1 0,0 0-1,1 0 1,-1 1 0,0-1 0,-1 1 17,-9-2 83,0 1 0,0 1 0,1 0 1,-1 0-1,0 1 0,0 1 0,1 0 0,-1 1 0,-7 2-83,3 0-25,1 1 0,0 0 0,0 2 0,1-1-1,0 2 1,-10 7 25,10-5-3,1 2 0,0-1 0,0 2-1,2 0 1,0 0 0,0 1 0,2 0 0,-1 1-1,2 0 1,0 1 0,1 0 0,1 0 0,1 0-1,0 1 1,1-1 0,1 1 0,1 0 0,0 0-1,1 1 1,2 7 3,-1-18-23,1-1 0,0 1 0,0-1 0,1 1-1,0-1 1,1 0 0,-1 0 0,1 0 0,1 0 0,-1 0-1,5 5 24,-5-8-47,1 1 0,0-1-1,0 1 1,1-1 0,-1 0-1,1-1 1,0 1-1,0-1 1,0 0 0,0 0-1,1-1 1,-1 1 0,1-1-1,0-1 1,1 1 47,5 1-533,0-1 0,1 0 0,-1-1 0,1 0 0,-1-1 1,1 0-1,-1-1 0,1-1 0,3-1 533,-4 1-1735,-1-2 0,1 1 0,-1-1-1,1-1 1,9-5 1735,12-8-3770</inkml:trace>
  <inkml:trace contextRef="#ctx0" brushRef="#br0" timeOffset="8037.81">3097 505 12032,'-20'6'4917,"14"-2"-259,5 0 2246,13 29-6317,-2 2 0,-2-1 0,1 12-587,0 3-956,6 10 956,-14-57-123,10 32-1553,-9-31 1003,-1 0 1,0 0-1,1 0 0,-1-1 0,1 1 0,0 0 0,0-1 0,0 0 1,0 1-1,1-1 673,-2-1-312,-1-1 1,1 1 0,0-1-1,0 1 1,-1-1-1,1 1 1,0-1 0,0 0-1,0 0 1,0 1-1,0-1 1,0 0 0,-1 0-1,1 0 1,0 0-1,0 0 1,0 0 0,0 0-1,0 0 1,0 0 0,0 0-1,0-1 1,0 1-1,-1 0 1,1-1 0,0 1-1,0 0 1,0-1-1,-1 1 1,1-1 0,0 0 311,13-7-3936</inkml:trace>
  <inkml:trace contextRef="#ctx0" brushRef="#br0" timeOffset="23576.35">3388 529 11264,'-7'-7'3674,"5"5"-2053,2 2 134,0 0 341,0 0-768,9 0 1088,35 1-1840,2 0-950,14-4 374,-45 2-2215,1-1 0,0-1 0,5-2 2215,-2-1-5354,-2 4 1701</inkml:trace>
  <inkml:trace contextRef="#ctx0" brushRef="#br0" timeOffset="23939.5">3379 443 13824,'-26'7'4511,"25"-7"-4365,0 0-1,0 1 0,0-1 1,0 0-1,0 0 0,0 1 1,1-1-1,-1 0 0,0 1 1,0-1-1,0 1 0,1-1 1,-1 1-1,0-1 0,1 1 1,-1 0-1,0-1 0,1 1 1,-1 0-1,0 0-145,-1 2 539,2-3-495,0 0 0,0 0 0,0 0-1,0 0 1,0 0 0,0 0 0,0 0 0,0 0 0,0 0 0,0 0 0,-1 0 0,1 0 0,0 0 0,0 0 0,0 0 0,0 0 0,0 0 0,0 1 0,0-1 0,0 0 0,0 0 0,0 0 0,0 0 0,0 0-1,0 0 1,0 0 0,0 0 0,0 0 0,0 0 0,0 0 0,0 0 0,0 0 0,0 1 0,0-1 0,0 0 0,0 0 0,0 0 0,0 0 0,0 0 0,0 0 0,0 0 0,0 0 0,0 0 0,0 0 0,0 0-1,0 0 1,0 0 0,0 1 0,0-1 0,1 0 0,-1 0 0,0 0 0,0 0 0,0 0 0,0 0 0,0 0 0,0 0 0,0 0 0,0 0 0,0 0 0,0 0 0,0 0 0,0 0 0,0 0-44,9 2 562,13-2-884,-22 0 362,15-1-502,1-1 0,-1 0 0,0-2 1,0 0-1,5-2 462,26-6-4976,3-1-3003,-25 12 4705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7.126"/>
    </inkml:context>
    <inkml:brush xml:id="br0">
      <inkml:brushProperty name="width" value="0.05" units="cm"/>
      <inkml:brushProperty name="height" value="0.05" units="cm"/>
      <inkml:brushProperty name="color" value="#008C3A"/>
    </inkml:brush>
    <inkml:brush xml:id="br1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62 593 7040,'-22'0'4938,"7"1"5935,1-2-6509,4-3-3345,10 4-1003,0 0 0,0 0 1,0 0-1,0 0 0,0-1 0,0 1 1,0 0-1,0 0 0,0 0 0,0 0 1,-1 0-1,1 0 0,0 0 0,0 0 1,0 0-1,0-1 0,0 1 0,0 0 1,0 0-1,0 0 0,0 0 0,0 0 1,0 0-1,0 0 0,0 0 0,0-1 1,0 1-1,0 0 0,0 0 1,0 0-1,1 0 0,-1 0 0,0 0 1,0 0-1,0 0 0,0-1 0,0 1 1,0 0-1,0 0 0,0 0 0,0 0 1,0 0-1,0 0 0,0 0 0,1 0-16,10-7 314,75-29 363,94-58-328,72-55-349,0 0-98,-178 106 79,-19 11-469,46-20 488,-84 43-864,4-2-3166,-8 8-4888,-5 5 4774</inkml:trace>
  <inkml:trace contextRef="#ctx0" brushRef="#br0" timeOffset="489.69">1250 302 13696,'-2'-1'898,"1"0"1,-1 0 0,0 0 0,1 0 0,-1 0 0,0 1 0,0-1 0,0 0 0,0 1-1,1 0 1,-2-1-899,4 2 191,-1-1 0,0 0-1,0 1 1,1-1 0,-1 0-1,0 1 1,1-1 0,-1 1 0,0-1-1,0 0 1,0 1 0,1-1-1,-1 1 1,0-1 0,0 0 0,0 1-1,0-1 1,0 1 0,0-1-1,0 1 1,0-1 0,0 1-1,0-1 1,0 1-191,0 19-448,0-12 735,3 56-1128,4 0-1,2-1 1,7 18 841,-14-72-430,0 2-951,1 1 0,1 0 1,0-1-1,3 8 1381,-4-14-1431,0 1-1,0-1 1,1 0-1,-1 0 1,1 0-1,1 1 1432,8 6-3541</inkml:trace>
  <inkml:trace contextRef="#ctx0" brushRef="#br0" timeOffset="944.4">1597 383 14336,'-16'0'6644,"11"0"-3135,8 0-1076,4-1-2344,0 0 0,0-1 0,0 1 0,-1-1-1,1-1 1,-1 1 0,6-3-89,-3 0-13,1 2-1,0-1 0,6 0 14,-1 0 8,1 2 0,-1 0-1,0 0 1,1 2 0,-1 0-1,1 1 1,-1 0 0,1 1-1,7 2-7,-10 0 15,0 0-1,0 1 0,0 0 0,-1 1 0,2 2-14,-8-5 15,-1 0 1,1 1-1,-1-1 1,0 1-1,0 1 1,-1-1-1,1 1 1,-1-1-1,0 1 1,0 1-1,0-1 0,-1 1-15,-1-4 23,-1 1-1,0 0 1,0-1-1,0 1 1,-1 0-1,1 0 0,-1 0 1,1-1-1,-1 1 1,0 0-1,0 0 1,0 0-1,-1 0 0,1-1 1,-1 1-1,1 0-22,-2 1 45,1 0 0,-1 0 0,0 0 0,0 0 0,0 0 0,0-1 0,-1 1 0,1-1 1,-1 0-1,-1 1-45,-3 4 109,-2-1 0,1-1 0,-1 1 0,0-1 0,0-1 1,0 0-1,-11 4-109,4-3 45,-1 0 1,0-2 0,0 0-1,0 0 1,0-2 0,-1 0-1,1-1 1,-1-1 0,1-1-1,-1 0 1,1-1 0,-1-1-1,1-1 1,0 0 0,0-1-1,-7-4-45,21 7-50,-1 1-1,1-1 0,0 1 1,0-1-1,0 0 0,0 0 1,0 0-1,0-1 0,1 1 1,-1-1-1,1 0 0,0 1 1,-1-1-1,1 0 0,1 0 1,-1 0-1,0-1 0,1 1 1,-1 0-1,1-1 0,0 1 1,0-1-1,0 1 0,1-1 1,-1 1-1,1-2 51,0-1-349,0 0 0,1 0 1,0 0-1,0 0 0,0 0 0,0 0 0,1 0 1,0 0-1,1 0 0,-1 1 0,1-1 1,0 1-1,0 0 0,1 0 0,1-2 349,26-27-6106,8 0 1813</inkml:trace>
  <inkml:trace contextRef="#ctx0" brushRef="#br1" timeOffset="105055.28">1050 817 8960,'-26'0'6437,"25"0"-4281,-8 0 5863,9 0-7962,0 0-1,0 0 1,0 0-1,-1-1 1,1 1-1,0 0 1,0 0-1,0 0 0,0 0 1,0 0-1,-1-1 1,1 1-1,0 0 1,0 0-1,0 0 1,0 0-1,0-1 1,0 1-1,0 0 0,0 0 1,0 0-1,0 0 1,0-1-1,0 1 1,0 0-1,0 0 1,0 0-1,0-1 1,0 1-1,0 0 0,0 0 1,0 0-1,0-1 1,0 1-1,0 0 1,0 0-1,0 0 1,0 0-1,0-1 1,1 1-1,-1 0 0,0 0 1,0 0-1,0 0 1,0 0-1,0-1 1,0 1-1,1 0 1,-1 0-1,0 0 1,0 0-1,0 0 0,1 0-56,10-14 220,1 0-1,1 1 1,0 1-1,0 0 1,1 1-1,1 1 1,0 0-1,15-7-219,23-9-47,1 2-1,6 2 48,9-6 115,343-150-184,-298 128-2742,60-39 2811,-150 75-1681,1-1-4099,-22 12-225,0 2 1867</inkml:trace>
  <inkml:trace contextRef="#ctx0" brushRef="#br1" timeOffset="105710.39">2502 541 13696,'-8'-7'2379,"-2"-2"4299,10 8-6515,0 1-1,0-1 1,0 1 0,0-1 0,0 0-1,0 1 1,0-1 0,0 1-1,0-1 1,0 0 0,0 1-1,0-1 1,1 1 0,-1-1 0,0 1-1,0-1 1,1 1 0,-1-1-1,0 1 1,1-1 0,-1 1 0,1-1-1,-1 1-162,7-7 97,-1 1-1,1 0 1,0 1 0,1 0-1,-1 0 1,1 1-1,0-1 1,0 2 0,3-2-97,7-2 5,0 1 0,1 0 1,0 1-1,0 1 0,0 1 1,0 1-1,0 1 0,1 0 1,-1 1-1,1 1 0,-1 1 1,0 1-1,0 1 0,0 0 1,11 5-7,-24-7 16,-1 1-1,0-1 0,0 1 0,0 0 1,0 0-1,0 0 0,0 1 0,-1 0 1,3 3-15,-5-6 11,-1 1 1,1 0 0,-1 0 0,1 0 0,-1 0 0,0 0 0,0 0 0,0 0 0,0 1 0,0-1 0,-1 0 0,1 1 0,-1-1 0,1 0 0,-1 1 0,0-1 0,0 1 0,0-1-1,0 0 1,0 1 0,0-1 0,-1 1 0,1-1 0,-1 0 0,0 2-12,-2 1 36,1-1 1,-1 1-1,0 0 0,0-1 1,0 1-1,-1-1 0,1 0 0,-1 0 1,0 0-1,0-1 0,-1 1 1,-1 1-37,-13 7 139,0-1 1,-12 5-140,29-15 5,-28 13 106,-2-1-1,0-2 1,0 0 0,-1-3-111,19-5 23,0 0-1,-1-1 1,0-1 0,1 0 0,-1-1 0,0 0-1,0-2 1,1 0 0,-1 0 0,1-1-1,-4-2-22,13 3-26,0 1-1,0-1 0,1 0 1,-1 0-1,1-1 0,-1 0 1,1 1-1,0-2 1,0 1-1,0 0 0,-2-3 27,4 3-90,0 1 0,1-1 1,-1 1-1,1-1 0,-1 0 0,1 1 0,0-1 0,0 0 0,0 0 1,0 0-1,1 0 0,-1 0 0,1 0 0,0 0 0,0 0 0,0 0 0,0 0 1,0 0-1,1 0 0,0-2 90,1-2-947,1 0 1,0 0 0,0 0-1,1 1 1,0-1-1,0 1 1,0 0 0,1 0-1,0 0 1,0 1-1,3-3 947,23-18-4207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0:15.1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35 804 8064,'-26'4'5424,"23"-3"-200,-3-1 2661,16-16-6504,-4 9-1318,2 0 1,-1 1 0,1 0-1,0 0 1,3-1-64,16-11 60,120-84 94,153-112-110,-88 52-215,48-16 171,-214 148-373,21-13-2198,-64 41 1869,6-3-1789,-7 5-382,-4 4-2020,-4 3 973</inkml:trace>
  <inkml:trace contextRef="#ctx0" brushRef="#br0" timeOffset="600.37">1224 530 13824,'-11'-7'4511,"11"6"-4336,-1 1 0,1-1-1,0 0 1,0 1 0,-1-1-1,1 1 1,0-1 0,0 0-1,0 1 1,-1-1 0,1 1-1,0-1 1,0 0 0,0 1-1,0-1 1,0 0 0,0 1-1,0-1 1,0 1 0,1-1-1,-1 0 1,0 1 0,0-1-1,0 1 1,1-1 0,-1 0-1,0 1 1,1-1 0,-1 1-1,1-1 1,-1 1 0,1-1-175,14-10 1281,16-13-621,-11 6-599,2 1 1,0 1-1,0 1 0,14-6-61,-27 16 17,1 0 0,-1 1 0,1 0 0,1 1 0,-1 0 0,0 1 0,1-1 0,8 1-17,-12 1 16,0 1-1,-1 0 0,1 0 1,-1 1-1,1-1 1,-1 2-1,1-1 1,-1 1-1,1 0 0,-1 0 1,0 0-1,0 1 1,0 0-1,3 2-15,-7-4 17,-1 1 0,1-1 0,-1 0 0,1 1 0,-1-1 0,1 1 0,-1 0 0,0-1 0,1 1 0,-1 0 0,0 0 0,0 0 0,0 0 0,-1 0 0,1 0 0,0 0 0,-1 0 0,1 0 0,-1 0 0,0 0 0,0 0 0,0 0 0,0 0 0,0 1 0,0-1 0,0 0 0,-1 0 0,1 0 0,-1 0 0,0 0 0,1 0 0,-1 0-17,-3 6 60,1-1-1,-1 1 1,0-1-1,-1 0 0,0-1 1,0 1-1,-3 2-59,-2 2 106,-1 0-1,-1-1 0,0 0 1,0-1-1,-1 0 1,0-1-1,-1-1 1,-9 5-106,2-4 117,-1 0 0,0-1 0,0-1 0,0-1 0,-14 1-117,24-4-18,-1-2 0,1 1 0,0-1-1,0-1 1,0 0 0,-1-1-1,-8-2 19,19 3-42,0 1 0,1-1 0,-1 1-1,1-1 1,-1 0 0,1 1 0,-1-1 0,1 0-1,-1 0 1,1 0 0,-1 0 0,1 0-1,0 0 1,0-1 0,-1 1 42,1-1-77,1 1 0,-1 0 1,1 0-1,0 0 0,-1-1 1,1 1-1,0 0 0,0 0 0,0-1 1,0 1-1,0 0 0,0-1 1,0 1-1,0 0 0,0 0 1,1-1-1,-1 1 0,1 0 0,-1 0 1,1 0-1,-1 0 0,1-1 1,-1 1-1,1 0 77,20-30-3291,5 1 971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02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27 12160,'-19'-12'4575,"11"12"-3583,-6 0-384,9 0-416,-3 0-672,-6-3-192,4-2-4287,10-2-1857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0:16.993"/>
    </inkml:context>
    <inkml:brush xml:id="br0">
      <inkml:brushProperty name="width" value="0.05" units="cm"/>
      <inkml:brushProperty name="height" value="0.05" units="cm"/>
      <inkml:brushProperty name="color" value="#CC0066"/>
    </inkml:brush>
    <inkml:brush xml:id="br1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3 567 8704,'-3'-2'6784,"5"2"2085,6 0-1971,0-1-9397,22-9 2778,-1-1 0,0-1-1,-1-1 1,21-13-279,9-11 165,37-32-165,26-17 67,5 5 0,93-43-67,-49 37 245,-153 80-519,-10 6-3548,-9 3-916,-1 3 36,3 5 175</inkml:trace>
  <inkml:trace contextRef="#ctx0" brushRef="#br0" timeOffset="5592.99">1105 276 7040,'4'-1'9385,"4"-4"-4229,39-28-2114,-27 17-2841,-4 3-169,-1 2 1,2 0-1,0 0 0,0 2 1,0 0-1,5-1-32,-8 5 36,-5 1 20,0 1-1,0 0 0,0 0 0,0 1 1,1 0-1,7 0-55,-16 2 10,-1 0 1,1 0-1,-1 0 1,1 0-1,0 0 1,-1 0-1,1 0 1,-1 1-1,1-1 1,0 0-1,-1 0 1,1 0-1,-1 1 1,1-1-1,-1 0 1,1 1-1,-1-1 1,1 0-1,-1 1 1,1-1-1,-1 1 1,1-1-1,-1 1 0,0-1 1,1 1-1,-1-1-10,1 1 21,-1 0-1,0 1 0,0-1 0,1 0 1,-1 0-1,0 0 0,0 0 0,0 0 0,0 1 1,0-1-1,-1 0 0,1 0 0,0 0 0,0 0-20,-2 5 67,0-1 0,0 0 0,-1 1 1,0-1-1,-2 3-67,-28 45 202,-31 33-202,61-82-34,0 0 0,0 0 0,0 0 0,1 0 0,-1 1-1,-1 3 35,4-7-6,0 0-1,-1 1 0,1-1 0,0 0 0,-1 0 0,1 0 0,0 0 0,0 1 1,0-1-1,0 0 0,0 0 0,0 0 0,1 0 0,-1 1 0,0-1 0,1 0 0,-1 0 1,0 0-1,1 0 0,-1 0 0,1 0 0,0 0 0,-1 0 0,1 0 0,0 0 0,0 0 1,-1 0-1,1-1 0,0 1 0,0 0 0,0 0 0,0-1 0,0 1 7,12 5 8,0 0 0,0-1-1,0-1 1,1 0 0,-1-1-1,12 2-7,10 2 24,-15-2 12,-8-3 5,0 1-1,0 0 1,0 1 0,-1 0 0,1 1 0,-1 0-1,0 1 1,5 3-41,-15-8 13,0 0 0,0 0 0,0 0 0,1 0 0,-1 0 0,0 0-1,0 0 1,-1 0 0,1 0 0,0 0 0,0 1 0,0-1 0,-1 0 0,1 1 0,-1-1 0,1 0-1,-1 1 1,0-1 0,1 1 0,-1-1 0,0 0 0,0 1-13,0 0 11,0 0 0,-1 0 0,1 0 1,-1-1-1,0 1 0,1 0 0,-1-1 0,0 1 0,0 0 0,0-1 1,0 1-1,0-1 0,-1 1 0,1-1 0,-1 1-11,-4 3 23,-1 0 0,1 0 0,-1-1 0,0 0 0,0 0 0,0-1 0,0 0 0,-3 1-23,-20 6 87,0-2 0,-30 5-87,47-11-705,0 0 1,0-1 0,-1-1-1,1 0 1,0-1-1,0 0 1,0-1 0,-6-1 704,7-2-2224,11 5 1912,1 0 0,-1 0 1,1-1-1,-1 1 0,1 0 0,-1 0 1,1-1-1,-1 1 0,1-1 1,0 1-1,-1 0 0,1-1 1,0 1-1,-1-1 0,1 1 1,0-1-1,-1 1 0,1-1 312,3-7-3674</inkml:trace>
  <inkml:trace contextRef="#ctx0" brushRef="#br0" timeOffset="6078.96">1805 291 10368,'-34'8'6794,"30"-5"-2711,7-4-289,-1-1-3725,1 0 0,-1 0 0,1 1 0,-1-1 0,1 1 0,2-2-69,2 0 18,1-1-33,0 1-1,1 0 1,-1 1-1,1 0 1,-1 0-1,1 0 1,0 1-1,0 1 1,3-1 15,1 1 11,0 1 1,0 0 0,0 1 0,0 0-1,-1 1 1,3 0-12,5 4 66,-1 0 0,5 3-66,-20-8 32,1 0 0,-1 0 0,0 1 0,0-1 0,0 1 1,0 0-1,0 0 0,0 1 0,-1-1 0,0 1 0,1 0 0,-1 1-32,-2-3 32,1 0 0,-1 0 0,0 1 1,0-1-1,-1 1 0,1-1 0,0 1 0,-1-1 0,0 1 0,1 0 0,-1-1 0,0 1 0,0-1 0,-1 1 0,1 0 0,-1 1-32,0 1 50,0-1-1,-1 0 0,0 0 0,0 0 0,0 0 0,0-1 0,-1 1 0,1-1 0,-3 3-49,-6 6 181,0-2-1,-1 1 1,-1-1-1,-12 8-180,24-18 8,-16 11 175,1-1-1,-1-1 0,-1-1 0,0 0 0,0-1 0,-1-1 0,-1-1-182,9-2 44,0-1 1,0 0-1,0 0 1,-1-2-1,1 1 1,0-1-1,-1-1 0,1 0 1,0-1-1,0 0 1,0 0-1,-7-3-44,15 4-65,1-1 0,-1 1 0,0-1 0,1 1 0,-1-1 0,1 0 0,-1 0 0,1 0 0,0 0 0,0 0 0,0-1 0,0 1 0,0-1 0,1 1 0,-1-1 0,1 0 0,-1 1 0,1-1 0,0 0 0,0 0 0,0 0 0,1 0 0,-1 0 0,1 0 0,-1 0 0,1 0 0,0 0 0,0 0 0,1-1 65,-1-5-1017,1 0 1,1 1-1,-1-1 1,1 1-1,1 0 1,0-1-1,0 1 1,0 0-1,3-2 1017,0-1-1681,1 1-1,0 1 1,1-1-1,0 1 1,1 1-1,-1 0 1,7-4 1681,30-23-4272</inkml:trace>
  <inkml:trace contextRef="#ctx0" brushRef="#br1" timeOffset="101397.57">1132 826 11008,'-7'-1'1792,"0"0"0,0 0 0,1-1-1,-3-1-1791,5 2 2589,4 1-2488,0 0-1,0 0 1,0 0-1,0 0 1,1 0 0,-1 0-1,0 0 1,0 0-1,0 0 1,0 0 0,0 0-1,0 0 1,0 0-1,1 0 1,-1-1 0,0 1-1,0 0 1,0 0-1,0 0 1,0 0-1,0 0 1,0 0 0,0 0-1,0 0 1,1 0-1,-1 0 1,0-1 0,0 1-1,0 0 1,0 0-1,0 0 1,0 0 0,0 0-1,0 0 1,0 0-1,0-1 1,0 1 0,0 0-1,0 0 1,0 0-1,0 0 1,0 0-1,0 0 1,0 0 0,0-1-1,0 1-100,1-3 101,1 0 0,0 0 1,0 0-1,0 0 0,0 1 0,0-1 0,1 0 0,-1 1 0,1 0 0,0-1 1,2 0-102,3-5 125,40-32 131,2 2 1,12-5-257,43-32 84,158-145 44,-77 62-235,-56 43-1203,-85 78-1953,-1 1-3865,-30 26 3294</inkml:trace>
  <inkml:trace contextRef="#ctx0" brushRef="#br1" timeOffset="102021.73">2283 337 13568,'-1'0'308,"1"-1"1,0 1 0,-1 0 0,1-1 0,0 1 0,-1-1 0,1 1 0,0 0-1,0-1 1,0 1 0,-1-1 0,1 1 0,0-1 0,0 1 0,0-1 0,0 1 0,0 0-1,0-1 1,0 1 0,0-1 0,0 1 0,0-1 0,0 1-309,7-11 3210,21-10-2649,-11 10-55,-4 1-491,0 0-1,1 2 1,0-1 0,0 2 0,1 0 0,0 0 0,0 2 0,1-1 0,-1 2 0,2 0-15,-13 4 16,0-1-1,0 1 1,0 0-1,0 0 1,0 0 0,-1 0-1,1 1 1,0-1 0,4 2-16,-7-1 16,1 0 1,0 0 0,0 0 0,-1 0 0,1 0 0,0 0 0,-1 0 0,1 1 0,-1-1 0,0 1 0,1-1 0,-1 1 0,0 0 0,0-1 0,0 1 0,0 0 0,0 0 0,0 0 0,-1-1 0,1 3-17,1 1 38,-1 1 0,0-1 1,-1 1-1,1-1 0,-1 1 1,0-1-1,-1 1 0,1-1 0,-1 0 1,0 1-1,0-1 0,-1 0 1,0 1-1,0-1 0,0 0 1,-2 3-39,-7 13 125,-1-1 1,-1 0 0,-6 6-126,5-8 39,0 1 80,-2-1-1,-4 3-118,5-5 14,1 0-1,1 0 1,-2 5-14,14-20-1,0 1 0,0 0 1,0-1-1,0 1 0,0 0 1,0 0-1,1 0 0,-1 0 1,1 0-1,-1 1 1,1-2 0,0 0 0,0 0 0,1 0 0,-1-1 0,0 1 0,0 0 0,0 0 0,1 0 0,-1-1 0,0 1 0,1 0 0,-1 0 0,1-1 1,-1 1-1,1 0 0,-1-1 0,1 1 0,-1 0 0,1-1 0,0 1 0,-1-1 0,1 1 0,0-1 0,-1 0 0,1 1 0,0-1 0,0 0 0,0 1 0,14 3-350,0 0 1,0 0-1,0-2 0,0 0 1,0-1-1,1 0 0,9-1 350,5-1-5643,23-4 5643,1-2-7241,-50 6 6536,24-2-2841</inkml:trace>
  <inkml:trace contextRef="#ctx0" brushRef="#br1" timeOffset="102438.92">2853 369 13312,'-8'0'2654,"-1"1"0,1-1 0,-7 3-2654,18-5 4520,30-13-4480,-17 9-90,14-5 31,0 1 1,8 0 18,-27 8 10,-1 0 0,1 1 0,0 0 1,-1 1-1,1 0 0,0 0 0,0 1 1,6 2-11,-7-1 7,-1 1 0,0 0 0,0 0 0,-1 1 0,1 0 0,-1 0 0,0 1 0,0 0 0,0 0 0,0 1 1,2 3-8,-7-6 16,0 0 1,0 0 0,0 1 0,-1-1 0,1 0 0,-1 1 0,0 0 0,0-1 0,0 1 0,0 0-1,-1 0 1,0 0 0,1 0 0,-2 0 0,1 0 0,0 0 0,-1 1 0,0-1 0,0 0 0,0 0-1,0 1 1,-1-1 0,1 0 0,-1 0 0,0 0 0,-1 1-17,-1 2 49,0 0 1,-1 0-1,0 0 0,0-1 0,-1 0 1,1 1-1,-1-2 0,-1 1 1,1-1-1,-1 0 0,0 0 1,0 0-1,0-1 0,-2 1-49,-11 6 216,0-1-1,0 0 0,-1-2 1,-8 2-216,4-1 230,-1-2 1,0-1 0,-1 0-231,14-4 57,0-1 0,-1 0 1,1-1-1,-1 0 0,1-1 1,0-1-1,-5 0-57,14 1-41,-1 1-1,1-1 1,-1 0-1,1 0 1,0 0 0,0-1-1,-1 1 1,1-1-1,0 1 1,0-1-1,1 0 1,-1 0 0,0 0-1,1-1 1,-1 1-1,1-1 1,-1 0 0,1 1-1,0-1 1,0 0-1,1 0 1,-1 0-1,1 0 1,-1 0 0,1-1-1,0 1 1,0 0-1,0-1 1,1 1-1,-1-3 42,1-4-512,0 0 0,1 0 0,1 0 0,-1 0-1,1 0 1,1 0 0,0 0 0,4-7 512,0 1-1376,0 0 1,2 1-1,-1 0 1,12-13 1375,-9 15-1982,0 0-1,1 1 1,1-1 1982,38-29-4010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4.298"/>
    </inkml:context>
    <inkml:brush xml:id="br0">
      <inkml:brushProperty name="width" value="0.05" units="cm"/>
      <inkml:brushProperty name="height" value="0.05" units="cm"/>
      <inkml:brushProperty name="color" value="#008C3A"/>
    </inkml:brush>
    <inkml:brush xml:id="br1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27 680 8064,'-26'3'5434,"25"-3"-3444,1 0-65,0 0-101,0 0-390,0 0-330,15-3 1147,2-3-1762,0 0 1,-1-1 0,0-1-1,0-1 1,12-8-490,-1 1 277,71-44 296,-1 1-245,23-6-328,118-44 164,-66 31-24,90-33-52,-68 31-42,-121 43-393,-57 29-772,-13 4-7964,-3 4 3734</inkml:trace>
  <inkml:trace contextRef="#ctx0" brushRef="#br0" timeOffset="1023.33">1689 288 9600,'0'-1'382,"-1"0"1,1 0-1,0 0 1,-1 0-1,1 0 1,0 0-1,0 0 1,0 0 0,0 0-1,0 0 1,0 0-1,0 0 1,0 0-1,0 0 1,0 0-1,0 0 1,1 0-1,-1 0 1,0 0-1,1 0 1,-1 0-1,1 0 1,-1 0 0,1 0-1,0 0 1,-1 1-1,1-1 1,0 0-1,0 0 1,-1 1-1,1-1 1,0 0-1,0 0-382,7-4 797,0 0 0,1 1 1,-1-1-1,8-1-797,13-7 427,-6 1-408,1 2-1,1 1 0,-1 1 1,1 1-1,1 1 0,-1 1 1,1 2-1,0 0 1,21 2-19,-38 0 44,-6 1-23,0 0 0,0 0 0,0 0 1,0 0-1,0 0 0,0 0 0,0 1 1,0 0-1,0-1 0,0 1 0,0 0 0,0 1 1,-1-1-1,3 2-21,-4-3 7,-1 1 1,0-1-1,1 1 1,-1-1-1,0 1 1,0 0-1,1-1 0,-1 1 1,0-1-1,0 1 1,0 0-1,0-1 1,0 1-1,0-1 0,0 1 1,0 0-1,0-1 1,0 1-1,0-1 1,-1 1-1,1-1 1,0 1-1,0 0 0,-1-1 1,1 1-1,0-1 1,0 1-1,-1-1 1,1 1-1,-1-1-7,-13 20 124,-5-2-71,0-1 0,-1 0 1,-21 13-54,11-9-59,20-13 31,-52 41-72,61-48 93,1-1 0,0 0 1,-1 0-1,1 1 0,0-1 0,-1 0 1,1 0-1,0 1 0,0-1 0,-1 0 1,1 1-1,0-1 0,0 1 0,0-1 0,-1 0 1,1 1-1,0-1 0,0 0 0,0 1 1,0-1-1,0 1 0,0-1 0,0 0 1,0 1-1,0-1 0,0 1 0,0-1 1,0 1 6,0-1-5,1 1 0,-1-1 0,1 0 0,-1 1 0,1-1 1,-1 1-1,0-1 0,1 0 0,0 1 0,-1-1 0,1 0 0,-1 0 1,1 1-1,-1-1 0,1 0 0,0 0 0,-1 0 5,32 4-31,-27-4 19,28 2-49,0 1 1,0 1-1,-1 2 0,0 1 0,23 9 61,-22-4-103,-1 2 0,0 1 103,-21-10-33,0 1 0,-1 1 0,0-1 0,0 2 0,-1-1 0,0 1 0,6 7 33,-13-13 2,0 0 1,-1 0 0,1 0-1,-1 0 1,1 0-1,-1 0 1,0 1-1,0-1 1,0 0-1,0 1 1,0-1 0,-1 1-1,1-1 1,-1 1-1,1-1 1,-1 1-1,0-1 1,0 1-1,0-1 1,-1 1 0,1-1-1,0 1 1,-1-1-1,0 1 1,1-1-1,-1 0 1,0 1-1,0-1 1,-1 0 0,1 1-1,0-1 1,-2 2-3,-2 1 20,0 0 0,0 0 0,-1 0 0,1 0 1,-1-1-1,0 0 0,0 0 0,-1 0 0,1-1 1,-1 0-1,-1 0-20,-39 12-531,0-3 1,0-1-1,-1-2 0,-13-2 531,47-5-511,0 0-273,0 0-1,0-2 0,-7 0 785,18 0-499,0 0-1,0 0 1,0-1 0,0 1-1,0-1 1,0 0-1,0 0 1,0 0 0,0 0-1,0 0 1,0-1 0,1 1-1,-1-1 1,1 0 0,-1 0-1,1 0 1,-2-2 499,-6-12-3477</inkml:trace>
  <inkml:trace contextRef="#ctx0" brushRef="#br0" timeOffset="1524.83">2535 312 13824,'-5'-3'5359,"7"2"-388,7 0-4966,26-7 383,-14 3-309,0 1-1,0 0 1,13 0-79,-5 3 0,0 1-1,-1 1 1,1 1 0,0 2-1,-1 0 1,0 2-1,11 5 1,-29-8 19,0 1 0,-1 1-1,1-1 1,-1 2 0,0-1-1,0 1 1,0 1-1,-1-1 1,6 8-19,-8-8 33,-1 0 1,0 0-1,-1 1 0,1 0 0,-1 0 1,-1 0-1,1 1 0,-1-1 0,-1 1 1,1 0-1,-1 0 0,0-1 1,0 9-34,-2-9 50,0-1 1,0 1-1,0-1 1,-1 1 0,0-1-1,0 0 1,-1 1-1,0-1 1,0 0 0,0 0-1,-1 0 1,0 0 0,0 0-1,0-1 1,-1 0-1,0 1 1,0-1 0,0 0-1,-3 1-50,-3 4 125,-1 0-1,0-1 1,-1 0-1,0-1 0,0 0 1,-1-1-1,1 0 1,-3-1-125,-15 6 340,0-1 0,-1-1 1,-1-2-1,1-1 0,-32 2-340,48-8 62,0 0 1,1-1-1,-1 0 0,1-1 0,-1-1 0,1 0 1,-1-1-1,1-1 0,-13-4-62,19 5-28,0 0 1,0-1-1,0 1 0,0-1 0,1-1 1,-1 0-1,1 0 0,0 0 1,1-1-1,-1 1 0,1-2 0,0 1 1,0-1-1,1 0 0,0 0 0,1 0 1,-1-1-1,1 0 0,1 0 0,-1-1 28,0-2-151,1 0 0,1 0 0,0 0 0,0 0 0,1-1-1,1 1 1,0-1 0,0 1 0,1-1 0,1-4 151,0 7-365,0 1 1,0-1 0,0 1-1,1 0 1,0 0-1,1 0 1,0 0 0,0 1-1,1-1 1,0 1-1,0 0 1,0 1 0,1-1-1,5-4 365,32-20-5738,2 5 1685</inkml:trace>
  <inkml:trace contextRef="#ctx0" brushRef="#br1" timeOffset="105296.7">1898 672 7680,'-1'0'414,"0"0"0,0 0 0,0 0 0,-1 0 0,1 0 1,0 0-1,0 1 0,0-1 0,0 0 0,0 1 0,0-1 0,0 1 1,1-1-1,-1 1 0,0-1 0,0 1 0,0 0 0,0 0 0,1-1 1,-1 1-1,0 0 0,1 0 0,-1 0 0,0 0 0,1 0 0,-1-1 0,1 1 1,-1 1-415,-7 10 4526,8-12-4476,0 0 0,0 0 0,0 0 0,0 0 0,0 0 0,0 0 0,0 0 0,0 0 0,0 0 0,0 0 0,0 0 0,0 0 0,0 0 0,0 0 0,-1 0 0,1 0 0,0 0 0,0 0 0,0 0 0,0 0 0,0 0 0,0 0 0,0 1 0,0-1 0,0 0 0,0 0 0,0 0 1,0 0-1,0 0 0,0 0 0,0 0 0,0 0 0,0 0 0,0 0 0,0 0 0,0 0 0,0 0 0,0 0 0,0 0 0,0 0 0,0 1 0,0-1 0,0 0 0,0 0 0,0 0 0,0 0 0,0 0 0,1 0 0,-1 0 0,0 0 0,0 0 0,0 0 0,0 0 0,0 0 0,0 0 0,0 0 0,0 0 0,0 0 0,0 0 0,0 0 0,0 0 0,0 0 0,0 0 0,0 0 0,0 0 0,0 0 0,0 0 0,1 0 0,-1 0 0,0 0-50,7 0 787,10-5-665,15-8 211,-2-2 0,16-10-333,-9 4 70,58-30-45,210-108 35,-203 111-49,2 5 0,7 3-11,206-63-320,-222 71-2666,-72 21-324,-14 2-5401,-5 4 4999</inkml:trace>
  <inkml:trace contextRef="#ctx0" brushRef="#br1" timeOffset="106290.94">3397 389 12800,'-6'-10'4314,"6"9"-3887,-1 0-1,1 1 0,-1-1 1,1 0-1,-1 0 0,1 0 1,-1 0-1,1 0 0,0 1 0,-1-1 1,1 0-1,0 0 0,0 0 1,0 0-1,0 0 0,0-1-426,6-19 3014,1 14-2955,0 0 0,0 0 0,1 0 0,0 1 1,0 0-1,0 1 0,1-1 0,0 2 1,0-1-1,0 1 0,1 1 0,0-1-59,7-1 31,1 1 0,-1 0 0,1 1 0,0 1 0,0 1-1,7 0-30,-22 1 17,0 0 0,1 0 0,-1 1 0,0-1 0,1 1 0,-1 0 0,0 0 0,0 0 0,1 0 0,1 1-17,-4-1 8,0 0-1,0 0 1,0-1 0,0 1-1,0 0 1,0 0-1,0 0 1,0 0-1,0 1 1,0-1-1,-1 0 1,1 0-1,0 0 1,-1 1-1,1-1 1,-1 0-1,1 1 1,-1-1 0,0 0-1,0 1 1,1-1-1,-1 0 1,0 1-1,0-1 1,0 1-1,-1-1 1,1 1-8,-1 7 12,-1-1 0,0 1 0,-1-1 1,0 0-1,0 1 0,-1-1 0,0-1 1,0 1-1,-1 0 0,-4 4-12,-10 13 57,-2-1 1,-7 6-58,21-23 13,-37 36 243,-27 19-256,61-54 16,-14 10 38,0-1 0,-1-2 0,-21 10-54,4-1-119,39-23 88,1 0-1,-1 1 1,1-1-1,-1 1 1,1 0-1,0 0 1,0 0-1,0 0 0,0 0 1,0 0-1,-1 1 32,4-2-16,0-1 0,0 0-1,0 0 1,0 1 0,-1-1-1,1 0 1,0 0 0,0 0-1,0 0 1,0 0 0,0 0-1,0 0 1,-1-1-1,1 1 1,1 0 16,107-11-432,-25 3-629,31-6-1917,-20 3-3360,-1-1-3482,-51 8 6386</inkml:trace>
  <inkml:trace contextRef="#ctx0" brushRef="#br1" timeOffset="106675.63">4024 522 14464,'-16'-22'7263,"15"21"-7087,1 0 1,0 1-1,-1-1 0,1 0 0,0 0 1,-1 0-1,1 0 0,0 0 0,0 0 1,0 0-1,0 0 0,0 0 0,0 0 0,0 1 1,0-1-1,0 0 0,0 0 0,0 0 1,1 0-1,-1 0 0,0 0 0,1 0 1,-1 0-177,8-10 63,1 0 1,0 0-1,0 1 1,1 0-1,0 1 0,1 0 1,0 1-1,0 0 1,1 0-1,0 1 1,0 1-1,1 0 1,0 1-1,0 0 1,0 1-1,0 0 1,1 1-1,0 1 1,-1 0-1,1 1 1,5 0-64,-9 2 22,0 0 0,-1 1 0,1 0 0,0 0 0,-1 1 0,1 0 0,-1 0 0,0 1 0,0 1 0,0-1 0,7 7-22,-11-8 19,0 1-1,-1-1 0,0 1 1,0 0-1,0 1 1,0-1-1,-1 0 1,1 1-1,-1 0 0,0 0 1,-1 0-1,1 0 1,-1 1-1,0-1 1,-1 0-1,1 1 0,-1 0 1,0-1-1,0 1 1,-1 0-1,1 1-18,-2 1 49,1 0-1,-1 0 1,-1-1 0,0 1-1,0-1 1,0 1 0,-1-1-1,0 0 1,0 0-1,-1 0 1,0 0 0,0 0-1,0-1 1,-1 0 0,0 0-1,0 0 1,-5 3-49,-8 5 91,0-1 1,-1-1-1,0 0 0,-1-2 1,0 0-1,-1-1 1,0-1-1,0-1 1,-1-1-1,0-1 0,0-1 1,0-1-1,0 0 1,-17-2-92,30-1-1,1 0 0,-1-1 0,0 0 0,1-1-1,-1 0 1,1 0 0,-1-1 0,1 0 0,-4-2 1,8 3-21,-1 0-1,1-1 0,0 0 0,0 1 1,1-1-1,-1-1 0,1 1 1,-1 0-1,1-1 0,0 0 1,1 0-1,-1 0 0,0 0 1,1 0-1,0 0 0,0-1 0,1 1 1,-1-2 21,-1-3-153,1-1 1,1 0 0,0 0-1,0 0 1,1 1 0,0-1-1,1 0 1,0 0-1,1 0 1,0 1 0,0-1-1,1 0 1,0 1 0,1 0-1,0 0 1,1-2 152,2-1-803,0 0 0,0 0 0,1 0 0,1 1 0,2-1 803,-2 2-1531,1 0-1,0 1 0,1 1 0,-1 0 0,4-2 1532,35-16-4138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2.2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 4590 6272,'-1'0'78,"1"0"1,0 0 0,0 0-1,-1 0 1,1-1 0,0 1-1,0 0 1,-1 0-1,1 0 1,0 0 0,0 0-1,-1 0 1,1-1 0,0 1-1,0 0 1,0 0 0,-1 0-1,1-1 1,0 1-1,0 0 1,0 0 0,0 0-1,-1-1 1,1 1 0,0 0-1,0 0 1,0-1 0,0 1-1,0 0 1,0-1-1,0 1 1,0 0 0,0 0-1,0-1-78,7-5 1705,5-2-1182,-7 3-157,-1 1 201,1-1 0,-1 1 1,1 0-1,0 0 0,0 0 1,0 0-1,1 1 0,-1 0 1,6-1-568,105-39 1660,-12 6-419,7-9-1241,-63 23 278,16-7 223,3 3-501,174-71 266,-175 72 113,54-31-379,60-44 485,-133 74-410,106-52 276,77-24-351,-48 22 614,-11 6-335,-56 27-168,99-59-111,-171 82 16,215-131-6,-160 98 187,1 5-1,19-3-196,40-21 653,90-38-535,-109 53-252,53-37 134,-34 3 71,-49 28 210,39-14-281,156-53 194,-232 105-202,135-56 53,214-96 17,-176 54-41,53-26 102,-246 130-90,315-136 313,-51 28-240,37-34-106,84-44 8,-410 197-5,233-98 503,64-9-506,-147 55 102,184-78-70,-210 74 27,46-34-59,-100 52 149,2 4 0,2 4 1,34-6-150,139-50 70,-24 8-18,1-7 51,-152 58-78,-45 20-414,-52 20-528,-1 2-1014,3 7-1248,4 3-2596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3.68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5 101 7296,'0'-1'207,"-1"0"0,0 0 0,1 0 0,-1 0 0,1 0 1,0 0-1,-1 0 0,1-1 0,0 1 0,0 0 0,-1 0 0,1 0 1,0 0-1,0 0 0,0-1 0,0 1 0,1 0 0,-1 0 0,0 0 0,0 0 1,1-1-208,0-1 248,0 1 1,1-1 0,-1 0-1,1 1 1,-1 0 0,1-1 0,0 1-1,0 0 1,0-1-249,4-2 467,-1 1 0,0-1-1,1 1 1,0 0 0,0 1 0,0-1-1,6-2-466,1 3 457,-1 0-1,1 1 0,0 0 1,-1 1-1,1 1 0,11 0-456,17-1 590,59-2 254,1 3-1,33 8-843,200 31 751,104 27 785,-105-28-905,-181-24-249,53 6 242,87-8-624,73 1 435,-2 0-97,-141-12-105,413-11 116,344-67 109,-865 71-465,42 7 7,-44 0 7,18-9-23,-111 8-608,0-2 1,-1 0-1,1-1 0,-1 0 1,11-5 623,-13 3-3705,0-1-1,0 0 1,12-8 3705,7-6-5173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6.7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39 6272,'1'-1'267,"0"0"1,0 0 0,0-1-1,0 1 1,0 0-1,1 0 1,-1 0 0,0 0-1,1 0 1,-1 1-1,0-1 1,1 0 0,-1 1-1,1-1 1,-1 1-1,2-1-267,28-3 1591,-20 3-850,40-8 923,-41 6-1218,-1 1 0,1 1 0,-1-1 0,1 1 0,0 1 0,-1 0 0,1 0 0,0 1 0,-1 0 0,1 1 0,0 0-446,-3 0 338,2 0-35,-1 1 1,0 0 0,-1 0 0,1 0 0,0 1 0,-1 0 0,0 0-1,0 1 1,3 3-304,12 9 783,15 10-783,-15-12 377,-1 1-1,0 2-376,11 8 477,2-2-1,0 0 0,14 5-476,-4-3 342,39 32-342,-8 1 126,132 112 639,-144-111-649,-19-17-38,2-2 1,2-2 0,14 7-79,58 24 320,-69-42-208,-1 2-1,15 14-111,12 19 155,-4 4 0,60 69-155,-102-106 56,0-1 1,2-1-1,24 14-56,111 67 236,-42-30-156,-19-5 157,-4 5 1,75 74-238,-13-9 295,8-6-295,-130-105 9,175 123 307,-122-92-162,-4 4 0,3 9-154,1 15 11,-87-84-6,17 17 162,26 17-167,2 2 131,110 93 120,-109-99-223,30 14-28,-12-8 47,-37-21 31,-2 2 0,-1 1 0,16 17-78,38 45 191,27 42-191,-89-101-36,13 17 35,-8-10 34,12 11-33,-7-14 173,2-1 1,36 25-174,-61-49-5,3 3 26,-1-1 0,5 1-21,-11-6 9,-1 0 1,0 0-1,4 4-9,10 7 25,-4-2-37,-1 0 0,0 0-1,3 5 13,9 9-5,7 12-149,-7-7-215,-27-32 315,-1-1 0,0 0 0,1 0 1,-1 0-1,0 0 0,1 1 0,-1-1 0,0 0 0,1 0 0,-1 0 1,0 0-1,1 0 0,-1 0 0,0 0 0,1 0 0,-1 0 0,0 0 1,1 0-1,-1 0 0,0 0 0,1 0 0,-1 0 0,0-1 0,1 1 1,-1 0-1,0 0 0,1 0 0,-1 0 0,0-1 0,0 1 0,1 0 0,-1 0 1,0-1 53,8-7-959,-5 0 27,1-1 0,-1 0-1,-1 1 1,1-1 0,-2-1 0,1 1-1,-1 0 1,-1 0 0,1-1 0,-2-6 932,-2-22-6021,-4-11 6021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1:03.2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39 167 6528,'-35'-28'3738,"34"28"-3647,1-1 1,-1 0-1,1 0 0,0 1 0,-1-1 0,1 0 0,0 0 0,0 1 0,-1-1 1,1 0-1,0 0 0,0 1 0,0-1 0,0 0 0,0 0 0,0 0 0,0 1 1,0-1-1,1 0 0,-1 0 0,0 0 0,0 1 0,1-1 0,-1 0 1,0 1-1,1-1 0,-1 0 0,1 1 0,-1-1 0,1 0 0,-1 1 0,1-1 1,0 0-92,0-1 209,1 1 1,0-1 0,0 1-1,0-1 1,-1 1 0,1 0-1,0-1 1,1 1 0,-1 0-1,1 0-209,5-1 285,0 1 1,0 1-1,0 0 0,1 0 0,-1 0 0,0 1-285,18 0 529,279-9 2788,-173 5-2259,3 6-1058,-8 0 884,24-6-884,423-18 1461,33 13-160,-329-1-906,-234 7-278,237 1 385,-26 1-161,-105-11-136,-60 3 48,13 4-253,302 4 566,-205-9-476,-56 11-20,34 8-70,-109-4 142,0-3 0,0-4 0,49-6-142,-77 4 144,26 2-144,-64 1-86,0 0-1,-1 0 0,1-1 1,0 1-1,0 0 0,-1-1 1,1 0-1,0 0 0,-1 0 1,1 0-1,-1 0 0,2-1 87,-4 2-84,0 0 0,0-1 0,0 1-1,0 0 1,0-1 0,0 1 0,0 0-1,0-1 1,0 1 0,-1 0 0,1 0-1,0-1 1,0 1 0,0 0 0,0 0-1,-1-1 1,1 1 0,0 0 0,0 0-1,0-1 1,-1 1 0,1 0 0,0 0-1,0 0 1,-1-1 0,1 1 0,0 0-1,0 0 1,-1 0 0,1 0 0,0 0-1,-1 0 1,1 0 0,0 0 0,-1 0-1,1 0 1,0 0 0,-1 0 84,-15-5-3236,-10 0-2827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44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40 9984,'-13'0'3285,"13"0"-3105,-1 0 0,1-1 0,0 1 0,-1 0 0,1-1 0,-1 1 0,1-1 0,0 1 0,-1-1 0,1 1 0,0-1 0,-1 1 0,1-1 0,0 1 0,0-1 0,0 1 0,0-1 0,-1 0 0,1 1 0,0-1-180,-2-4 2728,4 8-811,-2-2-130,-4 3 213,2 4-1783,0 1 1,0 0-1,1-1 1,0 1-1,0 0 1,1 0-1,1 0 1,0 8-218,0 13 62,-2 18-37,0-26 46,1 0 1,0 1-1,2-1 1,0 0-1,2 0 0,1 3-71,-4-22 42,0-1-1,0 1 0,0 0 0,0-1 0,0 1 0,0-1 0,1 1 0,0 0-41,-2-3 13,1 1 0,-1-1 0,1 1 0,-1-1 0,1 0 0,-1 1-1,1-1 1,-1 0 0,1 1 0,0-1 0,-1 0 0,1 0 0,-1 0 0,1 1 0,0-1-1,-1 0 1,1 0 0,-1 0 0,1 0 0,0 0 0,-1 0 0,1 0 0,-1-1-1,1 1 1,0 0 0,-1 0 0,1 0 0,-1 0 0,1-1 0,-1 1 0,1 0-1,0-1 1,-1 1 0,1 0 0,-1-1 0,0 1 0,1-1-13,16-12 84,-2 0 0,1-2 0,0-1-84,-2 1-25,1 0-1,1 2 1,7-5 25,-5 6-22,0 0 1,1 2 0,0 0-1,0 1 1,1 1 0,1 1-1,-1 0 1,1 2 0,0 1-1,1 0 1,8 1 21,-21 2 30,-1 2 0,1-1 0,-1 1 0,0 1 0,1-1 0,-1 1 0,0 1 0,0 0 0,0 0-1,-1 0 1,1 1 0,-1 0 0,0 1 0,0-1 0,0 1 0,-1 1 0,1-1 0,-1 1 0,0 0 0,-1 1 0,0-1 0,0 1 0,0 0 0,-1 1 0,0-1-1,0 1 1,-1-1 0,0 1 0,0 0 0,-1 0 0,0 1-30,1 6 81,-1 1-1,-1-1 1,0 0-1,-1 0 1,-1 0 0,-2 14-81,2-20 29,-2 1 0,1-1 0,-1 0 1,0 0-1,-1 0 0,0 0 0,0 0 1,-1-1-1,0 1 0,-1-1 0,-3 4-29,-5 3-134,0 1-1,-1-2 0,0 0 1,-1-1-1,0-1 0,-2 0 1,1-1-1,-1-1 0,0-1 1,-1 0-1,0-1 0,-1-1 1,0-1-1,0-1 0,0-1 1,-11 1 134,22-4-524,-1 0 0,0 0 1,1-1-1,-1-1 0,0 1 1,1-1-1,-1-1 0,1 0 0,-1 0 1,-5-3 523,10 3-757,0-1 0,0 1 0,1-1 0,-1 0 0,1 0 0,0 0 0,0-1 0,0 1 0,0-1 0,0 0 0,1 0 0,0-1 0,0 1 0,0-1 0,0 1 0,-1-6 757,-3-19-3461</inkml:trace>
  <inkml:trace contextRef="#ctx0" brushRef="#br0" timeOffset="369.83">54 40 13696,'-18'3'4426,"12"0"-2565,-1 6-229,7-9-1506,-1 0 0,1 0-1,0 0 1,0 0 0,0 1 0,0-1-1,-1 0 1,1 0 0,0 0-1,0 0 1,0 0 0,0 1 0,0-1-1,0 0 1,0 0 0,-1 0-1,1 1 1,0-1 0,0 0 0,0 0-1,0 0 1,0 0 0,0 1-1,0-1 1,0 0 0,0 0 0,0 0-1,0 1 1,0-1 0,0 0-1,0 0 1,0 0 0,0 1 0,0-1-1,1 0 1,-1 0 0,0 0-1,0 0 1,0 1 0,0-1-1,0 0 1,0 0 0,0 0 0,1 0-1,-1 0 1,0 1-126,13 4 1590,21-2-1299,30-6-343,1-3-1,41-11 53,-49 8-434,20-4-1013,17-3-3063,-31 10-3863,-30 5 4331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41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501 128 9856,'0'0'3205,"1"-2"-1786,17-20 4511,-17 21-5690,1 0 0,-1-1 0,1 1 0,-1-1 0,1 1 0,-1-1 0,0 0 0,0 1 0,0-1 0,0 0 0,0 0 0,0 0 0,-1 0 0,1 0 0,0 0 0,-1 0 0,0 0 0,1 0 0,-1 0 0,0 0-1,0-2-239,-1 2 86,1 0 0,-1 0 0,0 0 0,0 0 0,1 0-1,-1 0 1,-1 0 0,1 0 0,0 0 0,0 1 0,-1-1-1,1 0 1,-1 1 0,1-1 0,-1 1 0,0 0 0,0-1-1,1 1 1,-1 0 0,0 0 0,0 0 0,-1 0-86,-9-4 80,-1 1 0,1 0-1,-1 0 1,0 1 0,0 1 0,0 0 0,-1 1 0,-12 0-80,8 1-11,0 2-1,0-1 1,0 2-1,1 0 1,-1 2-1,-10 3 12,4 1-45,0 1 0,0 1-1,1 1 1,1 1 0,0 1-1,1 1 1,0 1 0,-5 6 45,22-19-9,1 1 0,-1 0 0,1 0 0,0 0 1,0 0-1,1 1 0,-1-1 0,1 1 0,0 0 0,0 0 1,-1 4 8,2-7-2,1 0 0,-1 0 0,1 0 0,0 0 1,0 0-1,0 0 0,0 0 0,1-1 0,-1 1 1,0 0-1,1 0 0,-1 0 0,1 0 0,0 0 1,-1-1-1,1 1 0,0 0 0,0 0 0,0-1 1,0 1-1,1-1 0,-1 1 0,0-1 0,1 0 1,-1 1-1,1-1 0,-1 0 0,1 0 1,0 0-1,-1 0 0,1 0 0,0 0 2,17 7 0,1-1 0,-1-1 0,1-1 0,0-1 0,15 2 0,-9-2 0,3 1 0,-2-1 0,-1 2 0,5 2 0,11 5 71,-1 2 1,28 15-72,-53-22 26,-1 0 0,0 2 0,0-1 0,0 2 0,-2 0 0,1 1 0,11 13-26,-21-21 13,-1 1 0,1 0 0,-1 0 0,0 0 0,0 0 0,0 0 0,-1 1 0,0-1 0,0 1-1,0 0 1,-1 0 0,0-1 0,0 1 0,0 0 0,-1 0 0,1 0 0,-2 1-13,1-2 15,-1 1 0,0-1 1,0 0-1,-1 0 1,0 0-1,0 0 1,0 0-1,0-1 0,-1 1 1,1-1-1,-1 1 1,0-1-1,-1 0 0,1 0 1,-1 0-1,0-1 1,0 1-1,0-1 0,-3 2-15,-11 7 10,-1-1 0,0-1 0,-1-1 0,0-1-1,-1-1 1,1 0 0,-6 0-10,-19 3-101,0-2 0,-37 1 101,70-8-87,0-1 1,0 0-1,0 0 0,0-1 0,0-1 0,0 0 1,-4-2 86,8 2-154,1-1 1,-1 0 0,1 0 0,0-1-1,0 1 1,1-2 0,-1 1 0,1-1-1,0 0 1,0 0 0,-2-3 153,5 5-209,1 0-1,0 1 1,0-1 0,0 0 0,0 0-1,1 0 1,-1 0 0,1-1 0,0 1 0,0 0-1,0-1 1,0 1 0,1 0 0,-1-1-1,1 1 1,0-1 0,0 1 0,0-1-1,0 1 1,1-1 0,-1 1 0,1 0-1,0-1 1,0 0 209,3-7-1112,1 1 0,-1 1 1,1-1-1,1 1 0,0-1 0,0 2 0,2-2 1112,28-32-3493</inkml:trace>
  <inkml:trace contextRef="#ctx0" brushRef="#br0" timeOffset="347.71">850 59 11776,'-2'-1'668,"0"1"1,0-1-1,-1 1 1,1-1 0,0 0-1,0 0 1,0 0-1,-1 0 1,1-1-1,0 1 1,0 0-669,-3-4 6469,5 40-4538,5 28-1622,-1-23-259,7 70-99,5 1 0,8 9 49,-13-68-393,-2-11-1621,2 1 0,5 9 2014,-2-6-7120,-12-35 3350,2-3 250</inkml:trace>
  <inkml:trace contextRef="#ctx0" brushRef="#br0" timeOffset="985.78">719 370 14336,'-31'10'4655,"31"-10"-4544,-1 0 0,1 0 0,-1 0 0,1 0-1,-1 0 1,1 1 0,0-1 0,-1 0 0,1 0 0,-1 1-1,1-1 1,-1 0 0,1 0 0,0 1 0,-1-1-1,1 1 1,0-1 0,-1 1-111,-9 11 1733,10-12-1621,-1 1 0,1-1 0,-1 1 0,1-1 0,0 1 0,-1-1 0,1 1 0,0 0 0,-1-1 0,1 1 0,0 0 0,0-1 0,0 1 0,0 0 0,0-1 0,0 1 0,-1 0 0,1-1 0,1 1 0,-1 0 0,0 0 0,0-1 0,0 1 0,0 0 0,0-1 0,1 1 0,-1-1 0,0 1 0,1 0 0,-1-1 0,0 1 0,1-1 0,-1 1 0,1-1 0,-1 1 0,1-1-112,0 2 43,0-2 0,0 1 0,0 0 0,0 0 0,0 0 0,1 0 0,-1-1 0,0 1 0,1-1 0,-1 1 0,0-1 0,1 1 0,-1-1 0,1 0 0,-1 0 0,1 0-43,11-1-36,0 0 0,1-2 1,-1 0-1,-1 0 0,1-1 0,7-4 36,5 0-217,26-8-3986,36-5 4203,-60 15-1872,0 3 0,-1 0 1,1 1-1,8 2 1872,-24 0-1129,0 1-1,0 1 1,-1-1 0,4 3 1129,-10-3-169,0 0-1,0 0 1,0 1 0,0 0-1,0 0 1,-1 0 0,1 0-1,-1 0 1,0 1-1,1-1 1,-1 1 0,1 2 169,3 4 1303,0 0 1,0 1 0,-1 0-1,-1 0 1,0 1 0,0-1-1,-1 1 1,-1 0 0,3 11-1304,-5-19 267,0 1 1,0-1 0,0 0-1,1 0 1,-1 1 0,1-1-1,0 0 1,0-1 0,0 1 0,1 1-268,-2-3 44,0 0 0,-1 0 0,1-1 0,0 1 0,0 0 0,0-1 0,1 1 0,-1 0 0,0-1 0,0 1 0,0-1 0,0 0 0,0 1 0,1-1 0,-1 0 0,0 0 0,0 0 0,1 0 0,-1 0 0,0 0 0,0 0 0,0 0 0,1-1 0,-1 1 0,0 0 0,0-1 0,0 1 0,1-1-44,8-4 64,-1 0 0,1 0 0,-1-1 0,-1 0 0,1-1 1,-1 0-1,5-6-64,3-4 77,0-1 0,11-18-77,-15 19 107,0-1 1,-2 0 0,2-3-108,-10 15 59,1 0 1,-1 0-1,0 0 0,0 0 1,-1 0-1,0 0 0,0-1 1,0 1-1,-1 0 0,0-1 1,-1-5-60,1 10 19,-1-1 1,0 1 0,1-1-1,-1 0 1,0 1-1,-1 0 1,1-1 0,0 1-1,-1 0 1,1-1 0,-1 1-1,0 0 1,0 0 0,0 0-1,0 1 1,0-1 0,0 0-1,0 1 1,0-1 0,-1 1-1,1 0 1,-1 0 0,1 0-1,-1 0 1,1 0 0,-3 0-20,1 0 12,0 0 1,1 1 0,-1-1-1,0 1 1,0 0 0,0 0-1,1 0 1,-1 1 0,0-1-1,0 1 1,1 0 0,-1 0-1,0 0 1,1 0 0,-1 1-1,1 0 1,0-1 0,-1 1 0,-2 3-13,-2 2 41,0 1 1,0 0 0,1 1 0,-1 0 0,2 0 0,0 1-1,-5 8-41,0 5 86,0 1 0,-7 24-86,12-29 23,1 0 1,1 0-1,1 0 1,0 1-1,1-1 1,1 1-1,1 0 1,2 5-24,-2-16-5,1 1 1,1-1-1,-1 1 1,2-1-1,-1 0 1,1 0-1,1 0 1,0 0-1,0-1 1,0 1-1,1-1 0,1 0 1,-1 0-1,1-1 1,0 0-1,1 0 1,0 0-1,0-1 5,0-2-121,-1 0 0,1 0-1,0-1 1,0 1 0,0-2 0,0 1-1,1-1 1,-1 0 0,0-1 0,1 0-1,0 0 1,-1 0 0,1-1 0,0 0-1,-1-1 1,6 0 121,15-4-1803,0-1 0,0-1 0,21-8 1803,-38 11-1598,0 0 0,0-1 1,0 0-1,-1 0 0,10-8 1598,12-8-3525</inkml:trace>
  <inkml:trace contextRef="#ctx0" brushRef="#br0" timeOffset="1574.92">1757 399 13824,'-1'-1'107,"-3"1"1021,1-1-1,-1 1 1,0-1-1,0 0 1,0 0-1,1-1 0,-1 0-1127,2 2 2252,3 2-424,5 14-777,4 39-683,2 0 0,9 20-368,3 8-38,32 110 80,-24-90 273,-4 1 0,-4 5-315,-24-106-15,0-1-1,1 1 0,-1-1 1,0 1-1,0 0 1,0-1-1,-1 1 0,1-1 1,0 1-1,-1-1 16,1-1-5,0-1 1,0 0-1,0 0 1,0 0-1,0 1 1,-1-1-1,1 0 1,0 0-1,0 0 1,0 0-1,0 0 1,0 1-1,0-1 1,-1 0-1,1 0 1,0 0-1,0 0 1,0 0-1,0 0 1,-1 0-1,1 1 1,0-1-1,0 0 1,0 0-1,0 0 1,-1 0-1,1 0 1,0 0-1,0 0 1,0 0-1,-1 0 1,1 0-1,0 0 1,0 0-1,0 0 1,0 0-1,-1 0 1,1 0-1,0-1 5,-1 1-14,0-1 0,0 0-1,0 0 1,0 0-1,0 0 1,0 0-1,0 0 1,0 0 0,0 0-1,1 0 1,-1-1 14,-7-12-76,2-2 1,-1 1-1,2-1 1,-1-5 75,-1-1-88,-20-71-530,-14-97 618,33 150-31,2 0-1,2-1 1,2 1 0,2-1 0,1 0-1,2 0 1,3-10 31,-3 38-21,-1 1 0,2-1 0,0 1 0,0 0-1,1 0 1,0 1 0,1-1 0,1 1 0,0 0-1,7-8 23,-10 14-2,-1 1 1,1 0 0,0 0-1,1 0 1,-1 0 0,1 1-1,0 0 1,0 0 0,0 0 0,0 1-1,0-1 1,0 1 0,1 0-1,-1 1 1,1-1 0,0 1 0,-1 1-1,1-1 1,0 1 0,0-1-1,-1 2 1,1-1 0,0 1 0,4 0 0,1 2 43,1 0 0,-1 1 0,0 0 1,0 1-1,0 0 0,0 1 0,-1 0 0,0 1 1,0 0-1,-1 0 0,0 1 0,0 0 1,-1 1-1,1 1-43,-2-2 58,-1 0 0,0 0 0,-1 1 1,0 0-1,0 0 0,-1 0 0,0 0 0,0 1 0,-1 0 1,-1 0-1,1 0 0,-2 0 0,1 0 0,-2 0 0,1 0 0,-1 9-58,-1-13-33,0 0-1,0 0 1,0 0 0,-1 0-1,0 0 1,0 0-1,0 0 1,-1-1-1,0 1 1,0-1-1,0 0 1,-1 1-1,0-2 1,0 1-1,0 0 1,-5 3 33,-1 1-343,-1-1 1,0-1-1,0 0 1,-1 0-1,0-1 1,0-1-1,-6 2 343,5-2-825,0-1-1,0-1 1,0 0-1,-1-1 1,-4 0 825,6-1-1602,1-1 1,0 0 0,0-1-1,-2 0 1602,-25-7-3834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0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13 8704,'-5'-4'3328,"5"4"-2592,-5 0 1216,0 0 959,10 0-1599,-5 0 576,0 0-1152,-5 0 288,5 0-576,-9-5-128,9 5-192,-5-3-96,5 6 0,-3-3-832,-2 0 448,0 0-2880,5 5 1792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0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 10240,'-22'15'3872,"22"-15"-3040,-23 16 1055,14-12 449,9 1-1312,-10-2-160,10 2-544,-8-1-96,8-1-128,-10-3-128,10 5 0,-4-5-1088,4 3 576,0-3-2496,4 0 1697,1-3-4257,3 3 3136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6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90 12416,'-19'-31'12127,"14"27"-11763,-1-1 0,0 1 0,1 0 0,-2 0 0,1 0 0,0 1 0,-1 0-1,1 1 1,-1-1 0,-1 1-364,0-1 180,-5-1-75,-1 0 1,1 1-1,-1 0 1,0 1-1,0 1 1,0 0-1,-10 1-105,0 2-27,0 0 0,1 2-1,0 0 1,-3 3 27,-4 1-86,1 2-1,0 1 1,1 1 0,0 2-1,-2 2 87,27-14-22,0 0-1,1-1 1,-1 1 0,0 1-1,0-1 1,1 0 0,0 1-1,-1-1 1,1 1 0,-2 2 22,4-3-8,-1-1 1,0 1-1,0-1 1,1 1-1,-1 0 1,1-1-1,0 1 0,-1 0 1,1 0-1,0-1 1,0 1-1,0 0 1,0 0-1,0-1 1,0 1-1,1 0 1,-1 0-1,1-1 0,-1 1 1,1-1-1,-1 1 1,1 0 7,2 4 3,1-1 0,-1 0 0,1 1 0,0-1 0,0-1 1,1 1-1,-1-1 0,1 1 0,0-1 0,0-1 0,1 1 0,-1-1 0,2 1-3,14 7 27,0-1 0,21 5-27,-36-12-4,64 22 32,-6-4 36,-2 4-1,27 16-63,-83-38 13,0 1 0,0 0 1,0 0-1,-1 1 0,0 0 0,0 0 0,0 0 0,2 3-13,-5-6 5,-1 0-1,1-1 0,-1 1 0,0 0 0,0 0 0,0 0 0,0 0 0,0 0 0,0 0 0,-1 1 0,1-1 0,-1 0 0,1 0 0,-1 1 0,0-1 0,0 0 0,0 0 0,0 1 0,0-1 0,0 0 0,-1 0 0,1 1 1,-1-1-1,0 0 0,1 0 0,-1 0 0,0 0 0,-1 2-4,-5 3-4,0 0 1,0 0-1,0-1 1,-1 0-1,0 0 0,0-1 1,-1 0-1,-6 2 4,8-3-19,-5 4-24,-1-1 0,0-1 1,0 0-1,-1-1 0,0 0 1,0-1-1,0 0 0,0-1 43,-4-1-248,0 0-1,-1-1 0,1 0 0,0-2 0,0 0 0,-10-2 249,22 2-261,-1-1 0,0 0 0,0 0 0,1-1 0,-1 1 0,1-1 0,0-1 0,-5-2 261,8 3-282,-1 0 0,1 1 0,0-1 0,0-1 0,0 1 0,0 0-1,1-1 1,-1 1 0,1-1 0,0 0 0,0 0 0,0 0 0,1 0 0,-2-3 282,2 2-652,0-1 0,1 1 0,-1-1 0,1 1-1,0-1 1,0 1 0,1-1 0,-1 1 0,1-1 0,1 1 0,-1-1 0,1 1 0,1-2 652,0-3-1276,2 0 0,-1 1 0,2 0 0,-1 0 0,1 0 0,4-4 1276,25-24-2949</inkml:trace>
  <inkml:trace contextRef="#ctx0" brushRef="#br0" timeOffset="344.92">645 6 12160,'6'6'9989,"-1"2"-4976,0 4-3557,1 6-3458,0-1 2649,41 109-2159,16 73 1512,-24-69-5618,-25-92 772,-5-13-1929,-4-13 3767</inkml:trace>
  <inkml:trace contextRef="#ctx0" brushRef="#br0" timeOffset="1436.47">599 269 14848,'-22'4'4815,"22"-4"-4633,-1 0 0,0 0-1,1 0 1,-1 0-1,1 0 1,-1 0 0,1 1-1,-1-1 1,1 0 0,-1 0-1,1 0 1,0 1-1,-1-1 1,1 0 0,-1 1-1,1-1 1,-1 0-1,1 1 1,0-1 0,-1 1-182,3 2 3045,2-1-2937,0-1 0,1 1 0,-1-1 1,0 0-1,1 0 0,-1-1 1,0 0-1,4 1-108,39-3-403,-27 0 89,59-4-1669,-43 1-47,0 3 1,-1 1-1,1 1 1,28 5 2029,-59-4 204,0 1 0,0 0 0,0 0 0,0 0 1,0 0-1,0 1 0,-1 0 0,1 0 0,-1 0 0,3 3-204,-3-2 396,0-1-1,0 0 0,1 0 0,-1 0 1,1-1-1,-1 0 0,1 0 1,0 0-1,0 0 0,0-1-395,5 1 131,-1-1 0,1-1-1,0 0 1,0 0 0,0-1-1,0 0 1,-1 0 0,1-1 0,1-1-131,10-4 80,0 0 1,-1-1 0,10-6-81,-20 9 145,-1-1 0,0 0 0,0 0-1,0-1 1,0 0 0,0-1-145,-8 6 56,1 1 0,-1-1 0,1 1 0,-1-1 0,1 0 0,-1 0 0,0 1 0,0-1 0,0 0 0,0 0 0,0 0 0,0 0 0,-1 0 0,1 0 0,-1-1 0,1 1 0,-1 0 0,0 0 0,0 0 0,0 0 0,0-1 0,0 1-1,-1 0 1,1-2-56,-1 2 19,0 0-1,0 1 0,-1-1 1,1 0-1,0 0 0,-1 1 0,1-1 1,-1 1-1,1-1 0,-1 1 1,0 0-1,1 0 0,-1 0 0,0 0 1,0 0-1,0 0 0,0 0 1,0 0-1,0 1 0,0-1 0,0 1 1,0 0-1,0-1 0,0 1 1,-1 0-1,1 0-18,-8 0-5,1 0 1,-1 1-1,1 0 0,-1 0 1,1 1-1,-1 0 0,1 1 1,0 0-1,0 0 1,0 1-1,1 0 0,-1 1 1,1-1-1,-4 5 5,3-2 15,0 0 0,0 1-1,1 0 1,0 0 0,0 1 0,1 0-1,0 0 1,0 1 0,1 0-1,1 0 1,0 0 0,-1 3-15,1 1 26,0-1 1,1 2 0,0-1-1,1 0 1,1 1-1,0-1 1,1 13-27,1-20-13,0 0 1,0-1 0,1 1-1,0 0 1,1-1-1,0 1 1,0-1 0,0 0-1,0 0 1,1 0-1,0 0 1,1 0 0,-1 0-1,1-1 1,0 1-1,0-1 1,1 0 0,2 2 12,-2-3-101,1 0 0,-1-1 0,1 0 0,0 0 0,0 0 0,0 0 0,0-1 0,0 0 0,0-1 0,1 1 0,1-1 101,5 1-313,1 0 0,1-1 0,-1-1 0,6 0 313,-10-1-265,0-1 0,0 1 1,0-2-1,-1 1 0,1-1 1,0-1-1,-1 0 0,0 0 0,0-1 1,0 0-1,-1 0 0,1-1 0,-1 0 1,0-1 264,-2 1 32,0 1 0,0-2 1,0 1-1,-1-1 0,0 1 1,-1-1-1,1-1 0,-2 1 0,1-1 1,-1 1-1,0-1 0,0 0 1,-1 0-1,0 0 0,0-1 1,0-6-33,-2 4 659,-1 0 1,1 0 0,-2-5-660,-1-19 1797,4 24-1380,0 8-110,0 5 355,13 67-209,7 38 33,29 87-486,-20-101 501,3 33-501,-32-121 71,0-1-1,0 1 1,-1-1-1,1 1 1,-1-1-1,0 1 1,0-1-1,-1 1 1,0 2-71,1-7 7,0 0 0,0 0 1,0 1-1,0-1 0,0 0 1,0 1-1,0-1 0,0 0 1,0 0-1,0 1 0,0-1 1,0 0-1,0 0 0,-1 1 0,1-1 1,0 0-1,0 0 0,0 1 1,-1-1-1,1 0 0,0 0 1,0 0-1,0 1 0,-1-1 1,1 0-1,0 0 0,0 0 0,-1 0 1,1 0-1,0 0 0,-1 0 1,1 1-8,-7-7 103,-4-14-168,2-10-86,1 0 0,1 0 1,2 0-1,-2-23 151,1-13-237,2-52 237,5 85-66,1 1 0,2 0 0,1 1 0,6-21 66,-7 38-22,0 1 0,0 0 1,2 0-1,-1 0 0,2 1 1,-1 0-1,8-10 22,-9 16 1,0 0-1,1 0 1,-1 1-1,1 0 1,0 0-1,1 0 1,-1 0-1,1 1 1,0 0 0,0 1-1,0-1 1,0 1-1,1 1 1,3-1-1,-3 1 20,0 0-1,0 1 1,0 1 0,0-1-1,0 1 1,0 1 0,0-1 0,0 1-1,0 1 1,-1-1 0,1 2 0,0-1-1,-1 1 1,1 0 0,3 2-20,-7-3 22,0 0 1,0 1-1,0-1 0,0 1 1,-1 0-1,1 0 0,-1 0 1,0 0-1,0 0 1,0 1-1,0 0 0,-1-1 1,1 1-1,-1 0 0,0 0 1,0 0-1,-1 1 1,1-1-1,-1 0 0,0 1 1,0-1-1,0 1 1,-1-1-1,1 1 0,-1-1 1,0 1-1,-1-1 0,1 2-22,-2 4 23,0-1 0,-1 0-1,0 0 1,0 0-1,-1-1 1,0 1 0,0-1-1,-1 0 1,-5 7-23,-1-1-32,0 0-1,-1-1 1,0 0 0,-12 8 32,12-12-130,1 0 0,-2-1 0,1-1 0,-1 0 0,0 0 0,-1-1 0,0-1 0,-4 1 130,11-4-334,-1 0 1,0 0-1,0 0 0,0-1 1,0-1-1,0 1 0,0-1 1,0-1-1,0 1 0,-5-2 334,10 1-388,-1 0 1,1 1-1,0-1 0,-1 0 0,1-1 1,0 1-1,0-1 0,0 1 0,0-1 1,0 0-1,0 0 0,0 0 1,1-1-1,-1 1 0,1 0 0,0-1 1,-1 0-1,1 0 0,0 1 0,1-1 1,-1 0-1,0-1 0,1 1 0,0 0 1,0 0-1,-1-2 388,-2-28-4853,8 0 1653</inkml:trace>
  <inkml:trace contextRef="#ctx0" brushRef="#br0" timeOffset="2055.84">2430 200 12544,'-3'-1'1287,"1"-1"1,0 1 0,0 0 0,0-1 0,0 0-1,0 1 1,0-1 0,-2-2-1288,3 3 308,0-1 0,0 1 1,-1 0-1,1-1 0,-1 1 1,1 0-1,-1 0 0,1 0 0,-1 0 1,0 0-1,1 0 0,-1 1 1,0-1-1,-1 0-308,-14 0 277,-1-1-1,0 2 1,1 1 0,-1 0 0,1 1-1,-9 2-276,-24 7-295,-26 10 295,65-17-31,3-3-18,0 2-1,0-1 1,1 1-1,-1 0 1,1 0-1,0 1 1,0 0-1,-6 5 50,12-8-2,0-1-1,1 1 0,-1 0 0,0 0 1,1-1-1,-1 1 0,1 0 0,-1 0 1,1 0-1,0-1 0,-1 1 1,1 0-1,0 0 0,-1 0 0,1 0 1,0 0-1,0 0 0,0 0 0,0 0 1,0 0-1,0 0 0,0 0 0,0 0 1,0-1-1,0 1 0,1 0 0,-1 0 1,0 0-1,1 0 0,-1 0 0,1 0 1,-1-1-1,1 1 0,-1 0 0,1 0 1,-1-1-1,1 1 0,0 0 0,-1-1 1,1 1-1,0 0 3,4 3-16,0 0 0,0 0 0,0-1 0,1 1 0,4 1 16,14 6-6,1-2-1,0 0 0,0-2 0,4 0 7,3 1-34,0 1 1,12 7 33,-35-12 22,0 0 0,0 0 1,0 1-1,-1 1 1,1 0-1,-1 0 0,-1 0 1,1 1-1,5 7-22,-11-12 7,0 0 0,-1 0 0,1 0 0,-1 0-1,0 0 1,1 1 0,-1-1 0,0 0 0,0 1 0,-1-1 0,1 1 0,0-1-1,-1 1 1,0-1 0,1 1 0,-1-1 0,0 1 0,0-1 0,0 1-1,-1-1 1,1 1 0,-1-1 0,1 1 0,-1-1 0,0 1 0,0-1 0,0 0-1,0 1 1,0-1 0,-1 0 0,1 0 0,-1 0 0,0 1-7,-3 2-79,0 1 0,0-1 1,-1 0-1,0 0 0,0-1 1,0 1-1,0-1 0,-1-1 1,0 1-1,-1 0 79,-1-1-493,0 0 0,-1-1 0,1 1 0,0-2 0,-1 1 0,1-1 0,-1-1 0,1 0 0,-1 0 0,1-1 0,-1 0 0,1-1 0,-1 0 0,1 0 0,0-1 0,-1-1 493,0 1-1074,0 0 0,0-1 1,0-1-1,1 1 0,0-2 0,0 1 0,0-1 0,0-1 1074,-17-19-3552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2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217 191 9856,'-20'-10'4282,"20"10"-4118,-1 0 0,1 0 0,-1-1 0,1 1 0,0 0 0,-1 0 0,1 0 0,-1 0 0,1-1-1,0 1 1,-1 0 0,1 0 0,0-1 0,0 1 0,-1 0 0,1-1 0,0 1 0,0 0 0,-1-1 0,1 1 0,0 0-1,0-1 1,0 1 0,-1-1 0,1 1 0,0 0 0,0-1 0,0 1 0,0-1 0,0 1 0,0 0 0,0-1-1,0 1 1,0-1-164,0 1 65,0 1 0,0-1-1,0 0 1,0 0-1,-1 0 1,1 0 0,0 1-1,0-1 1,0 0 0,0 0-1,0 0 1,0 0-1,-1 0 1,1 0 0,0 1-1,0-1 1,0 0 0,0 0-1,-1 0 1,1 0-1,0 0 1,0 0 0,0 0-1,-1 0 1,1 0-1,0 0 1,0 0 0,0 0-1,-1 0 1,1 0 0,0 0-1,0 0 1,0 0-1,0 0 1,-1 0 0,1 0-1,0 0 1,0 0-1,0-1 1,-1 1 0,1 0-1,0 0 1,0 0 0,0 0-1,0 0 1,0 0-1,-1-1 1,1 1 0,0 0-1,0 0 1,0 0-1,0 0 1,0 0 0,0-1-1,0 1 1,0 0 0,0 0-1,0 0 1,0-1-1,-1 1 1,1 0 0,0 0-1,0 0 1,0-1 0,0 1-1,0 0 1,1 0-1,-1 0 1,0-1-65,-1 4 55,0 0-1,0 0 1,1 0 0,-1 0 0,1 0-1,0 0 1,0 1 0,0-1 0,0 0-1,0 0 1,1 2-55,1 13 27,9 205 198,-8-185-199,2 10-208,11 42 182,-1-11-607,-14-71 423,1 11-1054,2 0 0,0-1 0,0 1 0,5 8 1238,-8-25-268,-1-1 0,1 0 0,0 1 0,-1-1 0,1 0 0,0 1 0,0-1 0,0 0 0,0 0 0,0 0 1,0 1 267,0-2-125,-1 0 1,0 0 0,0 0-1,0 0 1,0 0 0,1 0-1,-1 0 1,0 0 0,0 1-1,0-1 1,1-1 0,-1 1 0,0 0-1,0 0 1,0 0 0,1 0-1,-1 0 1,0 0 0,0 0-1,0 0 1,1 0 0,-1 0 0,0 0-1,0 0 1,0 0 0,0-1-1,1 1 1,-1 0 0,0 0-1,0 0 1,0 0 0,0-1-1,0 1 1,0 0 0,1 0 0,-1 0-1,0 0 1,0-1 0,0 1-1,0 0 1,0 0 124,1-4-1056,0 1 0,0-1 1,0 0-1,-1 1 0,0-1 0,1 0 1,-1-1 1055,0-16-2283</inkml:trace>
  <inkml:trace contextRef="#ctx0" brushRef="#br0" timeOffset="1504.13">89 307 9216,'-27'-26'3061,"26"24"-2880,0 1 0,-1-1 0,1 1 0,-1 0 0,1-1 0,-1 1 0,1 0 0,-1 0 0,0 0 0,1 0 0,-1 0 0,0 1 0,0-1-181,1 1 229,0-1 0,0 1 0,0-1 1,-1 1-1,1-1 0,0 1 1,0-1-1,1 1 0,-1-1 0,0 0 1,0 0-1,0 0 0,0 0-229,-10-8 3468,10 9-3392,0-1 0,0 1 0,0-1-1,1 1 1,-1-1 0,0 1-1,0-1 1,0 0 0,1 1 0,-1-1-1,0 0 1,1 0 0,-1 0-1,1 1 1,-1-1 0,1 0 0,-1 0-1,1 0 1,-1 0 0,1 0-1,0 0 1,0 0 0,-1 0 0,1 0-1,0 0 1,0 0 0,0 0-1,0 0 1,0 0 0,0 0 0,1 0-1,-1 0 1,0 0 0,0 0-1,1 0 1,-1 0 0,1 0 0,-1 0-1,1 0-75,3-6 54,0-1 0,1 1 0,0 1-1,0-1 1,0 1 0,1 0 0,0 0-1,0 1 1,6-4-54,8-6-31,2 1 0,13-6 31,-14 9 9,0 1 1,1 0 0,19-5-10,-32 13 26,0-1 1,0 1-1,0 1 1,1 0-1,-1 0 0,0 1 1,0 0-1,0 0 1,1 1-1,-1 0 1,3 2-27,-9-2 12,0 0 1,0 0-1,0 1 1,0 0-1,0-1 1,0 1-1,-1 0 1,1 0-1,0 1 0,-1-1 1,0 0-1,1 1 1,-1 0-1,0-1 1,0 1-1,-1 0 1,1 0-1,-1 0 1,1 0-1,-1 0 1,0 0-1,0 1 1,0-1-13,0 3 17,1 0 1,-1 0-1,0 0 0,-1 0 1,0 0-1,0 0 1,0 1-1,0-1 0,-1 0 1,0 0-1,-1 0 1,0 1-18,-1 3 10,-2-1 0,1 0 1,-1 0-1,0 0 0,-1-1 1,0 0-1,0 0 0,-1 0 1,0-1-1,-2 1-10,-16 14 44,-1-2 0,-13 8-44,19-14 6,7-6-80,0 0 1,-1-1-1,0 0 1,0-1-1,-3 0 74,41 6-139,8 6 139,0 2 0,-2 1 0,0 1 0,7 9 0,7 6-101,-3 2 0,10 14 101,-37-38-224,20 23-4987,32 25 5211,-65-62-254,0 0-1,0 0 1,0 0-1,0 0 1,1-1-1,-1 1 1,0 0-1,1-1 1,-1 1 0,0-1-1,1 1 1,-1-1-1,1 1 1,-1-1-1,0 0 1,1 0-1,0 0 255,-1 0-247,0 0-1,0 0 0,0-1 0,0 1 0,0 0 1,0-1-1,0 1 0,-1-1 0,1 1 1,0-1-1,0 1 0,0-1 0,0 0 1,0 1-1,-1-1 0,1 0 0,0 0 0,0 0 248,0-1-286,0 0 0,0 0 0,0 0 0,0 0 0,0-1 0,0 1 0,0 0 0,-1 0 0,1-1 286,-1 0 166,1 1 0,-1-1 0,0 0 0,0 0 0,0 1 0,0-1 0,-1 0 0,1 1-166,-6-16 4426,6 18-4276,0-1 0,0 1 0,0 0-1,-1-1 1,1 1 0,0 0 0,0 0 0,0-1 0,-1 1-1,1 0 1,0 0 0,0-1 0,-1 1 0,1 0 0,0 0 0,-1 0-1,1-1 1,0 1 0,-1 0 0,1 0 0,0 0 0,-1 0-1,1 0 1,0 0 0,-1 0 0,1 0 0,0 0 0,-1 0 0,1 0-1,0 0 1,-1 0 0,1 0 0,0 0 0,-1 0 0,1 0-1,0 0 1,-1 0 0,1 1 0,0-1 0,-1 0 0,1 0 0,0 0-1,-1 1-149,1-1 29,1 0 0,-1 0 0,0 0 0,0 0 0,0 0 0,0 0 0,0 0 0,0 0 0,0 0 0,0 0 0,0 0 0,1 0 0,-1 0-1,0 0 1,0 0 0,0 0 0,0 0 0,0 0 0,0 0 0,0 0 0,0 0 0,0 0 0,0 0 0,1 0 0,-1 0 0,0 0 0,0 0 0,0 1-1,0-1 1,0 0 0,0 0 0,0 0 0,0 0 0,0 0 0,0 0 0,0 0 0,0 0 0,0 0 0,0 1 0,0-1 0,0 0 0,0 0-1,0 0 1,0 0 0,0 0 0,0 0 0,0 0 0,0 0 0,0 0 0,0 1 0,0-1 0,0 0 0,0 0 0,0 0 0,0 0 0,0 0 0,0 0-1,0 0 1,0 0 0,0 0 0,0 0 0,-1 0 0,1 1 0,0-1-29,14-1 639,-1-4-570,0 1 0,0-2-1,-1 1 1,0-2 0,0 0 0,0 0-1,7-7-68,16-14 154,23-24-154,-39 33 181,-1-1 0,0 0-181,-13 13 63,-1 0 0,1 0-1,-1 0 1,0 0 0,0-1-1,-1 1 1,0-1 0,-1 0-1,1 0 1,-2 0 0,1 0-1,0-4-62,-2 9 25,0 0 0,1 0 0,-1 0-1,0 0 1,-1 0 0,1 0 0,0 1-1,-1-1 1,0 0 0,1 0 0,-1 0 0,0 1-1,-1-1 1,1 0 0,0 1 0,-1-1-1,1 1 1,-1-1 0,0 1 0,0 0-1,0 0 1,0 0 0,0 0 0,0 0 0,-1 0-1,1 1 1,-1-1 0,1 1 0,-1-1-1,1 1 1,-2 0-25,1-1 28,-1 1 0,0 0 0,0 0 0,1 0 0,-1 0 0,0 1 0,0-1 0,0 1 1,0 0-1,0 0 0,0 1 0,1-1 0,-1 1 0,0 0 0,-2 0-28,1 1 31,0 0 1,0 0-1,1 1 1,-1 0-1,0 0 1,1 0-1,0 0 1,0 1-1,0-1 1,-2 4-32,-2 2 23,0 1-1,1 0 1,0 0-1,1 1 1,0 0-1,1 0 1,0 1-1,1-1 1,-2 10-23,0 0 10,2 0 0,0 0 0,1 0-1,1 1 1,0 3-10,2-18 3,1 1-1,-1-1 1,1 1 0,0-1-1,1 0 1,0 0-1,0 1 1,0-1-1,1-1 1,0 1 0,1 0-1,-1-1 1,1 1-1,1-1 1,-1 0 0,5 4-3,-1-2-175,1-1 0,-1 0 0,2-1 0,-1 0 1,1 0-1,-1-1 0,1 0 0,1-1 1,-1 0-1,1-1 0,0 0 0,-1 0 1,1-1-1,0-1 0,1 0 0,6 0 175,-6-1-606,-1 0-1,0-1 1,0-1-1,0 1 1,0-2-1,0 1 1,0-2-1,0 1 0,-1-1 1,1-1-1,-1 0 1,-1-1-1,1 1 1,-1-2-1,0 0 1,8-6 606,-6 2-687,-1-1 1,0 1-1,-1-1 1,0-1-1,-1 0 0,7-13 687,-11 16 446,0 1-1,0-2 0,-1 1 0,2-10-445,-4 12 1024,0-1 1,0 0-1,0 0 1,-2 0-1,1 0 0,-1-3-1024,-1-2 1514,2 4-376,-1 0 0,-1 1 0,-1-4-1138,3 12 47,0 1-1,0 0 1,0-1 0,0 1-1,0 0 1,0-1-1,0 1 1,-1-1-1,1 1 1,0 0-1,0-1 1,0 1-1,-1 0 1,1-1 0,0 1-1,0 0 1,-1 0-1,1-1 1,0 1-1,0 0 1,-1 0-1,1-1 1,0 1 0,-1 0-1,1 0 1,-1 0-1,1-1 1,0 1-1,-1 0 1,1 0-1,0 0 1,-1 0-1,1 0 1,-1 0 0,1 0-1,0 0 1,-1 0-1,1 0 1,-1 0-47,1 1 54,-1-1-1,0 0 1,1 1 0,-1-1 0,1 1-1,-1 0 1,1-1 0,-1 1 0,1-1-1,-1 1 1,1 0 0,0-1 0,-1 1-1,1 0 1,0-1 0,0 1 0,-1 0-1,1-1 1,0 1 0,0 0-54,-2 18 33,0 1-1,1 0 1,1-1 0,1 1 0,2 9-33,19 100-28,-14-88 41,46 210 117,-13-66 359,-39-176-456,3 17 264,-5-26-294,0 0-1,0 0 1,0 0-1,0 0 1,0 1 0,0-1-1,1 0 1,-1 0-1,0 0 1,0 0-1,0 0 1,0 0 0,0 0-1,0 0 1,0 0-1,0 0 1,0 0-1,0 0 1,0 0 0,0 0-1,0 1 1,0-1-1,0 0 1,0 0-1,0 0 1,0 0 0,0 0-1,0 0 1,0 0-1,0 0 1,0 0-1,0 0 1,0 0 0,0 1-1,0-1 1,0 0-1,0 0 1,0 0-1,0 0 1,0 0 0,0 0-1,-1 0 1,1 0-1,0 0 1,0 0-1,0 0 1,0 0 0,0 0-1,0 0 1,0 0-1,0 0 1,0 0-1,0 0 1,0 0 0,0 0-1,0 0 1,-1 0-1,1 0 1,0 0-1,0 0 1,0 0 0,0 0-1,0 0 1,0 0-1,0 0 1,0 0-3,-7-12 119,-12-36-82,3-6-77,3-1 0,-1-25 40,5 17-136,3 0 0,1-46 136,6 57-82,2 0-1,3-3 83,-2 30-36,0 0 0,2 1-1,1 0 1,0 0-1,6-10 37,-9 26-3,0 1-1,1-1 0,-1 1 0,1 0 1,1 0-1,-1 1 0,1-1 1,1 1-1,-1 1 0,1-1 1,0 1-1,0 0 0,0 1 1,1 0-1,0 0 0,-1 0 4,-1 2 19,-1 0-1,1 0 1,-1 1-1,1-1 1,-1 1-1,1 1 0,0-1 1,0 1-1,-1 0 1,1 0-1,0 0 1,-1 1-1,1 0 1,0 0-1,-1 1 1,1 0-1,-1 0 0,0 0 1,1 0-1,-1 1 1,0 0-1,0 0 1,-1 0-1,2 1-18,-1 1 43,1 0 0,-1 0-1,0 1 1,0 0 0,0 0-1,-1 0 1,0 0 0,-1 1-1,1-1 1,-1 1 0,0 0-1,1 6-42,-1-3 42,-1 0 0,0 0-1,-1 0 1,0 1 0,-1-1-1,0 0 1,0 0 0,-1 1-1,-1 2-41,0-2-68,0 0-1,-1 0 1,0-1-1,-1 1 1,0-1-1,0 1 1,-2-1-1,1 0 1,-1-1-1,0 0 1,-1 0-1,0 0 1,-1 0-1,0-1 1,0-1-1,0 1 1,-9 4 68,7-6-377,-1 0 1,1-1-1,-1-1 0,0 0 1,0 0-1,0-1 0,-1-1 1,-8 2 376,16-4-238,0 1-1,0-1 1,-1 0 0,1 0 0,0-1 0,0 1 0,-1-1 0,1 0 0,0 0 0,0 0 0,0 0 0,0-1-1,0 0 1,-1 0 238,2 0-427,-1 0 0,1 0-1,0 0 1,0-1 0,0 1-1,0-1 1,0 0 0,0 0-1,1 0 1,-1 0 0,1 0-1,0 0 1,0 0 0,0-1-1,1 1 1,-2-3 427,1 0-851,0-1 1,1 1-1,-1-1 1,1 0-1,0 0 0,1 0 1,0 0-1,0-2 851,6-32-2709</inkml:trace>
  <inkml:trace contextRef="#ctx0" brushRef="#br0" timeOffset="1905.9">1701 640 11520,'1'3'1114,"-1"-1"-305,1 0 0,0 0 0,-1 0 1,1 0-1,-1 0 0,0 0 0,1 0 1,-1 0-1,0 0 0,0 0 0,0 0-809,19-5 1851,-9-1-1830,-1 0-1,0 0 1,-1-1 0,1 0 0,-1 0-1,0-1 1,0 0 0,3-4-21,3-1-1,14-12 47,-1-1 0,-1-1 0,-1-1 0,-1-2 0,15-23-46,-34 44 21,-1 0-1,1 0 1,-2-1 0,1 1 0,-1-1 0,0 0 0,1-5-21,-3 10 25,-1-1 0,1 1 0,-1 0 0,0-1-1,0 1 1,0-1 0,0 1 0,-1 0 0,1-1 0,-1 1-1,0 0 1,0 0 0,0-1 0,-1 1 0,1 0 0,-1 0 0,1 0-1,-1 0 1,-1 0-25,2 2 11,0 0 0,0 0-1,0-1 1,0 2 0,-1-1-1,1 0 1,0 0 0,-1 0 0,1 0-1,-1 1 1,1-1 0,0 1-1,-1-1 1,0 1 0,1 0-1,-1-1 1,1 1 0,-1 0 0,1 0-1,-1 0 1,1 0 0,-1 0-1,-1 1-10,-1 0 33,-1 0 0,1 0-1,-1 0 1,1 1 0,0-1-1,0 1 1,-2 1-33,-2 2 44,0 0 1,1 1-1,0 0 1,0 0-1,0 1 0,1 0 1,0 0-1,0 0 1,1 1-1,0 0 1,0 0-1,0 1 1,1-1-1,1 1 0,-1 1-44,-1 6-3,0-1 0,1 1-1,1 0 1,1 0 0,0 0 0,1 0-1,1 1 1,0 4 3,0-14-130,1-1 0,0 0-1,0 1 1,0-1 0,1 0 0,0 0 0,0 0 0,0 0-1,1 0 1,0 0 0,0-1 0,0 1 0,1-1 0,0 0-1,0 0 1,0 0 0,0-1 0,1 0 0,0 1-1,0-1 1,0-1 0,1 1 0,-1-1 0,1 0 0,-1 0-1,1-1 1,1 1 130,9 0-1085,1 0-1,-1-1 1,1 0-1,-1-1 0,1-1 1,0-1-1,-1-1 1,1 0-1,3-1 1086,36-6-3333</inkml:trace>
  <inkml:trace contextRef="#ctx0" brushRef="#br0" timeOffset="2438.09">2520 388 13056,'-2'-3'1081,"0"0"0,0 0 0,-1 0 1,1 0-1,-1 0 0,1 0 0,-1 1 0,0 0 1,0-1-1,0 1 0,-1 0-1081,-1-1 352,1 1-1,-1 0 1,1 0 0,-1 1-1,0-1 1,0 1-1,0 0 1,-2 0-352,1 1-39,1-1 0,-1 1 0,0 0 0,0 1 0,0-1 0,0 1 0,0 1 0,1-1 0,-1 1 1,0 0-1,1 0 0,-1 0 0,1 1 0,0 0 0,-1 0 39,-2 3-8,1 1 0,-1-1-1,1 1 1,0 1 0,1-1 0,-6 9 8,-2 6-40,1 0 1,0 1 39,6-10-12,1 1 0,0 0 0,1 1 0,-3 13 12,7-20-12,-1 0-1,1 0 0,0 0 0,1 0 0,0 0 0,0 0 0,1 0 1,0 0-1,0 0 0,1 1 13,-2-6-9,1-1 0,0 0 1,0 0-1,-1 1 0,1-1 1,1 0-1,-1 0 0,0 0 1,0 0-1,1 0 0,-1 0 1,1 0-1,0 0 0,-1-1 0,1 1 1,0-1-1,0 1 0,0-1 1,0 0-1,0 0 0,1 0 9,0 0-11,0 0 0,1 0 0,-1 0 0,1-1 0,-1 0 0,1 0 0,-1 0 0,0 0 0,1 0 0,-1-1 0,1 1 0,-1-1 0,2-1 11,6-1-7,0-2 0,-1 1 1,1-1-1,-1-1 1,0 0-1,-1 0 1,0-1-1,5-4 7,-7 4 12,0-1 0,0 0-1,-1-1 1,0 1 0,0-1-1,-1 0 1,0-1 0,-1 1-1,0-1 1,0 0 0,-1 0-1,2-9-11,0-7 56,-1-2 0,-1 1-1,-1 0 1,-1-12-56,12 121 283,-9-49-387,3 0 1,0-1-1,2 0 1,1-1-1,2 0 104,0 4-764,-9-24-276,1 1 1,0-1-1,1 0 0,1 0 0,-1-1 1,3 3 1039,-6-11-457,-1-1 0,0 1-1,0-1 1,1 1 0,-1-1 0,0 0 0,1 1 0,-1-1 0,1 0 0,0 0 0,-1 0 0,1 0 0,0-1 0,0 1-1,0 0 1,0-1 0,1 1 457,12 0-3370</inkml:trace>
  <inkml:trace contextRef="#ctx0" brushRef="#br0" timeOffset="2769.94">2776 21 12288,'-4'-2'878,"-15"-12"2698,19 14-3332,-1-1 1,0 1-1,0-1 1,1 1-1,-1 0 1,0-1-1,0 1 1,0 0-1,0-1 1,1 1-1,-1 0 1,0 0-1,0 0 1,0 0-1,0 0 1,0 0 0,0 0-1,0 0 1,1 0-1,-1 0 1,-1 1-245,1 0 194,-1 1 0,1 0 1,-1-1-1,1 1 0,-1 0 1,1 0-1,0 0 0,0 0 1,0 0-1,0 0 0,0 0 1,1 0-1,-1 1 0,1-1 0,-1 0 1,1 0-1,0 1 0,0-1 1,0 0-1,0 0 0,0 1 1,0-1-195,2 13-242,0 0 0,0-1-1,2 3 243,0-1 361,56 223-860,-39-162-623,13 39-2011,-9-39-5627,-16-51 5224</inkml:trace>
  <inkml:trace contextRef="#ctx0" brushRef="#br0" timeOffset="3126.85">2565 402 16511,'-15'2'5350,"15"-2"-5236,0 0 0,0 0 0,0 0 0,0 0 0,1 1 0,-1-1 0,0 0 0,0 0 0,0 0 0,0 0 0,0 0 0,0 0 0,0 0 0,1 0 0,-1 0 0,0 0 0,0 0 0,0 1 0,0-1 0,0 0 0,0 0 1,0 0-1,0 0 0,0 0 0,0 0 0,0 0 0,0 1 0,0-1 0,0 0 0,0 0 0,0 0 0,0 0 0,0 0 0,0 0 0,0 1 0,0-1 0,0 0 0,0 0 0,0 0 0,0 0 0,0 0 0,0 0 0,0 1 0,0-1 0,0 0 0,0 0 1,0 0-115,12-5 91,1 1 0,0 0 0,0 1 0,0 0 0,0 1 1,11 0-92,23-4-100,-30 2-101,175-26-4325,-143 25-8031,32 2 12557,-40 6-3696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3:59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161 371 13056,'0'-1'513,"0"1"1,-1-1 0,1 0 0,0 0 0,-1 0-1,1 0 1,0 0 0,0 0 0,0-1 0,0 1-1,0 0 1,0 0 0,0 0 0,0 0 0,0 0 0,1 0-1,-1-1-513,11-12 3434,-2 3-2973,1-3-210,1 0 1,0 1 0,1 0-1,0 0 1,14-9-252,-24 20 8,8-6 45,0 0 0,1 1 0,-1 1 0,1-1 0,4 0-53,-12 6 19,0 0 0,0 0-1,1 0 1,-1 0-1,0 0 1,0 1 0,1-1-1,-1 1 1,0 0-1,1 0 1,-1 0 0,0 1-1,0-1 1,1 1 0,-1 0-1,0 0 1,0 0-1,0 0 1,0 0 0,0 1-1,0-1 1,2 2-19,-1 0 35,0 1 1,1-1-1,-1 1 1,-1 0 0,1 0-1,0 1 1,-1-1-1,0 0 1,0 1-1,0 0 1,-1 0-1,0 0 1,0 0-1,0 0 1,0 0 0,-1 1-1,0-1 1,0 1-1,0-1 1,-1 2-36,1 7 19,-2 0 1,1-1 0,-2 1-1,0-1 1,0 1-1,-1-1 1,-4 9-20,-1 0 11,-1-1 1,-1 1-1,-1-2 1,-1 0-1,-3 3-11,8-12 7,-9 16-9,-2-1 0,0-1 0,-2-1 1,-1 0-1,0-2 0,-23 18 2,30-29-19,-13 10-132,-18 10 151,38-26-39,-1-1 0,0 0-1,1 0 1,-1-1-1,-1 0 1,1 0-1,0-1 1,-8 2 39,14-4-14,0 0 0,0 0 1,0 0-1,0 0 0,0 0 0,0 0 1,0 0-1,0-1 0,0 1 0,0-1 0,0 1 1,0-1-1,0 0 0,0 0 0,1 0 1,-1 0-1,0 0 0,1 0 0,-1 0 1,0 0-1,1-1 0,0 1 0,-1-1 1,1 0 13,0 1-5,0 0 1,1-1 0,-1 1-1,1 0 1,0-1 0,0 1 0,-1 0-1,1-1 1,0 1 0,0 0 0,0-1-1,0 1 1,0 0 0,1-1-1,-1 1 1,0 0 0,0-1 0,1 1-1,-1 0 1,1 0 0,0-1-1,-1 1 1,1 0 0,0 0 0,-1 0-1,1 0 1,0 0 0,0 0-1,0 0 1,0 0 0,0 0 0,0 0-1,0 0 1,1 1 0,-1-1 4,4-2-8,0 0 1,1 0-1,-1 1 0,1-1 1,0 1-1,-1 0 1,1 1-1,0 0 0,0 0 1,0 0-1,0 0 1,1 1-1,-1 0 0,0 1 1,0-1-1,0 1 1,2 1 7,16 2 66,0 2 0,-1 1 0,15 6-66,55 26 192,-60-24-163,1-1 1,0-2-1,1-2 0,0 0-29,-27-9-387,0 0-1,0 0 1,0 0-1,0-1 1,0 0-1,0-1 0,0 0 1,0 0-1,0 0 1,0-1-1,3-1 388,-4 0-1689,0 0 0,0-1 1,0 1-1,-1-1 0,1-1 0,-1 1 1,4-4 1688,8-9-3696</inkml:trace>
  <inkml:trace contextRef="#ctx0" brushRef="#br0" timeOffset="401.84">749 541 14208,'-16'0'4591,"13"0"-2601,3 0 4,0 0 278,0 0-896,12 0 901,13-1-1901,1-1 0,19-5-376,-24 3-709,1 1 0,-1 1-1,1 1 1,7 1 709,17 0-5194,-27 0-491,-1 0 1621</inkml:trace>
  <inkml:trace contextRef="#ctx0" brushRef="#br0" timeOffset="6833.41">1373 104 12288,'0'-12'2941,"-1"-12"7339,-4 30-9840,0 0 1,1 0-1,-1 1 0,2-1 1,-1 1-1,-1 4-440,-17 45 35,-15 57 322,-18 99-357,51-187 293,4-25-288,0 0 1,0 0-1,0 1 0,1-1 0,-1 0 0,0 1 0,0-1 0,0 0 0,1 0 0,-1 0 0,0 1 0,0-1 0,0 0 0,1 0 0,-1 0 0,0 1 0,1-1 0,-1 0 0,0 0 0,0 0 0,1 0 0,-1 0 0,0 0 0,1 1 0,-1-1 0,0 0 0,1 0 0,-1 0 0,0 0 0,1 0 0,-1 0 0,0 0 0,0 0 0,1-1 0,-1 1-5,9-2 9,0-1 0,-1 0 0,1 0 0,-1-1 0,8-4-9,16-8-18,-1 4-17,0 2 0,1 1 0,0 1 0,1 2 0,-1 1 0,1 1 0,19 1 35,-12 2-668,-1 2 0,0 2 1,1 1-1,-1 2 0,0 2 668,-31-6-970,-1-1 0,1 1-1,0-1 1,-1-1 0,1 1-1,2-1 971,-7-1-552,-1 1-1,1 0 0,0-1 1,-1 0-1,1 1 0,-1-1 0,1 0 1,-1 0-1,1 0 0,-1-1 1,0 1-1,1-1 0,-1 1 1,0-1-1,0 0 0,0 1 1,0-1-1,0-1 553,8-9-3157</inkml:trace>
  <inkml:trace contextRef="#ctx0" brushRef="#br0" timeOffset="7186.19">1677 8 10368,'0'-1'332,"-1"1"1,1-1-1,-1 1 1,1-1-1,-1 1 1,1-1 0,-1 1-1,1-1 1,-1 1-1,0 0 1,1-1-1,-1 1 1,1 0 0,-1 0-1,0-1 1,1 1-1,-1 0 1,0 0-1,0 0-332,-8 8 7047,8-6-6509,-4 5-18,1 0 0,0 0 0,0 0 0,1 0 0,0 0 0,1 1 0,-1-1 0,1 5-520,-4 15 435,0 24-435,2-14 429,-11 84 8,5 33-437,8-94-1936,4 1 0,2-1 1,8 36 1935,-2-44-6134,-2-7 1783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18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671 287 7936,'0'-2'962,"0"-1"1,0 0-1,1 1 1,-1-1-1,1 1 0,0-1 1,0 1-1,0-2-962,1 1 466,-1-1 0,0 0 0,0 1 0,0-1 0,0 0 0,0 0-466,0-7 347,-1 0-1,0 1 0,0-1 0,-1 0 0,-1 1 0,1-1 0,-2 1 1,1 0-1,-2-1 0,1 1 0,-1 1 0,-3-7-346,3 10 90,-1-1-1,1 1 1,-1-1-1,0 1 1,0 1-1,0-1 1,-1 1-1,0 0 1,0 0-1,-1 1 1,1-1-1,-1 1 1,0 1-1,0-1 1,0 1 0,-1 1-1,1-1 1,-1 1-90,-1 0 12,1 0 1,0 1-1,-1 0 1,0 0 0,1 0-1,-1 1 1,1 1 0,-1 0-1,1 0 1,-1 0 0,1 1-1,-1 0 1,1 1-1,0 0 1,0 0-13,0 1 5,0 1 0,1 0-1,-1 0 1,1 0 0,0 1 0,1 0-1,-1 0 1,1 1 0,0 0 0,1 0-1,0 0 1,0 1 0,0-1 0,-2 8-5,-5 13 13,1 1 1,2 0-1,1 0 1,1 1-1,1 0 1,2 0-1,1 1 1,1 0-1,3 29-13,4 16 11,3 0 0,3-2 0,12 37-11,19 38 461,-19-73-4180,0 15 3719,-21-82-1384,-1 0 0,0 0 0,0 6 1384,-1-13-988,0 1-1,0 0 1,-1 0 0,1 0-1,-1 0 1,1 0 0,-1 0-1,-1 0 989,2 1-2890</inkml:trace>
  <inkml:trace contextRef="#ctx0" brushRef="#br0" timeOffset="332.16">43 647 11520,'-26'-7'3733,"25"7"-3553,0 0-1,0 0 1,1 0 0,-1 0 0,0 0-1,1 0 1,-1 0 0,0-1 0,1 1 0,-1 0-1,0-1 1,1 1 0,-1 0 0,0-1-1,1 1 1,-1-1 0,1 1 0,-1-1 0,1 1-1,-1-1 1,1 1 0,0-1 0,-1 1-1,1-1 1,-1 0 0,1 1 0,0-1-1,0 0-179,0 1 155,0-1 0,0 0 0,1 0 0,-1 0 0,1 1-1,-1-1 1,1 0 0,-1 0 0,1 1 0,-1-1 0,1 0-1,-1 1 1,1-1 0,0 1 0,0-1 0,-1 1-1,1-1 1,0 1-155,6-4 537,1 0-1,-1 0 0,8-2-536,44-13-142,0 1-1,1 3 1,53-5 142,-100 19-396,92-10-3291,-32 11-3723,-37 3 3832</inkml:trace>
  <inkml:trace contextRef="#ctx0" brushRef="#br0" timeOffset="685.12">699 543 12544,'-15'-7'4122,"12"6"-2421,3 1-442,10-4 1440,30-8-2047,5-1-275,19-1-377,-48 11 7,0 1 1,-1 1-1,1 0 0,0 1 0,0 1 0,2 0-7,-4 1 6,-1 1 0,0 0 0,1 1 0,3 2-6,-13-5 17,0 1 0,1 0 0,-1 0 0,0 0-1,0 0 1,0 1 0,-1 0 0,1 0 0,-1 0 0,1 0 0,-1 0 0,0 1 0,0-1 0,1 3-17,-3-5 27,-1 1 1,1 0-1,0 0 1,-1 0-1,1 0 1,-1 0-1,0 0 1,1 0-1,-1 1 1,0-1-1,0 0 1,0 0-1,-1 0 1,1 0-1,-1 0 1,1 0-1,-1 0 1,1 0-1,-1 0 1,0 0-1,0 0 1,-1 1-28,-3 5 88,0-1 0,0 1-1,-1-1 1,-4 4-88,5-6 41,-3 3 2,0 0 0,-1-1 0,0 0 0,0-1-1,-1 0 1,0 0 0,0-1 0,0 0 0,-1-1-1,1 0-42,2-1-28,0 0-1,0-1 0,0 0 1,0 0-1,0-1 0,-1 0 1,1-1-1,0 0 0,-1 0 1,1-1-1,0 0 0,0 0 1,0-1-1,-2 0 29,7 1-180,0 0 1,1 0 0,-1 0-1,0-1 1,1 1-1,-1-1 1,1 0-1,0 1 1,0-1-1,-1 0 1,1 0 0,0 0-1,1-1 1,-1 1-1,0 0 1,1-1-1,-1 1 1,1-1-1,0 0 1,-1 1-1,1-1 1,1 0 0,-1 0-1,0 1 1,1-1-1,-1-2 180,1 2-613,0 0 0,0-1 0,1 1 0,-1 0 0,1-1 0,0 1 0,0 0 0,0 0 0,0-1 0,0 1 0,1 0 0,-1 0 0,1 1 0,2-4 613,13-14-3338</inkml:trace>
  <inkml:trace contextRef="#ctx0" brushRef="#br0" timeOffset="1025.5">1273 483 11648,'0'0'310,"0"1"0,0 0 1,0-1-1,0 1 0,-1-1 1,1 1-1,0 0 0,0-1 1,0 1-1,-1 0 0,1-1 1,0 1-1,-1-1 0,1 1 1,0-1-1,-1 1 0,1-1 1,-1 1-1,1-1 0,-1 1 1,1-1-1,-1 0 0,1 1-310,-1-1 79,1 0-1,0 0 0,-1 0 0,1 1 0,0-1 0,0 0 0,-1 0 0,1 1 0,0-1 0,0 0 0,-1 0 0,1 1 0,0-1 0,0 0 1,0 1-1,0-1 0,-1 0 0,1 0 0,0 1 0,0-1 0,0 0 0,0 1 0,0-1 0,0 1 0,0-1 0,0 0 0,0 1 0,0-1 0,0 0 1,0 1-1,0-1 0,0 0 0,0 1 0,0-1 0,1 0 0,-1 1 0,0-1-78,6 36 1483,-2-28-1457,1 0 0,-1 0 0,2 0 0,-1-1 0,1 0 0,0 0 1,1 0-27,1 1 338,-1 0 0,0 1 0,0 0 1,2 6-339,9 17 1920,-18-32-1595,-7-25 224,8 16-568,0-1 0,0 1 0,1 0 0,0 0 0,1 0 0,0 1 0,0-1 0,1 0 0,0 1 0,1 0 0,0 0 0,3-5 19,10-11-637,1 1 0,1 1 1,7-5 636,-20 20-754,1 0 0,0 1 1,1-1-1,-1 2 1,1-1-1,1 1 754,0 0-2054,1 0-1,0 1 0,0 0 1,1 1-1,2-1 2055,13 0-3386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3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106 365 8448,'-16'-5'2757,"16"4"-2416,-1 0-1,1 1 1,-1-1 0,1 0-1,0 0 1,-1 0 0,1 0-1,0 0 1,-1 0 0,1 0-1,0 0 1,0 1 0,0-1-1,0 0 1,0 0 0,0 0-1,0 0 1,0 0 0,1 0-1,-1 0-340,0-2 1576,14 40 867,-9-19-2360,1 0 0,5 9-83,8 26 266,-17-48-339,-1-2 193,0 0 1,0 1 0,0-1 0,0 1-1,-1-1 1,0 1 0,1 0-121,-1-4 18,0 1-1,0-1 1,0 0 0,-1 0-1,1 0 1,0 0 0,0 1 0,0-1-1,0 0 1,0 0 0,0 0 0,0 0-1,0 1 1,0-1 0,-1 0-1,1 0 1,0 0 0,0 0 0,0 0-1,0 0 1,0 0 0,-1 1 0,1-1-1,0 0 1,0 0 0,0 0-1,0 0 1,-1 0 0,1 0 0,0 0-1,0 0 1,0 0 0,-1 0 0,1 0-1,0 0 1,0 0 0,0 0-1,0 0 1,-1 0 0,1 0-18,-15-8 369,-9-10 233,-17-15-602,33 25 81,0 1 0,0-1 0,1-1 0,0 0 0,1 0 0,-3-5-81,7 11 6,1 0 1,-1 0-1,1 0 0,0 0 0,0 0 1,0 0-1,1 0 0,-1 0 0,1 0 1,0 0-1,-1 0 0,1 0 0,1-1 1,-1 1-1,0 0 0,1 0 0,0 0-6,0-1-6,0 0 1,1 0-1,0 1 0,0-1 0,0 0 0,0 1 0,1 0 1,-1-1-1,1 1 0,0 0 0,0 1 0,0-1 6,6-5-38,1 1 1,0 1-1,1 0 0,-1 0 0,1 1 0,0 0 0,0 1 1,8-2 37,8-1-567,0 1 1,0 1 0,1 1-1,-1 2 1,1 1-1,0 1 567,0 1-3254,0 2-1,-1 0 0,20 6 3255,-10 0-3338</inkml:trace>
  <inkml:trace contextRef="#ctx0" brushRef="#br0" timeOffset="1077.25">575 339 10368,'-8'0'3429,"6"0"-1872,2 0 230,0 0 383,0-1-2123,0 1-1,0 0 0,0 0 1,0 0-1,0 0 1,0 0-1,0 0 0,0 0 1,0 0-1,-1-1 0,1 1 1,0 0-1,0 0 0,0 0 1,0 0-1,0 0 0,0 0 1,0 0-1,0-1 1,1 1-1,-1 0 0,0 0 1,0 0-1,0 0 0,0 0 1,0 0-1,0 0 0,0 0 1,0-1-1,0 1 1,0 0-1,0 0 0,0 0 1,0 0-1,0 0 0,1 0 1,-1 0-1,0 0 0,0 0 1,0 0-1,0 0 0,0 0 1,0-1-1,0 1 1,0 0-1,1 0 0,-1 0 1,0 0-1,0 0 0,0 0 1,0 0-1,0 0-46,56-23 554,-32 12-363,1 1 0,0 1-1,1 1 1,3 1-191,-8 4 22,0 0-1,1 2 0,-1 0 1,1 1-1,-1 2 0,0 0 1,0 1-1,0 1 0,0 1 1,0 1-1,-1 1 0,8 4-21,-23-9 46,0 1-1,-1-1 1,1 1 0,-1 0-1,0 0 1,0 1-1,2 1-45,-5-4 20,0 0 1,0 0-1,0 0 0,0 1 0,0-1 0,0 0 0,0 1 0,0-1 0,-1 1 0,1-1 0,0 1 0,-1-1 1,0 1-1,1-1 0,-1 1 0,0-1 0,0 1 0,1 0 0,-1-1 0,0 1 0,-1-1 0,1 1 0,0-1 1,0 1-1,-1 1-20,-1 0 49,1 0 1,-1-1 0,0 1 0,1 0 0,-1 0 0,-1-1-1,1 1 1,0-1 0,-1 0 0,1 0 0,-1 0-50,-4 4 148,0-1 0,-1-1 0,-5 4-148,-1-2 79,0-1 1,0 0 0,0-1 0,0 0-1,-7 0-79,-25 3 11,-1-2-11,38-5-9,-60 6 73,-19-3-64,58-3-156,1-2 0,0-1 0,0-1 0,-8-3 156,33 6-100,1 0 0,-1-1 1,0 1-1,0-1 1,1 1-1,-1-1 1,1 0-1,0-1 1,-1 1-1,-1-2 100,4 3-77,0 0 0,0 0 0,1 0 0,-1 0 0,0 0 0,0 0 0,1 0 0,-1 0 0,0 0 0,1 0 0,-1-1 0,1 1 0,0 0 0,-1 0 0,1-1 0,0 1 0,0 0 0,0-1 0,0 1 0,0 0 0,0 0 0,0-1 0,0 1 0,1 0 1,-1-1-1,0 1 0,1 0 0,-1 0 0,1 0 0,-1-1 0,1 1 0,0 0 0,0 0 77,2-3-291,0 0 0,1 0 0,0 1 0,0 0 0,0 0 0,0 0 0,0 0 0,0 1 0,1 0 0,0-1 291,-1 1-285,12-6-521,0 1 0,0 1 0,1 0 0,0 2-1,0 0 1,3 0 806,12-1-937,-1 2 0,1 1 0,-1 2 937,-1 0 456,0 2-1,5 3-455,12 3 3766,-1 2-1,0 2 1,34 14-3766,-72-22 149,0 0-1,-1 0 1,0 0 0,1 1 0,-2 0-1,3 2-148,26 18 100,-34-24-99,22 12 23,0 0 0,0-2 1,1 0-1,5 0-24,-22-9 18,-1 0 0,1 0 0,0-1 0,0 0 0,0 0 0,-1-1 0,1 1 0,0-1 0,0-1 0,0 0 0,0 0 0,0 0 0,-1 0 0,1-1-1,0 0 1,-1-1 0,0 0 0,4-1-18,6-6 342,1-1-1,9-8-341,-22 16 73,1-1 1,-1 0-1,0 0 0,0-1 0,-1 1 0,1-1 1,-1 1-1,0-1 0,0 0 0,0-1 0,-1 1-73,7-20-96,5 37-16,15 18 91,-20-20-93,1 0-1,0-1 1,0 0 0,1-1 0,0 0 114,6 2-338,1-1 0,0-1 0,1 0 0,0-2 0,0 0 0,0-1-1,1-1 1,-1 0 0,1-2 0,15 0 338,-27-2-36,0 0 0,0-1 0,0 0 0,0 0 0,0-1 0,0 0-1,-1-1 1,1 0 0,-1 0 0,6-3 36,-9 4 47,0-1-1,-1 1 1,1-1-1,0 0 1,-1 0 0,0 0-1,0 0 1,0-1-1,0 1 1,-1-1-1,1 0 1,-1 0 0,0 0-1,0 0 1,0 0-1,-1 0 1,1-1 0,-1 1-1,0-1 1,0 0-47,1-15 426,0 1 1,-2-1-1,0 0 1,-3-17-427,-15-78 1067,10 70-699,3 13-155,-1 6-64,2-1 1,2 1-1,0-3-149,6 37 198,2 34 11,-3-17-114,1 1 1,7 24-96,64 169 59,-19-77-4945,-44-118 1200,-3-9 530,-5-4-2050,-1-5 1852</inkml:trace>
  <inkml:trace contextRef="#ctx0" brushRef="#br0" timeOffset="1682.76">1817 310 15872,'-26'-4'5205,"24"3"-4748,0 1 1,0 0-1,0 0 0,0 0 1,0 0-1,0 1 1,0-1-1,-1 1-457,-3 1 821,7-1 832,90 7-837,-25-8-1618,56 0-2078,-62 2-3593,1 3 6473,1 5-4622,-55-9 4521,0 1 0,0 0 1,0 1-1,0 0 0,-1 0 0,1 0 1,3 3 100,-2 0 762,-4-3 436,1 0-1,-1 0 1,1 0 0,-1 1 0,2 3-1198,-4-6 209,-1 0-1,1 1 0,0-1 0,0 0 0,0 0 0,0 0 0,0 0 0,0 0 1,0 0-1,0-1 0,1 1 0,-1-1 0,0 1 0,0-1 0,0 0 0,1 0 1,-1 0-1,0 0 0,0 0 0,1 0-208,11-2 45,-1 0-1,1-1 1,0-1-45,10-2 119,13-1-161,0-1-1,0-2 0,0-2 1,33-15 42,-32 5 316,-35 20-236,-1 0-1,0 1 1,1-1 0,-1 0 0,0 0 0,0 0 0,-1-1 0,1 1 0,0 0 0,-1-1-1,1 1 1,-1-1 0,0 0-80,-1 2 32,1 0 0,-1 0 0,0 0 1,0 0-1,0 1 0,0-1 0,0 0 0,0 0 0,0 0 0,0 0 0,0 0 0,0 0 0,0 0 0,-1 0 0,1 0 1,0 1-1,-1-1 0,1 0 0,0 0 0,-1 0 0,1 1 0,-1-1 0,0 0 0,1 0 0,-1 1 0,1-1 0,-1 0 0,0 1 1,0-1-1,1 1 0,-1-1 0,0 1 0,0-1 0,0 1-32,-2-2 54,0 1 1,-1 0-1,1 0 1,-1 0-1,0 0 1,1 0-1,-2 0-54,-10 1 60,0 0 0,0 0 0,0 1 0,-1 1-1,1 1 1,1 0 0,-1 1 0,0 1 0,-3 1-60,4 0 41,0 1 0,0 0 0,1 1 0,0 0 1,0 1-1,1 1 0,-7 6-41,11-9 11,1 1 1,0 0-1,0 0 1,0 0-1,1 0 1,1 1 0,-5 8-12,8-14-14,1 1 0,-1 0 0,1-1 0,0 1 0,0 0 0,0 0 0,1 0 1,-1 0-1,1 0 0,0 2 14,0-3-31,1-1 0,-1 1-1,1-1 1,0 0 0,-1 1 0,1-1 0,0 0 0,0 1 0,0-1 0,1 0 0,-1 0 0,0 0 0,1 0-1,0 0 1,-1 0 0,1-1 0,1 2 31,3 2-201,1-1 0,-1 0-1,1 0 1,0-1 0,0 0-1,0 0 1,0-1 0,1 0-1,-1 0 1,0 0 0,4-1 201,12 2-1029,-1-1 0,1-2 0,8 0 1029,36-6-6162,0-2-1,18-7 6163,-11 2-3317</inkml:trace>
  <inkml:trace contextRef="#ctx0" brushRef="#br0" timeOffset="2130.6">3561 184 11776,'5'-12'7658,"-5"11"-7055,0-1-1,0 1 1,0 0 0,-1-1-1,1 1 1,0 0 0,-1-1-1,1 1 1,-1 0 0,0 0-1,1 0 1,-1-1 0,0 0-603,-1 0 205,0 0 1,0 1 0,0-1-1,0 0 1,0 0 0,0 1 0,-2-2-206,0 1-62,-1 0 0,0-1 1,0 2-1,0-1 0,0 0 1,0 1-1,0 0 0,0 0 1,-3 1 61,-14-2-18,1 1 1,-1 1-1,1 2 1,-1 0-1,1 1 1,0 1-1,-2 1 18,4 0-6,11-3-2,0 0 0,0 0 1,0 1-1,0 0 0,0 1 0,1 0 0,0 0 0,-1 0 0,2 1 0,-4 2 8,9-6-13,0 0 0,0 1 0,0-1 0,-1 0 0,1 1-1,0-1 1,1 1 0,-1-1 0,0 1 0,0-1 0,1 1 0,-1-1 0,1 1 0,-1 0 0,1-1 0,0 1 0,0 0 0,-1 0 0,1-1 0,1 1 13,-1 0-48,0 1 0,1-1 1,0 0-1,0 0 1,-1 0-1,1 0 0,1 0 1,-1 0-1,0 0 1,0 0-1,1 0 0,-1 0 1,2 0 47,6 6-235,0 0 1,0-1 0,0-1-1,1 1 1,6 1 234,-5-1-71,33 19-92,-1 2-1,-1 2 1,12 12 163,-50-39 36,-1 1 0,1-1 0,-1 1 0,0 0 0,1 2-36,-3-5 10,-1-1 1,1 1-1,-1 0 0,1 0 0,-1-1 0,0 1 1,1 0-1,-1 0 0,0-1 0,0 1 0,0 0 1,1 0-1,-1 0 0,0-1 0,0 1 0,0 0 1,0 0-1,0 0 0,-1 0 0,1-1 0,0 1 1,0 0-1,0 0 0,-1-1 0,1 1 0,0 0 1,-1 0-1,1-1 0,-1 1 0,1 0 0,-1-1 1,1 1-1,-1 0-10,-3 1-11,1 1 0,-1-1 0,0 0 0,0 0 0,0-1-1,0 1 1,-1-1 0,-2 1 11,-48 9-653,20-4 88,-98 19-3959,79-18-6125,-26-1 10649,32-3-3738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32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26 361 9472,'-16'-10'3061,"7"0"-116,8 8-1459,5 4 2349,-4 16-2928,3-5-803,0 0 1,1 0-1,5 11-104,7 24 236,-10-32-76,-5-13-63,0-1-1,0 1 1,0-1 0,0 1 0,0 0 0,-1-1 0,1 1 0,-1 0-1,1-1 1,-1 1 0,0 0 0,0 0 0,-1 2-97,0-5 50,1 0 0,-1 0 0,1 0 0,-1 0 0,1 0 0,-1 0 0,1 0 0,-1 0 0,1 0 0,-1 0 0,1-1 0,0 1 0,-1 0 0,1 0 0,-1 0 0,1-1 0,-1 1 0,1 0 0,0-1 0,-1 1 0,1 0 0,-1-1-50,-9-6 319,7 4-308,0-1 0,1 1 1,-1 0-1,1-1 0,-1 0 1,1 0-1,0 1 0,1-1 1,-1 0-1,1-1 1,-1 1-1,1 0 0,0 0 1,1-1-1,-1 1 0,1 0 1,0-1-1,0 1 0,0-1-11,1-3-31,-1 0 0,1 1 0,1-1 0,0 1-1,0-1 1,0 1 0,1-1 0,0 1 0,0 0 0,2-2 31,1 0-48,0 1 1,0 0 0,0 0 0,1 1-1,0 0 1,1 0 0,0 1 0,0-1-1,0 2 1,0-1 0,1 1 0,0 1-1,0-1 1,1 2 0,-1-1 0,1 1 0,-1 1-1,1 0 1,0 0 0,0 1 0,9-1 47,0 2-1087,-1 0 1,0 0 0,1 2 0,-1 0-1,18 6 1087,-23-5-1790,0 1-1,0 1 1,0 1-1,0 0 1,2 2 1790,14 8-3029</inkml:trace>
  <inkml:trace contextRef="#ctx0" brushRef="#br0" timeOffset="1087.05">591 482 10496,'-7'1'2686,"7"2"-276,1-3-2264,-1 0-1,1 0 1,-1 1-1,1-1 1,0 0-1,-1 0 1,1 0-1,0 0 1,-1 0-1,1 0 1,-1 0-1,1 0 1,0 0-1,-1 0 1,1 0-1,0 0 1,-1 0-1,1 0 1,-1-1-146,15-5 329,-1-1 1,0-1-1,0 0 1,1-3-330,3-1 95,6-4 59,14-14-154,-23 18 54,-10 8 44,0 0 0,0-1 0,-1 0 0,1 0 0,-1 0 0,0 0 0,-1-1 0,1 1 0,-1-1 0,0 0 0,-1 0 0,1 0 0,-1-2-98,-1 5 62,0 1 0,-1-1 0,1 0 0,-1 0 0,0 0 0,0 0 1,0 1-1,-1-1 0,1 0 0,-1 0 0,1 0 0,-1 1 0,0-1 1,0 0-1,0 1 0,0-1 0,-1 1 0,1-1 0,-1 1 0,1-1 1,-1 1-1,0 0 0,0 0 0,0 0 0,0 0 0,0 0 0,-1 1 1,1-1-1,0 0 0,-1 1 0,-1-1-62,-1-1 53,-1 0 0,1 1-1,-1 0 1,1 0 0,-1 0 0,0 0 0,0 1 0,0 0 0,0 0-1,0 1 1,-5 0-53,1 1 62,-1 1 0,1 0 0,-1 1 1,1 0-1,0 1 0,0 0 0,1 1 0,-1 0 0,1 0 0,0 1 0,0 0 0,-4 4-62,1 1 37,0 0 0,1 1 0,0 0-1,1 1 1,0 0 0,1 1 0,-6 10-37,13-19 3,-1 1 1,1-1-1,0 1 1,0 0-1,0-1 1,1 1-1,0 0 1,0 0-1,0 0 1,1 0-1,0 0 0,0 0 1,1 0-1,0 0 1,0 0-1,0 0 1,0 0-1,1 0 1,2 4-4,-2-6-7,0 1 1,1-1-1,-1 0 1,1 0-1,0 0 1,0 0-1,1 0 0,-1 0 1,1-1-1,0 0 1,-1 0-1,1 0 1,1 0-1,-1 0 1,0-1-1,1 0 1,-1 0-1,1 0 1,0 0-1,0-1 1,0 0-1,-1 0 1,1 0-1,1-1 7,11 1-91,0-1 0,1-1 1,-1 0-1,1-2 0,-1 0 0,0-1 0,14-5 91,13-6-338,-1-2 0,15-9 338,-42 18-37,0 0-1,-1-1 1,0-1-1,4-4 38,-14 11 6,-1-1-1,0 0 1,0 0-1,0 0 0,0-1 1,-1 1-1,1-1 0,-1 0 1,0 0-1,-1 0 1,1 0-1,-1 0 0,0-1 1,-1 1-1,1-2-5,3-40 67,-5 43 6,0 0 0,0-1-1,0 1 1,-1 0 0,0 0 0,1 0-1,-2 0 1,1 0 0,0 0 0,-1 0-73,2 3 11,0 1 0,-1 0 1,1-1-1,0 1 1,0 0-1,0 0 0,-1-1 1,1 1-1,0 0 1,0 0-1,-1-1 1,1 1-1,0 0 0,-1 0 1,1 0-1,0-1 1,-1 1-1,1 0 0,0 0 1,-1 0-1,1 0 1,0 0-1,-1 0 0,1 0 1,0 0-1,-1 0 1,1 0-1,0 0 0,-1 0 1,1 0-1,0 0 1,-1 0-1,1 0 1,-1 0-1,1 0 0,0 0 1,-1 1-1,1-1 1,0 0-1,0 0 0,-1 0 1,1 0-1,0 1 1,-1-1-1,1 0 0,0 1 1,0-1-1,-1 0 1,1 0-1,0 1 0,0-1 1,0 0-12,-11 18 233,10-12-193,-1 1 0,1 0 0,0 0 0,1 0 0,0 0 0,0 0 0,0 0 0,1-1 0,0 1 0,0 2-40,5 15 82,1 0-1,3 6-81,-5-13 51,0-4 5,1 0 1,-1 0 0,5 5-57,-7-13 49,0 0 0,0-1 0,0 0 0,0 0 0,0 0 0,1 0 0,0 0 1,0-1-1,0 1 0,4 1-49,-7-4 20,-1-1-1,1 1 1,0-1 0,0 1 0,0-1-1,0 0 1,0 0 0,0 1 0,0-1 0,0 0-1,0 0 1,0 0 0,0 0 0,-1 0-1,1 0 1,0-1 0,0 1 0,0 0-1,0 0 1,0-1 0,0 1 0,0 0 0,0-1-1,0 1 1,-1-1 0,1 1 0,0-1-1,0 1 1,-1-1 0,1 0 0,0 1-1,-1-1 1,1 0-20,2-3 31,0 0-1,-1 0 1,0 0-1,0 0 1,0 0-1,0-1-30,-1 2 13,31-87 149,-20 52-351,16-33 189,-27 69-3,21-39-101,-21 39 96,1-1-1,0 1 1,0 0 0,-1-1-1,1 1 1,0 0 0,1 0-1,-1 0 1,0 1 0,1-1-1,-1 0 1,1 1 0,-1 0-1,1-1 9,-2 2 9,1 0 1,-1 0-1,0 0 0,1-1 1,-1 1-1,0 1 0,0-1 1,1 0-1,-1 0 0,0 0 1,1 1-1,-1-1 0,0 0 0,0 1 1,0-1-1,1 1 0,-1 0 1,0-1-1,0 1 0,0 0 1,0 0-1,0 0 0,0 0 0,0 0 1,0 0-1,0 1-9,4 4 20,-1 0 1,0 0-1,0 1 0,1 3-20,2 2 3,16 30 58,-5-10 97,9 12-158,-20-35 41,0 0 0,0 0-1,1 0 1,0-1 0,0 0-1,6 3-40,-11-9 11,-1 0 0,1-1 0,-1 0 0,1 0-1,0 1 1,-1-2 0,1 1 0,0 0-1,0 0 1,-1-1 0,1 0 0,0 1-1,0-1 1,0 0 0,0-1 0,-1 1-1,1 0 1,0-1 0,0 1 0,0-1-1,-1 0 1,1 0 0,0 0 0,-1 0-1,1-1 1,-1 1 0,2-2-11,8-5 29,-1 0 0,-1-1-1,1 0 1,-1-1 0,1-2-29,-8 8-3,42-48 89,-34 38-126,1-1-1,1 1 0,0 1 1,1 0-1,5-2 41,-18 14-4,1-1 0,0 1-1,0 0 1,0 0 0,1 0 0,-1 0 0,0 0-1,0 0 1,0 1 0,1-1 0,-1 1 0,0 0-1,0-1 1,1 1 0,-1 0 0,0 0-1,1 1 1,-1-1 0,0 0 0,1 1 0,-1 0-1,0-1 1,0 1 0,0 0 0,0 0 0,1 0-1,-1 0 1,-1 0 0,3 2 4,4 3 3,-1 1 0,1 0 1,-1 1-1,0 0 0,-1 0 0,1 1-3,4 6-9,36 51-236,-28-39-2939,21 26 3184,-34-46-827,0-1 1,1 1 0,-1-1-1,2-1 1,3 4 826,-7-7-831,1 1 0,0-1 0,-1 1 0,1-1 0,0-1 0,1 1 0,-1-1 0,0 0 0,0 0 0,3 0 831,23 0-3328</inkml:trace>
  <inkml:trace contextRef="#ctx0" brushRef="#br0" timeOffset="1766.4">2416 268 12928,'0'-1'357,"-1"0"0,0 0 0,1 0-1,-1 0 1,0 0 0,0 0 0,0 0 0,0 0 0,0 0 0,0 0 0,0 0 0,0 0 0,0 1 0,0-1 0,0 0 0,0 1 0,0-1 0,-1 1 0,1 0 0,0-1 0,0 1 0,-1 0 0,1-1 0,0 1 0,-1 0 0,1 0 0,0 0 0,-1 0 0,1 1 0,-1-1-357,-30 4 645,1 2 0,0 1 0,0 1 0,1 2 0,-5 3-645,23-8-62,1 1 0,0 0 0,0 1 0,1 0-1,0 0 1,-7 7 62,11-7 24,0-1-1,0 0 1,1 1-1,0 0 1,0 1-1,1-1 1,0 1-1,0 0 1,0 0 0,1 2-24,1-6 0,1 0 0,0 0 0,0 0 0,1 0 1,-1 0-1,1 0 0,0 0 0,0 0 0,0 0 1,1 0-1,-1 0 0,2 2 0,-2-4-7,0-1 0,1 1 0,0 0 0,-1-1 0,1 1 0,0-1 0,0 0 0,0 1 0,0-1 0,0 0 0,0 1 0,0-1 0,1 0 1,-1 0-1,0 0 0,1 0 0,-1 0 0,0 0 0,1-1 0,-1 1 0,1 0 0,0-1 0,-1 1 0,1-1 0,-1 1 0,1-1 0,0 0 0,-1 0 0,1 0 0,0 0 0,0 0 7,19-2-63,0-1 0,0-1 0,0-1 0,0 0 0,-1-2 0,2-1 63,-16 5 0,15-3 30,-1-2 0,-1 0 0,0-2 0,0 0-30,-14 7 7,0 0 0,0 0 1,-1-1-1,1 1 0,-1-1 1,0 0-1,0 0 1,-1-1-1,1 1 0,-1-1 1,0 0-1,0 0 0,0 0 1,-1 0-1,0 0 0,0 0 1,1-3-8,-1 0 5,-1 1 1,1-1-1,-1 0 0,0 1 1,-1-1-1,0-1-5,3 19-37,1 4 36,0 0 0,1-1 0,0 0-1,1 0 1,6 9 1,-6-13-270,1 0 0,0 0-1,0-1 1,0 0 0,1-1-1,0 1 1,0-2 0,8 5 270,-11-7-279,0-1 1,1 0-1,-1-1 1,1 1-1,0-1 1,0 0-1,-1-1 1,1 1-1,1-1 1,-1-1-1,0 1 1,0-1-1,0 0 1,0 0-1,0 0 1,2-1 278,-1-1-100,1 1 1,0-1-1,-1-1 0,1 1 1,-1-1-1,0 0 0,0-1 1,0 0-1,0 0 1,1-2 99,-3 2 307,1-1 0,-1 0 0,-1 0 1,1 0-1,-1 0 0,0-1 1,0 0-1,-1 0 0,0 0 0,0 0 1,2-6-308,12-43 3040,-13 68-2747,0 1 0,1 0 1,1-1-1,3 7-293,0-5 63,-3-5-1411,1 1 0,0-1 0,0 0 0,7 6 1348,-12-14-747,0 0 1,0 0-1,0 0 1,1 0-1,-1 0 0,1-1 1,0 1-1,-1-1 1,1 1-1,0-1 0,0 0 1,0 0-1,0-1 1,0 1-1,0 0 1,0-1-1,0 0 0,0 0 1,0 0-1,2 0 747,9-1-3333</inkml:trace>
  <inkml:trace contextRef="#ctx0" brushRef="#br0" timeOffset="2105.22">2766 119 13952,'-40'-26'5183,"40"26"-4031,-27-8 448,17 5 128,6 6-1088,-6-3-96,10 0-352,-5 0-896,5 0 352,0 0-2112,10 8 1376,-1-2-4319,9 0 3039,6 8-3520,-2-3 3392</inkml:trace>
  <inkml:trace contextRef="#ctx0" brushRef="#br0" timeOffset="2507.14">2985 341 12288,'18'65'8959,"-11"-47"-7859,-3-3-739,1-1 0,1 0 0,1 0 0,4 7-361,-1-3 295,-9-15-210,1 0 0,-1 0 1,1 0-1,-1 0 0,1 0 0,0 0 1,0-1-1,0 1 0,1-1 0,-1 1 1,1-1-1,-1 0 0,1 0 0,1 1-85,-3-3 19,-1 0 0,1 0 1,-1 0-1,1 0 0,-1 0 0,0 0 0,1 0 0,-1 0 0,1-1 1,-1 1-1,0 0 0,1 0 0,-1 0 0,1 0 0,-1-1 0,0 1 0,1 0 1,-1-1-1,0 1 0,1 0 0,-1 0 0,0-1 0,0 1 0,1-1 0,-1 1 1,0 0-1,0-1 0,0 1 0,1 0 0,-1-1 0,0 1 0,0-1-19,7-17 234,-5 13-173,4-12 9,10-22 17,15-27-87,-25 54-50,2 0 0,0 0 0,0 1 1,1 0-1,0 1 0,1 0 0,1-1 50,-6 7-19,0-1 1,0 1-1,0 0 1,1 0-1,-1 1 0,1 0 1,5-2 18,-8 4 5,0 0 0,-1 1 0,1-1-1,0 1 1,-1 0 0,1-1 0,0 1 0,-1 1 0,1-1 0,0 0 0,0 1 0,-1-1 0,1 1-1,-1 0 1,1 0 0,-1 0 0,1 0 0,-1 0 0,1 1 0,-1-1-5,9 7 32,0 1-1,-1 0 1,0 0 0,0 1 0,-1 1-1,-1-1 1,2 3-32,17 21-94,-16-21 86,1 1-632,1 0 0,0-1 1,9 7 639,-17-16-256,0-1-1,0 1 1,0-1 0,0 0-1,1-1 1,-1 1 0,1-1 0,0 0-1,0-1 1,0 1 0,-1-1 0,1 0-1,2-1 257,1 1-42,1-1 0,0-1 0,0 0 0,-1 0 0,1-1-1,0 0 1,-1-1 0,0 0 0,1 0 0,-1-1 0,-1 0-1,1 0 1,4-4 42,1-2 640,0 0 0,-1-1 0,0-1-1,-1 0 1,0-1 0,-1 0 0,2-4-640,-12 15 98,1 1 0,-1-1 1,0 0-1,1 1 0,-1-1 1,1 1-1,-1-1 0,1 1 0,0 0 1,0 0-1,-1 0 0,1 0 1,0 0-1,1 0-98,-2 1 36,-1 0 0,1 0 0,-1 0 0,1 0 0,-1 0 0,1 0 0,-1 0-1,1 0 1,-1 0 0,1 0 0,-1 0 0,1 1 0,-1-1 0,1 0 0,-1 0 0,1 1 0,-1-1 0,1 0 0,-1 0 0,0 1 0,1 0-36,0 0 29,0 0-1,0 1 1,0-1 0,0 1-1,0 0 1,0-1 0,-1 1-1,1 0 1,0 1-29,0 2-32,6 17-51,0-1 1,4 5 82,-8-19-450,0 0 1,1-1 0,0 1-1,1-1 1,-1 0 0,1 0 0,0 0-1,5 3 450,-9-8-387,1 0-1,-1 1 1,1-1-1,-1 0 1,1 0-1,0 0 0,-1-1 1,1 1-1,0 0 1,0-1-1,0 1 1,-1-1-1,1 1 1,0-1-1,0 0 1,2 0 387,10-2-5229,0-2 1651</inkml:trace>
  <inkml:trace contextRef="#ctx0" brushRef="#br0" timeOffset="2838.91">3910 151 11136,'-32'-46'4224,"32"46"-3296,-32-32 1151,19 21 833,3 7-1632,-9-9 96,6 6-864,-6-7-320,11 11-128,-1-9-1472,4 7 768,5 2-3712,5 3 2433,4 3-4577,9 6 3680</inkml:trace>
  <inkml:trace contextRef="#ctx0" brushRef="#br0" timeOffset="3712.05">4065 341 11392,'2'30'7585,"-1"-3"-3832,0-19-3547,1 1 0,-1-1-1,1 0 1,1 0 0,0 0 0,0 0 0,0 0-1,1 0 1,1-1 0,4 7-206,10 21 171,-18-31-159,10 16 486,-10-20-487,-1 0 0,0 0-1,0 0 1,0 1 0,0-1-1,0 0 1,0 0 0,0 0-1,0 0 1,1 0 0,-1 0 0,0 0-1,0 1 1,0-1 0,0 0-1,0 0 1,1 0 0,-1 0-1,0 0 1,0 0 0,0 0-1,0 0 1,1 0 0,-1 0 0,0 0-1,0 0 1,0 0 0,0 0-1,1 0 1,-1 0 0,0 0-1,0 0 1,0 0 0,0 0 0,1 0-1,-1 0 1,0-1 0,0 1-11,4-12 422,-1-1-351,0 0 0,0 0 1,2 0-1,0 0 0,0 1 0,3-3-71,4-9-123,2 1 0,11-15 123,-16 27-30,-1 0 0,2 1-1,-1 0 1,1 0 0,1 1-1,0 0 1,0 1 30,-4 4-13,-1 0 0,1 0 0,1 0 0,-1 1 0,0 0 0,1 1 0,0 0 0,-1 0 0,1 0 0,0 1 0,0 0 0,5 1 13,-8 0-9,1 1 0,-1-1-1,1 1 1,-1 1 0,0-1 0,1 1-1,-1 0 1,0 0 0,0 0 0,0 1-1,-1 0 1,1 0 0,-1 0 0,4 4 9,8 6-106,-2 2 1,0 0-1,5 7 106,0 1-135,-16-20 96,14 17-1626,2-1 1,18 16 1664,-32-31-631,1 1-1,0-1 1,0 0 0,0-1 0,0 0 0,1 1 0,-1-2 0,1 1-1,0-1 1,0 0 0,0-1 0,0 1 0,3-1 631,13-1-2174,1-2 1,-1 0-1,19-5 2174,-33 5-114,14-2 658,-2-1 0,1-2 0,14-5-544,-14 2 2318,1 0 0,-1-2 1,4-3-2319,-14 8 1872,-2-1-1,11-8-1871,-19 14 305,1 0 0,-1 0 0,0-1-1,0 1 1,0-1 0,0 1 0,0-1 0,-1 0-1,1 0 1,-1 0 0,1 0 0,-1 0 0,0 0-1,0-1-304,-1 3 92,0 0 0,0-1 0,0 1 1,0-1-1,0 1 0,0 0 0,-1-1 0,1 1 0,0 0 0,-1-1 0,1 1 0,-1 0 0,0 0 0,1-1 0,-1 1 0,0 0 0,1 0 0,-1 0 0,0 0 1,0 0-1,0 0 0,0 0 0,0 0 0,0 0 0,-1 0 0,1 1 0,0-1 0,0 0 0,-1 1-92,-3-3 125,0 1 0,0 0-1,-1 0 1,1 1 0,-1 0 0,0-1-125,-7 1 21,0 0 1,0 0-1,-1 1 0,1 1 0,0 0 1,0 0-1,0 2 0,-10 2-21,4 1 3,1 0-1,0 1 0,0 1 0,0 0 0,-8 6-2,17-7-11,-1 0 1,1 0-1,0 1 0,0 0 1,1 0-1,-4 6 11,8-10-4,0 1-1,1 0 0,0-1 1,0 1-1,0 0 1,1 0-1,-1 1 1,1-1-1,0 1 0,1-1 1,-1 1-1,1-1 1,0 1-1,1 0 5,0-3-9,0 0 0,0-1 0,0 1 0,1 0 0,-1 0 0,1 0 0,0-1 0,-1 1 0,1 0 0,1-1 0,-1 1 0,0-1 0,1 1 0,-1-1 0,1 1 0,0-1 0,-1 0 0,1 0 0,0 0 0,0 0-1,1 0 1,-1-1 0,0 1 0,1 0 0,-1-1 0,1 0 0,-1 0 0,1 0 0,0 0 0,-1 0 0,3 0 9,4 1-36,0 0-1,0-1 1,0 0-1,0-1 1,1 0 0,-1-1-1,0 0 1,0 0-1,2-1 37,19-6-56,0 0 0,8-5 56,-15 4 70,-16 8-48,-1-1 1,0 0 0,0-1 0,0 0 0,0 0 0,-1 0 0,1 0-1,-1-1 1,0 0 0,0 0 0,0-1 0,0 1 0,-1-1 0,2-3-23,-4 6 13,-1 1 1,-1-1-1,1 0 1,0 0-1,0 0 1,-1 0-1,1 0 1,-1-1-1,0 1 1,1 0-1,-1 0 1,0 0 0,0 0-1,0 0 1,-1 0-1,1-1-13,-2-5 94,0 0 0,0 0 0,-3-5-94,3 8 6,0 1 0,0 0 0,1-1 0,0 1 0,0-1 0,0 0 1,0 1-1,1-1 0,0 0 0,0 1 0,0-4-6,0 8-5,0 0 1,0 0 0,0 0-1,0 0 1,0-1 0,0 1-1,0 0 1,0 0 0,0 0-1,0 0 1,0 0 0,0-1-1,0 1 1,0 0-1,1 0 1,-1 0 0,0 0-1,0 0 1,0 0 0,0 0-1,0-1 1,0 1 0,0 0-1,0 0 1,1 0-1,-1 0 1,0 0 0,0 0-1,0 0 1,0 0 0,0 0-1,0 0 1,1 0 0,-1 0-1,0 0 1,0 0 0,0 0-1,0 0 1,0 0-1,1 0 1,-1 0 0,0 0-1,0 0 1,0 0 0,0 0-1,0 0 1,1 0 0,-1 0-1,0 0 1,0 0 0,0 0 3,9 9-79,7 15 25,2 12 81,-1 1 0,-2 0-1,-2 1 1,3 18-26,8 19 36,-6-18 269,1 16-305,-13-47 238,-1 1 1,-2-1-1,-1 1 1,-1 3-239,-1-25 50,0 1-1,0 0 1,-1 0 0,0-1 0,0 1 0,0 0 0,-1-1-1,0 1 1,0-1 0,0 0 0,-1 0 0,1 0 0,-1 0 0,-1 0-1,1 0 1,-1-1 0,1 1 0,-1-1 0,-1 0 0,1-1-1,0 1 1,-1-1 0,0 1 0,0-1 0,0-1 0,0 1-1,0-1 1,-1 0 0,-1 1-50,-29 8 66,1-2 0,-2-1-1,-23 2-65,25-6-220,0-2 0,-1-1 0,1-1 0,-31-6 220,39 3-471,1-2 0,0-1 0,0 0 0,1-2-1,-5-3 472,15 5-597,1 0 1,1-1-1,-1 0 0,1-1 0,1-1 0,-1 0 0,2 0 1,-1-1-1,-7-10 597,14 14-675,0 0-1,1 0 1,0-1 0,0 0 0,1 1 0,-1-1 0,2-1 0,-1 1 0,1 0 0,0-1 0,0 1 0,0-7 675,0-32-3712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4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240 101 8448,'0'0'16,"-10"-18"4502,9 18-4048,0-1 0,1 0 0,0 0 0,-1 0 1,1 0-1,0 0 0,-1 0 0,1 0 1,0 0-1,0 0 0,0 0 0,0 0 0,0 0 1,0 0-1,0 0 0,0 0 0,0-1-470,-16 46 1360,2 0 0,1 2-1360,-13 41 342,-103 286 479,101-277-256,78-216-159,-21 26-324,1-17-82,6-24-120,-27 108 89,13-47 15,3 1-1,7-6 17,-31 75 17,1-1 1,1 1-1,-1 0 0,1 0 0,-1 0 1,1 1-1,0-1 0,1 1-17,-4 2 13,1 0 0,0 1 0,-1-1 0,1 1 0,0-1 0,0 1 0,0-1 0,-1 1 0,1 0 0,0-1 0,0 1 0,0 0 0,0 0 0,0 0 1,0 0-1,-1 0 0,1 0 0,1 0-13,-1 0 16,1 0 0,-1 1 0,0-1 0,0 1 0,0 0 0,1-1 0,-1 1 0,0 0 0,0 0 0,0-1 0,0 1 0,0 0 0,0 0 0,-1 0 0,1 0 0,0 0 1,0 1-17,6 10 45,-1 0 0,0 1 1,0 0-1,-2 0 1,0 1-1,2 9-45,0-1 32,96 287 479,-18-57-3721,-80-240 2157,4 16-2193,-7-27 2978,-1 0 0,0 0 0,0 0 0,0 0 0,0 0 0,0 1 0,0-1-1,-1 0 1,1 0 0,0 0 0,0 0 0,-1 0 0,1 0 0,-1 0 0,1 0 0,-1 0-1,1 0 1,-1 0 0,0 0 0,1 0 0,-1-1 0,0 1 268,-8 1-4624,1-5 1547</inkml:trace>
  <inkml:trace contextRef="#ctx0" brushRef="#br0" timeOffset="348.04">168 481 10880,'-22'-4'3594,"22"3"-3550,-1 1 1,1 0-1,0 0 0,0 0 0,0 0 1,0 0-1,-1 0 0,1 0 0,0 0 1,0 0-1,0 0 0,-1 0 0,1 0 1,0 0-1,0 0 0,0 0 0,0 0 1,-1 0-1,1 0 0,0 0 0,0 0 1,0 0-1,-1 0 0,1 0 0,0 0 1,0 0-1,0 0 0,0 1 0,0-1 1,-1 0-1,1 0 0,0 0 0,0 0 1,0 0-1,0 0 0,0 1 0,0-1-43,-2 1 475,1 0-31,0 0 0,0 0-1,0 1 1,0-1 0,0 0 0,0 1 0,0-1 0,0 0-1,0 2-444,1-3 166,0 0 0,0 0 0,0 1 0,0-1 0,0 0 0,0 1 0,0-1 0,0 0 0,0 1-1,0-1 1,0 0 0,0 0 0,0 1 0,0-1 0,1 0 0,-1 1 0,0-1 0,0 0 0,0 0 0,1 1-1,-1-1 1,0 0 0,0 0 0,0 0 0,1 1 0,-1-1 0,0 0 0,1 0-166,0 0 61,1 1 0,-1-1 0,1 0 0,-1 0 0,1 0 0,0 0 0,-1 0 0,1 0 0,-1 0 0,1-1 1,-1 1-62,65-10 79,-2 1-2812,1-3 0,56-18 2733,26-16-11536,-114 36 8406</inkml:trace>
  <inkml:trace contextRef="#ctx0" brushRef="#br0" timeOffset="680.22">787 116 12544,'-31'-23'7450,"31"23"-7341,-1 0 0,1-1-1,0 1 1,0 0 0,0 0 0,-1 0 0,1-1-1,0 1 1,0 0 0,-1 0 0,1 0-1,0 0 1,0 0 0,-1 0 0,1 0 0,0 0-1,0-1 1,-1 1 0,1 0 0,0 0 0,-1 0-1,1 0 1,0 0 0,0 0 0,-1 1-1,1-1 1,0 0 0,-1 0 0,1 0 0,0 0-109,-7 1 1648,7 30-400,-3 7-1108,3 1 1,0-1-1,3 0 1,2 10-141,31 151-1239,-16-124-1490,5-5-3657,-19-59 1746,2-2 1462</inkml:trace>
  <inkml:trace contextRef="#ctx0" brushRef="#br0" timeOffset="1037.83">673 176 13312,'-36'-31'7567,"36"31"-7434,0-1-1,0 1 0,0 0 1,0 0-1,0-1 0,0 1 1,0 0-1,1-1 0,-1 1 1,0 0-1,0-1 0,0 1 1,0 0-1,1 0 0,-1-1 1,0 1-1,0 0 0,1 0 1,-1 0-1,0-1 0,0 1 1,1 0-1,-1 0 0,0 0 1,1 0-1,-1 0 0,0-1 1,0 1-1,1 0 0,-1 0 1,1 0-133,20-10 779,24-8-1154,-27 12 364,1 1 0,0 1-1,0 1 1,1 1 0,-1 0 0,0 1-1,1 1 1,-1 1 0,1 1 0,1 1 11,-13-2 18,0 1 0,0 0 0,0 0-1,0 1 1,0 0 0,-1 0 0,1 1 0,-1 0 0,0 0 0,0 1 0,0 0-1,-1 0 1,1 1 0,-1-1 0,-1 1 0,1 1 0,-1-1 0,0 1 0,-1 0 0,1 0-1,-1 0 1,-1 0 0,1 1 0,-1 0 0,-1 0 0,1 0 0,-1 0 0,-1 0-1,0 0 1,0 0 0,0 1 0,-1-1 0,0 0 0,-1 4-18,-1 2 14,-1 0-1,0-1 1,-1 1 0,-1-1 0,0 0 0,-1 0-1,0-1 1,-1 1 0,-2 1-14,-16 23-621,-2-1 1,-7 5 620,28-33-195,-4 3-1602,-1 0-1,0-1 1,-10 6 1797,18-12-555,2-4 363,1 1-1,0-1 1,-1 1 0,1-1-1,0 0 1,-1 1 0,1-1 0,-1 1-1,1-1 1,-1 0 0,1 1 0,-1-1-1,1 0 1,-1 0 0,1 1 0,-1-1-1,1 0 1,-1 0 0,0 0-1,1 0 1,-1 0 0,1 1 0,-1-1-1,1 0 1,-1 0 0,0-1 0,1 1-1,-1 0 1,1 0 0,-1 0 0,1 0-1,-1 0 1,0-1 0,1 1 0,-1 0-1,1 0 1,-1-1 192,-3-7-3381</inkml:trace>
  <inkml:trace contextRef="#ctx0" brushRef="#br0" timeOffset="1388.29">1278 176 14848,'-8'13'8757,"8"-10"-8448,-1-1-1,1 1 1,0-1-1,0 1 1,0-1-1,0 1 1,0 1-309,1 12 341,0 28-287,2 0 1,2 0-1,1-1 0,3 0 1,8 25-55,-12-54-31,0 0 0,0 0 0,2-1 0,-1 0-1,2 0 1,0 0 0,0-1 0,1 0 0,7 6 31,-10-12-333,0 0 0,0-1 0,0 0 0,1 0 0,0-1 0,0 0 0,0 0 0,4 1 333,-5-3-658,-1 0-1,1 0 0,0-1 0,0 0 0,0 0 0,0 0 0,0-1 0,0 1 0,0-2 0,0 1 0,6-2 659,11-4-4970,0 2 1594</inkml:trace>
  <inkml:trace contextRef="#ctx0" brushRef="#br0" timeOffset="1389.29">1319 550 14720,'-32'11'5439,"32"-11"-4223,-9 9 288,4-9-32,10 0-960,-5 0-32,9 0-320,6-5-32,2 5-64,1-7-320,6 2 128,-2-7-1280,1 4 768,-1-7-2816,7 1 1920,-12-1-5087,1 2 3711</inkml:trace>
  <inkml:trace contextRef="#ctx0" brushRef="#br0" timeOffset="1742.44">1251 351 13312,'-19'-9'6095,"19"9"-5989,0 0 0,0 0-1,0 0 1,-1-1 0,1 1-1,0 0 1,0 0 0,0 0-1,0 0 1,0-1 0,0 1-1,-1 0 1,1 0 0,0 0-1,0-1 1,0 1 0,0 0-1,0 0 1,0 0 0,0-1-1,0 1 1,0 0 0,0 0-1,0-1 1,0 1 0,0 0-1,0 0 1,0 0 0,1-1-1,-1 1 1,0 0 0,0 0-1,0 0 1,0-1 0,0 1-1,0 0 1,0 0 0,1 0-1,-1 0 1,0-1-106,11-9 1387,16-7-1027,35-13-162,-24 13-263,-2 0-1111,0 2 0,13-2 1176,-20 9-9221,25-5 9221,-22 8-3669</inkml:trace>
  <inkml:trace contextRef="#ctx0" brushRef="#br0" timeOffset="2460.43">2170 161 12032,'-13'-35'7493,"9"19"-2246,3 13-4910,0 0 0,0-1 0,0 1-1,0 0 1,0 0 0,0-1 0,-2 0-337,2 1 68,-1 1 0,0 0 0,1-1 1,-1 1-1,0 0 0,0 0 0,0 0 0,0 1 1,-1-1-1,1 0 0,-1 1 0,1 0 0,-1-1 0,1 1 1,-1 0-1,1 0 0,-1 0 0,0 1 0,0-1 1,1 1-1,-1-1 0,0 1 0,0 0 0,0 0 1,1 0-1,-1 1 0,0-1 0,0 1 0,0 0-68,-4 0-6,0 1 0,1 1 0,0-1 0,-1 1 0,1 0 0,0 1-1,1-1 1,-1 1 0,1 1 0,-1-1 0,1 1 0,-1 1 6,-11 13-68,2 1-1,0 0 1,2 1 0,-7 12 68,2 1-45,2 1 0,-8 24 45,19-43-14,0 0 0,1-1 0,0 2 0,2-1 1,-1 0-1,2 1 0,1 1 14,0-10-2,0 1-1,1-1 1,0 0 0,1 1 0,-1-1 0,2 0-1,-1 0 1,1 0 0,1 0 0,-1-1 0,1 1 0,0-1-1,1 0 1,4 5 2,-4-6 4,1 0 0,0 0-1,0 0 1,0-1 0,1 1 0,-1-2-1,1 1 1,1-1 0,-1 0 0,0 0-1,1-1 1,0 0 0,0-1 0,0 0-1,0 0 1,0 0 0,0-1 0,1 0-1,-1-1 1,0 0 0,0 0 0,1-1-1,-1 0 1,0 0 0,0-1 0,0 0-1,2-1-3,-7 2 5,0 0-1,-1 0 0,0 0 0,1-1 0,-1 1 0,0-1 0,1 1 0,-1-1 0,0 0 0,0 0 0,0 0 0,0 0 1,-1 0-1,1 0 0,-1 0 0,1-1 0,-1 1 0,1-1-4,-1-2-1,1 0 1,-1 0-1,1-1 1,-2 1-1,1 0 1,0-1-1,-1 1 1,0-4 0,-4 2-91,4 7 89,0 0 1,0 0 0,0 0 0,0 0-1,-1 0 1,1 0 0,0 0 0,0 0 0,0 0-1,0 0 1,0-1 0,0 1 0,0 0 0,-1 0-1,1 0 1,0 0 0,0 0 0,0 0 0,0 0-1,0 0 1,0 0 0,0 1 0,0-1 0,-1 0-1,1 0 1,0 0 0,0 0 0,0 0 0,0 0-1,0 0 1,0 0 0,0 0 0,0 0 0,0 0-1,-1 0 1,1 0 0,0 0 0,0 1 0,0-1-1,0 0 1,0 0 0,0 0 0,0 0 0,0 0-1,0 0 1,0 0 0,0 0 0,0 1 0,0-1-1,0 0 1,0 0 0,0 0 0,0 0 0,0 0-1,0 0 1,0 0 0,0 1 0,0-1 0,0 0-1,0 0 1,0 0 0,0 0 0,0 0 0,0 0-1,0 0 1,0 1 1,1 6-107,0 0 0,0 0 0,1 0-1,0 0 1,0 0 0,0 0 0,1 0 0,0 0 0,1-1-1,-1 1 1,2-1 107,22 33-3855,2-7-4892,-16-17 4801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8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94 397 8704,'-12'0'5404,"8"0"-2145,6 0-867,-1 0-264,-1 0-762,6 5 1359,6-4-2422,-1 0-1,0 0 1,1 2-303,-3-1-63,0-1 0,0 0-1,0 0 1,0-1 0,7 0 63,1-2-1405,0-1-1,0 0 1,1-2 1405,14-8-4848,-28 10 3425,0 1-1,0-1 1,0 0-1,-1 0 1,1-1-1,0 1 1424,6-6-3045</inkml:trace>
  <inkml:trace contextRef="#ctx0" brushRef="#br0" timeOffset="370.73">41 227 13696,'-41'-3'7999,"84"1"-3666,45-2-6735,12-6-7848,-58 5 6602</inkml:trace>
  <inkml:trace contextRef="#ctx0" brushRef="#br0" timeOffset="1161.78">650 69 12416,'-6'-1'841,"0"1"866,0-1 0,0 0 0,0 0 0,-3-2-1707,5 0 3563,6-5-1473,-1 7-2074,0-1 11,0 0 1,0 1-1,1-1 0,-1 1 1,0 0-1,1-1 1,-1 1-1,1 0 0,-1 0 1,1 0-1,0 0 1,-1 0-1,1 0 0,1 0-27,30-10 67,-26 9-58,7-3-42,1 2 1,-1-1 0,1 2 0,0 0 0,7 1 32,-15 1 14,0 0 1,0 0-1,1 1 0,-1 0 0,0 0 1,0 1-1,0 0 0,-1 0 0,1 0 1,0 1-1,-1 0 0,3 2-14,-7-4 18,0 1 0,0-1-1,0 1 1,-1-1 0,1 1 0,0 0-1,-1 0 1,1-1 0,-1 1-1,1 1 1,-1-1 0,0 0 0,0 0-1,0 0 1,0 0 0,0 1-1,-1-1 1,1 1 0,-1 1-18,1 3 45,-1-1 0,0 1 1,0-1-1,-1 1 0,0 0 0,-1 2-45,-1 5 19,-1-1 0,0 0 0,0 0 0,-2-1 0,1 1 0,-2-1 0,1 0 1,-2-1-1,0 0 0,-8 10-19,-11 7 20,0-1 1,-2-1 0,-6 2-21,10-7 25,8-6-40,-1-1 0,-1-1 1,0 0-1,-17 7 15,31-18-35,1 0-1,-1 1 1,1-1 0,0 1-1,0 0 1,0 0 0,0 0-1,-2 3 36,6-5-6,0-1 0,-1 0 0,1 0 0,0 1 0,0-1-1,0 0 1,0 0 0,0 1 0,0-1 0,0 0 0,0 0 0,0 1-1,0-1 1,1 0 0,-1 0 0,0 1 0,0-1 0,0 0 0,0 0-1,0 1 1,0-1 0,0 0 0,1 0 0,-1 0 0,0 1 0,0-1-1,0 0 1,1 0 0,-1 0 0,0 0 0,0 1 0,0-1 0,1 0 0,-1 0-1,0 0 1,0 0 0,1 0 0,-1 0 0,0 0 0,0 0 0,1 0-1,-1 1 7,13 3-67,-13-4 62,37 6-59,27 3 64,2-1-91,-28-3-905,0-1 0,3-2 996,-10-2-4141,16-2 4141,-35 0-1561,0 0 0,0-1 0,0 0-1,0 0 1,0-2 0,-1 1 0,0-2 0,3-1 1561,-5 2-771,0-1 0,0 0 0,-1 0-1,0 0 1,4-5 771,-8 6 1105,0 1 0,0-1-1,-1 0 1,1 0 0,1-3-1105,-4 3 1168,1 0 0,-1 0 0,0 1 1,0-1-1,0 0 0,-1 0 0,0 0 1,0 0-1,0 0 0,0 0 0,-1-2-1168,0-11 2035,-1-14-407,2 25-1494,-1-1 0,1 1-1,0 0 1,1 0 0,-1 0 0,1-1-1,1 1 1,0-1-134,1 0 27,0 0 1,0-1-1,1 1 0,0 0 0,1 1 0,0-1 1,0 1-1,6-6-27,2-2 2,2 2 0,0-1 0,10-6-2,-19 15 12,2 1 0,-1-1 0,0 1 0,1 1 0,0-1 0,0 1-1,0 1 1,0 0 0,0 0 0,1 0 0,-1 1 0,1 0 0,-1 0 0,2 1-12,-3 0 37,0 1 0,0 0 1,-1 0-1,1 0 0,0 0 0,0 1 1,0 1-1,-1-1 0,0 1 0,1 0 1,-1 0-1,0 1 0,0-1 0,0 2 1,-1-1-1,0 0 0,3 4-37,1 2 68,1 0-1,-2 1 1,0 0-1,0 1 1,-1 0 0,0 0-1,-1 1 1,-1-1-1,0 1 1,0 2-68,-3-7 46,0 0 0,-1 0 0,0 0-1,0 0 1,-1 0 0,0 0 0,0 0 0,-1 1 0,0-1 0,0 0 0,-1 0 0,0-1-1,-1 1 1,0 0 0,0-1 0,0 1 0,-4 4-46,2-4 32,-1 1-1,0-1 0,-1 0 1,0-1-1,0 1 1,-1-1-1,-7 5-31,-4 2 98,-1-1 0,-15 6-98,16-9 5,-1 0 0,-1-2 0,1 0 0,-1-1 0,-22 3-5,32-7-59,-1-2 1,0 1-1,0-2 1,1 1-1,-1-2 1,0 1-1,0-2 1,0 0-1,1 0 1,-1-1-1,-5-2 59,13 3-125,-1 0 0,1 0-1,0 0 1,1 0 0,-1-1 0,0 0-1,1 1 1,-1-1 0,1-1-1,0 1 1,0 0 0,0-1-1,1 1 1,-1-1 0,1 0-1,0 0 1,0 0 0,0 0-1,0 0 1,1-1 0,0 1-1,0 0 1,0-1 0,0 1-1,1-4 127,-1-5-1161,1 1 0,0 0 0,1 0 1,1 0-1,0-1 0,0 2 1,1-1-1,4-8 1160,15-29-4202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1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1079 7424,'-4'0'2142,"-2"0"1905,6 0-4016,0 0-1,0 0 1,0 0-1,-1 0 1,1 0-1,0 0 1,0 0-1,0 0 1,0 0-1,0 0 1,0 0-1,0 0 1,0 0-1,0 0 1,0 0-1,0 0 1,0 0-1,0 1 1,0-1-1,0 0 1,0 0-1,0 0 1,0 0 0,0 0-1,0 0 1,0 0-1,0 0 1,0 0-1,0 0 1,0 0-1,0 0 1,0 0-1,0 1 1,0-1-1,0 0 1,0 0-1,0 0 1,0 0-1,0 0 1,0 0-1,0 0 1,0 0-1,0 0 1,0 0-1,0 0 1,0 0-1,1 0 1,-1 0-1,0 0 1,0 0-1,0 0 1,0 0-1,0 1 1,0-1-1,0 0 1,0 0-1,0 0 1,0 0-1,0 0 1,0 0-1,0 0 1,0 0-1,1 0 1,-1 0-1,0 0 1,0 0-1,0 0 1,0 0-1,0 0 1,0-1-31,0 1 66,0 1 1,0-1-1,0 0 1,0 0-1,0 0 0,0 0 1,0 0-1,0 0 1,0 0-1,0 0 0,1 0 1,-1 0-1,0 0 1,0 0-1,0 0 0,0 0 1,0 0-1,0 0 1,0 0-1,0 0 1,0 0-1,0 0 0,0 0 1,0 0-1,0 0 1,0 1-1,0-1 0,0 0 1,0 0-1,0 0 1,0 0-1,0 0 1,0 0-1,0 0 0,0 0 1,0 0-1,0 0 1,0 0-1,0 0 0,-1 0 1,1 0-1,0 0 1,0 0-1,0 0 0,0 0 1,0 0-1,0 0 1,0 0-1,0 0 1,0 1-1,0-1 0,0 0 1,0 0-1,0 0 1,0 0-1,0 0 0,0 0 1,0 0-1,0 0 1,0 0-1,0 0 1,0 0-1,-1 0 0,1 0 1,0 0-1,0 0 1,0 0-1,0 0 0,0 0 1,0 0-67,-7 1 2736,-8-1-479,23 0-1959,0-1 0,0-1 1,0 0-1,0 0 0,0 0 0,-1-1 0,1 0 0,6-4-298,13-8 202,21-15-202,55-43 312,22-26-312,-32 23 178,43-22-178,56-33 139,8-5 138,-159 109-134,-1-3-1,-1-1 0,29-31-142,-60 52-392,1-1 0,-1 0 0,-1-1 392,-3 6-893,1-6-3234,-5 4-1752,0 4 2685,0 3-800</inkml:trace>
  <inkml:trace contextRef="#ctx0" brushRef="#br0" timeOffset="755.85">1568 224 8576,'-1'0'364,"1"-1"-1,-1 1 1,1-1 0,0 0 0,-1 1 0,1-1 0,0 1 0,-1-1-1,1 0 1,0 1 0,0-1 0,0 1 0,-1-1 0,1 0 0,0 1-1,0-1 1,0 0 0,0 1 0,0-1 0,0 0 0,1 1 0,-1-1-1,0 0 1,0 1 0,0-1 0,1 0 0,-1 1 0,0-1 0,0 1 0,1-1-364,12-20 4059,15-10-2987,2 2 0,24-20-1072,-40 38 25,1 1-1,0 0 1,1 1-1,0 1 0,0 0 1,6-1-25,-16 7 13,0 0 0,-1 1 1,1-1-1,0 1 1,0 0-1,0 1 0,0 0 1,0 0-1,0 0 0,-1 0 1,1 1-1,0 0 0,0 0 1,0 1-1,-1 0 0,1 0 1,-1 0-1,1 0 0,-1 1 1,0 0-1,1 1-13,0 0 59,-1 1 0,0-1 1,0 1-1,-1 0 0,1 0 1,-1 1-1,0-1 0,-1 1 0,1 0 1,-1 0-1,0 0 0,-1 0 1,1 1-1,-1-1 0,0 1 0,-1-1 1,0 1-1,0 0 0,0-1 0,-1 1 1,0 0-1,0 0 0,-1 0 1,0-1-1,0 1 0,-2 6-59,-1-5 43,0 0 0,0 1 0,-1-1-1,0-1 1,0 1 0,-1-1 0,1 0 0,-2 0-1,1-1 1,-1 1 0,0-2 0,-1 1 0,1-1-1,-1 0 1,0 0 0,0-1 0,-6 2-43,-12 4 52,-1 0-1,-1-2 1,1-1 0,-1-1 0,-5-1-52,9-2 0,0 0 0,0-2 0,0-1 0,-18-2 0,39 2-25,0-1 0,0 1 0,0-1 1,0 1-1,0-1 0,1 0 0,-1 0 1,0-1-1,0 1 0,1 0 0,-1-1 0,1 0 1,-1 1-1,1-1 0,0 0 0,-1 0 0,0-2 25,2 2-101,-1 0 0,1 0 0,0 0 0,0 0 0,0 0 0,0 0 0,0 0 0,0-1 0,0 1 0,1 0-1,-1-1 1,1 1 0,0 0 0,-1-1 0,1 1 0,0 0 0,1-1 0,-1 1 0,0 0 0,1-1 0,-1 1 0,1 0-1,0-1 1,-1 1 0,1 0 0,0 0 0,2-2 101,2-6-1209,1 0 1,0 1-1,1-1 0,0 1 0,1 0 1209,9-9-2328,0 1-1,1 1 0,1 0 0,1 1 2329,-6 5-1218,53-41-2840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15.66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3 448 6144,'-3'-2'7065,"4"4"-2780,9 4-1475,-6-4-2719,-1-1-1,1 1 1,-1-1-1,1 0 1,0 1-1,0-2 1,0 1-91,42-2 2016,18-5-2016,-53 4 43,15 1 429,23 1-472,19-1 568,95-17-19,-54 13-234,15-2-22,-115 5-267,16-1 13,1 1 0,-1 1 1,11 1-40,-6 1 16,1-2 1,-1-1 0,7-1-17,23-3 137,58-3 43,46-2-99,-71 4 215,0-5-296,81-6 216,-37 6-275,-31 7 59,97-4 0,-44 5 0,2-5 99,-134 7-96,518-49 509,-373 32-605,29-2 266,123-1-99,-169 7-10,-18 0-5,35 8 53,-43 1 256,3-5-368,229-12 125,-341 22-106,392-23 130,-58 11-150,-58 5 13,-275 6 15,66-2-60,33 3 33,96 0 162,-74-2-73,-74 0 39,30-6-128,35-2 101,132 5 97,-162 5-150,13-5-48,-85 0 16,-24 4-11,0 0 0,0 1 1,1 0-1,4 0-5,120-3 0,-50 1 0,-61 1 43,0 2 1,19 1-44,1 0 36,318-1 193,-359 0-277,0 0-277,0 0-155,0 0-784,0 0-256,2 0-3099,0 0 3650,1 1-6125,6 2 3094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8.09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 3326 7040,'0'0'148,"0"0"0,0 0 0,0 0 0,-1 0 0,1 0 0,0 0 1,0 0-1,0 0 0,-1 0 0,1 0 0,0 0 0,0-1 0,0 1 0,-1 0 0,1 0 0,0 0 1,0 0-1,0 0 0,0 0 0,-1 0 0,1-1 0,0 1 0,0 0 0,0 0 0,0 0 0,0 0 1,0-1-1,0 1 0,-1 0 0,1 0 0,0 0 0,0-1 0,0 1 0,0 0 0,0 0 0,0 0 1,0-1-1,0 1 0,0 0 0,0 0 0,0 0 0,0-1-148,5-12 2513,-3 8-2116,1 1-1,0-1 0,0 1 0,0 0 0,1 0-396,1-3 512,1-1 0,-2 1 0,1-1 0,-1 0 0,3-7-512,0 1 475,38-81 2762,23-73-3237,-51 129 441,1 0 1,12-17-442,-18 33 114,55-92 380,7-12-81,60-117 482,-75 145-350,31-35-545,-73 111 47,6-9 55,0-1-1,9-22-101,16-36 104,69-124 175,-85 164-229,1 1 0,3 2 1,8-5-51,80-78 156,-51 55 290,17-26-446,102-148 54,-132 183 164,56-49-218,-77 82 46,2 2 0,13-7-46,27-20 68,-28 13 158,8-11-226,-52 48-2,17-19-20,-1-1-1,3-5 23,15-20-56,8-9 56,39-63 0,-67 94-16,-19 27-179,3-4-482,-5 3-3485,8 0-4345,0 1 3142,7-4 1504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9.70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1 163 6656,'0'-10'5834,"-1"10"-4295,1-4 1311,1 0-308,2 6-1926,-3-2-532,1 0 0,0 0 0,-1 1 0,1-1 1,0 0-1,-1 0 0,1 0 0,0 0 0,-1 0 1,1 0-1,0 0 0,-1 0 0,1 0 0,0 0 1,-1 0-1,1 0 0,0-1 0,-1 1 0,1 0 1,0 0-1,-1-1 0,1 1 0,0-1 0,-1 1 0,1-1-84,1 0 248,7-1 66,0 1 0,-1-1 0,1 2 0,0-1 0,3 1-314,23-2 312,-12-1-155,1 1-86,-1-1 0,2-2-71,14-3 121,-1 3-1,25-1-120,-24 3 127,38-1 131,57 5-258,32 0 126,362-6 146,-90 7 346,-231-3-409,20-3 52,-49-5-169,45-1-13,207 0 98,-240 3 40,-136 6-163,197-9 95,97-3 139,-88 6-245,-67 3 191,-140 2-131,203-10 77,-197 10 43,22 4-223,-5-1 81,-71-1-184,-1 1 0,0-2 1,1 1-1,-1 0 0,1-1 1,-1 0-1,0 0 0,4-1 103,-19 3-10490,1 3 6128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2.31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 30 6144,'-6'-8'2193,"6"8"-2107,-1 0-1,1 0 1,0 0 0,0 0 0,0 0-1,0 0 1,-1-1 0,1 1 0,0 0 0,0 0-1,0 0 1,0 0 0,0 0 0,0-1-1,0 1 1,-1 0 0,1 0 0,0 0 0,0 0-1,0-1 1,0 1 0,0 0 0,0 0 0,0 0-1,0-1 1,0 1 0,0 0 0,0 0-1,0 0 1,0 0 0,0-1 0,0 1 0,0 0-1,0 0 1,0 0 0,0-1 0,0 1-1,1 0 1,-1 0 0,0 0 0,0 0 0,0-1-1,0 1 1,0 0 0,0 0-86,33-6 5034,-26 4-4457,0 0 0,-1 1-1,1-1 1,0 2 0,0-1 0,0 1 0,2 0-577,-2 1 252,0 0 1,0 1-1,-1 0 0,1 0 1,-1 1-1,1-1 1,-1 1-1,4 4-252,6 3 494,0 2 1,5 5-495,14 11 656,-6-4-324,0 1 1,5 8-333,0 0 220,8 4-220,6-1 211,1-3 1,26 12-212,-24-15 180,0 2 1,21 21-181,-58-42 10,20 16 25,0 1-1,-2 2 1,-2 2 0,18 22-35,-46-51 0,22 29 0,1-1 0,10 8 0,-1-6 88,2-2-1,1-1 1,1-2-1,2-1 1,7 1-88,44 22 44,-40-23-11,-1 1 0,-2 3 0,0 2 0,0 5-33,-15-10 66,-1 2 1,10 13-67,3 8 108,3-3-1,3-1 1,1-3 0,1-2-1,21 9-107,-37-26 42,171 103 258,-85-56-124,-2 4 0,104 88-176,-129-81 54,12 9-39,-31-30-13,26 21-5,-80-66 34,2-1-1,-1-2 1,17 7-31,36 15 138,67 43-138,-70-30 40,-3 3 0,-2 3 0,-2 3 0,8 14-40,-48-46 62,1-2 0,1-1 0,32 18-62,99 51 13,-98-60 11,-3 3 1,0 3-1,16 16-24,-35-20 80,-1 2 0,-1 1 0,31 43-80,-40-46-6,1-1 0,2-1 0,1-1 0,1-2 0,2-2 0,1-1 0,9 4 6,160 100 218,-178-111-124,8 8-94,-18-12 116,2-1 1,0 0-1,13 5-116,-26-16 76,-6-3-70,0 0-1,-1 1 0,1-1 0,0 0 1,-1 0-1,1 1 0,-1-1 0,1 0 1,0 1-1,-1-1 0,1 1 0,-1-1 1,1 1-1,-1-1 0,1 1 0,-1-1 1,1 1-1,-1 0 0,0-1 0,1 1-5,0 0-19,-1 0-1,1-1 0,0 1 0,-1 0 0,1-1 0,0 1 0,0-1 0,-1 1 0,1-1 0,0 1 1,0-1-1,0 0 0,0 1 0,0-1 0,0 0 0,0 0 0,0 0 0,0 1 20,9-2-3334,-4-3-5459,-3 0 4314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4.50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11 2267 6528,'-3'0'828,"3"0"-747,0 0 0,0 0 0,0 0 0,-1 0 0,1 0 0,0 0 0,0 0 0,0 1 0,-1-1-1,1 0 1,0 0 0,0 0 0,-1 0 0,1 0 0,0-1 0,0 1 0,0 0 0,-1 0 0,1 0-1,0 0 1,0 0 0,0 0 0,-1 0 0,1 0 0,0 0 0,0 0 0,0-1 0,-1 1 0,1 0-1,0 0 1,0 0 0,0 0 0,0-1 0,0 1 0,0 0 0,-1 0 0,1 0 0,0-1 0,0 1 0,0 0-1,0 0 1,0 0 0,0-1 0,0 1 0,0 0-81,1 0 537,0 1 1,-1-1-1,1 0 0,0 0 0,0 0 1,0 1-1,0-1 0,0 0 1,0 0-1,0 0 0,0-1 0,0 1 1,-1 0-1,1 0 0,1-1-537,1 1 522,1 0-1,0-1 0,-1 0 1,1 0-1,-1 0 0,1-1 1,-1 1-1,0-1 1,2 0-522,17-18 653,-1-1 0,-2-1 1,0 0-1,9-15-653,61-103 457,-2 3-285,44-33-4,-63 86-90,51-78 50,-35 47 10,134-163 203,-216 275-338,204-254 293,-22 6 45,-158 213-316,206-288 494,-179 250-492,-37 52-16,2-5 101,-18 29-115,1 0-1,-1 0 1,0-1 0,0 1 0,0 0 0,1 0-1,-1-1 1,0 1 0,0 0 0,0-1 0,0 1-1,0 0 1,1-1 0,-1 1 0,0-1 0,0 1-1,0 0 1,0-1 0,0 1 0,0 0 0,0-1 0,0 1-1,0 0 1,0-1 0,-1 1 0,1 0 0,0-1-1,0 1 1,0 0 0,0-1 3,-1 0-166,2-18-16644,6 10 13120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9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153 163 5888,'-1'-2'582,"0"-1"0,0 1 0,1-1 1,-1 1-1,1-1 0,-1 0 0,1 1 0,0-1 0,0 1 1,0-1-1,1 0 0,-1 1 0,1-1 0,-1 1 1,1-1-1,0 0-582,3-23 3367,1-26 553,-7 49-3220,-2 7-356,-3 8-183,-1 8-88,1 1 0,1-1 0,1 1-1,-1 12-72,1-12 61,-50 275 174,18-124 58,19-75 977,17-94-1091,2-4-85,1-11-48,1-4-8,32-161-108,35-158 87,-57 278-89,-6 21-68,3 1 0,5-14 140,-13 44-12,0 1 0,0 0 1,0 0-1,0 0 1,0 0-1,3-3 12,-4 7 0,-1-1 0,1 1 0,-1-1 0,1 0 0,0 1 0,-1-1 0,1 1 0,-1-1 0,1 1 0,0 0 0,-1-1 0,1 1 0,0 0 0,0-1 0,-1 1 0,1 0 0,0 0 0,0 0 0,-1-1 0,1 1 0,0 0 0,0 0 0,-1 0 0,1 0 0,0 0 0,0 1 0,-1-1 0,1 0 0,0 0 0,0 0 0,-1 1 0,1-1 0,0 0 0,0 1 0,-1-1 0,1 1 0,-1-1 0,1 1 0,0-1 0,-1 1 0,1-1 0,6 8 2,1 0 0,-1 1 0,0 0 0,-1 0 0,0 0-1,-1 1 1,2 3-2,9 22 83,3 16-83,-15-42 11,23 61 84,40 117 18,-49-134-165,-7-22-1405,7 30 1457,-12-36-998,3 13-1691,-7-12-2408,-3-20 1727,-1-11-951,2-3 1351</inkml:trace>
  <inkml:trace contextRef="#ctx0" brushRef="#br0" timeOffset="369.82">156 360 10880,'-35'24'6810,"35"-24"-6695,0 0 0,0 0 0,0 0-1,-1 0 1,1 0 0,0 0 0,0 1 0,0-1-1,0 0 1,0 0 0,-1 0 0,1 0 0,0 0-1,0 1 1,0-1 0,0 0 0,0 0 0,0 0-1,0 0 1,0 0 0,0 1 0,0-1 0,0 0-1,-1 0 1,1 0 0,0 1 0,0-1 0,0 0-1,0 0 1,0 0 0,0 0 0,0 1 0,1-1 0,-1 0-1,0 0 1,0 0 0,0 0 0,0 1 0,0-1-1,0 0 1,0 0 0,0 0 0,0 0 0,0 1-1,1-1 1,-1 0 0,0 0-115,11 7 2117,-7-5-2077,1-1 1,-1 0-1,0 0 0,0 0 0,1 0 1,1-1-41,39-1-534,3-3 534,-2 0-7728,4 2 7728,-27 2-5343,0 0 1727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00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340 136 10496,'-2'-24'5348,"1"19"-4077,1-1-1,0 1 1,-1 0-1,0 0 1,-1-1-1,1 0-1270,0 5 114,0-1-1,1 1 1,-1-1 0,0 1-1,0 0 1,0-1-1,0 1 1,0 0 0,0 0-1,0 0 1,-1 0 0,1 0-1,0 0 1,0 0 0,-1 0-1,1 0 1,-1 1 0,1-1-1,-1 0 1,1 1 0,-1-1-1,-1 1-113,-2-1 28,-1 0-1,0 0 1,0 1-1,0 0 1,0 0 0,0 0-1,0 1 1,1 0-1,-1 0 1,0 0-1,0 1 1,1 0 0,-1 0-1,-2 2-27,-1 1 3,0 0 0,1 0 0,0 1 0,0 0 1,1 0-1,0 1 0,0 0 0,-5 6-3,-3 7 17,0 0 0,2 0 0,0 2 1,2-1-1,0 2 0,0 2-17,-1 8 18,2-1 0,1 2 1,1-1-1,1 5-18,5-25 22,1-1 0,0 1 0,1-1-1,1 1 1,0-1 0,0 1 0,3 7-22,-3-14 16,1 0 0,-1 0 0,2 0 1,-1 0-1,0 0 0,1 0 0,0-1 0,1 1 0,-1-1 0,1 0 0,0 0 0,0 0 0,1-1 0,-1 1 1,5 2-17,-2-3-3,1 1 0,0-1 1,1-1-1,-1 1 0,1-1 1,-1-1-1,1 0 0,0 0 1,0-1-1,0 0 0,0 0 1,0-1 2,16 0-703,-1-1 1,0-1 0,21-5 702,-20 2-1914,0-1 1,-1-1 0,11-5 1913,33-17-8628,-41 16 4970</inkml:trace>
  <inkml:trace contextRef="#ctx0" brushRef="#br0" timeOffset="2399.8">686 84 10624,'-21'-20'6613,"18"18"-5010,3 2-641,0 0-879,0 0 0,0 0 1,0 0-1,0 0 0,0-1 0,1 1 0,-1 0 0,0 0 0,0 0 0,0 0 0,0 0 0,0 0 0,0 0 0,1 0 0,-1 0 0,0 0 0,0 0 0,0 0 0,0-1 0,0 1 1,0 0-1,0 0 0,0 0 0,0 0 0,1 0 0,-1 0 0,0-1 0,0 1 0,0 0 0,0 0 0,0 0 0,0 0 0,0 0 0,0-1 0,0 1 0,0 0 0,0 0 0,0 0 1,0 0-1,0 0 0,0-1 0,0 1 0,0 0 0,0 0 0,-1 0 0,1 0 0,0 0-83,5 104 2347,0-39-2321,5 48-153,23 101 127,-23-158-481,-8-48-475,0 1 0,1-1 0,0 0 0,1 2 956,-3-8-3833,1-5 1843,-1-10-2880,-1-3 1596</inkml:trace>
  <inkml:trace contextRef="#ctx0" brushRef="#br0" timeOffset="2767.35">568 92 13696,'-24'-8'9397,"35"7"-9134,0 0 0,0-1 1,0 0-1,0-1 1,2 0-264,34-8-53,-25 8 71,0 1 0,0 1 0,0 1 0,0 1 0,0 1 0,0 1 1,11 3-19,-25-4 13,0 0 0,-1 1 0,1 0 0,0 0 0,-1 1 0,0 0 0,0 0 0,0 0 0,0 1 0,-1 0 0,1 0 0,-1 1 0,-1 0 0,1 0 0,-1 0 0,0 1 0,0 0 0,-1 0 0,0 0 0,0 0 0,0 4-13,0 0 20,0 0 0,-1 0 0,-1 0 1,0 0-1,0 0 0,-1 1 1,0-1-1,-1 1 0,-1-1 1,0 3-21,-1 1 47,-1 0 0,0-1 1,-1 1-1,-1-1 0,-1 1 1,1-2-1,-5 7-47,-1 0-10,-1-1 1,-1 1-1,-1-2 0,-1 0 0,0-1 1,-2 0-1,1-2 0,-2 0 1,0 0-1,-4 0 10,10-7-600,0-1 0,-1 0 0,0-1 0,0 0 0,-1-1 0,-5 0 600,18-4-343,-1 0-1,0-1 0,0 0 1,0 0-1,0 1 1,1-1-1,-1 0 1,0 0-1,0-1 1,0 1-1,0 0 1,0-1-1,1 1 1,-1-1-1,0 1 1,0-1-1,1 0 1,-1 0-1,0 0 1,1 0-1,-1 0 1,0-1 343,-9-12-3637</inkml:trace>
  <inkml:trace contextRef="#ctx0" brushRef="#br0" timeOffset="3215.45">1201 121 9088,'-5'-6'1441,"-9"-5"3400,12 11-1015,3 4-203,0 9-1909,-2 55-1250,0-7 394,5 31-858,-3-76 12,1 0 0,1 0 0,1-1 0,0 1-1,1-1 1,1 0 0,0 0 0,1-1 0,8 14-12,-11-23 8,0-1 0,0 1 0,0-1 0,0-1 0,1 1 0,0 0 1,0-1-1,0 0 0,0 0 0,0-1 0,0 1 0,1-1 0,-1 0 0,1-1 0,0 1 0,-1-1 0,1 0 1,0-1-1,0 0-8,13 1-377,0 0 1,0-2 0,0-1-1,0 0 1,4-2 376,75-17-3956,-33 3-3928,-42 13 4354</inkml:trace>
  <inkml:trace contextRef="#ctx0" brushRef="#br0" timeOffset="3570.56">1219 455 12800,'-32'9'4735,"32"-9"-3679,-10 8 416,7-8 256,6 0-1056,2-3-64,4-2-384,9-7-192,6 4-64,3-13 96,5 1-32,-5-8-1088,5 7 608,-5-2-3104,1 3 1984,-1-9-4639,-5 12 3455</inkml:trace>
  <inkml:trace contextRef="#ctx0" brushRef="#br0" timeOffset="3918.62">1177 193 10752,'-33'0'3509,"31"0"-3335,1 0-1,0 0 1,-1 0 0,1 0-1,-1 0 1,1 0 0,0 0-1,-1 0 1,1 1 0,-1-1-1,1 1 1,0-1 0,0 1 0,-1-1-1,1 1 1,0 0-174,-4 2 677,-7 3 2532,12-5-3128,0-1-1,0 0 0,0 0 1,0 0-1,0 0 1,0 0-1,1 0 0,-1 0 1,0 0-1,0 0 1,0 0-1,0 0 1,0 0-1,0 0 0,0 0 1,0 0-1,0 0 1,0 0-1,0 0 1,0 0-1,0 0 0,0 1 1,0-1-1,0 0 1,0 0-1,0 0 1,0 0-1,0 0-80,6-3 183,1 1 0,-1 0 0,1 0 0,5 0-183,16-5 228,93-33-2189,-61 18-2093,2 3 0,53-9 4054,-56 21-3637</inkml:trace>
  <inkml:trace contextRef="#ctx0" brushRef="#br0" timeOffset="4257.93">2170 63 9984,'-22'-2'3285,"15"-1"-1786,4 0-346,0 1 0,0-1 0,0 1 1,0 0-1,-1 0 0,0 0-1153,0 0 621,-1 0-1,1 0 0,-1 1 1,0-1-1,-1 1-620,1 0 42,0 1 1,1-1-1,-1 1 0,0 0 1,0 0-1,0 1 0,0-1 1,0 1-1,1 0 1,-1 1-1,0-1 0,1 1 1,-1 0-1,1 0 0,-1 0 1,1 1-1,0-1 1,0 1-1,-3 2-42,-10 11 9,1 1 0,1 0 0,0 2 0,1-1 0,1 2 0,0 0 0,0 3-9,-9 22-61,1 1 0,-11 38 61,29-74 0,0 0 1,0 0-1,1 1 0,0-1 0,1 1 0,0-1 1,1 1-1,0 4 0,1-9 12,0 0 0,0 0 0,0 0 0,1 0 0,-1 0 0,2 0 0,-1 0 0,0 0 1,1-1-1,0 0 0,1 1 0,-1-1 0,1 0 0,3 3-12,-3-5 11,0 1 1,0-1-1,1 1 1,-1-1-1,1-1 1,0 1-1,0-1 1,0 0-1,0 0 1,0 0-1,1 0 1,-1-1 0,1 0-1,-1 0 1,0-1-1,1 0 1,0 1-1,-1-2 1,4 1-12,4-2 26,0 0 1,-1 0 0,1-1-1,0-1 1,-1 0 0,0 0-1,8-5-26,-15 6 6,0 0 0,0 0-1,-1 0 1,1-1 0,-1 0-1,0 0 1,0 0 0,0 0 0,-1-1-1,1 0 1,-1 1 0,0-1-1,-1 0 1,1-1 0,-1 1-1,0 0 1,0-1 0,0 0-6,0-3 19,0 0 0,0 0 0,-1 0 0,0 0 0,-1 0 0,0-1 0,0 1 0,-1 0 0,0 0 1,-2-8-20,3 38 234,1-1 1,2 14-235,2-13-391,1 0 1,0 0 0,11 19 390,-11-26-2033,1 0 0,1-1 1,6 8 2032,0-5-3343,-1-11-1698,0-5 1500</inkml:trace>
  <inkml:trace contextRef="#ctx0" brushRef="#br0" timeOffset="4724.36">2485 455 12544,'-20'5'4042,"7"1"-291,11-3-2041,5-3 1570,2-2-3176,0 0 1,1 1-1,-1-1 0,1 1 0,4 0-104,12-3-334,48-16-3413,-51 13-2942,0 0 0,10-7 6689,-12 9-3365</inkml:trace>
  <inkml:trace contextRef="#ctx0" brushRef="#br0" timeOffset="5076.49">2453 250 15616,'-27'0'5791,"27"0"-4511,-10 4 224,6-4-192,8 0-864,1 0-224,8 0-160,11-4-160,3-1 64,10-3-960,3 1 544,0-6-4480,2 9 2720,-1-4-5183,-1 4 4191</inkml:trace>
  <inkml:trace contextRef="#ctx0" brushRef="#br0" timeOffset="21497.09">3003 217 7424,'-1'0'221,"0"0"1,0 0-1,0 0 1,1 0 0,-1 0-1,0 0 1,0 0-1,0 0 1,1-1-1,-1 1 1,0 0-1,0 0 1,1-1 0,-1 1-1,0 0 1,1-1-1,-1 1 1,0-1-1,1 1 1,-1-1 0,0 1-1,1-1 1,-1 1-1,1-1 1,-1 0-1,1 1 1,-1-1-1,1 0 1,0 1 0,-1-1-1,1 0 1,0 0-1,0 1 1,-1-1-1,1 0 1,0 0-1,0 0 1,0 1 0,0-1-1,0 0 1,0 0-1,0 0 1,0 1-1,0-1 1,0 0-1,1 0-221,2-10 843,1 1-1,0-1 0,1 1 0,1 0 0,-1 0 0,7-8-842,-5 10 125,0-1-1,0 2 1,1-1-1,-1 1 0,2 0 1,-1 1-1,1-1 0,0 2 1,0-1-1,0 2 1,9-4-125,-12 5 15,9-3 58,0 0-1,1 1 1,0 1-1,5 0-72,-18 3 31,1 0 0,0 1 0,0-1 0,-1 1 0,1 0 0,0 1 0,-1-1 0,1 0-1,0 1 1,-1 0 0,1 0 0,0 0 0,-1 0 0,0 1 0,1-1 0,-1 1 0,0 0 0,0 0-1,0 0 1,0 1 0,2 1-31,-3-1 17,0 0 0,0 0-1,0 0 1,-1 0 0,1 0-1,-1 0 1,0 1-1,0-1 1,0 0 0,0 1-1,-1-1 1,1 1 0,-1-1-1,0 1 1,0-1 0,0 1-1,-1 1-16,0 8 14,-1 1 1,-1 0-1,-3 9-14,-3 3 51,-1 1 0,0-2 0,-2 0 0,-1 0 0,-2-1 0,0-1 0,-5 6-51,-18 18 120,-1-1 0,-37 31-120,52-55 24,-1-1 0,-18 11-24,43-32 0,-2 2-24,1-1 0,-1 1 1,0-1-1,0 0 1,0 0-1,-1 0 0,1 0 1,0 0-1,0 0 1,0 0-1,-1-1 0,1 1 1,0-1-1,-2 0 24,1-1-98,7-1-21,10-2-42,1 2 150,0 2 1,0 0 0,0 1 0,8 1 10,62 12-208,-58-8 14,-16-4-48,32 5-2745,3-1 2987,-31-4-1888,-1-2 1,1 0 0,-1 0-1,1-2 1,2 0 1887,15-3-3536</inkml:trace>
  <inkml:trace contextRef="#ctx0" brushRef="#br0" timeOffset="21966.66">3541 181 14464,'-15'0'4655,"14"0"-4565,1 0 1,0 0-1,0 0 0,-1 0 0,1 0 0,0 0 0,-1 0 0,1 0 0,0 0 0,0 0 0,-1 0 0,1 0 0,0 0 0,0 0 0,-1 0 0,1-1 0,0 1 0,0 0 1,-1 0-1,1 0 0,0 0 0,0-1 0,0 1 0,0 0 0,-1 0 0,1 0 0,0-1 0,0 1 0,0 0 0,0 0 0,0-1 0,-1 1 0,1 0 0,0 0 0,0-1 1,0 1-1,0 0 0,0 0 0,0-1 0,0 1 0,0 0 0,0 0 0,0-1 0,0 1-90,4-1 177,-1 0-1,1 0 1,-1 0-1,0-1 1,0 1-1,1-1 1,-1 0-1,1-1-176,24-12-9,-21 12 35,-1 1 0,1 0 0,0 1 0,0-1 0,0 1 0,0 0 0,0 1 0,0 0 0,0 0 0,0 0 0,0 1 0,0 0 0,-1 1 0,1-1 0,0 1 0,0 0 0,-1 1 0,1 0 0,-1 0 0,0 0 0,0 1 0,0 0 0,-1 0 1,1 0-1,-1 1 0,0 0 0,0 0 0,0 0 0,-1 1 0,0-1 0,0 1 0,0 0 0,-1 0 0,3 6-26,-4-5 32,1 0 1,-1 0 0,-1 0-1,1 0 1,-1 1-1,-1-1 1,1 1-1,-1-1 1,0 1 0,-1-1-1,0 0 1,0 1-1,-1-1 1,-1 4-33,-1 3 95,-1 0 1,0-1 0,-1 1-1,-1-1 1,0 0-1,-8 10-95,2-5 120,0-2 1,0 0-1,-2-1 0,0 0 0,-1-1 1,0 0-1,-1-2 0,0 0 0,-1-1 1,0 0-1,-16 5-120,29-14 12,0 0 0,-1 0 0,1-1-1,-1 1 1,1-1 0,-1 0 0,0-1 0,1 0 0,-1 0 0,0 0 0,0 0 0,1-1 0,-5-1-12,7 1-5,-1 0 0,1 0 1,0-1-1,0 0 0,0 1 1,0-1-1,0 0 0,0-1 1,1 1-1,-1 0 0,1-1 1,-1 0-1,1 1 1,0-1-1,0 0 0,0 0 1,1 0-1,-1 0 0,1 0 1,0-1-1,-1 1 0,1 0 1,0-2 4,-1-6-16,0 1 0,1 0 0,0-1 0,0 1 1,1-1-1,1-4 16,1-6-46,0 1 0,6-19 46,-1 12-464,1 1-1,1 0 1,1 0-1,13-22 465,-13 29-1864,2 0 0,0 1 0,14-16 1864,6 3-5803,4 4 1809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4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24 736 9216,'-4'-2'1300,"-11"-4"3171,15 6-4381,0 0 0,-1 0 0,1 0-1,0 0 1,0 0 0,0 0 0,0 0 0,-1 0 0,1 0 0,0 0 0,0 0-1,0 0 1,0 0 0,0 0 0,-1 0 0,1 0 0,0-1 0,0 1 0,0 0-1,0 0 1,0 0 0,0 0 0,-1 0 0,1 0 0,0 0 0,0-1 0,0 1-1,0 0 1,0 0 0,0 0 0,0 0 0,0-1 0,0 1 0,0 0 0,0 0-1,0 0 1,0 0 0,0-1 0,0 1 0,0 0 0,0 0 0,0 0 0,0 0-1,0-1 1,0 1 0,0 0 0,0 0 0,0 0 0,0 0 0,0 0 0,0-1-1,0 1 1,0 0 0,1 0 0,-1 0-90,3-11 3600,8-1-2959,0 1 1,1 0-1,7-3-641,0-2 257,36-26 409,16-8-666,6-4 140,146-100-36,-106 75-43,13-9-584,36-13 523,-120 74-638,11-5-1764,-19 15-2862,-32 14 97,-2 5 1631</inkml:trace>
  <inkml:trace contextRef="#ctx0" brushRef="#br0" timeOffset="1222.25">1350 31 8960,'-12'-12'4847,"8"6"-1898,6 7-148,-1-1-839,-1-3 2326,0 2-3093,0 3-774,-1 16-76,-1 1-1,-2 3-344,1 4 74,-2 19-103,2 1 1,2 1 28,2-13-2796,5 24 2796,-5-49-1108,1 0 0,0 0 1,0 0-1,3 5 1108,-4-11-648,0 0-1,0-1 1,1 1 0,-1-1-1,0 1 1,1-1-1,0 0 1,-1 1 0,1-1-1,0 0 1,0 0-1,0 0 1,1 0-1,-1-1 1,0 1 0,2 0 648,10 3-3552</inkml:trace>
  <inkml:trace contextRef="#ctx0" brushRef="#br0" timeOffset="1670.83">1582 71 15872,'-8'-3'8283,"12"-1"-4944,23-1-4017,-9 1 1130,-1 0-445,0 0-1,0 2 0,1 0 0,-1 0 0,0 2 0,1 0 0,-1 1 0,0 1 1,1 0-1,-1 1 0,6 3-6,-14-3 24,0 0 1,0 1-1,0 0 0,0 0 1,-1 1-1,0 0 0,0 0 1,0 1-1,6 6-24,-9-7 35,0 1 0,0 0 0,0 0 0,-1 1 0,0-1 0,0 1 0,0 0 0,-1 0 0,0 0 0,-1 0 0,1 1 0,-1-1 0,0 3-35,-2-6 35,1 0 0,-1 0 0,0 1-1,0-1 1,0 0 0,0 1 0,-1-1 0,1 0 0,-1 0 0,0 0 0,-1 0 0,1 0 0,-2 2-35,0 0 63,0 0 0,0-1 1,-1 1-1,0-1 1,0 0-1,-1 0 1,1 0-1,-3 1-63,-7 5 143,0 0 0,-1-1 0,-1-1 0,1-1 0,-1 0-1,-3 0-142,5-2 52,0-1-1,0 0 1,-1-1-1,1-1 1,-1 0-1,0-1 1,-1-1-52,6-1-6,0 0-1,0 0 1,0-1 0,0 0 0,0-1 0,0 0 0,0-1-1,1 0 1,-1 0 0,-5-4 6,10 5-64,0-1 0,0 0-1,1-1 1,-1 1 0,1-1-1,-1 0 1,1 0 0,1 0 0,-1-1-1,0 1 1,1-1 0,0 0 0,0 0-1,1 0 1,-1 0 0,1 0-1,0-1 1,0 1 0,1-1 0,0 1-1,0-1 1,0 0 0,1 0 0,-1-4 64,1 0-405,1 1 0,0-1 0,0 0 0,1 1 0,0-1 0,0 1 1,1 0-1,0 0 0,1 0 0,0 0 0,1 0 0,0 1 1,0 0-1,4-5 405,1 1-3000,0 0 0,7-4 3000,25-18-4213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4.025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119 700 6016,'-13'-19'5754,"15"20"-4670,-2-1-1003,0-1-1,0 1 0,0 0 1,0 0-1,0 0 1,0 0-1,0 0 0,0 0 1,0 0-1,0 0 1,0 0-1,0 0 0,0 0 1,0 0-1,0 0 1,0 0-1,0 0 0,0 0 1,0 0-1,0-1 1,0 1-1,0 0 0,0 0 1,0 0-1,0 0 1,0 0-1,0 0 0,0 0 1,0 0-1,0 0 1,0 0-1,0 0 0,0 0 1,0 0-1,0-1 1,0 1-1,0 0 0,0 0 1,0 0-1,0 0 1,0 0-1,0 0 0,0 0 1,0 0-1,0 0 1,0 0-1,0 0 0,0 0 1,0 0-1,0 0-80,-2-1 769,-1 1 1,1 0-1,-1-1 0,1 1 1,-1 1-1,1-1 0,-1 0 1,1 0-1,-1 1 0,0 0-769,-33 7 2227,29-6-1954,5-1-157,-1 0-1,1 0 1,-1 0-1,0 0 1,1-1-1,-1 1 0,0-1 1,1 0-1,-1 0 1,0 0-1,0 0 0,-2 0-115,5-1 25,0 1-1,0 0 0,0 0 0,0-1 0,0 1 0,0 0 0,0 0 0,0 0 0,0-1 1,0 1-1,0 0 0,0 0 0,1 0 0,-1-1 0,0 1 0,0 0 0,0 0 0,0 0 0,0-1 1,0 1-1,1 0 0,-1 0 0,0 0 0,0 0 0,0 0 0,0-1 0,1 1 0,-1 0 1,0 0-1,0 0 0,0 0 0,1 0 0,-1 0 0,0 0 0,0 0 0,1 0-24,13-10 253,-4 3-115,57-43 289,76-50-201,4 7 1,91-41-227,-138 84 137,2 4 1,2 5-1,1 4 0,34-4-137,-98 28 294,-39 12-621,-4 1-466,-11 2-1154,42 3-16084,-12-2 14095</inkml:trace>
  <inkml:trace contextRef="#ctx0" brushRef="#br0" timeOffset="2305.78">1625 134 10112,'-30'-20'7013,"29"20"-6865,1 0 0,-1 0 0,1-1 0,-1 1 1,1 0-1,-1-1 0,1 1 0,0 0 0,-1-1 0,1 1 1,-1-1-1,1 1 0,0-1 0,0 1 0,-1-1 0,1 1 1,0-1-1,0 1 0,-1-1 0,1 1 0,0-1 0,0 1 1,0-1-1,0 1 0,0-1 0,0 0 0,0 1 0,0-1 1,0 1-1,0-1 0,0 1 0,0-1 0,0 1 0,1-1 1,-1 0-1,0 1 0,0-1 0,1 1 0,-1-1 0,0 1 1,0 0-1,1-1 0,-1 1 0,1-1 0,-1 1-148,3-3 46,1 0-1,-1 1 1,0-1 0,1 1-1,3-2-45,-4 2 241,16-7-191,0 0-1,0 1 1,1 0 0,0 2 0,10-2-50,16-1 183,43-4-183,-35 10 191,-50 3-139,0 0-1,0 0 0,1 1 0,-1-1 1,0 1-1,0 0 0,0 0 0,0 1 0,0-1 1,4 3-52,-8-4 14,1 0 0,-1 1-1,1-1 1,-1 0 0,1 1 0,-1-1 0,1 1 0,-1-1 0,1 1 0,-1-1 0,0 1 0,1-1 0,-1 1 0,0-1 0,1 1 0,-1-1 0,0 1 0,0 0 0,1-1 0,-1 1 0,0-1 0,0 1 0,0 0 0,0-1 0,0 1 0,0 0 0,0-1 0,0 1 0,0 0 0,0-1 0,-1 1 0,1-1 0,0 1 0,0 0 0,0-1 0,-1 1 0,1-1 0,0 1-1,-1-1 1,1 1 0,-1-1 0,1 1-14,-2 2 21,-1-1 0,1 1 0,-1-1 0,0 1 0,1-1 0,-1 0-21,1-1 18,-91 63 88,60-43-152,0 1 0,1 2 0,-3 6 46,34-30-1,1 1 0,-1-1-1,0 1 1,0 0 0,1 0-1,-1-1 1,1 1 0,-1 0-1,1 0 1,-1-1-1,1 1 1,-1 0 0,1 0-1,0 0 1,-1 0 0,1 0-1,0 0 1,0 0 0,0 0-1,0 0 2,0 0-1,0-1-1,0 1 1,1 0-1,-1-1 0,0 1 1,1 0-1,-1-1 0,0 1 1,1 0-1,-1-1 1,1 1-1,-1-1 0,1 1 1,-1-1-1,1 1 0,0-1 1,-1 1-1,1-1 1,0 0-1,0 1 2,4 1-10,1 0 0,0 0 0,1 0 0,-1 0 0,4-1 10,-2 1-3,27 6-39,0 2-1,-1 1 0,6 4 43,-28-10 24,-1 1 1,0 1-1,0-1 0,0 2 1,3 3-25,-7-6 16,-1 1 0,0 0 0,0 0 0,-1 0 0,0 1 1,0 0-1,0 0 0,1 4-16,-4-8 3,-1 0 1,0 0 0,0 0-1,-1 0 1,1 0-1,-1 1 1,0-1-1,1 0 1,-1 0 0,0 0-1,-1 0 1,1 0-1,-1 0 1,1 1-1,-1-1 1,0 0 0,0 0-1,0 0 1,-1-1-1,1 1 1,-1 0-1,1 0 1,-1-1-1,0 1 1,-1 0-4,-2 3 11,0-1 1,0 1-1,-1-1 1,0 0-1,0 0 1,-1 0-1,1-1 0,-1 0 1,-5 2-12,-9 3-239,0 0 1,-1-2-1,0-1 0,0 0 1,-6-1 238,15-3-457,0 0 0,0-1 0,0-1 0,0 0 0,0-1 0,0 0-1,0-1 1,0-1 0,-11-3 457,21 5-337,-1 0 0,1 0-1,0 0 1,0-1 0,0 0-1,0 1 1,0-1-1,0 0 1,0 0 0,0-1-1,1 1 1,-1 0 0,1-1-1,0 0 1,0 0-1,0 1 1,0-1 0,0 0-1,1 0 1,-1-1 0,1 1-1,0 0 1,0-1 0,0 1-1,0 0 1,0-1-1,1 1 1,0-1 0,0 1-1,0-1 1,0-1 337,1-2-729,0 1-1,0 0 1,1 0 0,1-2 729</inkml:trace>
  <inkml:trace contextRef="#ctx0" brushRef="#br0" timeOffset="2738.19">2195 215 12160,'0'-1'487,"-1"0"0,1 0 1,-1-1-1,1 1 0,-1 0 1,1 0-1,0-1 0,-1 1 1,1 0-1,0-1 0,0 1 1,0 0-1,0-1 0,0 1 1,1 0-1,-1-1 0,0 1 1,0 0-1,1 0 0,-1-1 1,1 0-488,1-1 326,0-1 0,0 1 1,0 0-1,1 0 0,-1 0 0,1 0 0,-1 0 1,2 0-327,5-4 20,-1 0 0,2 1-1,-1 0 1,0 0 0,6-1-20,2 0 31,0 2 1,0 0-1,0 0 0,0 2 0,1 0 1,0 1-1,-1 1 0,1 1 0,0 0 1,-1 1-1,1 1 0,0 1 0,-1 0 1,3 2-32,-13-3 24,0 0 1,0 1-1,0 0 0,0 0 1,0 1-1,-1-1 1,0 2-1,0-1 1,0 1-1,0 0 1,0 0-25,-3-2 21,-1 0 1,1 1 0,-1-1 0,0 0-1,0 1 1,0-1 0,-1 1-1,1 0 1,-1-1 0,0 1 0,0 0-1,0 0 1,-1 0 0,1 0-1,-1-1 1,0 1 0,0 0-1,0 0 1,-1 0 0,1 0 0,-1 0-1,0 0-21,-2 6 48,0 0-1,0 0 1,-1 0 0,0-1-1,-1 1 1,0-1 0,0-1-1,-7 9-47,2-5 68,0-1 0,-1 0 0,0 0 0,-1-1 0,-10 7-68,-1-2 90,0-1 0,-1-1-1,-1-1 1,0-1-1,-1-1 1,-19 4-90,34-11 36,-1 0 1,0-1-1,0 0 0,0-1 1,0 0-1,-9-1-36,16 0-9,1 0 0,-1-1 0,0 0-1,1 0 1,-1 0 0,1 0 0,-1-1-1,1 0 1,0 0 0,0 0 0,0 0-1,0-1 1,0 1 0,0-1 0,1 0-1,-1 0 1,1-1 0,0 1-1,-1-2 10,0 0-78,0-1 0,1 0 0,0 0 0,1 0 0,-1 0 0,1-1 0,0 1-1,0-1 1,1 1 0,0-1 78,0-3-235,0 0 0,1-1 0,0 1 0,0 0 0,1 0 0,1-3 235,1 0-584,0-1 1,1 1 0,0 1 0,1-1 0,1 0 0,0 1 0,1 0 0,0 0 583,4-4-1609,1 1 0,0 0 0,1 0 0,0 1 1,3-1 1608,39-30-3728</inkml:trace>
  <inkml:trace contextRef="#ctx0" brushRef="#br1" timeOffset="103747.6">1617 514 10368,'-16'2'3125,"6"-1"261,9 0 4145,24-14-5654,-1 3-1231,15-10-646,1-1 149,64-31-16,13-7-85,11 1-48,12 6 92,43-7-92,144-29-36,-309 84 23,47-10-181,9-2-1441,-70 16 1426,-1-1 1,0 1 0,0-1 0,1 0-1,-1 1 1,0-1 0,0 0 0,0 0 0,0 1-1,0-1 1,0 0 0,0 0 0,0 0-1,0-1 209,0 0-968,0 0-1,0 0 1,0 0-1,0 0 0,0 0 1,-1 0-1,1 0 1,-1 0-1,1 0 1,-1 0-1,0 0 0,0-1 969,0-2-3514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20 114 9344,'-4'-6'1194,"1"1"1,0-1 0,1 0-1,-1 0 1,1-1-1195,1 5 304,1 1 1,-1-1-1,1 1 0,0-1 0,0 1 0,0-1 1,0 1-1,0-1 0,0 1 0,0-1 1,0 1-1,1-1 0,-1 1 0,0-1 0,1 1 1,0-1-1,-1 1 0,1 0 0,0-1 1,-1 1-1,1 0 0,1-1-304,9-12 1709,-8 10-1244,0 0-1,0 0 0,1 0 1,-1 0-1,1 1 1,3-3-465,-6 6 18,-1 0 1,0 0-1,0-1 0,1 1 1,-1 0-1,0 0 0,1 0 0,-1 0 1,0 0-1,1 0 0,-1 0 1,0 0-1,1 0 0,-1 0 1,0 0-1,1 0 0,-1 0 1,0 1-1,1-1 0,-1 0 1,0 0-1,0 0 0,1 0 1,-1 1-1,0-1 0,1 0 1,-1 0-1,0 0 0,0 1 1,0-1-1,1 0 0,-1 0 1,0 1-1,0-1 0,0 0 1,0 1-1,1-1 0,-1 0 1,0 0-1,0 1 0,0-1 1,0 0-1,0 1 0,0-1 1,0 0-1,0 1 0,0-1 1,0 0-1,0 1-18,2 19 200,-3 67-124,0 2-2733,4 13 2657,-2-83-2012,2-1 0,1 6 2012,-3-17-1103,1-1 0,0 0 0,0 0 0,1 0 0,-1 0 1,1 0-1,0-1 0,3 4 1103,12 11-3472</inkml:trace>
  <inkml:trace contextRef="#ctx0" brushRef="#br0" timeOffset="432.52">365 137 13696,'-7'-7'2217,"6"6"-1692,0 0 0,0 0 0,0 1 0,0-1 1,0 0-1,0 0 0,1 0 0,-1-1 0,0 1 0,1 0 0,-1 0 0,1 0 1,-1 0-1,1-1-525,0 1 125,0 0 0,0 0 0,0 0 1,0 0-1,1 0 0,-1 1 0,0-1 1,0 0-1,1 0 0,-1 0 0,1 0 0,-1 0 1,1 0-1,-1 0-125,3-2 101,-1 0 1,1 0-1,0 0 1,0 1 0,0-1-1,0 1 1,1 0-1,-1-1 1,2 1-102,36-18 83,-31 17-86,-1 1 0,1 0-1,0 0 1,1 1 0,-1 0-1,0 1 1,0 0 0,0 0-1,1 1 1,6 2 3,0 1 18,-1 0 0,0 0 0,0 2 0,0 0 0,-1 0 0,2 2-18,-11-5 17,-1 1 1,1-1-1,0 1 1,-1 0-1,0 1 1,0-1-1,0 1 1,0 0-1,-1 0 1,0 0-1,0 1 1,0-1-1,0 2-17,-2-3 26,-1 0 0,1 1 1,-1-1-1,1 1 0,-1-1 0,0 1 0,-1-1 1,1 1-1,-1-1 0,0 1 0,0 0 0,-1-1 1,1 1-1,-1-1 0,0 1 0,0-1 0,0 1 1,-2 3-27,-2 1 44,0 0 1,0 0 0,-1 0 0,0 0 0,0-1 0,-1 0 0,0 0 0,0-1 0,-1 0 0,0 0 0,0-1-1,-1 0 1,-2 1-45,-6 3 85,0-1 0,-1 0 0,0-2 0,0 0 0,-1-1 0,-13 3-85,23-8 17,0 1 0,0-2 0,-1 1 1,1-1-1,0-1 0,0 0 0,-1 0 0,1-1 0,0 0 1,0 0-1,1-1 0,-1 0 0,0-1 0,-6-3-17,10 4-32,1 0 0,-1 0 0,0-1 0,1 1 0,0-1 0,-1 0-1,2 0 1,-1 0 0,0-1 0,1 0 0,-1-1 32,2 2-83,0 0 1,0 0 0,0 0-1,1 0 1,0 0-1,0 0 1,0-1 0,0 1-1,1 0 1,0-1-1,0 1 1,0 0-1,0-1 1,1 1 0,0-4 82,2-2-490,-1 0 0,2 0 0,0 0 0,0 1 0,0-1 1,1 1-1,5-7 490,2-1-2589,2 0 1,-1 1-1,5-3 2589,23-18-3946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7.797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107 398 10240,'-23'3'6773,"22"-2"-6189,-1 0 0,0-1-1,0 1 1,0 0 0,1 0 0,-1 1 0,0-1 0,1 0 0,-1 1 0,1-1-1,-1 0 1,1 1 0,-1 0-584,-9 9 1679,-38 14 1707,69-34-2784,1 1 0,10-2-602,-24 8 60,250-89 78,-66 22-105,193-54-76,-326 104-410,-7 3-2520,-20 5-5142,-20 4-866,-3 13 5355</inkml:trace>
  <inkml:trace contextRef="#ctx0" brushRef="#br0" timeOffset="771.32">1326 228 12032,'-2'-1'661,"1"1"0,-1-1 1,0 0-1,0 0 0,0 0 0,1 0 1,-1-1-1,1 1 0,-1 0 1,1-1-1,-1 1 0,1-1-661,1 2 243,-1-1-1,1 1 0,0-1 0,0 1 1,0-1-1,0 1 0,0-1 1,-1 1-1,1-1 0,0 1 1,0-1-1,1 1 0,-1-1 1,0 1-1,0-1 0,0 1 1,0-1-1,0 1 0,0-1 1,1 1-1,-1-1 0,0 1 1,1-1-243,7-9 949,1 2-890,0 1 0,0 0 1,1 0-1,0 1 0,0 0 0,0 1 1,1 0-1,0 0 0,5 0-59,-13 4 7,18-5 15,0 1 0,0 0 0,0 2 0,2 1-22,-17 1 27,-1 1-1,1 0 1,-1 0 0,1 0 0,-1 1-1,1 0 1,-1 0 0,1 1-1,-1-1 1,0 1 0,1 0 0,-1 1-1,0-1 1,-1 1 0,1 0 0,0 0-1,-1 0 1,3 3-27,-6-4 9,1-1 0,-1 1 0,0-1-1,0 1 1,0 0 0,0 0 0,0-1 0,0 1-1,-1 0 1,1 0 0,-1 0 0,1 0-1,-1 0 1,0 0 0,1 0 0,-1 0 0,0 0-1,0 0 1,-1 0 0,1 0 0,0 0 0,-1 0-1,1 0 1,-1-1 0,0 2-9,-1 4 10,-1 0-1,-1 0 1,1-1-1,-1 1 1,0-1-1,-2 1-9,-7 9 24,0 0-1,-1-1 1,-1-1-1,0-1 1,-9 6-24,-28 18 35,-5 0-35,2-2 2,34-22-17,17-11 1,-1 0 0,1 1 0,0 0 0,0-1-1,0 1 1,0 1 0,1-1 0,-3 3 14,6-5-2,-1-1 1,1 0-1,0 0 0,0 0 1,0 1-1,0-1 0,0 0 1,0 0-1,-1 1 0,1-1 0,0 0 1,0 0-1,0 0 0,0 1 1,0-1-1,0 0 0,0 0 1,0 1-1,0-1 0,0 0 0,0 0 1,0 1-1,0-1 0,0 0 1,1 0-1,-1 1 0,0-1 1,0 0-1,0 0 0,0 0 0,0 1 1,0-1-1,1 0 0,-1 0 1,0 0-1,0 1 0,0-1 1,1 0-1,-1 0 0,0 0 0,0 0 1,0 0-1,1 0 0,-1 1 1,0-1-1,0 0 0,0 0 0,1 0 1,-1 0-1,0 0 0,0 0 1,1 0-1,-1 0 0,0 0 1,0 0 1,18 1-35,194-11-2542,-197 9 1960,20-2-824,29-2-2495,-1 1-3476,-30 4 3940</inkml:trace>
  <inkml:trace contextRef="#ctx0" brushRef="#br0" timeOffset="1188.74">1918 349 12544,'0'-6'2120,"1"-7"4679,4 7-3165,6-2-3137,-5 4-451,0-1 1,1 1-1,0 0 1,0 1-1,0 0 1,0 0-1,0 0 1,1 1-1,0 0 1,-1 1-1,1-1-46,22-2 154,1 1-1,4 1-153,-33 2 19,10 0 45,12-2 93,1 1 0,0 2 0,0 0 0,23 5-157,-42-5 34,0 1 1,0-1-1,0 1 1,0 0-1,0 1 1,-1-1-1,1 1 1,-1 0-1,0 1 1,0-1-1,0 1 1,0 0-1,0 0 1,-1 1-1,0-1 1,0 1-1,0 0 1,0 0-1,-1 0 1,0 1-1,0-1 1,0 3-35,-1-5 19,-1-1 1,-1 1-1,1 0 1,0 0-1,-1 0 1,1 0-1,-1 0 0,0 0 1,0 0-1,0 0 1,-1 0-1,1 0 1,-1 0-1,1 0 1,-2 3-20,0-1 46,0-1 1,-1 1 0,1-1 0,-1 1 0,0-1 0,0 0 0,0 0-1,0 0 1,-3 1-47,-3 3 111,0 0 0,-1-1 0,0 0 0,0-1-1,0 0 1,-1-1 0,0 0 0,-7 2-111,-2-1 183,0-1 0,-1-1 1,0-1-1,-18 0-183,0-1 137,1-2 1,-9-2-138,28 0-82,0 0 0,0 0 0,0-2 0,0-1 0,1 0 0,0-1 0,0-1 0,-1-1 82,16 7-75,1-1 1,-1 1-1,1-1 0,-1 0 1,1 1-1,0-1 1,-1-1-1,1 1 0,0 0 1,0 0-1,1-1 0,-1 1 1,0-1-1,1 1 1,0-1-1,-1 0 0,1 0 1,0 1-1,1-1 1,-1 0-1,0 0 0,1 0 1,-1 0-1,1 0 1,0 0-1,0 0 0,0 0 1,1 0-1,-1 0 1,1-1 74,0-2-490,1 1 1,0-1 0,0 1 0,0 0 0,0-1-1,1 1 1,1 0 489,-1-1-1350,1 0-1,1 0 0,-1 1 1,1 0-1,3-3 1351,26-18-4362</inkml:trace>
  <inkml:trace contextRef="#ctx0" brushRef="#br1" timeOffset="104903.89">1203 807 8832,'-13'2'5690,"11"1"-1365,2-3-4205,0 0 0,0 0 0,0 0 1,0 1-1,0-1 0,0 0 0,0 0 1,0 1-1,0-1 0,0 0 0,0 0 0,0 0 1,0 1-1,0-1 0,0 0 0,0 0 1,0 0-1,0 1 0,0-1 0,-1 0 1,1 0-1,0 0 0,0 0 0,0 1 1,0-1-1,-1 0 0,1 0 0,0 0 0,0 0 1,0 0-1,-1 0 0,1 1 0,0-1 1,0 0-1,0 0 0,-1 0 0,1 0-120,24-35 2870,-17 26-2787,0 1 0,1-1 0,1 2 0,5-6-83,5-2 73,22-20 6,1 2 1,14-5-80,91-53-35,-107 66 7,294-171 183,-239 138-79,90-51-56,-115 71-109,75-38-718,-92 54-292,-52 21-700,-4 3-547,-10 2-5749,12-4 4565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5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104 143 11392,'-4'-17'3733,"4"16"-3580,0 0 0,0 0 0,0 0-1,0 0 1,0 0 0,0 0 0,0 0 0,0 0 0,1 1 0,-1-1 0,0 0 0,0 0 0,1 0-1,-1 0 1,1 0 0,-1 1 0,1-1 0,-1 0 0,1 0 0,0 1 0,-1-1 0,1 0 0,0 1-1,-1-1 1,1 1 0,0-1 0,0 1 0,-1-1 0,1 1 0,0-1 0,0 1 0,0 0 0,0 0-153,2-2 420,33-21 1590,-21 13-1324,1 1 0,4-2-686,-2 2 198,1 1 0,0 1 0,0 1 0,1 0 0,0 2 0,2 0-198,-15 2 31,0 2-1,1-1 1,-1 1-1,0 0 1,0 1 0,0 0-1,1 0 1,-1 0-1,0 1 1,0 0-1,0 1 1,-1-1-1,1 1 1,-1 1 0,1-1-1,-1 1 1,0 0-1,5 4-30,-4-1 36,-1 0 0,0 0 0,0 0 0,0 1 0,-1 0 0,0 0 0,0 0 0,-1 1 0,0-1 0,1 7-36,1 4 94,-1-1 0,-1 2 0,0-1 0,0 13-94,-3-21 72,-1 0 0,0-1-1,-1 1 1,0-1 0,0 1-1,-1-1 1,0 1 0,-1-1-1,-1 0 1,1 0 0,-6 9-72,5-11 72,0-1 0,0 0-1,-1 0 1,0-1 0,-1 1 0,1-1 0,-1 0 0,0-1 0,-1 1 0,1-1-1,-1-1 1,0 1 0,0-1 0,-1 0 0,-6 2-72,-6 0 165,-1 0 0,0-2 1,0 0-1,0-1 0,-21-1-165,24-1 72,-1-2 0,0 0 0,0-1-1,0-1 1,1-1 0,-1-1-1,1 0 1,0-1 0,-6-4-72,17 7-13,0-1 1,0 0-1,0 0 0,0 0 1,1 0-1,0-1 1,0 0-1,0-1 1,0 1-1,-3-6 13,6 7-29,0 0 0,1 0-1,0-1 1,-1 1 0,1 0 0,1-1 0,-1 0 0,1 1 0,0-1-1,0 0 1,0 1 0,0-1 0,1 0 0,0 0 0,0 0-1,0 0 1,1 1 0,0-3 29,1-2-213,1 1-1,-1 0 0,1 0 1,1 0-1,0 0 0,0 1 1,0 0-1,1 0 1,0 0-1,0 0 0,1 1 1,0-1-1,5-3 214,5-3-1897,0 0 1,0 1-1,1 1 0,1 1 0,7-3 1897,33-13-4330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04.6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182 125 7808,'-1'0'412,"1"-1"1,-1 1 0,0-1-1,0 1 1,1-1-1,-1 1 1,0-1 0,1 0-1,-1 1 1,0-1-1,1 0 1,-1 0 0,1 1-1,-1-1 1,1 0 0,0 0-1,-1 0 1,1 0-1,0 1 1,-1-1 0,1 0-1,0 0 1,0 0-1,0 0 1,0 0 0,0 0-1,0 0 1,0 0-1,0 0 1,0 1 0,1-1-1,-1 0 1,0-1-413,1-7 1839,-3 6-273,-2 6-1007,-2 6-241,-7 17-137,2 1-1,0 0 1,0 8-181,-21 84-9,-14 126 166,16-68 182,28-166-229,0-1 1,1 1-1,0 6-110,3-18 56,0-4-48,2-15-5,-1 1-1,0-9-2,2-17 0,22-77 0,-11 52 0,76-310-16,-87 355-26,7-23-31,-11 46 65,0-1 0,0 0 0,0 1-1,0-1 1,1 1 0,-1-1 0,1 1 0,0-1 0,0 1-1,-1 0 1,2 0 0,-1 0 0,0 0 0,1 0 8,-3 1 0,1 1-1,0-1 1,0 1 0,0 0-1,0-1 1,0 1 0,0 0-1,0-1 1,0 1-1,0 0 1,0 0 0,0 0-1,0 0 1,0 0 0,0 0-1,0 0 1,0 0 0,0 0-1,0 1 1,0-1 0,0 0-1,0 0 1,-1 1 0,1-1-1,0 1 1,0-1 0,0 1-1,0-1 1,0 1 0,-1 0-1,1-1 1,0 2 0,3 2-1,-1 0-1,1 1 0,-1-1 1,0 1-1,1 4 2,-1-4-8,10 18-48,11 20 34,-1 1-1,0 7 23,4 16 45,73 193 209,-50-130-587,-20-54-1441,-28-71 1213,-1-1 0,1 0 0,-1 1 0,0-1-1,0 0 1,-1 3 561,-2 5-4606,2-12 4518,0 0 0,0 0-1,0 0 1,0 0 0,0 0 0,0 0 0,0 0 0,0 0 0,0 0 0,0 0 0,0 0 0,0 1-1,0-1 1,0 0 0,0 0 0,0 0 0,0 0 0,-1 0 0,1 0 0,0 0 0,0 0-1,0 0 1,0 0 0,0 0 0,0 0 0,0 0 0,0 0 0,0 0 0,0 0 0,0 0-1,-1 0 1,1 0 0,0 0 0,0 0 0,0 0 0,0 0 0,0 0 0,0 0 0,0 0-1,0 0 1,0 0 0,0 0 0,0 0 0,0 0 0,-1 0 0,1 0 0,0 0 0,0-1-1,0 1 1,0 0 0,0 0 0,0 0 0,0 0 0,0 0 88,-4-5-2073,2 2 696,-8-9-1796</inkml:trace>
  <inkml:trace contextRef="#ctx0" brushRef="#br0" timeOffset="357.55">209 436 11776,'-27'14'3898,"26"-13"-3711,0-1-1,-1 1 1,1 0-1,0-1 1,0 1-1,-1 0 1,1 0-1,0 0 1,0 0-1,0 0 1,0 0-1,0 0 1,0 0-1,0 1 1,1-1-1,-1 0-186,-2 3 712,2-2-50,-1 0-1,1 0 1,-1 0 0,1 0-1,0 0 1,0 0 0,0 0 0,0 1-662,-3 5 1074,46-38-685,-28 19-424,0 1-1,1 0 1,0 1-1,1 1 0,0 0 1,13-3 35,3 0-2284,1 1-1,0 2 1,3 1 2284,-24 5-2159,-1 1 1,0 0-1,1 0 0,10 2 2159,6 3-3546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10.5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12 176 11520,'-12'-10'3733,"13"3"-16,1 4-1663,-2 6 2249,18 8-2473,-13-8-1832,0-1 0,0 1 0,1-1 0,-1-1 0,0 1 1,1-1-1,-1 0 0,1 0 0,-1 0 0,1-1 1,-1 0-1,1 0 0,-1 0 0,1-1 0,-1 0 1,3 0 1,3-2-1067,1 0 1,-1 0 0,0-2-1,-1 1 1,1-1 0,-1-1-1,3-1 1067,-6 2-2140,0 0 1,0 0-1,-1 0 0,7-7 2140,2-2-3552</inkml:trace>
  <inkml:trace contextRef="#ctx0" brushRef="#br0" timeOffset="354.47">54 41 11648,'-4'0'341,"-2"0"1097,-1 0 0,1 0-1,-1-1 1,1 0 0,-2 0-1438,4-1 3303,6-1 367,2 0-2958,-3 2-692,1 0-1,0 0 1,-1 0-1,1 1 0,-1-1 1,1 0-1,0 1 1,0 0-1,-1-1 1,1 1-1,1 0-19,8-2-32,11-3-380,-1 1 0,1 1 412,22-2-3739,-16 2-2258,-6 3 1928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05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279 100 8960,'-14'-25'5765,"13"15"-450,0 6-4692,1 1 0,0-1 0,-1 0 0,0 1 0,1-1 0,-2 1 0,1-1 0,0 1 0,-1-1-623,0 2 83,0-1 1,0 1-1,0 0 0,0 0 1,-1 0-1,1 0 0,-1 0 0,1 1 1,-1-1-1,0 1 0,0-1 0,0 1 1,1 0-1,-1 0 0,0 0 0,-1 1 1,1-1-1,0 1 0,0-1 1,0 1-1,0 0 0,0 1 0,0-1 1,0 0-1,0 1 0,-1 0-83,-2 0 14,1 0 0,-1 1 0,0-1 0,1 2 0,-1-1 0,1 1 0,0-1 0,0 1 0,0 1 0,0-1 0,1 1 0,-1 0 0,-3 4-14,-3 6-4,0 1-1,1 0 1,0 1 0,2 0 0,0 1 0,0 0-1,2 0 1,0 0 0,-3 19 4,3-9-9,2 1 0,0 1 1,2-1-1,1 0 0,1 1 0,3 5 9,-2-23 9,0 0-1,1 0 1,1-1-1,-1 1 1,2-1-1,0 0 0,0 0 1,1 0-1,0 0 1,2 1-9,-4-6-39,0 0-1,1-1 1,-1 1 0,1-1 0,1 0-1,-1 0 1,0 0 0,1-1 0,0 0-1,0 1 1,0-2 0,0 1-1,0 0 1,1-1 0,-1 0 0,1-1-1,-1 1 1,1-1 0,4 1 39,-1-2-524,0 0 0,0 0 1,1 0-1,-1-1 0,0-1 0,0 1 0,0-1 1,3-2 523,9-3-3117,0-1 0,-1-2 0,0 0 3117,30-15-4197</inkml:trace>
  <inkml:trace contextRef="#ctx0" brushRef="#br0" timeOffset="3999.93">844 160 7296,'3'-8'5599,"-1"6"-4991,-1 0-1,0-1 1,1 1-1,-1-1 1,-1 1-1,1-1 1,0 1-1,-1-1 1,1 0 0,-1 1-1,0-2-607,1 0 439,-2 0-1,1 0 1,0 0-1,-1 0 1,1 0-1,-1 0 0,-2-3-438,2 5 136,0 0-1,0 0 1,0 0-1,0 0 1,-1 0-1,1 1 1,-1-1-1,1 0 1,-1 1-1,1 0 1,-1-1-1,0 1 1,0 0-1,0 0 1,0 0-1,0-1-135,-3 0 15,0 0-1,0 0 0,-1 0 0,1 1 1,0-1-1,-1 1 0,1 1 1,-1-1-1,1 1 0,-1 0 1,0 0-1,1 0 0,-1 1-14,-2 1 21,0-1 1,0 2-1,0-1 0,1 1 0,-1 0 1,1 1-1,-1 0 0,-3 2-21,-2 3 22,0 1-1,1 0 1,0 1-1,0 0 1,2 1-1,-1 1 1,1-1-1,-7 14-21,2-3 13,2 1 0,0 1 0,2 0-1,1 1 1,0 0 0,2 0 0,2 1 0,0 0-1,1 1 1,1 7-13,4-27 1,0-1 0,0 1 0,1 0 0,0-1 0,0 1 0,1-1 0,0 1 0,0-1 0,0 0 0,2 1-1,-3-4 3,1 0 0,1 0 0,-1-1-1,0 1 1,1 0 0,0-1 0,0 0 0,0 0 0,0 0 0,0 0 0,0 0-1,1-1 1,0 1 0,-1-1 0,1 0 0,0 0 0,4 1-3,1 0-115,1-1 0,0 0-1,0-1 1,0 0 0,0 0 0,-1-1 0,1 0 0,0-1 0,0 0 0,0-1-1,1 0 116,4-2-805,0 0-1,-1-1 0,0 0 1,0-1-1,0 0 0,-1-2 0,0 1 806,-6 2-1299,0 0 0,0 0 0,-1-1 0,1 0 0,-1 0-1,-1 0 1,1-1 0,-1 1 0,0-2 0,3-5 1299,0 0-2432</inkml:trace>
  <inkml:trace contextRef="#ctx0" brushRef="#br0" timeOffset="4332.07">834 379 7296,'0'0'155,"0"0"0,0 0-1,0-1 1,0 1 0,0 0 0,0 0 0,0 0 0,0 0 0,0 0 0,0 0-1,0 0 1,0 0 0,0 0 0,0 0 0,0-1 0,0 1 0,0 0 0,0 0-1,-1 0 1,1 0 0,0 0 0,0 0 0,0 0 0,0 0 0,0 0 0,0 0-1,0 0 1,0 0 0,0 0 0,0 0 0,0 0 0,0-1 0,-1 1 0,1 0 0,0 0-1,0 0 1,0 0 0,0 0 0,0 0 0,0 0 0,0 0 0,0 0 0,0 0-1,-1 0 1,1 0 0,0 0 0,0 0 0,0 1 0,0-1 0,0 0 0,0 0-1,0 0 1,0 0 0,0 0 0,0 0 0,-1 0 0,1 0 0,0 0 0,0 0-1,0 0 1,0 0 0,0 0 0,0 0 0,0 0 0,0 1 0,0-1 0,0 0-1,0 0-154,0-2 5257,0 4-5659,0-1 1757,0-1-417,0 16 1308,1 3-2092,1 0 1,0 0-1,2-1 1,0 1 0,1-1-1,0 0 1,5 7-155,12 24-1983,5-3-3287,-25-41 4472,0-2-175,-1-1-1,1 0 1,0 1-1,-1-1 0,1 0 1,0 0-1,0 0 1,1 0 973,9 6-3760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18.921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7 502 5376,'-1'0'280,"1"-1"-1,-1 1 1,1-1 0,-1 0-1,1 1 1,-1-1 0,1 1-1,0-1 1,-1 0 0,1 1-1,0-1 1,0 0 0,-1 1 0,1-1-1,0 0 1,0 1 0,0-1-1,0 0 1,0 0 0,0 1-1,0-1 1,0 0 0,0 1-1,0-1 1,0 0 0,0 0-280,1-5 3693,9 2 346,26 0-3221,-9 1-406,-26 3-404,3-1 27,1 1 0,-1-1-1,0 1 1,1 0-1,-1 0 1,0 0 0,1 1-35,10 1 105,0-1-1,0-1 1,0 0 0,1-1-105,18 0 210,-5-1-87,27-4-123,5 0 256,-9 3-27,8-1-26,23-5-203,159-21 130,-75 11 81,184-18 464,-92 11-801,-174 20 196,61 4-70,-104 2-32,904 3 634,-688-15-602,-60 1 0,-19 9 107,-49-3 290,63-14-397,85-3 136,-129 17 131,94-17-267,156-12 318,-134 16-252,490-25-18,-667 38-4,-33 1 72,47 4-116,-35 1 36,19-5-36,16 1 12,-63 2 81,20-5-93,12 0 24,45-2-24,87-3 0,-117 7 33,-49 1-47,1 2 1,2 1 13,206 2 93,-130-3-69,155 1 24,-180-3 11,54-1-70,-49-4 59,-51 3 64,-44 5-289,1 0 1,-1-1-1,0 1 1,1 0-1,-1 0 1,0-1-1,0 1 1,1-1-1,-1 1 1,1-1 176,12-4-3984,-11 4 3134,0 1 0,0-1 0,0 0 1,0 0-1,1 0 0,-2 0 0,1 0 1,0-1-1,0 0 0,0 1 0,-1-1 1,3-2 849,21-21-4784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21.836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0 352 6656,'0'-2'751,"0"0"0,0 0 0,0 0 0,1-1 0,-1 1 0,1 0 0,-1 0 1,1 0-1,0 0 0,0 0 0,0 0 0,1-1-751,0-2 2149,-2 5-2077,0 0 0,0-1 0,0 1 1,0 0-1,0 0 0,0 0 0,1 0 0,-1-1 0,0 1 0,0 0 1,0 0-1,0 0 0,1 0 0,-1 0 0,0-1 0,0 1 1,0 0-1,1 0 0,-1 0 0,0 0 0,0 0 0,0 0 0,1 0 1,-1 0-1,0 0 0,0 0 0,0 0 0,1 0 0,-1 0 1,0 0-1,0 0 0,1 0 0,-1 0 0,0 0 0,0 0 0,0 0 1,1 0-1,-1 1 0,0-1 0,0 0-72,1 0-107,49-1 1578,-8 0-919,0 2-1,0 2 0,5 2-551,-24-3 197,0 0 0,0-2 0,0-1 0,2 0-197,35-1 257,317-7 661,-134-4-380,-65 2-287,-35 8-9,136-9 49,-46-9-168,-86 8-72,321-19 154,-264 29-109,81-6 32,-53 9-99,-107 1-21,336-10 3,-304 7 88,13 0-81,69 2 82,-110 1-157,695-1 195,-624-5 42,79 1-34,57-2-110,-297 4-8,386-6 41,104-1 54,-409 7-101,152-8 84,254-33 64,-250 22 12,-169 10-162,50-3 8,129-7 68,581-8-38,162 31 134,-602-5 64,66 19-128,-193 0-101,365 12-43,-636-27-93,19 4 109,7 0 8,196 1 114,-143-3-116,-78-2-69,19 4 63,-20-2 303,19 0-303,-41-1 3,-6-2 2,0 1 0,0-1-1,1 1 1,-1-1 0,0 1-1,1-1 1,-1 0 0,0 0-1,0 0 1,1 0-1,-1 0 1,0 0 0,1 0-5,-1 0-117,1 1 1,-1-1-1,0 0 1,0 1 0,0-1-1,0 1 1,0-1-1,0 1 1,0-1-1,0 1 1,0 0 0,0 0-1,0-1 1,0 1 116,-1 0-148,1-1 1,-1 0 0,0 0 0,1 1-1,-1-1 1,0 0 0,0 0 0,1 1-1,-1-1 1,0 0 0,0 1 0,0-1-1,1 0 1,-1 1 0,0-1 0,0 1-1,0-1 1,0 0 0,0 1-1,0-1 1,0 0 0,0 1 0,0-1-1,0 1 1,0-1 0,0 0 0,0 1-1,0-1 1,0 1 0,0-1 0,0 0-1,0 1 1,0-1 0,-1 0-1,1 1 1,0-1 0,0 0 0,0 1-1,-1-1 1,1 0 0,0 0 0,-1 1-1,1-1 148,-15 6-6335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29.0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9 7296,'0'-1'176,"-1"1"1,1-1-1,0 1 1,0 0 0,-1-1-1,1 1 1,0-1-1,-1 1 1,1-1-1,0 1 1,-1 0-1,1-1 1,-1 1-1,1 0 1,0-1 0,-1 1-1,1 0 1,-1 0-1,1-1 1,-1 1-1,1 0 1,-1 0-1,0 0 1,1 0-1,-1 0 1,1 0 0,-1 0-1,1 0 1,-1 0-177,1 0 2,0 0 78,0 0 1,0 0-1,0 0 1,0 0-1,0 0 0,0 0 1,0 0-1,0 0 1,0 0-1,0 0 0,0 0 1,0 0-1,0 0 1,0 0-1,0 1 0,0-1 1,0 0-1,0 0 1,0 0-1,-1 0 0,1 0 1,0 0-1,0 0 1,0 0-1,0 0 0,0 0 1,0 0-1,0 0 1,0 0-1,0 0 0,0 0 1,0 0-1,0 0 1,0 0-1,0 0 0,0 0 1,0 0-1,0 0 0,-1 0 1,1 0-1,0 0 1,0 0-1,0 0 0,0 0 1,0 0-1,0 0 1,0 0-1,0 0 0,0 0 1,0 0-1,0 0 1,0 0-1,0 0 0,0 0 1,0 0-1,0 0 1,0 0-1,-1 0 0,1 0 1,0 0-1,0 0-80,2 7 6475,-2-7-5654,0 17 907,-1 70-1010,-1-24-568,3 0 0,6 30-150,-4-70-182,15 107-967,-10-91-4143,3 5 5292,-6-25-5744,4-3 1755</inkml:trace>
  <inkml:trace contextRef="#ctx0" brushRef="#br0" timeOffset="1303.92">316 118 7808,'0'0'230,"-1"-1"1,0 1-1,0-1 1,1 1-1,-1-1 1,1 0-1,-1 1 0,0-1 1,1 0-1,-1 0 1,1 1-1,0-1 1,-1 0-1,1 0 1,0 0-1,-1 1 1,1-1-1,0 0 1,0 0-1,0 0 1,0 0-1,0 0 0,0 0 1,0 0-231,5-25 5341,-1 9-2571,-4 15-2643,0 0-1,0 0 1,1 0-1,-1 0 1,1 0 0,0 0-1,-1 0 1,1 0-1,0 0 1,0 0 0,0 0-1,1 0 1,-1 0-1,0 1 1,1-1 0,-1 0-1,1 1 1,-1-1 0,1 1-1,0 0 1,0 0-1,-1-1 1,3 1-127,3-2 66,1 0 0,0 1 1,0 0-1,0 1 0,1 0 0,-1 0 0,0 1 0,0 0 1,1 0-1,-1 1 0,0 0 0,0 0 0,0 1 1,0 0-1,3 1-66,19 8 30,0 0 0,-2 2 0,12 7-30,-28-13 48,0 0-1,-1 0 1,1 1 0,-2 0 0,1 1 0,1 2-48,-7-7 51,-1 1 0,0 0 0,1 1 0,-2-1 0,1 1 0,-1 0-1,0 0 1,0 0 0,0 0 0,-1 1 0,0-1 0,0 1 0,0 3-51,-1 4 65,0-1 0,-1 1 0,0-1 0,-1 1 0,-1-1 0,0 0-1,0 1 1,-2-1 0,0 0 0,0 0 0,-1-1 0,0 1 0,-1-1 0,-1-1 0,0 1 0,-1-1 0,-3 4-65,5-7 40,-1 0 1,-1-1 0,0 0-1,0 0 1,0 0 0,-1-1-1,0-1 1,0 1 0,-6 1-41,-8 4 73,-1-2 1,1-1-1,-11 2-73,21-6 35,1-1-1,-1-1 1,0 0-1,0-1 0,0-1 1,-1 0-1,1 0 0,-11-3-34,17 2-2,-1 0 0,1-1 0,0-1 1,-1 1-1,1-1 0,1 0 0,-1-1 0,0 1 0,1-1 0,-1-1 0,1 1 0,1-1 0,-1 0 0,1-1 0,-4-3 2,4 2-25,0 0 1,1 0 0,0 0-1,0-1 1,0 0 0,1 1-1,0-1 1,1-1-1,0 1 1,0 0 0,1 0-1,0-1 1,0 1 0,1-1-1,0-3 25,2-16-129,1 0 1,1 1-1,8-28 129,-9 41-472,1-1 0,0 1 0,1 0 0,1 0 0,0 0 0,0 1 0,2 0 0,5-8 472,1 0-1926,11-14-1128,-5 14-2435,-2 11 1884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33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24 596 10112,'-17'0'11075,"11"0"-8271,7 0-993,9-12-163,153-84-267,-64 42-1147,3 5-1,10 1-233,60-28 24,50-21 73,-129 57-77,-33 18 8,-43 16-54,0 0 1,0-1-1,-1-1 0,0 0 0,9-7 26,-19 11-457,-5 4 179,0-1 0,1 0 1,-1 0-1,0 0 0,0 0 1,1 0-1,-1-1 1,0 1-1,0 0 0,0 0 1,0-1-1,-1 1 278,3-17-6531,-3 8 921,0 5 1770</inkml:trace>
  <inkml:trace contextRef="#ctx0" brushRef="#br0" timeOffset="758.9">1609 187 10240,'-6'-2'2340,"-6"-4"2162,12 6-4427,0 0 0,0 0 0,0 0-1,-1 0 1,1 0 0,0 0 0,0 0 0,0 0 0,0 0 0,0 0 0,0 0-1,-1-1 1,1 1 0,0 0 0,0 0 0,0 0 0,0 0 0,0 0-1,0 0 1,0 0 0,0 0 0,0-1 0,0 1 0,-1 0 0,1 0-1,0 0 1,0 0 0,0 0 0,0 0 0,0-1 0,0 1 0,0 0 0,0 0-1,0 0 1,0 0 0,0 0 0,0-1 0,0 1 0,0 0 0,0 0-1,0 0 1,0 0 0,0 0 0,1 0 0,-1-1 0,0 1 0,0 0 0,0 0-1,0 0 1,0 0 0,0 0 0,0 0 0,0 0 0,0-1-75,5-6 4229,2-5-3360,3 4-703,0 0 0,1 1-1,0 0 1,1 1-1,0 0 1,5-2-166,-9 5 4,0 1 0,0 0-1,-1 0 1,1 1 0,0 0-1,0 0 1,1 0 0,-1 1-1,0 1 1,0 0 0,3 0-4,5 2 13,1 1 0,0 1 0,-1 1 0,0 0 0,0 1 0,6 4-13,-13-6 21,0 0 1,-1 1-1,0 0 1,0 0-1,0 1 1,-1 0-1,0 0 1,0 0-1,-1 1 1,0 0-1,4 7-21,-8-11 23,0-1-1,0 1 0,-1-1 0,1 1 0,-1 0 0,0 0 0,0 0 0,0 0 0,0 0 0,0 0 0,-1 0 0,0 0 0,0 0 0,0 0 0,-1 0 0,1 0 0,-1 0 0,0 0 0,0 0 0,0 0 0,-1 0 0,1-1 1,-1 1-1,0-1 0,0 1 0,0-1 0,0 1 0,-1-1 0,0 0 0,0 1-22,-7 5 86,1-1 1,-1 0-1,0-1 1,-1 0-1,0 0 1,0-1-1,-1 0-86,-16 6 162,-1-1-1,-8 2-161,21-8 43,-1 0 1,1-1-1,-1-1 1,1-1-1,-1 0 1,0-1-1,0-1 1,0 0-1,1-1 1,-1-1-1,0-1 1,1 0-1,-4-3-43,16 5-12,0 0 0,0 0 0,0-1 0,0 0 0,1 0 0,-1 0 0,-1-1 12,4 2-13,0 0 1,0-1 0,-1 1-1,1 0 1,0-1 0,0 1-1,0 0 1,0-1 0,0 1 0,1-1-1,-1 0 1,0 1 0,1-1-1,-1 1 1,1-1 0,0 0-1,-1 0 1,1 1 0,0-1-1,0-1 13,1-7-217,0 0 0,1 0 0,0 1 0,0-1 0,1 1 0,1-1 0,0 1 0,0 0 0,0 0 0,3-3 217,11-17-3016,2 0 0,7-8 3016,-8 13-4845,1 0 0,19-16 4845,1 9-3984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05.3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86 178 11136,'-13'-6'3197,"0"-2"571,9 7-1591,6 4 264,-1-2-814,-1-1-667,10 0 603,1-1-1570,1-1 1,0 0 0,0 0-1,3-3 7,18-2-1302,-18 4 226,26-5-2753,-15-2-3325,-13 4 3432</inkml:trace>
  <inkml:trace contextRef="#ctx0" brushRef="#br0" timeOffset="332.54">40 20 14592,'-26'5'5439,"26"-5"-4223,-11 4 416,8-4 192,6 0-1152,-3 0 64,11 3-480,-3 2-160,5-2-64,11-3-32,-2 0 0,6-8-224,-1 5 128,0-6-1728,5 6 1024,-5-9-6719,0 7 4159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56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57 7296,'1'-2'955,"0"-1"0,-1 1 0,1-1 1,0 0-1,-1 0 0,1 1 0,-1-1 1,0 0-1,0-2-955,3-5 3629,-1 6-2161,-3 7-549,-3 10-682,1 0 1,1 1 0,0-1 0,1 0-1,0 2-237,-3 26 150,-15 58 194,-18 53-344,-2 12 243,23-101 292,-5 9-535,12-41 286,7-26-206,3-8 2,4-13 7,27-135-176,9-34-29,-33 157 99,35-117-81,-32 111 97,3 1 1,0 0-1,5-3 1,-18 33 5,21-32 77,-20 33-72,-1 0 0,0 0 0,1 0 0,0 1 0,-1-1 0,1 1-1,0-1 1,0 1 0,0 0 0,-1 0 0,1 0 0,0 0 0,1 0 0,-1 0-1,0 0 1,0 1-10,-1 0 13,0 0 0,0 0-1,0 0 1,0 0 0,0 0-1,0 0 1,0 0 0,0 1-1,0-1 1,0 0 0,0 1-1,0-1 1,0 1 0,0-1-1,-1 1 1,1-1 0,0 1-1,0 0 1,-1-1-1,1 1 1,0 0 0,-1 0-1,1-1 1,0 2-13,11 22 118,-9-19-76,20 54 132,9 39-174,-11-33 2,25 93 39,-3-8-1095,-35-124-1939,3 19 2993,-9-34-2153,0 1 1,-1-1 0,0 3 2152,-4-4-4539,2-2 1494</inkml:trace>
  <inkml:trace contextRef="#ctx0" brushRef="#br0" timeOffset="357.95">206 409 10496,'-38'0'6975,"37"0"-6580,-1 1-1,1 0 0,0-1 0,0 1 0,0 0 1,0 0-1,0 0 0,0 0 0,0 0 0,0 0 0,0 0 1,1 0-1,-1 0 0,0 0 0,1 0-394,-1 0 145,0 0 1,1 0-1,-1-1 0,1 1 1,-1 0-1,1 0 0,-1 0 0,1 0 1,0-1-1,-1 1 0,1 0 1,0 0-1,0 0 0,0 0 0,-1 0 1,1 0-1,0 0 0,0 0-145,2-1 106,0 0-1,0 0 0,0 0 1,0 0-1,-1-1 0,1 1 1,0-1-1,0 1 0,1-2-105,-3 2 7,67-21-1345,30-4 1338,7-2-1937,-64 13-2057,-3 2 1172</inkml:trace>
  <inkml:trace contextRef="#ctx0" brushRef="#br0" timeOffset="5161.95">1007 259 8320,'0'-2'656,"0"-1"0,0 0 0,1 1 0,-1-1 0,1 1 0,-1-1 0,1 1 0,0-1-656,2-11 5187,-6-23-2108,3 34-2898,-1-3 248,0 1-1,0-1 1,-1 0 0,0 1 0,0-2-429,1 5 95,0 0 1,0 1-1,0-1 1,0 1-1,0-1 0,0 1 1,0-1-1,-1 1 1,1-1-1,0 1 1,-1 0-1,0 0 1,1 0-1,-1 0 1,1 0-1,-1 0 1,0 0-1,0 0 1,0 0-96,-3 0 54,1 1 0,0-1 0,-1 1 0,1-1 0,-1 1 0,1 0 0,0 1 0,-1-1 0,1 1 0,0 0 0,-1 0 0,1 0 0,0 1 0,0-1 0,0 1 0,-2 1-54,-8 5 42,0 1 0,1 0 0,-10 9-42,9-7 17,-4 3 22,0 1-1,1 1 0,1 1 1,1 0-1,-9 13-38,18-21 7,0 0 0,0 0 0,1 0 0,0 1 0,1 0 0,0 0 0,0 0 0,1 0 0,1 1 0,0-1 0,0 1 0,1 0 0,0 2-7,1-9 2,0 1-1,0 0 1,1-1 0,0 1-1,-1-1 1,2 1-1,-1-1 1,0 1 0,1-1-1,0 0 1,0 1-1,0-1 1,0 0 0,1 0-1,0-1 1,0 1-1,0-1 1,0 1-1,0-1 1,1 0 0,-1 0-1,1 0 1,0-1-1,0 1 1,0-1 0,0 0-1,0 0 1,3 1-2,6 1-39,0-1 0,0 0 1,0-1-1,0 0 0,0-1 0,0 0 1,1-1-1,-1 0 0,7-2 39,30-5-1200,-1-1 0,24-8 1200,-22 2-8933,10-7 8933,-18 8-3978</inkml:trace>
  <inkml:trace contextRef="#ctx0" brushRef="#br0" timeOffset="5700.63">1449 199 12032,'-15'-3'3978,"14"2"-3608,0 1 0,0-1-1,0 1 1,0-1 0,1 1 0,-1-1 0,0 0-1,0 1 1,1-1 0,-1 0 0,0 0-1,0 0-369,-1-3 1416,6 7-133,-3-2 24,-1-1-491,0 0-38,0 0-287,1 2-367,1 0 0,-1 0 0,0 0 0,0 0 0,0 1 0,0-1 0,0 0 0,0 2-124,19 73 288,4 35-288,14 52-1253,-33-145 9,1 0 0,3 3 1244,-6-16-1756,0 1 1,1-1 0,0 1-1,2 2 1756,-4-7-586,-2-1 375,0-1-1,1 1 1,-1-1 0,0 0-1,0 1 1,1-1 0,-1 1-1,0-1 1,1 0 0,-1 1-1,0-1 1,1 0-1,-1 1 1,1-1 0,-1 0-1,0 0 1,1 1 0,-1-1-1,1 0 1,-1 0-1,1 0 1,-1 0 0,1 0-1,-1 1 1,1-1 0,-1 0-1,1 0 1,-1 0-1,0 0 1,1 0 0,-1-1-1,1 1 1,-1 0 0,1 0-1,-1 0 1,1 0-1,-1 0 1,1-1 211,9-3-3317</inkml:trace>
  <inkml:trace contextRef="#ctx0" brushRef="#br0" timeOffset="6047.68">1431 199 15360,'-49'0'10431,"55"-2"-10193,0 0-1,0 0 1,-1 0 0,1-1-1,-1 0 1,1 0-1,-1 0 1,3-3-238,11-6 83,38-17-1704,1 3 0,12-3 1621,-52 22-1946,17-6-2052,-10 6-1759,-2 6 1949</inkml:trace>
  <inkml:trace contextRef="#ctx0" brushRef="#br0" timeOffset="6402.31">1453 426 15360,'-27'23'5695,"27"-23"-4415,-5 9 128,5-9 64,10 0-928,-2-5 64,6 5-352,4-7-256,6-2 0,3-7 64,5 7-32,0-6-640,3 3 320,7-5-2272,-7 6 1408,-3 2-6207,0 6 4127</inkml:trace>
  <inkml:trace contextRef="#ctx0" brushRef="#br0" timeOffset="8690.15">2346 195 7936,'-1'0'319,"1"0"1,-1 0-1,1 0 1,-1-1-1,1 1 0,-1 0 1,1 0-1,-1-1 1,1 1-1,0 0 1,-1-1-1,1 1 1,-1 0-1,1-1 1,0 1-1,-1-1 0,1 1 1,0-1-1,-1 1 1,1 0-1,0-1 1,0 1-1,0-1 1,-1 0-1,1 1 1,0-1-1,0 1 0,0-1 1,0 1-1,0-1 1,0 1-1,0-1-319,0 0 1383,0-9 189,1 8-1366,-1 0 0,0-1 1,0 1-1,0 0 0,0-1 1,0 1-1,0 0 0,-1-1 0,1 1 1,-1 0-1,1-1 0,-1 1 1,0 0-1,0 0 0,0 0 0,0 0 1,-1 0-1,1-1-206,-6-4 508,5 5-420,0-1 1,0 1 0,-1 0 0,1 0 0,-1 0-1,1 0 1,-1 0 0,0 1 0,1-1 0,-1 1-1,0-1 1,-2 1-89,0-1 14,-1 1 1,0 0-1,0 0 0,0 0 0,0 1 0,0 0 1,0 0-1,0 1 0,0-1 0,0 1 1,0 1-1,0-1 0,0 1 0,1 0 0,-1 0 1,-4 3-15,0 1-17,0 0-1,0 0 1,1 1 0,0 0 0,0 1 0,1 0 0,0 0 0,-5 8 17,-2 2-31,2 1 0,0 1-1,1 0 1,1 0 0,1 1 0,1 0 0,0 1 0,2 0 0,0 3 31,4-12-9,1-1 0,1 0 0,0 0 0,0 1 0,1-1 0,1 1 0,0-1 0,1 4 9,0-7 3,1 1 0,-1-1-1,2 0 1,-1 0 0,1-1 0,0 1 0,1-1 0,0 0 0,0 0 0,1 0 0,3 2-3,-5-5-13,0-1 0,0 0 0,0 0 0,1 0 0,-1-1-1,1 1 1,0-1 0,0 0 0,0-1 0,1 1 0,-1-1 0,1 0 0,-1 0 0,1-1 0,0 1 0,-1-1 0,1-1 0,0 1 0,0-1 0,5 0 13,0-1-115,-1-1 0,0 0 1,1 0-1,-1-1 0,0 0 0,0 0 1,0-2-1,-1 1 0,2-2 115,-6 3-57,0 0-1,0 0 0,0-1 0,-1 0 0,0 0 0,0 0 0,0 0 0,1-2 59,-3 3-4,0 1 0,-1-1 0,1 0 1,0-1-1,-1 1 0,0 0 0,0 0 1,0-1-1,0 1 0,0 0 0,-1-1 1,1 1-1,-1-4 3,0 4 157,0 0 0,0 0 0,0-1-1,-1 1 1,1 0 0,-1 0 0,0 0 0,0 0 0,0 0 0,0 0-1,-1 0 1,1 0 0,-1 0 0,0 0 0,0 1 0,0-1-1,-1-1-155,2 3 41,1 1 0,-1 0 0,1-1 0,0 1 0,-1-1 0,1 1 0,0-1 0,0 1 0,-1-1 0,1 1 0,0-1 0,0 1 0,0-1 0,0 1 0,0-1 0,0 1 0,0-1 0,-1 1 0,1-1 1,1 1-1,-1-1 0,0 1-42,2-2 234,2 6 36,32 60 178,-7-10-1958,-8-21-4143,-16-24-341,4 0 1845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0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12 180 6144,'-1'-1'581,"0"-1"1,0 1-1,0 0 1,0-1-1,0 0 0,0 1 1,0-1-1,1 0 1,-1 1-1,0-1 0,1 0 1,-1 0-1,1 1 1,0-3-582,0-27 6965,1 10-4945,-1 11-1039,0 7-690,0-1 0,0 0 1,0 0-1,1 0 1,-1 0-1,1 0-291,0 2 23,-1 1 0,1-1 0,0 1 0,-1-1 0,1 1 0,0 0 0,0 0 0,0-1 0,0 1 0,0 0 0,0 0 0,0 0 0,1 0 0,-1 0 0,0 0 0,0 1 0,1-1-23,14-7 15,0 1 0,0 1 0,0 1 0,0 0 0,1 2 0,0-1 0,0 2 0,0 0 0,0 1 0,0 1 0,14 1-15,-26 0 12,0-1 1,0 1-1,-1 0 1,1 0-1,0 1 0,0-1 1,-1 1-1,1 0 1,0 0-1,-1 0 1,3 3-13,-5-4 4,0 1 1,0-1 0,-1 1 0,1-1 0,0 1 0,-1 0 0,1 0 0,-1 0 0,0 0 0,0 0 0,1 0 0,-1 1 0,-1-1 0,1 0 0,0 0 0,0 1 0,-1-1 0,1 0 0,-1 1 0,0-1 0,0 1 0,0-1 0,0 0 0,0 2-5,-2 5 11,0 1-1,0-1 1,-1 0 0,0-1-1,-1 1 1,0 0 0,0-1-1,-1 0 1,-2 3-11,-3 4 19,-1-1-1,-1 0 1,0 0 0,-7 5-19,-10 6-142,-24 15 142,29-22-88,22-16 76,-18 14-89,19-15 95,0-1-1,1 1 1,-1 0-1,0-1 1,1 1-1,-1 0 1,0 0-1,1-1 1,-1 1-1,1 0 1,0 0-1,-1 0 1,1 0-1,-1-1 1,1 1-1,0 0 1,0 0-1,0 0 1,-1 0-1,1 0 1,0 0-1,0 0 7,1 0-6,1 0-1,-1 0 0,0 0 1,0 0-1,0 0 0,1 0 1,-1 0-1,0-1 0,1 1 1,-1 0-1,1-1 0,-1 1 1,0-1-1,1 0 0,-1 0 1,1 1-1,-1-1 0,1 0 1,0 0 6,8 2-2,54 11 7,-41-8 44,1 0 1,-1 1-1,0 1 0,0 1 0,4 4-49,-23-10 5,1 1 0,-1 0 0,0 0-1,0 0 1,0 0 0,3 4-5,-6-6 9,0 0 0,1 1 1,-1-1-1,0 1 0,0-1 0,0 1 0,-1-1 0,1 1 0,0-1 0,0 1 1,-1 0-1,1-1 0,-1 1 0,0 0 0,1 0 0,-1-1 0,0 1 0,0 0 1,0 1-10,-1 0 6,1-1 1,-1 1-1,0 0 1,0-1-1,0 1 1,-1 0 0,1-1-1,-1 1 1,1-1-1,-1 0 1,0 0-1,0 1 1,0-1 0,0 0-7,-3 2 6,1 0 0,-2 0 0,1-1 1,0 0-1,-1 0 0,-3 2-6,-7 1-38,-1 0 1,0-1-1,0 0 0,-2-1 38,2-1-463,1 0 0,-1-1 0,0-1 0,1 0 0,-1-1 0,-15-3 463,27 3-428,-1-1 0,1-1 0,-1 1 0,1-1 0,0 1 0,0-2 0,-1 1 0,-2-3 428,6 4-369,0-1 0,0 1 0,0-1 0,0 0 1,0 0-1,0 0 0,1 0 0,-1 0 1,1 0-1,0 0 0,-1-1 0,1 1 0,0 0 1,0-1-1,1 1 0,-1-1 0,0 1 0,1-1 1,-1 1-1,1-2 369,1-21-4208,6 4 1403</inkml:trace>
  <inkml:trace contextRef="#ctx0" brushRef="#br0" timeOffset="533.31">512 253 11008,'-6'-13'5094,"5"13"-4904,1 0 0,0 0 0,0-1 1,-1 1-1,1 0 0,0 0 0,0-1 0,0 1 0,-1 0 0,1-1 0,0 1 0,0 0 0,0-1 1,0 1-1,0 0 0,0-1 0,-1 1 0,1 0 0,0-1 0,0 1 0,0 0 0,0-1 0,0 1 1,1 0-1,-1-1 0,0 1-190,12-12 2821,-11 10-2695,1 0 0,-1 0-1,1 0 1,0 1 0,0-1-1,0 0 1,2 0-126,18-11 125,-13 8-98,0-1 0,0 2 0,1-1 0,-1 1 0,1 1 0,0 0 0,0 0 0,2 0-27,0 2 6,1 0-1,0 1 1,0 1-1,0 0 1,-1 0-1,1 1 1,0 1-1,-1 0 1,10 4-6,1 2 26,1 1 0,-1 1 1,-1 1-1,8 6-26,-22-13 73,-1 1 0,0 0 1,0 0-1,0 0 0,0 1 1,-1 0-1,0 0 0,3 6-73,-7-10 57,1 1-1,-1 0 1,0 0-1,-1-1 0,1 1 1,0 0-1,-1 1 1,0-1-1,0 0 1,0 0-1,-1 0 0,0 1 1,1-1-1,-1 0 1,-1 1-1,1-1 1,-1 0-1,1 0 1,-2 3-57,-1 0 90,0 0 0,0-1 1,-1 1-1,0-1 0,-1 1 1,1-1-1,-1-1 1,0 1-1,-1-1 0,1 1 1,-1-2-1,0 1 1,0-1-1,-1 1 0,1-2 1,-2 1-91,-18 9 270,0-1 1,-1-1-1,-13 2-270,32-10 30,-5 2 24,-1-1 0,1 0 0,-1-1 0,0-1 0,0 0 0,0 0 0,0-2 0,-3 0-54,4 0 9,-1-2 1,1 1-1,-1-2 0,-2-1-9,10 3-22,0-1 0,0 0 0,0-1 1,1 1-1,-1-1 0,1 0 0,-1-1 1,1 1-1,0-1 0,-3-4 22,3 3-52,0-1-1,0 1 1,0-1 0,1-1-1,0 1 1,1 0-1,-1-1 1,1 0 0,0 0-1,1 0 1,0 0 0,-1-7 52,1 4-361,1 0 0,0 0 0,1 0 0,1 0-1,-1 0 1,1 0 0,1 1 0,0-1 0,1-2 361,2-4-1241,0 1-1,1 0 1,1 0-1,0 0 1,6-7 1241,-3 5-2376,1 2 0,1-1 0,1 2 0,5-6 2376,22-16-3866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0.046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05" units="cm"/>
      <inkml:brushProperty name="height" value="0.05" units="cm"/>
      <inkml:brushProperty name="color" value="#5B2D90"/>
    </inkml:brush>
    <inkml:brush xml:id="br2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24 711 6528,'-1'-1'203,"1"1"0,-1 0 1,0 0-1,1 0 0,-1 0 1,0 0-1,1 0 0,-1 0 0,1 0 1,-1 0-1,0 1 0,1-1 1,-1 0-1,0 0 0,1 1 0,-1-1 1,1 0-1,-1 0 0,1 1 1,-1-1-1,0 1 0,1-1 0,0 1 1,-1-1-1,1 1 0,-1-1 1,1 1-1,-1-1 0,1 1 0,0-1 1,0 1-1,-1 0 0,1-1 1,0 1-1,0-1 0,0 1-203,-5 8 4244,5-7-3615,0 0 0,-1 0 1,1-1-1,0 1 0,0 0 0,0 0 0,1 0 0,-1 0 0,0 0-629,1 11 3522,0-12-3501,-1-1 1,0 0-1,1 0 0,-1 0 1,1 0-1,-1 0 0,1 0 1,-1 0-1,0 0 0,1 0 1,-1 0-1,1 0 0,-1 0 1,1 0-1,-1 0 0,0-1 1,1 1-1,-1 0 0,1 0-21,42-24 227,25-19-227,1 0-3,32-15 110,82-33-107,-61 37 70,201-89 137,-218 93-1138,-37 15-79,-52 23-1618,-8 5-885,1 2-3780,-4 4 3437</inkml:trace>
  <inkml:trace contextRef="#ctx0" brushRef="#br0" timeOffset="648.75">1430 100 10112,'-2'-1'814,"-2"-1"2199,6 1 141,-1 1-525,-1 0-901,0 0-165,0 0-577,0 0 76,0 0-358,0 17 661,-1-4-1263,-1 1 0,0-1 0,0 0 1,-2 0-1,-3 10-102,1-6 36,1 1 0,2-1-1,-1 4-35,3-15 4,0 0 0,1 0-1,-1 0 1,2 0 0,-1 0-1,0 1 1,1-1-1,1 1-3,-1-4 0,0-1 0,0 1 0,0-1 0,0 0 0,1 0 0,-1 1 0,1-1-1,0 0 1,-1 0 0,1 0 0,0-1 0,0 1 0,0 0 0,0-1 0,1 0 0,-1 1-1,0-1 1,1 0 0,-1 0 0,2 1 0,5 1 1,0-1 0,0 1 0,1-1 1,-1-1-1,0 0 0,9 0-1,13-1-427,15-2 427,-9 0-572,35-5-2153,-24 1-1123,-1 4-3738,-23 5 3922</inkml:trace>
  <inkml:trace contextRef="#ctx0" brushRef="#br0" timeOffset="988.32">1673 83 11904,'-20'0'3898,"20"0"-3848,0 0-1,0 0 0,-1 0 1,1 0-1,0 0 1,0 0-1,0 0 0,-1 0 1,1 0-1,0 0 1,0 0-1,0 0 1,0 0-1,-1 0 0,1 0 1,0 0-1,0 0 1,0 0-1,0 0 0,-1 0 1,1 0-1,0 1 1,0-1-1,0 0 0,0 0 1,0 0-1,-1 0 1,1 0-1,0 0 1,0 1-1,0-1 0,0 0 1,0 0-1,0 0-49,-7 9 1637,6 2 3509,2 33-3636,1 2-899,-2 29-611,-1-25-1159,2 13 1159,1-45-1513,0-1 0,1 1-1,2 2 1514,3 2-3127,1-8-2049,0-1 1560</inkml:trace>
  <inkml:trace contextRef="#ctx0" brushRef="#br0" timeOffset="1405.98">1913 226 15872,'0'0'205,"0"0"1,0 0 0,0 0 0,-1 0 0,1 0 0,0 0 0,0 0 0,0 0-1,-1 0 1,1 0 0,0 0 0,0 0 0,0 0 0,-1 0 0,1 0 0,0 0-1,0 0 1,0 0 0,-1 0 0,1 0 0,0 0 0,0 0 0,0 0 0,0 0-1,-1-1 1,1 1 0,0 0 0,0 0 0,0 0 0,0 0 0,0 0 0,0-1-1,-1 1 1,1 0 0,0 0 0,0 0 0,0-1-206,5-5 2321,16-7-2116,-6 5-166,1 1 1,0 0-1,0 1 0,0 1 0,1 0 0,0 1 0,17-1-39,-27 4 5,0 0 0,1 1 0,-1 0 0,0 1 0,1 0 0,-1 0 0,0 0 0,0 1 0,0 0 0,0 1 0,0-1 0,0 1 0,-1 1 0,1-1 0,-1 1 0,0 0 0,0 1 0,-1-1 0,1 1 0,0 1-5,0 1 43,0-1 1,-1 1-1,1 0 1,-2 0-1,1 0 1,-1 1-1,0 0 1,-1 0-1,0 0 1,0 0-44,-2-3 47,0-1 0,0 0 1,0 0-1,-1 0 0,1 1 1,-1-1-1,-1 0 0,1 1 1,0-1-1,-1 0 0,0 0 1,0 0-1,0 0 0,-1 0 1,1 0-1,-1 0 0,0 0 1,0 0-1,0 0 0,-1-1 1,0 2-48,-3 1 91,0 0 0,0 0-1,0-1 1,-1 1 0,0-2 0,0 1 0,0-1 0,0 0 0,-1 0-1,1-1 1,-1 0 0,0 0 0,0-1 0,0 0 0,-1-1 0,-7 1-91,1 0 23,-1-2 0,1 0 1,0 0-1,0-1 0,-1-1 1,1-1-1,1 0 0,-1-1 1,0-1-24,8 3-47,1-1-1,-1 0 1,1 0 0,0 0 0,0-1-1,0 0 1,1 0 0,-1-1 0,1 1 0,0-1-1,0 0 1,1-1 0,-4-3 47,6 6-173,0-1 1,0 1-1,1 0 0,-1-1 1,1 1-1,0-1 0,0 1 0,0-1 1,0 1-1,1-1 0,-1 0 1,1 0-1,0 1 0,0-1 1,0 0-1,1 1 0,-1-1 0,1 0 1,0 1-1,0-1 0,0 1 1,1-1-1,-1 1 0,1-1 1,0 1-1,1-1 173,5-10-2111,2 0-1,-1 1 1,2 1 0,0-1 0,0 2-1,1-1 1,1 2 0,1-1 2111,39-19-4224</inkml:trace>
  <inkml:trace contextRef="#ctx0" brushRef="#br1" timeOffset="66116.07">1335 724 10624,'-18'2'5487,"12"-1"-2920,7-1-131,0 2 1590,-1-2-3980,1 0-1,-1 0 1,0 0 0,0 0 0,0 0-1,0 1 1,0-1 0,0 0-1,0 0 1,0 0 0,0 0 0,0 0-1,0 0 1,0 0 0,1 0 0,-1 0-1,0 0 1,0 0 0,0 1-1,0-1 1,0 0 0,0 0 0,0 0-1,1 0 1,-1 0 0,0 0 0,0 0-1,0 0 1,0 0 0,0 0-1,0 0 1,1 0 0,-1 0 0,0 0-1,0 0 1,0 0 0,0 0 0,0-1-1,0 1 1,0 0 0,1 0-1,-1 0 1,0 0 0,0 0 0,0 0-1,0 0 1,0 0 0,0 0-1,0 0-45,40-23 466,-2-1-1,-1-1 0,18-18-465,54-36 124,148-77-75,-225 138-66,113-61 50,-43 25 270,6-10-303,-58 32-748,62-42 1609,-78 47-4698,-2-1-4358,-22 24-1944,-2 6 6417</inkml:trace>
  <inkml:trace contextRef="#ctx0" brushRef="#br1" timeOffset="66986.84">2682 226 14080,'-30'0'8042,"52"-5"-3890,32-13-4495,-39 13 705,15-5-325,10-4-6,19-2-31,-46 13 31,1 0 1,0 1-1,0 1 0,0 0 0,0 1 1,5 1-32,-17-1 11,-1 0 0,1 0 0,-1 0 0,1 1 0,-1-1 0,1 0 0,-1 1 0,0-1 0,1 1 1,-1-1-1,0 1 0,1-1 0,-1 1 0,0 0 0,0 0 0,1 0 0,-1 0 0,0 0 0,0 0 1,0 0-1,0 0 0,0 0 0,-1 0 0,1 0 0,0 1 0,-1-1 0,1 0 0,0 1 0,-1-1 1,1 0-1,-1 1 0,0-1 0,0 1 0,1-1 0,-1 1 0,0-1 0,0 1 0,0-1 0,0 0 1,-1 1-1,1-1 0,0 1 0,-1-1 0,1 1 0,-1-1 0,1 0 0,-1 1 0,1-1 1,-2 1-12,-4 8 65,0 0 0,-1-1 0,0 0 0,0 0 1,-1-1-1,-1 0 0,1 0 0,-1 0-65,-35 34 70,38-35-98,4-5 5,0 0 0,0 0 0,0 0 0,0 1 0,1-1 0,-1 0 0,0 3 23,1-4-3,1 0 1,0-1-1,0 1 0,0-1 1,0 1-1,0 0 1,0-1-1,0 1 1,0-1-1,0 1 0,0 0 1,1-1-1,-1 1 1,0-1-1,0 1 0,1-1 1,-1 1-1,0 0 1,1-1-1,-1 1 0,0-1 1,1 0-1,-1 1 1,1-1-1,-1 1 0,0-1 1,1 0-1,-1 1 1,1-1-1,0 0 1,-1 1-1,1-1 0,-1 0 1,1 0-1,-1 1 1,1-1-1,0 0 0,-1 0 1,1 0-1,-1 0 3,17 5 0,0-1-1,1-1 0,-1 0 1,2-1 0,-7-1 1,1 0 1,-1 1-1,0 0 1,0 1-1,-1 1 0,1 0 1,-1 0-1,1 1 1,0 1-2,-10-5 5,0 1 0,0-1 1,0 0-1,-1 1 0,1 0 1,0-1-1,-1 1 0,1 0 0,-1 0 1,0 0-1,0 0 0,1 0 1,-1 0-1,0 0 0,-1 0 0,1 0 1,0 1-1,-1-1 0,1 0 1,-1 0-1,1 1-5,-1 1 9,0 0-1,-1-1 1,1 1 0,-1 0-1,1-1 1,-1 1 0,0 0-1,-1-1 1,1 1 0,-1-1-1,1 0 1,-1 1 0,-1 0-9,-5 6 20,0 0 0,-1 0 0,0-1 0,0-1 0,-1 1 0,-7 3-20,6-3 2,-7 5-177,-1-1 0,0-1 0,-1-1 0,0 0 0,-1-1 0,-4 0 175,18-7-342,-1-1-1,0 0 1,0 0 0,0-1 0,-1 0 0,-1 0 342,7-1-315,0 1 1,-1-1 0,1 0-1,-1-1 1,1 1 0,0-1-1,-2 0 315,4 1-151,1 0-1,-1-1 0,0 1 0,0 0 1,0-1-1,1 1 0,-1-1 1,0 1-1,1-1 0,-1 1 0,0-1 1,1 0-1,-1 1 0,1-1 1,-1 0-1,1 1 0,-1-1 0,1 0 1,-1 0-1,1 1 0,0-1 0,-1 0 1,1 0-1,0 0 0,0 0 1,0 1-1,0-1 0,0 0 0,0 0 1,0-1 151,4-19-5179,3 1 1617</inkml:trace>
  <inkml:trace contextRef="#ctx0" brushRef="#br1" timeOffset="67461.56">3316 351 12544,'-8'-4'1791,"7"3"-1274,-1 0-1,1 1 0,-1-1 1,0 1-1,1-1 0,-1 1 1,1 0-1,-1-1 1,0 1-1,1 0 0,-2 0-516,11-7 5283,-1 1-4930,1 0 0,0 0 0,4-2-353,-4 4 43,26-14 14,24-8-57,-46 21-5,1 1 0,0 0-1,0 1 1,0 0 0,1 1 0,7 0 5,-8 2 33,1 0 1,0 0 0,0 1-1,-1 1 1,1 1 0,-1-1-1,0 2 1,1 0 0,-2 1-1,1 0 1,0 1 0,-1 0-1,11 8-33,-19-11 34,-1-1 0,0 1-1,0 0 1,0 0 0,-1 0-1,1 1 1,-1-1 0,1 1 0,-1-1-1,0 1 1,0 0 0,-1 0-1,1 0 1,-1 0 0,0 0 0,0 0-1,0 0 1,-1 0 0,1 0-1,-1 0 1,0 0 0,0 1-1,-1 0-33,0 3 63,0 0 0,-1 0 0,0 0 0,0 0 0,0 0 0,-1 0-1,-1-1 1,1 1 0,-1-1 0,-1 0 0,-4 6-63,-4 4 156,0-2 0,-1 0 1,-1 0-1,-1-1 0,0-1 1,-12 8-157,14-13 98,1 0 1,-1 0-1,-1-1 0,0-1 1,1 0-1,-2-1 1,1-1-1,-1 0 1,0-1-99,9-2 2,0-1 1,0 0 0,1 0-1,-1 0 1,0 0 0,0-1-1,1 0 1,-1-1 0,1 0-1,-4-1-2,6 1-63,-1 0-1,1 0 1,0-1-1,-1 1 0,1-1 1,1 0-1,-1 0 0,0-1 1,1 1-1,0-1 0,-1 0 1,1 0-1,1 0 1,-1 0-1,1 0 0,-1-1 1,1 1-1,1-1 0,-1 1 1,0-1-1,1 0 0,0-3 64,-1-1-695,0 0-1,1 0 1,0-1-1,1 1 1,0 0-1,1-1 1,0 1 0,0 0-1,1-1 1,0 1-1,1-2 696,14-24-3243</inkml:trace>
  <inkml:trace contextRef="#ctx0" brushRef="#br2" timeOffset="122730.38">2615 675 11392,'-15'2'5572,"9"-1"-2273,7 0-784,20 5 866,-5-7-3089,-1-1 0,1-1 0,-1 0 1,0-1-1,0-1 0,-1 0 0,4-3-292,-10 5 62,156-66 375,-70 29-378,172-65-21,-185 74-28,545-224-2463,-578 235 801,7-4-2707,-21 6-2291,-14 5 2810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34.2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99 13952,'-4'-16'6559,"3"8"-5433,3 6-860,-1 1 1,1-1 0,-1 1 0,1-1 0,0 1-1,0 0 1,0-1 0,0 1 0,0 0-1,0 0 1,0 0 0,1 0-267,0 0 153,20-10 30,1 2 0,1 0 0,0 2-1,0 1 1,0 1 0,25-2-183,-29 5 9,-1 1 0,0 1 0,0 1 0,0 1 0,0 1 1,0 1-1,0 0 0,-1 1 0,4 3-9,-15-5 40,0 1 1,0 0-1,0 0 1,0 1-1,-1 0 1,1 0-1,-1 1 1,-1 0-1,7 6-40,-11-9 39,0-1-1,0 1 1,0 0-1,0-1 1,0 1-1,0 0 0,-1 0 1,1 0-1,-1 0 1,0 1-1,0-1 1,0 0-1,0 0 1,-1 1-1,1-1 1,-1 1-1,0-1 0,0 0 1,0 1-1,0-1 1,-1 1-1,1-1 1,-1 0-1,0 0 1,0 1-1,0-1 0,-1 2-37,-2 0 70,0 1 0,0-1 1,0 0-1,0 1 0,-1-2 1,0 1-1,0-1 0,0 1 1,-1-1-1,1-1 0,-1 1 1,0-1-1,0 0 0,-1 0-71,-18 7 198,0 0 1,-23 4-199,39-12 34,-19 7 61,0-2 0,-1-2 0,1 0 0,-2-2-1,-7-1-94,2-1 176,-33-4-176,53 1 24,-1 0 1,1-1 0,0-1-1,0 0 1,-13-6-25,22 7-4,-3 0-26,0-2 0,0 1 0,1-1 0,-7-5 30,13 9-40,0 0 1,0-1 0,1 1 0,-1-1 0,0 0 0,1 1 0,-1-1 0,1 0 0,0 0-1,0 0 1,-1 0 0,1 0 0,1 0 0,-1 0 0,0-1 0,0 1 0,1 0 0,-1 0 0,1-1-1,0 1 1,0 0 0,0-1 0,0 0 39,1-1-233,0 0 0,0-1 0,0 1 0,1 0 0,0 0 0,0 0 0,0 0 0,0 0 0,1 0 0,-1 1 0,1-1 0,0 1 0,0-1 1,0 1-1,1 0 0,0 0 233,7-6-1318,1 0 1,0 1-1,1 1 1,10-5 1317,43-18-6037,3 4 1920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47.388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0 465 4224,'0'0'1445,"0"0"-826,0 0 63,0 0 300,11-14 3562,-2 15-445,48 5-1745,-43-5-1938,0 0 0,0 1 0,-1 0 0,9 4-416,34 5 698,-35-8-566,0-2 0,0 0 0,1-1 0,-1 0 0,0-2 0,0-1 0,0-1 0,1-1-132,-1 0 216,-1 1-1,5 1-215,18-5 177,23-4 190,60-2-367,67 3 189,-118 8-62,-35-1 111,18-4-238,17-2 135,-48 7-113,96-7 474,20 4-496,-56 4 256,33-7-256,-92 6 2,83-9 7,0 4 1,33 5-10,219 0 123,-273-5 72,7-1-108,-23 7 52,184-11 197,65-16-352,-6 5 84,-82 7-99,186-9 31,-179 14-69,493-14 261,-594 23-186,154-5-7,-31 4 1,-188 4 0,222-9 44,2 0-8,-106 1-118,-81 1 143,-71 5-43,135-7 33,-70 6-51,-55 3 0,14-3 0,109-7 6,36-4-6,-43-2-6,-124 14 79,6 3-73,-11 0 114,30-4-114,-18-2 48,-8 2-27,13-4-21,-11 2 6,-29 4-259,-1 0 1,1-2-1,4-1 253,0 0-2904,-1 0 0,7 0 2904,25-4-7823,-16 0 4287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49.459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12 6 6400,'-11'-5'3447,"11"5"-3343,0 0 0,0 0 0,0 0 0,0 0-1,0 0 1,0 0 0,0 0 0,0 0 0,0 0 0,0 0 0,0 0 0,0 0 0,0 0-1,0 0 1,0 0 0,0 0 0,0 0 0,0 0 0,0 0 0,0 0 0,0 0 0,0 1 0,0-1-1,0 0 1,0 0 0,0 0 0,0 0 0,0 0 0,0 0 0,0 0 0,0 0 0,0 0 0,0 0-1,0 0 1,0 0 0,0 0 0,0 0 0,0 0 0,0 0 0,0 0 0,0 0 0,0 0-1,0 0 1,0 0 0,0 0 0,0 0 0,0 0 0,0 0-104,15 13 7698,-6-7-9052,51 41 2462,-20-17-459,-2 2-1,2 5-648,24 21 547,6 8-70,-51-46-442,90 87 263,-87-88-153,0-1 0,1-1 0,1-2-1,10 5-144,59 28 143,47 26 289,-108-55-382,-1 2 0,-1 0 1,8 10-51,2 5 173,-1 1 0,31 40-173,-42-44 56,0-1 0,2-1 0,2-1 0,19 13-56,32 14 160,3-4 0,55 23-160,77 47 235,1 26 95,-15-6-160,-35-22-36,-134-98-107,1 3-8,1-3-1,37 18-18,84 25 79,-92-40-73,-2 2 0,-1 3-1,28 19-5,87 77 188,3 2-24,88 23 5,-238-135-130,89 44 169,124 45-208,-160-73 35,50 30-35,-84-36 10,0 2 0,-2 3-1,4 7-9,44 43 91,-57-47-43,1-2 0,24 14-48,18 2 54,3-5 1,37 13-55,-25-12 30,155 84 87,-145-71-109,-2 5 0,41 36-8,65 63 144,-111-82-75,-66-56-63,2-1 0,16 7-6,-11-6-70,8 2 146,21 7-76,-31-16 87,0 3-1,-2 0 1,11 10-87,-8-2 21,-2 1 0,-1 2 1,-1 2-1,-2 1 0,12 17-21,-24-23 16,-12-13-14,0-2 0,2 1 1,-1-1-1,2-1 1,-1 0-1,2-1 0,6 4-2,-11-9 115,-6-4-238,1 1 0,-1-1-1,1 0 1,0 0 0,-1-1-1,1 1 1,4 0 123,-6-2-332,0 1-1,-1-1 1,1 0-1,0 0 1,0-1-1,0 1 1,0 0 0,0-1-1,-1 1 1,1-1-1,0 1 1,0-1-1,-1 0 1,1 0 0,0 0-1,-1 0 1,1 0-1,-1 0 1,1 0-1,0-2 333,20-18-6399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51.812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9 4227 6656,'-4'1'-829,"0"0"6027,4 1 1250,2 1-5052,-1-3-1189,0 0-1,0 1 1,0-1 0,0 0 0,0 0 0,0 0-1,0 0 1,0 0 0,0 0 0,0 0-1,0 0 1,0 0 0,0 0 0,0 0 0,0-1-1,0 1 1,0 0 0,0-1-207,6-1 891,-3 1-633,0 0 1,0 0-1,0-1 0,0 0 0,0 0 1,0 0-1,0 0 0,2-2-258,30-26 1035,-8 7-680,46-38 183,-44 37-424,10-9-114,16-14 270,-34 30-124,0 0-19,1 0 0,16-8-127,166-92 208,-123 65-104,-3-3-1,-2-4 0,21-25-103,-92 79 13,121-104 132,-91 81-59,1 1 0,25-12-86,13-4 47,161-98 61,-188 105-78,-2-2 0,-1-2 0,11-16-30,65-57-37,-36 40 0,4 4 0,29-13 37,6-3 256,31-32-256,-107 76 58,12-15-58,6-6 11,73-59 224,149-99-235,4 24 208,-289 194-206,41-27 77,-1-1 0,21-21-79,90-84 96,-84 66 33,-10 10-2,-15 18-87,2 2 0,2 3 0,2 1 0,34-17-40,-22 17 64,-1-3 0,-2-2 0,-2-3 0,8-11-64,57-64 37,-83 77-30,26-18-7,-57 51 4,27-22 21,1 2 1,2 1-1,6-1-25,37-18-28,10 0 28,81-45 147,-127 63-181,-1-1 1,28-27 33,-12 8 74,-16 13 60,35-36-134,-57 50 25,21-14-25,8-8 12,-38 32-27,1 0 0,15-9 15,-3 1-34,-23 17-79,-3 1 42,0 1 0,0-1 0,0 1-1,0-1 1,0 0 0,0 1 0,0-1 0,0 0 0,-1 0-1,1 0 1,0 0 0,0 0 0,-1 0 0,1 0 0,-1 0 0,1 0-1,0-1 72,-1 2 568,1-1-6130,3 4-2771,4 1 4040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08.792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5 51 3456,'-1'-4'381,"0"3"-206,1 0 0,-1 0 0,1 0 1,-1 0-1,1 0 0,0 0 0,0 0 1,-1 0-1,1 0 0,0 0 0,0 0 1,0 0-1,0 0 0,0 0 0,1-1 1,-1 1-1,0 0 0,0 0 0,1 0 0,-1 0 1,0 0-1,1 0 0,-1 0 0,1 0-175,0 0 661,-1-1 1,1 0-1,0 1 0,-1-1 0,0 0 0,1 0 0,-1 1 0,0-1 0,0 0 0,0 0-661,0 0 2496,0 4 653,16 6-1949,64 49 1344,93 40-933,-148-82-1438,1 2 1,-2 1 0,0 1 0,-1 1 0,2 4-174,3 5 94,7 7 20,-26-26-65,0-1 0,0 1 1,-1 1-1,0 0 0,0 0-49,14 19 31,1 6 51,-18-27-33,1 1 0,1-1 1,7 8-50,8 7 96,1-1-1,2-1 1,0-1 0,25 15-96,8-1 3,2-3 0,58 22-3,-87-39-89,-1 1 0,5 5 89,-3-3 124,-13-5-60,0 1-1,0 0 0,14 16-63,-4-4 13,51 45-12,30 27-18,-34-39-40,41 22 57,86 44 103,-138-86-133,54 25 30,-78-43 0,31 15 5,-14-7 27,28 19-32,-5 6-82,-4 3-1,53 51 83,-71-58 0,36 23 0,-62-51 0,1 0 0,0-3 0,34 14 0,236 111 101,-280-131-129,-1 0 0,0 1-1,13 12 29,2 2 102,4 1-102,-2-2 90,5 6-90,63 47-154,64 33 154,-75-51-49,-58-37 46,53 35 1,54 25 2,-18-25 131,-73-36 8,-1 2 1,-1 2-1,26 21-139,-23-6 295,47 48-295,-57-48 77,2-2-1,36 22-76,-2-14 69,2-3-1,16 2-68,48 26 119,-105-52-108,55 31 5,-73-38-8,69 43 91,129 109 189,-193-142-285,8 11-3,-11-12 119,19 15-119,-21-22 82,-17-12-68,0 0-1,0 1 1,2 2-14,49 41 0,-32-29 16,-16-14 952,-6-3-2531,-3-1-7559,-1-9 3298,3-2 1830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10.513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3375 6656,'4'-2'10878,"1"-4"-4583,8-13-3108,5-12-5650,-12 21 4155,34-68-927,35-66-97,-57 116-515,0 0 1,2 1-1,19-20-153,31-32 512,-2-4 0,30-52-512,-74 99 76,3-5 98,8-16-174,-30 48 18,68-120 231,-5 28 265,4 4-514,-2 2 259,-3-4-259,9-16 239,-37 59-152,188-268 211,-147 200-164,-57 84-47,15-35-87,11-20-61,42-51 103,-64 105 28,3 2 0,19-19-70,-11 17 28,-8 11 13,-2-2 0,-1-1 0,-2 0 0,3-9-41,21-46 5,4-18-5,-12 4-4,-23 55 88,18-33-84,-18 41-69,-11 22 65,2 0 1,0 1-1,7-11 4,34-44-272,-48 69 187,-1-1-1,1 1 0,-1-1 1,1 1-1,-1-1 1,0 1-1,1-3 86,0-13-3828,-1 18 3494,-1-1-1,0 1 0,0 0 0,0-1 1,0 1-1,1 0 0,-1-1 0,0 1 0,0 0 1,1 0-1,-1-1 0,0 1 0,1 0 0,-1 0 1,0-1-1,1 1 0,-1 0 0,0 0 0,1 0 1,-1 0-1,0 0 0,1-1 0,-1 1 1,0 0-1,1 0 0,-1 0 0,1 0 0,-1 0 1,0 0-1,1 0 0,-1 0 0,0 0 0,1 0 1,-1 1-1,0-1 0,1 0 0,0 0 335,4 0-2876,10-6-2740,1-3 2043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13.211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2 1 6272,'0'0'154,"0"0"0,0 0 1,0 0-1,0 0 0,0 0 1,0 0-1,0 0 0,0 0 1,0 0-1,0 1 0,0-1 1,0 0-1,0 0 0,0 0 1,0 0-1,0 0 0,0 0 1,0 0-1,0 0 0,0 0 1,0 0-1,0 0 0,0 0 1,0 0-1,0 1 0,0-1 1,0 0-1,0 0 0,0 0 1,0 0-1,0 0 0,0 0 1,0 0-1,0 0 0,0 0 1,-1 0-1,1 0 0,0 0 1,0 0-1,0 0 0,0 0 1,0 0-1,0 0 0,0 0 1,0 0-1,0 0 0,0 0 1,0 0-155,13 7 2692,21 4-1075,15 3-305,0 2 0,-1 2 0,20 11-1312,-30-10 194,24 10 310,-1 2 0,-1 4 0,23 18-504,120 118 654,-155-129-348,-20-19-122,1-1 1,0-2-1,17 8-184,97 47 178,-74-41 121,60 41-299,-86-43 154,-1 2-1,-2 2 1,24 28-154,16 15 243,-60-60-162,5 5 41,1-1 0,26 17-122,241 132 398,-201-122-337,-37-15-15,-1 2 0,-2 2 1,19 22-47,-23-21 101,16 14-72,49 40 91,114 80 29,-176-138-61,2-1 0,2-3 1,4-1-89,29 18 92,-5 0 28,-3 4 0,70 60-120,-4 3 102,-98-77-16,2-1 1,2-2-1,1-3 0,2-2 1,56 23-87,5-5 16,-2 5 0,20 18-16,-82-38 71,0 3-1,6 10-70,40 29-19,5-8 131,63 28-112,-44-26 22,-47-22 30,-37-22 13,30 14-65,-6-10 101,28 9-101,-85-37 4,83 32 15,5 8-19,-65-28 19,0 2 0,-1 0 0,-1 2 0,-1 1 0,6 6-19,42 47 164,56 69-164,-123-133 1,8 8-1,1-1 0,1 0 0,0-1 0,0-1 0,3 0 0,14 10-1,0-1-1,1-2 1,2-1 0,28 10 1,-1-3 26,-2 2 1,15 12-27,-75-40 0,19 10 52,0 2 0,-1 0 0,0 1 0,12 12-52,55 48 11,-71-63-14,-13-10-34,0 1 0,-1 0 0,1 0 0,-1-1 0,1 1 0,-1 1 0,1-1 0,-1 0 0,1 1 37,-1-1-182,-1-1-266,0 0-341,0 0-805,5-2-2060,22-14-5753,-9 2 4143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16.719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3955 4864,'0'1'175,"0"-1"0,0 1 0,0 0 0,0 0 0,0-1 0,0 1 1,0 0-1,0-1 0,1 1 0,-1 0 0,0-1 0,1 1 0,-1-1 0,0 1 0,1 0 1,-1-1-1,0 1 0,1 0-175,0-1 1221,-1 0-277,1 2-506,0-1 0,1 0 0,-1 0 0,0 0 0,1 0 0,-1 0 0,0-1 0,1 1 0,-1 0 0,1-1 0,-1 1 0,1-1 0,0 1 0,-1-1 0,1 0-438,8 0 1228,0-1 0,1 0-1,-1 0 1,-1-1 0,2-1-1228,-2 1 555,1-2 0,-1 1 0,0-1 0,8-5-555,-6 2 176,0 0-1,-1-1 0,0-1 0,0 1 0,0-2 0,-1 1 0,-1-1 0,2-3-175,31-42 354,8-10-84,53-56-270,-78 98 155,0 1 0,2 2 0,21-14-155,87-48 193,-120 74-158,76-46 93,-3-4 0,-3-3 0,-2-5 0,24-28-128,-51 47 100,2 2-1,13-6-99,-34 25 4,66-40 87,48-30 5,-108 69 175,16-6-271,-3 2 49,40-20-12,-44 25 54,40-28-91,-23 9 157,-3-3 0,42-41-157,-83 66 21,15-15 58,2 2-1,2 1 0,15-8-78,48-20-46,12 0 46,-73 40-7,27-17 50,-1-3-1,-3-3 1,27-24-43,146-117 91,-139 111 22,10 1-113,112-64 68,-188 117-73,89-47 99,-56 32-60,32-24-34,14-23 117,28-30-117,-93 71 14,38-31 63,-24 29-81,59-32 4,73-28 4,-142 75 7,-1-3-1,-2-2 1,4-5-11,141-125 96,-168 140-92,73-62 17,-78 70-17,0 0 0,2 2 0,15-8-4,107-58 101,-57 39 17,-71 34-100,14-6 1,-33 14-20,0 0 0,1-1 0,-1 1 0,1 0 0,0-1 0,-1 1 0,1 0 0,-1-1 0,1 1 0,0 0 0,0 0-1,-1 0 1,1 0 0,0 0 0,-1 0 0,1 0 0,0 0 0,0 0 0,-1 0 0,1 0 0,0 0 0,-1 0 0,1 0-1,0 1 1,0-1 1,-1 1-117,0-1-38,0 0-239,0-3 789,1-1-8587,8 7-6048,0 1 10283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0:01.3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 16 10624,'-25'-15'9365,"28"19"-3908,-3 3-3483,-4 11-2747,3-8 1235,-1 6-418,2 0 0,0 0 0,1 6-44,0 18-42,0 6-1136,1-1-1,5 16 1179,-4-38-2382,2-1 1,3 9 2381,-3-17-3131,0 1 1,1-1 0,7 12 3130,5 0-3552</inkml:trace>
  <inkml:trace contextRef="#ctx0" brushRef="#br0" timeOffset="489.33">241 93 16639,'-16'-7'5430,"16"7"-5350,0 0-1,0 0 1,-1 0 0,1 0 0,0 0 0,0 0 0,0 0-1,-1-1 1,1 1 0,0 0 0,0 0 0,0 0 0,0 0 0,0-1-1,-1 1 1,1 0 0,0 0 0,0 0 0,0-1 0,0 1-1,0 0 1,0 0 0,0 0 0,0-1 0,0 1 0,0 0 0,0 0-1,0 0 1,0-1 0,0 1 0,0 0 0,0 0 0,0 0-1,0-1 1,0 1 0,0 0 0,0 0 0,0-1 0,0 1 0,0 0-1,0 0 1,0 0 0,1 0 0,-1-1-80,0 1 519,7-2-466,-1 1 1,1-1 0,0-1 0,-1 1 0,0-1 0,0 0 0,3-2-54,9-4 17,-2 2-2,2 0-1,-1 1 1,0 0-1,1 2 1,0 0 0,0 1-1,11 0-14,-22 2 19,1 1 0,-1 0 1,0 1-1,0 0 0,1 0 0,-1 1 0,0 0 0,0 0 1,0 0-1,-1 1 0,1 0 0,-1 0 0,1 1 0,-1 0 1,0 0-1,0 0 0,-1 1 0,1 0 0,-1 0 1,1 2-20,0-1 59,-1 0 0,0 0 0,0 1 0,-1-1 1,0 1-1,0 0 0,-1 1 0,1-1 0,-2 1 0,1-1 1,-1 1-1,0 0 0,-1 0 0,1 0 0,-2 0 1,1 0-1,-1 0 0,0 0 0,-1 0 0,0 3-59,-1 0 108,1 0 0,-1-1-1,-1 1 1,0 0-1,-1-1 1,0 0-1,0 0 1,-1 0-1,0 0 1,-1-1 0,0 0-1,-5 6-107,-8 4 192,-1 0 0,0-2 0,-23 16-192,32-26 40,0 0 1,-1-1-1,0 0 0,0 0 0,-11 2-40,15-5 2,1-1-1,-1 0 0,0-1 1,0 0-1,0 0 0,0-1 1,0 0-1,0 0 0,-7-2-1,11 1-11,0 0-1,0 0 0,0-1 0,-1 1 0,1-1 0,1 0 0,-1 0 0,0-1 0,0 1 0,1-1 0,-1 0 0,1 0 1,0 0-1,0 0 0,0 0 0,0-1 0,1 0 12,-4-4-48,1-1 0,0 0 0,1 0 0,0 0 0,0-1 0,0-3 48,0 1-235,1 0 0,1 0-1,0-1 1,0 1 0,2-1 0,-1 1 0,2-1 0,-1 0 0,2 1 0,0 0 0,0-1 0,1 0 235,2-1-1667,-1 1 0,1-1 1,1 1-1,1 1 0,-1-1 1,6-5 1666,14-16-4293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36.88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247 19 6784,'13'-16'4773,"-13"16"-4651,0 0 1,0 0 0,0 0-1,0 0 1,0-1-1,0 1 1,0 0-1,0 0 1,0 0-1,0 0 1,0 0-1,0 0 1,0-1-1,0 1 1,1 0-1,-1 0 1,0 0-1,0 0 1,0 0-1,0 0 1,0 0-1,0 0 1,0 0-1,1 0 1,-1-1-1,0 1 1,0 0-1,0 0 1,0 0-1,0 0 1,1 0-1,-1 0 1,0 0 0,0 0-1,0 0 1,0 0-1,0 0 1,1 0-1,-1 0 1,0 0-1,0 1 1,0-1-1,0 0 1,0 0-1,0 0 1,1 0-1,-1 0 1,0 0-1,0 0 1,0 0-1,0 0 1,0 0-1,0 1 1,0-1-1,1 0-122,1 5 5163,-2-1-4782,-3 8-241,0 0-1,-1 0 0,-1-1 1,0 0-1,0 0 0,-2 0 1,-3 5-140,-9 17 75,6-5-27,1 0 0,2 1 0,0 1-48,-2 6 16,-128 347 629,131-363-362,13-31-140,6-18-94,134-355 20,-105 295-261,29-43 192,-65 127 0,0 0-1,0 0 1,0 0-1,1 0 1,0 1-1,0 0 1,3-3 0,-6 6 4,0 1 0,-1-1 0,1 0 0,0 1 0,0-1 0,0 1 0,0-1 0,0 1 0,0-1 0,0 1 0,0 0 0,1 0 0,-1-1 0,0 1 0,0 0 0,0 0 1,0 0-1,0 0 0,0 0 0,0 0 0,0 1 0,1-1 0,-1 0 0,0 1 0,0-1 0,0 0 0,0 1 0,0-1 0,0 1 0,0 0 0,-1-1 0,1 1 0,0 0 0,0-1 0,0 1 1,0 0-1,-1 0 0,1 0 0,0 0 0,-1 0 0,1 0 0,-1 0 0,1 0-4,4 9 18,1 0 0,-1 0-1,-1 0 1,0 1 0,-1-1 0,0 1 0,0 1-18,5 31 13,-1 9-13,-1-11 11,54 281-1760,-45-244-940,-7-26-2174,-7-45 4024,-1-6 344,1 1 0,-1-1 0,0 1 0,0-1 0,0 1 0,0-1 0,0 1 0,0-1 0,0 1 0,-1-1 0,1 1 0,0-1 0,-1 1 495,0 2-3040</inkml:trace>
  <inkml:trace contextRef="#ctx0" brushRef="#br0" timeOffset="347.44">138 342 13824,'-15'-1'4071,"0"1"1,-11 1-4072,25-1 115,1-1 0,-1 1 0,1 0 0,0 0-1,-1 0 1,1 0 0,0 0 0,-1 0 0,1 0 0,0 0-1,-1 1 1,1-1 0,-1 0 0,1 0 0,0 0 0,-1 0-1,1 0 1,0 1 0,0-1 0,-1 0 0,1 0-1,0 0 1,-1 1 0,1-1 0,0 0 0,0 1 0,-1-1-1,1 0 1,0 0 0,0 1 0,0-1 0,0 0 0,-1 1-1,1-1-114,1 1 33,-1-1 0,0 0-1,1 1 1,-1-1 0,0 0-1,1 0 1,-1 1-1,1-1 1,-1 0 0,1 0-1,-1 0 1,1 0 0,-1 0-1,1 1 1,-1-1 0,0 0-1,1 0 1,-1 0-1,1 0 1,-1 0 0,1 0-1,-1-1 1,1 1 0,-1 0-1,1 0-32,64-11 30,0-3-1,28-11-29,50-18-3030,-46 20-7209,-68 18 6522</inkml:trace>
  <inkml:trace contextRef="#ctx0" brushRef="#br0" timeOffset="732.99">879 117 9600,'-35'3'6149,"29"-3"-1112,5 0-2852,3 0 401,-2 18-1146,0 35-1307,3 1 0,3 11-133,20 130-1937,-11-65-5262,-13-117 5926,0 9-4781,-2-13 2870</inkml:trace>
  <inkml:trace contextRef="#ctx0" brushRef="#br0" timeOffset="1236.2">784 152 13312,'-39'0'7557,"34"1"-6212,5 1-707,1-2-569,-1 0-1,0 0 1,0 1-1,0-1 1,1 0-1,-1 0 1,0 0-1,0 0 1,1 0-1,-1 0 1,0 0-1,0 0 1,1 0 0,-1 0-1,0 0 1,0 0-1,1 0 1,-1 0-1,0 0 1,0 0-1,1 0 1,-1 0-1,0 0 1,0 0-1,1 0 1,-1 0-69,9-8 76,1 0 1,1 1-1,-1 0 0,1 1 1,5-2-77,13-8-62,-14 7 58,1 2 0,-1-1 0,1 2 0,0 0 0,9-1 4,-18 5 26,-1 1-1,1-1 1,-1 1-1,1 1 1,0-1-1,-1 1 1,1 1-1,0-1 1,-1 1-1,1 0 1,0 0-1,-1 1 1,1 0-1,-1 0 1,4 2-26,-8-3 12,0 1 0,0-1 0,0 1 0,0-1 0,-1 1 0,1 0 0,0-1 0,-1 1 0,1 0 0,-1 0 1,0 0-1,0 0 0,0 1 0,0-1 0,0 0 0,0 0 0,0 1 0,-1-1 0,1 0 0,-1 1 0,0-1 0,1 1 1,-1-1-1,-1 2-12,1 1 20,0 0 0,-1 0 0,0 0 0,0 0 1,0 0-1,-1 0 0,0 0 0,0-1 0,0 1 0,0-1 1,-2 4-21,-10 10 1,0-1-1,-1 0 1,-1-1 0,0-1 0,-1 0 0,-1-1 0,0-1 0,-1-1 0,0 0 0,-1-2 0,-1 0-1,2 1-152,19-11 149,0 0 0,0 0 0,0 0 0,0 1-1,0-1 1,0 0 0,0 0 0,-1 0 0,1 0 0,0 0 0,0 0 0,0 1-1,0-1 1,0 0 0,0 0 0,0 0 0,0 0 0,0 0 0,0 1 0,0-1-1,0 0 1,0 0 0,0 0 0,0 0 0,0 0 0,0 1 0,0-1 0,0 0 0,0 0-1,0 0 1,0 0 0,0 0 0,0 0 0,0 1 0,0-1 0,0 0 0,0 0-1,1 0 4,9 4-97,13-2 52,-1-1 1,0-1-1,16-2 45,34 1 28,-63 1-8,12 0 56,1 1-1,0 1 1,-1 1 0,1 1-1,-1 1 1,18 6-76,-37-10 16,0 0 0,0 0 0,0 0-1,0 0 1,0 0 0,0 0 0,0 1 0,-1-1 0,1 1-1,0-1 1,-1 1 0,1 0 0,-1 0 0,0-1-1,0 1 1,1 0 0,-1 0 0,0 1-16,0 0 34,0 0-1,-1 0 1,1 1-1,-1-1 1,1 0 0,-1 1-1,0-1 1,0 0-1,-1 0 1,1 1 0,-1-1-1,0 1-33,0 2 38,-1 0 0,0 0 0,0 0 0,-1 0 0,0-1 0,0 1 0,0-1 0,-1 0 0,-2 4-38,-5 2 55,1 1 0,-2-1 0,-1 1-55,-4 2-1,0 0 0,-1-1 0,0-1 0,-1 0 0,0-2 0,-1 0 0,-4 1 1,16-8-207,0 0 1,0-1 0,0 0-1,0 0 1,0-1 0,-1 0-1,1-1 1,0 0 0,-1 0 0,1 0-1,0-1 1,-1 0 0,1-1-1,0 0 1,0 0 0,0-1 0,0 0-1,1 0 1,-1-1 0,-1-1 206,5 3-569,1-1 0,-1 1 0,0-1 1,1 0-1,-1 0 0,1-1 0,0 1 1,0-1-1,0 1 0,1-1 0,-1 0 1,1 0-1,0 0 0,0-1 569,-5-21-3866</inkml:trace>
  <inkml:trace contextRef="#ctx0" brushRef="#br0" timeOffset="2946.03">1854 169 7936,'-1'0'153,"-5"-2"2455,4 6 124,2-3-417,0-1-705,0 0 97,0 0-539,0 0 176,0 0-368,0 0 181,-11-4 1318,0 2-2309,0 1 0,0 0 0,0 0 0,0 1 0,0 0 1,0 1-1,-9 2-166,-17 3 938,-21 9-938,53-14 5,-10 3-15,0 0 0,1 1 1,0 0-1,0 1 0,0 1 0,1 0 0,0 1 0,0 0 1,1 1-1,0 0 0,1 1 0,0 1 0,-6 6 10,9-7-5,1 0-1,0 0 0,1 1 1,0 0-1,0 0 1,1 0-1,1 1 1,0 0-1,0 0 1,1 0-1,1 0 0,0 1 6,1-4-3,0 0 1,1 0-1,0 0 0,0 0 0,1 0 0,0 0 0,1 0 0,0 0 0,0-1 0,1 1 0,0-1 0,0 1 0,1-1 0,0 0 0,1-1 0,-1 1 0,3 1 3,1 1 4,0-1 1,1 0 0,0 0-1,1-1 1,-1 0 0,2 0-1,-1-1 1,1-1 0,0 0-1,0-1 1,1 0 0,0 0-1,0-1 1,0-1 0,0 0-1,1 0-4,9 0-202,-1-1-1,0 0 0,1-2 0,-1 0 0,1-2 1,-1 0-1,0-1 0,0-1 0,2-2 203,1-1-1294,0-1-1,0-1 1,5-4 1294,-5 1-2535,-1-1 1,-1-1 0,1-2 2534,32-22-3957</inkml:trace>
  <inkml:trace contextRef="#ctx0" brushRef="#br0" timeOffset="6341.36">2182 302 8960,'-1'-6'1041,"1"-10"1870,0 16-2608,0-1-1,0 1 1,0-1-1,0 1 1,0-1-1,0 1 1,0-1-1,1 1 1,-1-1-1,0 1 1,0-1-1,0 1 1,1-1-1,-1 1 1,0-1-1,1 1 1,-1-1-1,0 1 1,1 0-1,-1-1 1,0 1-1,1-1-302,1 0 442,0 0 0,-1 0 0,1 0 0,-1-1-1,1 1 1,-1-1 0,0 1 0,1-1-1,-1 0 1,0 1 0,0-1 0,0 0-442,0 1 132,-1 0 0,1 0-1,-1-1 1,1 1 0,0 0 0,-1 0 0,1 0 0,0 0 0,0 1 0,0-1 0,0 0 0,0 0 0,0 0 0,0 1-1,0-1 1,0 1 0,0-1 0,0 1 0,1-1-132,-1 1 24,-1 0 0,1 0-1,-1 0 1,1 1 0,0-1 0,-1 0 0,1 0-1,-1 1 1,1-1 0,-1 0 0,1 1-1,-1-1 1,1 0 0,-1 1 0,1-1 0,-1 1-1,1-1 1,-1 1 0,0-1 0,1 1-1,-1-1 1,0 1 0,0-1 0,1 1 0,-1 0-1,0-1 1,0 1-24,5 20 70,-4-15-25,12 56 36,34 170-412,-22-120-2553,-9-45-4920,-12-47 5586</inkml:trace>
  <inkml:trace contextRef="#ctx0" brushRef="#br0" timeOffset="6691.89">2187 253 13952,'-20'0'4511,"19"0"-4371,1 0-1,-1 0 0,0 0 1,1 0-1,-1 0 1,0 0-1,1 0 0,-1 0 1,0 1-1,1-1 0,-1 0 1,0 0-1,1 1 0,-1-1 1,1 0-1,-1 1 0,0-1 1,1 1-1,-1-1 0,1 0 1,-1 1-140,-1 1 561,10-3 4146,47-8-4256,-20 0-647,17-9 196,-14 5-1917,12-2 1917,-39 12-1542,0 1 1,1 0 0,-1 1 0,1 0 0,-1 1 0,8 0 1541,-3 4-5179,2 7 1713</inkml:trace>
  <inkml:trace contextRef="#ctx0" brushRef="#br0" timeOffset="7030.38">2235 485 14208,'-10'2'1721,"-19"7"4813,54-13-1919,27-3-4904,43-21 72,-40 11-5710,32-5 5927,-46 13-5515,3 3 1681</inkml:trace>
  <inkml:trace contextRef="#ctx0" brushRef="#br0" timeOffset="7679.69">3137 266 9088,'0'-2'500,"0"-4"1730,0 0 1,0 0-1,-1 0 1,1 0 0,-1 0-1,-2-3-2230,3 8 497,-1-1 0,0 0 1,0 1-1,1-1 0,-1 1 0,0-1 0,0 1 1,-1-1-1,1 1 0,-1-1-497,0 1-17,1 0-1,-1-1 1,0 1 0,1 0 0,-1 1 0,0-1 0,0 0-1,1 0 1,-1 1 0,0-1 0,-1 1 17,-9-2 83,0 1 0,0 1 0,1 0 1,-1 0-1,0 1 0,0 1 0,1 0 0,-1 1 0,-7 2-83,3 0-25,1 1 0,0 0 0,0 2 0,1-1-1,0 2 1,-10 7 25,10-5-3,1 2 0,0-1 0,0 2-1,2 0 1,0 0 0,0 1 0,2 0 0,-1 1-1,2 0 1,0 1 0,1 0 0,1 0 0,1 0-1,0 1 1,1-1 0,1 1 0,1 0 0,0 0-1,1 1 1,2 7 3,-1-18-23,1-1 0,0 1 0,0-1 0,1 1-1,0-1 1,1 0 0,-1 0 0,1 0 0,1 0 0,-1 0-1,5 5 24,-5-8-47,1 1 0,0-1-1,0 1 1,1-1 0,-1 0-1,1-1 1,0 1-1,0-1 1,0 0 0,0 0-1,1-1 1,-1 1 0,1-1-1,0-1 1,1 1 47,5 1-533,0-1 0,1 0 0,-1-1 0,1 0 0,-1-1 1,1 0-1,-1-1 0,1-1 0,3-1 533,-4 1-1735,-1-2 0,1 1 0,-1-1-1,1-1 1,9-5 1735,12-8-3770</inkml:trace>
  <inkml:trace contextRef="#ctx0" brushRef="#br0" timeOffset="8037.81">3097 505 12032,'-20'6'4917,"14"-2"-259,5 0 2246,13 29-6317,-2 2 0,-2-1 0,1 12-587,0 3-956,6 10 956,-14-57-123,10 32-1553,-9-31 1003,-1 0 1,0 0-1,1 0 0,-1-1 0,1 1 0,0 0 0,0-1 0,0 0 1,0 1-1,1-1 673,-2-1-312,-1-1 1,1 1 0,0-1-1,0 1 1,-1-1-1,1 1 1,0-1 0,0 0-1,0 0 1,0 1-1,0-1 1,0 0 0,-1 0-1,1 0 1,0 0-1,0 0 1,0 0 0,0 0-1,0 0 1,0 0 0,0 0-1,0-1 1,0 1-1,-1 0 1,1-1 0,0 1-1,0 0 1,0-1-1,-1 1 1,1-1 0,0 0 311,13-7-3936</inkml:trace>
  <inkml:trace contextRef="#ctx0" brushRef="#br0" timeOffset="23576.35">3388 529 11264,'-7'-7'3674,"5"5"-2053,2 2 134,0 0 341,0 0-768,9 0 1088,35 1-1840,2 0-950,14-4 374,-45 2-2215,1-1 0,0-1 0,5-2 2215,-2-1-5354,-2 4 1701</inkml:trace>
  <inkml:trace contextRef="#ctx0" brushRef="#br0" timeOffset="23939.5">3379 443 13824,'-26'7'4511,"25"-7"-4365,0 0-1,0 1 0,0-1 1,0 0-1,0 0 0,0 1 1,1-1-1,-1 0 0,0 1 1,0-1-1,0 1 0,1-1 1,-1 1-1,0-1 0,1 1 1,-1 0-1,0-1 0,1 1 1,-1 0-1,0 0-145,-1 2 539,2-3-495,0 0 0,0 0 0,0 0-1,0 0 1,0 0 0,0 0 0,0 0 0,0 0 0,0 0 0,0 0 0,-1 0 0,1 0 0,0 0 0,0 0 0,0 0 0,0 0 0,0 0 0,0 1 0,0-1 0,0 0 0,0 0 0,0 0 0,0 0 0,0 0-1,0 0 1,0 0 0,0 0 0,0 0 0,0 0 0,0 0 0,0 0 0,0 0 0,0 1 0,0-1 0,0 0 0,0 0 0,0 0 0,0 0 0,0 0 0,0 0 0,0 0 0,0 0 0,0 0 0,0 0 0,0 0-1,0 0 1,0 0 0,0 1 0,0-1 0,1 0 0,-1 0 0,0 0 0,0 0 0,0 0 0,0 0 0,0 0 0,0 0 0,0 0 0,0 0 0,0 0 0,0 0 0,0 0 0,0 0 0,0 0-44,9 2 562,13-2-884,-22 0 362,15-1-502,1-1 0,-1 0 0,0-2 1,0 0-1,5-2 462,26-6-4976,3-1-3003,-25 12 4705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7.126"/>
    </inkml:context>
    <inkml:brush xml:id="br0">
      <inkml:brushProperty name="width" value="0.05" units="cm"/>
      <inkml:brushProperty name="height" value="0.05" units="cm"/>
      <inkml:brushProperty name="color" value="#008C3A"/>
    </inkml:brush>
    <inkml:brush xml:id="br1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62 593 7040,'-22'0'4938,"7"1"5935,1-2-6509,4-3-3345,10 4-1003,0 0 0,0 0 1,0 0-1,0 0 0,0-1 0,0 1 1,0 0-1,0 0 0,0 0 0,0 0 1,-1 0-1,1 0 0,0 0 0,0 0 1,0 0-1,0-1 0,0 1 0,0 0 1,0 0-1,0 0 0,0 0 0,0 0 1,0 0-1,0 0 0,0 0 0,0-1 1,0 1-1,0 0 0,0 0 1,0 0-1,1 0 0,-1 0 0,0 0 1,0 0-1,0 0 0,0-1 0,0 1 1,0 0-1,0 0 0,0 0 0,0 0 1,0 0-1,0 0 0,0 0 0,1 0-16,10-7 314,75-29 363,94-58-328,72-55-349,0 0-98,-178 106 79,-19 11-469,46-20 488,-84 43-864,4-2-3166,-8 8-4888,-5 5 4774</inkml:trace>
  <inkml:trace contextRef="#ctx0" brushRef="#br0" timeOffset="489.69">1250 302 13696,'-2'-1'898,"1"0"1,-1 0 0,0 0 0,1 0 0,-1 0 0,0 1 0,0-1 0,0 0 0,0 1-1,1 0 1,-2-1-899,4 2 191,-1-1 0,0 0-1,0 1 1,1-1 0,-1 0-1,0 1 1,1-1 0,-1 1 0,0-1-1,0 0 1,0 1 0,1-1-1,-1 1 1,0-1 0,0 0 0,0 1-1,0-1 1,0 1 0,0-1-1,0 1 1,0-1 0,0 1-1,0-1 1,0 1-191,0 19-448,0-12 735,3 56-1128,4 0-1,2-1 1,7 18 841,-14-72-430,0 2-951,1 1 0,1 0 1,0-1-1,3 8 1381,-4-14-1431,0 1-1,0-1 1,1 0-1,-1 0 1,1 0-1,1 1 1432,8 6-3541</inkml:trace>
  <inkml:trace contextRef="#ctx0" brushRef="#br0" timeOffset="944.4">1597 383 14336,'-16'0'6644,"11"0"-3135,8 0-1076,4-1-2344,0 0 0,0-1 0,0 1 0,-1-1-1,1-1 1,-1 1 0,6-3-89,-3 0-13,1 2-1,0-1 0,6 0 14,-1 0 8,1 2 0,-1 0-1,0 0 1,1 2 0,-1 0-1,1 1 1,-1 0 0,1 1-1,7 2-7,-10 0 15,0 0-1,0 1 0,0 0 0,-1 1 0,2 2-14,-8-5 15,-1 0 1,1 1-1,-1-1 1,0 1-1,0 1 1,-1-1-1,1 1 1,-1-1-1,0 1 1,0 1-1,0-1 0,-1 1-15,-1-4 23,-1 1-1,0 0 1,0-1-1,0 1 1,-1 0-1,1 0 0,-1 0 1,1-1-1,-1 1 1,0 0-1,0 0 1,0 0-1,-1 0 0,1-1 1,-1 1-1,1 0-22,-2 1 45,1 0 0,-1 0 0,0 0 0,0 0 0,0 0 0,0-1 0,-1 1 0,1-1 1,-1 0-1,-1 1-45,-3 4 109,-2-1 0,1-1 0,-1 1 0,0-1 0,0-1 1,0 0-1,-11 4-109,4-3 45,-1 0 1,0-2 0,0 0-1,0 0 1,0-2 0,-1 0-1,1-1 1,-1-1 0,1-1-1,-1 0 1,1-1 0,-1-1-1,1-1 1,0 0 0,0-1-1,-7-4-45,21 7-50,-1 1-1,1-1 0,0 1 1,0-1-1,0 0 0,0 0 1,0 0-1,0-1 0,1 1 1,-1-1-1,1 0 0,0 1 1,-1-1-1,1 0 0,1 0 1,-1 0-1,0-1 0,1 1 1,-1 0-1,1-1 0,0 1 1,0-1-1,0 1 0,1-1 1,-1 1-1,1-2 51,0-1-349,0 0 0,1 0 1,0 0-1,0 0 0,0 0 0,0 0 0,1 0 1,0 0-1,1 0 0,-1 1 0,1-1 1,0 1-1,0 0 0,1 0 0,1-2 349,26-27-6106,8 0 1813</inkml:trace>
  <inkml:trace contextRef="#ctx0" brushRef="#br1" timeOffset="105055.28">1050 817 8960,'-26'0'6437,"25"0"-4281,-8 0 5863,9 0-7962,0 0-1,0 0 1,0 0-1,-1-1 1,1 1-1,0 0 1,0 0-1,0 0 0,0 0 1,0 0-1,-1-1 1,1 1-1,0 0 1,0 0-1,0 0 1,0 0-1,0-1 1,0 1-1,0 0 0,0 0 1,0 0-1,0 0 1,0-1-1,0 1 1,0 0-1,0 0 1,0 0-1,0-1 1,0 1-1,0 0 0,0 0 1,0 0-1,0-1 1,0 1-1,0 0 1,0 0-1,0 0 1,0 0-1,0-1 1,1 1-1,-1 0 0,0 0 1,0 0-1,0 0 1,0 0-1,0-1 1,0 1-1,1 0 1,-1 0-1,0 0 1,0 0-1,0 0 0,1 0-56,10-14 220,1 0-1,1 1 1,0 1-1,0 0 1,1 1-1,1 1 1,0 0-1,15-7-219,23-9-47,1 2-1,6 2 48,9-6 115,343-150-184,-298 128-2742,60-39 2811,-150 75-1681,1-1-4099,-22 12-225,0 2 1867</inkml:trace>
  <inkml:trace contextRef="#ctx0" brushRef="#br1" timeOffset="105710.39">2502 541 13696,'-8'-7'2379,"-2"-2"4299,10 8-6515,0 1-1,0-1 1,0 1 0,0-1 0,0 0-1,0 1 1,0-1 0,0 1-1,0-1 1,0 0 0,0 1-1,0-1 1,1 1 0,-1-1 0,0 1-1,0-1 1,1 1 0,-1-1-1,0 1 1,1-1 0,-1 1 0,1-1-1,-1 1-162,7-7 97,-1 1-1,1 0 1,0 1 0,1 0-1,-1 0 1,1 1-1,0-1 1,0 2 0,3-2-97,7-2 5,0 1 0,1 0 1,0 1-1,0 1 0,0 1 1,0 1-1,0 1 0,1 0 1,-1 1-1,1 1 0,-1 1 1,0 1-1,0 1 0,0 0 1,11 5-7,-24-7 16,-1 1-1,0-1 0,0 1 0,0 0 1,0 0-1,0 0 0,0 1 0,-1 0 1,3 3-15,-5-6 11,-1 1 1,1 0 0,-1 0 0,1 0 0,-1 0 0,0 0 0,0 0 0,0 0 0,0 1 0,0-1 0,-1 0 0,1 1 0,-1-1 0,1 0 0,-1 1 0,0-1 0,0 1 0,0-1-1,0 0 1,0 1 0,0-1 0,-1 1 0,1-1 0,-1 0 0,0 2-12,-2 1 36,1-1 1,-1 1-1,0 0 0,0-1 1,0 1-1,-1-1 0,1 0 0,-1 0 1,0 0-1,0-1 0,-1 1 1,-1 1-37,-13 7 139,0-1 1,-12 5-140,29-15 5,-28 13 106,-2-1-1,0-2 1,0 0 0,-1-3-111,19-5 23,0 0-1,-1-1 1,0-1 0,1 0 0,-1-1 0,0 0-1,0-2 1,1 0 0,-1 0 0,1-1-1,-4-2-22,13 3-26,0 1-1,0-1 0,1 0 1,-1 0-1,1-1 0,-1 0 1,1 1-1,0-2 1,0 1-1,0 0 0,-2-3 27,4 3-90,0 1 0,1-1 1,-1 1-1,1-1 0,-1 0 0,1 1 0,0-1 0,0 0 0,0 0 1,0 0-1,1 0 0,-1 0 0,1 0 0,0 0 0,0 0 0,0 0 0,0 0 1,0 0-1,1 0 0,0-2 90,1-2-947,1 0 1,0 0 0,0 0-1,1 1 1,0-1-1,0 1 1,0 0 0,1 0-1,0 0 1,0 1-1,3-3 947,23-18-4207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0:15.1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35 804 8064,'-26'4'5424,"23"-3"-200,-3-1 2661,16-16-6504,-4 9-1318,2 0 1,-1 1 0,1 0-1,0 0 1,3-1-64,16-11 60,120-84 94,153-112-110,-88 52-215,48-16 171,-214 148-373,21-13-2198,-64 41 1869,6-3-1789,-7 5-382,-4 4-2020,-4 3 973</inkml:trace>
  <inkml:trace contextRef="#ctx0" brushRef="#br0" timeOffset="600.37">1224 530 13824,'-11'-7'4511,"11"6"-4336,-1 1 0,1-1-1,0 0 1,0 1 0,-1-1-1,1 1 1,0-1 0,0 0-1,0 1 1,-1-1 0,1 1-1,0-1 1,0 0 0,0 1-1,0-1 1,0 0 0,0 1-1,0-1 1,0 1 0,1-1-1,-1 0 1,0 1 0,0-1-1,0 1 1,1-1 0,-1 0-1,0 1 1,1-1 0,-1 1-1,1-1 1,-1 1 0,1-1-175,14-10 1281,16-13-621,-11 6-599,2 1 1,0 1-1,0 1 0,14-6-61,-27 16 17,1 0 0,-1 1 0,1 0 0,1 1 0,-1 0 0,0 1 0,1-1 0,8 1-17,-12 1 16,0 1-1,-1 0 0,1 0 1,-1 1-1,1-1 1,-1 2-1,1-1 1,-1 1-1,1 0 0,-1 0 1,0 0-1,0 1 1,0 0-1,3 2-15,-7-4 17,-1 1 0,1-1 0,-1 0 0,1 1 0,-1-1 0,1 1 0,-1 0 0,0-1 0,1 1 0,-1 0 0,0 0 0,0 0 0,0 0 0,-1 0 0,1 0 0,0 0 0,-1 0 0,1 0 0,-1 0 0,0 0 0,0 0 0,0 0 0,0 0 0,0 1 0,0-1 0,0 0 0,-1 0 0,1 0 0,-1 0 0,0 0 0,1 0 0,-1 0-17,-3 6 60,1-1-1,-1 1 1,0-1-1,-1 0 0,0-1 1,0 1-1,-3 2-59,-2 2 106,-1 0-1,-1-1 0,0 0 1,0-1-1,-1 0 1,0-1-1,-1-1 1,-9 5-106,2-4 117,-1 0 0,0-1 0,0-1 0,0-1 0,-14 1-117,24-4-18,-1-2 0,1 1 0,0-1-1,0-1 1,0 0 0,-1-1-1,-8-2 19,19 3-42,0 1 0,1-1 0,-1 1-1,1-1 1,-1 0 0,1 1 0,-1-1 0,1 0-1,-1 0 1,1 0 0,-1 0 0,1 0-1,0 0 1,0-1 0,-1 1 42,1-1-77,1 1 0,-1 0 1,1 0-1,0 0 0,-1-1 1,1 1-1,0 0 0,0 0 0,0-1 1,0 1-1,0 0 0,0-1 1,0 1-1,0 0 0,0 0 1,1-1-1,-1 1 0,1 0 0,-1 0 1,1 0-1,-1 0 0,1-1 1,-1 1-1,1 0 77,20-30-3291,5 1 971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02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27 12160,'-19'-12'4575,"11"12"-3583,-6 0-384,9 0-416,-3 0-672,-6-3-192,4-2-4287,10-2-1857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04.8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186 140 6656,'-8'-32'4410,"7"21"213,1 10-4172,0-1 0,1 1 0,-1-1 0,-1 1 0,1-1-1,0 1 1,0-1 0,0 1 0,-1-1 0,1 1 0,-1-1 0,1 1 0,-1-2-451,1 3 50,-1 0-1,1 0 0,0 0 1,0 0-1,-1 0 0,1 0 1,0 0-1,0 0 0,-1 0 1,1 0-1,0 0 0,0 0 1,-1 0-1,1 0 0,0 0 1,0 0-1,-1 0 0,1 1 1,0-1-1,0 0 0,-1 0 1,1 0-1,0 0 0,0 0 1,0 0-1,-1 1 0,1-1 1,0 0-1,0 0 0,0 0 1,0 1-1,0-1 0,-1 0 1,1 0-50,-8 11 477,-4 14-225,1 1 0,1 0 0,1 1 0,2 0-252,2-10 43,-39 148 90,20-53-89,15-67-13,0 25 77,7-50 16,-1 0 0,0 0 0,-3 8-124,4-24 79,1-8-42,0-7-25,41-172 13,-24 113-24,-11 47-1,7-34-44,2 1-1,3 0 1,15-30 44,-20 61-61,1 1-1,13-18 62,-24 39 8,0 0-1,0 1 1,0-1-1,0 1 1,0 0-1,0-1 0,1 1 1,-1 0-1,1 1 1,0-2-8,-2 3 3,0-1 0,0 1 1,0 0-1,0-1 0,0 1 0,0 0 1,0 0-1,0 0 0,0 0 0,0 0 0,0 0 1,0 0-1,0 0 0,0 0 0,0 0 1,0 0-1,0 1 0,0-1 0,0 0 1,-1 1-1,1-1 0,0 1 0,0-1 0,0 1 1,0-1-1,-1 1 0,1-1 0,0 1 1,0 0-1,-1 0 0,1-1 0,0 1 1,-1 0-4,4 5 18,0-1 0,-1 1 0,0 0 0,0 0 0,0 0 1,-1 0-1,1 4-18,12 48 21,-9-29-57,62 228 83,-37-143-1806,-4-17-5383,-27-96 7024,0 1-398,1 0-1,-1-1 1,1 1 0,-1-1-1,0 1 1,0 0-1,0-1 1,0 1-1,0 0 1,0-1 0,0 1-1,-1 0 1,0 1 516,0 4-2912</inkml:trace>
  <inkml:trace contextRef="#ctx0" brushRef="#br0" timeOffset="350.98">90 495 14208,'-26'12'7791,"32"-13"-5166,34-10-2615,21-16-539,-1-1 1,41-28 528,-28 15-3914,-53 30 3,1 1-1,7-1 3912,4 1-3424</inkml:trace>
  <inkml:trace contextRef="#ctx0" brushRef="#br0" timeOffset="691.6">720 34 13440,'-23'-3'4426,"22"3"-4285,0-1 0,1 1 0,-1 0 0,0 0 0,0 0-1,0 0 1,0 0 0,0 0 0,0 1 0,0-1 0,0 0 0,1 0 0,-1 1-1,0-1 1,0 0 0,0 1 0,1-1 0,-1 1 0,0-1 0,0 1-141,-2 1 473,3-2-298,-1 1 0,0-1 1,0 1-1,0 0 0,0-1 0,0 1 1,0 0-1,1 0 0,-1 0 1,0-1-1,1 1 0,-1 0 1,1 0-1,-1 0 0,1 0 0,-1 0 1,1 0-1,0 0 0,-1 0 1,1 0-1,0 1-175,0 24 411,1-13-295,1 59-162,3-1 0,9 40 46,1-27-3052,4-2-4279,-18-77 6287,2 4-517,2-3-2628,0-1 1533</inkml:trace>
  <inkml:trace contextRef="#ctx0" brushRef="#br0" timeOffset="1070.6">632 204 12288,'-41'-45'10446,"41"45"-10338,0-1-20,-1 1-1,1-1 1,-1 1-1,1-1 1,0 1-1,-1-1 1,1 1-1,0-1 1,0 0-1,-1 1 1,1-1-1,0 1 1,0-1-1,0 0 1,0 1-1,0-1 1,0 0-1,0 1 1,0-1-1,0 0 1,0 1 0,0-1-1,0 0-87,9-16 503,-5 12-511,0 1-1,0-1 1,1 1 0,-1 0 0,3-1 8,6-3 4,0 0 0,0 1 0,0 1 0,1 0 0,0 1 0,0 1 0,1 0-4,25-5 105,36-4-105,-70 12 22,0 1 0,0-1 0,0 1 0,0 0 0,0 1 0,0-1 0,0 1 0,0 1 0,0-1 0,-1 1 0,1 0-22,-3-1 14,-1 0 0,0 0 0,1 1 0,-1-1 0,0 1-1,0-1 1,0 1 0,0 0 0,0 0 0,0-1 0,-1 1 0,1 1-1,-1-1 1,1 0 0,-1 0 0,0 1 0,0-1 0,0 0 0,0 1-1,0-1 1,-1 1 0,1-1 0,-1 1 0,1 0 0,-1-1 0,0 1-14,0 6 22,0 1 0,-1-1 1,0 0-1,-1 0 0,0 0 1,0 0-1,-1 0 1,0 0-1,0 0 0,-1-1 1,-1 1-1,1-1 0,-2 1-21,-13 18 87,-1-1 1,0-1-1,-6 3-88,14-14 41,-31 27-31,31-31-83,1 0 0,0 1-1,1 0 1,-8 11 73,18-22-2,-1 0 0,1 1 0,0-1-1,-1 1 1,1-1 0,0 0 0,0 1 0,-1-1 0,1 1-1,0-1 1,0 1 0,-1-1 0,1 0 0,0 1-1,0-1 1,0 1 0,0-1 0,0 1 0,0-1-1,0 1 1,0-1 0,0 1 0,0-1 0,0 1 0,0-1-1,0 1 1,0-1 0,0 1 0,1-1 0,-1 1-1,0-1 1,0 1 0,0-1 0,1 0 0,-1 1 0,0-1-1,1 1 1,-1-1 0,0 0 0,1 1 0,-1-1-1,1 0 1,-1 0 0,0 1 0,1-1 0,-1 0-1,1 0 1,-1 1 0,1-1 0,-1 0 0,1 0 0,-1 0-1,1 0 1,-1 0 0,1 0 0,-1 0 0,1 0-1,-1 0 1,1 0 0,-1 0 0,1 0 2,6 0-30,0 0 0,0 0 0,0-1-1,2-1 31,-6 2-2,37-6 24,-12 1 46,1 1 0,0 1 1,2 2-69,-23 1 15,0 0 0,1 1 0,-1 0 0,0 1 0,0-1 0,0 1 0,0 1 0,0 0 0,-1 0 0,1 0 0,-1 1 0,0 0 0,0 1-15,-5-4 10,-1 0 0,1 0 0,-1 0 0,0 1 0,1-1 0,-1 1 0,0-1 0,0 1 0,0 0 0,0-1 0,0 1 0,0 0 0,-1-1 0,1 1 0,0 0 0,-1 0 0,0 0 0,1 0 0,-1 0 0,0 0 0,0 0 0,0-1 0,0 1 0,0 0 0,-1 0 0,1 0 0,0 0 0,-1 0 0,0 0 0,1-1 0,-2 2-10,0 3 12,-1-1 1,1 0 0,-1 0 0,-1 0-1,1 0 1,-1 0 0,0-1-1,0 0 1,0 0 0,-1 1-13,-8 6-21,-2-1-1,1 0 1,-2-1 0,1 0-1,-1-2 1,0 1 0,-1-2-1,0 0 22,-5 0-348,0 0 0,0-2-1,-2-1 349,17-2-392,-1 0 0,0-1 0,0 0 0,0 0 0,0-1 0,0 0 0,0-1 0,1 0 0,-1 0 0,-2-1 392,7 2-351,1 0-1,-1-1 1,1 1 0,-1 0 0,1-1-1,0 1 1,0-1 0,0 0 0,0 1-1,0-1 1,0 0 0,0 0 0,0 0-1,1-1 1,-1 1 0,1 0-1,0-1 1,0 1 0,0-1 0,0 1-1,0-1 1,0 1 0,1-1 0,-1 0-1,1 1 1,0-1 0,-1 0-1,1 0 1,1 1 0,-1-1 0,0 0-1,1 1 1,-1-1 0,1 0 0,0 1-1,0-1 1,0 0 351,15-26-3045</inkml:trace>
  <inkml:trace contextRef="#ctx0" brushRef="#br0" timeOffset="1396.81">1293 163 11264,'-6'-3'1388,"4"3"-749,1-1-1,-1 1 0,1-1 0,-1 1 0,1-1 0,-1 0 0,1 0 0,0 1 0,-1-1 0,1 0 0,0-1 0,0 1 0,0 0 0,-1 0 0,1-1-638,-2-5 2270,2 7-2232,1 0 0,0 0 0,0 0 1,0 0-1,-1-1 0,1 1 0,0 0 0,0 0 1,0 0-1,0-1 0,-1 1 0,1 0 1,0 0-1,0-1 0,0 1 0,0 0 0,0 0 1,0-1-1,0 1 0,0 0 0,0 0 1,0-1-1,0 1 0,0 0 0,0 0 0,0-1 1,0 1-1,0 0 0,0 0 0,0-1 0,0 1 1,0 0-1,0 0 0,1 0 0,-1-1 1,0 1-1,0 0 0,0 0 0,0-1-38,1 54 731,1 14-1860,2 0 0,4 1 0,6 17 1129,-6-51-4312,2-1 1,1 1 4311,-4-14-4128,-3-10 48,1 1 1424</inkml:trace>
  <inkml:trace contextRef="#ctx0" brushRef="#br0" timeOffset="1729.11">1266 316 8960,'-7'-13'1145,"5"7"-494,-1 2 0,0-1 0,0 0 0,0 1 0,-2-3-651,4 6 15,-4-5 1408,2 1 0,-1-1 1,0 1-1,1-1 0,0 0-1423,2 3 351,0 1 0,1 0 0,-1 0 0,0 0-1,1 0 1,0 0 0,-1 0 0,1-1 0,0 1-1,0 0 1,1 0-351,-1 0-83,0 1-1,0-1 0,1 1 0,-1 0 0,1-1 1,-1 1-1,1-1 0,0 1 0,-1 0 0,1 0 1,1-1 83,3-5 15,1 1 1,1 0 0,-1 0-1,1 1 1,0 0 0,0 0-1,1 0 1,5-2-16,15-6-76,26-8 76,-20 8-188,9-2-1399,10-1 1587,-2 1-2937,-3-3-3765,-45 17 5961,-1 0 267,-1 1 0,1-1 0,-1 0 0,1 1 0,-1-1 0,1 1 0,-1 0 0,1 0 0,0-1 0,-1 1 0,1 0 0,-1 0 0,1 1 0,0-1 0,0 0 474,10 4-2709</inkml:trace>
  <inkml:trace contextRef="#ctx0" brushRef="#br0" timeOffset="2078.56">1270 399 13184,'-2'0'595,"1"0"0,-1 1 0,1 0 0,-1-1 0,1 1 0,0 0 0,-1-1 0,1 1 0,0 0 1,0 0-1,0 0 0,-1 1-595,9-6 561,1 1 1,0 0-1,0 0 0,3 0-561,21-8-43,-6 1 15,46-21-328,-49 21-1827,1 0 0,10-2 2183,50-11-10081,-52 18 6993</inkml:trace>
  <inkml:trace contextRef="#ctx0" brushRef="#br0" timeOffset="2532.92">2126 30 11520,'-22'-23'8533,"10"19"-4547,9 3-3756,0 0 0,-1 1-1,1 0 1,0-1 0,-1 1 0,-3 1-230,3 0 87,-3 0-36,-1 0 1,1 0-1,-1 1 0,1 1 0,0-1 0,0 1 1,0 0-1,0 0 0,1 1 0,-1 0 1,-1 2-52,-2 4-4,0-1 1,0 2 0,1 0-1,0 0 1,1 0 0,1 1-1,-4 7 4,0 3-68,0 2-1,2-1 0,-6 19 69,8-13-65,1 0 0,1 0-1,1 10 66,1-12-33,2-17 26,0-1 1,1 1-1,0-1 1,0 1-1,1-1 1,1 1-1,-1-1 1,1 0-1,1 1 1,2 3 6,-4-8-15,1-1-1,0 0 1,1 0 0,-1 0 0,1 0 0,0-1-1,0 1 1,0-1 0,0 1 0,0-1-1,1 0 1,0 0 0,-1-1 0,1 1-1,0-1 1,0 0 0,0 0 0,1 0 0,-1 0-1,0-1 1,1 0 0,2 1 15,1-1-122,0 0 1,0-1 0,1 0-1,-1 0 1,0-1-1,1 0 1,-1 0-1,0-1 1,0 0-1,6-3 122,6-2-325,-1-1-1,0-2 0,12-7 326,-26 14 118,0-1 0,0 0-1,0 0 1,0 0 0,-1-1 0,0 0-1,0 0 1,0 0 0,-1 0 0,1 0-1,-1-1 1,0-1-118,2-15 2115,-5 20-1477,0 8-385,0 1-325,1 1-155,-1 1 0,1-1 0,1 0 1,-1 0-1,1 1 0,1-1 0,0-1 1,0 1-1,0 0 227,1 1-1590,1-1 0,0 0 1,3 4 1589,-2-5-2738,0 0 0,0 0 0,4 3 2738,9 7-3925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33.069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 0 7552,'0'0'2448,"0"0"-1382,0 0 81,0 0 272,0 0-470,0 0 59,0 0-341,0 0 47,0 0-223,0 0 63,0 0-143,9 12 1258,4 1-1017,-4-3-438,1-1 1,0 0-1,1 0 1,4 3-215,-8-7 83,0 0-1,0 1 1,-1 0 0,3 4-83,16 14 234,-3-5-38,0-2-1,1 0 1,22 11-196,-13-8 153,-1 1 0,0 2 1,6 8-154,-13-11 41,23 22 3,-2 2 0,-2 3 0,-1 2-44,55 59 33,-74-84-44,77 75 58,-79-81-23,0-1 1,1 0-1,1-2 1,3 0-25,80 42 146,50 28 105,-124-65-221,0 2-1,-2 1 0,19 18-29,110 118-103,-118-116 110,-14-17 10,2 0 0,0-2 0,1-2-1,1 0 1,1-2 0,15 5-17,206 106-106,-208-105 103,-2 3 0,26 22 3,-6-4 0,61 49 52,10 6 19,-23-26-65,47 34-7,-118-81 48,0-2 0,2-2-1,1-2 1,30 12-47,22 6 401,17 15-401,-64-29 174,-2 2 0,0 1 0,6 10-174,24 26 77,22 29-77,-53-51 56,-26-27-31,1 0-1,1-1 1,14 8-25,69 35 16,-70-40-63,94 44 40,-13-8 7,-91-41 1,0 1-1,-1 0 0,12 11 0,-12-6 0,8 5 0,-1 2 0,1 3 0,23 25-3,2-2 0,2-2 0,3-3-1,1-3 1,23 10 3,-53-35-67,16 8 81,24 20-14,56 38 197,-70-47-69,52 27-128,-88-54 3,12 8 181,37 14-184,-48-23-185,1 1 0,7 7 185,5 2-990,-23-12 539,0 0 0,8 7 451,-9-6-178,1 0-1,11 5 179,19 9 0,44 26-16,-52-22-51,-27-21 52,1 0 0,-1 0 0,2-1 15,90 56 0,-87-54 16,-4-2 12,0 0 0,0-1 0,0 0 0,5 1-28,36 18 59,-45-20-22,-5-4-163,0 0-1,1 1 0,-1-1 0,1 0 0,-1 0 1,1 0-1,-1 1 0,0-1 0,1 0 1,-1 0-1,1 0 0,-1 0 0,1 0 1,-1 0-1,1 0 0,-1 0 0,1 0 1,-1 0-1,1 0 0,-1 0 0,1 0 127,12-6-10308,-9 2 7119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36.046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48 147 6656,'-4'-4'804,"3"2"-459,0 1 1,0-1-1,0 1 1,0 0-1,-1 0 1,1 0 0,0 0-1,-1 0 1,1 0-1,-1 0 1,1 0-1,-1 0 1,-1 0-346,3 1 153,-1 0 1,1 0-1,-1-1 1,0 1-1,1 0 1,-1 0 0,1 0-1,-1-1 1,1 1-1,-1 0 1,1 0-1,-1-1 1,1 1-1,-1-1 1,1 1-1,-1 0 1,1-1 0,-1 1-1,1-1 1,0 1-1,-1-1-153,1 1 55,0-1-1,0 1 1,0 0 0,0 0-1,0 0 1,0 0-1,0 0 1,-1-1 0,1 1-1,0 0 1,0 0-1,0 0 1,0 0 0,0 0-1,0-1 1,0 1-1,-1 0 1,1 0 0,0 0-1,0 0 1,0 0-1,0 0 1,0 0 0,-1 0-1,1 0 1,0 0-1,0 0 1,0 0 0,0 0-1,-1 0 1,1 0-1,0 0 1,0 0-1,0 0 1,0 0 0,-1 0-1,1 0 1,0 0-1,0 0 1,0 0 0,0 0-1,-1 0 1,1 0-1,0 0 1,0 0 0,0 0-1,0 0 1,0 1-55,-1-1 43,1 0 1,0 0-1,0 0 1,0 0-1,0 0 1,0 0-1,-1 1 1,1-1-1,0 0 1,0 0-1,0 0 1,0 0-1,0 0 1,-1 0-1,1 0 1,0 0-1,0 0 1,0 0-1,-1 0 1,1 0-1,0 0 1,0 0-1,0 0 1,0 0-1,-1 0 1,1 0-1,0 0 1,0 0-1,0 0 1,0 0-1,-1 0 1,1 0-1,0 0 1,0-1-1,0 1 1,0 0-1,-1 0-43,5 2 2343,-2 0-2247,1 0 1,0 0-1,0 0 1,0-1-1,0 1 1,0-1-1,0 1 1,0-1-1,0 0 1,4 0-97,37 7 390,-29-6-172,44 3 306,0-2 0,25-4-524,-28 1 237,290-10 345,-167 4-476,178 5-72,-163 3 98,90 3 224,5 1-184,151 3-50,0-5 325,-269-5-323,250 5-23,56 0 161,-70-21 66,-286 11-246,388-35 66,-200 13-104,-65 6 28,132-9 75,-253 23-112,301-8-161,-369 16 148,389 6 12,-299 2 2,0 7 0,8 8-36,149 20 16,-125-20 155,80 25-171,-219-39-54,-1-2 1,25 1 53,-21-2-7,-24-4 85,0 0 0,8 0-78,-10-2 53,2 0 11,1 0 1,-1-2-1,7-1-64,-11 0-19,-8 2 5,-1 0-1,0 0 1,1 1 0,-1-1-1,2 1 15,15-1-915,0-2 0,-1 0 0,0 0 1,0-2-1,0-1 0,0 0 0,-1-2 0,0 0 0,0-1 0,-1-1 0,3-2 915,28-20-5615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40.485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6 1507 6912,'-5'-2'12749,"6"-4"-8577,9-6-6345,-7 8 3478,0 0-1243,0 1 0,0-1 0,0 1 0,1 0 1,-1 0-1,1 0 0,0 1 0,0-1 0,0 1 0,0 0-62,6-4-24,0 0 105,-4 2-36,0 1 0,0-1 0,0 0 0,2-3-45,-3 3 127,1-1 0,0 1 0,0 1 0,0-1-1,0 1 1,0 0 0,3 0-127,33-17 126,34-22 134,-49 28-158,3-1 67,-2-1 0,1-2 0,8-7-169,113-85 256,82-63 27,-163 127 5,2 4 0,26-11-288,-36 21 228,-2-3 0,11-11-228,37-22-8,-28 26 35,-47 27 18,-1-2 0,17-13-45,6-7 1,11-8 68,-2-2 0,9-13-69,-11 2-6,6-4 17,-38 35 57,-14 14-3,1-2-1,1-3-64,-3 2-10,2 2 0,-1-1 0,2 2 1,0 0-1,0 1 0,1 1 0,18-8 10,-12 3 178,-23 15-509,0 0 0,1 0-1,-1 0 1,0 0 0,0 0 0,0 0-1,0 0 1,0 0 0,0-1 0,-1 1-1,1 0 1,0-1 0,0 1 331,-2 0-4058,-3 2 176,4 0 3449,0 6-3588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42.095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51 1482 4480,'0'0'105,"0"0"-1,-1 0 1,1 0 0,-1 0 0,1 0 0,0 0 0,-1 0-1,1 0 1,0 0 0,-1 0 0,1 0 0,-1 0-1,1 0 1,0 1 0,-1-1 0,1 0 0,0 0 0,0 1-1,-1-1 1,1 0 0,0 0 0,-1 1 0,1-1-1,0 0 1,0 1 0,-1-1 0,1 0 0,0 1 0,0-1-1,0 1-104,-1 12 1971,1-12-1842,0 0 0,0 0 0,1 1 0,-1-1 0,0 0 0,-1 0-1,1 0 1,0 0 0,0 0 0,0 1 0,-1-1 0,1 0 0,-1 0 0,1 0 0,-1 0-1,1 0 1,-1 0-129,-20 20 4768,20-21-4692,1 1-1,0-1 1,-1 0-1,1 1 1,0-1-1,0 1 1,-1-1-1,1 0 1,0 1-1,0-1 0,0 1 1,-1-1-1,1 1 1,0-1-1,0 1 1,0-1-1,0 1 1,0-1-1,0 1 1,0-1-1,0 1 1,0-1-1,0 1 1,0-1-1,0 1-75,1-1 104,-1 1 1,0 0-1,0-1 0,0 1 0,0-1 0,0 1 0,0-1 1,0 1-1,0 0 0,0-1 0,0 1 0,0-1 0,-1 1 1,1-1-1,0 1 0,0-1 0,-1 1 0,1-1 0,0 1 1,0-1-1,-1 1-104,-1 5 1007,2-6-959,0 0 0,-1 0 0,1 1 0,0-1 0,0 0 0,0 1 0,0-1 0,0 0 0,0 0 0,0 1 0,0-1 0,-1 0 0,1 0 0,0 0 0,0 1 0,0-1 0,-1 0 0,1 0 0,0 0 0,0 1 0,0-1 0,-1 0 0,1 0 0,0 0 0,0 0 0,-1 0 0,1 0 1,0 0-1,-1 0 0,1 1 0,0-1 0,0 0 0,-1 0 0,1 0 0,0 0 0,-1 0 0,1 0-48,3-2 274,1 0 0,-1 1 0,0-1 1,0 0-1,-1 0 0,1-1 0,0 1 1,-1-1-1,3-1-274,29-33 28,-17 20 73,-1 1 1,2 0-1,0 2 1,11-6-102,83-50 218,-54 35-165,-53 32-53,148-94 88,-103 62 4,-1-2 0,0-3-92,210-177 283,-183 161-158,2 3 0,53-25-125,20-5 101,-45 23-40,-10 4 6,-5 5 200,-3-5 0,0-5-267,30-27 16,-66 46 13,-19 17 0,-2-2 1,0-1-1,11-15-29,25-33 43,-53 62 368,-8 11-1091,-6 3 554,0 0 1,1 0 0,-1 0-1,0 0 1,0 0 0,0 0-1,0 0 1,0 0 0,0 0-1,1 1 1,-1-1 0,0 0-1,0 0 1,0 0 0,0 0-1,0 0 1,0 0 0,0 0-1,0 1 1,0-1 0,1 0-1,-1 0 1,0 0 0,0 0-1,0 0 1,0 0 0,0 1-1,0-1 1,0 0 0,0 0-1,0 0 1,0 0 0,0 1-1,0-1 1,0 0 0,0 0-1,0 0 126,0 7-8426,0 1 4437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54.4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29 11776,'-5'-1'774,"-12"-4"7214,17 5-7923,0 0 1,0 0-1,0 0 1,0 0 0,0 0-1,0 0 1,1 0-1,-1 0 1,0 0 0,0 0-1,0 0 1,0 0-1,0 0 1,0 0 0,0 0-1,0 0 1,0 0 0,0 0-1,0 0 1,0 0-1,0 0 1,0 0 0,0 0-1,0-1 1,0 1-1,0 0 1,0 0 0,0 0-1,0 0 1,0 0 0,0 0-1,0 0 1,0 0-1,0 0 1,0 0 0,0 0-1,0 0 1,0 0-1,0 0 1,0 0 0,0 0-1,0 0 1,0 0-1,0 0 1,0 0 0,0 0-1,0 0 1,0 0 0,0 0-1,0-1 1,0 1-1,0 0 1,0 0 0,0 0-1,0 0 1,0 0-1,0 0 1,0 0-66,12 0 1347,205 0-1470,-171 0-2495,-39 0 2030,23-1-4123,-28 0 4011,-1 1 1,1 0-1,-1 0 1,1-1-1,-1 1 1,1-1-1,-1 1 1,1-1-1,-1 0 1,1 0-1,-1 1 1,0-1-1,1 0 1,-1 0-1,1-1 700,6-7-3253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54.8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 14208,'-18'7'4591,"7"-2"-1028,11-5-3542,0 1 0,0-1-1,0 0 1,0 0-1,0 0 1,0 0-1,0 0 1,0 0 0,0 0-1,0 0 1,0 0-1,0 0 1,0 0-1,0 0 1,0 0-1,-1 0 1,1 0 0,0 0-1,0 0 1,0 0-1,0 0 1,0 1-1,0-1 1,0 0 0,0 0-1,0 0 1,0 0-1,1 0 1,-1 0-1,0 0 1,0 0-1,0 0 1,0 0 0,0 0-1,0 0 1,0 0-1,0 0 1,0 0-1,0 0 1,0 0 0,0 0-1,0 0 1,0 0-1,0 1 1,0-1-1,0 0 1,0 0 0,0 0-1,0 0 1,0 0-1,0 0 1,0 0-1,0 0 1,0 0-1,1 0 1,-1 0 0,0 0-1,0 0 1,0 0-1,0 0 1,0 0-1,0 0 1,0 0-21,20 8 1237,-7-8-1199,-1 1-1,1-2 1,0 1-1,-1-2 1,0 0-1,2-1-37,19-2-118,1 3-3171,0 0 0,9 3 3289,-8-1-6078,-8 0 2500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55.1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12 12032,'-1'0'188,"-2"-1"811,0 0 1,0 0-1,1 0 0,-1-1 1,0 1-1,1-1 0,-1 0-999,4 13 7404,-2 26-7194,0-10-69,4 35-190,3 15 49,-1-25-260,0-4-3954,6 26 4214,-7-54-4925,2 1 0,6 16 4925,0-9-3765</inkml:trace>
  <inkml:trace contextRef="#ctx0" brushRef="#br0" timeOffset="453.6">291 150 13696,'-14'14'4426,"14"-13"-4300,-1-1-1,1 0 0,0 1 1,-1-1-1,1 1 1,-1-1-1,0 0 0,1 0 1,-1 1-1,1-1 1,-1 0-1,1 0 0,-1 0 1,0 0-1,1 0 1,-1 0-1,1 0 0,-1 0 1,0 0-1,1 0 1,-1 0-1,1 0 0,-1 0 1,1 0-1,-1 0 1,0-1-126,0 1 456,7-6 3652,24-27-3832,-20 24-242,-1 1-1,1 0 1,1 0 0,0 1-1,0 0 1,0 1 0,1 0-1,0 1 1,0 0-1,0 1 1,0 0 0,1 1-1,2 0-33,-7 2 10,0 0-1,-1 1 1,1-1-1,0 1 1,-1 1-1,1 0 1,-1 0-1,1 0 1,-1 1-1,1 0 0,-1 0 1,0 1-1,0 0 1,0 0-1,0 1 1,0 0-1,-1 0 1,0 0-1,0 1 1,0 0-1,0 0 1,4 6-10,-3-2 69,0 0 1,0 0 0,-1 1 0,0 0 0,-1 1 0,0-1 0,0 1-1,1 8-69,-3-11 88,-1 1 0,-1-1-1,0 0 1,0 1 0,0-1-1,-1 1 1,-1-1 0,1 0-1,-1 1 1,-1-1-1,1 0 1,-2 4-88,-1-1 105,1 0-1,-1 0 0,-1 0 1,0-1-1,-1 0 0,0 0 1,-6 8-105,3-8 61,0-1 0,-1 0 1,0 0-1,-1-1 0,0-1 0,0 0 1,0 0-1,-1-1 0,0-1 1,0 0-1,0 0 0,-1-2 0,0 1 1,0-1-62,4-1-18,-1-1 1,1 1-1,0-2 0,-1 1 1,1-1-1,-1-1 1,1 1-1,-1-2 1,1 1-1,0-1 1,0-1-1,0 0 0,0 0 1,0 0-1,0-1 1,1-1-1,0 1 1,0-2-1,0 1 0,-1-2 18,5 3-69,-1-1 0,1 0 0,1 0 0,-1 0 0,1 0 0,-1 0 0,2-1 0,-1 1 0,1-1 0,-1 0 0,2 0 0,-1 0 0,1 0 0,-1 0 0,2 0 0,-1 0 0,1 0 0,0-1 0,0 1 0,0 0 0,1-1 69,2-13-782,1 0 0,1 0 0,0 0 0,2 0 0,7-16 782,-6 17-1972,2 0 0,0 0 0,1 1 0,4-5 1972,16-13-5952,-25 31 4665,0 0 0,1 0 0,5-3 1287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0:16.993"/>
    </inkml:context>
    <inkml:brush xml:id="br0">
      <inkml:brushProperty name="width" value="0.05" units="cm"/>
      <inkml:brushProperty name="height" value="0.05" units="cm"/>
      <inkml:brushProperty name="color" value="#CC0066"/>
    </inkml:brush>
    <inkml:brush xml:id="br1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3 567 8704,'-3'-2'6784,"5"2"2085,6 0-1971,0-1-9397,22-9 2778,-1-1 0,0-1-1,-1-1 1,21-13-279,9-11 165,37-32-165,26-17 67,5 5 0,93-43-67,-49 37 245,-153 80-519,-10 6-3548,-9 3-916,-1 3 36,3 5 175</inkml:trace>
  <inkml:trace contextRef="#ctx0" brushRef="#br0" timeOffset="5592.99">1105 276 7040,'4'-1'9385,"4"-4"-4229,39-28-2114,-27 17-2841,-4 3-169,-1 2 1,2 0-1,0 0 0,0 2 1,0 0-1,5-1-32,-8 5 36,-5 1 20,0 1-1,0 0 0,0 0 0,0 1 1,1 0-1,7 0-55,-16 2 10,-1 0 1,1 0-1,-1 0 1,1 0-1,0 0 1,-1 0-1,1 0 1,-1 1-1,1-1 1,0 0-1,-1 0 1,1 0-1,-1 1 1,1-1-1,-1 0 1,1 1-1,-1-1 1,1 0-1,-1 1 1,1-1-1,-1 1 1,1-1-1,-1 1 0,0-1 1,1 1-1,-1-1-10,1 1 21,-1 0-1,0 1 0,0-1 0,1 0 1,-1 0-1,0 0 0,0 0 0,0 0 0,0 1 1,0-1-1,-1 0 0,1 0 0,0 0 0,0 0-20,-2 5 67,0-1 0,0 0 0,-1 1 1,0-1-1,-2 3-67,-28 45 202,-31 33-202,61-82-34,0 0 0,0 0 0,0 0 0,1 0 0,-1 1-1,-1 3 35,4-7-6,0 0-1,-1 1 0,1-1 0,0 0 0,-1 0 0,1 0 0,0 0 0,0 1 1,0-1-1,0 0 0,0 0 0,0 0 0,1 0 0,-1 1 0,0-1 0,1 0 0,-1 0 1,0 0-1,1 0 0,-1 0 0,1 0 0,0 0 0,-1 0 0,1 0 0,0 0 0,0 0 1,-1 0-1,1-1 0,0 1 0,0 0 0,0 0 0,0-1 0,0 1 7,12 5 8,0 0 0,0-1-1,0-1 1,1 0 0,-1-1-1,12 2-7,10 2 24,-15-2 12,-8-3 5,0 1-1,0 0 1,0 1 0,-1 0 0,1 1 0,-1 0-1,0 1 1,5 3-41,-15-8 13,0 0 0,0 0 0,0 0 0,1 0 0,-1 0 0,0 0-1,0 0 1,-1 0 0,1 0 0,0 0 0,0 1 0,0-1 0,-1 0 0,1 1 0,-1-1 0,1 0-1,-1 1 1,0-1 0,1 1 0,-1-1 0,0 0 0,0 1-13,0 0 11,0 0 0,-1 0 0,1 0 1,-1-1-1,0 1 0,1 0 0,-1-1 0,0 1 0,0 0 0,0-1 1,0 1-1,0-1 0,-1 1 0,1-1 0,-1 1-11,-4 3 23,-1 0 0,1 0 0,-1-1 0,0 0 0,0 0 0,0-1 0,0 0 0,-3 1-23,-20 6 87,0-2 0,-30 5-87,47-11-705,0 0 1,0-1 0,-1-1-1,1 0 1,0-1-1,0 0 1,0-1 0,-6-1 704,7-2-2224,11 5 1912,1 0 0,-1 0 1,1-1-1,-1 1 0,1 0 0,-1 0 1,1-1-1,-1 1 0,1-1 1,0 1-1,-1 0 0,1-1 1,0 1-1,-1-1 0,1 1 1,0-1-1,-1 1 0,1-1 312,3-7-3674</inkml:trace>
  <inkml:trace contextRef="#ctx0" brushRef="#br0" timeOffset="6078.96">1805 291 10368,'-34'8'6794,"30"-5"-2711,7-4-289,-1-1-3725,1 0 0,-1 0 0,1 1 0,-1-1 0,1 1 0,2-2-69,2 0 18,1-1-33,0 1-1,1 0 1,-1 1-1,1 0 1,-1 0-1,1 0 1,0 1-1,0 1 1,3-1 15,1 1 11,0 1 1,0 0 0,0 1 0,0 0-1,-1 1 1,3 0-12,5 4 66,-1 0 0,5 3-66,-20-8 32,1 0 0,-1 0 0,0 1 0,0-1 0,0 1 1,0 0-1,0 0 0,0 1 0,-1-1 0,0 1 0,1 0 0,-1 1-32,-2-3 32,1 0 0,-1 0 0,0 1 1,0-1-1,-1 1 0,1-1 0,0 1 0,-1-1 0,0 1 0,1 0 0,-1-1 0,0 1 0,0-1 0,-1 1 0,1 0 0,-1 1-32,0 1 50,0-1-1,-1 0 0,0 0 0,0 0 0,0 0 0,0-1 0,-1 1 0,1-1 0,-3 3-49,-6 6 181,0-2-1,-1 1 1,-1-1-1,-12 8-180,24-18 8,-16 11 175,1-1-1,-1-1 0,-1-1 0,0 0 0,0-1 0,-1-1 0,-1-1-182,9-2 44,0-1 1,0 0-1,0 0 1,-1-2-1,1 1 1,0-1-1,-1-1 0,1 0 1,0-1-1,0 0 1,0 0-1,-7-3-44,15 4-65,1-1 0,-1 1 0,0-1 0,1 1 0,-1-1 0,1 0 0,-1 0 0,1 0 0,0 0 0,0 0 0,0-1 0,0 1 0,0-1 0,1 1 0,-1-1 0,1 0 0,-1 1 0,1-1 0,0 0 0,0 0 0,0 0 0,1 0 0,-1 0 0,1 0 0,-1 0 0,1 0 0,0 0 0,0 0 0,1-1 65,-1-5-1017,1 0 1,1 1-1,-1-1 1,1 1-1,1 0 1,0-1-1,0 1 1,0 0-1,3-2 1017,0-1-1681,1 1-1,0 1 1,1-1-1,0 1 1,1 1-1,-1 0 1,7-4 1681,30-23-4272</inkml:trace>
  <inkml:trace contextRef="#ctx0" brushRef="#br1" timeOffset="101397.57">1132 826 11008,'-7'-1'1792,"0"0"0,0 0 0,1-1-1,-3-1-1791,5 2 2589,4 1-2488,0 0-1,0 0 1,0 0-1,0 0 1,1 0 0,-1 0-1,0 0 1,0 0-1,0 0 1,0 0 0,0 0-1,0 0 1,0 0-1,1 0 1,-1-1 0,0 1-1,0 0 1,0 0-1,0 0 1,0 0-1,0 0 1,0 0 0,0 0-1,0 0 1,1 0-1,-1 0 1,0-1 0,0 1-1,0 0 1,0 0-1,0 0 1,0 0 0,0 0-1,0 0 1,0 0-1,0-1 1,0 1 0,0 0-1,0 0 1,0 0-1,0 0 1,0 0-1,0 0 1,0 0 0,0-1-1,0 1-100,1-3 101,1 0 0,0 0 1,0 0-1,0 0 0,0 1 0,0-1 0,1 0 0,-1 1 0,1 0 0,0-1 1,2 0-102,3-5 125,40-32 131,2 2 1,12-5-257,43-32 84,158-145 44,-77 62-235,-56 43-1203,-85 78-1953,-1 1-3865,-30 26 3294</inkml:trace>
  <inkml:trace contextRef="#ctx0" brushRef="#br1" timeOffset="102021.73">2283 337 13568,'-1'0'308,"1"-1"1,0 1 0,-1 0 0,1-1 0,0 1 0,-1-1 0,1 1 0,0 0-1,0-1 1,0 1 0,-1-1 0,1 1 0,0-1 0,0 1 0,0-1 0,0 1 0,0 0-1,0-1 1,0 1 0,0-1 0,0 1 0,0-1 0,0 1-309,7-11 3210,21-10-2649,-11 10-55,-4 1-491,0 0-1,1 2 1,0-1 0,0 2 0,1 0 0,0 0 0,0 2 0,1-1 0,-1 2 0,2 0-15,-13 4 16,0-1-1,0 1 1,0 0-1,0 0 1,0 0 0,-1 0-1,1 1 1,0-1 0,4 2-16,-7-1 16,1 0 1,0 0 0,0 0 0,-1 0 0,1 0 0,0 0 0,-1 0 0,1 1 0,-1-1 0,0 1 0,1-1 0,-1 1 0,0 0 0,0-1 0,0 1 0,0 0 0,0 0 0,0 0 0,-1-1 0,1 3-17,1 1 38,-1 1 0,0-1 1,-1 1-1,1-1 0,-1 1 1,0-1-1,-1 1 0,1-1 0,-1 0 1,0 1-1,0-1 0,-1 0 1,0 1-1,0-1 0,0 0 1,-2 3-39,-7 13 125,-1-1 1,-1 0 0,-6 6-126,5-8 39,0 1 80,-2-1-1,-4 3-118,5-5 14,1 0-1,1 0 1,-2 5-14,14-20-1,0 1 0,0 0 1,0-1-1,0 1 0,0 0 1,0 0-1,1 0 0,-1 0 1,1 0-1,-1 1 1,1-2 0,0 0 0,0 0 0,1 0 0,-1-1 0,0 1 0,0 0 0,0 0 0,1 0 0,-1-1 0,0 1 0,1 0 0,-1 0 0,1-1 1,-1 1-1,1 0 0,-1-1 0,1 1 0,-1 0 0,1-1 0,0 1 0,-1-1 0,1 1 0,0-1 0,-1 0 0,1 1 0,0-1 0,0 0 0,0 1 0,14 3-350,0 0 1,0 0-1,0-2 0,0 0 1,0-1-1,1 0 0,9-1 350,5-1-5643,23-4 5643,1-2-7241,-50 6 6536,24-2-2841</inkml:trace>
  <inkml:trace contextRef="#ctx0" brushRef="#br1" timeOffset="102438.92">2853 369 13312,'-8'0'2654,"-1"1"0,1-1 0,-7 3-2654,18-5 4520,30-13-4480,-17 9-90,14-5 31,0 1 1,8 0 18,-27 8 10,-1 0 0,1 1 0,0 0 1,-1 1-1,1 0 0,0 0 0,0 1 1,6 2-11,-7-1 7,-1 1 0,0 0 0,0 0 0,-1 1 0,1 0 0,-1 0 0,0 1 0,0 0 0,0 0 0,0 1 1,2 3-8,-7-6 16,0 0 1,0 0 0,0 1 0,-1-1 0,1 0 0,-1 1 0,0 0 0,0-1 0,0 1 0,0 0-1,-1 0 1,0 0 0,1 0 0,-2 0 0,1 0 0,0 0 0,-1 1 0,0-1 0,0 0 0,0 0-1,0 1 1,-1-1 0,1 0 0,-1 0 0,0 0 0,-1 1-17,-1 2 49,0 0 1,-1 0-1,0 0 0,0-1 0,-1 0 1,1 1-1,-1-2 0,-1 1 1,1-1-1,-1 0 0,0 0 1,0 0-1,0-1 0,-2 1-49,-11 6 216,0-1-1,0 0 0,-1-2 1,-8 2-216,4-1 230,-1-2 1,0-1 0,-1 0-231,14-4 57,0-1 0,-1 0 1,1-1-1,-1 0 0,1-1 1,0-1-1,-5 0-57,14 1-41,-1 1-1,1-1 1,-1 0-1,1 0 1,0 0 0,0-1-1,-1 1 1,1-1-1,0 1 1,0-1-1,1 0 1,-1 0 0,0 0-1,1-1 1,-1 1-1,1-1 1,-1 0 0,1 1-1,0-1 1,0 0-1,1 0 1,-1 0-1,1 0 1,-1 0 0,1-1-1,0 1 1,0 0-1,0-1 1,1 1-1,-1-3 42,1-4-512,0 0 0,1 0 0,1 0 0,-1 0-1,1 0 1,1 0 0,0 0 0,4-7 512,0 1-1376,0 0 1,2 1-1,-1 0 1,12-13 1375,-9 15-1982,0 0-1,1 1 1,1-1 1982,38-29-4010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2:00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35 487 12160,'-3'1'840,"1"0"0,0 0 0,-1 0 1,1 0-1,-1-1 0,1 1 1,-1-1-1,0 1 0,0-1-840,3 0 238,-1 0 0,1 0 1,-1 0-1,1 0 0,-1 0 0,1 0 0,0 0 1,-1 0-1,1 1 0,-1-1 0,1 0 0,0 0 0,-1 0 1,1 1-1,-1-1 0,1 0 0,0 1 0,-1-1 0,1 0 1,0 1-1,0-1 0,-1 0 0,1 1-238,1 1 2189,7-4-1467,228-112 195,54-28-937,-95 47-765,-167 82 365,141-69-2803,-55 35-8691,-91 42 8112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2: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32 125 12288,'-17'-10'9989,"24"7"-6907,3-6-2972,0 1-1,1 0 1,0 0-1,0 1 0,1 1 1,-1 0-1,2 0 1,-1 1-1,13-3-109,7-1-35,1 2 0,-1 1 0,13 1 35,-23 2 2,0 2-1,0 1 1,0 0-1,5 3-1,-14-2 33,0 1 0,-1 1-1,1 0 1,-1 1 0,0 1-1,0-1 1,8 6-33,-16-8 32,-1-1 1,0 1 0,0 0-1,0 0 1,0 1 0,0-1-1,0 1 1,-1-1-1,1 1 1,-1 0 0,0 0-1,1 0 1,-1 0-1,-1 0 1,1 0 0,0 1-1,-1-1 1,0 1 0,0-1-1,0 1 1,0 0-1,0-1 1,-1 1 0,1 0-1,-1-1 1,0 2-33,-1 2 45,-1-1 0,1 0 0,-1 0 0,0 0 0,0 0 0,-1 0 0,0-1 1,0 1-1,0-1 0,-1 1 0,-3 3-45,-2 2 69,0-1 0,-2 0 1,1 0-1,-12 8-69,2-5 109,-1 0 1,0 0-1,-1-2 0,0-1 1,0-1-1,-1-1 0,0 0 1,-1-2-1,0-1 0,-12 1-109,25-5 18,1-1 0,-1 0-1,1 0 1,-1-1 0,1 0-1,-1-1 1,1 0 0,-1-1-1,1 0 1,0 0-1,0-1 1,1-1 0,-8-3-18,13 5-45,-1 0 1,1 0-1,0-1 1,0 1-1,0-1 1,0 0-1,1 0 1,0 0-1,0-1 1,0 1-1,0-1 1,1 1-1,-1-1 1,1 0-1,0 0 1,1 0-1,-2-4 45,2 3-175,0 0-1,1-1 0,-1 1 1,1-1-1,0 0 0,1 1 1,-1-1-1,1 1 0,1 0 1,-1-1-1,1 1 0,0 0 1,1 0-1,1-3 176,0 1-744,1-1-1,1 0 1,0 1 0,0 0-1,0 1 1,1-1 0,4-3 744,4-1-2372,-1 0 1,2 1-1,8-5 2372,35-17-4149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2:03.2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38 14464,'-1'-4'1933,"0"-1"0,0 1 0,0 0 1,0-1-1,1 1 0,0-3-1933,2 2 1706,-2 5-1676,0 0 1,0 0-1,0 0 0,0 0 1,0 0-1,0 1 1,0-1-1,0 0 0,0 0 1,0 0-1,0 0 1,0 0-1,0 0 0,0 0 1,0 0-1,0 0 1,0 0-1,0 0 1,0 0-1,0 1 0,0-1 1,0 0-1,0 0 1,0 0-1,1 0 0,-1 0 1,0 0-1,0 0 1,0 0-1,0 0 0,0 0 1,0 0-1,0 0 1,0 0-1,0 0 0,0 0 1,0 0-1,0 1 1,0-1-1,0 0 0,0 0 1,1 0-1,-1 0 1,0 0-1,0 0 1,0 0-1,0 0 0,0 0 1,0 0-1,0 0 1,0 0-1,0 0 0,0 0 1,0 0-1,0 0 1,1 0-1,-1 0 0,0-1 1,0 1-1,0 0 1,0 0-1,0 0 0,0 0-30,10 282-805,-4-230-4608,6 22 5413,-3-37-1867</inkml:trace>
  <inkml:trace contextRef="#ctx0" brushRef="#br0" timeOffset="456.29">342 204 15360,'-26'-43'8911,"26"42"-8761,0 0-1,-1 0 1,1 1 0,0-1-1,-1 0 1,1 0-1,0 0 1,0 0-1,0 0 1,0 0 0,0 0-1,0 0 1,0 0-1,0 0 1,0 1-1,0-1 1,0 0 0,1 0-1,-1 0 1,0 0-1,1-1-149,0 0 103,0 1 1,1-1-1,-1 0 0,1 0 0,-1 1 0,1-1 0,0 0 0,-1 1 1,2-1-104,6-4-65,0 1 1,0 0-1,1 1 1,0 0 64,-4 1 177,9-3-196,0 0-1,1 1 0,-1 1 0,1 0 0,0 1 0,1 1 0,-1 0 0,0 2 0,1-1 0,5 2 20,-9 1-3,0 0 1,0 0-1,0 1 1,0 1 0,0 0-1,-1 1 1,1 0-1,-1 1 1,-1 0-1,1 1 1,-1 0-1,8 8 3,-6-5-2,0 2 0,-1-1 0,-1 2 0,0-1-1,0 2 1,-2-1 0,0 1 0,5 10 2,-11-18 16,0 1 0,0-1 0,-1 1 0,1-1 0,-2 1 0,1 0 0,-1 0 0,0 0 0,0 0 0,-1 0 1,0 0-1,0-1 0,0 1 0,-1 0 0,0 0 0,-1 0 0,0 0 0,0-1 0,0 1 0,-1-1 0,0 1 0,0-1-16,0-1 26,-1 1 0,0-1-1,0-1 1,0 1 0,0-1-1,-1 1 1,0-1 0,0-1-1,0 1 1,0-1 0,-1 1-1,1-1 1,-1-1 0,0 1 0,0-1-1,-6 1-25,-9 2 122,-1 0 1,1-2-1,-1-1 0,-1-1-122,19 0 17,-19 1 81,0-2-1,-1 0 1,1-1 0,0-1-1,-1-2 1,1 0-1,-2-2-97,7 1 46,0 0-1,0-1 1,1-2 0,0 1-1,0-2 1,1 0-1,0-1 1,-10-9-46,20 15-65,1-1 0,-1 0 0,1 0 0,0-1 0,0 0 0,1 1 0,0-2 0,0 1 0,0 0 0,1-1 0,0 1 0,0-1 0,0 0 0,1 0 0,0 0 0,1-1 0,0 1 0,0 0 0,0 0 0,1-1 0,0 1-1,0 0 1,2-6 65,-1 5-339,1 0 0,0 0 0,1 1 0,0-1 0,0 1-1,1 0 1,0 0 0,0 0 0,0 0 0,5-5 339,27-25-1638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4.298"/>
    </inkml:context>
    <inkml:brush xml:id="br0">
      <inkml:brushProperty name="width" value="0.05" units="cm"/>
      <inkml:brushProperty name="height" value="0.05" units="cm"/>
      <inkml:brushProperty name="color" value="#008C3A"/>
    </inkml:brush>
    <inkml:brush xml:id="br1">
      <inkml:brushProperty name="width" value="0.05" units="cm"/>
      <inkml:brushProperty name="height" value="0.05" units="cm"/>
      <inkml:brushProperty name="color" value="#CC0066"/>
    </inkml:brush>
    <inkml:brush xml:id="br2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27 680 8064,'-26'3'5434,"25"-3"-3444,1 0-65,0 0-101,0 0-390,0 0-330,15-3 1147,2-3-1762,0 0 1,-1-1 0,0-1-1,0-1 1,12-8-490,-1 1 277,71-44 296,-1 1-245,23-6-328,118-44 164,-66 31-24,90-33-52,-68 31-42,-121 43-393,-57 29-772,-13 4-7964,-3 4 3734</inkml:trace>
  <inkml:trace contextRef="#ctx0" brushRef="#br0" timeOffset="1023.33">1689 288 9600,'0'-1'382,"-1"0"1,1 0-1,0 0 1,-1 0-1,1 0 1,0 0-1,0 0 1,0 0 0,0 0-1,0 0 1,0 0-1,0 0 1,0 0-1,0 0 1,0 0-1,0 0 1,1 0-1,-1 0 1,0 0-1,1 0 1,-1 0-1,1 0 1,-1 0 0,1 0-1,0 0 1,-1 1-1,1-1 1,0 0-1,0 0 1,-1 1-1,1-1 1,0 0-1,0 0-382,7-4 797,0 0 0,1 1 1,-1-1-1,8-1-797,13-7 427,-6 1-408,1 2-1,1 1 0,-1 1 1,1 1-1,1 1 0,-1 1 1,1 2-1,0 0 1,21 2-19,-38 0 44,-6 1-23,0 0 0,0 0 0,0 0 1,0 0-1,0 0 0,0 0 0,0 1 1,0 0-1,0-1 0,0 1 0,0 0 0,0 1 1,-1-1-1,3 2-21,-4-3 7,-1 1 1,0-1-1,1 1 1,-1-1-1,0 1 1,0 0-1,1-1 0,-1 1 1,0-1-1,0 1 1,0 0-1,0-1 1,0 1-1,0-1 0,0 1 1,0 0-1,0-1 1,0 1-1,0-1 1,-1 1-1,1-1 1,0 1-1,0 0 0,-1-1 1,1 1-1,0-1 1,0 1-1,-1-1 1,1 1-1,-1-1-7,-13 20 124,-5-2-71,0-1 0,-1 0 1,-21 13-54,11-9-59,20-13 31,-52 41-72,61-48 93,1-1 0,0 0 1,-1 0-1,1 1 0,0-1 0,-1 0 1,1 0-1,0 1 0,0-1 0,-1 0 1,1 1-1,0-1 0,0 1 0,0-1 0,-1 0 1,1 1-1,0-1 0,0 0 0,0 1 1,0-1-1,0 1 0,0-1 0,0 0 1,0 1-1,0-1 0,0 1 0,0-1 1,0 1 6,0-1-5,1 1 0,-1-1 0,1 0 0,-1 1 0,1-1 1,-1 1-1,0-1 0,1 0 0,0 1 0,-1-1 0,1 0 0,-1 0 1,1 1-1,-1-1 0,1 0 0,0 0 0,-1 0 5,32 4-31,-27-4 19,28 2-49,0 1 1,0 1-1,-1 2 0,0 1 0,23 9 61,-22-4-103,-1 2 0,0 1 103,-21-10-33,0 1 0,-1 1 0,0-1 0,0 2 0,-1-1 0,0 1 0,6 7 33,-13-13 2,0 0 1,-1 0 0,1 0-1,-1 0 1,1 0-1,-1 0 1,0 1-1,0-1 1,0 0-1,0 1 1,0-1 0,-1 1-1,1-1 1,-1 1-1,1-1 1,-1 1-1,0-1 1,0 1-1,0-1 1,-1 1 0,1-1-1,0 1 1,-1-1-1,0 1 1,1-1-1,-1 0 1,0 1-1,0-1 1,-1 0 0,1 1-1,0-1 1,-2 2-3,-2 1 20,0 0 0,0 0 0,-1 0 0,1 0 1,-1-1-1,0 0 0,0 0 0,-1 0 0,1-1 1,-1 0-1,-1 0-20,-39 12-531,0-3 1,0-1-1,-1-2 0,-13-2 531,47-5-511,0 0-273,0 0-1,0-2 0,-7 0 785,18 0-499,0 0-1,0 0 1,0-1 0,0 1-1,0-1 1,0 0-1,0 0 1,0 0 0,0 0-1,0 0 1,0-1 0,1 1-1,-1-1 1,1 0 0,-1 0-1,1 0 1,-2-2 499,-6-12-3477</inkml:trace>
  <inkml:trace contextRef="#ctx0" brushRef="#br0" timeOffset="1524.83">2535 312 13824,'-5'-3'5359,"7"2"-388,7 0-4966,26-7 383,-14 3-309,0 1-1,0 0 1,13 0-79,-5 3 0,0 1-1,-1 1 1,1 1 0,0 2-1,-1 0 1,0 2-1,11 5 1,-29-8 19,0 1 0,-1 1-1,1-1 1,-1 2 0,0-1-1,0 1 1,0 1-1,-1-1 1,6 8-19,-8-8 33,-1 0 1,0 0-1,-1 1 0,1 0 0,-1 0 1,-1 0-1,1 1 0,-1-1 0,-1 1 1,1 0-1,-1 0 0,0-1 1,0 9-34,-2-9 50,0-1 1,0 1-1,0-1 1,-1 1 0,0-1-1,0 0 1,-1 1-1,0-1 1,0 0 0,0 0-1,-1 0 1,0 0 0,0 0-1,0-1 1,-1 0-1,0 1 1,0-1 0,0 0-1,-3 1-50,-3 4 125,-1 0-1,0-1 1,-1 0-1,0-1 0,0 0 1,-1-1-1,1 0 1,-3-1-125,-15 6 340,0-1 0,-1-1 1,-1-2-1,1-1 0,-32 2-340,48-8 62,0 0 1,1-1-1,-1 0 0,1-1 0,-1-1 0,1 0 1,-1-1-1,1-1 0,-13-4-62,19 5-28,0 0 1,0-1-1,0 1 0,0-1 0,1-1 1,-1 0-1,1 0 0,0 0 1,1-1-1,-1 1 0,1-2 0,0 1 1,0-1-1,1 0 0,0 0 0,1 0 1,-1-1-1,1 0 0,1 0 0,-1-1 28,0-2-151,1 0 0,1 0 0,0 0 0,0 0 0,1-1-1,1 1 1,0-1 0,0 1 0,1-1 0,1-4 151,0 7-365,0 1 1,0-1 0,0 1-1,1 0 1,0 0-1,1 0 1,0 0 0,0 1-1,1-1 1,0 1-1,0 0 1,0 1 0,1-1-1,5-4 365,32-20-5738,2 5 1685</inkml:trace>
  <inkml:trace contextRef="#ctx0" brushRef="#br1" timeOffset="105296.7">1898 672 7680,'-1'0'414,"0"0"0,0 0 0,0 0 0,-1 0 0,1 0 1,0 0-1,0 1 0,0-1 0,0 0 0,0 1 0,0-1 0,0 1 1,1-1-1,-1 1 0,0-1 0,0 1 0,0 0 0,0 0 0,1-1 1,-1 1-1,0 0 0,1 0 0,-1 0 0,0 0 0,1 0 0,-1-1 0,1 1 1,-1 1-415,-7 10 4526,8-12-4476,0 0 0,0 0 0,0 0 0,0 0 0,0 0 0,0 0 0,0 0 0,0 0 0,0 0 0,0 0 0,0 0 0,0 0 0,0 0 0,0 0 0,-1 0 0,1 0 0,0 0 0,0 0 0,0 0 0,0 0 0,0 0 0,0 0 0,0 1 0,0-1 0,0 0 0,0 0 0,0 0 1,0 0-1,0 0 0,0 0 0,0 0 0,0 0 0,0 0 0,0 0 0,0 0 0,0 0 0,0 0 0,0 0 0,0 0 0,0 0 0,0 1 0,0-1 0,0 0 0,0 0 0,0 0 0,0 0 0,0 0 0,1 0 0,-1 0 0,0 0 0,0 0 0,0 0 0,0 0 0,0 0 0,0 0 0,0 0 0,0 0 0,0 0 0,0 0 0,0 0 0,0 0 0,0 0 0,0 0 0,0 0 0,0 0 0,0 0 0,0 0 0,1 0 0,-1 0 0,0 0-50,7 0 787,10-5-665,15-8 211,-2-2 0,16-10-333,-9 4 70,58-30-45,210-108 35,-203 111-49,2 5 0,7 3-11,206-63-320,-222 71-2666,-72 21-324,-14 2-5401,-5 4 4999</inkml:trace>
  <inkml:trace contextRef="#ctx0" brushRef="#br1" timeOffset="106290.94">3397 389 12800,'-6'-10'4314,"6"9"-3887,-1 0-1,1 1 0,-1-1 1,1 0-1,-1 0 0,1 0 1,-1 0-1,1 0 0,0 1 0,-1-1 1,1 0-1,0 0 0,0 0 1,0 0-1,0 0 0,0-1-426,6-19 3014,1 14-2955,0 0 0,0 0 0,1 0 0,0 1 1,0 0-1,0 1 0,1-1 0,0 2 1,0-1-1,0 1 0,1 1 0,0-1-59,7-1 31,1 1 0,-1 0 0,1 1 0,0 1 0,0 1-1,7 0-30,-22 1 17,0 0 0,1 0 0,-1 1 0,0-1 0,1 1 0,-1 0 0,0 0 0,0 0 0,1 0 0,1 1-17,-4-1 8,0 0-1,0 0 1,0-1 0,0 1-1,0 0 1,0 0-1,0 0 1,0 0-1,0 1 1,0-1-1,-1 0 1,1 0-1,0 0 1,-1 1-1,1-1 1,-1 0-1,1 1 1,-1-1 0,0 0-1,0 1 1,1-1-1,-1 0 1,0 1-1,0-1 1,0 1-1,-1-1 1,1 1-8,-1 7 12,-1-1 0,0 1 0,-1-1 1,0 0-1,0 1 0,-1-1 0,0-1 1,0 1-1,-1 0 0,-4 4-12,-10 13 57,-2-1 1,-7 6-58,21-23 13,-37 36 243,-27 19-256,61-54 16,-14 10 38,0-1 0,-1-2 0,-21 10-54,4-1-119,39-23 88,1 0-1,-1 1 1,1-1-1,-1 1 1,1 0-1,0 0 1,0 0-1,0 0 0,0 0 1,0 0-1,-1 1 32,4-2-16,0-1 0,0 0-1,0 0 1,0 1 0,-1-1-1,1 0 1,0 0 0,0 0-1,0 0 1,0 0 0,0 0-1,0 0 1,-1-1-1,1 1 1,1 0 16,107-11-432,-25 3-629,31-6-1917,-20 3-3360,-1-1-3482,-51 8 6386</inkml:trace>
  <inkml:trace contextRef="#ctx0" brushRef="#br1" timeOffset="106675.63">4024 522 14464,'-16'-22'7263,"15"21"-7087,1 0 1,0 1-1,-1-1 0,1 0 0,0 0 1,-1 0-1,1 0 0,0 0 0,0 0 1,0 0-1,0 0 0,0 0 0,0 0 0,0 1 1,0-1-1,0 0 0,0 0 0,0 0 1,1 0-1,-1 0 0,0 0 0,1 0 1,-1 0-177,8-10 63,1 0 1,0 0-1,0 1 1,1 0-1,0 1 0,1 0 1,0 1-1,0 0 1,1 0-1,0 1 1,0 1-1,1 0 1,0 1-1,0 0 1,0 1-1,0 0 1,1 1-1,0 1 1,-1 0-1,1 1 1,5 0-64,-9 2 22,0 0 0,-1 1 0,1 0 0,0 0 0,-1 1 0,1 0 0,-1 0 0,0 1 0,0 1 0,0-1 0,7 7-22,-11-8 19,0 1-1,-1-1 0,0 1 1,0 0-1,0 1 1,0-1-1,-1 0 1,1 1-1,-1 0 0,0 0 1,-1 0-1,1 0 1,-1 1-1,0-1 1,-1 0-1,1 1 0,-1 0 1,0-1-1,0 1 1,-1 0-1,1 1-18,-2 1 49,1 0-1,-1 0 1,-1-1 0,0 1-1,0-1 1,0 1 0,-1-1-1,0 0 1,0 0-1,-1 0 1,0 0 0,0 0-1,0-1 1,-1 0 0,0 0-1,0 0 1,-5 3-49,-8 5 91,0-1 1,-1-1-1,0 0 0,-1-2 1,0 0-1,-1-1 1,0-1-1,0-1 1,-1-1-1,0-1 0,0-1 1,0-1-1,0 0 1,-17-2-92,30-1-1,1 0 0,-1-1 0,0 0 0,1-1-1,-1 0 1,1 0 0,-1-1 0,1 0 0,-4-2 1,8 3-21,-1 0-1,1-1 0,0 0 0,0 1 1,1-1-1,-1-1 0,1 1 1,-1 0-1,1-1 0,0 0 1,1 0-1,-1 0 0,0 0 1,1 0-1,0 0 0,0-1 0,1 1 1,-1-2 21,-1-3-153,1-1 1,1 0 0,0 0-1,0 0 1,1 1 0,0-1-1,1 0 1,0 0-1,1 0 1,0 1 0,0-1-1,1 0 1,0 1 0,1 0-1,0 0 1,1-2 152,2-1-803,0 0 0,0 0 0,1 0 0,1 1 0,2-1 803,-2 2-1531,1 0-1,0 1 0,1 1 0,-1 0 0,4-2 1532,35-16-4138</inkml:trace>
  <inkml:trace contextRef="#ctx0" brushRef="#br2" timeOffset="-211051.46">3333 810 6656,'-2'-1'12755,"2"0"-5415,4-2-3762,8-4-6744,-6 5 5058,15-8-1629,151-70 391,40-18-867,-143 67 218,114-47 539,166-47-544,-283 107 26,-27 8-110,13-6 84,23-3-1248,-71 18-745,-4 2-6262,-1 1 4226,0 5-72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2.2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 4590 6272,'-1'0'78,"1"0"1,0 0 0,0 0-1,-1 0 1,1-1 0,0 1-1,0 0 1,-1 0-1,1 0 1,0 0 0,0 0-1,-1 0 1,1-1 0,0 1-1,0 0 1,0 0 0,-1 0-1,1-1 1,0 1-1,0 0 1,0 0 0,0 0-1,-1-1 1,1 1 0,0 0-1,0 0 1,0-1 0,0 1-1,0 0 1,0-1-1,0 1 1,0 0 0,0 0-1,0-1-78,7-5 1705,5-2-1182,-7 3-157,-1 1 201,1-1 0,-1 1 1,1 0-1,0 0 0,0 0 1,0 0-1,1 1 0,-1 0 1,6-1-568,105-39 1660,-12 6-419,7-9-1241,-63 23 278,16-7 223,3 3-501,174-71 266,-175 72 113,54-31-379,60-44 485,-133 74-410,106-52 276,77-24-351,-48 22 614,-11 6-335,-56 27-168,99-59-111,-171 82 16,215-131-6,-160 98 187,1 5-1,19-3-196,40-21 653,90-38-535,-109 53-252,53-37 134,-34 3 71,-49 28 210,39-14-281,156-53 194,-232 105-202,135-56 53,214-96 17,-176 54-41,53-26 102,-246 130-90,315-136 313,-51 28-240,37-34-106,84-44 8,-410 197-5,233-98 503,64-9-506,-147 55 102,184-78-70,-210 74 27,46-34-59,-100 52 149,2 4 0,2 4 1,34-6-150,139-50 70,-24 8-18,1-7 51,-152 58-78,-45 20-414,-52 20-528,-1 2-1014,3 7-1248,4 3-2596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3.68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5 101 7296,'0'-1'207,"-1"0"0,0 0 0,1 0 0,-1 0 0,1 0 1,0 0-1,-1 0 0,1-1 0,0 1 0,0 0 0,-1 0 0,1 0 1,0 0-1,0 0 0,0-1 0,0 1 0,1 0 0,-1 0 0,0 0 0,0 0 1,1-1-208,0-1 248,0 1 1,1-1 0,-1 0-1,1 1 1,-1 0 0,1-1 0,0 1-1,0 0 1,0-1-249,4-2 467,-1 1 0,0-1-1,1 1 1,0 0 0,0 1 0,0-1-1,6-2-466,1 3 457,-1 0-1,1 1 0,0 0 1,-1 1-1,1 1 0,11 0-456,17-1 590,59-2 254,1 3-1,33 8-843,200 31 751,104 27 785,-105-28-905,-181-24-249,53 6 242,87-8-624,73 1 435,-2 0-97,-141-12-105,413-11 116,344-67 109,-865 71-465,42 7 7,-44 0 7,18-9-23,-111 8-608,0-2 1,-1 0-1,1-1 0,-1 0 1,11-5 623,-13 3-3705,0-1-1,0 0 1,12-8 3705,7-6-5173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0:56.7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39 6272,'1'-1'267,"0"0"1,0 0 0,0-1-1,0 1 1,0 0-1,1 0 1,-1 0 0,0 0-1,1 0 1,-1 1-1,0-1 1,1 0 0,-1 1-1,1-1 1,-1 1-1,2-1-267,28-3 1591,-20 3-850,40-8 923,-41 6-1218,-1 1 0,1 1 0,-1-1 0,1 1 0,0 1 0,-1 0 0,1 0 0,0 1 0,-1 0 0,1 1 0,0 0-446,-3 0 338,2 0-35,-1 1 1,0 0 0,-1 0 0,1 0 0,0 1 0,-1 0 0,0 0-1,0 1 1,3 3-304,12 9 783,15 10-783,-15-12 377,-1 1-1,0 2-376,11 8 477,2-2-1,0 0 0,14 5-476,-4-3 342,39 32-342,-8 1 126,132 112 639,-144-111-649,-19-17-38,2-2 1,2-2 0,14 7-79,58 24 320,-69-42-208,-1 2-1,15 14-111,12 19 155,-4 4 0,60 69-155,-102-106 56,0-1 1,2-1-1,24 14-56,111 67 236,-42-30-156,-19-5 157,-4 5 1,75 74-238,-13-9 295,8-6-295,-130-105 9,175 123 307,-122-92-162,-4 4 0,3 9-154,1 15 11,-87-84-6,17 17 162,26 17-167,2 2 131,110 93 120,-109-99-223,30 14-28,-12-8 47,-37-21 31,-2 2 0,-1 1 0,16 17-78,38 45 191,27 42-191,-89-101-36,13 17 35,-8-10 34,12 11-33,-7-14 173,2-1 1,36 25-174,-61-49-5,3 3 26,-1-1 0,5 1-21,-11-6 9,-1 0 1,0 0-1,4 4-9,10 7 25,-4-2-37,-1 0 0,0 0-1,3 5 13,9 9-5,7 12-149,-7-7-215,-27-32 315,-1-1 0,0 0 0,1 0 1,-1 0-1,0 0 0,1 1 0,-1-1 0,0 0 0,1 0 0,-1 0 1,0 0-1,1 0 0,-1 0 0,0 0 0,1 0 0,-1 0 0,0 0 1,1 0-1,-1 0 0,0 0 0,1 0 0,-1 0 0,0-1 0,1 1 1,-1 0-1,0 0 0,1 0 0,-1 0 0,0-1 0,0 1 0,1 0 0,-1 0 1,0-1 53,8-7-959,-5 0 27,1-1 0,-1 0-1,-1 1 1,1-1 0,-2-1 0,1 1-1,-1 0 1,-1 0 0,1-1 0,-2-6 932,-2-22-6021,-4-11 6021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1:03.2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39 167 6528,'-35'-28'3738,"34"28"-3647,1-1 1,-1 0-1,1 0 0,0 1 0,-1-1 0,1 0 0,0 0 0,0 1 0,-1-1 1,1 0-1,0 0 0,0 1 0,0-1 0,0 0 0,0 0 0,0 0 0,0 1 1,0-1-1,1 0 0,-1 0 0,0 0 0,0 1 0,1-1 0,-1 0 1,0 1-1,1-1 0,-1 0 0,1 1 0,-1-1 0,1 0 0,-1 1 0,1-1 1,0 0-92,0-1 209,1 1 1,0-1 0,0 1-1,0-1 1,-1 1 0,1 0-1,0-1 1,1 1 0,-1 0-1,1 0-209,5-1 285,0 1 1,0 1-1,0 0 0,1 0 0,-1 0 0,0 1-285,18 0 529,279-9 2788,-173 5-2259,3 6-1058,-8 0 884,24-6-884,423-18 1461,33 13-160,-329-1-906,-234 7-278,237 1 385,-26 1-161,-105-11-136,-60 3 48,13 4-253,302 4 566,-205-9-476,-56 11-20,34 8-70,-109-4 142,0-3 0,0-4 0,49-6-142,-77 4 144,26 2-144,-64 1-86,0 0-1,-1 0 0,1-1 1,0 1-1,0 0 0,-1-1 1,1 0-1,0 0 0,-1 0 1,1 0-1,-1 0 0,2-1 87,-4 2-84,0 0 0,0-1 0,0 1-1,0 0 1,0-1 0,0 1 0,0 0-1,0-1 1,0 1 0,-1 0 0,1 0-1,0-1 1,0 1 0,0 0 0,0 0-1,-1-1 1,1 1 0,0 0 0,0 0-1,0-1 1,-1 1 0,1 0 0,0 0-1,0 0 1,-1-1 0,1 1 0,0 0-1,0 0 1,-1 0 0,1 0 0,0 0-1,-1 0 1,1 0 0,0 0 0,-1 0-1,1 0 1,0 0 0,-1 0 84,-15-5-3236,-10 0-2827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4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240 101 8448,'0'0'16,"-10"-18"4502,9 18-4048,0-1 0,1 0 0,0 0 0,-1 0 1,1 0-1,0 0 0,-1 0 0,1 0 1,0 0-1,0 0 0,0 0 0,0 0 0,0 0 1,0 0-1,0 0 0,0 0 0,0-1-470,-16 46 1360,2 0 0,1 2-1360,-13 41 342,-103 286 479,101-277-256,78-216-159,-21 26-324,1-17-82,6-24-120,-27 108 89,13-47 15,3 1-1,7-6 17,-31 75 17,1-1 1,1 1-1,-1 0 0,1 0 0,-1 0 1,1 1-1,0-1 0,1 1-17,-4 2 13,1 0 0,0 1 0,-1-1 0,1 1 0,0-1 0,0 1 0,0-1 0,-1 1 0,1 0 0,0-1 0,0 1 0,0 0 0,0 0 0,0 0 1,0 0-1,-1 0 0,1 0 0,1 0-13,-1 0 16,1 0 0,-1 1 0,0-1 0,0 1 0,0 0 0,1-1 0,-1 1 0,0 0 0,0 0 0,0-1 0,0 1 0,0 0 0,0 0 0,-1 0 0,1 0 0,0 0 1,0 1-17,6 10 45,-1 0 0,0 1 1,0 0-1,-2 0 1,0 1-1,2 9-45,0-1 32,96 287 479,-18-57-3721,-80-240 2157,4 16-2193,-7-27 2978,-1 0 0,0 0 0,0 0 0,0 0 0,0 0 0,0 1 0,0-1-1,-1 0 1,1 0 0,0 0 0,0 0 0,-1 0 0,1 0 0,-1 0 0,1 0 0,-1 0-1,1 0 1,-1 0 0,0 0 0,1 0 0,-1-1 0,0 1 268,-8 1-4624,1-5 1547</inkml:trace>
  <inkml:trace contextRef="#ctx0" brushRef="#br0" timeOffset="348.04">168 481 10880,'-22'-4'3594,"22"3"-3550,-1 1 1,1 0-1,0 0 0,0 0 0,0 0 1,0 0-1,-1 0 0,1 0 0,0 0 1,0 0-1,0 0 0,-1 0 0,1 0 1,0 0-1,0 0 0,0 0 0,0 0 1,-1 0-1,1 0 0,0 0 0,0 0 1,0 0-1,-1 0 0,1 0 0,0 0 1,0 0-1,0 0 0,0 1 0,0-1 1,-1 0-1,1 0 0,0 0 0,0 0 1,0 0-1,0 0 0,0 1 0,0-1-43,-2 1 475,1 0-31,0 0 0,0 0-1,0 1 1,0-1 0,0 0 0,0 1 0,0-1 0,0 0-1,0 2-444,1-3 166,0 0 0,0 0 0,0 1 0,0-1 0,0 0 0,0 1 0,0-1 0,0 0 0,0 1-1,0-1 1,0 0 0,0 0 0,0 1 0,0-1 0,1 0 0,-1 1 0,0-1 0,0 0 0,0 0 0,1 1-1,-1-1 1,0 0 0,0 0 0,0 0 0,1 1 0,-1-1 0,0 0 0,1 0-166,0 0 61,1 1 0,-1-1 0,1 0 0,-1 0 0,1 0 0,0 0 0,-1 0 0,1 0 0,-1 0 0,1-1 1,-1 1-62,65-10 79,-2 1-2812,1-3 0,56-18 2733,26-16-11536,-114 36 8406</inkml:trace>
  <inkml:trace contextRef="#ctx0" brushRef="#br0" timeOffset="680.22">787 116 12544,'-31'-23'7450,"31"23"-7341,-1 0 0,1-1-1,0 1 1,0 0 0,0 0 0,-1 0 0,1-1-1,0 1 1,0 0 0,-1 0 0,1 0-1,0 0 1,0 0 0,-1 0 0,1 0 0,0 0-1,0-1 1,-1 1 0,1 0 0,0 0 0,-1 0-1,1 0 1,0 0 0,0 0 0,-1 1-1,1-1 1,0 0 0,-1 0 0,1 0 0,0 0-109,-7 1 1648,7 30-400,-3 7-1108,3 1 1,0-1-1,3 0 1,2 10-141,31 151-1239,-16-124-1490,5-5-3657,-19-59 1746,2-2 1462</inkml:trace>
  <inkml:trace contextRef="#ctx0" brushRef="#br0" timeOffset="1037.83">673 176 13312,'-36'-31'7567,"36"31"-7434,0-1-1,0 1 0,0 0 1,0 0-1,0-1 0,0 1 1,0 0-1,1-1 0,-1 1 1,0 0-1,0-1 0,0 1 1,0 0-1,1 0 0,-1-1 1,0 1-1,0 0 0,1 0 1,-1 0-1,0-1 0,0 1 1,1 0-1,-1 0 0,0 0 1,1 0-1,-1 0 0,0-1 1,0 1-1,1 0 0,-1 0 1,1 0-133,20-10 779,24-8-1154,-27 12 364,1 1 0,0 1-1,0 1 1,1 1 0,-1 0 0,0 1-1,1 1 1,-1 1 0,1 1 0,1 1 11,-13-2 18,0 1 0,0 0 0,0 0-1,0 1 1,0 0 0,-1 0 0,1 1 0,-1 0 0,0 0 0,0 1 0,0 0-1,-1 0 1,1 1 0,-1-1 0,-1 1 0,1 1 0,-1-1 0,0 1 0,-1 0 0,1 0-1,-1 0 1,-1 0 0,1 1 0,-1 0 0,-1 0 0,1 0 0,-1 0 0,-1 0-1,0 0 1,0 0 0,0 1 0,-1-1 0,0 0 0,-1 4-18,-1 2 14,-1 0-1,0-1 1,-1 1 0,-1-1 0,0 0 0,-1 0-1,0-1 1,-1 1 0,-2 1-14,-16 23-621,-2-1 1,-7 5 620,28-33-195,-4 3-1602,-1 0-1,0-1 1,-10 6 1797,18-12-555,2-4 363,1 1-1,0-1 1,-1 1 0,1-1-1,0 0 1,-1 1 0,1-1 0,-1 1-1,1-1 1,-1 0 0,1 1 0,-1-1-1,1 0 1,-1 0 0,1 1 0,-1-1-1,1 0 1,-1 0 0,0 0-1,1 0 1,-1 0 0,1 1 0,-1-1-1,1 0 1,-1 0 0,0-1 0,1 1-1,-1 0 1,1 0 0,-1 0 0,1 0-1,-1 0 1,0-1 0,1 1 0,-1 0-1,1 0 1,-1-1 192,-3-7-3381</inkml:trace>
  <inkml:trace contextRef="#ctx0" brushRef="#br0" timeOffset="1388.29">1278 176 14848,'-8'13'8757,"8"-10"-8448,-1-1-1,1 1 1,0-1-1,0 1 1,0-1-1,0 1 1,0 1-309,1 12 341,0 28-287,2 0 1,2 0-1,1-1 0,3 0 1,8 25-55,-12-54-31,0 0 0,0 0 0,2-1 0,-1 0-1,2 0 1,0 0 0,0-1 0,1 0 0,7 6 31,-10-12-333,0 0 0,0-1 0,0 0 0,1 0 0,0-1 0,0 0 0,0 0 0,4 1 333,-5-3-658,-1 0-1,1 0 0,0-1 0,0 0 0,0 0 0,0 0 0,0-1 0,0 1 0,0-2 0,0 1 0,6-2 659,11-4-4970,0 2 1594</inkml:trace>
  <inkml:trace contextRef="#ctx0" brushRef="#br0" timeOffset="1389.29">1319 550 14720,'-32'11'5439,"32"-11"-4223,-9 9 288,4-9-32,10 0-960,-5 0-32,9 0-320,6-5-32,2 5-64,1-7-320,6 2 128,-2-7-1280,1 4 768,-1-7-2816,7 1 1920,-12-1-5087,1 2 3711</inkml:trace>
  <inkml:trace contextRef="#ctx0" brushRef="#br0" timeOffset="1742.44">1251 351 13312,'-19'-9'6095,"19"9"-5989,0 0 0,0 0-1,0 0 1,-1-1 0,1 1-1,0 0 1,0 0 0,0 0-1,0 0 1,0-1 0,0 1-1,-1 0 1,1 0 0,0 0-1,0-1 1,0 1 0,0 0-1,0 0 1,0 0 0,0-1-1,0 1 1,0 0 0,0 0-1,0-1 1,0 1 0,0 0-1,0 0 1,0 0 0,1-1-1,-1 1 1,0 0 0,0 0-1,0 0 1,0-1 0,0 1-1,0 0 1,0 0 0,1 0-1,-1 0 1,0-1-106,11-9 1387,16-7-1027,35-13-162,-24 13-263,-2 0-1111,0 2 0,13-2 1176,-20 9-9221,25-5 9221,-22 8-3669</inkml:trace>
  <inkml:trace contextRef="#ctx0" brushRef="#br0" timeOffset="2460.43">2170 161 12032,'-13'-35'7493,"9"19"-2246,3 13-4910,0 0 0,0-1 0,0 1-1,0 0 1,0 0 0,0-1 0,-2 0-337,2 1 68,-1 1 0,0 0 0,1-1 1,-1 1-1,0 0 0,0 0 0,0 0 0,0 1 1,-1-1-1,1 0 0,-1 1 0,1 0 0,-1-1 0,1 1 1,-1 0-1,1 0 0,-1 0 0,0 1 0,0-1 1,1 1-1,-1-1 0,0 1 0,0 0 0,0 0 1,1 0-1,-1 1 0,0-1 0,0 1 0,0 0-68,-4 0-6,0 1 0,1 1 0,0-1 0,-1 1 0,1 0 0,0 1-1,1-1 1,-1 1 0,1 1 0,-1-1 0,1 1 0,-1 1 6,-11 13-68,2 1-1,0 0 1,2 1 0,-7 12 68,2 1-45,2 1 0,-8 24 45,19-43-14,0 0 0,1-1 0,0 2 0,2-1 1,-1 0-1,2 1 0,1 1 14,0-10-2,0 1-1,1-1 1,0 0 0,1 1 0,-1-1 0,2 0-1,-1 0 1,1 0 0,1 0 0,-1-1 0,1 1 0,0-1-1,1 0 1,4 5 2,-4-6 4,1 0 0,0 0-1,0 0 1,0-1 0,1 1 0,-1-2-1,1 1 1,1-1 0,-1 0 0,0 0-1,1-1 1,0 0 0,0-1 0,0 0-1,0 0 1,0 0 0,0-1 0,1 0-1,-1-1 1,0 0 0,0 0 0,1-1-1,-1 0 1,0 0 0,0-1 0,0 0-1,2-1-3,-7 2 5,0 0-1,-1 0 0,0 0 0,1-1 0,-1 1 0,0-1 0,1 1 0,-1-1 0,0 0 0,0 0 0,0 0 0,0 0 1,-1 0-1,1 0 0,-1 0 0,1-1 0,-1 1 0,1-1-4,-1-2-1,1 0 1,-1 0-1,1-1 1,-2 1-1,1 0 1,0-1-1,-1 1 1,0-4 0,-4 2-91,4 7 89,0 0 1,0 0 0,0 0 0,0 0-1,-1 0 1,1 0 0,0 0 0,0 0 0,0 0-1,0 0 1,0-1 0,0 1 0,0 0 0,-1 0-1,1 0 1,0 0 0,0 0 0,0 0 0,0 0-1,0 0 1,0 0 0,0 1 0,0-1 0,-1 0-1,1 0 1,0 0 0,0 0 0,0 0 0,0 0-1,0 0 1,0 0 0,0 0 0,0 0 0,0 0-1,-1 0 1,1 0 0,0 0 0,0 1 0,0-1-1,0 0 1,0 0 0,0 0 0,0 0 0,0 0-1,0 0 1,0 0 0,0 0 0,0 1 0,0-1-1,0 0 1,0 0 0,0 0 0,0 0 0,0 0-1,0 0 1,0 0 0,0 1 0,0-1 0,0 0-1,0 0 1,0 0 0,0 0 0,0 0 0,0 0-1,0 0 1,0 1 1,1 6-107,0 0 0,0 0 0,1 0-1,0 0 1,0 0 0,0 0 0,1 0 0,0 0 0,1-1-1,-1 1 1,2-1 107,22 33-3855,2-7-4892,-16-17 4801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48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94 397 8704,'-12'0'5404,"8"0"-2145,6 0-867,-1 0-264,-1 0-762,6 5 1359,6-4-2422,-1 0-1,0 0 1,1 2-303,-3-1-63,0-1 0,0 0-1,0 0 1,0-1 0,7 0 63,1-2-1405,0-1-1,0 0 1,1-2 1405,14-8-4848,-28 10 3425,0 1-1,0-1 1,0 0-1,-1 0 1,1-1-1,0 1 1424,6-6-3045</inkml:trace>
  <inkml:trace contextRef="#ctx0" brushRef="#br0" timeOffset="370.73">41 227 13696,'-41'-3'7999,"84"1"-3666,45-2-6735,12-6-7848,-58 5 6602</inkml:trace>
  <inkml:trace contextRef="#ctx0" brushRef="#br0" timeOffset="1161.78">650 69 12416,'-6'-1'841,"0"1"866,0-1 0,0 0 0,0 0 0,-3-2-1707,5 0 3563,6-5-1473,-1 7-2074,0-1 11,0 0 1,0 1-1,1-1 0,-1 1 1,0 0-1,1-1 1,-1 1-1,1 0 0,-1 0 1,1 0-1,0 0 1,-1 0-1,1 0 0,1 0-27,30-10 67,-26 9-58,7-3-42,1 2 1,-1-1 0,1 2 0,0 0 0,7 1 32,-15 1 14,0 0 1,0 0-1,1 1 0,-1 0 0,0 0 1,0 1-1,0 0 0,-1 0 0,1 0 1,0 1-1,-1 0 0,3 2-14,-7-4 18,0 1 0,0-1-1,0 1 1,-1-1 0,1 1 0,0 0-1,-1 0 1,1-1 0,-1 1-1,1 1 1,-1-1 0,0 0 0,0 0-1,0 0 1,0 0 0,0 1-1,-1-1 1,1 1 0,-1 1-18,1 3 45,-1-1 0,0 1 1,0-1-1,-1 1 0,0 0 0,-1 2-45,-1 5 19,-1-1 0,0 0 0,0 0 0,-2-1 0,1 1 0,-2-1 0,1 0 1,-2-1-1,0 0 0,-8 10-19,-11 7 20,0-1 1,-2-1 0,-6 2-21,10-7 25,8-6-40,-1-1 0,-1-1 1,0 0-1,-17 7 15,31-18-35,1 0-1,-1 1 1,1-1 0,0 1-1,0 0 1,0 0 0,0 0-1,-2 3 36,6-5-6,0-1 0,-1 0 0,1 0 0,0 1 0,0-1-1,0 0 1,0 0 0,0 1 0,0-1 0,0 0 0,0 0 0,0 1-1,0-1 1,1 0 0,-1 0 0,0 1 0,0-1 0,0 0 0,0 0-1,0 1 1,0-1 0,0 0 0,1 0 0,-1 0 0,0 1 0,0-1-1,0 0 1,1 0 0,-1 0 0,0 0 0,0 1 0,0-1 0,1 0 0,-1 0-1,0 0 1,0 0 0,1 0 0,-1 0 0,0 0 0,0 0 0,1 0-1,-1 1 7,13 3-67,-13-4 62,37 6-59,27 3 64,2-1-91,-28-3-905,0-1 0,3-2 996,-10-2-4141,16-2 4141,-35 0-1561,0 0 0,0-1 0,0 0-1,0 0 1,0-2 0,-1 1 0,0-2 0,3-1 1561,-5 2-771,0-1 0,0 0 0,-1 0-1,0 0 1,4-5 771,-8 6 1105,0 1 0,0-1-1,-1 0 1,1 0 0,1-3-1105,-4 3 1168,1 0 0,-1 0 0,0 1 1,0-1-1,0 0 0,-1 0 0,0 0 1,0 0-1,0 0 0,0 0 0,-1-2-1168,0-11 2035,-1-14-407,2 25-1494,-1-1 0,1 1-1,0 0 1,1 0 0,-1 0 0,1-1-1,1 1 1,0-1-134,1 0 27,0 0 1,0-1-1,1 1 0,0 0 0,1 1 0,0-1 1,0 1-1,6-6-27,2-2 2,2 2 0,0-1 0,10-6-2,-19 15 12,2 1 0,-1-1 0,0 1 0,1 1 0,0-1 0,0 1-1,0 1 1,0 0 0,0 0 0,1 0 0,-1 1 0,1 0 0,-1 0 0,2 1-12,-3 0 37,0 1 0,0 0 1,-1 0-1,1 0 0,0 0 0,0 1 1,0 1-1,-1-1 0,0 1 0,1 0 1,-1 0-1,0 1 0,0-1 0,0 2 1,-1-1-1,0 0 0,3 4-37,1 2 68,1 0-1,-2 1 1,0 0-1,0 1 1,-1 0 0,0 0-1,-1 1 1,-1-1-1,0 1 1,0 2-68,-3-7 46,0 0 0,-1 0 0,0 0-1,0 0 1,-1 0 0,0 0 0,0 0 0,-1 1 0,0-1 0,0 0 0,-1 0 0,0-1-1,-1 1 1,0 0 0,0-1 0,0 1 0,-4 4-46,2-4 32,-1 1-1,0-1 0,-1 0 1,0-1-1,0 1 1,-1-1-1,-7 5-31,-4 2 98,-1-1 0,-15 6-98,16-9 5,-1 0 0,-1-2 0,1 0 0,-1-1 0,-22 3-5,32-7-59,-1-2 1,0 1-1,0-2 1,1 1-1,-1-2 1,0 1-1,0-2 1,0 0-1,1 0 1,-1-1-1,-5-2 59,13 3-125,-1 0 0,1 0-1,0 0 1,1 0 0,-1-1 0,0 0-1,1 1 1,-1-1 0,1-1-1,0 1 1,0 0 0,0-1-1,1 1 1,-1-1 0,1 0-1,0 0 1,0 0 0,0 0-1,0 0 1,1-1 0,0 1-1,0 0 1,0-1 0,0 1-1,1-4 127,-1-5-1161,1 1 0,0 0 0,1 0 1,1 0-1,0-1 0,0 2 1,1-1-1,4-8 1160,15-29-4202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1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1079 7424,'-4'0'2142,"-2"0"1905,6 0-4016,0 0-1,0 0 1,0 0-1,-1 0 1,1 0-1,0 0 1,0 0-1,0 0 1,0 0-1,0 0 1,0 0-1,0 0 1,0 0-1,0 0 1,0 0-1,0 0 1,0 0-1,0 1 1,0-1-1,0 0 1,0 0-1,0 0 1,0 0 0,0 0-1,0 0 1,0 0-1,0 0 1,0 0-1,0 0 1,0 0-1,0 0 1,0 0-1,0 1 1,0-1-1,0 0 1,0 0-1,0 0 1,0 0-1,0 0 1,0 0-1,0 0 1,0 0-1,0 0 1,0 0-1,0 0 1,0 0-1,1 0 1,-1 0-1,0 0 1,0 0-1,0 0 1,0 0-1,0 1 1,0-1-1,0 0 1,0 0-1,0 0 1,0 0-1,0 0 1,0 0-1,0 0 1,0 0-1,1 0 1,-1 0-1,0 0 1,0 0-1,0 0 1,0 0-1,0 0 1,0-1-31,0 1 66,0 1 1,0-1-1,0 0 1,0 0-1,0 0 0,0 0 1,0 0-1,0 0 1,0 0-1,0 0 0,1 0 1,-1 0-1,0 0 1,0 0-1,0 0 0,0 0 1,0 0-1,0 0 1,0 0-1,0 0 1,0 0-1,0 0 0,0 0 1,0 0-1,0 0 1,0 1-1,0-1 0,0 0 1,0 0-1,0 0 1,0 0-1,0 0 1,0 0-1,0 0 0,0 0 1,0 0-1,0 0 1,0 0-1,0 0 0,-1 0 1,1 0-1,0 0 1,0 0-1,0 0 0,0 0 1,0 0-1,0 0 1,0 0-1,0 0 1,0 1-1,0-1 0,0 0 1,0 0-1,0 0 1,0 0-1,0 0 0,0 0 1,0 0-1,0 0 1,0 0-1,0 0 1,0 0-1,-1 0 0,1 0 1,0 0-1,0 0 1,0 0-1,0 0 0,0 0 1,0 0-67,-7 1 2736,-8-1-479,23 0-1959,0-1 0,0-1 1,0 0-1,0 0 0,0 0 0,-1-1 0,1 0 0,6-4-298,13-8 202,21-15-202,55-43 312,22-26-312,-32 23 178,43-22-178,56-33 139,8-5 138,-159 109-134,-1-3-1,-1-1 0,29-31-142,-60 52-392,1-1 0,-1 0 0,-1-1 392,-3 6-893,1-6-3234,-5 4-1752,0 4 2685,0 3-800</inkml:trace>
  <inkml:trace contextRef="#ctx0" brushRef="#br0" timeOffset="755.85">1568 224 8576,'-1'0'364,"1"-1"-1,-1 1 1,1-1 0,0 0 0,-1 1 0,1-1 0,0 1 0,-1-1-1,1 0 1,0 1 0,0-1 0,0 1 0,-1-1 0,1 0 0,0 1-1,0-1 1,0 0 0,0 1 0,0-1 0,0 0 0,1 1 0,-1-1-1,0 0 1,0 1 0,0-1 0,1 0 0,-1 1 0,0-1 0,0 1 0,1-1-364,12-20 4059,15-10-2987,2 2 0,24-20-1072,-40 38 25,1 1-1,0 0 1,1 1-1,0 1 0,0 0 1,6-1-25,-16 7 13,0 0 0,-1 1 1,1-1-1,0 1 1,0 0-1,0 1 0,0 0 1,0 0-1,0 0 0,-1 0 1,1 1-1,0 0 0,0 0 1,0 1-1,-1 0 0,1 0 1,-1 0-1,1 0 0,-1 1 1,0 0-1,1 1-13,0 0 59,-1 1 0,0-1 1,0 1-1,-1 0 0,1 0 1,-1 1-1,0-1 0,-1 1 0,1 0 1,-1 0-1,0 0 0,-1 0 1,1 1-1,-1-1 0,0 1 0,-1-1 1,0 1-1,0 0 0,0-1 0,-1 1 1,0 0-1,0 0 0,-1 0 1,0-1-1,0 1 0,-2 6-59,-1-5 43,0 0 0,0 1 0,-1-1-1,0-1 1,0 1 0,-1-1 0,1 0 0,-2 0-1,1-1 1,-1 1 0,0-2 0,-1 1 0,1-1-1,-1 0 1,0 0 0,0-1 0,-6 2-43,-12 4 52,-1 0-1,-1-2 1,1-1 0,-1-1 0,-5-1-52,9-2 0,0 0 0,0-2 0,0-1 0,-18-2 0,39 2-25,0-1 0,0 1 0,0-1 1,0 1-1,0-1 0,1 0 0,-1 0 1,0-1-1,0 1 0,1 0 0,-1-1 0,1 0 1,-1 1-1,1-1 0,0 0 0,-1 0 0,0-2 25,2 2-101,-1 0 0,1 0 0,0 0 0,0 0 0,0 0 0,0 0 0,0 0 0,0-1 0,0 1 0,1 0-1,-1-1 1,1 1 0,0 0 0,-1-1 0,1 1 0,0 0 0,1-1 0,-1 1 0,0 0 0,1-1 0,-1 1 0,1 0-1,0-1 1,-1 1 0,1 0 0,0 0 0,2-2 101,2-6-1209,1 0 1,0 1-1,1-1 0,0 1 0,1 0 1209,9-9-2328,0 1-1,1 1 0,1 0 0,1 1 2329,-6 5-1218,53-41-2840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15.66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3 448 6144,'-3'-2'7065,"4"4"-2780,9 4-1475,-6-4-2719,-1-1-1,1 1 1,-1-1-1,1 0 1,0 1-1,0-2 1,0 1-91,42-2 2016,18-5-2016,-53 4 43,15 1 429,23 1-472,19-1 568,95-17-19,-54 13-234,15-2-22,-115 5-267,16-1 13,1 1 0,-1 1 1,11 1-40,-6 1 16,1-2 1,-1-1 0,7-1-17,23-3 137,58-3 43,46-2-99,-71 4 215,0-5-296,81-6 216,-37 6-275,-31 7 59,97-4 0,-44 5 0,2-5 99,-134 7-96,518-49 509,-373 32-605,29-2 266,123-1-99,-169 7-10,-18 0-5,35 8 53,-43 1 256,3-5-368,229-12 125,-341 22-106,392-23 130,-58 11-150,-58 5 13,-275 6 15,66-2-60,33 3 33,96 0 162,-74-2-73,-74 0 39,30-6-128,35-2 101,132 5 97,-162 5-150,13-5-48,-85 0 16,-24 4-11,0 0 0,0 1 1,1 0-1,4 0-5,120-3 0,-50 1 0,-61 1 43,0 2 1,19 1-44,1 0 36,318-1 193,-359 0-277,0 0-277,0 0-155,0 0-784,0 0-256,2 0-3099,0 0 3650,1 1-6125,6 2 3094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8.09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 3326 7040,'0'0'148,"0"0"0,0 0 0,0 0 0,-1 0 0,1 0 0,0 0 1,0 0-1,0 0 0,-1 0 0,1 0 0,0 0 0,0-1 0,0 1 0,-1 0 0,1 0 0,0 0 1,0 0-1,0 0 0,0 0 0,-1 0 0,1-1 0,0 1 0,0 0 0,0 0 0,0 0 0,0 0 1,0-1-1,0 1 0,-1 0 0,1 0 0,0 0 0,0-1 0,0 1 0,0 0 0,0 0 0,0 0 1,0-1-1,0 1 0,0 0 0,0 0 0,0 0 0,0-1-148,5-12 2513,-3 8-2116,1 1-1,0-1 0,0 1 0,0 0 0,1 0-396,1-3 512,1-1 0,-2 1 0,1-1 0,-1 0 0,3-7-512,0 1 475,38-81 2762,23-73-3237,-51 129 441,1 0 1,12-17-442,-18 33 114,55-92 380,7-12-81,60-117 482,-75 145-350,31-35-545,-73 111 47,6-9 55,0-1-1,9-22-101,16-36 104,69-124 175,-85 164-229,1 1 0,3 2 1,8-5-51,80-78 156,-51 55 290,17-26-446,102-148 54,-132 183 164,56-49-218,-77 82 46,2 2 0,13-7-46,27-20 68,-28 13 158,8-11-226,-52 48-2,17-19-20,-1-1-1,3-5 23,15-20-56,8-9 56,39-63 0,-67 94-16,-19 27-179,3-4-482,-5 3-3485,8 0-4345,0 1 3142,7-4 1504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49.70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1 163 6656,'0'-10'5834,"-1"10"-4295,1-4 1311,1 0-308,2 6-1926,-3-2-532,1 0 0,0 0 0,-1 1 0,1-1 1,0 0-1,-1 0 0,1 0 0,0 0 0,-1 0 1,1 0-1,0 0 0,-1 0 0,1 0 0,0 0 1,-1 0-1,1 0 0,0-1 0,-1 1 0,1 0 1,0 0-1,-1-1 0,1 1 0,0-1 0,-1 1 0,1-1-84,1 0 248,7-1 66,0 1 0,-1-1 0,1 2 0,0-1 0,3 1-314,23-2 312,-12-1-155,1 1-86,-1-1 0,2-2-71,14-3 121,-1 3-1,25-1-120,-24 3 127,38-1 131,57 5-258,32 0 126,362-6 146,-90 7 346,-231-3-409,20-3 52,-49-5-169,45-1-13,207 0 98,-240 3 40,-136 6-163,197-9 95,97-3 139,-88 6-245,-67 3 191,-140 2-131,203-10 77,-197 10 43,22 4-223,-5-1 81,-71-1-184,-1 1 0,0-2 1,1 1-1,-1 0 0,1-1 1,-1 0-1,0 0 0,4-1 103,-19 3-10490,1 3 6128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2.31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 30 6144,'-6'-8'2193,"6"8"-2107,-1 0-1,1 0 1,0 0 0,0 0 0,0 0-1,0 0 1,-1-1 0,1 1 0,0 0 0,0 0-1,0 0 1,0 0 0,0 0 0,0-1-1,0 1 1,-1 0 0,1 0 0,0 0 0,0 0-1,0-1 1,0 1 0,0 0 0,0 0 0,0 0-1,0-1 1,0 1 0,0 0 0,0 0-1,0 0 1,0 0 0,0-1 0,0 1 0,0 0-1,0 0 1,0 0 0,0-1 0,0 1-1,1 0 1,-1 0 0,0 0 0,0 0 0,0-1-1,0 1 1,0 0 0,0 0-86,33-6 5034,-26 4-4457,0 0 0,-1 1-1,1-1 1,0 2 0,0-1 0,0 1 0,2 0-577,-2 1 252,0 0 1,0 1-1,-1 0 0,1 0 1,-1 1-1,1-1 1,-1 1-1,4 4-252,6 3 494,0 2 1,5 5-495,14 11 656,-6-4-324,0 1 1,5 8-333,0 0 220,8 4-220,6-1 211,1-3 1,26 12-212,-24-15 180,0 2 1,21 21-181,-58-42 10,20 16 25,0 1-1,-2 2 1,-2 2 0,18 22-35,-46-51 0,22 29 0,1-1 0,10 8 0,-1-6 88,2-2-1,1-1 1,1-2-1,2-1 1,7 1-88,44 22 44,-40-23-11,-1 1 0,-2 3 0,0 2 0,0 5-33,-15-10 66,-1 2 1,10 13-67,3 8 108,3-3-1,3-1 1,1-3 0,1-2-1,21 9-107,-37-26 42,171 103 258,-85-56-124,-2 4 0,104 88-176,-129-81 54,12 9-39,-31-30-13,26 21-5,-80-66 34,2-1-1,-1-2 1,17 7-31,36 15 138,67 43-138,-70-30 40,-3 3 0,-2 3 0,-2 3 0,8 14-40,-48-46 62,1-2 0,1-1 0,32 18-62,99 51 13,-98-60 11,-3 3 1,0 3-1,16 16-24,-35-20 80,-1 2 0,-1 1 0,31 43-80,-40-46-6,1-1 0,2-1 0,1-1 0,1-2 0,2-2 0,1-1 0,9 4 6,160 100 218,-178-111-124,8 8-94,-18-12 116,2-1 1,0 0-1,13 5-116,-26-16 76,-6-3-70,0 0-1,-1 1 0,1-1 0,0 0 1,-1 0-1,1 1 0,-1-1 0,1 0 1,0 1-1,-1-1 0,1 1 0,-1-1 1,1 1-1,-1-1 0,1 1 0,-1-1 1,1 1-1,-1 0 0,0-1 0,1 1-5,0 0-19,-1 0-1,1-1 0,0 1 0,-1 0 0,1-1 0,0 1 0,0-1 0,-1 1 0,1-1 0,0 1 1,0-1-1,0 0 0,0 1 0,0-1 0,0 0 0,0 0 0,0 0 0,0 1 20,9-2-3334,-4-3-5459,-3 0 4314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4.50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11 2267 6528,'-3'0'828,"3"0"-747,0 0 0,0 0 0,0 0 0,-1 0 0,1 0 0,0 0 0,0 0 0,0 1 0,-1-1-1,1 0 1,0 0 0,0 0 0,-1 0 0,1 0 0,0-1 0,0 1 0,0 0 0,-1 0 0,1 0-1,0 0 1,0 0 0,0 0 0,-1 0 0,1 0 0,0 0 0,0 0 0,0-1 0,-1 1 0,1 0-1,0 0 1,0 0 0,0 0 0,0-1 0,0 1 0,0 0 0,-1 0 0,1 0 0,0-1 0,0 1 0,0 0-1,0 0 1,0 0 0,0-1 0,0 1 0,0 0-81,1 0 537,0 1 1,-1-1-1,1 0 0,0 0 0,0 0 1,0 1-1,0-1 0,0 0 1,0 0-1,0 0 0,0-1 0,0 1 1,-1 0-1,1 0 0,1-1-537,1 1 522,1 0-1,0-1 0,-1 0 1,1 0-1,-1 0 0,1-1 1,-1 1-1,0-1 1,2 0-522,17-18 653,-1-1 0,-2-1 1,0 0-1,9-15-653,61-103 457,-2 3-285,44-33-4,-63 86-90,51-78 50,-35 47 10,134-163 203,-216 275-338,204-254 293,-22 6 45,-158 213-316,206-288 494,-179 250-492,-37 52-16,2-5 101,-18 29-115,1 0-1,-1 0 1,0-1 0,0 1 0,0 0 0,1 0-1,-1-1 1,0 1 0,0 0 0,0-1 0,0 1-1,0 0 1,1-1 0,-1 1 0,0-1 0,0 1-1,0 0 1,0-1 0,0 1 0,0 0 0,0-1 0,0 1-1,0 0 1,0-1 0,-1 1 0,1 0 0,0-1-1,0 1 1,0 0 0,0-1 3,-1 0-166,2-18-16644,6 10 13120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5:59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153 163 5888,'-1'-2'582,"0"-1"0,0 1 0,1-1 1,-1 1-1,1-1 0,-1 0 0,1 1 0,0-1 0,0 1 1,0-1-1,1 0 0,-1 1 0,1-1 0,-1 1 1,1-1-1,0 0-582,3-23 3367,1-26 553,-7 49-3220,-2 7-356,-3 8-183,-1 8-88,1 1 0,1-1 0,1 1-1,-1 12-72,1-12 61,-50 275 174,18-124 58,19-75 977,17-94-1091,2-4-85,1-11-48,1-4-8,32-161-108,35-158 87,-57 278-89,-6 21-68,3 1 0,5-14 140,-13 44-12,0 1 0,0 0 1,0 0-1,0 0 1,0 0-1,3-3 12,-4 7 0,-1-1 0,1 1 0,-1-1 0,1 0 0,0 1 0,-1-1 0,1 1 0,-1-1 0,1 1 0,0 0 0,-1-1 0,1 1 0,0 0 0,0-1 0,-1 1 0,1 0 0,0 0 0,0 0 0,-1-1 0,1 1 0,0 0 0,0 0 0,-1 0 0,1 0 0,0 0 0,0 1 0,-1-1 0,1 0 0,0 0 0,0 0 0,-1 1 0,1-1 0,0 0 0,0 1 0,-1-1 0,1 1 0,-1-1 0,1 1 0,0-1 0,-1 1 0,1-1 0,6 8 2,1 0 0,-1 1 0,0 0 0,-1 0 0,0 0-1,-1 1 1,2 3-2,9 22 83,3 16-83,-15-42 11,23 61 84,40 117 18,-49-134-165,-7-22-1405,7 30 1457,-12-36-998,3 13-1691,-7-12-2408,-3-20 1727,-1-11-951,2-3 1351</inkml:trace>
  <inkml:trace contextRef="#ctx0" brushRef="#br0" timeOffset="369.82">156 360 10880,'-35'24'6810,"35"-24"-6695,0 0 0,0 0 0,0 0-1,-1 0 1,1 0 0,0 0 0,0 1 0,0-1-1,0 0 1,0 0 0,-1 0 0,1 0 0,0 0-1,0 1 1,0-1 0,0 0 0,0 0 0,0 0-1,0 0 1,0 0 0,0 1 0,0-1 0,0 0-1,-1 0 1,1 0 0,0 1 0,0-1 0,0 0-1,0 0 1,0 0 0,0 0 0,0 1 0,1-1 0,-1 0-1,0 0 1,0 0 0,0 0 0,0 1 0,0-1-1,0 0 1,0 0 0,0 0 0,0 0 0,0 1-1,1-1 1,-1 0 0,0 0-115,11 7 2117,-7-5-2077,1-1 1,-1 0-1,0 0 0,0 0 0,1 0 1,1-1-41,39-1-534,3-3 534,-2 0-7728,4 2 7728,-27 2-5343,0 0 1727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00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340 136 10496,'-2'-24'5348,"1"19"-4077,1-1-1,0 1 1,-1 0-1,0 0 1,-1-1-1,1 0-1270,0 5 114,0-1-1,1 1 1,-1-1 0,0 1-1,0 0 1,0-1-1,0 1 1,0 0 0,0 0-1,0 0 1,-1 0 0,1 0-1,0 0 1,0 0 0,-1 0-1,1 0 1,-1 1 0,1-1-1,-1 0 1,1 1 0,-1-1-1,-1 1-113,-2-1 28,-1 0-1,0 0 1,0 1-1,0 0 1,0 0 0,0 0-1,0 1 1,1 0-1,-1 0 1,0 0-1,0 1 1,1 0 0,-1 0-1,-2 2-27,-1 1 3,0 0 0,1 0 0,0 1 0,0 0 1,1 0-1,0 1 0,0 0 0,-5 6-3,-3 7 17,0 0 0,2 0 0,0 2 1,2-1-1,0 2 0,0 2-17,-1 8 18,2-1 0,1 2 1,1-1-1,1 5-18,5-25 22,1-1 0,0 1 0,1-1-1,1 1 1,0-1 0,0 1 0,3 7-22,-3-14 16,1 0 0,-1 0 0,2 0 1,-1 0-1,0 0 0,1 0 0,0-1 0,1 1 0,-1-1 0,1 0 0,0 0 0,0 0 0,1-1 0,-1 1 1,5 2-17,-2-3-3,1 1 0,0-1 1,1-1-1,-1 1 0,1-1 1,-1-1-1,1 0 0,0 0 1,0-1-1,0 0 0,0 0 1,0-1 2,16 0-703,-1-1 1,0-1 0,21-5 702,-20 2-1914,0-1 1,-1-1 0,11-5 1913,33-17-8628,-41 16 4970</inkml:trace>
  <inkml:trace contextRef="#ctx0" brushRef="#br0" timeOffset="2399.8">686 84 10624,'-21'-20'6613,"18"18"-5010,3 2-641,0 0-879,0 0 0,0 0 1,0 0-1,0 0 0,0-1 0,1 1 0,-1 0 0,0 0 0,0 0 0,0 0 0,0 0 0,0 0 0,0 0 0,1 0 0,-1 0 0,0 0 0,0 0 0,0 0 0,0-1 0,0 1 1,0 0-1,0 0 0,0 0 0,0 0 0,1 0 0,-1 0 0,0-1 0,0 1 0,0 0 0,0 0 0,0 0 0,0 0 0,0 0 0,0-1 0,0 1 0,0 0 0,0 0 0,0 0 1,0 0-1,0 0 0,0-1 0,0 1 0,0 0 0,0 0 0,-1 0 0,1 0 0,0 0-83,5 104 2347,0-39-2321,5 48-153,23 101 127,-23-158-481,-8-48-475,0 1 0,1-1 0,0 0 0,1 2 956,-3-8-3833,1-5 1843,-1-10-2880,-1-3 1596</inkml:trace>
  <inkml:trace contextRef="#ctx0" brushRef="#br0" timeOffset="2767.35">568 92 13696,'-24'-8'9397,"35"7"-9134,0 0 0,0-1 1,0 0-1,0-1 1,2 0-264,34-8-53,-25 8 71,0 1 0,0 1 0,0 1 0,0 1 0,0 1 0,0 1 1,11 3-19,-25-4 13,0 0 0,-1 1 0,1 0 0,0 0 0,-1 1 0,0 0 0,0 0 0,0 0 0,0 1 0,-1 0 0,1 0 0,-1 1 0,-1 0 0,1 0 0,-1 0 0,0 1 0,0 0 0,-1 0 0,0 0 0,0 0 0,0 4-13,0 0 20,0 0 0,-1 0 0,-1 0 1,0 0-1,0 0 0,-1 1 1,0-1-1,-1 1 0,-1-1 1,0 3-21,-1 1 47,-1 0 0,0-1 1,-1 1-1,-1-1 0,-1 1 1,1-2-1,-5 7-47,-1 0-10,-1-1 1,-1 1-1,-1-2 0,-1 0 0,0-1 1,-2 0-1,1-2 0,-2 0 1,0 0-1,-4 0 10,10-7-600,0-1 0,-1 0 0,0-1 0,0 0 0,-1-1 0,-5 0 600,18-4-343,-1 0-1,0-1 0,0 0 1,0 0-1,0 1 1,1-1-1,-1 0 1,0 0-1,0-1 1,0 1-1,0 0 1,0-1-1,1 1 1,-1-1-1,0 1 1,0-1-1,1 0 1,-1 0-1,0 0 1,1 0-1,-1 0 1,0-1 343,-9-12-3637</inkml:trace>
  <inkml:trace contextRef="#ctx0" brushRef="#br0" timeOffset="3215.45">1201 121 9088,'-5'-6'1441,"-9"-5"3400,12 11-1015,3 4-203,0 9-1909,-2 55-1250,0-7 394,5 31-858,-3-76 12,1 0 0,1 0 0,1-1 0,0 1-1,1-1 1,1 0 0,0 0 0,1-1 0,8 14-12,-11-23 8,0-1 0,0 1 0,0-1 0,0-1 0,1 1 0,0 0 1,0-1-1,0 0 0,0 0 0,0-1 0,0 1 0,1-1 0,-1 0 0,1-1 0,0 1 0,-1-1 0,1 0 1,0-1-1,0 0-8,13 1-377,0 0 1,0-2 0,0-1-1,0 0 1,4-2 376,75-17-3956,-33 3-3928,-42 13 4354</inkml:trace>
  <inkml:trace contextRef="#ctx0" brushRef="#br0" timeOffset="3570.56">1219 455 12800,'-32'9'4735,"32"-9"-3679,-10 8 416,7-8 256,6 0-1056,2-3-64,4-2-384,9-7-192,6 4-64,3-13 96,5 1-32,-5-8-1088,5 7 608,-5-2-3104,1 3 1984,-1-9-4639,-5 12 3455</inkml:trace>
  <inkml:trace contextRef="#ctx0" brushRef="#br0" timeOffset="3918.62">1177 193 10752,'-33'0'3509,"31"0"-3335,1 0-1,0 0 1,-1 0 0,1 0-1,-1 0 1,1 0 0,0 0-1,-1 0 1,1 1 0,-1-1-1,1 1 1,0-1 0,0 1 0,-1-1-1,1 1 1,0 0-174,-4 2 677,-7 3 2532,12-5-3128,0-1-1,0 0 0,0 0 1,0 0-1,0 0 1,0 0-1,1 0 0,-1 0 1,0 0-1,0 0 1,0 0-1,0 0 1,0 0-1,0 0 0,0 0 1,0 0-1,0 0 1,0 0-1,0 0 1,0 0-1,0 0 0,0 1 1,0-1-1,0 0 1,0 0-1,0 0 1,0 0-1,0 0-80,6-3 183,1 1 0,-1 0 0,1 0 0,5 0-183,16-5 228,93-33-2189,-61 18-2093,2 3 0,53-9 4054,-56 21-3637</inkml:trace>
  <inkml:trace contextRef="#ctx0" brushRef="#br0" timeOffset="4257.93">2170 63 9984,'-22'-2'3285,"15"-1"-1786,4 0-346,0 1 0,0-1 0,0 1 1,0 0-1,-1 0 0,0 0-1153,0 0 621,-1 0-1,1 0 0,-1 1 1,0-1-1,-1 1-620,1 0 42,0 1 1,1-1-1,-1 1 0,0 0 1,0 0-1,0 1 0,0-1 1,0 1-1,1 0 1,-1 1-1,0-1 0,1 1 1,-1 0-1,1 0 0,-1 0 1,1 1-1,0-1 1,0 1-1,-3 2-42,-10 11 9,1 1 0,1 0 0,0 2 0,1-1 0,1 2 0,0 0 0,0 3-9,-9 22-61,1 1 0,-11 38 61,29-74 0,0 0 1,0 0-1,1 1 0,0-1 0,1 1 0,0-1 1,1 1-1,0 4 0,1-9 12,0 0 0,0 0 0,0 0 0,1 0 0,-1 0 0,2 0 0,-1 0 0,0 0 1,1-1-1,0 0 0,1 1 0,-1-1 0,1 0 0,3 3-12,-3-5 11,0 1 1,0-1-1,1 1 1,-1-1-1,1-1 1,0 1-1,0-1 1,0 0-1,0 0 1,0 0-1,1 0 1,-1-1 0,1 0-1,-1 0 1,0-1-1,1 0 1,0 1-1,-1-2 1,4 1-12,4-2 26,0 0 1,-1 0 0,1-1-1,0-1 1,-1 0 0,0 0-1,8-5-26,-15 6 6,0 0 0,0 0-1,-1 0 1,1-1 0,-1 0-1,0 0 1,0 0 0,0 0 0,-1-1-1,1 0 1,-1 1 0,0-1-1,-1 0 1,1-1 0,-1 1-1,0 0 1,0-1 0,0 0-6,0-3 19,0 0 0,0 0 0,-1 0 0,0 0 0,-1 0 0,0-1 0,0 1 0,-1 0 0,0 0 1,-2-8-20,3 38 234,1-1 1,2 14-235,2-13-391,1 0 1,0 0 0,11 19 390,-11-26-2033,1 0 0,1-1 1,6 8 2032,0-5-3343,-1-11-1698,0-5 1500</inkml:trace>
  <inkml:trace contextRef="#ctx0" brushRef="#br0" timeOffset="4724.36">2485 455 12544,'-20'5'4042,"7"1"-291,11-3-2041,5-3 1570,2-2-3176,0 0 1,1 1-1,-1-1 0,1 1 0,4 0-104,12-3-334,48-16-3413,-51 13-2942,0 0 0,10-7 6689,-12 9-3365</inkml:trace>
  <inkml:trace contextRef="#ctx0" brushRef="#br0" timeOffset="5076.49">2453 250 15616,'-27'0'5791,"27"0"-4511,-10 4 224,6-4-192,8 0-864,1 0-224,8 0-160,11-4-160,3-1 64,10-3-960,3 1 544,0-6-4480,2 9 2720,-1-4-5183,-1 4 4191</inkml:trace>
  <inkml:trace contextRef="#ctx0" brushRef="#br0" timeOffset="21497.09">3003 217 7424,'-1'0'221,"0"0"1,0 0-1,0 0 1,1 0 0,-1 0-1,0 0 1,0 0-1,0 0 1,1-1-1,-1 1 1,0 0-1,0 0 1,1-1 0,-1 1-1,0 0 1,1-1-1,-1 1 1,0-1-1,1 1 1,-1-1 0,0 1-1,1-1 1,-1 1-1,1-1 1,-1 0-1,1 1 1,-1-1-1,1 0 1,0 1 0,-1-1-1,1 0 1,0 0-1,0 1 1,-1-1-1,1 0 1,0 0-1,0 0 1,0 1 0,0-1-1,0 0 1,0 0-1,0 0 1,0 1-1,0-1 1,0 0-1,1 0-221,2-10 843,1 1-1,0-1 0,1 1 0,1 0 0,-1 0 0,7-8-842,-5 10 125,0-1-1,0 2 1,1-1-1,-1 1 0,2 0 1,-1 1-1,1-1 0,0 2 1,0-1-1,0 2 1,9-4-125,-12 5 15,9-3 58,0 0-1,1 1 1,0 1-1,5 0-72,-18 3 31,1 0 0,0 1 0,0-1 0,-1 1 0,1 0 0,0 1 0,-1-1 0,1 0-1,0 1 1,-1 0 0,1 0 0,0 0 0,-1 0 0,0 1 0,1-1 0,-1 1 0,0 0 0,0 0-1,0 0 1,0 1 0,2 1-31,-3-1 17,0 0 0,0 0-1,0 0 1,-1 0 0,1 0-1,-1 0 1,0 1-1,0-1 1,0 0 0,0 1-1,-1-1 1,1 1 0,-1-1-1,0 1 1,0-1 0,0 1-1,-1 1-16,0 8 14,-1 1 1,-1 0-1,-3 9-14,-3 3 51,-1 1 0,0-2 0,-2 0 0,-1 0 0,-2-1 0,0-1 0,-5 6-51,-18 18 120,-1-1 0,-37 31-120,52-55 24,-1-1 0,-18 11-24,43-32 0,-2 2-24,1-1 0,-1 1 1,0-1-1,0 0 1,0 0-1,-1 0 0,1 0 1,0 0-1,0 0 1,0 0-1,-1-1 0,1 1 1,0-1-1,-2 0 24,1-1-98,7-1-21,10-2-42,1 2 150,0 2 1,0 0 0,0 1 0,8 1 10,62 12-208,-58-8 14,-16-4-48,32 5-2745,3-1 2987,-31-4-1888,-1-2 1,1 0 0,-1 0-1,1-2 1,2 0 1887,15-3-3536</inkml:trace>
  <inkml:trace contextRef="#ctx0" brushRef="#br0" timeOffset="21966.66">3541 181 14464,'-15'0'4655,"14"0"-4565,1 0 1,0 0-1,0 0 0,-1 0 0,1 0 0,0 0 0,-1 0 0,1 0 0,0 0 0,0 0 0,-1 0 0,1 0 0,0 0 0,0 0 0,-1 0 0,1-1 0,0 1 0,0 0 1,-1 0-1,1 0 0,0 0 0,0-1 0,0 1 0,0 0 0,-1 0 0,1 0 0,0-1 0,0 1 0,0 0 0,0 0 0,0-1 0,-1 1 0,1 0 0,0 0 0,0-1 1,0 1-1,0 0 0,0 0 0,0-1 0,0 1 0,0 0 0,0 0 0,0-1 0,0 1-90,4-1 177,-1 0-1,1 0 1,-1 0-1,0-1 1,0 1-1,1-1 1,-1 0-1,1-1-176,24-12-9,-21 12 35,-1 1 0,1 0 0,0 1 0,0-1 0,0 1 0,0 0 0,0 1 0,0 0 0,0 0 0,0 0 0,0 1 0,0 0 0,-1 1 0,1-1 0,0 1 0,0 0 0,-1 1 0,1 0 0,-1 0 0,0 0 0,0 1 0,0 0 0,-1 0 1,1 0-1,-1 1 0,0 0 0,0 0 0,0 0 0,-1 1 0,0-1 0,0 1 0,0 0 0,-1 0 0,3 6-26,-4-5 32,1 0 1,-1 0 0,-1 0-1,1 0 1,-1 1-1,-1-1 1,1 1-1,-1-1 1,0 1 0,-1-1-1,0 0 1,0 1-1,-1-1 1,-1 4-33,-1 3 95,-1 0 1,0-1 0,-1 1-1,-1-1 1,0 0-1,-8 10-95,2-5 120,0-2 1,0 0-1,-2-1 0,0 0 0,-1-1 1,0 0-1,-1-2 0,0 0 0,-1-1 1,0 0-1,-16 5-120,29-14 12,0 0 0,-1 0 0,1-1-1,-1 1 1,1-1 0,-1 0 0,0-1 0,1 0 0,-1 0 0,0 0 0,0 0 0,1-1 0,-5-1-12,7 1-5,-1 0 0,1 0 1,0-1-1,0 0 0,0 1 1,0-1-1,0 0 0,0-1 1,1 1-1,-1 0 0,1-1 1,-1 0-1,1 1 1,0-1-1,0 0 0,0 0 1,1 0-1,-1 0 0,1 0 1,0-1-1,-1 1 0,1 0 1,0-2 4,-1-6-16,0 1 0,1 0 0,0-1 0,0 1 1,1-1-1,1-4 16,1-6-46,0 1 0,6-19 46,-1 12-464,1 1-1,1 0 1,1 0-1,13-22 465,-13 29-1864,2 0 0,0 1 0,14-16 1864,6 3-5803,4 4 1809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4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24 736 9216,'-4'-2'1300,"-11"-4"3171,15 6-4381,0 0 0,-1 0 0,1 0-1,0 0 1,0 0 0,0 0 0,0 0 0,-1 0 0,1 0 0,0 0 0,0 0-1,0 0 1,0 0 0,0 0 0,-1 0 0,1 0 0,0-1 0,0 1 0,0 0-1,0 0 1,0 0 0,0 0 0,-1 0 0,1 0 0,0 0 0,0-1 0,0 1-1,0 0 1,0 0 0,0 0 0,0 0 0,0-1 0,0 1 0,0 0 0,0 0-1,0 0 1,0 0 0,0-1 0,0 1 0,0 0 0,0 0 0,0 0 0,0 0-1,0-1 1,0 1 0,0 0 0,0 0 0,0 0 0,0 0 0,0 0 0,0-1-1,0 1 1,0 0 0,1 0 0,-1 0-90,3-11 3600,8-1-2959,0 1 1,1 0-1,7-3-641,0-2 257,36-26 409,16-8-666,6-4 140,146-100-36,-106 75-43,13-9-584,36-13 523,-120 74-638,11-5-1764,-19 15-2862,-32 14 97,-2 5 1631</inkml:trace>
  <inkml:trace contextRef="#ctx0" brushRef="#br0" timeOffset="1222.25">1350 31 8960,'-12'-12'4847,"8"6"-1898,6 7-148,-1-1-839,-1-3 2326,0 2-3093,0 3-774,-1 16-76,-1 1-1,-2 3-344,1 4 74,-2 19-103,2 1 1,2 1 28,2-13-2796,5 24 2796,-5-49-1108,1 0 0,0 0 1,0 0-1,3 5 1108,-4-11-648,0 0-1,0-1 1,1 1 0,-1-1-1,0 1 1,1-1-1,0 0 1,-1 1 0,1-1-1,0 0 1,0 0-1,0 0 1,1 0-1,-1-1 1,0 1 0,2 0 648,10 3-3552</inkml:trace>
  <inkml:trace contextRef="#ctx0" brushRef="#br0" timeOffset="1670.83">1582 71 15872,'-8'-3'8283,"12"-1"-4944,23-1-4017,-9 1 1130,-1 0-445,0 0-1,0 2 0,1 0 0,-1 0 0,0 2 0,1 0 0,-1 1 0,0 1 1,1 0-1,-1 1 0,6 3-6,-14-3 24,0 0 1,0 1-1,0 0 0,0 0 1,-1 1-1,0 0 0,0 0 1,0 1-1,6 6-24,-9-7 35,0 1 0,0 0 0,0 0 0,-1 1 0,0-1 0,0 1 0,0 0 0,-1 0 0,0 0 0,-1 0 0,1 1 0,-1-1 0,0 3-35,-2-6 35,1 0 0,-1 0 0,0 1-1,0-1 1,0 0 0,0 1 0,-1-1 0,1 0 0,-1 0 0,0 0 0,-1 0 0,1 0 0,-2 2-35,0 0 63,0 0 0,0-1 1,-1 1-1,0-1 1,0 0-1,-1 0 1,1 0-1,-3 1-63,-7 5 143,0 0 0,-1-1 0,-1-1 0,1-1 0,-1 0-1,-3 0-142,5-2 52,0-1-1,0 0 1,-1-1-1,1-1 1,-1 0-1,0-1 1,-1-1-52,6-1-6,0 0-1,0 0 1,0-1 0,0 0 0,0-1 0,0 0 0,0-1-1,1 0 1,-1 0 0,-5-4 6,10 5-64,0-1 0,0 0-1,1-1 1,-1 1 0,1-1-1,-1 0 1,1 0 0,1 0 0,-1-1-1,0 1 1,1-1 0,0 0 0,0 0-1,1 0 1,-1 0 0,1 0-1,0-1 1,0 1 0,1-1 0,0 1-1,0-1 1,0 0 0,1 0 0,-1-4 64,1 0-405,1 1 0,0-1 0,0 0 0,1 1 0,0-1 0,0 1 1,1 0-1,0 0 0,1 0 0,0 0 0,1 0 0,0 1 1,0 0-1,4-5 405,1 1-3000,0 0 0,7-4 3000,25-18-4213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4.025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119 700 6016,'-13'-19'5754,"15"20"-4670,-2-1-1003,0-1-1,0 1 0,0 0 1,0 0-1,0 0 1,0 0-1,0 0 0,0 0 1,0 0-1,0 0 1,0 0-1,0 0 0,0 0 1,0 0-1,0 0 1,0 0-1,0 0 0,0 0 1,0 0-1,0-1 1,0 1-1,0 0 0,0 0 1,0 0-1,0 0 1,0 0-1,0 0 0,0 0 1,0 0-1,0 0 1,0 0-1,0 0 0,0 0 1,0 0-1,0-1 1,0 1-1,0 0 0,0 0 1,0 0-1,0 0 1,0 0-1,0 0 0,0 0 1,0 0-1,0 0 1,0 0-1,0 0 0,0 0 1,0 0-1,0 0-80,-2-1 769,-1 1 1,1 0-1,-1-1 0,1 1 1,-1 1-1,1-1 0,-1 0 1,1 0-1,-1 1 0,0 0-769,-33 7 2227,29-6-1954,5-1-157,-1 0-1,1 0 1,-1 0-1,0 0 1,1-1-1,-1 1 0,0-1 1,1 0-1,-1 0 1,0 0-1,0 0 0,-2 0-115,5-1 25,0 1-1,0 0 0,0 0 0,0-1 0,0 1 0,0 0 0,0 0 0,0 0 0,0-1 1,0 1-1,0 0 0,0 0 0,1 0 0,-1-1 0,0 1 0,0 0 0,0 0 0,0 0 0,0-1 1,0 1-1,1 0 0,-1 0 0,0 0 0,0 0 0,0 0 0,0-1 0,1 1 0,-1 0 1,0 0-1,0 0 0,0 0 0,1 0 0,-1 0 0,0 0 0,0 0 0,1 0-24,13-10 253,-4 3-115,57-43 289,76-50-201,4 7 1,91-41-227,-138 84 137,2 4 1,2 5-1,1 4 0,34-4-137,-98 28 294,-39 12-621,-4 1-466,-11 2-1154,42 3-16084,-12-2 14095</inkml:trace>
  <inkml:trace contextRef="#ctx0" brushRef="#br0" timeOffset="2305.78">1625 134 10112,'-30'-20'7013,"29"20"-6865,1 0 0,-1 0 0,1-1 0,-1 1 1,1 0-1,-1-1 0,1 1 0,0 0 0,-1-1 0,1 1 1,-1-1-1,1 1 0,0-1 0,0 1 0,-1-1 0,1 1 1,0-1-1,0 1 0,-1-1 0,1 1 0,0-1 0,0 1 1,0-1-1,0 1 0,0-1 0,0 0 0,0 1 0,0-1 1,0 1-1,0-1 0,0 1 0,0-1 0,0 1 0,1-1 1,-1 0-1,0 1 0,0-1 0,1 1 0,-1-1 0,0 1 1,0 0-1,1-1 0,-1 1 0,1-1 0,-1 1-148,3-3 46,1 0-1,-1 1 1,0-1 0,1 1-1,3-2-45,-4 2 241,16-7-191,0 0-1,0 1 1,1 0 0,0 2 0,10-2-50,16-1 183,43-4-183,-35 10 191,-50 3-139,0 0-1,0 0 0,1 1 0,-1-1 1,0 1-1,0 0 0,0 0 0,0 1 0,0-1 1,4 3-52,-8-4 14,1 0 0,-1 1-1,1-1 1,-1 0 0,1 1 0,-1-1 0,1 1 0,-1-1 0,1 1 0,-1-1 0,0 1 0,1-1 0,-1 1 0,0-1 0,1 1 0,-1-1 0,0 1 0,0 0 0,1-1 0,-1 1 0,0-1 0,0 1 0,0 0 0,0-1 0,0 1 0,0 0 0,0-1 0,0 1 0,0 0 0,0-1 0,-1 1 0,1-1 0,0 1 0,0 0 0,0-1 0,-1 1 0,1-1 0,0 1-1,-1-1 1,1 1 0,-1-1 0,1 1-14,-2 2 21,-1-1 0,1 1 0,-1-1 0,0 1 0,1-1 0,-1 0-21,1-1 18,-91 63 88,60-43-152,0 1 0,1 2 0,-3 6 46,34-30-1,1 1 0,-1-1-1,0 1 1,0 0 0,1 0-1,-1-1 1,1 1 0,-1 0-1,1 0 1,-1-1-1,1 1 1,-1 0 0,1 0-1,0 0 1,-1 0 0,1 0-1,0 0 1,0 0 0,0 0-1,0 0 2,0 0-1,0-1-1,0 1 1,1 0-1,-1-1 0,0 1 1,1 0-1,-1-1 0,0 1 1,1 0-1,-1-1 1,1 1-1,-1-1 0,1 1 1,-1-1-1,1 1 0,0-1 1,-1 1-1,1-1 1,0 0-1,0 1 2,4 1-10,1 0 0,0 0 0,1 0 0,-1 0 0,4-1 10,-2 1-3,27 6-39,0 2-1,-1 1 0,6 4 43,-28-10 24,-1 1 1,0 1-1,0-1 0,0 2 1,3 3-25,-7-6 16,-1 1 0,0 0 0,0 0 0,-1 0 0,0 1 1,0 0-1,0 0 0,1 4-16,-4-8 3,-1 0 1,0 0 0,0 0-1,-1 0 1,1 0-1,-1 1 1,0-1-1,1 0 1,-1 0 0,0 0-1,-1 0 1,1 0-1,-1 0 1,1 1-1,-1-1 1,0 0 0,0 0-1,0 0 1,-1-1-1,1 1 1,-1 0-1,1 0 1,-1-1-1,0 1 1,-1 0-4,-2 3 11,0-1 1,0 1-1,-1-1 1,0 0-1,0 0 1,-1 0-1,1-1 0,-1 0 1,-5 2-12,-9 3-239,0 0 1,-1-2-1,0-1 0,0 0 1,-6-1 238,15-3-457,0 0 0,0-1 0,0-1 0,0 0 0,0-1 0,0 0-1,0-1 1,0-1 0,-11-3 457,21 5-337,-1 0 0,1 0-1,0 0 1,0-1 0,0 0-1,0 1 1,0-1-1,0 0 1,0 0 0,0-1-1,1 1 1,-1 0 0,1-1-1,0 0 1,0 0-1,0 1 1,0-1 0,0 0-1,1 0 1,-1-1 0,1 1-1,0 0 1,0-1 0,0 1-1,0 0 1,0-1-1,1 1 1,0-1 0,0 1-1,0-1 1,0-1 337,1-2-729,0 1-1,0 0 1,1 0 0,1-2 729</inkml:trace>
  <inkml:trace contextRef="#ctx0" brushRef="#br0" timeOffset="2738.19">2195 215 12160,'0'-1'487,"-1"0"0,1 0 1,-1-1-1,1 1 0,-1 0 1,1 0-1,0-1 0,-1 1 1,1 0-1,0-1 0,0 1 1,0 0-1,0-1 0,0 1 1,1 0-1,-1-1 0,0 1 1,0 0-1,1 0 0,-1-1 1,1 0-488,1-1 326,0-1 0,0 1 1,0 0-1,1 0 0,-1 0 0,1 0 0,-1 0 1,2 0-327,5-4 20,-1 0 0,2 1-1,-1 0 1,0 0 0,6-1-20,2 0 31,0 2 1,0 0-1,0 0 0,0 2 0,1 0 1,0 1-1,-1 1 0,1 1 0,0 0 1,-1 1-1,1 1 0,0 1 0,-1 0 1,3 2-32,-13-3 24,0 0 1,0 1-1,0 0 0,0 0 1,0 1-1,-1-1 1,0 2-1,0-1 1,0 1-1,0 0 1,0 0-25,-3-2 21,-1 0 1,1 1 0,-1-1 0,0 0-1,0 1 1,0-1 0,-1 1-1,1 0 1,-1-1 0,0 1 0,0 0-1,0 0 1,-1 0 0,1 0-1,-1-1 1,0 1 0,0 0-1,0 0 1,-1 0 0,1 0 0,-1 0-1,0 0-21,-2 6 48,0 0-1,0 0 1,-1 0 0,0-1-1,-1 1 1,0-1 0,0-1-1,-7 9-47,2-5 68,0-1 0,-1 0 0,0 0 0,-1-1 0,-10 7-68,-1-2 90,0-1 0,-1-1-1,-1-1 1,0-1-1,-1-1 1,-19 4-90,34-11 36,-1 0 1,0-1-1,0 0 0,0-1 1,0 0-1,-9-1-36,16 0-9,1 0 0,-1-1 0,0 0-1,1 0 1,-1 0 0,1 0 0,-1-1-1,1 0 1,0 0 0,0 0 0,0 0-1,0-1 1,0 1 0,0-1 0,1 0-1,-1 0 1,1-1 0,0 1-1,-1-2 10,0 0-78,0-1 0,1 0 0,0 0 0,1 0 0,-1 0 0,1-1 0,0 1-1,0-1 1,1 1 0,0-1 78,0-3-235,0 0 0,1-1 0,0 1 0,0 0 0,1 0 0,1-3 235,1 0-584,0-1 1,1 1 0,0 1 0,1-1 0,1 0 0,0 1 0,1 0 0,0 0 583,4-4-1609,1 1 0,0 0 0,1 0 0,0 1 1,3-1 1608,39-30-3728</inkml:trace>
  <inkml:trace contextRef="#ctx0" brushRef="#br1" timeOffset="103747.6">1617 514 10368,'-16'2'3125,"6"-1"261,9 0 4145,24-14-5654,-1 3-1231,15-10-646,1-1 149,64-31-16,13-7-85,11 1-48,12 6 92,43-7-92,144-29-36,-309 84 23,47-10-181,9-2-1441,-70 16 1426,-1-1 1,0 1 0,0-1 0,1 0-1,-1 1 1,0-1 0,0 0 0,0 0 0,0 1-1,0-1 1,0 0 0,0 0 0,0 0-1,0-1 209,0 0-968,0 0-1,0 0 1,0 0-1,0 0 0,0 0 1,-1 0-1,1 0 1,-1 0-1,1 0 1,-1 0-1,0 0 0,0-1 969,0-2-3514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20 114 9344,'-4'-6'1194,"1"1"1,0-1 0,1 0-1,-1 0 1,1-1-1195,1 5 304,1 1 1,-1-1-1,1 1 0,0-1 0,0 1 0,0-1 1,0 1-1,0-1 0,0 1 0,0-1 1,0 1-1,1-1 0,-1 1 0,0-1 0,1 1 1,0-1-1,-1 1 0,1 0 0,0-1 1,-1 1-1,1 0 0,1-1-304,9-12 1709,-8 10-1244,0 0-1,0 0 0,1 0 1,-1 0-1,1 1 1,3-3-465,-6 6 18,-1 0 1,0 0-1,0-1 0,1 1 1,-1 0-1,0 0 0,1 0 0,-1 0 1,0 0-1,1 0 0,-1 0 1,0 0-1,1 0 0,-1 0 1,0 0-1,1 0 0,-1 0 1,0 1-1,1-1 0,-1 0 1,0 0-1,0 0 0,1 0 1,-1 1-1,0-1 0,1 0 1,-1 0-1,0 0 0,0 1 1,0-1-1,1 0 0,-1 0 1,0 1-1,0-1 0,0 0 1,0 1-1,1-1 0,-1 0 1,0 0-1,0 1 0,0-1 1,0 0-1,0 1 0,0-1 1,0 0-1,0 1 0,0-1 1,0 0-1,0 1-18,2 19 200,-3 67-124,0 2-2733,4 13 2657,-2-83-2012,2-1 0,1 6 2012,-3-17-1103,1-1 0,0 0 0,0 0 0,1 0 0,-1 0 1,1 0-1,0-1 0,3 4 1103,12 11-3472</inkml:trace>
  <inkml:trace contextRef="#ctx0" brushRef="#br0" timeOffset="432.52">365 137 13696,'-7'-7'2217,"6"6"-1692,0 0 0,0 0 0,0 1 0,0-1 1,0 0-1,0 0 0,1 0 0,-1-1 0,0 1 0,1 0 0,-1 0 0,1 0 1,-1 0-1,1-1-525,0 1 125,0 0 0,0 0 0,0 0 1,0 0-1,1 0 0,-1 1 0,0-1 1,0 0-1,1 0 0,-1 0 0,1 0 0,-1 0 1,1 0-1,-1 0-125,3-2 101,-1 0 1,1 0-1,0 0 1,0 1 0,0-1-1,0 1 1,1 0-1,-1-1 1,2 1-102,36-18 83,-31 17-86,-1 1 0,1 0-1,0 0 1,1 1 0,-1 0-1,0 1 1,0 0 0,0 0-1,1 1 1,6 2 3,0 1 18,-1 0 0,0 0 0,0 2 0,0 0 0,-1 0 0,2 2-18,-11-5 17,-1 1 1,1-1-1,0 1 1,-1 0-1,0 1 1,0-1-1,0 1 1,0 0-1,-1 0 1,0 0-1,0 1 1,0-1-1,0 2-17,-2-3 26,-1 0 0,1 1 1,-1-1-1,1 1 0,-1-1 0,0 1 0,-1-1 1,1 1-1,-1-1 0,0 1 0,0 0 0,-1-1 1,1 1-1,-1-1 0,0 1 0,0-1 0,0 1 1,-2 3-27,-2 1 44,0 0 1,0 0 0,-1 0 0,0 0 0,0-1 0,-1 0 0,0 0 0,0-1 0,-1 0 0,0 0 0,0-1-1,-1 0 1,-2 1-45,-6 3 85,0-1 0,-1 0 0,0-2 0,0 0 0,-1-1 0,-13 3-85,23-8 17,0 1 0,0-2 0,-1 1 1,1-1-1,0-1 0,0 0 0,-1 0 0,1-1 0,0 0 1,0 0-1,1-1 0,-1 0 0,0-1 0,-6-3-17,10 4-32,1 0 0,-1 0 0,0-1 0,1 1 0,0-1 0,-1 0-1,2 0 1,-1 0 0,0-1 0,1 0 0,-1-1 32,2 2-83,0 0 1,0 0 0,0 0-1,1 0 1,0 0-1,0 0 1,0-1 0,0 1-1,1 0 1,0-1-1,0 1 1,0 0-1,0-1 1,1 1 0,0-4 82,2-2-490,-1 0 0,2 0 0,0 0 0,0 1 0,0-1 1,1 1-1,5-7 490,2-1-2589,2 0 1,-1 1-1,5-3 2589,23-18-3946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4:57.797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107 398 10240,'-23'3'6773,"22"-2"-6189,-1 0 0,0-1-1,0 1 1,0 0 0,1 0 0,-1 1 0,0-1 0,1 0 0,-1 1 0,1-1-1,-1 0 1,1 1 0,-1 0-584,-9 9 1679,-38 14 1707,69-34-2784,1 1 0,10-2-602,-24 8 60,250-89 78,-66 22-105,193-54-76,-326 104-410,-7 3-2520,-20 5-5142,-20 4-866,-3 13 5355</inkml:trace>
  <inkml:trace contextRef="#ctx0" brushRef="#br0" timeOffset="771.32">1326 228 12032,'-2'-1'661,"1"1"0,-1-1 1,0 0-1,0 0 0,0 0 0,1 0 1,-1-1-1,1 1 0,-1 0 1,1-1-1,-1 1 0,1-1-661,1 2 243,-1-1-1,1 1 0,0-1 0,0 1 1,0-1-1,0 1 0,0-1 1,-1 1-1,1-1 0,0 1 1,0-1-1,1 1 0,-1-1 1,0 1-1,0-1 0,0 1 1,0-1-1,0 1 0,0-1 1,1 1-1,-1-1 0,0 1 1,1-1-243,7-9 949,1 2-890,0 1 0,0 0 1,1 0-1,0 1 0,0 0 0,0 1 1,1 0-1,0 0 0,5 0-59,-13 4 7,18-5 15,0 1 0,0 0 0,0 2 0,2 1-22,-17 1 27,-1 1-1,1 0 1,-1 0 0,1 0 0,-1 1-1,1 0 1,-1 0 0,1 1-1,-1-1 1,0 1 0,1 0 0,-1 1-1,0-1 1,-1 1 0,1 0 0,0 0-1,-1 0 1,3 3-27,-6-4 9,1-1 0,-1 1 0,0-1-1,0 1 1,0 0 0,0 0 0,0-1 0,0 1-1,-1 0 1,1 0 0,-1 0 0,1 0-1,-1 0 1,0 0 0,1 0 0,-1 0 0,0 0-1,0 0 1,-1 0 0,1 0 0,0 0 0,-1 0-1,1 0 1,-1-1 0,0 2-9,-1 4 10,-1 0-1,-1 0 1,1-1-1,-1 1 1,0-1-1,-2 1-9,-7 9 24,0 0-1,-1-1 1,-1-1-1,0-1 1,-9 6-24,-28 18 35,-5 0-35,2-2 2,34-22-17,17-11 1,-1 0 0,1 1 0,0 0 0,0-1-1,0 1 1,0 1 0,1-1 0,-3 3 14,6-5-2,-1-1 1,1 0-1,0 0 0,0 0 1,0 1-1,0-1 0,0 0 1,0 0-1,-1 1 0,1-1 0,0 0 1,0 0-1,0 0 0,0 1 1,0-1-1,0 0 0,0 0 1,0 1-1,0-1 0,0 0 0,0 0 1,0 1-1,0-1 0,0 0 1,1 0-1,-1 1 0,0-1 1,0 0-1,0 0 0,0 0 0,0 1 1,0-1-1,1 0 0,-1 0 1,0 0-1,0 1 0,0-1 1,1 0-1,-1 0 0,0 0 0,0 0 1,0 0-1,1 0 0,-1 1 1,0-1-1,0 0 0,0 0 0,1 0 1,-1 0-1,0 0 0,0 0 1,1 0-1,-1 0 0,0 0 1,0 0 1,18 1-35,194-11-2542,-197 9 1960,20-2-824,29-2-2495,-1 1-3476,-30 4 3940</inkml:trace>
  <inkml:trace contextRef="#ctx0" brushRef="#br0" timeOffset="1188.74">1918 349 12544,'0'-6'2120,"1"-7"4679,4 7-3165,6-2-3137,-5 4-451,0-1 1,1 1-1,0 0 1,0 1-1,0 0 1,0 0-1,0 0 1,1 1-1,0 0 1,-1 1-1,1-1-46,22-2 154,1 1-1,4 1-153,-33 2 19,10 0 45,12-2 93,1 1 0,0 2 0,0 0 0,23 5-157,-42-5 34,0 1 1,0-1-1,0 1 1,0 0-1,0 1 1,-1-1-1,1 1 1,-1 0-1,0 1 1,0-1-1,0 1 1,0 0-1,0 0 1,-1 1-1,0-1 1,0 1-1,0 0 1,0 0-1,-1 0 1,0 1-1,0-1 1,0 3-35,-1-5 19,-1-1 1,-1 1-1,1 0 1,0 0-1,-1 0 1,1 0-1,-1 0 0,0 0 1,0 0-1,0 0 1,-1 0-1,1 0 1,-1 0-1,1 0 1,-2 3-20,0-1 46,0-1 1,-1 1 0,1-1 0,-1 1 0,0-1 0,0 0 0,0 0-1,0 0 1,-3 1-47,-3 3 111,0 0 0,-1-1 0,0 0 0,0-1-1,0 0 1,-1-1 0,0 0 0,-7 2-111,-2-1 183,0-1 0,-1-1 1,0-1-1,-18 0-183,0-1 137,1-2 1,-9-2-138,28 0-82,0 0 0,0 0 0,0-2 0,0-1 0,1 0 0,0-1 0,0-1 0,-1-1 82,16 7-75,1-1 1,-1 1-1,1-1 0,-1 0 1,1 1-1,0-1 1,-1-1-1,1 1 0,0 0 1,0 0-1,1-1 0,-1 1 1,0-1-1,1 1 1,0-1-1,-1 0 0,1 0 1,0 1-1,1-1 1,-1 0-1,0 0 0,1 0 1,-1 0-1,1 0 1,0 0-1,0 0 0,0 0 1,1 0-1,-1 0 1,1-1 74,0-2-490,1 1 1,0-1 0,0 1 0,0 0 0,0-1-1,1 1 1,1 0 489,-1-1-1350,1 0-1,1 0 0,-1 1 1,1 0-1,3-3 1351,26-18-4362</inkml:trace>
  <inkml:trace contextRef="#ctx0" brushRef="#br1" timeOffset="104903.89">1203 807 8832,'-13'2'5690,"11"1"-1365,2-3-4205,0 0 0,0 0 0,0 0 1,0 1-1,0-1 0,0 0 0,0 0 1,0 1-1,0-1 0,0 0 0,0 0 0,0 0 1,0 1-1,0-1 0,0 0 0,0 0 1,0 0-1,0 1 0,0-1 0,-1 0 1,1 0-1,0 0 0,0 0 0,0 1 1,0-1-1,-1 0 0,1 0 0,0 0 0,0 0 1,0 0-1,-1 0 0,1 1 0,0-1 1,0 0-1,0 0 0,-1 0 0,1 0-120,24-35 2870,-17 26-2787,0 1 0,1-1 0,1 2 0,5-6-83,5-2 73,22-20 6,1 2 1,14-5-80,91-53-35,-107 66 7,294-171 183,-239 138-79,90-51-56,-115 71-109,75-38-718,-92 54-292,-52 21-700,-4 3-547,-10 2-5749,12-4 4565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45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104 143 11392,'-4'-17'3733,"4"16"-3580,0 0 0,0 0 0,0 0-1,0 0 1,0 0 0,0 0 0,0 0 0,0 0 0,1 1 0,-1-1 0,0 0 0,0 0 0,1 0-1,-1 0 1,1 0 0,-1 1 0,1-1 0,-1 0 0,1 0 0,0 1 0,-1-1 0,1 0 0,0 1-1,-1-1 1,1 1 0,0-1 0,0 1 0,-1-1 0,1 1 0,0-1 0,0 1 0,0 0 0,0 0-153,2-2 420,33-21 1590,-21 13-1324,1 1 0,4-2-686,-2 2 198,1 1 0,0 1 0,0 1 0,1 0 0,0 2 0,2 0-198,-15 2 31,0 2-1,1-1 1,-1 1-1,0 0 1,0 1 0,0 0-1,1 0 1,-1 0-1,0 1 1,0 0-1,0 1 1,-1-1-1,1 1 1,-1 1 0,1-1-1,-1 1 1,0 0-1,5 4-30,-4-1 36,-1 0 0,0 0 0,0 0 0,0 1 0,-1 0 0,0 0 0,0 0 0,-1 1 0,0-1 0,1 7-36,1 4 94,-1-1 0,-1 2 0,0-1 0,0 13-94,-3-21 72,-1 0 0,0-1-1,-1 1 1,0-1 0,0 1-1,-1-1 1,0 1 0,-1-1-1,-1 0 1,1 0 0,-6 9-72,5-11 72,0-1 0,0 0-1,-1 0 1,0-1 0,-1 1 0,1-1 0,-1 0 0,0-1 0,-1 1 0,1-1-1,-1-1 1,0 1 0,0-1 0,-1 0 0,-6 2-72,-6 0 165,-1 0 0,0-2 1,0 0-1,0-1 0,-21-1-165,24-1 72,-1-2 0,0 0 0,0-1-1,0-1 1,1-1 0,-1-1-1,1 0 1,0-1 0,-6-4-72,17 7-13,0-1 1,0 0-1,0 0 0,0 0 1,1 0-1,0-1 1,0 0-1,0-1 1,0 1-1,-3-6 13,6 7-29,0 0 0,1 0-1,0-1 1,-1 1 0,1 0 0,1-1 0,-1 0 0,1 1 0,0-1-1,0 0 1,0 1 0,0-1 0,1 0 0,0 0 0,0 0-1,0 0 1,1 1 0,0-3 29,1-2-213,1 1-1,-1 0 0,1 0 1,1 0-1,0 0 0,0 1 1,0 0-1,1 0 1,0 0-1,0 0 0,1 1 1,0-1-1,5-3 214,5-3-1897,0 0 1,0 1-1,1 1 0,1 1 0,7-3 1897,33-13-4330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04.6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182 125 7808,'-1'0'412,"1"-1"1,-1 1 0,0-1-1,0 1 1,1-1-1,-1 1 1,0-1 0,1 0-1,-1 1 1,0-1-1,1 0 1,-1 0 0,1 1-1,-1-1 1,1 0 0,0 0-1,-1 0 1,1 0-1,0 1 1,-1-1 0,1 0-1,0 0 1,0 0-1,0 0 1,0 0 0,0 0-1,0 0 1,0 0-1,0 0 1,0 1 0,1-1-1,-1 0 1,0-1-413,1-7 1839,-3 6-273,-2 6-1007,-2 6-241,-7 17-137,2 1-1,0 0 1,0 8-181,-21 84-9,-14 126 166,16-68 182,28-166-229,0-1 1,1 1-1,0 6-110,3-18 56,0-4-48,2-15-5,-1 1-1,0-9-2,2-17 0,22-77 0,-11 52 0,76-310-16,-87 355-26,7-23-31,-11 46 65,0-1 0,0 0 0,0 1-1,0-1 1,1 1 0,-1-1 0,1 1 0,0-1 0,0 1-1,-1 0 1,2 0 0,-1 0 0,0 0 0,1 0 8,-3 1 0,1 1-1,0-1 1,0 1 0,0 0-1,0-1 1,0 1 0,0 0-1,0-1 1,0 1-1,0 0 1,0 0 0,0 0-1,0 0 1,0 0 0,0 0-1,0 0 1,0 0 0,0 0-1,0 1 1,0-1 0,0 0-1,0 0 1,-1 1 0,1-1-1,0 1 1,0-1 0,0 1-1,0-1 1,0 1 0,-1 0-1,1-1 1,0 2 0,3 2-1,-1 0-1,1 1 0,-1-1 1,0 1-1,1 4 2,-1-4-8,10 18-48,11 20 34,-1 1-1,0 7 23,4 16 45,73 193 209,-50-130-587,-20-54-1441,-28-71 1213,-1-1 0,1 0 0,-1 1 0,0-1-1,0 0 1,-1 3 561,-2 5-4606,2-12 4518,0 0 0,0 0-1,0 0 1,0 0 0,0 0 0,0 0 0,0 0 0,0 0 0,0 0 0,0 0 0,0 0 0,0 1-1,0-1 1,0 0 0,0 0 0,0 0 0,0 0 0,-1 0 0,1 0 0,0 0 0,0 0-1,0 0 1,0 0 0,0 0 0,0 0 0,0 0 0,0 0 0,0 0 0,0 0 0,0 0-1,-1 0 1,1 0 0,0 0 0,0 0 0,0 0 0,0 0 0,0 0 0,0 0 0,0 0-1,0 0 1,0 0 0,0 0 0,0 0 0,0 0 0,-1 0 0,1 0 0,0 0 0,0-1-1,0 1 1,0 0 0,0 0 0,0 0 0,0 0 0,0 0 88,-4-5-2073,2 2 696,-8-9-1796</inkml:trace>
  <inkml:trace contextRef="#ctx0" brushRef="#br0" timeOffset="357.55">209 436 11776,'-27'14'3898,"26"-13"-3711,0-1-1,-1 1 1,1 0-1,0-1 1,0 1-1,-1 0 1,1 0-1,0 0 1,0 0-1,0 0 1,0 0-1,0 0 1,0 0-1,0 1 1,1-1-1,-1 0-186,-2 3 712,2-2-50,-1 0-1,1 0 1,-1 0 0,1 0-1,0 0 1,0 0 0,0 0 0,0 1-662,-3 5 1074,46-38-685,-28 19-424,0 1-1,1 0 1,0 1-1,1 1 0,0 0 1,13-3 35,3 0-2284,1 1-1,0 2 1,3 1 2284,-24 5-2159,-1 1 1,0 0-1,1 0 0,10 2 2159,6 3-3546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10.5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12 176 11520,'-12'-10'3733,"13"3"-16,1 4-1663,-2 6 2249,18 8-2473,-13-8-1832,0-1 0,0 1 0,1-1 0,-1-1 0,0 1 1,1-1-1,-1 0 0,1 0 0,-1 0 0,1-1 1,-1 0-1,1 0 0,-1 0 0,1-1 0,-1 0 1,3 0 1,3-2-1067,1 0 1,-1 0 0,0-2-1,-1 1 1,1-1 0,-1-1-1,3-1 1067,-6 2-2140,0 0 1,0 0-1,-1 0 0,7-7 2140,2-2-3552</inkml:trace>
  <inkml:trace contextRef="#ctx0" brushRef="#br0" timeOffset="354.47">54 41 11648,'-4'0'341,"-2"0"1097,-1 0 0,1 0-1,-1-1 1,1 0 0,-2 0-1438,4-1 3303,6-1 367,2 0-2958,-3 2-692,1 0-1,0 0 1,-1 0-1,1 1 0,-1-1 1,1 0-1,0 1 1,0 0-1,-1-1 1,1 1-1,1 0-19,8-2-32,11-3-380,-1 1 0,1 1 412,22-2-3739,-16 2-2258,-6 3 1928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05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279 100 8960,'-14'-25'5765,"13"15"-450,0 6-4692,1 1 0,0-1 0,-1 0 0,0 1 0,1-1 0,-2 1 0,1-1 0,0 1 0,-1-1-623,0 2 83,0-1 1,0 1-1,0 0 0,0 0 1,-1 0-1,1 0 0,-1 0 0,1 1 1,-1-1-1,0 1 0,0-1 0,0 1 1,1 0-1,-1 0 0,0 0 0,-1 1 1,1-1-1,0 1 0,0-1 1,0 1-1,0 0 0,0 1 0,0-1 1,0 0-1,0 1 0,-1 0-83,-2 0 14,1 0 0,-1 1 0,0-1 0,1 2 0,-1-1 0,1 1 0,0-1 0,0 1 0,0 1 0,0-1 0,1 1 0,-1 0 0,-3 4-14,-3 6-4,0 1-1,1 0 1,0 1 0,2 0 0,0 1 0,0 0-1,2 0 1,0 0 0,-3 19 4,3-9-9,2 1 0,0 1 1,2-1-1,1 0 0,1 1 0,3 5 9,-2-23 9,0 0-1,1 0 1,1-1-1,-1 1 1,2-1-1,0 0 0,0 0 1,1 0-1,0 0 1,2 1-9,-4-6-39,0 0-1,1-1 1,-1 1 0,1-1 0,1 0-1,-1 0 1,0 0 0,1-1 0,0 0-1,0 1 1,0-2 0,0 1-1,0 0 1,1-1 0,-1 0 0,1-1-1,-1 1 1,1-1 0,4 1 39,-1-2-524,0 0 0,0 0 1,1 0-1,-1-1 0,0-1 0,0 1 0,0-1 1,3-2 523,9-3-3117,0-1 0,-1-2 0,0 0 3117,30-15-4197</inkml:trace>
  <inkml:trace contextRef="#ctx0" brushRef="#br0" timeOffset="3999.93">844 160 7296,'3'-8'5599,"-1"6"-4991,-1 0-1,0-1 1,1 1-1,-1-1 1,-1 1-1,1-1 1,0 1-1,-1-1 1,1 0 0,-1 1-1,0-2-607,1 0 439,-2 0-1,1 0 1,0 0-1,-1 0 1,1 0-1,-1 0 0,-2-3-438,2 5 136,0 0-1,0 0 1,0 0-1,0 0 1,-1 0-1,1 1 1,-1-1-1,1 0 1,-1 1-1,1 0 1,-1-1-1,0 1 1,0 0-1,0 0 1,0 0-1,0-1-135,-3 0 15,0 0-1,0 0 0,-1 0 0,1 1 1,0-1-1,-1 1 0,1 1 1,-1-1-1,1 1 0,-1 0 1,0 0-1,1 0 0,-1 1-14,-2 1 21,0-1 1,0 2-1,0-1 0,1 1 0,-1 0 1,1 1-1,-1 0 0,-3 2-21,-2 3 22,0 1-1,1 0 1,0 1-1,0 0 1,2 1-1,-1 1 1,1-1-1,-7 14-21,2-3 13,2 1 0,0 1 0,2 0-1,1 1 1,0 0 0,2 0 0,2 1 0,0 0-1,1 1 1,1 7-13,4-27 1,0-1 0,0 1 0,1 0 0,0-1 0,0 1 0,1-1 0,0 1 0,0-1 0,0 0 0,2 1-1,-3-4 3,1 0 0,1 0 0,-1-1-1,0 1 1,1 0 0,0-1 0,0 0 0,0 0 0,0 0 0,0 0 0,0 0-1,1-1 1,0 1 0,-1-1 0,1 0 0,0 0 0,4 1-3,1 0-115,1-1 0,0 0-1,0-1 1,0 0 0,0 0 0,-1-1 0,1 0 0,0-1 0,0 0 0,0-1-1,1 0 116,4-2-805,0 0-1,-1-1 0,0 0 1,0-1-1,0 0 0,-1-2 0,0 1 806,-6 2-1299,0 0 0,0 0 0,-1-1 0,1 0 0,-1 0-1,-1 0 1,1-1 0,-1 1 0,0-2 0,3-5 1299,0 0-2432</inkml:trace>
  <inkml:trace contextRef="#ctx0" brushRef="#br0" timeOffset="4332.07">834 379 7296,'0'0'155,"0"0"0,0 0-1,0-1 1,0 1 0,0 0 0,0 0 0,0 0 0,0 0 0,0 0 0,0 0-1,0 0 1,0 0 0,0 0 0,0 0 0,0-1 0,0 1 0,0 0 0,0 0-1,-1 0 1,1 0 0,0 0 0,0 0 0,0 0 0,0 0 0,0 0 0,0 0-1,0 0 1,0 0 0,0 0 0,0 0 0,0 0 0,0-1 0,-1 1 0,1 0 0,0 0-1,0 0 1,0 0 0,0 0 0,0 0 0,0 0 0,0 0 0,0 0 0,0 0-1,-1 0 1,1 0 0,0 0 0,0 0 0,0 1 0,0-1 0,0 0 0,0 0-1,0 0 1,0 0 0,0 0 0,0 0 0,-1 0 0,1 0 0,0 0 0,0 0-1,0 0 1,0 0 0,0 0 0,0 0 0,0 0 0,0 1 0,0-1 0,0 0-1,0 0-154,0-2 5257,0 4-5659,0-1 1757,0-1-417,0 16 1308,1 3-2092,1 0 1,0 0-1,2-1 1,0 1 0,1-1-1,0 0 1,5 7-155,12 24-1983,5-3-3287,-25-41 4472,0-2-175,-1-1-1,1 0 1,0 1-1,-1-1 0,1 0 1,0 0-1,0 0 1,1 0 973,9 6-3760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18.921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7 502 5376,'-1'0'280,"1"-1"-1,-1 1 1,1-1 0,-1 0-1,1 1 1,-1-1 0,1 1-1,0-1 1,-1 0 0,1 1-1,0-1 1,0 0 0,-1 1 0,1-1-1,0 0 1,0 1 0,0-1-1,0 0 1,0 0 0,0 1-1,0-1 1,0 0 0,0 1-1,0-1 1,0 0 0,0 0-280,1-5 3693,9 2 346,26 0-3221,-9 1-406,-26 3-404,3-1 27,1 1 0,-1-1-1,0 1 1,1 0-1,-1 0 1,0 0 0,1 1-35,10 1 105,0-1-1,0-1 1,0 0 0,1-1-105,18 0 210,-5-1-87,27-4-123,5 0 256,-9 3-27,8-1-26,23-5-203,159-21 130,-75 11 81,184-18 464,-92 11-801,-174 20 196,61 4-70,-104 2-32,904 3 634,-688-15-602,-60 1 0,-19 9 107,-49-3 290,63-14-397,85-3 136,-129 17 131,94-17-267,156-12 318,-134 16-252,490-25-18,-667 38-4,-33 1 72,47 4-116,-35 1 36,19-5-36,16 1 12,-63 2 81,20-5-93,12 0 24,45-2-24,87-3 0,-117 7 33,-49 1-47,1 2 1,2 1 13,206 2 93,-130-3-69,155 1 24,-180-3 11,54-1-70,-49-4 59,-51 3 64,-44 5-289,1 0 1,-1-1-1,0 1 1,1 0-1,-1 0 1,0-1-1,0 1 1,1-1-1,-1 1 1,1-1 176,12-4-3984,-11 4 3134,0 1 0,0-1 0,0 0 1,0 0-1,1 0 0,-2 0 0,1 0 1,0-1-1,0 0 0,0 1 0,-1-1 1,3-2 849,21-21-4784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21.836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0 352 6656,'0'-2'751,"0"0"0,0 0 0,0 0 0,1-1 0,-1 1 0,1 0 0,-1 0 1,1 0-1,0 0 0,0 0 0,0 0 0,1-1-751,0-2 2149,-2 5-2077,0 0 0,0-1 0,0 1 1,0 0-1,0 0 0,0 0 0,1 0 0,-1-1 0,0 1 0,0 0 1,0 0-1,0 0 0,1 0 0,-1 0 0,0-1 0,0 1 1,0 0-1,1 0 0,-1 0 0,0 0 0,0 0 0,0 0 0,1 0 1,-1 0-1,0 0 0,0 0 0,0 0 0,1 0 0,-1 0 1,0 0-1,0 0 0,1 0 0,-1 0 0,0 0 0,0 0 0,0 0 1,1 0-1,-1 1 0,0-1 0,0 0-72,1 0-107,49-1 1578,-8 0-919,0 2-1,0 2 0,5 2-551,-24-3 197,0 0 0,0-2 0,0-1 0,2 0-197,35-1 257,317-7 661,-134-4-380,-65 2-287,-35 8-9,136-9 49,-46-9-168,-86 8-72,321-19 154,-264 29-109,81-6 32,-53 9-99,-107 1-21,336-10 3,-304 7 88,13 0-81,69 2 82,-110 1-157,695-1 195,-624-5 42,79 1-34,57-2-110,-297 4-8,386-6 41,104-1 54,-409 7-101,152-8 84,254-33 64,-250 22 12,-169 10-162,50-3 8,129-7 68,581-8-38,162 31 134,-602-5 64,66 19-128,-193 0-101,365 12-43,-636-27-93,19 4 109,7 0 8,196 1 114,-143-3-116,-78-2-69,19 4 63,-20-2 303,19 0-303,-41-1 3,-6-2 2,0 1 0,0-1-1,1 1 1,-1-1 0,0 1-1,1-1 1,-1 0 0,0 0-1,0 0 1,1 0-1,-1 0 1,0 0 0,1 0-5,-1 0-117,1 1 1,-1-1-1,0 0 1,0 1 0,0-1-1,0 1 1,0-1-1,0 1 1,0-1-1,0 1 1,0 0 0,0 0-1,0-1 1,0 1 116,-1 0-148,1-1 1,-1 0 0,0 0 0,1 1-1,-1-1 1,0 0 0,0 0 0,1 1-1,-1-1 1,0 0 0,0 1 0,0-1-1,1 0 1,-1 1 0,0-1 0,0 1-1,0-1 1,0 0 0,0 1-1,0-1 1,0 0 0,0 1 0,0-1-1,0 1 1,0-1 0,0 0 0,0 1-1,0-1 1,0 1 0,0-1 0,0 0-1,0 1 1,0-1 0,-1 0-1,1 1 1,0-1 0,0 0 0,0 1-1,-1-1 1,1 0 0,0 0 0,-1 1-1,1-1 148,-15 6-6335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29.0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9 7296,'0'-1'176,"-1"1"1,1-1-1,0 1 1,0 0 0,-1-1-1,1 1 1,0-1-1,-1 1 1,1-1-1,0 1 1,-1 0-1,1-1 1,-1 1-1,1 0 1,0-1 0,-1 1-1,1 0 1,-1 0-1,1-1 1,-1 1-1,1 0 1,-1 0-1,0 0 1,1 0-1,-1 0 1,1 0 0,-1 0-1,1 0 1,-1 0-177,1 0 2,0 0 78,0 0 1,0 0-1,0 0 1,0 0-1,0 0 0,0 0 1,0 0-1,0 0 1,0 0-1,0 0 0,0 0 1,0 0-1,0 0 1,0 0-1,0 1 0,0-1 1,0 0-1,0 0 1,0 0-1,-1 0 0,1 0 1,0 0-1,0 0 1,0 0-1,0 0 0,0 0 1,0 0-1,0 0 1,0 0-1,0 0 0,0 0 1,0 0-1,0 0 1,0 0-1,0 0 0,0 0 1,0 0-1,0 0 0,-1 0 1,1 0-1,0 0 1,0 0-1,0 0 0,0 0 1,0 0-1,0 0 1,0 0-1,0 0 0,0 0 1,0 0-1,0 0 1,0 0-1,0 0 0,0 0 1,0 0-1,0 0 1,0 0-1,-1 0 0,1 0 1,0 0-1,0 0-80,2 7 6475,-2-7-5654,0 17 907,-1 70-1010,-1-24-568,3 0 0,6 30-150,-4-70-182,15 107-967,-10-91-4143,3 5 5292,-6-25-5744,4-3 1755</inkml:trace>
  <inkml:trace contextRef="#ctx0" brushRef="#br0" timeOffset="1303.92">316 118 7808,'0'0'230,"-1"-1"1,0 1-1,0-1 1,1 1-1,-1-1 1,1 0-1,-1 1 0,0-1 1,1 0-1,-1 0 1,1 1-1,0-1 1,-1 0-1,1 0 1,0 0-1,-1 1 1,1-1-1,0 0 1,0 0-1,0 0 1,0 0-1,0 0 0,0 0 1,0 0-231,5-25 5341,-1 9-2571,-4 15-2643,0 0-1,0 0 1,1 0-1,-1 0 1,1 0 0,0 0-1,-1 0 1,1 0-1,0 0 1,0 0 0,0 0-1,1 0 1,-1 0-1,0 1 1,1-1 0,-1 0-1,1 1 1,-1-1 0,1 1-1,0 0 1,0 0-1,-1-1 1,3 1-127,3-2 66,1 0 0,0 1 1,0 0-1,0 1 0,1 0 0,-1 0 0,0 1 0,0 0 1,1 0-1,-1 1 0,0 0 0,0 0 0,0 1 1,0 0-1,3 1-66,19 8 30,0 0 0,-2 2 0,12 7-30,-28-13 48,0 0-1,-1 0 1,1 1 0,-2 0 0,1 1 0,1 2-48,-7-7 51,-1 1 0,0 0 0,1 1 0,-2-1 0,1 1 0,-1 0-1,0 0 1,0 0 0,0 0 0,-1 1 0,0-1 0,0 1 0,0 3-51,-1 4 65,0-1 0,-1 1 0,0-1 0,-1 1 0,-1-1 0,0 0-1,0 1 1,-2-1 0,0 0 0,0 0 0,-1-1 0,0 1 0,-1-1 0,-1-1 0,0 1 0,-1-1 0,-3 4-65,5-7 40,-1 0 1,-1-1 0,0 0-1,0 0 1,0 0 0,-1-1-1,0-1 1,0 1 0,-6 1-41,-8 4 73,-1-2 1,1-1-1,-11 2-73,21-6 35,1-1-1,-1-1 1,0 0-1,0-1 0,0-1 1,-1 0-1,1 0 0,-11-3-34,17 2-2,-1 0 0,1-1 0,0-1 1,-1 1-1,1-1 0,1 0 0,-1-1 0,0 1 0,1-1 0,-1-1 0,1 1 0,1-1 0,-1 0 0,1-1 0,-4-3 2,4 2-25,0 0 1,1 0 0,0 0-1,0-1 1,0 0 0,1 1-1,0-1 1,1-1-1,0 1 1,0 0 0,1 0-1,0-1 1,0 1 0,1-1-1,0-3 25,2-16-129,1 0 1,1 1-1,8-28 129,-9 41-472,1-1 0,0 1 0,1 0 0,1 0 0,0 0 0,0 1 0,2 0 0,5-8 472,1 0-1926,11-14-1128,-5 14-2435,-2 11 1884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33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24 596 10112,'-17'0'11075,"11"0"-8271,7 0-993,9-12-163,153-84-267,-64 42-1147,3 5-1,10 1-233,60-28 24,50-21 73,-129 57-77,-33 18 8,-43 16-54,0 0 1,0-1-1,-1-1 0,0 0 0,9-7 26,-19 11-457,-5 4 179,0-1 0,1 0 1,-1 0-1,0 0 0,0 0 1,1 0-1,-1-1 1,0 1-1,0 0 0,0 0 1,0-1-1,-1 1 278,3-17-6531,-3 8 921,0 5 1770</inkml:trace>
  <inkml:trace contextRef="#ctx0" brushRef="#br0" timeOffset="758.9">1609 187 10240,'-6'-2'2340,"-6"-4"2162,12 6-4427,0 0 0,0 0 0,0 0-1,-1 0 1,1 0 0,0 0 0,0 0 0,0 0 0,0 0 0,0 0 0,0 0-1,-1-1 1,1 1 0,0 0 0,0 0 0,0 0 0,0 0 0,0 0-1,0 0 1,0 0 0,0 0 0,0-1 0,0 1 0,-1 0 0,1 0-1,0 0 1,0 0 0,0 0 0,0 0 0,0-1 0,0 1 0,0 0 0,0 0-1,0 0 1,0 0 0,0 0 0,0-1 0,0 1 0,0 0 0,0 0-1,0 0 1,0 0 0,0 0 0,1 0 0,-1-1 0,0 1 0,0 0 0,0 0-1,0 0 1,0 0 0,0 0 0,0 0 0,0 0 0,0-1-75,5-6 4229,2-5-3360,3 4-703,0 0 0,1 1-1,0 0 1,1 1-1,0 0 1,5-2-166,-9 5 4,0 1 0,0 0-1,-1 0 1,1 1 0,0 0-1,0 0 1,1 0 0,-1 1-1,0 1 1,0 0 0,3 0-4,5 2 13,1 1 0,0 1 0,-1 1 0,0 0 0,0 1 0,6 4-13,-13-6 21,0 0 1,-1 1-1,0 0 1,0 0-1,0 1 1,-1 0-1,0 0 1,0 0-1,-1 1 1,0 0-1,4 7-21,-8-11 23,0-1-1,0 1 0,-1-1 0,1 1 0,-1 0 0,0 0 0,0 0 0,0 0 0,0 0 0,0 0 0,-1 0 0,0 0 0,0 0 0,0 0 0,-1 0 0,1 0 0,-1 0 0,0 0 0,0 0 0,0 0 0,-1 0 0,1-1 1,-1 1-1,0-1 0,0 1 0,0-1 0,0 1 0,-1-1 0,0 0 0,0 1-22,-7 5 86,1-1 1,-1 0-1,0-1 1,-1 0-1,0 0 1,0-1-1,-1 0-86,-16 6 162,-1-1-1,-8 2-161,21-8 43,-1 0 1,1-1-1,-1-1 1,1-1-1,-1 0 1,0-1-1,0-1 1,0 0-1,1-1 1,-1-1-1,0-1 1,1 0-1,-4-3-43,16 5-12,0 0 0,0 0 0,0-1 0,0 0 0,1 0 0,-1 0 0,-1-1 12,4 2-13,0 0 1,0-1 0,-1 1-1,1 0 1,0-1 0,0 1-1,0 0 1,0-1 0,0 1 0,1-1-1,-1 0 1,0 1 0,1-1-1,-1 1 1,1-1 0,0 0-1,-1 0 1,1 1 0,0-1-1,0-1 13,1-7-217,0 0 0,1 0 0,0 1 0,0-1 0,1 1 0,1-1 0,0 1 0,0 0 0,0 0 0,3-3 217,11-17-3016,2 0 0,7-8 3016,-8 13-4845,1 0 0,19-16 4845,1 9-3984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05.3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86 178 11136,'-13'-6'3197,"0"-2"571,9 7-1591,6 4 264,-1-2-814,-1-1-667,10 0 603,1-1-1570,1-1 1,0 0 0,0 0-1,3-3 7,18-2-1302,-18 4 226,26-5-2753,-15-2-3325,-13 4 3432</inkml:trace>
  <inkml:trace contextRef="#ctx0" brushRef="#br0" timeOffset="332.54">40 20 14592,'-26'5'5439,"26"-5"-4223,-11 4 416,8-4 192,6 0-1152,-3 0 64,11 3-480,-3 2-160,5-2-64,11-3-32,-2 0 0,6-8-224,-1 5 128,0-6-1728,5 6 1024,-5-9-6719,0 7 4159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7:56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57 7296,'1'-2'955,"0"-1"0,-1 1 0,1-1 1,0 0-1,-1 0 0,1 1 0,-1-1 1,0 0-1,0-2-955,3-5 3629,-1 6-2161,-3 7-549,-3 10-682,1 0 1,1 1 0,0-1 0,1 0-1,0 2-237,-3 26 150,-15 58 194,-18 53-344,-2 12 243,23-101 292,-5 9-535,12-41 286,7-26-206,3-8 2,4-13 7,27-135-176,9-34-29,-33 157 99,35-117-81,-32 111 97,3 1 1,0 0-1,5-3 1,-18 33 5,21-32 77,-20 33-72,-1 0 0,0 0 0,1 0 0,0 1 0,-1-1 0,1 1-1,0-1 1,0 1 0,0 0 0,-1 0 0,1 0 0,0 0 0,1 0 0,-1 0-1,0 0 1,0 1-10,-1 0 13,0 0 0,0 0-1,0 0 1,0 0 0,0 0-1,0 0 1,0 0 0,0 1-1,0-1 1,0 0 0,0 1-1,0-1 1,0 1 0,0-1-1,-1 1 1,1-1 0,0 1-1,0 0 1,-1-1-1,1 1 1,0 0 0,-1 0-1,1-1 1,0 2-13,11 22 118,-9-19-76,20 54 132,9 39-174,-11-33 2,25 93 39,-3-8-1095,-35-124-1939,3 19 2993,-9-34-2153,0 1 1,-1-1 0,0 3 2152,-4-4-4539,2-2 1494</inkml:trace>
  <inkml:trace contextRef="#ctx0" brushRef="#br0" timeOffset="357.95">206 409 10496,'-38'0'6975,"37"0"-6580,-1 1-1,1 0 0,0-1 0,0 1 0,0 0 1,0 0-1,0 0 0,0 0 0,0 0 0,0 0 0,0 0 1,1 0-1,-1 0 0,0 0 0,1 0-394,-1 0 145,0 0 1,1 0-1,-1-1 0,1 1 1,-1 0-1,1 0 0,-1 0 0,1 0 1,0-1-1,-1 1 0,1 0 1,0 0-1,0 0 0,0 0 0,-1 0 1,1 0-1,0 0 0,0 0-145,2-1 106,0 0-1,0 0 0,0 0 1,0 0-1,-1-1 0,1 1 1,0-1-1,0 1 0,1-2-105,-3 2 7,67-21-1345,30-4 1338,7-2-1937,-64 13-2057,-3 2 1172</inkml:trace>
  <inkml:trace contextRef="#ctx0" brushRef="#br0" timeOffset="5161.95">1007 259 8320,'0'-2'656,"0"-1"0,0 0 0,1 1 0,-1-1 0,1 1 0,-1-1 0,1 1 0,0-1-656,2-11 5187,-6-23-2108,3 34-2898,-1-3 248,0 1-1,0-1 1,-1 0 0,0 1 0,0-2-429,1 5 95,0 0 1,0 1-1,0-1 1,0 1-1,0-1 0,0 1 1,0-1-1,-1 1 1,1-1-1,0 1 1,-1 0-1,0 0 1,1 0-1,-1 0 1,1 0-1,-1 0 1,0 0-1,0 0 1,0 0-96,-3 0 54,1 1 0,0-1 0,-1 1 0,1-1 0,-1 1 0,1 0 0,0 1 0,-1-1 0,1 1 0,0 0 0,-1 0 0,1 0 0,0 1 0,0-1 0,0 1 0,-2 1-54,-8 5 42,0 1 0,1 0 0,-10 9-42,9-7 17,-4 3 22,0 1-1,1 1 0,1 1 1,1 0-1,-9 13-38,18-21 7,0 0 0,0 0 0,1 0 0,0 1 0,1 0 0,0 0 0,0 0 0,1 0 0,1 1 0,0-1 0,0 1 0,1 0 0,0 2-7,1-9 2,0 1-1,0 0 1,1-1 0,0 1-1,-1-1 1,2 1-1,-1-1 1,0 1 0,1-1-1,0 0 1,0 1-1,0-1 1,0 0 0,1 0-1,0-1 1,0 1-1,0-1 1,0 1-1,0-1 1,1 0 0,-1 0-1,1 0 1,0-1-1,0 1 1,0-1 0,0 0-1,0 0 1,3 1-2,6 1-39,0-1 0,0 0 1,0-1-1,0 0 0,0-1 0,0 0 1,1-1-1,-1 0 0,7-2 39,30-5-1200,-1-1 0,24-8 1200,-22 2-8933,10-7 8933,-18 8-3978</inkml:trace>
  <inkml:trace contextRef="#ctx0" brushRef="#br0" timeOffset="5700.63">1449 199 12032,'-15'-3'3978,"14"2"-3608,0 1 0,0-1-1,0 1 1,0-1 0,1 1 0,-1-1 0,0 0-1,0 1 1,1-1 0,-1 0 0,0 0-1,0 0-369,-1-3 1416,6 7-133,-3-2 24,-1-1-491,0 0-38,0 0-287,1 2-367,1 0 0,-1 0 0,0 0 0,0 0 0,0 1 0,0-1 0,0 0 0,0 2-124,19 73 288,4 35-288,14 52-1253,-33-145 9,1 0 0,3 3 1244,-6-16-1756,0 1 1,1-1 0,0 1-1,2 2 1756,-4-7-586,-2-1 375,0-1-1,1 1 1,-1-1 0,0 0-1,0 1 1,1-1 0,-1 1-1,0-1 1,1 0 0,-1 1-1,0-1 1,1 0-1,-1 1 1,1-1 0,-1 0-1,0 0 1,1 1 0,-1-1-1,1 0 1,-1 0-1,1 0 1,-1 0 0,1 0-1,-1 1 1,1-1 0,-1 0-1,1 0 1,-1 0-1,0 0 1,1 0 0,-1-1-1,1 1 1,-1 0 0,1 0-1,-1 0 1,1 0-1,-1 0 1,1-1 211,9-3-3317</inkml:trace>
  <inkml:trace contextRef="#ctx0" brushRef="#br0" timeOffset="6047.68">1431 199 15360,'-49'0'10431,"55"-2"-10193,0 0-1,0 0 1,-1 0 0,1-1-1,-1 0 1,1 0-1,-1 0 1,3-3-238,11-6 83,38-17-1704,1 3 0,12-3 1621,-52 22-1946,17-6-2052,-10 6-1759,-2 6 1949</inkml:trace>
  <inkml:trace contextRef="#ctx0" brushRef="#br0" timeOffset="6402.31">1453 426 15360,'-27'23'5695,"27"-23"-4415,-5 9 128,5-9 64,10 0-928,-2-5 64,6 5-352,4-7-256,6-2 0,3-7 64,5 7-32,0-6-640,3 3 320,7-5-2272,-7 6 1408,-3 2-6207,0 6 4127</inkml:trace>
  <inkml:trace contextRef="#ctx0" brushRef="#br0" timeOffset="8690.15">2346 195 7936,'-1'0'319,"1"0"1,-1 0-1,1 0 1,-1-1-1,1 1 0,-1 0 1,1 0-1,-1-1 1,1 1-1,0 0 1,-1-1-1,1 1 1,-1 0-1,1-1 1,0 1-1,-1-1 0,1 1 1,0-1-1,-1 1 1,1 0-1,0-1 1,0 1-1,0-1 1,-1 0-1,1 1 1,0-1-1,0 1 0,0-1 1,0 1-1,0-1 1,0 1-1,0-1-319,0 0 1383,0-9 189,1 8-1366,-1 0 0,0-1 1,0 1-1,0 0 0,0-1 1,0 1-1,0 0 0,-1-1 0,1 1 1,-1 0-1,1-1 0,-1 1 1,0 0-1,0 0 0,0 0 0,0 0 1,-1 0-1,1-1-206,-6-4 508,5 5-420,0-1 1,0 1 0,-1 0 0,1 0 0,-1 0-1,1 0 1,-1 0 0,0 1 0,1-1 0,-1 1-1,0-1 1,-2 1-89,0-1 14,-1 1 1,0 0-1,0 0 0,0 0 0,0 1 0,0 0 1,0 0-1,0 1 0,0-1 0,0 1 1,0 1-1,0-1 0,0 1 0,1 0 0,-1 0 1,-4 3-15,0 1-17,0 0-1,0 0 1,1 1 0,0 0 0,0 1 0,1 0 0,0 0 0,-5 8 17,-2 2-31,2 1 0,0 1-1,1 0 1,1 0 0,1 1 0,1 0 0,0 1 0,2 0 0,0 3 31,4-12-9,1-1 0,1 0 0,0 0 0,0 1 0,1-1 0,1 1 0,0-1 0,1 4 9,0-7 3,1 1 0,-1-1-1,2 0 1,-1 0 0,1-1 0,0 1 0,1-1 0,0 0 0,0 0 0,1 0 0,3 2-3,-5-5-13,0-1 0,0 0 0,0 0 0,1 0 0,-1-1-1,1 1 1,0-1 0,0 0 0,0-1 0,1 1 0,-1-1 0,1 0 0,-1 0 0,1-1 0,0 1 0,-1-1 0,1-1 0,0 1 0,0-1 0,5 0 13,0-1-115,-1-1 0,0 0 1,1 0-1,-1-1 0,0 0 0,0 0 1,0-2-1,-1 1 0,2-2 115,-6 3-57,0 0-1,0 0 0,0-1 0,-1 0 0,0 0 0,0 0 0,0 0 0,1-2 59,-3 3-4,0 1 0,-1-1 0,1 0 1,0-1-1,-1 1 0,0 0 0,0 0 1,0-1-1,0 1 0,0 0 0,-1-1 1,1 1-1,-1-4 3,0 4 157,0 0 0,0 0 0,0-1-1,-1 1 1,1 0 0,-1 0 0,0 0 0,0 0 0,0 0 0,0 0-1,-1 0 1,1 0 0,-1 0 0,0 0 0,0 1 0,0-1-1,-1-1-155,2 3 41,1 1 0,-1 0 0,1-1 0,0 1 0,-1-1 0,1 1 0,0-1 0,0 1 0,-1-1 0,1 1 0,0-1 0,0 1 0,0-1 0,0 1 0,0-1 0,0 1 0,0-1 0,-1 1 0,1-1 1,1 1-1,-1-1 0,0 1-42,2-2 234,2 6 36,32 60 178,-7-10-1958,-8-21-4143,-16-24-341,4 0 1845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0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12 180 6144,'-1'-1'581,"0"-1"1,0 1-1,0 0 1,0-1-1,0 0 0,0 1 1,0-1-1,1 0 1,-1 1-1,0-1 0,1 0 1,-1 0-1,1 1 1,0-3-582,0-27 6965,1 10-4945,-1 11-1039,0 7-690,0-1 0,0 0 1,0 0-1,1 0 1,-1 0-1,1 0-291,0 2 23,-1 1 0,1-1 0,0 1 0,-1-1 0,1 1 0,0 0 0,0 0 0,0-1 0,0 1 0,0 0 0,0 0 0,0 0 0,1 0 0,-1 0 0,0 0 0,0 1 0,1-1-23,14-7 15,0 1 0,0 1 0,0 1 0,0 0 0,1 2 0,0-1 0,0 2 0,0 0 0,0 1 0,0 1 0,14 1-15,-26 0 12,0-1 1,0 1-1,-1 0 1,1 0-1,0 1 0,0-1 1,-1 1-1,1 0 1,0 0-1,-1 0 1,3 3-13,-5-4 4,0 1 1,0-1 0,-1 1 0,1-1 0,0 1 0,-1 0 0,1 0 0,-1 0 0,0 0 0,0 0 0,1 0 0,-1 1 0,-1-1 0,1 0 0,0 0 0,0 1 0,-1-1 0,1 0 0,-1 1 0,0-1 0,0 1 0,0-1 0,0 0 0,0 2-5,-2 5 11,0 1-1,0-1 1,-1 0 0,0-1-1,-1 1 1,0 0 0,0-1-1,-1 0 1,-2 3-11,-3 4 19,-1-1-1,-1 0 1,0 0 0,-7 5-19,-10 6-142,-24 15 142,29-22-88,22-16 76,-18 14-89,19-15 95,0-1-1,1 1 1,-1 0-1,0-1 1,1 1-1,-1 0 1,0 0-1,1-1 1,-1 1-1,1 0 1,0 0-1,-1 0 1,1 0-1,-1-1 1,1 1-1,0 0 1,0 0-1,0 0 1,-1 0-1,1 0 1,0 0-1,0 0 7,1 0-6,1 0-1,-1 0 0,0 0 1,0 0-1,0 0 0,1 0 1,-1 0-1,0-1 0,1 1 1,-1 0-1,1-1 0,-1 1 1,0-1-1,1 0 0,-1 0 1,1 1-1,-1-1 0,1 0 1,0 0 6,8 2-2,54 11 7,-41-8 44,1 0 1,-1 1-1,0 1 0,0 1 0,4 4-49,-23-10 5,1 1 0,-1 0 0,0 0-1,0 0 1,0 0 0,3 4-5,-6-6 9,0 0 0,1 1 1,-1-1-1,0 1 0,0-1 0,0 1 0,-1-1 0,1 1 0,0-1 0,0 1 1,-1 0-1,1-1 0,-1 1 0,0 0 0,1 0 0,-1-1 0,0 1 0,0 0 1,0 1-10,-1 0 6,1-1 1,-1 1-1,0 0 1,0-1-1,0 1 1,-1 0 0,1-1-1,-1 1 1,1-1-1,-1 0 1,0 0-1,0 1 1,0-1 0,0 0-7,-3 2 6,1 0 0,-2 0 0,1-1 1,0 0-1,-1 0 0,-3 2-6,-7 1-38,-1 0 1,0-1-1,0 0 0,-2-1 38,2-1-463,1 0 0,-1-1 0,0-1 0,1 0 0,-1-1 0,-15-3 463,27 3-428,-1-1 0,1-1 0,-1 1 0,1-1 0,0 1 0,0-2 0,-1 1 0,-2-3 428,6 4-369,0-1 0,0 1 0,0-1 0,0 0 1,0 0-1,0 0 0,1 0 0,-1 0 1,1 0-1,0 0 0,-1-1 0,1 1 0,0 0 1,0-1-1,1 1 0,-1-1 0,0 1 0,1-1 1,-1 1-1,1-2 369,1-21-4208,6 4 1403</inkml:trace>
  <inkml:trace contextRef="#ctx0" brushRef="#br0" timeOffset="533.31">512 253 11008,'-6'-13'5094,"5"13"-4904,1 0 0,0 0 0,0-1 1,-1 1-1,1 0 0,0 0 0,0-1 0,0 1 0,-1 0 0,1-1 0,0 1 0,0 0 0,0-1 1,0 1-1,0 0 0,0-1 0,-1 1 0,1 0 0,0-1 0,0 1 0,0 0 0,0-1 0,0 1 1,1 0-1,-1-1 0,0 1-190,12-12 2821,-11 10-2695,1 0 0,-1 0-1,1 0 1,0 1 0,0-1-1,0 0 1,2 0-126,18-11 125,-13 8-98,0-1 0,0 2 0,1-1 0,-1 1 0,1 1 0,0 0 0,0 0 0,2 0-27,0 2 6,1 0-1,0 1 1,0 1-1,0 0 1,-1 0-1,1 1 1,0 1-1,-1 0 1,10 4-6,1 2 26,1 1 0,-1 1 1,-1 1-1,8 6-26,-22-13 73,-1 1 0,0 0 1,0 0-1,0 0 0,0 1 1,-1 0-1,0 0 0,3 6-73,-7-10 57,1 1-1,-1 0 1,0 0-1,-1-1 0,1 1 1,0 0-1,-1 1 1,0-1-1,0 0 1,0 0-1,-1 0 0,0 1 1,1-1-1,-1 0 1,-1 1-1,1-1 1,-1 0-1,1 0 1,-2 3-57,-1 0 90,0 0 0,0-1 1,-1 1-1,0-1 0,-1 1 1,1-1-1,-1-1 1,0 1-1,-1-1 0,1 1 1,-1-2-1,0 1 1,0-1-1,-1 1 0,1-2 1,-2 1-91,-18 9 270,0-1 1,-1-1-1,-13 2-270,32-10 30,-5 2 24,-1-1 0,1 0 0,-1-1 0,0-1 0,0 0 0,0 0 0,0-2 0,-3 0-54,4 0 9,-1-2 1,1 1-1,-1-2 0,-2-1-9,10 3-22,0-1 0,0 0 0,0-1 1,1 1-1,-1-1 0,1 0 0,-1-1 1,1 1-1,0-1 0,-3-4 22,3 3-52,0-1-1,0 1 1,0-1 0,1-1-1,0 1 1,1 0-1,-1-1 1,1 0 0,0 0-1,1 0 1,0 0 0,-1-7 52,1 4-361,1 0 0,0 0 0,1 0 0,1 0-1,-1 0 1,1 0 0,1 1 0,0-1 0,1-2 361,2-4-1241,0 1-1,1 0 1,1 0-1,0 0 1,6-7 1241,-3 5-2376,1 2 0,1-1 0,1 2 0,5-6 2376,22-16-3866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6:30.046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05" units="cm"/>
      <inkml:brushProperty name="height" value="0.05" units="cm"/>
      <inkml:brushProperty name="color" value="#5B2D90"/>
    </inkml:brush>
    <inkml:brush xml:id="br2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24 711 6528,'-1'-1'203,"1"1"0,-1 0 1,0 0-1,1 0 0,-1 0 1,0 0-1,1 0 0,-1 0 0,1 0 1,-1 0-1,0 1 0,1-1 1,-1 0-1,0 0 0,1 1 0,-1-1 1,1 0-1,-1 0 0,1 1 1,-1-1-1,0 1 0,1-1 0,0 1 1,-1-1-1,1 1 0,-1-1 1,1 1-1,-1-1 0,1 1 0,0-1 1,0 1-1,-1 0 0,1-1 1,0 1-1,0-1 0,0 1-203,-5 8 4244,5-7-3615,0 0 0,-1 0 1,1-1-1,0 1 0,0 0 0,0 0 0,1 0 0,-1 0 0,0 0-629,1 11 3522,0-12-3501,-1-1 1,0 0-1,1 0 0,-1 0 1,1 0-1,-1 0 0,1 0 1,-1 0-1,0 0 0,1 0 1,-1 0-1,1 0 0,-1 0 1,1 0-1,-1 0 0,0-1 1,1 1-1,-1 0 0,1 0-21,42-24 227,25-19-227,1 0-3,32-15 110,82-33-107,-61 37 70,201-89 137,-218 93-1138,-37 15-79,-52 23-1618,-8 5-885,1 2-3780,-4 4 3437</inkml:trace>
  <inkml:trace contextRef="#ctx0" brushRef="#br0" timeOffset="648.75">1430 100 10112,'-2'-1'814,"-2"-1"2199,6 1 141,-1 1-525,-1 0-901,0 0-165,0 0-577,0 0 76,0 0-358,0 17 661,-1-4-1263,-1 1 0,0-1 0,0 0 1,-2 0-1,-3 10-102,1-6 36,1 1 0,2-1-1,-1 4-35,3-15 4,0 0 0,1 0-1,-1 0 1,2 0 0,-1 0-1,0 1 1,1-1-1,1 1-3,-1-4 0,0-1 0,0 1 0,0-1 0,0 0 0,1 0 0,-1 1 0,1-1-1,0 0 1,-1 0 0,1 0 0,0-1 0,0 1 0,0 0 0,0-1 0,1 0 0,-1 1-1,0-1 1,1 0 0,-1 0 0,2 1 0,5 1 1,0-1 0,0 1 0,1-1 1,-1-1-1,0 0 0,9 0-1,13-1-427,15-2 427,-9 0-572,35-5-2153,-24 1-1123,-1 4-3738,-23 5 3922</inkml:trace>
  <inkml:trace contextRef="#ctx0" brushRef="#br0" timeOffset="988.32">1673 83 11904,'-20'0'3898,"20"0"-3848,0 0-1,0 0 0,-1 0 1,1 0-1,0 0 1,0 0-1,0 0 0,-1 0 1,1 0-1,0 0 1,0 0-1,0 0 1,0 0-1,-1 0 0,1 0 1,0 0-1,0 0 1,0 0-1,0 0 0,-1 0 1,1 0-1,0 1 1,0-1-1,0 0 0,0 0 1,0 0-1,-1 0 1,1 0-1,0 0 1,0 1-1,0-1 0,0 0 1,0 0-1,0 0-49,-7 9 1637,6 2 3509,2 33-3636,1 2-899,-2 29-611,-1-25-1159,2 13 1159,1-45-1513,0-1 0,1 1-1,2 2 1514,3 2-3127,1-8-2049,0-1 1560</inkml:trace>
  <inkml:trace contextRef="#ctx0" brushRef="#br0" timeOffset="1405.98">1913 226 15872,'0'0'205,"0"0"1,0 0 0,0 0 0,-1 0 0,1 0 0,0 0 0,0 0 0,0 0-1,-1 0 1,1 0 0,0 0 0,0 0 0,0 0 0,-1 0 0,1 0 0,0 0-1,0 0 1,0 0 0,-1 0 0,1 0 0,0 0 0,0 0 0,0 0 0,0 0-1,-1-1 1,1 1 0,0 0 0,0 0 0,0 0 0,0 0 0,0 0 0,0-1-1,-1 1 1,1 0 0,0 0 0,0 0 0,0-1-206,5-5 2321,16-7-2116,-6 5-166,1 1 1,0 0-1,0 1 0,0 1 0,1 0 0,0 1 0,17-1-39,-27 4 5,0 0 0,1 1 0,-1 0 0,0 1 0,1 0 0,-1 0 0,0 0 0,0 1 0,0 0 0,0 1 0,0-1 0,0 1 0,-1 1 0,1-1 0,-1 1 0,0 0 0,0 1 0,-1-1 0,1 1 0,0 1-5,0 1 43,0-1 1,-1 1-1,1 0 1,-2 0-1,1 0 1,-1 1-1,0 0 1,-1 0-1,0 0 1,0 0-44,-2-3 47,0-1 0,0 0 1,0 0-1,-1 0 0,1 1 1,-1-1-1,-1 0 0,1 1 1,0-1-1,-1 0 0,0 0 1,0 0-1,0 0 0,-1 0 1,1 0-1,-1 0 0,0 0 1,0 0-1,0 0 0,-1-1 1,0 2-48,-3 1 91,0 0 0,0 0-1,0-1 1,-1 1 0,0-2 0,0 1 0,0-1 0,0 0 0,-1 0-1,1-1 1,-1 0 0,0 0 0,0-1 0,0 0 0,-1-1 0,-7 1-91,1 0 23,-1-2 0,1 0 1,0 0-1,0-1 0,-1-1 1,1-1-1,1 0 0,-1-1 1,0-1-24,8 3-47,1-1-1,-1 0 1,1 0 0,0 0 0,0-1-1,0 0 1,1 0 0,-1-1 0,1 1 0,0-1-1,0 0 1,1-1 0,-4-3 47,6 6-173,0-1 1,0 1-1,1 0 0,-1-1 1,1 1-1,0-1 0,0 1 0,0-1 1,0 1-1,1-1 0,-1 0 1,1 0-1,0 1 0,0-1 1,0 0-1,1 1 0,-1-1 0,1 0 1,0 1-1,0-1 0,0 1 1,1-1-1,-1 1 0,1-1 1,0 1-1,1-1 173,5-10-2111,2 0-1,-1 1 1,2 1 0,0-1 0,0 2-1,1-1 1,1 2 0,1-1 2111,39-19-4224</inkml:trace>
  <inkml:trace contextRef="#ctx0" brushRef="#br1" timeOffset="66116.07">1335 724 10624,'-18'2'5487,"12"-1"-2920,7-1-131,0 2 1590,-1-2-3980,1 0-1,-1 0 1,0 0 0,0 0 0,0 0-1,0 1 1,0-1 0,0 0-1,0 0 1,0 0 0,0 0 0,0 0-1,0 0 1,0 0 0,1 0 0,-1 0-1,0 0 1,0 0 0,0 1-1,0-1 1,0 0 0,0 0 0,0 0-1,1 0 1,-1 0 0,0 0 0,0 0-1,0 0 1,0 0 0,0 0-1,0 0 1,1 0 0,-1 0 0,0 0-1,0 0 1,0 0 0,0 0 0,0-1-1,0 1 1,0 0 0,1 0-1,-1 0 1,0 0 0,0 0 0,0 0-1,0 0 1,0 0 0,0 0-1,0 0-45,40-23 466,-2-1-1,-1-1 0,18-18-465,54-36 124,148-77-75,-225 138-66,113-61 50,-43 25 270,6-10-303,-58 32-748,62-42 1609,-78 47-4698,-2-1-4358,-22 24-1944,-2 6 6417</inkml:trace>
  <inkml:trace contextRef="#ctx0" brushRef="#br1" timeOffset="66986.84">2682 226 14080,'-30'0'8042,"52"-5"-3890,32-13-4495,-39 13 705,15-5-325,10-4-6,19-2-31,-46 13 31,1 0 1,0 1-1,0 1 0,0 0 0,0 1 1,5 1-32,-17-1 11,-1 0 0,1 0 0,-1 0 0,1 1 0,-1-1 0,1 0 0,-1 1 0,0-1 0,1 1 1,-1-1-1,0 1 0,1-1 0,-1 1 0,0 0 0,0 0 0,1 0 0,-1 0 0,0 0 0,0 0 1,0 0-1,0 0 0,0 0 0,-1 0 0,1 0 0,0 1 0,-1-1 0,1 0 0,0 1 0,-1-1 1,1 0-1,-1 1 0,0-1 0,0 1 0,1-1 0,-1 1 0,0-1 0,0 1 0,0-1 0,0 0 1,-1 1-1,1-1 0,0 1 0,-1-1 0,1 1 0,-1-1 0,1 0 0,-1 1 0,1-1 1,-2 1-12,-4 8 65,0 0 0,-1-1 0,0 0 0,0 0 1,-1-1-1,-1 0 0,1 0 0,-1 0-65,-35 34 70,38-35-98,4-5 5,0 0 0,0 0 0,0 0 0,0 1 0,1-1 0,-1 0 0,0 3 23,1-4-3,1 0 1,0-1-1,0 1 0,0-1 1,0 1-1,0 0 1,0-1-1,0 1 1,0-1-1,0 1 0,0 0 1,1-1-1,-1 1 1,0-1-1,0 1 0,1-1 1,-1 1-1,0 0 1,1-1-1,-1 1 0,0-1 1,1 0-1,-1 1 1,1-1-1,-1 1 0,0-1 1,1 0-1,-1 1 1,1-1-1,0 0 1,-1 1-1,1-1 0,-1 0 1,1 0-1,-1 1 1,1-1-1,0 0 0,-1 0 1,1 0-1,-1 0 3,17 5 0,0-1-1,1-1 0,-1 0 1,2-1 0,-7-1 1,1 0 1,-1 1-1,0 0 1,0 1-1,-1 1 0,1 0 1,-1 0-1,1 1 1,0 1-2,-10-5 5,0 1 0,0-1 1,0 0-1,-1 1 0,1 0 1,0-1-1,-1 1 0,1 0 0,-1 0 1,0 0-1,0 0 0,1 0 1,-1 0-1,0 0 0,-1 0 0,1 0 1,0 1-1,-1-1 0,1 0 1,-1 0-1,1 1-5,-1 1 9,0 0-1,-1-1 1,1 1 0,-1 0-1,1-1 1,-1 1 0,0 0-1,-1-1 1,1 1 0,-1-1-1,1 0 1,-1 1 0,-1 0-9,-5 6 20,0 0 0,-1 0 0,0-1 0,0-1 0,-1 1 0,-7 3-20,6-3 2,-7 5-177,-1-1 0,0-1 0,-1-1 0,0 0 0,-1-1 0,-4 0 175,18-7-342,-1-1-1,0 0 1,0 0 0,0-1 0,-1 0 0,-1 0 342,7-1-315,0 1 1,-1-1 0,1 0-1,-1-1 1,1 1 0,0-1-1,-2 0 315,4 1-151,1 0-1,-1-1 0,0 1 0,0 0 1,0-1-1,1 1 0,-1-1 1,0 1-1,1-1 0,-1 1 0,0-1 1,1 0-1,-1 1 0,1-1 1,-1 0-1,1 1 0,-1-1 0,1 0 1,-1 0-1,1 1 0,0-1 0,-1 0 1,1 0-1,0 0 0,0 0 1,0 1-1,0-1 0,0 0 0,0 0 1,0-1 151,4-19-5179,3 1 1617</inkml:trace>
  <inkml:trace contextRef="#ctx0" brushRef="#br1" timeOffset="67461.56">3316 351 12544,'-8'-4'1791,"7"3"-1274,-1 0-1,1 1 0,-1-1 1,0 1-1,1-1 0,-1 1 1,1 0-1,-1-1 1,0 1-1,1 0 0,-2 0-516,11-7 5283,-1 1-4930,1 0 0,0 0 0,4-2-353,-4 4 43,26-14 14,24-8-57,-46 21-5,1 1 0,0 0-1,0 1 1,0 0 0,1 1 0,7 0 5,-8 2 33,1 0 1,0 0 0,0 1-1,-1 1 1,1 1 0,-1-1-1,0 2 1,1 0 0,-2 1-1,1 0 1,0 1 0,-1 0-1,11 8-33,-19-11 34,-1-1 0,0 1-1,0 0 1,0 0 0,-1 0-1,1 1 1,-1-1 0,1 1 0,-1-1-1,0 1 1,0 0 0,-1 0-1,1 0 1,-1 0 0,0 0 0,0 0-1,0 0 1,-1 0 0,1 0-1,-1 0 1,0 0 0,0 1-1,-1 0-33,0 3 63,0 0 0,-1 0 0,0 0 0,0 0 0,0 0 0,-1 0-1,-1-1 1,1 1 0,-1-1 0,-1 0 0,-4 6-63,-4 4 156,0-2 0,-1 0 1,-1 0-1,-1-1 0,0-1 1,-12 8-157,14-13 98,1 0 1,-1 0-1,-1-1 0,0-1 1,1 0-1,-2-1 1,1-1-1,-1 0 1,0-1-99,9-2 2,0-1 1,0 0 0,1 0-1,-1 0 1,0 0 0,0-1-1,1 0 1,-1-1 0,1 0-1,-4-1-2,6 1-63,-1 0-1,1 0 1,0-1-1,-1 1 0,1-1 1,1 0-1,-1 0 0,0-1 1,1 1-1,0-1 0,-1 0 1,1 0-1,1 0 1,-1 0-1,1 0 0,-1-1 1,1 1-1,1-1 0,-1 1 1,0-1-1,1 0 0,0-3 64,-1-1-695,0 0-1,1 0 1,0-1-1,1 1 1,0 0-1,1-1 1,0 1 0,0 0-1,1-1 1,0 1-1,1-2 696,14-24-3243</inkml:trace>
  <inkml:trace contextRef="#ctx0" brushRef="#br2" timeOffset="122730.38">2615 675 11392,'-15'2'5572,"9"-1"-2273,7 0-784,20 5 866,-5-7-3089,-1-1 0,1-1 0,-1 0 1,0-1-1,0-1 0,-1 0 0,4-3-292,-10 5 62,156-66 375,-70 29-378,172-65-21,-185 74-28,545-224-2463,-578 235 801,7-4-2707,-21 6-2291,-14 5 2810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34.2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99 13952,'-4'-16'6559,"3"8"-5433,3 6-860,-1 1 1,1-1 0,-1 1 0,1-1 0,0 1-1,0 0 1,0-1 0,0 1 0,0 0-1,0 0 1,0 0 0,1 0-267,0 0 153,20-10 30,1 2 0,1 0 0,0 2-1,0 1 1,0 1 0,25-2-183,-29 5 9,-1 1 0,0 1 0,0 1 0,0 1 0,0 1 1,0 1-1,0 0 0,-1 1 0,4 3-9,-15-5 40,0 1 1,0 0-1,0 0 1,0 1-1,-1 0 1,1 0-1,-1 1 1,-1 0-1,7 6-40,-11-9 39,0-1-1,0 1 1,0 0-1,0-1 1,0 1-1,0 0 0,-1 0 1,1 0-1,-1 0 1,0 1-1,0-1 1,0 0-1,0 0 1,-1 1-1,1-1 1,-1 1-1,0-1 0,0 0 1,0 1-1,0-1 1,-1 1-1,1-1 1,-1 0-1,0 0 1,0 1-1,0-1 0,-1 2-37,-2 0 70,0 1 0,0-1 1,0 0-1,0 1 0,-1-2 1,0 1-1,0-1 0,0 1 1,-1-1-1,1-1 0,-1 1 1,0-1-1,0 0 0,-1 0-71,-18 7 198,0 0 1,-23 4-199,39-12 34,-19 7 61,0-2 0,-1-2 0,1 0 0,-2-2-1,-7-1-94,2-1 176,-33-4-176,53 1 24,-1 0 1,1-1 0,0-1-1,0 0 1,-13-6-25,22 7-4,-3 0-26,0-2 0,0 1 0,1-1 0,-7-5 30,13 9-40,0 0 1,0-1 0,1 1 0,-1-1 0,0 0 0,1 1 0,-1-1 0,1 0 0,0 0-1,0 0 1,-1 0 0,1 0 0,1 0 0,-1 0 0,0-1 0,0 1 0,1 0 0,-1 0 0,1-1-1,0 1 1,0 0 0,0-1 0,0 0 39,1-1-233,0 0 0,0-1 0,0 1 0,1 0 0,0 0 0,0 0 0,0 0 0,0 0 0,1 0 0,-1 1 0,1-1 0,0 1 0,0-1 1,0 1-1,1 0 0,0 0 233,7-6-1318,1 0 1,0 1-1,1 1 1,10-5 1317,43-18-6037,3 4 1920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47.388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0 465 4224,'0'0'1445,"0"0"-826,0 0 63,0 0 300,11-14 3562,-2 15-445,48 5-1745,-43-5-1938,0 0 0,0 1 0,-1 0 0,9 4-416,34 5 698,-35-8-566,0-2 0,0 0 0,1-1 0,-1 0 0,0-2 0,0-1 0,0-1 0,1-1-132,-1 0 216,-1 1-1,5 1-215,18-5 177,23-4 190,60-2-367,67 3 189,-118 8-62,-35-1 111,18-4-238,17-2 135,-48 7-113,96-7 474,20 4-496,-56 4 256,33-7-256,-92 6 2,83-9 7,0 4 1,33 5-10,219 0 123,-273-5 72,7-1-108,-23 7 52,184-11 197,65-16-352,-6 5 84,-82 7-99,186-9 31,-179 14-69,493-14 261,-594 23-186,154-5-7,-31 4 1,-188 4 0,222-9 44,2 0-8,-106 1-118,-81 1 143,-71 5-43,135-7 33,-70 6-51,-55 3 0,14-3 0,109-7 6,36-4-6,-43-2-6,-124 14 79,6 3-73,-11 0 114,30-4-114,-18-2 48,-8 2-27,13-4-21,-11 2 6,-29 4-259,-1 0 1,1-2-1,4-1 253,0 0-2904,-1 0 0,7 0 2904,25-4-7823,-16 0 4287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49.459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12 6 6400,'-11'-5'3447,"11"5"-3343,0 0 0,0 0 0,0 0 0,0 0-1,0 0 1,0 0 0,0 0 0,0 0 0,0 0 0,0 0 0,0 0 0,0 0 0,0 0-1,0 0 1,0 0 0,0 0 0,0 0 0,0 0 0,0 0 0,0 0 0,0 0 0,0 1 0,0-1-1,0 0 1,0 0 0,0 0 0,0 0 0,0 0 0,0 0 0,0 0 0,0 0 0,0 0 0,0 0-1,0 0 1,0 0 0,0 0 0,0 0 0,0 0 0,0 0 0,0 0 0,0 0 0,0 0-1,0 0 1,0 0 0,0 0 0,0 0 0,0 0 0,0 0-104,15 13 7698,-6-7-9052,51 41 2462,-20-17-459,-2 2-1,2 5-648,24 21 547,6 8-70,-51-46-442,90 87 263,-87-88-153,0-1 0,1-1 0,1-2-1,10 5-144,59 28 143,47 26 289,-108-55-382,-1 2 0,-1 0 1,8 10-51,2 5 173,-1 1 0,31 40-173,-42-44 56,0-1 0,2-1 0,2-1 0,19 13-56,32 14 160,3-4 0,55 23-160,77 47 235,1 26 95,-15-6-160,-35-22-36,-134-98-107,1 3-8,1-3-1,37 18-18,84 25 79,-92-40-73,-2 2 0,-1 3-1,28 19-5,87 77 188,3 2-24,88 23 5,-238-135-130,89 44 169,124 45-208,-160-73 35,50 30-35,-84-36 10,0 2 0,-2 3-1,4 7-9,44 43 91,-57-47-43,1-2 0,24 14-48,18 2 54,3-5 1,37 13-55,-25-12 30,155 84 87,-145-71-109,-2 5 0,41 36-8,65 63 144,-111-82-75,-66-56-63,2-1 0,16 7-6,-11-6-70,8 2 146,21 7-76,-31-16 87,0 3-1,-2 0 1,11 10-87,-8-2 21,-2 1 0,-1 2 1,-1 2-1,-2 1 0,12 17-21,-24-23 16,-12-13-14,0-2 0,2 1 1,-1-1-1,2-1 1,-1 0-1,2-1 0,6 4-2,-11-9 115,-6-4-238,1 1 0,-1-1-1,1 0 1,0 0 0,-1-1-1,1 1 1,4 0 123,-6-2-332,0 1-1,-1-1 1,1 0-1,0 0 1,0-1-1,0 1 1,0 0 0,0-1-1,-1 1 1,1-1-1,0 1 1,0-1-1,-1 0 1,1 0 0,0 0-1,-1 0 1,1 0-1,-1 0 1,1 0-1,0-2 333,20-18-6399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51.812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9 4227 6656,'-4'1'-829,"0"0"6027,4 1 1250,2 1-5052,-1-3-1189,0 0-1,0 1 1,0-1 0,0 0 0,0 0 0,0 0-1,0 0 1,0 0 0,0 0 0,0 0-1,0 0 1,0 0 0,0 0 0,0 0 0,0-1-1,0 1 1,0 0 0,0-1-207,6-1 891,-3 1-633,0 0 1,0 0-1,0-1 0,0 0 0,0 0 1,0 0-1,0 0 0,2-2-258,30-26 1035,-8 7-680,46-38 183,-44 37-424,10-9-114,16-14 270,-34 30-124,0 0-19,1 0 0,16-8-127,166-92 208,-123 65-104,-3-3-1,-2-4 0,21-25-103,-92 79 13,121-104 132,-91 81-59,1 1 0,25-12-86,13-4 47,161-98 61,-188 105-78,-2-2 0,-1-2 0,11-16-30,65-57-37,-36 40 0,4 4 0,29-13 37,6-3 256,31-32-256,-107 76 58,12-15-58,6-6 11,73-59 224,149-99-235,4 24 208,-289 194-206,41-27 77,-1-1 0,21-21-79,90-84 96,-84 66 33,-10 10-2,-15 18-87,2 2 0,2 3 0,2 1 0,34-17-40,-22 17 64,-1-3 0,-2-2 0,-2-3 0,8-11-64,57-64 37,-83 77-30,26-18-7,-57 51 4,27-22 21,1 2 1,2 1-1,6-1-25,37-18-28,10 0 28,81-45 147,-127 63-181,-1-1 1,28-27 33,-12 8 74,-16 13 60,35-36-134,-57 50 25,21-14-25,8-8 12,-38 32-27,1 0 0,15-9 15,-3 1-34,-23 17-79,-3 1 42,0 1 0,0-1 0,0 1-1,0-1 1,0 0 0,0 1 0,0-1 0,0 0 0,-1 0-1,1 0 1,0 0 0,0 0 0,-1 0 0,1 0 0,-1 0 0,1 0-1,0-1 72,-1 2 568,1-1-6130,3 4-2771,4 1 4040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08.792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5 51 3456,'-1'-4'381,"0"3"-206,1 0 0,-1 0 0,1 0 1,-1 0-1,1 0 0,0 0 0,0 0 1,-1 0-1,1 0 0,0 0 0,0 0 1,0 0-1,0 0 0,0 0 0,1-1 1,-1 1-1,0 0 0,0 0 0,1 0 0,-1 0 1,0 0-1,1 0 0,-1 0 0,1 0-175,0 0 661,-1-1 1,1 0-1,0 1 0,-1-1 0,0 0 0,1 0 0,-1 1 0,0-1 0,0 0 0,0 0-661,0 0 2496,0 4 653,16 6-1949,64 49 1344,93 40-933,-148-82-1438,1 2 1,-2 1 0,0 1 0,-1 1 0,2 4-174,3 5 94,7 7 20,-26-26-65,0-1 0,0 1 1,-1 1-1,0 0 0,0 0-49,14 19 31,1 6 51,-18-27-33,1 1 0,1-1 1,7 8-50,8 7 96,1-1-1,2-1 1,0-1 0,25 15-96,8-1 3,2-3 0,58 22-3,-87-39-89,-1 1 0,5 5 89,-3-3 124,-13-5-60,0 1-1,0 0 0,14 16-63,-4-4 13,51 45-12,30 27-18,-34-39-40,41 22 57,86 44 103,-138-86-133,54 25 30,-78-43 0,31 15 5,-14-7 27,28 19-32,-5 6-82,-4 3-1,53 51 83,-71-58 0,36 23 0,-62-51 0,1 0 0,0-3 0,34 14 0,236 111 101,-280-131-129,-1 0 0,0 1-1,13 12 29,2 2 102,4 1-102,-2-2 90,5 6-90,63 47-154,64 33 154,-75-51-49,-58-37 46,53 35 1,54 25 2,-18-25 131,-73-36 8,-1 2 1,-1 2-1,26 21-139,-23-6 295,47 48-295,-57-48 77,2-2-1,36 22-76,-2-14 69,2-3-1,16 2-68,48 26 119,-105-52-108,55 31 5,-73-38-8,69 43 91,129 109 189,-193-142-285,8 11-3,-11-12 119,19 15-119,-21-22 82,-17-12-68,0 0-1,0 1 1,2 2-14,49 41 0,-32-29 16,-16-14 952,-6-3-2531,-3-1-7559,-1-9 3298,3-2 1830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10.513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3375 6656,'4'-2'10878,"1"-4"-4583,8-13-3108,5-12-5650,-12 21 4155,34-68-927,35-66-97,-57 116-515,0 0 1,2 1-1,19-20-153,31-32 512,-2-4 0,30-52-512,-74 99 76,3-5 98,8-16-174,-30 48 18,68-120 231,-5 28 265,4 4-514,-2 2 259,-3-4-259,9-16 239,-37 59-152,188-268 211,-147 200-164,-57 84-47,15-35-87,11-20-61,42-51 103,-64 105 28,3 2 0,19-19-70,-11 17 28,-8 11 13,-2-2 0,-1-1 0,-2 0 0,3-9-41,21-46 5,4-18-5,-12 4-4,-23 55 88,18-33-84,-18 41-69,-11 22 65,2 0 1,0 1-1,7-11 4,34-44-272,-48 69 187,-1-1-1,1 1 0,-1-1 1,1 1-1,-1-1 1,0 1-1,1-3 86,0-13-3828,-1 18 3494,-1-1-1,0 1 0,0 0 0,0-1 1,0 1-1,1 0 0,-1-1 0,0 1 0,0 0 1,1 0-1,-1-1 0,0 1 0,1 0 0,-1 0 1,0-1-1,1 1 0,-1 0 0,0 0 0,1 0 1,-1 0-1,0 0 0,1-1 0,-1 1 1,0 0-1,1 0 0,-1 0 0,1 0 0,-1 0 1,0 0-1,1 0 0,-1 0 0,0 0 0,1 0 1,-1 1-1,0-1 0,1 0 0,0 0 335,4 0-2876,10-6-2740,1-3 2043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13.211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2 1 6272,'0'0'154,"0"0"0,0 0 1,0 0-1,0 0 0,0 0 1,0 0-1,0 0 0,0 0 1,0 0-1,0 1 0,0-1 1,0 0-1,0 0 0,0 0 1,0 0-1,0 0 0,0 0 1,0 0-1,0 0 0,0 0 1,0 0-1,0 0 0,0 0 1,0 0-1,0 1 0,0-1 1,0 0-1,0 0 0,0 0 1,0 0-1,0 0 0,0 0 1,0 0-1,0 0 0,0 0 1,-1 0-1,1 0 0,0 0 1,0 0-1,0 0 0,0 0 1,0 0-1,0 0 0,0 0 1,0 0-1,0 0 0,0 0 1,0 0-155,13 7 2692,21 4-1075,15 3-305,0 2 0,-1 2 0,20 11-1312,-30-10 194,24 10 310,-1 2 0,-1 4 0,23 18-504,120 118 654,-155-129-348,-20-19-122,1-1 1,0-2-1,17 8-184,97 47 178,-74-41 121,60 41-299,-86-43 154,-1 2-1,-2 2 1,24 28-154,16 15 243,-60-60-162,5 5 41,1-1 0,26 17-122,241 132 398,-201-122-337,-37-15-15,-1 2 0,-2 2 1,19 22-47,-23-21 101,16 14-72,49 40 91,114 80 29,-176-138-61,2-1 0,2-3 1,4-1-89,29 18 92,-5 0 28,-3 4 0,70 60-120,-4 3 102,-98-77-16,2-1 1,2-2-1,1-3 0,2-2 1,56 23-87,5-5 16,-2 5 0,20 18-16,-82-38 71,0 3-1,6 10-70,40 29-19,5-8 131,63 28-112,-44-26 22,-47-22 30,-37-22 13,30 14-65,-6-10 101,28 9-101,-85-37 4,83 32 15,5 8-19,-65-28 19,0 2 0,-1 0 0,-1 2 0,-1 1 0,6 6-19,42 47 164,56 69-164,-123-133 1,8 8-1,1-1 0,1 0 0,0-1 0,0-1 0,3 0 0,14 10-1,0-1-1,1-2 1,2-1 0,28 10 1,-1-3 26,-2 2 1,15 12-27,-75-40 0,19 10 52,0 2 0,-1 0 0,0 1 0,12 12-52,55 48 11,-71-63-14,-13-10-34,0 1 0,-1 0 0,1 0 0,-1-1 0,1 1 0,-1 1 0,1-1 0,-1 0 0,1 1 37,-1-1-182,-1-1-266,0 0-341,0 0-805,5-2-2060,22-14-5753,-9 2 4143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16.719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3955 4864,'0'1'175,"0"-1"0,0 1 0,0 0 0,0 0 0,0-1 0,0 1 1,0 0-1,0-1 0,1 1 0,-1 0 0,0-1 0,1 1 0,-1-1 0,0 1 0,1 0 1,-1-1-1,0 1 0,1 0-175,0-1 1221,-1 0-277,1 2-506,0-1 0,1 0 0,-1 0 0,0 0 0,1 0 0,-1 0 0,0-1 0,1 1 0,-1 0 0,1-1 0,-1 1 0,1-1 0,0 1 0,-1-1 0,1 0-438,8 0 1228,0-1 0,1 0-1,-1 0 1,-1-1 0,2-1-1228,-2 1 555,1-2 0,-1 1 0,0-1 0,8-5-555,-6 2 176,0 0-1,-1-1 0,0-1 0,0 1 0,0-2 0,-1 1 0,-1-1 0,2-3-175,31-42 354,8-10-84,53-56-270,-78 98 155,0 1 0,2 2 0,21-14-155,87-48 193,-120 74-158,76-46 93,-3-4 0,-3-3 0,-2-5 0,24-28-128,-51 47 100,2 2-1,13-6-99,-34 25 4,66-40 87,48-30 5,-108 69 175,16-6-271,-3 2 49,40-20-12,-44 25 54,40-28-91,-23 9 157,-3-3 0,42-41-157,-83 66 21,15-15 58,2 2-1,2 1 0,15-8-78,48-20-46,12 0 46,-73 40-7,27-17 50,-1-3-1,-3-3 1,27-24-43,146-117 91,-139 111 22,10 1-113,112-64 68,-188 117-73,89-47 99,-56 32-60,32-24-34,14-23 117,28-30-117,-93 71 14,38-31 63,-24 29-81,59-32 4,73-28 4,-142 75 7,-1-3-1,-2-2 1,4-5-11,141-125 96,-168 140-92,73-62 17,-78 70-17,0 0 0,2 2 0,15-8-4,107-58 101,-57 39 17,-71 34-100,14-6 1,-33 14-20,0 0 0,1-1 0,-1 1 0,1 0 0,0-1 0,-1 1 0,1 0 0,-1-1 0,1 1 0,0 0 0,0 0-1,-1 0 1,1 0 0,0 0 0,-1 0 0,1 0 0,0 0 0,0 0 0,-1 0 0,1 0 0,0 0 0,-1 0 0,1 0-1,0 1 1,0-1 1,-1 1-117,0-1-38,0 0-239,0-3 789,1-1-8587,8 7-6048,0 1 10283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0:01.3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 16 10624,'-25'-15'9365,"28"19"-3908,-3 3-3483,-4 11-2747,3-8 1235,-1 6-418,2 0 0,0 0 0,1 6-44,0 18-42,0 6-1136,1-1-1,5 16 1179,-4-38-2382,2-1 1,3 9 2381,-3-17-3131,0 1 1,1-1 0,7 12 3130,5 0-3552</inkml:trace>
  <inkml:trace contextRef="#ctx0" brushRef="#br0" timeOffset="489.33">241 93 16639,'-16'-7'5430,"16"7"-5350,0 0-1,0 0 1,-1 0 0,1 0 0,0 0 0,0 0 0,0 0-1,-1-1 1,1 1 0,0 0 0,0 0 0,0 0 0,0 0 0,0-1-1,-1 1 1,1 0 0,0 0 0,0 0 0,0-1 0,0 1-1,0 0 1,0 0 0,0 0 0,0-1 0,0 1 0,0 0 0,0 0-1,0 0 1,0-1 0,0 1 0,0 0 0,0 0 0,0 0-1,0-1 1,0 1 0,0 0 0,0 0 0,0-1 0,0 1 0,0 0-1,0 0 1,0 0 0,1 0 0,-1-1-80,0 1 519,7-2-466,-1 1 1,1-1 0,0-1 0,-1 1 0,0-1 0,0 0 0,3-2-54,9-4 17,-2 2-2,2 0-1,-1 1 1,0 0-1,1 2 1,0 0 0,0 1-1,11 0-14,-22 2 19,1 1 0,-1 0 1,0 1-1,0 0 0,1 0 0,-1 1 0,0 0 0,0 0 1,0 0-1,-1 1 0,1 0 0,-1 0 0,1 1 0,-1 0 1,0 0-1,0 0 0,-1 1 0,1 0 0,-1 0 1,1 2-20,0-1 59,-1 0 0,0 0 0,0 1 0,-1-1 1,0 1-1,0 0 0,-1 1 0,1-1 0,-2 1 0,1-1 1,-1 1-1,0 0 0,-1 0 0,1 0 0,-2 0 1,1 0-1,-1 0 0,0 0 0,-1 0 0,0 3-59,-1 0 108,1 0 0,-1-1-1,-1 1 1,0 0-1,-1-1 1,0 0-1,0 0 1,-1 0-1,0 0 1,-1-1 0,0 0-1,-5 6-107,-8 4 192,-1 0 0,0-2 0,-23 16-192,32-26 40,0 0 1,-1-1-1,0 0 0,0 0 0,-11 2-40,15-5 2,1-1-1,-1 0 0,0-1 1,0 0-1,0 0 0,0-1 1,0 0-1,0 0 0,-7-2-1,11 1-11,0 0-1,0 0 0,0-1 0,-1 1 0,1-1 0,1 0 0,-1 0 0,0-1 0,0 1 0,1-1 0,-1 0 0,1 0 1,0 0-1,0 0 0,0 0 0,0-1 0,1 0 12,-4-4-48,1-1 0,0 0 0,1 0 0,0 0 0,0-1 0,0-3 48,0 1-235,1 0 0,1 0-1,0-1 1,0 1 0,2-1 0,-1 1 0,2-1 0,-1 0 0,2 1 0,0 0 0,0-1 0,1 0 235,2-1-1667,-1 1 0,1-1 1,1 1-1,1 1 0,-1-1 1,6-5 1666,14-16-4293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9:36.88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247 19 6784,'13'-16'4773,"-13"16"-4651,0 0 1,0 0 0,0 0-1,0 0 1,0-1-1,0 1 1,0 0-1,0 0 1,0 0-1,0 0 1,0 0-1,0 0 1,0-1-1,0 1 1,1 0-1,-1 0 1,0 0-1,0 0 1,0 0-1,0 0 1,0 0-1,0 0 1,0 0-1,1 0 1,-1-1-1,0 1 1,0 0-1,0 0 1,0 0-1,0 0 1,1 0-1,-1 0 1,0 0 0,0 0-1,0 0 1,0 0-1,0 0 1,1 0-1,-1 0 1,0 0-1,0 1 1,0-1-1,0 0 1,0 0-1,0 0 1,1 0-1,-1 0 1,0 0-1,0 0 1,0 0-1,0 0 1,0 0-1,0 1 1,0-1-1,1 0-122,1 5 5163,-2-1-4782,-3 8-241,0 0-1,-1 0 0,-1-1 1,0 0-1,0 0 0,-2 0 1,-3 5-140,-9 17 75,6-5-27,1 0 0,2 1 0,0 1-48,-2 6 16,-128 347 629,131-363-362,13-31-140,6-18-94,134-355 20,-105 295-261,29-43 192,-65 127 0,0 0-1,0 0 1,0 0-1,1 0 1,0 1-1,0 0 1,3-3 0,-6 6 4,0 1 0,-1-1 0,1 0 0,0 1 0,0-1 0,0 1 0,0-1 0,0 1 0,0-1 0,0 1 0,0 0 0,1 0 0,-1-1 0,0 1 0,0 0 0,0 0 1,0 0-1,0 0 0,0 0 0,0 0 0,0 1 0,1-1 0,-1 0 0,0 1 0,0-1 0,0 0 0,0 1 0,0-1 0,0 1 0,0 0 0,-1-1 0,1 1 0,0 0 0,0-1 0,0 1 1,0 0-1,-1 0 0,1 0 0,0 0 0,-1 0 0,1 0 0,-1 0 0,1 0-4,4 9 18,1 0 0,-1 0-1,-1 0 1,0 1 0,-1-1 0,0 1 0,0 1-18,5 31 13,-1 9-13,-1-11 11,54 281-1760,-45-244-940,-7-26-2174,-7-45 4024,-1-6 344,1 1 0,-1-1 0,0 1 0,0-1 0,0 1 0,0-1 0,0 1 0,0-1 0,0 1 0,-1-1 0,1 1 0,0-1 0,-1 1 495,0 2-3040</inkml:trace>
  <inkml:trace contextRef="#ctx0" brushRef="#br0" timeOffset="347.44">138 342 13824,'-15'-1'4071,"0"1"1,-11 1-4072,25-1 115,1-1 0,-1 1 0,1 0 0,0 0-1,-1 0 1,1 0 0,0 0 0,-1 0 0,1 0 0,0 0-1,-1 1 1,1-1 0,-1 0 0,1 0 0,0 0 0,-1 0-1,1 0 1,0 1 0,0-1 0,-1 0 0,1 0-1,0 0 1,-1 1 0,1-1 0,0 0 0,0 1 0,-1-1-1,1 0 1,0 0 0,0 1 0,0-1 0,0 0 0,-1 1-1,1-1-114,1 1 33,-1-1 0,0 0-1,1 1 1,-1-1 0,0 0-1,1 0 1,-1 1-1,1-1 1,-1 0 0,1 0-1,-1 0 1,1 0 0,-1 0-1,1 1 1,-1-1 0,0 0-1,1 0 1,-1 0-1,1 0 1,-1 0 0,1 0-1,-1-1 1,1 1 0,-1 0-1,1 0-32,64-11 30,0-3-1,28-11-29,50-18-3030,-46 20-7209,-68 18 6522</inkml:trace>
  <inkml:trace contextRef="#ctx0" brushRef="#br0" timeOffset="732.99">879 117 9600,'-35'3'6149,"29"-3"-1112,5 0-2852,3 0 401,-2 18-1146,0 35-1307,3 1 0,3 11-133,20 130-1937,-11-65-5262,-13-117 5926,0 9-4781,-2-13 2870</inkml:trace>
  <inkml:trace contextRef="#ctx0" brushRef="#br0" timeOffset="1236.2">784 152 13312,'-39'0'7557,"34"1"-6212,5 1-707,1-2-569,-1 0-1,0 0 1,0 1-1,0-1 1,1 0-1,-1 0 1,0 0-1,0 0 1,1 0-1,-1 0 1,0 0-1,0 0 1,1 0 0,-1 0-1,0 0 1,0 0-1,1 0 1,-1 0-1,0 0 1,0 0-1,1 0 1,-1 0-1,0 0 1,0 0-1,1 0 1,-1 0-69,9-8 76,1 0 1,1 1-1,-1 0 0,1 1 1,5-2-77,13-8-62,-14 7 58,1 2 0,-1-1 0,1 2 0,0 0 0,9-1 4,-18 5 26,-1 1-1,1-1 1,-1 1-1,1 1 1,0-1-1,-1 1 1,1 1-1,0-1 1,-1 1-1,1 0 1,0 0-1,-1 1 1,1 0-1,-1 0 1,4 2-26,-8-3 12,0 1 0,0-1 0,0 1 0,0-1 0,-1 1 0,1 0 0,0-1 0,-1 1 0,1 0 0,-1 0 1,0 0-1,0 0 0,0 1 0,0-1 0,0 0 0,0 0 0,0 1 0,-1-1 0,1 0 0,-1 1 0,0-1 0,1 1 1,-1-1-1,-1 2-12,1 1 20,0 0 0,-1 0 0,0 0 0,0 0 1,0 0-1,-1 0 0,0 0 0,0-1 0,0 1 0,0-1 1,-2 4-21,-10 10 1,0-1-1,-1 0 1,-1-1 0,0-1 0,-1 0 0,-1-1 0,0-1 0,-1-1 0,0 0 0,-1-2 0,-1 0-1,2 1-152,19-11 149,0 0 0,0 0 0,0 0 0,0 1-1,0-1 1,0 0 0,0 0 0,-1 0 0,1 0 0,0 0 0,0 0 0,0 1-1,0-1 1,0 0 0,0 0 0,0 0 0,0 0 0,0 0 0,0 1 0,0-1-1,0 0 1,0 0 0,0 0 0,0 0 0,0 0 0,0 1 0,0-1 0,0 0 0,0 0-1,0 0 1,0 0 0,0 0 0,0 0 0,0 1 0,0-1 0,0 0 0,0 0-1,1 0 4,9 4-97,13-2 52,-1-1 1,0-1-1,16-2 45,34 1 28,-63 1-8,12 0 56,1 1-1,0 1 1,-1 1 0,1 1-1,-1 1 1,18 6-76,-37-10 16,0 0 0,0 0 0,0 0-1,0 0 1,0 0 0,0 0 0,0 1 0,-1-1 0,1 1-1,0-1 1,-1 1 0,1 0 0,-1 0 0,0-1-1,0 1 1,1 0 0,-1 0 0,0 1-16,0 0 34,0 0-1,-1 0 1,1 1-1,-1-1 1,1 0 0,-1 1-1,0-1 1,0 0-1,-1 0 1,1 1 0,-1-1-1,0 1-33,0 2 38,-1 0 0,0 0 0,0 0 0,-1 0 0,0-1 0,0 1 0,0-1 0,-1 0 0,-2 4-38,-5 2 55,1 1 0,-2-1 0,-1 1-55,-4 2-1,0 0 0,-1-1 0,0-1 0,-1 0 0,0-2 0,-1 0 0,-4 1 1,16-8-207,0 0 1,0-1 0,0 0-1,0 0 1,0-1 0,-1 0-1,1-1 1,0 0 0,-1 0 0,1 0-1,0-1 1,-1 0 0,1-1-1,0 0 1,0 0 0,0-1 0,0 0-1,1 0 1,-1-1 0,-1-1 206,5 3-569,1-1 0,-1 1 0,0-1 1,1 0-1,-1 0 0,1-1 0,0 1 1,0-1-1,0 1 0,1-1 0,-1 0 1,1 0-1,0 0 0,0-1 569,-5-21-3866</inkml:trace>
  <inkml:trace contextRef="#ctx0" brushRef="#br0" timeOffset="2946.03">1854 169 7936,'-1'0'153,"-5"-2"2455,4 6 124,2-3-417,0-1-705,0 0 97,0 0-539,0 0 176,0 0-368,0 0 181,-11-4 1318,0 2-2309,0 1 0,0 0 0,0 0 0,0 1 0,0 0 1,0 1-1,-9 2-166,-17 3 938,-21 9-938,53-14 5,-10 3-15,0 0 0,1 1 1,0 0-1,0 1 0,0 1 0,1 0 0,0 1 0,0 0 1,1 1-1,0 0 0,1 1 0,0 1 0,-6 6 10,9-7-5,1 0-1,0 0 0,1 1 1,0 0-1,0 0 1,1 0-1,1 1 1,0 0-1,0 0 1,1 0-1,1 0 0,0 1 6,1-4-3,0 0 1,1 0-1,0 0 0,0 0 0,1 0 0,0 0 0,1 0 0,0 0 0,0-1 0,1 1 0,0-1 0,0 1 0,1-1 0,0 0 0,1-1 0,-1 1 0,3 1 3,1 1 4,0-1 1,1 0 0,0 0-1,1-1 1,-1 0 0,2 0-1,-1-1 1,1-1 0,0 0-1,0-1 1,1 0 0,0 0-1,0-1 1,0-1 0,0 0-1,1 0-4,9 0-202,-1-1-1,0 0 0,1-2 0,-1 0 0,1-2 1,-1 0-1,0-1 0,0-1 0,2-2 203,1-1-1294,0-1-1,0-1 1,5-4 1294,-5 1-2535,-1-1 1,-1-1 0,1-2 2534,32-22-3957</inkml:trace>
  <inkml:trace contextRef="#ctx0" brushRef="#br0" timeOffset="6341.36">2182 302 8960,'-1'-6'1041,"1"-10"1870,0 16-2608,0-1-1,0 1 1,0-1-1,0 1 1,0-1-1,0 1 1,0-1-1,1 1 1,-1-1-1,0 1 1,0-1-1,0 1 1,1-1-1,-1 1 1,0-1-1,1 1 1,-1-1-1,0 1 1,1 0-1,-1-1 1,0 1-1,1-1-302,1 0 442,0 0 0,-1 0 0,1 0 0,-1-1-1,1 1 1,-1-1 0,0 1 0,1-1-1,-1 0 1,0 1 0,0-1 0,0 0-442,0 1 132,-1 0 0,1 0-1,-1-1 1,1 1 0,0 0 0,-1 0 0,1 0 0,0 0 0,0 1 0,0-1 0,0 0 0,0 0 0,0 0 0,0 1-1,0-1 1,0 1 0,0-1 0,0 1 0,1-1-132,-1 1 24,-1 0 0,1 0-1,-1 0 1,1 1 0,0-1 0,-1 0 0,1 0-1,-1 1 1,1-1 0,-1 0 0,1 1-1,-1-1 1,1 0 0,-1 1 0,1-1 0,-1 1-1,1-1 1,-1 1 0,0-1 0,1 1-1,-1-1 1,0 1 0,0-1 0,1 1 0,-1 0-1,0-1 1,0 1-24,5 20 70,-4-15-25,12 56 36,34 170-412,-22-120-2553,-9-45-4920,-12-47 5586</inkml:trace>
  <inkml:trace contextRef="#ctx0" brushRef="#br0" timeOffset="6691.89">2187 253 13952,'-20'0'4511,"19"0"-4371,1 0-1,-1 0 0,0 0 1,1 0-1,-1 0 1,0 0-1,1 0 0,-1 0 1,0 1-1,1-1 0,-1 0 1,0 0-1,1 1 0,-1-1 1,1 0-1,-1 1 0,0-1 1,1 1-1,-1-1 0,1 0 1,-1 1-140,-1 1 561,10-3 4146,47-8-4256,-20 0-647,17-9 196,-14 5-1917,12-2 1917,-39 12-1542,0 1 1,1 0 0,-1 1 0,1 0 0,-1 1 0,8 0 1541,-3 4-5179,2 7 1713</inkml:trace>
  <inkml:trace contextRef="#ctx0" brushRef="#br0" timeOffset="7030.38">2235 485 14208,'-10'2'1721,"-19"7"4813,54-13-1919,27-3-4904,43-21 72,-40 11-5710,32-5 5927,-46 13-5515,3 3 1681</inkml:trace>
  <inkml:trace contextRef="#ctx0" brushRef="#br0" timeOffset="7679.69">3137 266 9088,'0'-2'500,"0"-4"1730,0 0 1,0 0-1,-1 0 1,1 0 0,-1 0-1,-2-3-2230,3 8 497,-1-1 0,0 0 1,0 1-1,1-1 0,-1 1 0,0-1 0,0 1 1,-1-1-1,1 1 0,-1-1-497,0 1-17,1 0-1,-1-1 1,0 1 0,1 0 0,-1 1 0,0-1 0,0 0-1,1 0 1,-1 1 0,0-1 0,-1 1 17,-9-2 83,0 1 0,0 1 0,1 0 1,-1 0-1,0 1 0,0 1 0,1 0 0,-1 1 0,-7 2-83,3 0-25,1 1 0,0 0 0,0 2 0,1-1-1,0 2 1,-10 7 25,10-5-3,1 2 0,0-1 0,0 2-1,2 0 1,0 0 0,0 1 0,2 0 0,-1 1-1,2 0 1,0 1 0,1 0 0,1 0 0,1 0-1,0 1 1,1-1 0,1 1 0,1 0 0,0 0-1,1 1 1,2 7 3,-1-18-23,1-1 0,0 1 0,0-1 0,1 1-1,0-1 1,1 0 0,-1 0 0,1 0 0,1 0 0,-1 0-1,5 5 24,-5-8-47,1 1 0,0-1-1,0 1 1,1-1 0,-1 0-1,1-1 1,0 1-1,0-1 1,0 0 0,0 0-1,1-1 1,-1 1 0,1-1-1,0-1 1,1 1 47,5 1-533,0-1 0,1 0 0,-1-1 0,1 0 0,-1-1 1,1 0-1,-1-1 0,1-1 0,3-1 533,-4 1-1735,-1-2 0,1 1 0,-1-1-1,1-1 1,9-5 1735,12-8-3770</inkml:trace>
  <inkml:trace contextRef="#ctx0" brushRef="#br0" timeOffset="8037.81">3097 505 12032,'-20'6'4917,"14"-2"-259,5 0 2246,13 29-6317,-2 2 0,-2-1 0,1 12-587,0 3-956,6 10 956,-14-57-123,10 32-1553,-9-31 1003,-1 0 1,0 0-1,1 0 0,-1-1 0,1 1 0,0 0 0,0-1 0,0 0 1,0 1-1,1-1 673,-2-1-312,-1-1 1,1 1 0,0-1-1,0 1 1,-1-1-1,1 1 1,0-1 0,0 0-1,0 0 1,0 1-1,0-1 1,0 0 0,-1 0-1,1 0 1,0 0-1,0 0 1,0 0 0,0 0-1,0 0 1,0 0 0,0 0-1,0-1 1,0 1-1,-1 0 1,1-1 0,0 1-1,0 0 1,0-1-1,-1 1 1,1-1 0,0 0 311,13-7-3936</inkml:trace>
  <inkml:trace contextRef="#ctx0" brushRef="#br0" timeOffset="23576.35">3388 529 11264,'-7'-7'3674,"5"5"-2053,2 2 134,0 0 341,0 0-768,9 0 1088,35 1-1840,2 0-950,14-4 374,-45 2-2215,1-1 0,0-1 0,5-2 2215,-2-1-5354,-2 4 1701</inkml:trace>
  <inkml:trace contextRef="#ctx0" brushRef="#br0" timeOffset="23939.5">3379 443 13824,'-26'7'4511,"25"-7"-4365,0 0-1,0 1 0,0-1 1,0 0-1,0 0 0,0 1 1,1-1-1,-1 0 0,0 1 1,0-1-1,0 1 0,1-1 1,-1 1-1,0-1 0,1 1 1,-1 0-1,0-1 0,1 1 1,-1 0-1,0 0-145,-1 2 539,2-3-495,0 0 0,0 0 0,0 0-1,0 0 1,0 0 0,0 0 0,0 0 0,0 0 0,0 0 0,0 0 0,-1 0 0,1 0 0,0 0 0,0 0 0,0 0 0,0 0 0,0 0 0,0 1 0,0-1 0,0 0 0,0 0 0,0 0 0,0 0 0,0 0-1,0 0 1,0 0 0,0 0 0,0 0 0,0 0 0,0 0 0,0 0 0,0 0 0,0 1 0,0-1 0,0 0 0,0 0 0,0 0 0,0 0 0,0 0 0,0 0 0,0 0 0,0 0 0,0 0 0,0 0 0,0 0-1,0 0 1,0 0 0,0 1 0,0-1 0,1 0 0,-1 0 0,0 0 0,0 0 0,0 0 0,0 0 0,0 0 0,0 0 0,0 0 0,0 0 0,0 0 0,0 0 0,0 0 0,0 0 0,0 0-44,9 2 562,13-2-884,-22 0 362,15-1-502,1-1 0,-1 0 0,0-2 1,0 0-1,5-2 462,26-6-4976,3-1-3003,-25 12 4705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7.126"/>
    </inkml:context>
    <inkml:brush xml:id="br0">
      <inkml:brushProperty name="width" value="0.05" units="cm"/>
      <inkml:brushProperty name="height" value="0.05" units="cm"/>
      <inkml:brushProperty name="color" value="#008C3A"/>
    </inkml:brush>
    <inkml:brush xml:id="br1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62 593 7040,'-22'0'4938,"7"1"5935,1-2-6509,4-3-3345,10 4-1003,0 0 0,0 0 1,0 0-1,0 0 0,0-1 0,0 1 1,0 0-1,0 0 0,0 0 0,0 0 1,-1 0-1,1 0 0,0 0 0,0 0 1,0 0-1,0-1 0,0 1 0,0 0 1,0 0-1,0 0 0,0 0 0,0 0 1,0 0-1,0 0 0,0 0 0,0-1 1,0 1-1,0 0 0,0 0 1,0 0-1,1 0 0,-1 0 0,0 0 1,0 0-1,0 0 0,0-1 0,0 1 1,0 0-1,0 0 0,0 0 0,0 0 1,0 0-1,0 0 0,0 0 0,1 0-16,10-7 314,75-29 363,94-58-328,72-55-349,0 0-98,-178 106 79,-19 11-469,46-20 488,-84 43-864,4-2-3166,-8 8-4888,-5 5 4774</inkml:trace>
  <inkml:trace contextRef="#ctx0" brushRef="#br0" timeOffset="489.69">1250 302 13696,'-2'-1'898,"1"0"1,-1 0 0,0 0 0,1 0 0,-1 0 0,0 1 0,0-1 0,0 0 0,0 1-1,1 0 1,-2-1-899,4 2 191,-1-1 0,0 0-1,0 1 1,1-1 0,-1 0-1,0 1 1,1-1 0,-1 1 0,0-1-1,0 0 1,0 1 0,1-1-1,-1 1 1,0-1 0,0 0 0,0 1-1,0-1 1,0 1 0,0-1-1,0 1 1,0-1 0,0 1-1,0-1 1,0 1-191,0 19-448,0-12 735,3 56-1128,4 0-1,2-1 1,7 18 841,-14-72-430,0 2-951,1 1 0,1 0 1,0-1-1,3 8 1381,-4-14-1431,0 1-1,0-1 1,1 0-1,-1 0 1,1 0-1,1 1 1432,8 6-3541</inkml:trace>
  <inkml:trace contextRef="#ctx0" brushRef="#br0" timeOffset="944.4">1597 383 14336,'-16'0'6644,"11"0"-3135,8 0-1076,4-1-2344,0 0 0,0-1 0,0 1 0,-1-1-1,1-1 1,-1 1 0,6-3-89,-3 0-13,1 2-1,0-1 0,6 0 14,-1 0 8,1 2 0,-1 0-1,0 0 1,1 2 0,-1 0-1,1 1 1,-1 0 0,1 1-1,7 2-7,-10 0 15,0 0-1,0 1 0,0 0 0,-1 1 0,2 2-14,-8-5 15,-1 0 1,1 1-1,-1-1 1,0 1-1,0 1 1,-1-1-1,1 1 1,-1-1-1,0 1 1,0 1-1,0-1 0,-1 1-15,-1-4 23,-1 1-1,0 0 1,0-1-1,0 1 1,-1 0-1,1 0 0,-1 0 1,1-1-1,-1 1 1,0 0-1,0 0 1,0 0-1,-1 0 0,1-1 1,-1 1-1,1 0-22,-2 1 45,1 0 0,-1 0 0,0 0 0,0 0 0,0 0 0,0-1 0,-1 1 0,1-1 1,-1 0-1,-1 1-45,-3 4 109,-2-1 0,1-1 0,-1 1 0,0-1 0,0-1 1,0 0-1,-11 4-109,4-3 45,-1 0 1,0-2 0,0 0-1,0 0 1,0-2 0,-1 0-1,1-1 1,-1-1 0,1-1-1,-1 0 1,1-1 0,-1-1-1,1-1 1,0 0 0,0-1-1,-7-4-45,21 7-50,-1 1-1,1-1 0,0 1 1,0-1-1,0 0 0,0 0 1,0 0-1,0-1 0,1 1 1,-1-1-1,1 0 0,0 1 1,-1-1-1,1 0 0,1 0 1,-1 0-1,0-1 0,1 1 1,-1 0-1,1-1 0,0 1 1,0-1-1,0 1 0,1-1 1,-1 1-1,1-2 51,0-1-349,0 0 0,1 0 1,0 0-1,0 0 0,0 0 0,0 0 0,1 0 1,0 0-1,1 0 0,-1 1 0,1-1 1,0 1-1,0 0 0,1 0 0,1-2 349,26-27-6106,8 0 1813</inkml:trace>
  <inkml:trace contextRef="#ctx0" brushRef="#br1" timeOffset="105055.28">1050 817 8960,'-26'0'6437,"25"0"-4281,-8 0 5863,9 0-7962,0 0-1,0 0 1,0 0-1,-1-1 1,1 1-1,0 0 1,0 0-1,0 0 0,0 0 1,0 0-1,-1-1 1,1 1-1,0 0 1,0 0-1,0 0 1,0 0-1,0-1 1,0 1-1,0 0 0,0 0 1,0 0-1,0 0 1,0-1-1,0 1 1,0 0-1,0 0 1,0 0-1,0-1 1,0 1-1,0 0 0,0 0 1,0 0-1,0-1 1,0 1-1,0 0 1,0 0-1,0 0 1,0 0-1,0-1 1,1 1-1,-1 0 0,0 0 1,0 0-1,0 0 1,0 0-1,0-1 1,0 1-1,1 0 1,-1 0-1,0 0 1,0 0-1,0 0 0,1 0-56,10-14 220,1 0-1,1 1 1,0 1-1,0 0 1,1 1-1,1 1 1,0 0-1,15-7-219,23-9-47,1 2-1,6 2 48,9-6 115,343-150-184,-298 128-2742,60-39 2811,-150 75-1681,1-1-4099,-22 12-225,0 2 1867</inkml:trace>
  <inkml:trace contextRef="#ctx0" brushRef="#br1" timeOffset="105710.39">2502 541 13696,'-8'-7'2379,"-2"-2"4299,10 8-6515,0 1-1,0-1 1,0 1 0,0-1 0,0 0-1,0 1 1,0-1 0,0 1-1,0-1 1,0 0 0,0 1-1,0-1 1,1 1 0,-1-1 0,0 1-1,0-1 1,1 1 0,-1-1-1,0 1 1,1-1 0,-1 1 0,1-1-1,-1 1-162,7-7 97,-1 1-1,1 0 1,0 1 0,1 0-1,-1 0 1,1 1-1,0-1 1,0 2 0,3-2-97,7-2 5,0 1 0,1 0 1,0 1-1,0 1 0,0 1 1,0 1-1,0 1 0,1 0 1,-1 1-1,1 1 0,-1 1 1,0 1-1,0 1 0,0 0 1,11 5-7,-24-7 16,-1 1-1,0-1 0,0 1 0,0 0 1,0 0-1,0 0 0,0 1 0,-1 0 1,3 3-15,-5-6 11,-1 1 1,1 0 0,-1 0 0,1 0 0,-1 0 0,0 0 0,0 0 0,0 0 0,0 1 0,0-1 0,-1 0 0,1 1 0,-1-1 0,1 0 0,-1 1 0,0-1 0,0 1 0,0-1-1,0 0 1,0 1 0,0-1 0,-1 1 0,1-1 0,-1 0 0,0 2-12,-2 1 36,1-1 1,-1 1-1,0 0 0,0-1 1,0 1-1,-1-1 0,1 0 0,-1 0 1,0 0-1,0-1 0,-1 1 1,-1 1-37,-13 7 139,0-1 1,-12 5-140,29-15 5,-28 13 106,-2-1-1,0-2 1,0 0 0,-1-3-111,19-5 23,0 0-1,-1-1 1,0-1 0,1 0 0,-1-1 0,0 0-1,0-2 1,1 0 0,-1 0 0,1-1-1,-4-2-22,13 3-26,0 1-1,0-1 0,1 0 1,-1 0-1,1-1 0,-1 0 1,1 1-1,0-2 1,0 1-1,0 0 0,-2-3 27,4 3-90,0 1 0,1-1 1,-1 1-1,1-1 0,-1 0 0,1 1 0,0-1 0,0 0 0,0 0 1,0 0-1,1 0 0,-1 0 0,1 0 0,0 0 0,0 0 0,0 0 0,0 0 1,0 0-1,1 0 0,0-2 90,1-2-947,1 0 1,0 0 0,0 0-1,1 1 1,0-1-1,0 1 1,0 0 0,1 0-1,0 0 1,0 1-1,3-3 947,23-18-4207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0:15.1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35 804 8064,'-26'4'5424,"23"-3"-200,-3-1 2661,16-16-6504,-4 9-1318,2 0 1,-1 1 0,1 0-1,0 0 1,3-1-64,16-11 60,120-84 94,153-112-110,-88 52-215,48-16 171,-214 148-373,21-13-2198,-64 41 1869,6-3-1789,-7 5-382,-4 4-2020,-4 3 973</inkml:trace>
  <inkml:trace contextRef="#ctx0" brushRef="#br0" timeOffset="600.37">1224 530 13824,'-11'-7'4511,"11"6"-4336,-1 1 0,1-1-1,0 0 1,0 1 0,-1-1-1,1 1 1,0-1 0,0 0-1,0 1 1,-1-1 0,1 1-1,0-1 1,0 0 0,0 1-1,0-1 1,0 0 0,0 1-1,0-1 1,0 1 0,1-1-1,-1 0 1,0 1 0,0-1-1,0 1 1,1-1 0,-1 0-1,0 1 1,1-1 0,-1 1-1,1-1 1,-1 1 0,1-1-175,14-10 1281,16-13-621,-11 6-599,2 1 1,0 1-1,0 1 0,14-6-61,-27 16 17,1 0 0,-1 1 0,1 0 0,1 1 0,-1 0 0,0 1 0,1-1 0,8 1-17,-12 1 16,0 1-1,-1 0 0,1 0 1,-1 1-1,1-1 1,-1 2-1,1-1 1,-1 1-1,1 0 0,-1 0 1,0 0-1,0 1 1,0 0-1,3 2-15,-7-4 17,-1 1 0,1-1 0,-1 0 0,1 1 0,-1-1 0,1 1 0,-1 0 0,0-1 0,1 1 0,-1 0 0,0 0 0,0 0 0,0 0 0,-1 0 0,1 0 0,0 0 0,-1 0 0,1 0 0,-1 0 0,0 0 0,0 0 0,0 0 0,0 0 0,0 1 0,0-1 0,0 0 0,-1 0 0,1 0 0,-1 0 0,0 0 0,1 0 0,-1 0-17,-3 6 60,1-1-1,-1 1 1,0-1-1,-1 0 0,0-1 1,0 1-1,-3 2-59,-2 2 106,-1 0-1,-1-1 0,0 0 1,0-1-1,-1 0 1,0-1-1,-1-1 1,-9 5-106,2-4 117,-1 0 0,0-1 0,0-1 0,0-1 0,-14 1-117,24-4-18,-1-2 0,1 1 0,0-1-1,0-1 1,0 0 0,-1-1-1,-8-2 19,19 3-42,0 1 0,1-1 0,-1 1-1,1-1 1,-1 0 0,1 1 0,-1-1 0,1 0-1,-1 0 1,1 0 0,-1 0 0,1 0-1,0 0 1,0-1 0,-1 1 42,1-1-77,1 1 0,-1 0 1,1 0-1,0 0 0,-1-1 1,1 1-1,0 0 0,0 0 0,0-1 1,0 1-1,0 0 0,0-1 1,0 1-1,0 0 0,0 0 1,1-1-1,-1 1 0,1 0 0,-1 0 1,1 0-1,-1 0 0,1-1 1,-1 1-1,1 0 77,20-30-3291,5 1 971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02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27 12160,'-19'-12'4575,"11"12"-3583,-6 0-384,9 0-416,-3 0-672,-6-3-192,4-2-4287,10-2-1857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04.8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186 140 6656,'-8'-32'4410,"7"21"213,1 10-4172,0-1 0,1 1 0,-1-1 0,-1 1 0,1-1-1,0 1 1,0-1 0,0 1 0,-1-1 0,1 1 0,-1-1 0,1 1 0,-1-2-451,1 3 50,-1 0-1,1 0 0,0 0 1,0 0-1,-1 0 0,1 0 1,0 0-1,0 0 0,-1 0 1,1 0-1,0 0 0,0 0 1,-1 0-1,1 0 0,0 0 1,0 0-1,-1 0 0,1 1 1,0-1-1,0 0 0,-1 0 1,1 0-1,0 0 0,0 0 1,0 0-1,-1 1 0,1-1 1,0 0-1,0 0 0,0 0 1,0 1-1,0-1 0,-1 0 1,1 0-50,-8 11 477,-4 14-225,1 1 0,1 0 0,1 1 0,2 0-252,2-10 43,-39 148 90,20-53-89,15-67-13,0 25 77,7-50 16,-1 0 0,0 0 0,-3 8-124,4-24 79,1-8-42,0-7-25,41-172 13,-24 113-24,-11 47-1,7-34-44,2 1-1,3 0 1,15-30 44,-20 61-61,1 1-1,13-18 62,-24 39 8,0 0-1,0 1 1,0-1-1,0 1 1,0 0-1,0-1 0,1 1 1,-1 0-1,1 1 1,0-2-8,-2 3 3,0-1 0,0 1 1,0 0-1,0-1 0,0 1 0,0 0 1,0 0-1,0 0 0,0 0 0,0 0 0,0 0 1,0 0-1,0 0 0,0 0 0,0 0 1,0 0-1,0 1 0,0-1 0,0 0 1,-1 1-1,1-1 0,0 1 0,0-1 0,0 1 1,0-1-1,-1 1 0,1-1 0,0 1 1,0 0-1,-1 0 0,1-1 0,0 1 1,-1 0-4,4 5 18,0-1 0,-1 1 0,0 0 0,0 0 0,0 0 1,-1 0-1,1 4-18,12 48 21,-9-29-57,62 228 83,-37-143-1806,-4-17-5383,-27-96 7024,0 1-398,1 0-1,-1-1 1,1 1 0,-1-1-1,0 1 1,0 0-1,0-1 1,0 1-1,0 0 1,0-1 0,0 1-1,-1 0 1,0 1 516,0 4-2912</inkml:trace>
  <inkml:trace contextRef="#ctx0" brushRef="#br0" timeOffset="350.98">90 495 14208,'-26'12'7791,"32"-13"-5166,34-10-2615,21-16-539,-1-1 1,41-28 528,-28 15-3914,-53 30 3,1 1-1,7-1 3912,4 1-3424</inkml:trace>
  <inkml:trace contextRef="#ctx0" brushRef="#br0" timeOffset="691.6">720 34 13440,'-23'-3'4426,"22"3"-4285,0-1 0,1 1 0,-1 0 0,0 0 0,0 0-1,0 0 1,0 0 0,0 0 0,0 1 0,0-1 0,0 0 0,1 0 0,-1 1-1,0-1 1,0 0 0,0 1 0,1-1 0,-1 1 0,0-1 0,0 1-141,-2 1 473,3-2-298,-1 1 0,0-1 1,0 1-1,0 0 0,0-1 0,0 1 1,0 0-1,1 0 0,-1 0 1,0-1-1,1 1 0,-1 0 1,1 0-1,-1 0 0,1 0 0,-1 0 1,1 0-1,0 0 0,-1 0 1,1 0-1,0 1-175,0 24 411,1-13-295,1 59-162,3-1 0,9 40 46,1-27-3052,4-2-4279,-18-77 6287,2 4-517,2-3-2628,0-1 1533</inkml:trace>
  <inkml:trace contextRef="#ctx0" brushRef="#br0" timeOffset="1070.6">632 204 12288,'-41'-45'10446,"41"45"-10338,0-1-20,-1 1-1,1-1 1,-1 1-1,1-1 1,0 1-1,-1-1 1,1 1-1,0-1 1,0 0-1,-1 1 1,1-1-1,0 1 1,0-1-1,0 0 1,0 1-1,0-1 1,0 0-1,0 1 1,0-1-1,0 0 1,0 1 0,0-1-1,0 0-87,9-16 503,-5 12-511,0 1-1,0-1 1,1 1 0,-1 0 0,3-1 8,6-3 4,0 0 0,0 1 0,0 1 0,1 0 0,0 1 0,0 1 0,1 0-4,25-5 105,36-4-105,-70 12 22,0 1 0,0-1 0,0 1 0,0 0 0,0 1 0,0-1 0,0 1 0,0 1 0,0-1 0,-1 1 0,1 0-22,-3-1 14,-1 0 0,0 0 0,1 1 0,-1-1 0,0 1-1,0-1 1,0 1 0,0 0 0,0 0 0,0-1 0,-1 1 0,1 1-1,-1-1 1,1 0 0,-1 0 0,0 1 0,0-1 0,0 0 0,0 1-1,0-1 1,-1 1 0,1-1 0,-1 1 0,1 0 0,-1-1 0,0 1-14,0 6 22,0 1 0,-1-1 1,0 0-1,-1 0 0,0 0 1,0 0-1,-1 0 1,0 0-1,0 0 0,-1-1 1,-1 1-1,1-1 0,-2 1-21,-13 18 87,-1-1 1,0-1-1,-6 3-88,14-14 41,-31 27-31,31-31-83,1 0 0,0 1-1,1 0 1,-8 11 73,18-22-2,-1 0 0,1 1 0,0-1-1,-1 1 1,1-1 0,0 0 0,0 1 0,-1-1 0,1 1-1,0-1 1,0 1 0,-1-1 0,1 0 0,0 1-1,0-1 1,0 1 0,0-1 0,0 1 0,0-1-1,0 1 1,0-1 0,0 1 0,0-1 0,0 1 0,0-1-1,0 1 1,0-1 0,0 1 0,1-1 0,-1 1-1,0-1 1,0 1 0,0-1 0,1 0 0,-1 1 0,0-1-1,1 1 1,-1-1 0,0 0 0,1 1 0,-1-1-1,1 0 1,-1 0 0,0 1 0,1-1 0,-1 0-1,1 0 1,-1 1 0,1-1 0,-1 0 0,1 0 0,-1 0-1,1 0 1,-1 0 0,1 0 0,-1 0 0,1 0-1,-1 0 1,1 0 0,-1 0 0,1 0 2,6 0-30,0 0 0,0 0 0,0-1-1,2-1 31,-6 2-2,37-6 24,-12 1 46,1 1 0,0 1 1,2 2-69,-23 1 15,0 0 0,1 1 0,-1 0 0,0 1 0,0-1 0,0 1 0,0 1 0,0 0 0,-1 0 0,1 0 0,-1 1 0,0 0 0,0 1-15,-5-4 10,-1 0 0,1 0 0,-1 0 0,0 1 0,1-1 0,-1 1 0,0-1 0,0 1 0,0 0 0,0-1 0,0 1 0,0 0 0,-1-1 0,1 1 0,0 0 0,-1 0 0,0 0 0,1 0 0,-1 0 0,0 0 0,0 0 0,0-1 0,0 1 0,0 0 0,-1 0 0,1 0 0,0 0 0,-1 0 0,0 0 0,1-1 0,-2 2-10,0 3 12,-1-1 1,1 0 0,-1 0 0,-1 0-1,1 0 1,-1 0 0,0-1-1,0 0 1,0 0 0,-1 1-13,-8 6-21,-2-1-1,1 0 1,-2-1 0,1 0-1,-1-2 1,0 1 0,-1-2-1,0 0 22,-5 0-348,0 0 0,0-2-1,-2-1 349,17-2-392,-1 0 0,0-1 0,0 0 0,0 0 0,0-1 0,0 0 0,0-1 0,1 0 0,-1 0 0,-2-1 392,7 2-351,1 0-1,-1-1 1,1 1 0,-1 0 0,1-1-1,0 1 1,0-1 0,0 0 0,0 1-1,0-1 1,0 0 0,0 0 0,0 0-1,1-1 1,-1 1 0,1 0-1,0-1 1,0 1 0,0-1 0,0 1-1,0-1 1,0 1 0,1-1 0,-1 0-1,1 1 1,0-1 0,-1 0-1,1 0 1,1 1 0,-1-1 0,0 0-1,1 1 1,-1-1 0,1 0 0,0 1-1,0-1 1,0 0 351,15-26-3045</inkml:trace>
  <inkml:trace contextRef="#ctx0" brushRef="#br0" timeOffset="1396.81">1293 163 11264,'-6'-3'1388,"4"3"-749,1-1-1,-1 1 0,1-1 0,-1 1 0,1-1 0,-1 0 0,1 0 0,0 1 0,-1-1 0,1 0 0,0-1 0,0 1 0,0 0 0,-1 0 0,1-1-638,-2-5 2270,2 7-2232,1 0 0,0 0 0,0 0 1,0 0-1,-1-1 0,1 1 0,0 0 0,0 0 1,0 0-1,0-1 0,-1 1 0,1 0 1,0 0-1,0-1 0,0 1 0,0 0 0,0 0 1,0-1-1,0 1 0,0 0 0,0 0 1,0-1-1,0 1 0,0 0 0,0 0 0,0-1 1,0 1-1,0 0 0,0 0 0,0-1 0,0 1 1,0 0-1,0 0 0,1 0 0,-1-1 1,0 1-1,0 0 0,0 0 0,0-1-38,1 54 731,1 14-1860,2 0 0,4 1 0,6 17 1129,-6-51-4312,2-1 1,1 1 4311,-4-14-4128,-3-10 48,1 1 1424</inkml:trace>
  <inkml:trace contextRef="#ctx0" brushRef="#br0" timeOffset="1729.11">1266 316 8960,'-7'-13'1145,"5"7"-494,-1 2 0,0-1 0,0 0 0,0 1 0,-2-3-651,4 6 15,-4-5 1408,2 1 0,-1-1 1,0 1-1,1-1 0,0 0-1423,2 3 351,0 1 0,1 0 0,-1 0 0,0 0-1,1 0 1,0 0 0,-1 0 0,1-1 0,0 1-1,0 0 1,1 0-351,-1 0-83,0 1-1,0-1 0,1 1 0,-1 0 0,1-1 1,-1 1-1,1-1 0,0 1 0,-1 0 0,1 0 1,1-1 83,3-5 15,1 1 1,1 0 0,-1 0-1,1 1 1,0 0 0,0 0-1,1 0 1,5-2-16,15-6-76,26-8 76,-20 8-188,9-2-1399,10-1 1587,-2 1-2937,-3-3-3765,-45 17 5961,-1 0 267,-1 1 0,1-1 0,-1 0 0,1 1 0,-1-1 0,1 1 0,-1 0 0,1 0 0,0-1 0,-1 1 0,1 0 0,-1 0 0,1 1 0,0-1 0,0 0 474,10 4-2709</inkml:trace>
  <inkml:trace contextRef="#ctx0" brushRef="#br0" timeOffset="2078.56">1270 399 13184,'-2'0'595,"1"0"0,-1 1 0,1 0 0,-1-1 0,1 1 0,0 0 0,-1-1 0,1 1 0,0 0 1,0 0-1,0 0 0,-1 1-595,9-6 561,1 1 1,0 0-1,0 0 0,3 0-561,21-8-43,-6 1 15,46-21-328,-49 21-1827,1 0 0,10-2 2183,50-11-10081,-52 18 6993</inkml:trace>
  <inkml:trace contextRef="#ctx0" brushRef="#br0" timeOffset="2532.92">2126 30 11520,'-22'-23'8533,"10"19"-4547,9 3-3756,0 0 0,-1 1-1,1 0 1,0-1 0,-1 1 0,-3 1-230,3 0 87,-3 0-36,-1 0 1,1 0-1,-1 1 0,1 1 0,0-1 0,0 1 1,0 0-1,0 0 0,1 1 0,-1 0 1,-1 2-52,-2 4-4,0-1 1,0 2 0,1 0-1,0 0 1,1 0 0,1 1-1,-4 7 4,0 3-68,0 2-1,2-1 0,-6 19 69,8-13-65,1 0 0,1 0-1,1 10 66,1-12-33,2-17 26,0-1 1,1 1-1,0-1 1,0 1-1,1-1 1,1 1-1,-1-1 1,1 0-1,1 1 1,2 3 6,-4-8-15,1-1-1,0 0 1,1 0 0,-1 0 0,1 0 0,0-1-1,0 1 1,0-1 0,0 1 0,0-1-1,1 0 1,0 0 0,-1-1 0,1 1-1,0-1 1,0 0 0,0 0 0,1 0 0,-1 0-1,0-1 1,1 0 0,2 1 15,1-1-122,0 0 1,0-1 0,1 0-1,-1 0 1,0-1-1,1 0 1,-1 0-1,0-1 1,0 0-1,6-3 122,6-2-325,-1-1-1,0-2 0,12-7 326,-26 14 118,0-1 0,0 0-1,0 0 1,0 0 0,-1-1 0,0 0-1,0 0 1,0 0 0,-1 0 0,1 0-1,-1-1 1,0-1-118,2-15 2115,-5 20-1477,0 8-385,0 1-325,1 1-155,-1 1 0,1-1 0,1 0 1,-1 0-1,1 1 0,1-1 0,0-1 1,0 1-1,0 0 227,1 1-1590,1-1 0,0 0 1,3 4 1589,-2-5-2738,0 0 0,0 0 0,4 3 2738,9 7-3925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33.069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 0 7552,'0'0'2448,"0"0"-1382,0 0 81,0 0 272,0 0-470,0 0 59,0 0-341,0 0 47,0 0-223,0 0 63,0 0-143,9 12 1258,4 1-1017,-4-3-438,1-1 1,0 0-1,1 0 1,4 3-215,-8-7 83,0 0-1,0 1 1,-1 0 0,3 4-83,16 14 234,-3-5-38,0-2-1,1 0 1,22 11-196,-13-8 153,-1 1 0,0 2 1,6 8-154,-13-11 41,23 22 3,-2 2 0,-2 3 0,-1 2-44,55 59 33,-74-84-44,77 75 58,-79-81-23,0-1 1,1 0-1,1-2 1,3 0-25,80 42 146,50 28 105,-124-65-221,0 2-1,-2 1 0,19 18-29,110 118-103,-118-116 110,-14-17 10,2 0 0,0-2 0,1-2-1,1 0 1,1-2 0,15 5-17,206 106-106,-208-105 103,-2 3 0,26 22 3,-6-4 0,61 49 52,10 6 19,-23-26-65,47 34-7,-118-81 48,0-2 0,2-2-1,1-2 1,30 12-47,22 6 401,17 15-401,-64-29 174,-2 2 0,0 1 0,6 10-174,24 26 77,22 29-77,-53-51 56,-26-27-31,1 0-1,1-1 1,14 8-25,69 35 16,-70-40-63,94 44 40,-13-8 7,-91-41 1,0 1-1,-1 0 0,12 11 0,-12-6 0,8 5 0,-1 2 0,1 3 0,23 25-3,2-2 0,2-2 0,3-3-1,1-3 1,23 10 3,-53-35-67,16 8 81,24 20-14,56 38 197,-70-47-69,52 27-128,-88-54 3,12 8 181,37 14-184,-48-23-185,1 1 0,7 7 185,5 2-990,-23-12 539,0 0 0,8 7 451,-9-6-178,1 0-1,11 5 179,19 9 0,44 26-16,-52-22-51,-27-21 52,1 0 0,-1 0 0,2-1 15,90 56 0,-87-54 16,-4-2 12,0 0 0,0-1 0,0 0 0,5 1-28,36 18 59,-45-20-22,-5-4-163,0 0-1,1 1 0,-1-1 0,1 0 0,-1 0 1,1 0-1,-1 1 0,0-1 0,1 0 1,-1 0-1,1 0 0,-1 0 0,1 0 1,-1 0-1,1 0 0,-1 0 0,1 0 1,-1 0-1,1 0 0,-1 0 0,1 0 127,12-6-10308,-9 2 7119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36.046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48 147 6656,'-4'-4'804,"3"2"-459,0 1 1,0-1-1,0 1 1,0 0-1,-1 0 1,1 0 0,0 0-1,-1 0 1,1 0-1,-1 0 1,1 0-1,-1 0 1,-1 0-346,3 1 153,-1 0 1,1 0-1,-1-1 1,0 1-1,1 0 1,-1 0 0,1 0-1,-1-1 1,1 1-1,-1 0 1,1 0-1,-1-1 1,1 1-1,-1-1 1,1 1-1,-1 0 1,1-1 0,-1 1-1,1-1 1,0 1-1,-1-1-153,1 1 55,0-1-1,0 1 1,0 0 0,0 0-1,0 0 1,0 0-1,0 0 1,-1-1 0,1 1-1,0 0 1,0 0-1,0 0 1,0 0 0,0 0-1,0-1 1,0 1-1,-1 0 1,1 0 0,0 0-1,0 0 1,0 0-1,0 0 1,0 0 0,-1 0-1,1 0 1,0 0-1,0 0 1,0 0 0,0 0-1,-1 0 1,1 0-1,0 0 1,0 0-1,0 0 1,0 0 0,-1 0-1,1 0 1,0 0-1,0 0 1,0 0 0,0 0-1,-1 0 1,1 0-1,0 0 1,0 0 0,0 0-1,0 0 1,0 1-55,-1-1 43,1 0 1,0 0-1,0 0 1,0 0-1,0 0 1,0 0-1,-1 1 1,1-1-1,0 0 1,0 0-1,0 0 1,0 0-1,0 0 1,-1 0-1,1 0 1,0 0-1,0 0 1,0 0-1,-1 0 1,1 0-1,0 0 1,0 0-1,0 0 1,0 0-1,-1 0 1,1 0-1,0 0 1,0 0-1,0 0 1,0 0-1,-1 0 1,1 0-1,0 0 1,0-1-1,0 1 1,0 0-1,-1 0-43,5 2 2343,-2 0-2247,1 0 1,0 0-1,0 0 1,0-1-1,0 1 1,0-1-1,0 1 1,0-1-1,0 0 1,4 0-97,37 7 390,-29-6-172,44 3 306,0-2 0,25-4-524,-28 1 237,290-10 345,-167 4-476,178 5-72,-163 3 98,90 3 224,5 1-184,151 3-50,0-5 325,-269-5-323,250 5-23,56 0 161,-70-21 66,-286 11-246,388-35 66,-200 13-104,-65 6 28,132-9 75,-253 23-112,301-8-161,-369 16 148,389 6 12,-299 2 2,0 7 0,8 8-36,149 20 16,-125-20 155,80 25-171,-219-39-54,-1-2 1,25 1 53,-21-2-7,-24-4 85,0 0 0,8 0-78,-10-2 53,2 0 11,1 0 1,-1-2-1,7-1-64,-11 0-19,-8 2 5,-1 0-1,0 0 1,1 1 0,-1-1-1,2 1 15,15-1-915,0-2 0,-1 0 0,0 0 1,0-2-1,0-1 0,0 0 0,-1-2 0,0 0 0,0-1 0,-1-1 0,3-2 915,28-20-5615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40.485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6 1507 6912,'-5'-2'12749,"6"-4"-8577,9-6-6345,-7 8 3478,0 0-1243,0 1 0,0-1 0,0 1 0,1 0 1,-1 0-1,1 0 0,0 1 0,0-1 0,0 1 0,0 0-62,6-4-24,0 0 105,-4 2-36,0 1 0,0-1 0,0 0 0,2-3-45,-3 3 127,1-1 0,0 1 0,0 1 0,0-1-1,0 1 1,0 0 0,3 0-127,33-17 126,34-22 134,-49 28-158,3-1 67,-2-1 0,1-2 0,8-7-169,113-85 256,82-63 27,-163 127 5,2 4 0,26-11-288,-36 21 228,-2-3 0,11-11-228,37-22-8,-28 26 35,-47 27 18,-1-2 0,17-13-45,6-7 1,11-8 68,-2-2 0,9-13-69,-11 2-6,6-4 17,-38 35 57,-14 14-3,1-2-1,1-3-64,-3 2-10,2 2 0,-1-1 0,2 2 1,0 0-1,0 1 0,1 1 0,18-8 10,-12 3 178,-23 15-509,0 0 0,1 0-1,-1 0 1,0 0 0,0 0 0,0 0-1,0 0 1,0 0 0,0-1 0,-1 1-1,1 0 1,0-1 0,0 1 331,-2 0-4058,-3 2 176,4 0 3449,0 6-3588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42.095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51 1482 4480,'0'0'105,"0"0"-1,-1 0 1,1 0 0,-1 0 0,1 0 0,0 0 0,-1 0-1,1 0 1,0 0 0,-1 0 0,1 0 0,-1 0-1,1 0 1,0 1 0,-1-1 0,1 0 0,0 0 0,0 1-1,-1-1 1,1 0 0,0 0 0,-1 1 0,1-1-1,0 0 1,0 1 0,-1-1 0,1 0 0,0 1 0,0-1-1,0 1-104,-1 12 1971,1-12-1842,0 0 0,0 0 0,1 1 0,-1-1 0,0 0 0,-1 0-1,1 0 1,0 0 0,0 0 0,0 1 0,-1-1 0,1 0 0,-1 0 0,1 0 0,-1 0-1,1 0 1,-1 0-129,-20 20 4768,20-21-4692,1 1-1,0-1 1,-1 0-1,1 1 1,0-1-1,0 1 1,-1-1-1,1 0 1,0 1-1,0-1 0,0 1 1,-1-1-1,1 1 1,0-1-1,0 1 1,0-1-1,0 1 1,0-1-1,0 1 1,0-1-1,0 1 1,0-1-1,0 1 1,0-1-1,0 1-75,1-1 104,-1 1 1,0 0-1,0-1 0,0 1 0,0-1 0,0 1 0,0-1 1,0 1-1,0 0 0,0-1 0,0 1 0,0-1 0,-1 1 1,1-1-1,0 1 0,0-1 0,-1 1 0,1-1 0,0 1 1,0-1-1,-1 1-104,-1 5 1007,2-6-959,0 0 0,-1 0 0,1 1 0,0-1 0,0 0 0,0 1 0,0-1 0,0 0 0,0 0 0,0 1 0,0-1 0,-1 0 0,1 0 0,0 0 0,0 1 0,0-1 0,-1 0 0,1 0 0,0 0 0,0 1 0,0-1 0,-1 0 0,1 0 0,0 0 0,0 0 0,-1 0 0,1 0 1,0 0-1,-1 0 0,1 1 0,0-1 0,0 0 0,-1 0 0,1 0 0,0 0 0,-1 0 0,1 0-48,3-2 274,1 0 0,-1 1 0,0-1 1,0 0-1,-1 0 0,1-1 0,0 1 1,-1-1-1,3-1-274,29-33 28,-17 20 73,-1 1 1,2 0-1,0 2 1,11-6-102,83-50 218,-54 35-165,-53 32-53,148-94 88,-103 62 4,-1-2 0,0-3-92,210-177 283,-183 161-158,2 3 0,53-25-125,20-5 101,-45 23-40,-10 4 6,-5 5 200,-3-5 0,0-5-267,30-27 16,-66 46 13,-19 17 0,-2-2 1,0-1-1,11-15-29,25-33 43,-53 62 368,-8 11-1091,-6 3 554,0 0 1,1 0 0,-1 0-1,0 0 1,0 0 0,0 0-1,0 0 1,0 0 0,0 0-1,1 1 1,-1-1 0,0 0-1,0 0 1,0 0 0,0 0-1,0 0 1,0 0 0,0 0-1,0 1 1,0-1 0,1 0-1,-1 0 1,0 0 0,0 0-1,0 0 1,0 0 0,0 1-1,0-1 1,0 0 0,0 0-1,0 0 1,0 0 0,0 1-1,0-1 1,0 0 0,0 0-1,0 0 126,0 7-8426,0 1 4437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54.4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29 11776,'-5'-1'774,"-12"-4"7214,17 5-7923,0 0 1,0 0-1,0 0 1,0 0 0,0 0-1,0 0 1,1 0-1,-1 0 1,0 0 0,0 0-1,0 0 1,0 0-1,0 0 1,0 0 0,0 0-1,0 0 1,0 0 0,0 0-1,0 0 1,0 0-1,0 0 1,0 0 0,0 0-1,0-1 1,0 1-1,0 0 1,0 0 0,0 0-1,0 0 1,0 0 0,0 0-1,0 0 1,0 0-1,0 0 1,0 0 0,0 0-1,0 0 1,0 0-1,0 0 1,0 0 0,0 0-1,0 0 1,0 0-1,0 0 1,0 0 0,0 0-1,0 0 1,0 0 0,0 0-1,0-1 1,0 1-1,0 0 1,0 0 0,0 0-1,0 0 1,0 0-1,0 0 1,0 0-66,12 0 1347,205 0-1470,-171 0-2495,-39 0 2030,23-1-4123,-28 0 4011,-1 1 1,1 0-1,-1 0 1,1-1-1,-1 1 1,1-1-1,-1 1 1,1-1-1,-1 0 1,1 0-1,-1 1 1,0-1-1,1 0 1,-1 0-1,1-1 700,6-7-3253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54.8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 14208,'-18'7'4591,"7"-2"-1028,11-5-3542,0 1 0,0-1-1,0 0 1,0 0-1,0 0 1,0 0-1,0 0 1,0 0 0,0 0-1,0 0 1,0 0-1,0 0 1,0 0-1,0 0 1,0 0-1,-1 0 1,1 0 0,0 0-1,0 0 1,0 0-1,0 0 1,0 1-1,0-1 1,0 0 0,0 0-1,0 0 1,0 0-1,1 0 1,-1 0-1,0 0 1,0 0-1,0 0 1,0 0 0,0 0-1,0 0 1,0 0-1,0 0 1,0 0-1,0 0 1,0 0 0,0 0-1,0 0 1,0 0-1,0 1 1,0-1-1,0 0 1,0 0 0,0 0-1,0 0 1,0 0-1,0 0 1,0 0-1,0 0 1,0 0-1,1 0 1,-1 0 0,0 0-1,0 0 1,0 0-1,0 0 1,0 0-1,0 0 1,0 0-21,20 8 1237,-7-8-1199,-1 1-1,1-2 1,0 1-1,-1-2 1,0 0-1,2-1-37,19-2-118,1 3-3171,0 0 0,9 3 3289,-8-1-6078,-8 0 2500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1:55.1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12 12032,'-1'0'188,"-2"-1"811,0 0 1,0 0-1,1 0 0,-1-1 1,0 1-1,1-1 0,-1 0-999,4 13 7404,-2 26-7194,0-10-69,4 35-190,3 15 49,-1-25-260,0-4-3954,6 26 4214,-7-54-4925,2 1 0,6 16 4925,0-9-3765</inkml:trace>
  <inkml:trace contextRef="#ctx0" brushRef="#br0" timeOffset="453.6">291 150 13696,'-14'14'4426,"14"-13"-4300,-1-1-1,1 0 0,0 1 1,-1-1-1,1 1 1,-1-1-1,0 0 0,1 0 1,-1 1-1,1-1 1,-1 0-1,1 0 0,-1 0 1,0 0-1,1 0 1,-1 0-1,1 0 0,-1 0 1,0 0-1,1 0 1,-1 0-1,1 0 0,-1 0 1,1 0-1,-1 0 1,0-1-126,0 1 456,7-6 3652,24-27-3832,-20 24-242,-1 1-1,1 0 1,1 0 0,0 1-1,0 0 1,0 1 0,1 0-1,0 1 1,0 0-1,0 1 1,0 0 0,1 1-1,2 0-33,-7 2 10,0 0-1,-1 1 1,1-1-1,0 1 1,-1 1-1,1 0 1,-1 0-1,1 0 1,-1 1-1,1 0 0,-1 0 1,0 1-1,0 0 1,0 0-1,0 1 1,0 0-1,-1 0 1,0 0-1,0 1 1,0 0-1,0 0 1,4 6-10,-3-2 69,0 0 1,0 0 0,-1 1 0,0 0 0,-1 1 0,0-1 0,0 1-1,1 8-69,-3-11 88,-1 1 0,-1-1-1,0 0 1,0 1 0,0-1-1,-1 1 1,-1-1 0,1 0-1,-1 1 1,-1-1-1,1 0 1,-2 4-88,-1-1 105,1 0-1,-1 0 0,-1 0 1,0-1-1,-1 0 0,0 0 1,-6 8-105,3-8 61,0-1 0,-1 0 1,0 0-1,-1-1 0,0-1 0,0 0 1,0 0-1,-1-1 0,0-1 1,0 0-1,0 0 0,-1-2 0,0 1 1,0-1-62,4-1-18,-1-1 1,1 1-1,0-2 0,-1 1 1,1-1-1,-1-1 1,1 1-1,-1-2 1,1 1-1,0-1 1,0-1-1,0 0 0,0 0 1,0 0-1,0-1 1,1-1-1,0 1 1,0-2-1,0 1 0,-1-2 18,5 3-69,-1-1 0,1 0 0,1 0 0,-1 0 0,1 0 0,-1 0 0,2-1 0,-1 1 0,1-1 0,-1 0 0,2 0 0,-1 0 0,1 0 0,-1 0 0,2 0 0,-1 0 0,1 0 0,0-1 0,0 1 0,0 0 0,1-1 69,2-13-782,1 0 0,1 0 0,0 0 0,2 0 0,7-16 782,-6 17-1972,2 0 0,0 0 0,1 1 0,4-5 1972,16-13-5952,-25 31 4665,0 0 0,1 0 0,5-3 1287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0:16.993"/>
    </inkml:context>
    <inkml:brush xml:id="br0">
      <inkml:brushProperty name="width" value="0.05" units="cm"/>
      <inkml:brushProperty name="height" value="0.05" units="cm"/>
      <inkml:brushProperty name="color" value="#CC0066"/>
    </inkml:brush>
    <inkml:brush xml:id="br1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3 567 8704,'-3'-2'6784,"5"2"2085,6 0-1971,0-1-9397,22-9 2778,-1-1 0,0-1-1,-1-1 1,21-13-279,9-11 165,37-32-165,26-17 67,5 5 0,93-43-67,-49 37 245,-153 80-519,-10 6-3548,-9 3-916,-1 3 36,3 5 175</inkml:trace>
  <inkml:trace contextRef="#ctx0" brushRef="#br0" timeOffset="5592.99">1105 276 7040,'4'-1'9385,"4"-4"-4229,39-28-2114,-27 17-2841,-4 3-169,-1 2 1,2 0-1,0 0 0,0 2 1,0 0-1,5-1-32,-8 5 36,-5 1 20,0 1-1,0 0 0,0 0 0,0 1 1,1 0-1,7 0-55,-16 2 10,-1 0 1,1 0-1,-1 0 1,1 0-1,0 0 1,-1 0-1,1 0 1,-1 1-1,1-1 1,0 0-1,-1 0 1,1 0-1,-1 1 1,1-1-1,-1 0 1,1 1-1,-1-1 1,1 0-1,-1 1 1,1-1-1,-1 1 1,1-1-1,-1 1 0,0-1 1,1 1-1,-1-1-10,1 1 21,-1 0-1,0 1 0,0-1 0,1 0 1,-1 0-1,0 0 0,0 0 0,0 0 0,0 1 1,0-1-1,-1 0 0,1 0 0,0 0 0,0 0-20,-2 5 67,0-1 0,0 0 0,-1 1 1,0-1-1,-2 3-67,-28 45 202,-31 33-202,61-82-34,0 0 0,0 0 0,0 0 0,1 0 0,-1 1-1,-1 3 35,4-7-6,0 0-1,-1 1 0,1-1 0,0 0 0,-1 0 0,1 0 0,0 0 0,0 1 1,0-1-1,0 0 0,0 0 0,0 0 0,1 0 0,-1 1 0,0-1 0,1 0 0,-1 0 1,0 0-1,1 0 0,-1 0 0,1 0 0,0 0 0,-1 0 0,1 0 0,0 0 0,0 0 1,-1 0-1,1-1 0,0 1 0,0 0 0,0 0 0,0-1 0,0 1 7,12 5 8,0 0 0,0-1-1,0-1 1,1 0 0,-1-1-1,12 2-7,10 2 24,-15-2 12,-8-3 5,0 1-1,0 0 1,0 1 0,-1 0 0,1 1 0,-1 0-1,0 1 1,5 3-41,-15-8 13,0 0 0,0 0 0,0 0 0,1 0 0,-1 0 0,0 0-1,0 0 1,-1 0 0,1 0 0,0 0 0,0 1 0,0-1 0,-1 0 0,1 1 0,-1-1 0,1 0-1,-1 1 1,0-1 0,1 1 0,-1-1 0,0 0 0,0 1-13,0 0 11,0 0 0,-1 0 0,1 0 1,-1-1-1,0 1 0,1 0 0,-1-1 0,0 1 0,0 0 0,0-1 1,0 1-1,0-1 0,-1 1 0,1-1 0,-1 1-11,-4 3 23,-1 0 0,1 0 0,-1-1 0,0 0 0,0 0 0,0-1 0,0 0 0,-3 1-23,-20 6 87,0-2 0,-30 5-87,47-11-705,0 0 1,0-1 0,-1-1-1,1 0 1,0-1-1,0 0 1,0-1 0,-6-1 704,7-2-2224,11 5 1912,1 0 0,-1 0 1,1-1-1,-1 1 0,1 0 0,-1 0 1,1-1-1,-1 1 0,1-1 1,0 1-1,-1 0 0,1-1 1,0 1-1,-1-1 0,1 1 1,0-1-1,-1 1 0,1-1 312,3-7-3674</inkml:trace>
  <inkml:trace contextRef="#ctx0" brushRef="#br0" timeOffset="6078.96">1805 291 10368,'-34'8'6794,"30"-5"-2711,7-4-289,-1-1-3725,1 0 0,-1 0 0,1 1 0,-1-1 0,1 1 0,2-2-69,2 0 18,1-1-33,0 1-1,1 0 1,-1 1-1,1 0 1,-1 0-1,1 0 1,0 1-1,0 1 1,3-1 15,1 1 11,0 1 1,0 0 0,0 1 0,0 0-1,-1 1 1,3 0-12,5 4 66,-1 0 0,5 3-66,-20-8 32,1 0 0,-1 0 0,0 1 0,0-1 0,0 1 1,0 0-1,0 0 0,0 1 0,-1-1 0,0 1 0,1 0 0,-1 1-32,-2-3 32,1 0 0,-1 0 0,0 1 1,0-1-1,-1 1 0,1-1 0,0 1 0,-1-1 0,0 1 0,1 0 0,-1-1 0,0 1 0,0-1 0,-1 1 0,1 0 0,-1 1-32,0 1 50,0-1-1,-1 0 0,0 0 0,0 0 0,0 0 0,0-1 0,-1 1 0,1-1 0,-3 3-49,-6 6 181,0-2-1,-1 1 1,-1-1-1,-12 8-180,24-18 8,-16 11 175,1-1-1,-1-1 0,-1-1 0,0 0 0,0-1 0,-1-1 0,-1-1-182,9-2 44,0-1 1,0 0-1,0 0 1,-1-2-1,1 1 1,0-1-1,-1-1 0,1 0 1,0-1-1,0 0 1,0 0-1,-7-3-44,15 4-65,1-1 0,-1 1 0,0-1 0,1 1 0,-1-1 0,1 0 0,-1 0 0,1 0 0,0 0 0,0 0 0,0-1 0,0 1 0,0-1 0,1 1 0,-1-1 0,1 0 0,-1 1 0,1-1 0,0 0 0,0 0 0,0 0 0,1 0 0,-1 0 0,1 0 0,-1 0 0,1 0 0,0 0 0,0 0 0,1-1 65,-1-5-1017,1 0 1,1 1-1,-1-1 1,1 1-1,1 0 1,0-1-1,0 1 1,0 0-1,3-2 1017,0-1-1681,1 1-1,0 1 1,1-1-1,0 1 1,1 1-1,-1 0 1,7-4 1681,30-23-4272</inkml:trace>
  <inkml:trace contextRef="#ctx0" brushRef="#br1" timeOffset="101397.57">1132 826 11008,'-7'-1'1792,"0"0"0,0 0 0,1-1-1,-3-1-1791,5 2 2589,4 1-2488,0 0-1,0 0 1,0 0-1,0 0 1,1 0 0,-1 0-1,0 0 1,0 0-1,0 0 1,0 0 0,0 0-1,0 0 1,0 0-1,1 0 1,-1-1 0,0 1-1,0 0 1,0 0-1,0 0 1,0 0-1,0 0 1,0 0 0,0 0-1,0 0 1,1 0-1,-1 0 1,0-1 0,0 1-1,0 0 1,0 0-1,0 0 1,0 0 0,0 0-1,0 0 1,0 0-1,0-1 1,0 1 0,0 0-1,0 0 1,0 0-1,0 0 1,0 0-1,0 0 1,0 0 0,0-1-1,0 1-100,1-3 101,1 0 0,0 0 1,0 0-1,0 0 0,0 1 0,0-1 0,1 0 0,-1 1 0,1 0 0,0-1 1,2 0-102,3-5 125,40-32 131,2 2 1,12-5-257,43-32 84,158-145 44,-77 62-235,-56 43-1203,-85 78-1953,-1 1-3865,-30 26 3294</inkml:trace>
  <inkml:trace contextRef="#ctx0" brushRef="#br1" timeOffset="102021.73">2283 337 13568,'-1'0'308,"1"-1"1,0 1 0,-1 0 0,1-1 0,0 1 0,-1-1 0,1 1 0,0 0-1,0-1 1,0 1 0,-1-1 0,1 1 0,0-1 0,0 1 0,0-1 0,0 1 0,0 0-1,0-1 1,0 1 0,0-1 0,0 1 0,0-1 0,0 1-309,7-11 3210,21-10-2649,-11 10-55,-4 1-491,0 0-1,1 2 1,0-1 0,0 2 0,1 0 0,0 0 0,0 2 0,1-1 0,-1 2 0,2 0-15,-13 4 16,0-1-1,0 1 1,0 0-1,0 0 1,0 0 0,-1 0-1,1 1 1,0-1 0,4 2-16,-7-1 16,1 0 1,0 0 0,0 0 0,-1 0 0,1 0 0,0 0 0,-1 0 0,1 1 0,-1-1 0,0 1 0,1-1 0,-1 1 0,0 0 0,0-1 0,0 1 0,0 0 0,0 0 0,0 0 0,-1-1 0,1 3-17,1 1 38,-1 1 0,0-1 1,-1 1-1,1-1 0,-1 1 1,0-1-1,-1 1 0,1-1 0,-1 0 1,0 1-1,0-1 0,-1 0 1,0 1-1,0-1 0,0 0 1,-2 3-39,-7 13 125,-1-1 1,-1 0 0,-6 6-126,5-8 39,0 1 80,-2-1-1,-4 3-118,5-5 14,1 0-1,1 0 1,-2 5-14,14-20-1,0 1 0,0 0 1,0-1-1,0 1 0,0 0 1,0 0-1,1 0 0,-1 0 1,1 0-1,-1 1 1,1-2 0,0 0 0,0 0 0,1 0 0,-1-1 0,0 1 0,0 0 0,0 0 0,1 0 0,-1-1 0,0 1 0,1 0 0,-1 0 0,1-1 1,-1 1-1,1 0 0,-1-1 0,1 1 0,-1 0 0,1-1 0,0 1 0,-1-1 0,1 1 0,0-1 0,-1 0 0,1 1 0,0-1 0,0 0 0,0 1 0,14 3-350,0 0 1,0 0-1,0-2 0,0 0 1,0-1-1,1 0 0,9-1 350,5-1-5643,23-4 5643,1-2-7241,-50 6 6536,24-2-2841</inkml:trace>
  <inkml:trace contextRef="#ctx0" brushRef="#br1" timeOffset="102438.92">2853 369 13312,'-8'0'2654,"-1"1"0,1-1 0,-7 3-2654,18-5 4520,30-13-4480,-17 9-90,14-5 31,0 1 1,8 0 18,-27 8 10,-1 0 0,1 1 0,0 0 1,-1 1-1,1 0 0,0 0 0,0 1 1,6 2-11,-7-1 7,-1 1 0,0 0 0,0 0 0,-1 1 0,1 0 0,-1 0 0,0 1 0,0 0 0,0 0 0,0 1 1,2 3-8,-7-6 16,0 0 1,0 0 0,0 1 0,-1-1 0,1 0 0,-1 1 0,0 0 0,0-1 0,0 1 0,0 0-1,-1 0 1,0 0 0,1 0 0,-2 0 0,1 0 0,0 0 0,-1 1 0,0-1 0,0 0 0,0 0-1,0 1 1,-1-1 0,1 0 0,-1 0 0,0 0 0,-1 1-17,-1 2 49,0 0 1,-1 0-1,0 0 0,0-1 0,-1 0 1,1 1-1,-1-2 0,-1 1 1,1-1-1,-1 0 0,0 0 1,0 0-1,0-1 0,-2 1-49,-11 6 216,0-1-1,0 0 0,-1-2 1,-8 2-216,4-1 230,-1-2 1,0-1 0,-1 0-231,14-4 57,0-1 0,-1 0 1,1-1-1,-1 0 0,1-1 1,0-1-1,-5 0-57,14 1-41,-1 1-1,1-1 1,-1 0-1,1 0 1,0 0 0,0-1-1,-1 1 1,1-1-1,0 1 1,0-1-1,1 0 1,-1 0 0,0 0-1,1-1 1,-1 1-1,1-1 1,-1 0 0,1 1-1,0-1 1,0 0-1,1 0 1,-1 0-1,1 0 1,-1 0 0,1-1-1,0 1 1,0 0-1,0-1 1,1 1-1,-1-3 42,1-4-512,0 0 0,1 0 0,1 0 0,-1 0-1,1 0 1,1 0 0,0 0 0,4-7 512,0 1-1376,0 0 1,2 1-1,-1 0 1,12-13 1375,-9 15-1982,0 0-1,1 1 1,1-1 1982,38-29-4010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2:00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35 487 12160,'-3'1'840,"1"0"0,0 0 0,-1 0 1,1 0-1,-1-1 0,1 1 1,-1-1-1,0 1 0,0-1-840,3 0 238,-1 0 0,1 0 1,-1 0-1,1 0 0,-1 0 0,1 0 0,0 0 1,-1 0-1,1 1 0,-1-1 0,1 0 0,0 0 0,-1 0 1,1 1-1,-1-1 0,1 0 0,0 1 0,-1-1 0,1 0 1,0 1-1,0-1 0,-1 0 0,1 1-238,1 1 2189,7-4-1467,228-112 195,54-28-937,-95 47-765,-167 82 365,141-69-2803,-55 35-8691,-91 42 8112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2: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32 125 12288,'-17'-10'9989,"24"7"-6907,3-6-2972,0 1-1,1 0 1,0 0-1,0 1 0,1 1 1,-1 0-1,2 0 1,-1 1-1,13-3-109,7-1-35,1 2 0,-1 1 0,13 1 35,-23 2 2,0 2-1,0 1 1,0 0-1,5 3-1,-14-2 33,0 1 0,-1 1-1,1 0 1,-1 1 0,0 1-1,0-1 1,8 6-33,-16-8 32,-1-1 1,0 1 0,0 0-1,0 0 1,0 1 0,0-1-1,0 1 1,-1-1-1,1 1 1,-1 0 0,0 0-1,1 0 1,-1 0-1,-1 0 1,1 0 0,0 1-1,-1-1 1,0 1 0,0-1-1,0 1 1,0 0-1,0-1 1,-1 1 0,1 0-1,-1-1 1,0 2-33,-1 2 45,-1-1 0,1 0 0,-1 0 0,0 0 0,0 0 0,-1 0 0,0-1 1,0 1-1,0-1 0,-1 1 0,-3 3-45,-2 2 69,0-1 0,-2 0 1,1 0-1,-12 8-69,2-5 109,-1 0 1,0 0-1,-1-2 0,0-1 1,0-1-1,-1-1 0,0 0 1,-1-2-1,0-1 0,-12 1-109,25-5 18,1-1 0,-1 0-1,1 0 1,-1-1 0,1 0-1,-1-1 1,1 0 0,-1-1-1,1 0 1,0 0-1,0-1 1,1-1 0,-8-3-18,13 5-45,-1 0 1,1 0-1,0-1 1,0 1-1,0-1 1,0 0-1,1 0 1,0 0-1,0-1 1,0 1-1,0-1 1,1 1-1,-1-1 1,1 0-1,0 0 1,1 0-1,-2-4 45,2 3-175,0 0-1,1-1 0,-1 1 1,1-1-1,0 0 0,1 1 1,-1-1-1,1 1 0,1 0 1,-1-1-1,1 1 0,0 0 1,1 0-1,1-3 176,0 1-744,1-1-1,1 0 1,0 1 0,0 0-1,0 1 1,1-1 0,4-3 744,4-1-2372,-1 0 1,2 1-1,8-5 2372,35-17-4149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2:03.2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38 14464,'-1'-4'1933,"0"-1"0,0 1 0,0 0 1,0-1-1,1 1 0,0-3-1933,2 2 1706,-2 5-1676,0 0 1,0 0-1,0 0 0,0 0 1,0 0-1,0 1 1,0-1-1,0 0 0,0 0 1,0 0-1,0 0 1,0 0-1,0 0 0,0 0 1,0 0-1,0 0 1,0 0-1,0 0 1,0 0-1,0 1 0,0-1 1,0 0-1,0 0 1,0 0-1,1 0 0,-1 0 1,0 0-1,0 0 1,0 0-1,0 0 0,0 0 1,0 0-1,0 0 1,0 0-1,0 0 0,0 0 1,0 0-1,0 1 1,0-1-1,0 0 0,0 0 1,1 0-1,-1 0 1,0 0-1,0 0 1,0 0-1,0 0 0,0 0 1,0 0-1,0 0 1,0 0-1,0 0 0,0 0 1,0 0-1,0 0 1,1 0-1,-1 0 0,0-1 1,0 1-1,0 0 1,0 0-1,0 0 0,0 0-30,10 282-805,-4-230-4608,6 22 5413,-3-37-1867</inkml:trace>
  <inkml:trace contextRef="#ctx0" brushRef="#br0" timeOffset="456.29">342 204 15360,'-26'-43'8911,"26"42"-8761,0 0-1,-1 0 1,1 1 0,0-1-1,-1 0 1,1 0-1,0 0 1,0 0-1,0 0 1,0 0 0,0 0-1,0 0 1,0 0-1,0 0 1,0 1-1,0-1 1,0 0 0,1 0-1,-1 0 1,0 0-1,1-1-149,0 0 103,0 1 1,1-1-1,-1 0 0,1 0 0,-1 1 0,1-1 0,0 0 0,-1 1 1,2-1-104,6-4-65,0 1 1,0 0-1,1 1 1,0 0 64,-4 1 177,9-3-196,0 0-1,1 1 0,-1 1 0,1 0 0,0 1 0,1 1 0,-1 0 0,0 2 0,1-1 0,5 2 20,-9 1-3,0 0 1,0 0-1,0 1 1,0 1 0,0 0-1,-1 1 1,1 0-1,-1 1 1,-1 0-1,1 1 1,-1 0-1,8 8 3,-6-5-2,0 2 0,-1-1 0,-1 2 0,0-1-1,0 2 1,-2-1 0,0 1 0,5 10 2,-11-18 16,0 1 0,0-1 0,-1 1 0,1-1 0,-2 1 0,1 0 0,-1 0 0,0 0 0,0 0 0,-1 0 1,0 0-1,0-1 0,0 1 0,-1 0 0,0 0 0,-1 0 0,0 0 0,0-1 0,0 1 0,-1-1 0,0 1 0,0-1-16,0-1 26,-1 1 0,0-1-1,0-1 1,0 1 0,0-1-1,-1 1 1,0-1 0,0-1-1,0 1 1,0-1 0,-1 1-1,1-1 1,-1-1 0,0 1 0,0-1-1,-6 1-25,-9 2 122,-1 0 1,1-2-1,-1-1 0,-1-1-122,19 0 17,-19 1 81,0-2-1,-1 0 1,1-1 0,0-1-1,-1-2 1,1 0-1,-2-2-97,7 1 46,0 0-1,0-1 1,1-2 0,0 1-1,0-2 1,1 0-1,0-1 1,-10-9-46,20 15-65,1-1 0,-1 0 0,1 0 0,0-1 0,0 0 0,1 1 0,0-2 0,0 1 0,0 0 0,1-1 0,0 1 0,0-1 0,0 0 0,1 0 0,0 0 0,1-1 0,0 1 0,0 0 0,0 0 0,1-1 0,0 1-1,0 0 1,2-6 65,-1 5-339,1 0 0,0 0 0,1 1 0,0-1 0,0 1-1,1 0 1,0 0 0,0 0 0,0 0 0,5-5 339,27-25-1638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28:24.298"/>
    </inkml:context>
    <inkml:brush xml:id="br0">
      <inkml:brushProperty name="width" value="0.05" units="cm"/>
      <inkml:brushProperty name="height" value="0.05" units="cm"/>
      <inkml:brushProperty name="color" value="#008C3A"/>
    </inkml:brush>
    <inkml:brush xml:id="br1">
      <inkml:brushProperty name="width" value="0.05" units="cm"/>
      <inkml:brushProperty name="height" value="0.05" units="cm"/>
      <inkml:brushProperty name="color" value="#CC0066"/>
    </inkml:brush>
    <inkml:brush xml:id="br2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27 680 8064,'-26'3'5434,"25"-3"-3444,1 0-65,0 0-101,0 0-390,0 0-330,15-3 1147,2-3-1762,0 0 1,-1-1 0,0-1-1,0-1 1,12-8-490,-1 1 277,71-44 296,-1 1-245,23-6-328,118-44 164,-66 31-24,90-33-52,-68 31-42,-121 43-393,-57 29-772,-13 4-7964,-3 4 3734</inkml:trace>
  <inkml:trace contextRef="#ctx0" brushRef="#br0" timeOffset="1023.33">1689 288 9600,'0'-1'382,"-1"0"1,1 0-1,0 0 1,-1 0-1,1 0 1,0 0-1,0 0 1,0 0 0,0 0-1,0 0 1,0 0-1,0 0 1,0 0-1,0 0 1,0 0-1,0 0 1,1 0-1,-1 0 1,0 0-1,1 0 1,-1 0-1,1 0 1,-1 0 0,1 0-1,0 0 1,-1 1-1,1-1 1,0 0-1,0 0 1,-1 1-1,1-1 1,0 0-1,0 0-382,7-4 797,0 0 0,1 1 1,-1-1-1,8-1-797,13-7 427,-6 1-408,1 2-1,1 1 0,-1 1 1,1 1-1,1 1 0,-1 1 1,1 2-1,0 0 1,21 2-19,-38 0 44,-6 1-23,0 0 0,0 0 0,0 0 1,0 0-1,0 0 0,0 0 0,0 1 1,0 0-1,0-1 0,0 1 0,0 0 0,0 1 1,-1-1-1,3 2-21,-4-3 7,-1 1 1,0-1-1,1 1 1,-1-1-1,0 1 1,0 0-1,1-1 0,-1 1 1,0-1-1,0 1 1,0 0-1,0-1 1,0 1-1,0-1 0,0 1 1,0 0-1,0-1 1,0 1-1,0-1 1,-1 1-1,1-1 1,0 1-1,0 0 0,-1-1 1,1 1-1,0-1 1,0 1-1,-1-1 1,1 1-1,-1-1-7,-13 20 124,-5-2-71,0-1 0,-1 0 1,-21 13-54,11-9-59,20-13 31,-52 41-72,61-48 93,1-1 0,0 0 1,-1 0-1,1 1 0,0-1 0,-1 0 1,1 0-1,0 1 0,0-1 0,-1 0 1,1 1-1,0-1 0,0 1 0,0-1 0,-1 0 1,1 1-1,0-1 0,0 0 0,0 1 1,0-1-1,0 1 0,0-1 0,0 0 1,0 1-1,0-1 0,0 1 0,0-1 1,0 1 6,0-1-5,1 1 0,-1-1 0,1 0 0,-1 1 0,1-1 1,-1 1-1,0-1 0,1 0 0,0 1 0,-1-1 0,1 0 0,-1 0 1,1 1-1,-1-1 0,1 0 0,0 0 0,-1 0 5,32 4-31,-27-4 19,28 2-49,0 1 1,0 1-1,-1 2 0,0 1 0,23 9 61,-22-4-103,-1 2 0,0 1 103,-21-10-33,0 1 0,-1 1 0,0-1 0,0 2 0,-1-1 0,0 1 0,6 7 33,-13-13 2,0 0 1,-1 0 0,1 0-1,-1 0 1,1 0-1,-1 0 1,0 1-1,0-1 1,0 0-1,0 1 1,0-1 0,-1 1-1,1-1 1,-1 1-1,1-1 1,-1 1-1,0-1 1,0 1-1,0-1 1,-1 1 0,1-1-1,0 1 1,-1-1-1,0 1 1,1-1-1,-1 0 1,0 1-1,0-1 1,-1 0 0,1 1-1,0-1 1,-2 2-3,-2 1 20,0 0 0,0 0 0,-1 0 0,1 0 1,-1-1-1,0 0 0,0 0 0,-1 0 0,1-1 1,-1 0-1,-1 0-20,-39 12-531,0-3 1,0-1-1,-1-2 0,-13-2 531,47-5-511,0 0-273,0 0-1,0-2 0,-7 0 785,18 0-499,0 0-1,0 0 1,0-1 0,0 1-1,0-1 1,0 0-1,0 0 1,0 0 0,0 0-1,0 0 1,0-1 0,1 1-1,-1-1 1,1 0 0,-1 0-1,1 0 1,-2-2 499,-6-12-3477</inkml:trace>
  <inkml:trace contextRef="#ctx0" brushRef="#br0" timeOffset="1524.83">2535 312 13824,'-5'-3'5359,"7"2"-388,7 0-4966,26-7 383,-14 3-309,0 1-1,0 0 1,13 0-79,-5 3 0,0 1-1,-1 1 1,1 1 0,0 2-1,-1 0 1,0 2-1,11 5 1,-29-8 19,0 1 0,-1 1-1,1-1 1,-1 2 0,0-1-1,0 1 1,0 1-1,-1-1 1,6 8-19,-8-8 33,-1 0 1,0 0-1,-1 1 0,1 0 0,-1 0 1,-1 0-1,1 1 0,-1-1 0,-1 1 1,1 0-1,-1 0 0,0-1 1,0 9-34,-2-9 50,0-1 1,0 1-1,0-1 1,-1 1 0,0-1-1,0 0 1,-1 1-1,0-1 1,0 0 0,0 0-1,-1 0 1,0 0 0,0 0-1,0-1 1,-1 0-1,0 1 1,0-1 0,0 0-1,-3 1-50,-3 4 125,-1 0-1,0-1 1,-1 0-1,0-1 0,0 0 1,-1-1-1,1 0 1,-3-1-125,-15 6 340,0-1 0,-1-1 1,-1-2-1,1-1 0,-32 2-340,48-8 62,0 0 1,1-1-1,-1 0 0,1-1 0,-1-1 0,1 0 1,-1-1-1,1-1 0,-13-4-62,19 5-28,0 0 1,0-1-1,0 1 0,0-1 0,1-1 1,-1 0-1,1 0 0,0 0 1,1-1-1,-1 1 0,1-2 0,0 1 1,0-1-1,1 0 0,0 0 0,1 0 1,-1-1-1,1 0 0,1 0 0,-1-1 28,0-2-151,1 0 0,1 0 0,0 0 0,0 0 0,1-1-1,1 1 1,0-1 0,0 1 0,1-1 0,1-4 151,0 7-365,0 1 1,0-1 0,0 1-1,1 0 1,0 0-1,1 0 1,0 0 0,0 1-1,1-1 1,0 1-1,0 0 1,0 1 0,1-1-1,5-4 365,32-20-5738,2 5 1685</inkml:trace>
  <inkml:trace contextRef="#ctx0" brushRef="#br1" timeOffset="105296.7">1898 672 7680,'-1'0'414,"0"0"0,0 0 0,0 0 0,-1 0 0,1 0 1,0 0-1,0 1 0,0-1 0,0 0 0,0 1 0,0-1 0,0 1 1,1-1-1,-1 1 0,0-1 0,0 1 0,0 0 0,0 0 0,1-1 1,-1 1-1,0 0 0,1 0 0,-1 0 0,0 0 0,1 0 0,-1-1 0,1 1 1,-1 1-415,-7 10 4526,8-12-4476,0 0 0,0 0 0,0 0 0,0 0 0,0 0 0,0 0 0,0 0 0,0 0 0,0 0 0,0 0 0,0 0 0,0 0 0,0 0 0,0 0 0,-1 0 0,1 0 0,0 0 0,0 0 0,0 0 0,0 0 0,0 0 0,0 0 0,0 1 0,0-1 0,0 0 0,0 0 0,0 0 1,0 0-1,0 0 0,0 0 0,0 0 0,0 0 0,0 0 0,0 0 0,0 0 0,0 0 0,0 0 0,0 0 0,0 0 0,0 0 0,0 1 0,0-1 0,0 0 0,0 0 0,0 0 0,0 0 0,0 0 0,1 0 0,-1 0 0,0 0 0,0 0 0,0 0 0,0 0 0,0 0 0,0 0 0,0 0 0,0 0 0,0 0 0,0 0 0,0 0 0,0 0 0,0 0 0,0 0 0,0 0 0,0 0 0,0 0 0,0 0 0,1 0 0,-1 0 0,0 0-50,7 0 787,10-5-665,15-8 211,-2-2 0,16-10-333,-9 4 70,58-30-45,210-108 35,-203 111-49,2 5 0,7 3-11,206-63-320,-222 71-2666,-72 21-324,-14 2-5401,-5 4 4999</inkml:trace>
  <inkml:trace contextRef="#ctx0" brushRef="#br1" timeOffset="106290.94">3397 389 12800,'-6'-10'4314,"6"9"-3887,-1 0-1,1 1 0,-1-1 1,1 0-1,-1 0 0,1 0 1,-1 0-1,1 0 0,0 1 0,-1-1 1,1 0-1,0 0 0,0 0 1,0 0-1,0 0 0,0-1-426,6-19 3014,1 14-2955,0 0 0,0 0 0,1 0 0,0 1 1,0 0-1,0 1 0,1-1 0,0 2 1,0-1-1,0 1 0,1 1 0,0-1-59,7-1 31,1 1 0,-1 0 0,1 1 0,0 1 0,0 1-1,7 0-30,-22 1 17,0 0 0,1 0 0,-1 1 0,0-1 0,1 1 0,-1 0 0,0 0 0,0 0 0,1 0 0,1 1-17,-4-1 8,0 0-1,0 0 1,0-1 0,0 1-1,0 0 1,0 0-1,0 0 1,0 0-1,0 1 1,0-1-1,-1 0 1,1 0-1,0 0 1,-1 1-1,1-1 1,-1 0-1,1 1 1,-1-1 0,0 0-1,0 1 1,1-1-1,-1 0 1,0 1-1,0-1 1,0 1-1,-1-1 1,1 1-8,-1 7 12,-1-1 0,0 1 0,-1-1 1,0 0-1,0 1 0,-1-1 0,0-1 1,0 1-1,-1 0 0,-4 4-12,-10 13 57,-2-1 1,-7 6-58,21-23 13,-37 36 243,-27 19-256,61-54 16,-14 10 38,0-1 0,-1-2 0,-21 10-54,4-1-119,39-23 88,1 0-1,-1 1 1,1-1-1,-1 1 1,1 0-1,0 0 1,0 0-1,0 0 0,0 0 1,0 0-1,-1 1 32,4-2-16,0-1 0,0 0-1,0 0 1,0 1 0,-1-1-1,1 0 1,0 0 0,0 0-1,0 0 1,0 0 0,0 0-1,0 0 1,-1-1-1,1 1 1,1 0 16,107-11-432,-25 3-629,31-6-1917,-20 3-3360,-1-1-3482,-51 8 6386</inkml:trace>
  <inkml:trace contextRef="#ctx0" brushRef="#br1" timeOffset="106675.63">4024 522 14464,'-16'-22'7263,"15"21"-7087,1 0 1,0 1-1,-1-1 0,1 0 0,0 0 1,-1 0-1,1 0 0,0 0 0,0 0 1,0 0-1,0 0 0,0 0 0,0 0 0,0 1 1,0-1-1,0 0 0,0 0 0,0 0 1,1 0-1,-1 0 0,0 0 0,1 0 1,-1 0-177,8-10 63,1 0 1,0 0-1,0 1 1,1 0-1,0 1 0,1 0 1,0 1-1,0 0 1,1 0-1,0 1 1,0 1-1,1 0 1,0 1-1,0 0 1,0 1-1,0 0 1,1 1-1,0 1 1,-1 0-1,1 1 1,5 0-64,-9 2 22,0 0 0,-1 1 0,1 0 0,0 0 0,-1 1 0,1 0 0,-1 0 0,0 1 0,0 1 0,0-1 0,7 7-22,-11-8 19,0 1-1,-1-1 0,0 1 1,0 0-1,0 1 1,0-1-1,-1 0 1,1 1-1,-1 0 0,0 0 1,-1 0-1,1 0 1,-1 1-1,0-1 1,-1 0-1,1 1 0,-1 0 1,0-1-1,0 1 1,-1 0-1,1 1-18,-2 1 49,1 0-1,-1 0 1,-1-1 0,0 1-1,0-1 1,0 1 0,-1-1-1,0 0 1,0 0-1,-1 0 1,0 0 0,0 0-1,0-1 1,-1 0 0,0 0-1,0 0 1,-5 3-49,-8 5 91,0-1 1,-1-1-1,0 0 0,-1-2 1,0 0-1,-1-1 1,0-1-1,0-1 1,-1-1-1,0-1 0,0-1 1,0-1-1,0 0 1,-17-2-92,30-1-1,1 0 0,-1-1 0,0 0 0,1-1-1,-1 0 1,1 0 0,-1-1 0,1 0 0,-4-2 1,8 3-21,-1 0-1,1-1 0,0 0 0,0 1 1,1-1-1,-1-1 0,1 1 1,-1 0-1,1-1 0,0 0 1,1 0-1,-1 0 0,0 0 1,1 0-1,0 0 0,0-1 0,1 1 1,-1-2 21,-1-3-153,1-1 1,1 0 0,0 0-1,0 0 1,1 1 0,0-1-1,1 0 1,0 0-1,1 0 1,0 1 0,0-1-1,1 0 1,0 1 0,1 0-1,0 0 1,1-2 152,2-1-803,0 0 0,0 0 0,1 0 0,1 1 0,2-1 803,-2 2-1531,1 0-1,0 1 0,1 1 0,-1 0 0,4-2 1532,35-16-4138</inkml:trace>
  <inkml:trace contextRef="#ctx0" brushRef="#br2" timeOffset="-211051.46">3333 810 6656,'-2'-1'12755,"2"0"-5415,4-2-3762,8-4-6744,-6 5 5058,15-8-1629,151-70 391,40-18-867,-143 67 218,114-47 539,166-47-544,-283 107 26,-27 8-110,13-6 84,23-3-1248,-71 18-745,-4 2-6262,-1 1 4226,0 5-72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8:27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52 11648,'-12'-15'5660,"11"14"-5480,1 1 0,0-1 0,-1 0 0,1 1 0,0-1 0,0 1 0,-1-1 0,1 0 0,0 1 0,0-1 0,0 0 0,0 1 0,0-1 0,0 1 0,-1-1 0,2 0 0,-1 1-1,0-1 1,0 0 0,0 1 0,0-2-180,0 2 92,1-1 0,-1 1 0,0 0-1,0-1 1,0 1 0,0-1-1,0 1 1,0-1 0,0 0 0,0 1-1,0-1 1,0 1 0,0-1 0,0 1-1,0-1 1,0 1 0,0-1 0,0 1-1,-1 0 1,1-1 0,0 1-1,0-1 1,-1 1 0,1-1 0,0 1-1,-1 0 1,1-1 0,0 1 0,-1-1-1,1 1 1,-1 0 0,1 0 0,0-1-1,-1 1 1,1 0 0,-1 0-1,1-1 1,-1 1 0,1 0 0,-1 0-1,0 0-91,-1-1 175,-1 0 1,1 0-1,-1 0 0,0 0 0,0 1 0,1 0 0,-2-1-175,-3 2 37,0 1-1,0 0 1,0 0 0,0 0 0,0 1-1,0 0 1,1 0 0,-1 0 0,-3 4-37,0 0-10,0 0 1,1 1 0,0 0 0,0 1 9,2-3-1,-4 4-16,1 1 0,1 0 0,0 0 0,0 1 0,1 0 0,0 1 0,1-1 0,1 1 0,0 1 0,1-1-1,0 1 1,1 0 0,0 0 0,1 1 0,1 4 17,-2 3-19,2 1-1,0 0 1,2 0 0,0 0-1,1 0 1,2 1 19,-2-14-10,1-1 0,0 0 0,1 0 0,0 0 0,0 0-1,1 0 1,0-1 0,1 1 0,0-1 0,0 0 0,0-1 0,1 1 0,0-1 0,1 0 0,0-1 0,4 5 10,-1-4-23,0 0 0,1 0 0,-1-1 0,1 0 0,1-1 0,-1 0 0,1-1 1,-1 0-1,1-1 0,1 0 0,-1-1 0,0 0 0,0-1 0,1-1 0,-1 0 0,0 0 0,1-1 0,-1-1 1,0 0-1,0-1 0,0 0 0,0-1 0,0 0 0,-1-1 0,0 0 0,0-1 0,5-3 23,-15 9 0,9-7 0,0 0 0,0 0 0,0-1 0,-1 0 0,3-4 0,-10 9 0,0 1 0,0 0 0,0-1 0,-1 1 0,1-1 0,-1 1 0,1-1 0,-1 0 0,0 0 0,0 1 0,0-1 0,0 0 0,-1 0 0,1 0 0,-1 0 0,0 0 0,0 0 0,0 0 0,0 0 0,0 0 0,-1 0 0,1 0 0,-1 0 0,0 0 0,-1-2 0,0 0 7,-1 0-1,1 0 0,-1 0 1,-1 0-1,1 0 0,-1 1 1,0-1-1,0 1 0,0 0 1,0 1-1,-1-1 0,0 1 1,1-1-1,-1 2 1,-1-1-1,1 0 0,-1 1-6,-1-1 7,0 1 1,0 0-1,-1 0 0,1 1 0,0-1 0,0 2 0,-1-1 0,1 1 1,-1 0-1,1 1 0,0 0 0,-1 0 0,1 1 0,-4 1-7,-14 5-7,0 1-1,0 1 0,1 1 0,1 1 1,-1 2 7,12-7-86,1 1 1,0 0 0,0 0 0,1 1 0,0 1-1,1 0 1,0 0 0,1 1 0,0 0-1,0 0 1,1 1 85,5-9-227,0 1 1,1 0-1,-1-1 0,1 1 0,0 0 0,0 0 0,0 0 0,1 0 1,-1 0-1,1 0 0,0 1 227,0-3-204,0-1 1,0 1-1,1-1 1,-1 0-1,0 1 1,1-1-1,0 1 1,-1-1-1,1 0 1,0 0-1,-1 1 1,1-1-1,0 0 1,0 0-1,0 0 1,0 0-1,0 0 1,0 0-1,0 0 1,1 0-1,-1 0 1,0-1-1,0 1 1,1 0-1,-1-1 1,1 1-1,-1-1 1,0 1-1,1-1 1,-1 0-1,1 0 1,0 1 203,3-1-1004,-1 0 0,1 0 0,-1 0 1,1-1-1,3 0 1004,33-7-3381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8:24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518 122 9984,'0'0'183,"0"0"0,-1 0 0,1 0 0,0 0 0,0 0 0,-1 1 0,1-1 0,0 0 0,0 0 0,-1 0 0,1 0 0,0 0 0,-1 0 0,1 0 0,0 0 0,0 0 0,-1 0 0,1 0 0,0 0 0,-1 0 0,1 0 0,0 0 0,0-1 0,-1 1 0,1 0 0,0 0 0,0 0 0,-1 0 0,1 0 0,0-1 0,0 1 0,-1 0 0,1 0 0,0 0 0,0-1 0,0 1 0,0 0 0,-1 0 0,1-1 0,0 1 0,0 0 0,0 0 0,0-1 0,0 1-183,-16-20 4430,14 16-4144,-1 0 0,0 0 1,0 0-1,0 1 1,-2-2-287,-3 0 242,3 1-109,-2 0 0,1 0 0,0 0 0,-1 1 1,0 0-1,0 0 0,0 1 0,0 0 0,0 0 0,-4 0-133,-4 1 27,1 0-1,-1 1 0,1 1 0,-1 0 1,1 1-1,0 1 0,-1 0 0,1 1 1,1 0-1,-14 7-26,-2 1-70,2 2 1,0 1-1,1 1 0,-18 15 70,35-25-37,1 1 0,0 0 0,0 1 0,0 1 37,5-6-7,1 0-1,-1 0 0,1 1 1,0-1-1,0 1 0,0-1 1,1 1-1,-1 0 0,1 0 1,0-1-1,0 1 0,0 0 8,1-2 0,0-1 0,0 1 0,0-1 0,0 1 0,0-1 0,1 1 0,-1-1 0,0 1 0,1-1 0,-1 1 0,1-1 0,0 0 0,-1 1 0,1-1 0,0 0 0,0 0 0,0 1 0,0-1 0,0 0 0,0 0 0,0 0 0,0 0 0,0 0 0,1-1 0,-1 1 0,0 0 0,1 0 0,5 3 0,1-1 0,-1 0 0,1 0 0,6 1 0,-7-2 0,30 7 9,0-2-1,0-1 1,4-2-9,55 9 33,-50-4 83,36 13-116,-61-16 34,0 2-1,-1 1 1,0 0 0,16 11-34,-19-9 31,0 1 0,0 0-1,-1 1 1,8 9-31,-20-18 16,0 1-1,0-1 0,0 1 1,-1 0-1,1 0 0,-1 0 1,0 0-1,-1 0 0,1 1 1,-1-1-1,0 1 0,-1 0 1,1 0-1,-1-1 1,0 1-1,-1 0 0,1 0 1,-1 2-16,-1-1 9,0 0 1,-1 0-1,0-1 1,0 1-1,0-1 1,-1 1-1,1-1 1,-2 0-1,1 0 1,-1 0-1,0 0 1,0-1-1,0 0 1,-1 1-1,0-2 1,0 1-1,-2 1-9,-7 5 14,-1 0 0,0-1 0,0-1 0,-1 0 0,0-1 0,-2-1-14,-4 2-3,0-1-1,-1-1 1,1-1 0,-1-1-1,-1-1 1,1 0 0,-1-2-1,-3-1 4,8-2-136,1 0 0,0 0 0,0-2 0,0 0 0,0-2 0,1 0 0,-1 0 0,1-2 0,0 0 0,-13-8 136,19 8-317,0 1 1,0-2-1,1 1 0,0-2 0,-5-4 317,12 9-353,-1 0 0,1 1 0,0-2 0,0 1 0,0 0 0,0-1-1,1 1 1,0-1 0,0 1 0,0-1 0,0 0 0,1 0 0,0 0-1,-1-4 354,2 6-431,0 0 0,1 0 0,-1 0 0,1 0 0,-1-1 0,1 1 0,0 0 0,0 1 0,0-1 0,0 0 0,1 0 0,-1 0 0,1 1 0,-1-1 0,1 1 0,0-1 0,2-1 431,19-20-3184</inkml:trace>
  <inkml:trace contextRef="#ctx0" brushRef="#br0" timeOffset="369.64">919 96 8320,'-3'-1'675,"1"-1"0,0 0 0,0 0 0,0 0 0,1-1 0,-1 1 0,-1-2-675,3 3 280,-1 0-1,1-1 1,0 1-1,-1 0 1,1 0-1,0-1 0,0 1 1,0 0-1,0-1 1,0 1-1,0 0 1,0-1-1,0 1 0,0 0 1,1-1-280,1-8 1777,0 0 0,0 0 1,-1 0-1,-1-5-1777,0 14 581,6 9 97,-4 0-607,1 0 0,-1 1 0,-1-1 0,1 0 1,-1 5-72,2 10 49,21 155 62,7 37-382,-25-185-43,23 108-2954,-20-106-5864,10 24 9132,-10-35-3568</inkml:trace>
  <inkml:trace contextRef="#ctx0" brushRef="#br0" timeOffset="732.82">823 361 14720,'-34'12'4815,"32"-11"-4481,1-1-1,-1 0 0,1 1 1,-1 0-1,1-1 0,0 1 0,-1 0 1,1 0-1,0 0 0,-1 0 1,1 0-1,-1 1-333,2-2 39,0 1 0,0-1 0,0 0 1,0 1-1,0-1 0,0 0 0,1 1 0,-1-1 0,0 0 1,0 1-1,0-1 0,0 0 0,1 1 0,-1-1 1,0 0-1,0 1 0,1-1 0,-1 0 0,0 0 0,0 1 1,1-1-1,-1 0 0,0 0 0,1 1 0,-1-1 0,0 0 1,1 0-1,-1 0 0,0 0 0,1 0 0,-1 0 1,1 0-40,1 1 13,-1 0 1,1-1 0,0 0 0,-1 1 0,1-1 0,0 0 0,0 0 0,0 0-1,-1 0 1,1 0 0,0-1 0,0 1 0,-1 0 0,1-1 0,1 0-14,27-12-58,-22 10 78,27-12-1031,0 2 0,1 2 0,32-7 1011,-19 9-4651,0 2 0,33 0 4651,-41 7-4619,-7 4 1606</inkml:trace>
  <inkml:trace contextRef="#ctx0" brushRef="#br0" timeOffset="1086.31">1314 546 12544,'-11'28'4042,"10"-27"-3890,1 0 0,-1 0-1,1 0 1,-1 0 0,1 0 0,-1 1 0,1-1-1,0 0 1,0 0 0,0 0 0,0 1-1,0-1 1,0 0 0,0 0 0,0 1-1,0-1 1,1 1-152,-1 2 465,0-3-403,0 0-1,0 0 1,0-1 0,0 1-1,0 0 1,0 0-1,0 0 1,1-1-1,-1 1 1,0 0-1,0 0 1,1-1-1,-1 1 1,0 0-1,1 0 1,-1-1-1,1 1 1,-1 0-1,0-1 1,1 1-1,0-1 1,-1 1 0,1 0-1,-1-1 1,1 1-1,0-1 1,-1 0-1,1 1 1,0-1-1,0 0 1,-1 1-1,1-1 1,0 0-1,0 0 1,-1 1-1,1-1 1,0 0-1,0 0 1,0 0-1,-1 0 1,1 0 0,0 0-1,0 0 1,0-1-62,4 0 27,0 0 0,1 0 0,-1-1 0,-1 0 0,1 0 0,2-1-27,5-4 26,0 1 0,0-2 0,-1 0 0,0 0 0,1-2-26,48-50 33,-36 37 17,-4 2 34,0 0-1,-1-2 1,10-14-84,-27 33 17,1 0 1,-1 0 0,0-1-1,0 1 1,0-1-1,0 1 1,-1-1 0,0 0-1,0 0 1,0 0 0,0-1-18,-1 4 4,0 0 0,0 1 0,-1-1 0,1 0 1,0 1-1,-1-1 0,1 0 0,-1 1 0,1-1 0,-1 0 1,0 1-1,1-1 0,-1 1 0,0-1 0,0 1 0,0 0 1,0-1-1,0 1 0,-1 0 0,1 0 0,0 0 1,-1 0-1,1 0 0,0 0 0,-1 0 0,0 0 0,1 1 1,-1-1-1,1 0 0,-1 1 0,0-1 0,1 1 0,-1 0 1,0-1-5,-4 0 12,1 0 1,-1 1 0,0-1 0,1 1 0,-1 0 0,0 0 0,1 1 0,-1 0-1,1 0 1,-1 0 0,1 1 0,-1-1 0,1 1 0,0 1 0,0-1 0,0 1-1,0-1 1,0 2 0,1-1 0,-1 0 0,1 1 0,0 0 0,0 0 0,0 0-1,1 0 1,-1 1 0,1 0 0,0-1 0,-1 4-13,-4 8 1,1 0-1,0 0 1,1 1 0,1-1 0,0 1-1,2 1 1,0-1 0,0 0 0,2 2-1,0-4-1,1 0 1,1 0 0,0 0 0,1 0 0,1-1 0,0 1 0,1-1 0,0 0 0,2 0-1,-1 0 1,3 2 0,-3-6-106,1 0-1,0 0 1,1 0-1,0-1 1,0 0-1,1-1 1,4 4 106,-8-8-82,0-1 0,0 1 0,1-1 0,-1-1 0,1 1 0,0-1 0,0 0 0,0 0 0,0 0 0,0 0 0,0-1 0,0 0 1,1 0-1,-1-1 0,0 1 0,1-1 0,3 0 82,1-1-587,-1 0 1,1 0 0,-1-1 0,1 0-1,-1-1 1,0 0 0,0 0 0,0-1-1,0-1 1,-1 1 0,0-1-1,1 0 1,-2-1 0,7-5 586,11-19-4048,-3 5 1323</inkml:trace>
  <inkml:trace contextRef="#ctx0" brushRef="#br0" timeOffset="1681.87">1834 392 11264,'-20'4'12095,"15"33"-10975,4 9-985,1 0 0,2 1 1,9 44-136,23 91 70,-11-70-55,19 75 284,-41-181-286,-1-4-10,1 0 0,-1 0-1,0 0 1,1 0 0,-1 0-1,0 0 1,0 0-1,0-1 1,-1 1 0,1 0-1,0 0 1,-1 0 0,0 1-3,1-3 0,0 0 0,0 0 1,0 0-1,0 1 1,0-1-1,0 0 1,0 0-1,0 0 0,0 0 1,0 0-1,0 0 1,0 1-1,0-1 1,-1 0-1,1 0 0,0 0 1,0 0-1,0 0 1,0 0-1,0 0 1,0 0-1,0 0 0,-1 0 1,1 1-1,0-1 1,0 0-1,0 0 1,0 0-1,0 0 0,-1 0 1,1 0-1,0 0 1,0 0-1,0 0 1,0 0-1,0 0 0,-1 0 1,1 0-1,0 0 1,0 0-1,0-1 1,0 1-1,0 0 0,-1 0 1,1 0-1,0 0 1,0 0-1,0 0 1,0 0-1,0 0 0,0 0 1,0 0-1,-1-1 1,1 1-1,0 0 1,0 0-1,0 0 0,0 0 1,0 0-1,0 0 1,0-1-1,0 1 1,0 0-1,0 0 0,0 0 1,0 0-1,0 0 1,0-1-1,0 1 0,-9-22-29,-34-140-318,28 70 235,3-1 0,2-37 112,9 87-43,1-1-1,2-3 44,-1 28-29,2 0-1,0 0 0,1 0 1,1 1-1,6-13 30,-8 23-17,0 1 0,1-1 0,0 1 1,0 0-1,1 0 0,0 0 0,0 1 0,1 0 0,0 0 0,0 0 0,0 1 0,1-1 0,0 2 0,0-1 0,0 1 0,0 0 0,1 0 0,0 1 17,1 0 3,1 0 0,-1 0 0,1 1 0,-1 1 0,1 0 0,-1 0 0,1 0 0,0 2 0,-1-1-1,1 1 1,0 0 0,-1 1 0,1 0 0,-1 1 0,2 1-3,-2-1 34,-1 0-1,1 1 1,-1 0 0,0 1 0,0 0-1,-1 0 1,1 0 0,1 3-34,-5-4 30,0 1 0,0-1 0,0 1 0,0-1 0,-1 1 1,0 0-1,0 1 0,0-1 0,-1 0 0,1 1 0,-1-1 0,-1 1 0,2 4-30,-2-2 16,0 0 0,0 0-1,-1 0 1,0-1 0,0 1-1,-1 0 1,0 0 0,-1 0 0,1-1-1,-1 1 1,-1-1 0,0 1-1,0 0-15,-2 1 2,1 0 0,-2 0 0,1 0 0,-1-1 0,-1 0 0,0 0 0,0 0 0,0-1 0,-7 5-2,5-5-201,0 0 1,-1-1 0,0 0-1,0-1 1,-1 0 0,1 0-1,-1-1 1,-8 1 200,10-2-423,0-2-1,1 1 1,-1-1 0,0-1 0,0 1-1,0-1 1,0-1 0,0 0 0,1 0-1,-1-1 1,-2 0 423,7 1-523,-1-1-1,0 1 1,1-1-1,-1 0 1,1-1 0,-1 1-1,1-1 1,0 1-1,0-1 1,0 0 0,1-1-1,-1 1 1,1-1-1,-2-2 524,-15-22-3226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8:27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71 16384,'-27'3'6047,"27"-3"-4703,-18 5 352,10-5-160,8 4-992,-11-4-192,11 5-256,-3-5-1408,3 3 704,-5 0-4608,10 11 2880,-2-2-5343,11 3 4383</inkml:trace>
  <inkml:trace contextRef="#ctx0" brushRef="#br0" timeOffset="17059.6">8 91 6528,'0'0'110,"0"0"0,0 0 0,-1 1 0,1-1 0,0 0 0,0 0 0,0 0 1,0 0-1,-1 0 0,1 0 0,0 0 0,0 1 0,0-1 0,-1 0 0,1 0 0,0 0 0,0 0 0,0 0 1,-1 0-1,1 0 0,0 0 0,0 0 0,-1 0 0,1 0 0,0 0 0,0 0 0,0 0 0,-1-1 0,1 1 1,0 0-1,0 0 0,0 0 0,0 0 0,-1 0 0,1 0 0,0 0 0,0-1 0,0 1 0,0 0 0,-1 0-110,6-9 5038,2-3-4917,-4 6 104,1 1 0,0-1 0,0 1 0,0-1 0,1 1 0,-1 1 0,1-1 0,1 1 0,-1-1 0,0 1 0,2 1-225,-6 1 45,1 1 1,0 0 0,0 1-1,0-1 1,0 0 0,0 0-1,0 1 1,0-1 0,1 1-46,-2 0 24,-1 0 1,1 0 0,-1 0 0,1 0-1,-1 0 1,1 0 0,-1 0-1,1 0 1,-1 0 0,0 0 0,1 0-1,-1 0 1,1 1 0,-1-1 0,1 0-1,-1 0 1,1 1 0,-1-1 0,0 0-1,1 1 1,-1-1 0,1 0-1,-1 1 1,0-1 0,1 0 0,-1 1-1,0-1 1,0 1 0,1-1 0,-1 0-1,0 1 1,0-1 0,0 1 0,0-1-1,1 1 1,-1 0-25,0 1 91,1 1 0,-1 0 0,0-1 1,1 1-1,-1 0 0,-1 0 0,1-1 0,0 1 0,-1 2-91,1-4 30,-1 0 0,1 0 0,-1 0 0,1 0 0,-1 0 0,0 0 0,1 0 0,-1 0 0,0 0 0,1 0 0,-1-1 0,0 1 0,0 0 0,0 0 0,0-1 0,0 1 0,0 0 0,0-1 0,0 1 0,0-1 0,0 0 0,0 1 0,0-1 0,0 0 0,-1 1 0,1-1-30,-3 1 82,0-1 1,-1 1-1,1-1 1,0 0-1,0 0 1,-1-1-1,-1 0-82,4 1-183,0 0 0,0-1 0,0 0 0,0 1-1,0-1 1,1 0 0,-1 0 0,0 0 0,0 0 0,1 0-1,-1-1 1,1 1 0,-1 0 0,1-1 0,0 1-1,-1-1 1,1 1 0,0-1 183,-2-5-4704,5 6 1350</inkml:trace>
  <inkml:trace contextRef="#ctx0" brushRef="#br0" timeOffset="18425.76">75 67 7040,'0'0'107,"0"0"1,-1 0-1,1 0 1,-1 0-1,1 0 1,0 0-1,-1 0 1,1 0-1,-1 0 1,1 0-1,0-1 1,-1 1-1,1 0 1,0 0-1,-1 0 1,1-1-1,0 1 1,-1 0-1,1 0 1,0-1-1,0 1 1,-1 0-1,1-1 1,0 1-1,0 0 1,0-1-1,-1 1 1,1 0-1,0-1 1,0 1-1,0 0 1,0-1-1,0 1 1,0-1-1,0 1 1,0 0-1,0-1 1,0 1-1,0-1 1,0 1-1,0 0 1,0-1-1,0 1 1,0-1-1,0 1 1,0 0-1,1-1-107,-1 0 274,0-1 0,1 1 0,-1-1-1,1 1 1,0 0 0,-1-1 0,1 1-1,0 0 1,0-1 0,0 1 0,0-1-274,11-8 1009,-8 6-792,0 0 0,1 1 0,-1 0 0,0-1 0,2 1-217,-4 2 55,0 0 0,0 0 0,0 1 0,0-1 0,0 1 0,0-1 1,0 1-1,0 0 0,0 0 0,0 0 0,0 0 0,0 0 0,0 0 0,0 0 0,0 1 0,1-1-55,-3 0 29,0 1 0,1-1-1,-1 0 1,0 0-1,1 0 1,-1 0 0,0 0-1,1 1 1,-1-1-1,0 0 1,0 0 0,1 0-1,-1 1 1,0-1 0,0 0-1,0 0 1,1 1-1,-1-1 1,0 0 0,0 1-1,0-1 1,0 0-1,0 1 1,0-1 0,1 0-1,-1 1 1,0-1-1,0 0 1,0 1 0,0-1-1,0 0 1,0 1-1,0-1 1,0 0 0,0 1-1,-1-1 1,1 0-1,0 1 1,0-1-29,-10 19 576,8-15-523,-1 0-1,0-1 1,0 1-1,-1-1 1,1 0-1,-1 0 1,1 0-1,-2 1-52,-17 2 35,11-7-2012,11 1 1709,0 0 1,-1-1-1,1 1 1,0 0-1,0 0 1,-1-1 0,1 1-1,0 0 1,0-1-1,-1 1 1,1 0-1,0-1 1,0 1-1,0 0 1,0-1-1,-1 1 1,1 0 0,0-1-1,0 1 1,0 0-1,0-1 1,0 1-1,0-1 1,0 1-1,0 0 268,3-6-3210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8:27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76 18431,'-24'17'6944,"24"-17"-5408,-13 0-64,8 0-448,10 0-768,-5 0-416,0 0 64,0 0-192,8-5-1248,-3-2-4736,9-1 3360,4-13-5279,9 5 4703</inkml:trace>
  <inkml:trace contextRef="#ctx0" brushRef="#br0" timeOffset="17429.22">40 73 6400,'0'0'215,"0"0"0,0 0 0,-1 1 0,1-1 0,0 0 0,-1 1 0,1-1 0,0 0 0,-1 0 0,1 0 0,0 1 0,-1-1 0,1 0 0,-1 0 0,1 0 0,0 0 0,-1 0 0,1 0 0,-1 0 1,1 0-1,0 1 0,-1-2 0,1 1 0,-1 0 0,1 0 0,0 0-215,1-9 3817,2 2-2788,-2 3-937,1 0 1,0 1 0,0-1-1,0 1 1,0-1 0,1 1-1,-1 0 1,1 0 0,0 0-1,0 0 1,0 1 0,0-1-1,1 1 1,-1 0 0,0 0-1,1 0 1,0 0 0,-1 0-1,1 1 1,0 0 0,0 0-1,0 0 1,0 0 0,1 0-93,-4 1 21,1 0 0,-1 0 1,1 0-1,-1 0 1,0 0-1,1 1 0,-1-1 1,0 0-1,0 1 0,1-1 1,-1 1-1,0-1 0,0 1 1,1-1-1,-1 1 1,0 0-1,0 0 0,0 0 1,0 0-1,0 0 0,0 0 1,0 0-1,0 0 0,-1 0 1,1 0-1,0 0 1,-1 0-1,1 0 0,-1 1 1,1-1-1,-1 0 0,1 1 1,-1-1-1,0 0 0,0 1 1,1-1-1,-1 0 1,0 1-1,-1 0-21,1 2 84,0 0 0,0 0 1,-1 0-1,0 1 0,0-1 0,0 0 1,-1 0-1,1 0 0,-1 0 0,0 0 1,-1 1-85,-1 1 119,0 0 0,0-1 1,0 0-1,-1 0 1,1 0-1,-1 0 0,-1-1 1,-4 4-120,8-7 18,0 1 0,0-1 0,-1 0 1,1 0-1,0 0 0,0-1 0,-1 1 1,1-1-1,-1 1 0,1-1 0,-1 0 1,1 1-1,-1-1 0,1-1 0,-1 1 1,1 0-1,0-1 0,-1 1 0,1-1 1,-1 1-1,1-1 0,0 0 0,0 0 1,-1 0-1,1-1 0,-1 0-18,1 1-43,0-1 1,1 0-1,-1 0 0,0 0 1,1 0-1,-1 0 0,1 0 0,0 0 1,-1 0-1,1-1 0,0 1 1,1 0-1,-1-1 0,0 1 1,1-1-1,-1 1 0,1-1 0,0 1 1,0-3 42,0 3-886,0-1 0,0 1 0,0 0 0,0 0 0,1 0 0,-1-1 0,1 1 1,0-1 885,3-1-3472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8:46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517 115 8960,'-2'-2'868,"0"0"1,-1 0-1,1 1 1,-1-1-1,0 1 1,1 0 0,-2-1-869,-21-9 6515,20 9-6310,0-1-1,0 1 1,0 0 0,0 0-1,0 1 1,-1 0-1,1 0 1,0 0-1,-1 0 1,1 1-1,-1 0 1,-3 0-205,-5 2 82,1 2 0,-1-1 0,1 2 1,-1 0-1,1 0 0,0 1 0,1 1 0,0 0 0,0 1 1,-6 5-83,-10 9 140,1 2 0,0 1 1,-12 16-141,19-18 82,1 0 1,-8 13-83,20-25 7,1 0 0,0 1 0,0-1-1,1 2 1,0-1 0,1 0 0,0 5-7,-3 11 1,2 0 1,1 0-1,2 0 1,0 6-2,2-24 0,0 1 0,1-1 0,0 1 0,1 0 0,0-1-1,0 0 1,1 1 0,1-1 0,0 0 0,0-1 0,1 1 0,0-1 0,1 1 0,-1-4-12,1 1 0,0-1 0,0 0 0,0 0 0,1 0 0,0-1 0,0 0 0,1-1 0,-1 1 0,1-2 0,0 1 0,0-1 0,0 0 0,4 1 12,1-1-437,1 0-1,-1-1 0,1 0 1,0-1-1,-1 0 0,1-1 1,0-1-1,8-1 438,-6-1-1503,0 0 0,0-1 0,0-1 0,-1 0 1,6-4 1502,34-16-3632</inkml:trace>
  <inkml:trace contextRef="#ctx0" brushRef="#br0" timeOffset="601.9">918 386 12544,'-19'-14'4122,"18"13"-3894,1 0 0,-1 0-1,0 1 1,0-1 0,0 0 0,-1 1-1,1 0 1,0-1 0,0 1 0,0-1-1,0 1 1,-1 0-228,-5-4 995,5 3-850,-1 0 1,1 0-1,-1 0 1,1 0-1,0 1 1,-1-1-1,0 1 0,1 0 1,-1 0-1,1-1 1,-1 2-1,1-1 0,-1 0 1,0 0-1,-1 1-145,-6 2 163,0 0-1,0 0 1,1 0-1,-1 2 1,1-1-1,0 1 1,-1 1-163,-1 0 57,0 1-49,-1 0 1,1 2-1,0-1 1,1 1-1,-1 1 1,2 0-1,0 0 1,0 1-1,1 0 1,0 0-1,-5 11-8,0 3 16,1 1-1,1 1 1,1 0-1,1 1 1,1 4-16,6-25 15,0 1 1,1-1 0,0 1 0,0-1 0,1 1 0,0 0 0,0-1 0,1 1-1,0 0 1,1 1-16,-2-7 5,1 1 0,0-1 0,-1 0 0,1 0 1,0 0-1,1 1 0,-1-1 0,0 0 0,1 0 0,-1-1 0,1 1 0,-1 0 0,1 0 0,0-1 0,0 1 0,0-1 0,0 0 0,0 1 0,0-1 0,0 0 0,0 0 0,0 0 0,1-1 0,-1 1 1,0 0-1,1-1 0,-1 0 0,0 1 0,1-1 0,-1 0 0,1 0 0,-1 0 0,2-1-5,3 0-3,-1 0 0,0 0 0,1-1 0,-1 0 0,0 0 0,0-1 0,0 0 0,-1 0 0,1 0 0,-1-1 0,3-1 3,11-10-29,0-1 0,6-7 29,-9 8-17,-2-1 0,0 0 0,0-1 0,-2 0 0,0-1 0,-1-1 0,2-5 17,-6 9 50,-1-1 1,0 0 0,-1 0-1,-1-1 1,0 1-1,-1-1 1,-1 0 0,-1 0-1,0-8-50,-1 22 49,0 1 7,0-1 0,0 0 0,0 1 1,0-1-1,0 0 0,-1 1 0,1-1 0,-1 1 1,0-1-1,0 1 0,-1-2-56,8 37 603,11 41-519,-9-32-1337,2-1 0,2 0 0,4 4 1253,-13-39-1074,-2-1 354,1 0-1,0-1 1,1 1 0,-1-1 0,1 0-1,2 3 721,8 3-5489,-1-5 2108</inkml:trace>
  <inkml:trace contextRef="#ctx0" brushRef="#br0" timeOffset="933.35">1160 5 12672,'-16'-4'4122,"16"4"-4015,0 0 0,-1 0-1,1 0 1,-1 0 0,1-1-1,0 1 1,-1 0 0,1 0 0,-1 0-1,1 0 1,-1 0 0,1 0 0,0 1-1,-1-1 1,1 0 0,-1 0-1,1 0 1,0 0 0,-1 0 0,1 1-1,-1-1 1,1 0 0,0 0-1,-1 0 1,1 1 0,0-1 0,-1 0-1,1 1 1,0-1 0,0 0 0,-1 1-1,1-1 1,0 0 0,0 1-107,-1-1 2110,2 81 500,1 3-2100,5 17-510,-5-82-70,20 157-270,-13-126-2639,2 0 0,8 21 2979,-16-64-1186,-1 0-631,0 0 0,1 0 0,3 7 1817,-4-12-641,-1 0 0,1 1 1,0-1-1,0 0 0,-1 0 0,2 0 1,-1 0-1,0 0 0,0 0 1,1-1-1,1 2 641,19 9-3104</inkml:trace>
  <inkml:trace contextRef="#ctx0" brushRef="#br0" timeOffset="1720.24">1673 293 12800,'-5'2'1672,"1"-1"1,-1 0-1,0 0 1,0 0-1,-3 0-1672,-27 0 3290,24-1-2986,0 0 0,-1 1 1,-7 2-305,8 0 16,1 0 1,-1 1 0,1 0 0,0 1-1,0 0 1,0 1 0,1 0-1,0 0 1,0 1 0,0 0 0,1 1-1,0 0 1,1 0 0,0 1 0,0 0-1,1 0 1,0 0 0,-5 11-17,6-10 11,0 1 0,0 0 0,1 0 0,0 0 1,1 1-1,1-1 0,-1 1 0,2 0 0,0 0 0,0 0 0,1 0 1,0-1-1,1 1 0,1 0 0,0 0 0,0 0 0,4 10-11,-4-18-5,-1 0 1,1-1-1,0 1 0,0 0 1,0 0-1,1-1 0,-1 0 0,1 1 1,0-1-1,0 0 0,0 0 0,0 0 1,0-1-1,1 1 0,-1-1 0,1 0 1,0 0-1,0 0 0,-1 0 0,1-1 1,0 0-1,0 1 0,1-1 1,-1-1-1,0 1 0,0-1 0,0 1 1,1-1-1,2-1 5,3 1-16,0-2 0,0 1 0,0-1-1,0-1 1,-1 0 0,1 0 0,-1-1 0,1-1 0,-1 1 0,-1-1 0,9-6 16,7-6-61,0-2 1,-2 0-1,6-8 61,-17 16 12,-2 0 1,1-1-1,-2 0 0,0 0 0,0-1 0,-1 0 1,3-8-13,2-20 165,-13 48-51,-1 1-1,2-1 1,-1 0-1,1 1 1,0-1 0,0 0-1,1 1 1,0-1 0,1 3-114,2 13 24,1 0 1,7 16-25,-9-29 20,1-1 0,0 0 0,0-1 0,1 1 1,1-1-1,0 1-20,-4-6 8,-1-1 0,2 1 1,-1-1-1,0 1 1,0-1-1,1 0 0,0 0 1,-1 0-1,1 0 0,0-1 1,0 1-1,0-1 0,0 1 1,0-1-1,0 0 0,0 0 1,0-1-1,0 1 0,1-1 1,0 1-9,2-1 8,-1-1 1,1 1 0,-1-1-1,1 0 1,-1-1-1,0 1 1,1-1 0,-1 0-1,0-1 1,0 1-1,0-1 1,-1 0 0,1 0-1,-1 0 1,1-1-1,-1 1 1,0-1 0,1-2-9,-3 4 9,5-5 29,-1 0-1,1-1 1,-1 0-1,-1 0 1,1-1-1,1-5-37,0-2-34,0 1 1,-2-1-1,0-1 0,-1 1 0,0-1 1,0-14 33,-2 45 47,0 0 1,0 0 0,2-1-1,-1 1 1,2-1 0,0 0-1,3 7-47,-2-7 2,1 5-40,0-1 0,2-1-1,0 0 1,1 0 0,1-1-1,10 12 39,-14-19-463,0-1-1,0 0 1,0 0-1,1-1 1,0 0-1,0 0 1,1-1-1,0 0 1,0-1-1,0 0 1,0 0-1,1-1 1,5 1 463,-11-3-749,0 0 0,0-1-1,0 0 1,0 1 0,0-2 0,0 1 0,0 0 0,0-1 0,0 0 0,0 0 0,3-1 749,19-6-3653</inkml:trace>
  <inkml:trace contextRef="#ctx0" brushRef="#br0" timeOffset="2056.12">2342 54 13952,'0'0'220,"0"0"0,-1 0 0,1 0 0,-1 0 0,1 0 0,0 0 0,-1 0 0,1 0 0,-1 0 0,1 0 0,0 0 1,-1 0-1,1 0 0,-1 0 0,1 0 0,0 1 0,-1-1 0,1 0 0,0 0 0,-1 0 0,1 1 0,-1-1 0,1 0 1,0 0-1,0 1 0,-1-1 0,1 0 0,0 1 0,0-1 0,-1 0 0,1 1 0,0-1-220,4 13 4481,0-2-5071,3 21 864,0 1 1,-3-1 0,0 5-275,0 0 72,25 174-238,-16-144-2831,2-1 0,6 8 2997,-18-66-317,1 6-1678,1 1-1,1-1 1,0 0-1,6 10 1996,6 1-3514</inkml:trace>
  <inkml:trace contextRef="#ctx0" brushRef="#br0" timeOffset="2791.98">2849 389 11392,'-13'-13'3733,"13"13"-3694,0 0-1,0 0 1,0 0 0,0 0 0,0 0 0,0-1-1,0 1 1,0 0 0,-1 0 0,1 0 0,0 0-1,0 0 1,0 0 0,0 0 0,0 0-1,0 0 1,-1 0 0,1-1 0,0 1 0,0 0-1,0 0 1,0 0 0,0 0 0,0 0 0,-1 0-1,1 0 1,0 0 0,0 0 0,0 0-1,0 0 1,0 0 0,-1 0 0,1 0 0,0 0-1,0 0 1,0 1 0,0-1 0,0 0 0,-1 0-1,1 0 1,0 0 0,0 0 0,0 0-1,0 0-38,-5 3 951,0-1-1,-1 0 1,1 0-1,-1-1 1,1 0-1,-1 0 1,1 0-1,-1 0 1,-3-1-951,-2 0 264,-1 0 1,0 1 0,1 0-1,-1 1 1,-10 3-265,16-3-18,0 1 0,0-1 0,1 1 0,-1 0 1,0 0-1,1 1 0,0 0 0,0 0 1,0 0-1,0 1 0,0-1 0,1 2 18,-6 6-16,1 1-1,0 0 1,1 0 0,0 1-1,1 0 1,1 1 0,1 0-1,-3 7 17,5-12-1,0 0 0,1 0 0,0 0 0,1 1 0,0-1 0,1 0 0,0 1 0,0-1 0,1 0 0,0 1 0,1-1 0,1 0 0,0 4 1,-2-12-6,-1-1 0,1 1 1,0-1-1,-1 1 0,1-1 0,0 1 0,0-1 0,0 1 0,0-1 0,0 0 0,0 1 0,0-1 1,1 0-1,-1 0 0,0 0 0,1 0 0,-1 0 0,1 0 0,-1 0 0,1-1 0,0 1 6,0 0-6,0-1 1,0 0-1,0 0 0,0 0 0,0-1 0,0 1 0,0 0 0,0-1 1,-1 1-1,1-1 0,0 0 0,0 0 0,0 0 0,0 0 0,-1 0 1,1 0-1,0 0 0,0-1 6,15-12 7,-1-1 0,0 0-1,-1-1 1,-1-1 0,-1 0 0,0-1 0,-1-1-7,-1 0 9,-1-1 0,-1 0 1,-1 0-1,-1-1 0,1-5-9,2-6-110,-8 26 44,-2 6 66,0 0 0,0 0 0,0 0 0,1 0 0,-1 0 0,0 0 1,0 0-1,0 0 0,0 0 0,0 0 0,0 0 0,0 0 0,0 0 0,0 0 0,0 0 0,0 0 0,0 0 0,0 0 0,0 0 0,0 0 0,0 0 0,0 0 0,0 0 0,0 0 0,0 0 0,3 13 33,9 27-105,2 13 240,15 31-168,-23-68-284,1 0 0,1-1-1,1 0 1,0 0 0,1-1 0,0 0 0,5 4 284,-12-15-196,0 0 0,0 0 0,1 0 1,-1 0-1,1 0 0,0-1 0,-1 1 0,1-1 1,0 0-1,1 0 0,-1-1 0,0 1 1,0-1-1,2 0 196,-3-1-139,0 1 1,1-1 0,-1 0-1,0 0 1,1-1-1,-1 1 1,0-1 0,0 0-1,1 0 1,-1 0-1,0 0 1,0 0 0,0 0-1,0-1 1,0 0-1,-1 0 1,1 1-1,0-2 1,1 0 138,5-6-150,-1-1 0,0 0 0,-1 0 0,0-1 0,-1 0 1,0 0-1,0-1 0,-1 1 0,1-7 150,5-12 65,-2-1 0,-1 0 1,-1 0-1,-2-3-65,0-11 874,-2-1 1,-1 0-1,-5-31-874,1 27 700,-2 0 1070,-1-1-1,-5-4-1769,4 17 765,6 34-706,-1 1 15,1-1 0,-1 1 0,0-1-1,0 1 1,0 0 0,0-1 0,-1-1-74,2 5 5,0 0 0,0 0 0,0 0 0,0 1 0,0-1 1,-1 0-1,1 0 0,0 0 0,0 0 0,0 0 0,0 0 1,0 0-1,0 0 0,0 0 0,0 0 0,0 0 0,0 0 1,0 0-1,-1 0 0,1 0 0,0 0 0,0 0 0,0 0 1,0 0-1,0 0 0,0 0 0,0 0 0,0 0 1,-1 0-1,1 0 0,0 0 0,0 0 0,0 0 0,0 0 1,0 0-1,0 0 0,0 0 0,0 0 0,0 0 0,0 0 1,-1 0-1,1 0 0,0 0 0,0 0-5,1 14 30,0-10-15,5 77 13,15 110 125,-6-87-706,9 50-3559,-16-116-5969,9 24 10081,-8-36-3568</inkml:trace>
  <inkml:trace contextRef="#ctx0" brushRef="#br0" timeOffset="3416.23">3020 426 13568,'-46'-3'8202,"40"3"-6408,8 1 150,8 0-109,43-13-2750,5-5 915,-19 6-2532,0 1 1,28-3 2531,-58 11-422,1 2 1,-1-1 0,1 1-1,-1 0 1,1 1 0,-1 0 0,6 2 421,-11-2 0,0 0 0,1 1 0,-1-1 1,0 1-1,0 0 0,0 0 1,0 1-1,-1-1 0,1 1 1,-1 0-1,1 0 0,-1 0 1,0 0-1,0 0 0,0 1 0,-1-1 1,1 2-1,3 6 867,-1-1 0,0 1 0,1 6-867,-2-4 1635,2 0 1,4 9-1636,-9-21 29,0 1 0,0-1 0,0 1 0,0-1 0,0 1 1,0-1-1,0 0 0,1 0 0,-1 1 0,1-1 0,-1 0 1,1 0-1,-1-1 0,1 1 0,-1 0 0,1 0 0,0-1 1,-1 1-1,1-1 0,0 1 0,0-1 0,-1 0 0,1 0 1,0 0-1,0 0 0,0 0 0,-1 0 0,1 0 0,1 0-29,4-2 127,1-1-1,0 1 1,0-1-1,-1-1 0,0 1 1,1-1-127,10-5 86,-6 3-60,0 0 0,0 0 0,-1-2 0,0 1 0,0-1 0,-1-1 0,1-1-26,-6 5 35,-1 0 1,0 0 0,0 0-1,-1-1 1,1 1 0,-1-1-1,-1 0 1,1 0 0,-1 0-1,0 0 1,0-2-36,-1 5 34,0 1 1,-1-1 0,1 0-1,-1 1 1,0-1-1,0 1 1,0-1-1,0 0 1,0 1-1,0-1 1,-1 1 0,0-1-1,1 1 1,-1-1-1,0 1 1,0-1-1,0 1 1,0 0-1,-1 0 1,1-1 0,-1 1-1,1 0 1,-1 0-1,0 0 1,0 1-1,0-1 1,0 0 0,-1-1-36,0 2 34,0 0 0,0 0-1,0 0 1,0 0 0,0 0-1,0 0 1,0 1 0,0-1-1,0 1 1,0 0-1,0 0 1,0 0 0,0 1-1,-1-1-32,-5 2 65,1-1-1,0 1 1,0 1-1,-3 0-64,3 1 44,0 0 1,0 1-1,0-1 0,1 1 0,0 1 1,0 0-1,0 0 0,0 0 0,1 0 0,0 1 1,0 0-1,1 1 0,-2 3-44,-1 2 30,0 1 0,2-1 0,-1 1 0,2 1-1,0-1 1,0 1 0,0 7-30,4-15 7,-1 0 1,1 0-1,0 0 0,1 0 0,0 0 0,0 0 1,1 1-1,-1-1 0,1 0 0,1 0 0,0 0 1,0 0-1,0-1 0,1 1 0,-1 0 1,2-1-1,2 5-7,0-2-5,1-1 0,1 1 0,-1-2 1,1 1-1,1-1 0,-1 0 0,10 5 5,-12-8-58,1 0-1,0-1 1,0 1-1,1-2 1,-1 1-1,0-1 1,1 0-1,0 0 1,-1-1-1,1 0 0,6-1 59,3 0-597,0-2 0,-1 0 0,1-1-1,-1 0 1,13-6 597,17-6-5173,13-9 5173,-13 2-5963,-8 1 1857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8:53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4 14848,'-35'-3'5535,"35"3"-4319,-32 12 448,21-7 96,8 1-1120,-7 0-96,10 2-352,-8-1-768,3 1 320,5-3-2176,5-1 1344,3-1-5631,5 2 3711,6-5-3648,-1 3 3808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8:51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5 11648,'-1'-1'310,"0"0"1,0 1-1,0 0 1,0-1-1,0 1 1,0-1-1,0 1 1,-1 0-1,1 0 1,0 0 0,0 0-1,0 0 1,0 0-1,0 0 1,0 0-1,0 0 1,-1 0-1,1 0 1,0 1-1,0-1 1,0 1-1,-1-1-310,1 2 435,0-1-1,-1 1 0,1 0 1,0-1-1,0 1 0,0 0 1,0 0-1,0-1 0,1 1 1,-1 0-1,1 0 0,-1 0 1,1 1-435,-2 4 189,0-1 1,1 1 0,0 0 0,0 2-190,4 52 338,3 0 1,8 31-339,-3-17 43,-3-24 805,9 30-848,-16-78 295,0-4-99,1-9-15,1-21-70,4-66-164,4 1 0,17-70 53,-26 157-15,-1 4-2,0 0-1,0 0 1,1 0 0,-1 0 0,1 0 0,0 0 0,0 0-1,1 1 1,-1-1 0,3-2 17,-5 7-1,1 0-1,-1 0 1,0 0-1,1-1 1,-1 1-1,1 0 1,-1 0-1,0 0 1,1 0-1,-1 0 1,0 0-1,1 0 1,-1 0-1,1 0 1,-1 0-1,0 0 1,1 0-1,-1 0 1,0 0-1,1 0 1,-1 0-1,1 0 1,-1 1-1,0-1 1,1 0-1,-1 0 1,0 0-1,0 1 1,1-1-1,-1 0 1,0 0-1,1 1 2,9 9-16,-5-2 20,0 0 0,0 1-1,0-1 1,-1 1 0,-1 0 0,3 6-4,13 59 49,-8-26-14,44 133 232,-39-145-74,-16-35-182,0 0-1,1 0 0,-1 0 0,1 0 0,-1 0 1,1 0-1,0 0 0,-1 0 0,1 0 1,0 0-1,0-1 0,-1 1 0,1 0 0,0 0 1,0-1-1,0 1 0,0-1 0,0 1 1,0-1-1,0 1 0,0-1 0,0 0 0,0 1 1,0-1-1,1 0 0,-1 0 0,0 0 0,1 0-10,-1-1 14,1 1-1,-1-1 0,1 0 0,-1 0 0,0 0 1,0 0-1,1-1 0,-1 1 0,0 0 0,0-1 0,0 1 1,0 0-1,0-1 0,-1 1 0,1-1 0,0-1-13,11-28 48,-10 25-40,35-123 27,-16 51-65,-15 59-60,1 1-1,7-16 91,-10 27-7,0-1 0,0 0 0,1 1 1,0 0-1,1 0 0,0 0 0,3-3 7,-8 10 4,-1-1 0,1 0 0,0 0-1,0 0 1,0 1 0,0-1 0,0 0-1,0 1 1,-1-1 0,2 1 0,-1-1 0,0 1-1,0 0 1,0-1 0,0 1 0,0 0 0,0 0-1,0 0 1,0 0 0,0 0 0,0 0 0,1 0-1,-1 0 1,0 0 0,0 0 0,0 1-1,0-1 1,0 0 0,0 1 0,0-1 0,0 1-1,0-1 1,0 1 0,0-1 0,0 1 0,0 0-1,0-1 1,-1 1 0,1 0 0,0 0-4,3 4 17,0 1 1,0 0 0,-1 0 0,1 0-1,-1 0 1,0 3-18,0-3-7,15 37 114,7 28-107,-15-38-772,1-1 0,2 0 0,1-1 0,8 10 772,-18-35-268,0 1-758,0 0 0,1 0-1,0 0 1,1 0 1026,-4-6-548,-1 1 0,1-1 1,-1 1-1,1-1 0,0 0 0,0 0 0,-1 0 0,1 0 0,0 0 0,0 0 0,0 0 1,0-1-1,0 1 0,0-1 0,0 1 0,0-1 0,1 0 0,-1 0 548,16 0-3546</inkml:trace>
  <inkml:trace contextRef="#ctx0" brushRef="#br0" timeOffset="547.23">1110 102 12288,'-85'5'11503,"80"-5"-11293,-1-1-1,1 0 1,-1 0-1,1 0 1,0-1-1,-1 0 1,1 0-1,0 0 1,-3-3-210,3 3 44,1 0 0,0 0 0,-1 0 0,0 0 0,1 1 1,-1 0-1,0 0 0,0 0 0,-2 0-44,3 2-12,1-1 0,-1 1-1,1 0 1,-1 0 0,1 0 0,0 0 0,0 0 0,0 1-1,-1-1 1,1 1 0,1 0 0,-1 0 0,0 0-1,0 1 1,1-1 0,-1 1 0,1-1 0,0 1 0,0 0-1,-1 1 13,-3 5-17,0 0 0,1 1 0,0-1 0,1 1-1,0 0 1,0 1 17,-3 13-1,0 0 0,1 0-1,2 1 1,0 3 1,3-17 6,1 0 1,0 1-1,0-1 1,1 0-1,0 0 0,1 0 1,1 0-1,-1-1 0,2 1 1,2 7-7,-4-16 4,-1 1 1,0-1-1,1 0 0,-1 1 1,1-1-1,0 0 0,0 0 1,0 0-1,0-1 0,0 1 1,0 0-1,0-1 1,1 1-1,-1-1 0,1 0 1,-1 0-1,1 0 0,-1 0 1,1 0-1,0 0 0,-1-1 1,1 1-1,0-1 1,-1 0-1,1 0 0,0 0 1,1 0-5,2-1-15,0 1 0,1-1 1,-1-1-1,0 1 1,0-1-1,1 0 1,-1 0-1,-1-1 0,1 0 1,0 0-1,2-2 15,13-12-89,-1 0 0,0-2 1,16-19 88,-36 37-1,49-56 34,-44 51-12,0-1-1,-1-1 1,0 1-1,0 0 1,0-1-1,-1 0 1,1-4-21,-3 5 29,1 1 0,-2 0 1,1 0-1,-1-1 0,0 1 1,0 0-1,-1-6-29,0 10 23,1-1 0,0 0-1,-1 1 1,0-1-1,0 0 1,0 1 0,0-1-1,0 1 1,0-1 0,0 1-1,-1 0 1,0 0 0,1-1-1,-1 1 1,0 0 0,0 0-1,0 1 1,-1-2-23,3 3 5,-1 0 0,0-1 0,1 1 0,-1 0-1,1 0 1,-1 0 0,0-1 0,1 1 0,-1 0 0,0 0 0,1 0 0,-1 0 0,0 0 0,1 0 0,-1 1 0,1-1 0,-1 0 0,0 0-1,1 0 1,-1 1 0,0-1 0,1 0 0,-1 0 0,1 1 0,-1-1 0,1 1 0,-1-1 0,1 0 0,-1 1 0,1-1 0,-1 1 0,1-1-1,0 1 1,-1-1 0,1 1 0,0 0-5,-2 1 4,0 1 1,1-1-1,-1 1 0,1 0 0,0 0 1,-1 2-5,1 1 13,0 1 0,1-1 0,-1 1 0,1-1 0,0 1 0,1-1 0,0 0 0,1 7-13,1 6 13,-1-1-101,2 14-40,1-1 0,5 14 128,-8-36-524,1 0 1,0 0 0,0 0-1,1-1 1,1 0-1,-1 0 1,1 0-1,0 0 1,1-1-1,5 6 524,-9-11-496,1 0 0,-1 0 0,1 0 0,0 0 0,-1-1 0,1 1 0,0-1 0,0 0 0,0 0 1,0 0-1,0 0 0,0 0 0,0-1 0,0 1 0,0-1 0,1 0 0,-1 0 0,0 0 0,0 0 0,0 0 0,0-1 0,0 0 0,3 0 496,30-7-3200</inkml:trace>
  <inkml:trace contextRef="#ctx0" brushRef="#br0" timeOffset="895.65">1665 53 14720,'-16'7'4735,"16"-7"-4675,0 1 0,0-1 0,0 0 0,0 0 0,0 0 0,-1 0 0,1 0 0,0 0 0,0 0 0,0 0 0,0 0 0,-1 0 0,1 0 0,0 0 0,0 0 0,0 0 0,0 0 0,-1 0 0,1 0 0,0 0 0,0 0-1,0 0 1,0 0 0,-1 0 0,1 0 0,0 0 0,0 0 0,0 0 0,0 0 0,0 0 0,-1 0 0,1 0 0,0-1-60,-2 0 108,2 1-23,0 0 1,-1-1-1,1 1 0,0 0 0,-1-1 0,1 1 0,0 0 0,-1-1 0,1 1 0,-1 0 0,1 0 0,-1 0 0,1-1 0,-1 1 0,1 0 0,-1 0 1,1 0-1,-1 0 0,1 0 0,-1 0 0,1 0 0,-1 0 0,1 0 0,-1 0 0,1 0 0,-1 0 0,1 0 0,-1 0 0,1 1 0,0-1 0,-1 0 1,1 0-1,-1 0 0,1 1 0,-1-1 0,1 0 0,0 1 0,-1-1 0,1 0 0,0 1 0,-1-1 0,1 1 0,0-1 0,-1 0 0,1 1 0,0-1 1,0 1-86,-5 5 330,1-1 0,-1 1 0,-1-1 0,1 0 0,-2 1-330,-18 19 163,-76 111-1458,38-43-4359,43-66 2750,5-10-2469,8-3 1757</inkml:trace>
  <inkml:trace contextRef="#ctx0" brushRef="#br0" timeOffset="1227.91">1419 82 13568,'-15'7'4426,"10"-2"-2554,3-1-1456,1 0-15,-1-1 0,0 1 0,1-1 0,0 1 0,0 0 0,0 0 0,0 0 0,1-1 0,-1 1 0,1 0 0,0 0 0,0 0 0,1 0 0,-1 0 0,1-1 0,0 2-401,4 10 58,1 0 0,0-1 1,1 0-1,1 0 0,0-1 0,0 0 1,2 0-1,0-1 0,0 0 0,1 0 1,0-1-1,1-1 0,3 2-58,-6-6-102,0-1 1,0 0-1,1 0 0,0-1 0,0 0 1,0-1-1,0 0 0,1-1 0,-1 0 1,1 0 101,5 0-145,1-1 0,-1 0-1,0-1 1,0-1 0,0-1 0,2 0 145,-11 1-7,-1 0 0,1-1 0,-1 0 0,1 0 0,-1 0 0,0-1-1,0 0 1,0 0 0,0 0 0,-1-1 0,1 0 0,-1 0 0,0-1 0,0 1 0,4-6 7,0-2 207,-1-1 0,0-1 0,-1 1 0,0-1 0,-1-1 0,0 1 0,-2-1 0,0 0 1,0 0-1,-1 0 0,-1 0 0,0-5-207,-2 8 154,0 7-68,0 0 0,1-1 0,-1 1 1,1 0-1,1 0 0,-1 0 0,1-1-86,-2 13 39,0 1 0,1-1-1,-1 0 1,2 0 0,0 5-39,2 9 30,3 25-1153,2 0-1,2 0 1,13 33 1123,-24-79 0,10 21-2188,-10-21 1955,0 1 0,0 0 0,1-1 0,-1 1 0,1-1 0,-1 1 0,0 0 0,1-1 0,-1 1 0,1-1 0,0 1 0,-1-1 0,1 1 0,-1-1 0,1 0 0,0 1 0,-1-1 0,1 0 1,0 1-1,-1-1 0,1 0 0,0 0 0,-1 0 0,1 1 0,0-1 0,0 0 0,-1 0 0,1 0 0,0 0 233,14-11-5435,1-1 1809</inkml:trace>
  <inkml:trace contextRef="#ctx0" brushRef="#br0" timeOffset="2035.39">2238 154 14080,'-5'11'1720,"4"-9"-1191,0 1 1,-1-1-1,1 1 0,0 0 1,0 0-1,1-1 1,-1 1-1,1 0 1,-1 1-530,0 0 136,0 6 788,0 0 1,0-1 0,0 1-1,1 4-924,3 33 1014,-3-24-809,2-1 0,4 21-205,-3-28 227,1 0 0,3 9-227,-3-21 215,0-7-55,6-18 7,-6 13-149,10-30-50,-2 0 1,0-5 31,16-50-234,-22 77 175,0 0-1,2 1 1,0 0 0,4-5 59,-11 20 2,-1 0 0,1 0 0,0-1 0,-1 1 0,1 0 0,0 0 0,0 0 0,0 0 0,0 0 0,0 0 0,1 0 0,-1 0 0,0 0 0,0 1 0,0-1 0,1 0 0,-1 1 0,0-1-1,1 1 1,-1-1 0,1 1 0,-1 0 0,0 0 0,2 0-2,-2 0 15,1 0-1,-1 1 1,0 0 0,1-1-1,-1 1 1,1 0-1,-1 0 1,0 0 0,0-1-1,0 1 1,1 1-1,-1-1 1,0 0-1,0 0 1,-1 0 0,1 0-1,0 1 1,0-1-1,0 1 1,-1-1 0,1 0-1,-1 1-14,12 26 312,5 22-312,8 22 88,-21-62-54,1 0 0,0-1 1,0 0-1,1 0 0,6 8-34,-11-16 3,0 0 1,1 1-1,-1-1 0,0 0 1,1 0-1,-1 0 1,1 0-1,-1 0 0,1 0 1,0 0-1,-1-1 0,1 1 1,0 0-1,-1-1 1,1 0-1,0 1 0,0-1 1,0 0-1,-1 0 1,1 0-1,0 0 0,0 0 1,-1 0-1,1-1 0,0 1 1,0 0-1,-1-1 1,1 0-1,0 1 0,-1-1 1,1 0-1,0 0 1,0 0-4,6-4-37,-1 0 1,1-1 0,-1 1 0,-1-2 0,6-4 36,4-7-52,-1 0 1,-1-1-1,0-1 1,7-16 51,15-20-152,-36 54 163,1 1 0,0-1 0,1 1-1,-1-1 1,0 1 0,0 0 0,0 0 0,1-1 0,-1 1-1,1 0 1,-1 0 0,1 0 0,-1 1 0,1-1-1,0 0 1,-1 1 0,1-1 0,0 1 0,0-1 0,-1 1-1,1 0 1,0-1-11,0 2 19,-1-1 1,1 0-1,-1 1 0,1-1 1,-1 1-1,1 0 0,-1-1 0,0 1 1,1 0-1,-1 0 0,0 0 1,0 0-1,1 0 0,-1 0 0,0 0 1,0 0-1,0 0 0,0 1 0,0-1 1,-1 0-1,1 1 0,0-1 1,-1 1-1,1-1 0,0 2-19,81 178-1664,-78-173 759,0 1 0,0-1 0,1 1 0,3 2 905,-6-8-761,0 0-1,1-1 1,0 1-1,-1-1 1,1 1-1,0-1 1,0 0-1,0 0 1,0 0-1,1-1 1,-1 1-1,0-1 1,3 1 761,22 6-3776</inkml:trace>
  <inkml:trace contextRef="#ctx0" brushRef="#br0" timeOffset="3575.77">3085 58 8832,'-5'-3'1642,"-10"-6"1830,7 0 1653,8 9-4961,-1 0-1,1 0 1,-1-1-1,0 1 0,1 0 1,-1 0-1,1 0 1,-1 0-1,1 0 0,-1 0 1,0 0-1,1 0 1,-1 0-1,1 0 0,-1 0 1,1 0-1,-1 0 1,0 0-1,1 1 0,-1-1 1,1 0-1,-1 0 1,1 1-1,-1-1 1,0 1-165,0-1 125,0 1-1,-1-1 0,1 1 0,0 0 0,0 0 0,0 0 0,-1 0 0,1 0 1,0 0-1,0 0 0,1 0 0,-2 1-123,1 0 75,1 1 0,-1 0-1,0-1 1,1 1 0,-1 0 0,1 0 0,0-1 0,0 4-75,0 3 105,-2 21-5,1 1 1,2-1-1,1 1 1,2-1-1,0 0 1,9 28-101,-10-50 36,0-1 0,0 0 1,0 0-1,1 0 1,0 0-1,0 0 1,1-1-1,0 0 1,0 0-1,0 0 1,1-1-1,0 1 1,2 0-37,-4-3 31,-1 0 1,1-1-1,0 0 1,0 0 0,1 0-1,-1-1 1,0 1-1,0-1 1,1 0-1,-1 0 1,1 0-1,-1-1 1,1 0 0,-1 1-1,1-2 1,-1 1-1,1 0 1,-1-1-1,1 0 1,-1 0-1,0 0 1,1-1 0,0 0-32,4-3 31,1 0 0,-1 0 1,-1-1-1,1 0 0,-1-1 1,0 0-1,0 0 0,-1-1 1,0 0-32,12-15 75,-1 0 0,8-16-75,-13 17 26,-2 0 1,0 0-1,-1-1 1,-2-1 0,0 0-1,-1 0 1,2-23-27,-5 36-81,-4 11 81,0-1-1,0 1 1,0 0-1,0 0 1,0 0-1,0 0 0,0 0 1,1 0-1,-1 0 1,0 0-1,0 0 1,0 0-1,0 0 0,0 0 1,0 0-1,0 0 1,0 0-1,0 0 1,0 0-1,1 0 1,-1 0-1,0 0 0,0 0 1,0 0-1,0 0 1,0 0-1,0 0 1,0 0-1,0 0 1,0 1-1,0-1 0,0 0 1,1 0-1,-1 0 1,0 0-1,0 0 1,0 0-1,0 0 1,0 0-1,0 0 0,0 0 1,0 0-1,0 0 1,0 0-1,0 1 1,0-1-1,0 0 1,0 0-1,0 0 0,0 0 1,0 0-1,0 0 1,0 0-1,0 0 1,0 0 0,6 24 28,-4-13 2,8 35 19,-5-18-34,2-1-1,3 7-14,-7-27 28,-1 1-1,2-1 0,-1 0 1,1 0-1,0 0 0,1-1 1,-1 1-1,1-1 0,1 0 1,0 1-28,-5-6 3,0-1 0,1 1 0,-1 0 0,1 0 0,-1 0-1,0-1 1,1 1 0,0 0 0,-1-1 0,1 0 0,-1 1 0,1-1 0,-1 0 0,1 0 0,0 0 0,-1 0 0,1 0 0,-1 0 0,1 0 0,0 0 0,-1-1-1,1 1 1,-1-1 0,1 1 0,-1-1 0,1 0 0,-1 1 0,1-1 0,-1 0 0,0 0 0,1 0 0,-1 0 0,1-1-3,5-4 12,-1 0 1,1 0 0,-1-1-1,0 0 1,1-3-13,7-10-33,-2-1 0,0-1 0,-1 0 0,-1-1 1,5-16 32,8-19-151,-23 58 151,0 0 0,0 0 0,0-1 0,0 1 0,0 0 0,0 0 0,0 0 1,0 0-1,0 0 0,0 0 0,0 0 0,0 0 0,0 0 0,0 0 0,0 0 0,0 0 0,0 0 0,0 0 0,0 0 0,0 0 0,0 0 0,0 0 0,0 0 0,0 0 0,0-1 0,0 1 0,0 0 0,0 0 1,0 0-1,0 0 0,0 0 0,0 0 0,0 0 0,0 0 0,1 0 0,-1 0 0,0 0 0,0 0 0,0 0 0,0 0 0,0 0 0,0 0 0,0 0 0,0 0 0,0 0 0,0 0 0,0 0 0,0 0 0,0 0 1,0 0-1,0 0 0,0 0 0,0 0 0,0 0 0,0 0 0,1 0 0,-1 1 0,0-1 0,0 0 0,0 0 0,0 0 0,0 0 0,0 0 0,0 0 0,0 0 0,0 0 0,0 0 0,0 0 0,0 0 0,0 0 0,2 7-7,1 16-35,-1-12 3,4 23 51,2 0 0,2-1 0,0 0 0,10 17-12,-17-44 9,1 1 0,-1-1 1,2 1-1,-1-1 0,1 0 0,-1-1 1,2 1-1,4 4-9,-8-9 2,-1 0 1,1 1-1,-1-1 1,1 0 0,0 0-1,-1 0 1,1 0-1,0 0 1,0-1-1,0 1 1,0 0-1,0-1 1,0 0-1,0 1 1,0-1-1,0 0 1,0 0-1,0 0 1,0 0-1,0 0 1,0-1-1,-1 1 1,1 0 0,0-1-1,0 0 1,0 1-1,0-1 1,0 0-1,-1 0 1,1 0-1,0 0 1,-1 0-1,1-1 1,0 0-3,5-4 7,0-2 0,-1 1 0,0-1 0,-1 0 0,1 0 0,-1-1 0,-1 1 0,2-4-7,6-20-76,7-23 76,-15 43-39,7-23-40,-5 13-98,9-19 177,-15 41 1,0 0-1,0-1 0,0 1 1,0-1-1,0 1 1,1 0-1,-1-1 0,0 1 1,0 0-1,0-1 1,1 1-1,-1 0 0,0-1 1,0 1-1,1 0 1,-1 0-1,0-1 0,1 1 1,-1 0-1,0 0 1,1-1-1,-1 1 0,0 0 1,1 0-1,-1 0 1,0 0-1,1 0 0,-1-1 1,1 1-1,-1 0 1,0 0-1,1 0 1,-1 0-1,1 0 0,-1 0 1,0 0-1,1 1 1,-1-1-1,1 0 0,-1 0 1,0 0-1,1 0 1,-1 0-1,0 1 0,1-1 1,-1 0-1,0 0 1,1 0-1,-1 1 0,0-1 1,1 0-1,-1 1 1,0-1-1,0 0 0,1 1 1,-1-1-1,0 0 1,0 1-1,0-1 0,14 22 93,-14-22-93,10 21 53,4 19-53,-7-21 35,1 0 1,4 8-36,-8-21 26,-1 0 0,1 0 0,0 0 0,1-1 0,-1 1 0,1-1 0,0 0 0,0-1 0,2 2-26,-6-6 6,1 1 1,-1 0-1,1 0 1,-1 0-1,1-1 1,0 1 0,-1-1-1,1 1 1,0-1-1,0 0 1,-1 1-1,1-1 1,0 0-1,0 0 1,-1-1-1,1 1 1,0 0-1,0 0 1,-1-1 0,1 1-1,0-1 1,-1 0-1,1 1 1,-1-1-1,1 0 1,-1 0-1,1 0 1,-1 0-1,1 0 1,-1 0-1,0 0 1,1-1-7,7-6 34,-2-1-1,1 0 1,-1 0 0,5-7-34,-9 12-8,6-12-29,0 0 0,0-1 1,0-3 36,-4 6-32,2 1 1,-1 0-1,1 0 1,1 1 0,1 0-1,0 0 32,-8 11 4,0 0 0,0 1 0,-1-1 0,1 0 1,0 1-1,0-1 0,0 1 0,0-1 0,0 1 0,0 0 0,0-1 0,0 1 0,0 0 0,1 0 0,-1 0 0,0 0 1,0 0-1,0 0 0,0 0 0,0 0 0,0 0 0,0 0 0,0 1 0,0-1 0,0 0 0,0 1 0,0-1 0,0 1 1,0-1-1,0 1 0,0-1 0,0 1 0,0 0 0,-1-1 0,2 2-4,3 2 35,1 1 1,-1 1-1,1-1 0,2 5-35,-6-7 9,29 31-298,1 0-1,25 18 290,32 18-7116,-65-53 1041,3-1 1889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01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604 372 11392,'-1'-2'876,"1"0"1,-1 0 0,0 0 0,1 0-1,0-1 1,0 1 0,-1 0 0,1 0-1,1-1-876,2-20 3499,-1 18-3276,-1 0 1,-1 0 0,1 0-1,-1 0 1,1-1-1,-1 1 1,-1-1-224,-2-13 165,-2 0-1,0 0 1,-1 1-1,-1 0 1,-1 0-1,0 0 1,-4-3-165,6 9 49,-2 1 1,1 0-1,-2 0 1,1 1-1,-1 0 1,-1 0-1,0 1 1,0 0-1,-1 1 0,0 0 1,-9-5-50,16 11 6,0 0 1,-1 0-1,1 1 0,0-1 1,-1 1-1,1 0 1,-1 0-1,0 1 0,1-1 1,-1 1-1,1 0 1,-1 0-1,0 1 0,1-1 1,-1 1-1,1 0 1,-1 0-1,1 1 0,-1-1 1,1 1-1,0 0 1,0 0-1,0 0 0,0 1 1,-3 2-7,-2 3 8,0 1 0,1 0 0,0 1 0,0 0 0,1 0 0,1 1 0,-1 1-8,-4 10 30,1 0-1,0 0 0,-1 10-29,4-8 26,2 0 1,0 0-1,2 1 1,0 6-27,-1 97 17,5-54 0,3 0 0,6 19-17,-2-47-21,1-1 1,2 0-1,2 0 1,5 6 20,43 110-2388,-43-115-643,-4-1-4707,-10-24 4170</inkml:trace>
  <inkml:trace contextRef="#ctx0" brushRef="#br0" timeOffset="332.23">44 683 10752,'-23'3'3509,"23"-3"-3446,0 0-1,-1 0 1,1 0 0,0 0-1,0 0 1,-1 0 0,1 0 0,0 0-1,-1 1 1,1-1 0,0 0 0,0 0-1,-1 0 1,1 0 0,0 0-1,0 0 1,-1 1 0,1-1 0,0 0-1,0 0 1,-1 0 0,1 1-1,0-1 1,0 0 0,0 1-63,-10 10 1770,6-3 1088,9-7-483,12-4-30,-13 2-2472,35-10 1053,-22 6-816,0 0 1,11-1-111,14 1-404,-1 2 1,0 1 0,5 3 403,1 1-4940,21 5 4940,-27-3-5471,0 0 1647</inkml:trace>
  <inkml:trace contextRef="#ctx0" brushRef="#br0" timeOffset="1490.56">988 174 10112,'-7'-10'1245,"5"8"-925,1 0-1,-1 0 1,1 0 0,-1-1 0,1 1-1,0 0 1,0-1 0,0 1 0,1-1-1,-1 0 1,0 1-320,-10-56 5792,11 57-5615,0 0 1,0 0-1,-1 0 0,1 0 0,0 0 1,-1 0-1,1 0 0,0 0 0,-1 0 1,1 0-1,-1 0 0,0 1 0,1-1 1,-1 0-1,0 0-177,1 1 41,-1 0 1,1-1 0,0 1-1,-1 0 1,1 0-1,0 0 1,0 0 0,-1 0-1,1 0 1,0 0-1,-1 0 1,1 0-1,0 0 1,-1 0 0,1 0-1,0 0 1,-1 0-1,1 1 1,0-1-1,0 0 1,-1 0 0,1 0-1,0 0 1,-1 0-1,1 1 1,0-1 0,0 0-1,-1 0 1,1 1-42,-2 1 69,0 0-1,0 1 1,0-1 0,1 1 0,-1 0 0,1-1 0,-1 1 0,1 1-69,-7 21 163,1 0 1,2 1-1,0-1 1,2 1-1,-1 19-163,3-31 31,-5 74 184,4 1 1,5 26-216,2-48-1070,5 13 1070,-1-29-4353,13 39 4353,-10-56-2904,-1-13-2208,2-5 1502</inkml:trace>
  <inkml:trace contextRef="#ctx0" brushRef="#br0" timeOffset="1922.28">1092 551 11648,'-27'-5'3733,"18"6"-2053,4 1-1088,3-1-185,0 0-1,0-1 1,0 1-1,0 0 1,0-1-1,0 0 0,0 1 1,0-1-1,-2 0-406,4 0 58,0 0 0,0 0 0,0 0 0,0 0 0,0 0 0,-1 0 0,1 0-1,0 0 1,0 0 0,0 0 0,0 0 0,0 0 0,-1 0 0,1 0 0,0 0 0,0 0-1,0 0 1,0 0 0,0 0 0,0 0 0,-1 0 0,1-1 0,0 1 0,0 0 0,0 0 0,0 0-1,0 0 1,0 0 0,0 0 0,0 0 0,0 0 0,0-1 0,-1 1 0,1 0 0,0 0-1,0 0 1,0 0 0,0 0 0,0 0 0,0-1 0,0 1 0,0 0 0,0 0 0,0 0-1,0 0-57,4-8 778,9-6-513,1 4-218,-1 0 0,2 1 0,-1 1 0,1 0 0,10-3-47,-12 5-17,0 1-1,0 0 1,0 1 0,1 1-1,-1 0 1,6 0 17,-11 2 10,1 0 1,0 1-1,0 1 1,0-1-1,-1 1 0,1 1 1,-1-1-1,1 2 1,-1-1-1,7 3-10,-4 0 31,-1 0-1,1 0 1,-1 1-1,1 1 1,-2 0 0,7 5-31,-12-9 11,-1 0 0,0 1 0,0-1 0,0 1 0,0-1 0,0 1 1,-1 0-1,0 0 0,1 0 0,-2 1 0,1-1 0,0 0 0,-1 1 0,0-1 1,0 1-1,0-1 0,0 1 0,-1 3-11,-1 5 19,-1 1 0,0 0 0,-1-1 0,0 0-1,-1 1 1,-1-1 0,0-1 0,-1 1 0,0-1 0,-1 0 0,-6 8-19,8-13 14,0 0 1,-1 0 0,0-1-1,0 0 1,0 0-1,-1 0 1,0-1 0,0 0-1,-1 0 1,1-1-1,-1 0 1,-7 3-15,10-5-22,1-1 0,-1 0 0,0 0 0,1 0 0,-1 0 0,0-1 0,0 0 0,0 0 0,0 0 0,1 0 0,-1-1 0,0 0 0,0 0 0,1 0 0,-1 0 0,0-1 0,1 0 0,-1 0 0,1 0 0,0-1 0,0 1 0,0-1 0,-3-2 22,2 0-189,0 0-1,0-1 0,0 1 0,1-1 1,-1 0-1,2 0 0,-1 0 1,0-1-1,1 1 0,1-1 1,-1 0-1,1 0 0,0 0 1,0 0-1,1 0 0,-1-6 190,1 3-966,1-1 1,0 1-1,1 0 0,-1 0 0,2 0 1,0 0-1,0 0 0,0 0 0,1 1 1,1-1-1,3-7 966,15-21-3381</inkml:trace>
  <inkml:trace contextRef="#ctx0" brushRef="#br0" timeOffset="2538.19">1669 465 14720,'-23'0'4735,"23"0"-4611,-1 0 0,0 0 1,1 0-1,-1 0 0,0 0 0,1 0 0,-1 0 0,0 0 0,0 0 0,1 1 0,-1-1 0,1 0 0,-1 0 0,0 1 0,1-1 0,-1 0 0,1 1 0,-1-1 0,0 1 0,1-1 0,-1 1 0,1 0-124,-2 0 418,1 3-94,0 0 1,1 0-1,-1 0 1,1 0-1,0 0 1,0 0-1,0 1 1,1 1-325,-1 6 12,2 10 24,1 1-1,1-1 1,1 1-1,1-1 1,0-1 0,4 5-36,9 35 474,-17-53-371,0-1 29,-1-1-1,1 0 0,1 1 1,0 0-132,-2-6 37,-1 0 0,1 0 0,-1 0-1,1 0 1,-1 0 0,1 0 0,0 0 0,0 0 0,0 0 0,-1 0 0,1-1 0,0 1 0,0 0 0,0-1 0,0 1 0,0 0-1,0-1 1,0 0 0,0 1 0,1-1 0,-1 1 0,0-1 0,0 0 0,0 0 0,1 0-37,-1 0 23,0 0 1,1-1-1,-1 1 1,0-1-1,0 1 1,1-1-1,-1 1 0,0-1 1,0 0-1,0 0 1,0 1-1,0-1 1,0 0-1,0 0 1,0 0-1,0 0 0,0 0 1,0 0-1,-1-1-23,15-23 163,8-27-159,-13 27 63,13-22-67,-19 40-10,0 0 0,0 1-1,1-1 1,0 1 0,1 0 0,-1 0-1,1 1 1,4-3 10,-8 6 4,0 0 0,0 1 0,1 0 0,-1 0 0,1-1 0,-1 1 0,1 1-1,0-1 1,-1 0 0,1 1 0,0-1 0,-1 1 0,1 0 0,0 0 0,-1 0 0,1 0 0,0 0 0,0 1-1,-1-1 1,1 1 0,0-1 0,-1 1 0,1 0 0,-1 0 0,1 1 0,-1-1 0,1 1-4,8 5 10,-1 0 1,1 1 0,-2 0 0,1 1-1,2 4-10,12 10 44,9 4 226,0-1 1,1-2 0,2-1-1,28 13-270,-60-34 101,0 0 0,1 0 0,-1-1-1,0 0 1,1 0 0,-1 0 0,1 0-1,0-1 1,3 1-101,-7-1 15,0 0 1,0-1-1,1 1 0,-1 0 1,0 0-1,0-1 0,1 1 0,-1 0 1,0-1-1,0 1 0,0-1 1,0 0-1,0 1 0,0-1 0,0 0 1,0 0-1,0 1 0,0-1 1,0 0-1,0 0 0,-1 0 1,1 0-1,0 0 0,-1 0 0,1 0 1,-1-1-1,1 1 0,-1 0 1,1 0-1,-1 0 0,0-1 1,0 1-1,0 0 0,1 0 0,-1 0 1,0-1-1,0 1 0,-1-1-15,-1-31-152,-1 0-1,-3 0 1,0 0-1,-3-4 153,-8-41-1987,12 48 584,-4-17-2797,6 2-4591,6 24 4594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26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601 448 6912,'-3'-11'2964,"3"10"-2636,0 0 1,-1 0-1,1 0 0,0 0 0,-1 0 1,1 0-1,0 1 0,-1-1 0,1 0 1,-1 0-1,1 0 0,-1 0 1,0 0-329,-23-4 7147,16 2-6513,0 1 1,1 0-1,-7 0-634,-8 1 1088,-19 2-1088,-1 0 331,19 0-140,0 1 0,0 0 0,1 2 0,-12 4-191,-15 6 324,-26 12-324,44-15 96,-24 14-96,45-20-19,1 0 0,0 1 0,0 0-1,0 1 1,1 0 0,0 0 0,-6 7 19,13-12-6,-1 0 1,0 0-1,1 1 0,-1-1 0,1 0 0,0 1 1,0-1-1,0 1 0,0-1 0,0 2 6,1-3 0,0 0 1,0 0-1,0 0 0,0 0 0,0-1 0,0 1 0,0 0 0,0 0 1,0 0-1,0 0 0,1 0 0,-1-1 0,0 1 0,1 0 0,-1 0 1,1 0-1,-1-1 0,1 1 0,-1 0 0,1-1 0,-1 1 0,1 0 0,0-1 1,0 1-1,-1-1 0,1 1 0,0-1 0,0 1 0,-1-1 0,1 1 1,0-1-1,0 0 0,0 1 0,5 1 8,1-1 0,-1 1-1,0-1 1,0 0 0,1-1 0,-1 1 0,1-1 0,4-1-8,55-8-73,-51 7 51,18-6-39,0-1 0,0-1 0,-1-2 1,0-2-1,28-16 61,-58 29 40,1 0 1,-1-1-1,0 0 0,0 1 1,0-1-1,0 0 0,0 0 1,0 0-1,0 0 0,-1 0 1,1 0-1,-1-1 1,0 1-1,1 0 0,-1-1 1,0 1-1,0-1 0,-1 1 1,1-1-1,0 0 0,-1 1 1,0-1-1,1 0 0,-1 0 1,0 1-1,0-1 1,-1 0-1,1 1 0,-1-1 1,1 0-1,-1 1 0,0-1 1,0 1-1,0-1 0,0 1 1,0-1-1,-2 0-40,4 8-22,0 0 0,1 1 0,-1-1-1,1 0 1,0 0 0,2 5 22,13 12-77,1 0-1,0 0 1,13 9 77,-5-4-984,-17-18-244,1-1 1,-1 0-1,3 0 1228,32 23-9681,-23-18 3984,-4-1 2444</inkml:trace>
  <inkml:trace contextRef="#ctx0" brushRef="#br0" timeOffset="706.47">1152 460 10112,'-2'-3'906,"0"1"-1,0 0 1,0 0 0,0 0 0,0 0 0,0 1 0,-2-2-906,-1-5 5011,-5-9-2998,6 13-1903,0 0 0,0 0 0,0 1 0,-1 0 0,0 0 1,1 0-1,-1 0 0,0 1 0,0 0 0,0 0 1,-1 0-1,1 1 0,0 0 0,-1-1 0,1 2 0,-1-1 1,1 1-1,-1 0 0,1 0 0,-1 0 0,1 1 0,-1 0 1,0 0-111,-9 3 17,1 0 0,-1 0 0,1 2 1,0-1-1,0 2 0,1 0 0,-1 1 1,0 1-18,-1 1-12,0 1 0,1 0 0,1 1 1,-5 6 11,11-10-18,0 0 0,1 0 1,-1 1-1,2 0 0,-1 0 1,1 1-1,-3 8 18,7-17-11,1 1 1,-1 0-1,0-1 1,1 1-1,-1 0 1,1-1-1,0 1 0,-1 0 1,1 0-1,0-1 1,0 1-1,0 0 1,0 0-1,1 0 1,-1-1-1,0 1 1,1 0-1,-1-1 0,1 1 1,0 0-1,-1-1 1,1 1-1,0-1 1,0 1-1,0-1 1,0 1-1,0-1 0,1 0 1,-1 1-1,0-1 1,0 0-1,1 0 1,-1 0-1,1 0 1,-1 0-1,1 0 1,-1-1-1,1 1 0,0 0 1,-1-1-1,1 1 1,0-1-1,0 0 1,-1 0-1,1 1 1,0-1 10,10 0-95,0 0 1,0-1 0,0-1-1,0 0 1,0 0 0,0-1 0,-1 0-1,0-1 1,1-1 0,-1 0 0,0 0-1,2-3 95,2-1-77,-1 0 0,0-1 0,-1 0-1,0-1 1,-1-1 0,0 0 0,-1-1-1,5-7 78,-11 11 24,0 1-1,-1-1 1,0 1-1,0-1 1,-1-1-1,0 1 1,0 0-1,-1-1 1,-1 1 0,1-1-1,-2 1 1,1-1-1,-1-1-23,-1-20 311,-2-1-1,-1 1 1,-2-9-311,3 25 102,0-6 202,-2-1-1,-5-17-303,8 36 32,1 5 10,3 14 51,6 28 2,-8-43-96,2 15-6,30 140 95,-25-131-971,1 1 1,1-1-1,1-1 0,13 22 883,-19-39-924,0-1 1,0 1 0,1-1 0,0 0 0,5 5 923,-6-8-1014,0 0 0,0 1 1,0-2-1,0 1 1,1 0-1,-1-1 1,1 0-1,0 0 0,2 1 1014,19 4-3162</inkml:trace>
  <inkml:trace contextRef="#ctx0" brushRef="#br0" timeOffset="1510.36">1680 402 14464,'-30'-11'8217,"5"5"-5042,-3 0-2370,19 4-783,0 0 0,0 1 0,0 1 0,0 0 0,0 0 1,0 0-1,0 1 0,0 1 0,0-1 0,0 1 1,0 1-1,1 0 0,-1 0 0,1 1 0,-2 1-22,-12 6-57,1 2-1,0 0 0,1 2 0,-16 15 58,28-24-5,0 2 0,1-1 0,0 1 0,1 0 0,-5 6 5,9-10-22,0-1 1,0 1 0,0 0 0,0 0 0,1 0 0,-1 0 0,1 0 0,0 0 0,0 0 0,1 0 0,-1 0 0,1 0 0,0 1 0,0-1 0,0 2 21,0-4-16,1-1 0,-1 0 0,0 0 0,1 1 1,-1-1-1,1 0 0,0 0 0,-1 0 1,1 0-1,0 1 0,0-1 0,0 0 1,-1 0-1,1-1 0,0 1 0,0 0 1,1 0-1,-1 0 0,0-1 0,0 1 0,0 0 1,0-1-1,1 1 0,-1-1 0,0 1 1,0-1-1,1 0 0,-1 0 0,0 1 1,1-1-1,-1 0 0,1 0 16,5 0-83,0 0 1,1-1-1,-1 0 1,0 0-1,3-1 83,-1 1-49,6-2-89,0 0 1,1-1 0,-1-1 0,0 0-1,8-5 138,-7 2-104,-1-1-1,-1 0 0,0-1 1,0 0-1,-1-2 0,6-5 105,-11 9 3,-1 0-1,-1 0 0,0-1 1,0 1-1,0-1 0,-1-1 0,-1 1 1,0-1-1,0 1 0,0-1 1,0-4-3,0-7 46,-1-1 1,-1 1 0,0 0-1,-2-1 1,0 1 0,-2-3-47,-5-43 792,-7-17-792,5 31 368,7 42-283,2 7-63,-1 1-1,1-1 0,-1 1 0,0-1 1,0 1-1,0-1 0,-1 1 1,0-2-22,2 5 4,-1 0 0,1 1 0,0-1 0,-1 0 0,1 0 0,0 1 0,0-1 0,-1 0 0,1 1 0,0-1 1,0 0-1,-1 1 0,1-1 0,0 1 0,0-1 0,0 0 0,0 1 0,-1-1 0,1 1 0,0-1 1,0 0-1,0 1 0,0-1 0,0 1 0,0-1 0,0 0 0,0 1 0,0-1-4,-2 18 62,2 5-35,2 0 0,1 0 0,1-1 0,2 7-27,27 87 68,-25-92-51,1 0 0,1-1 0,2 0 0,0-1 0,6 8-17,-13-22-3,0-1 0,1 1 0,0-1 0,0-1 0,0 1 1,1-1-1,0 0 0,1-1 0,-1 0 0,1 0 0,0 0 0,0-1 0,0 0 0,1-1 1,-1 0-1,1 0 0,0-1 0,0 0 0,0-1 0,0 1 0,0-2 0,0 1 0,0-1 1,2-1 2,-8 1 41,-1-1 0,1 1 0,-1-1 0,1 0 1,-1 1-1,0-1 0,1 0 0,-1-1 1,0 1-1,0 0 0,0 0 0,0-1 0,0 0 1,0 1-1,0-1 0,-1 0 0,1 0 1,0 0-1,-1 0 0,0 0 0,1 0 0,-1 0 1,0 0-1,1-3-41,0-1 118,0 0-1,0 0 1,-1 0-1,0 0 1,0-1 0,0 1-1,-1 0 1,0-1-118,1 13-307,-1 0 1,1 0-1,0 0 0,0 0 0,1 0 1,0-1-1,0 1 0,0 0 0,0-1 1,1 0-1,0 1 0,0-1 0,1 0 1,1 1 306,0 0-653,0 0 0,1 0 1,0-1-1,0 0 0,0 0 1,1 0-1,-1-1 0,1 0 1,1 0-1,2 1 653,4-2-5482,0 0 1786</inkml:trace>
  <inkml:trace contextRef="#ctx0" brushRef="#br0" timeOffset="1857.96">1930 238 14336,'-50'0'5343,"50"0"-4127,-27 11 256,17-7 0,10 1-960,-8-2-672,8 0 32,0 2-1792,5 4 1024,-2-6-3520,10 6 2433,3-6-4001,0 2 3392</inkml:trace>
  <inkml:trace contextRef="#ctx0" brushRef="#br0" timeOffset="2598.09">2181 448 11520,'2'12'1834,"1"0"1,0 0-1,1 0 1,1 0 0,0-1-1,1 2-1834,0-3 567,1 0 0,0 0-1,0-1 1,6 4-567,-13-12 28,0-1 1,1 1-1,-1-1 1,1 1-1,-1-1 1,1 0-1,-1 1 1,0-1-1,1 0 1,0 1-1,-1-1 1,1 0-1,-1 0 1,1 1-1,-1-1 1,1 0-1,-1 0 1,1 0-1,0 0 1,-1 0-1,1 0 1,-1 0-1,1 0 0,0 0 1,-1 0-1,1 0 1,-1 0-1,1 0 1,-1-1-1,1 1 1,0 0-1,-1 0 1,1-1-1,-1 1 1,1 0-1,-1-1 1,1 1-1,-1 0 1,0-1-1,1 1 1,-1-1-1,1 1 1,-1-1-1,0 1 1,1-1-29,2-3 53,0-1 1,0 0-1,-1-1 1,1 1 0,-1-1-54,5-9 2,3-7-59,-3 5 0,2 0 0,6-9 57,-12 22-23,-1 0 1,1 0-1,0 1 1,0-1-1,0 1 1,0 0-1,1 0 1,-1 0-1,1 0 0,0 1 1,0-1-1,0 1 1,1 0 22,-3 1-8,1 0 1,-1 1-1,0 0 0,0-1 1,0 1-1,0 0 0,1 0 1,-1 0-1,0 1 0,0-1 1,0 0-1,0 1 0,0-1 1,0 1-1,0 0 0,0 0 1,0 0-1,0 0 0,0 0 1,0 0 7,6 4-29,-1 1 1,0-1 0,0 2 0,1 1 28,4 3-150,3 1-535,1 0 0,1-1 1,0 0-1,0-2 0,1 0 0,0 0 0,1-2 1,-1 0-1,2-2 0,-1 0 0,10 1 685,-7-3-658,0 0 1,0-2-1,0 0 0,15-3 658,-18 1 331,0-2-1,-1 0 0,1-1 1,-1-1-1,8-4-330,-16 5 523,0 0-1,0-1 1,-1 0-1,4-2-522,-10 4 243,0 1-1,0 0 1,0-1-1,0 1 1,0-1-1,-1 0 1,1 0-1,-1 0 1,0 0-1,0-1 1,0 1-1,0-1 1,0 0-243,-1 2 86,-1 1 1,1-1-1,-1 0 0,1 1 1,-1-1-1,0 0 1,0 0-1,0 1 1,0-1-1,0 0 0,0 0 1,0 1-1,-1-1 1,1 0-1,-1 0 1,1 1-1,-1-1 0,0 1 1,1-1-1,-1 0 1,0 1-1,0-1 1,0 1-1,0 0 0,0-1 1,-1 1-1,1 0 1,0 0-1,-2-1-86,0 0 69,0 0 1,0 0-1,0 0 0,-1 0 1,1 1-1,-1 0 1,1 0-1,-1 0 0,1 0 1,-1 0-1,0 0 0,0 1 1,-2 0-70,-10 1 41,0 0 0,0 2 0,0 0 0,0 0 0,1 1 1,0 1-1,-1 1 0,2 0 0,-1 1 0,1 1 1,0 0-1,1 1 0,-1 0 0,2 1 0,0 1 1,0 0-1,1 0 0,-7 9-41,15-15-17,0-1 0,0 0 0,0 1 0,1 0 0,0-1 1,0 1-1,-1 3 17,3-7-12,-1 1 1,1-1 0,0 1 0,-1-1 0,1 0 0,0 1-1,0-1 1,0 1 0,0-1 0,0 0 0,1 1 0,-1-1-1,0 1 1,1-1 0,-1 0 0,0 1 0,1-1 0,0 0-1,-1 1 1,1-1 0,0 0 0,0 0 0,0 0 0,-1 0-1,1 0 1,0 0 0,0 0 0,1 0 0,-1 0 0,0 0 11,2 1-26,0-1-1,0 0 1,0 0 0,0 0 0,0 0 0,0 0 0,0-1 0,0 1 0,0-1 0,0 0 0,0 0 0,0 0 26,38-5-147,-36 4 132,24-5 42,-1-1-1,1-2 1,-1-1 0,12-6-27,-31 12 36,1 0 1,-1-1 0,-1 0 0,1 0-1,-1-1 1,0 0 0,2-1-37,-8 5 20,0 0-1,0 0 1,0 0-1,0-1 1,-1 1-1,1 0 1,-1-1-1,1 1 1,-1-1-1,0 1 1,0-1-1,0 0 1,0 1-1,0-1 1,-1 0-1,1 0 1,-1 1-1,0-1 1,0 0-1,0 0 1,0 0-1,0 1 1,-1-1-1,1 0 1,-1 0-1,0 1 1,0-2-20,-12-27 152,12 30-157,1-1 0,-1 1 0,0 0 0,1-1 0,-1 1 0,0 0 0,0 0 0,0-1 0,0 1 0,0 0 0,0 0 1,0 0-1,-1 0 0,1 0 0,0 1 0,-1-1 0,1 0 0,0 1 0,-1-1 0,0 0 5,2 1-3,0 1-1,-1-1 1,1 0-1,0 0 1,0 0 0,0 1-1,0-1 1,0 0 0,-1 0-1,1 1 1,0-1 0,0 0-1,0 0 1,0 1 0,0-1-1,0 0 1,0 1 0,0-1-1,0 0 1,0 0 0,0 1-1,0-1 1,0 0 0,0 0-1,0 1 1,0-1 0,0 0-1,1 0 1,-1 1 0,0-1-1,0 0 1,0 0 0,0 1-1,1-1 4,5 17-10,-2-8-5,5 20-65,0-2 5,0 0 1,5 6 74,12 20 10,34 75 63,-51-106 41,-2 1 0,0 0 0,-1 1 0,2 18-114,-7-35 60,0 1 1,-1-1 0,0 1-1,0 0 1,0-1 0,-1 1-1,0-1 1,-1 1 0,0-1 0,0 1-1,-1-1 1,0 0 0,0 0-1,0 0 1,-1 0 0,0-1-1,0 0 1,-1 1 0,0-2-1,0 1 1,-4 3-61,0-1 23,-1-1 0,0-1 0,0 1 0,0-2 0,-10 5-23,-11 2-360,-13 3 360,4-1-997,-1-3-1,-1-1 1,-26 2 997,46-9-1380,-1-2 0,0-1 1,0 0-1,1-2 0,-1-1 0,1 0 1,-7-4 1379,19 5-883,1 0 1,0-1 0,0-1 0,0 1 0,0-2 0,1 1 0,-1-1 0,1 0 0,0-1-1,-3-3 883,-24-28-3146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24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9 7808,'-18'-8'5680,"17"7"-3440,1 1-326,0 4 1766,-1 8-2741,-3 10-371,1 0 1,1 0-1,1 12-568,-1-5 113,2 13-37,0-1-1,3 0 0,8 40-75,4-2 340,15 40-340,-24-96 178,2-1 1,2 3-179,-10-24 11,0-1-1,0 1 1,1 0-1,-1-1 1,0 1 0,1 0-1,-1-1 1,1 1-1,-1 0 1,1-1 0,-1 1-1,1-1 1,-1 1 0,1-1-1,-1 1 1,1-1-1,0 1-10,-1-1 7,0 0-1,1 0 0,-1 0 0,0 0 0,1 0 1,-1 0-1,0 0 0,1 0 0,-1-1 0,0 1 1,0 0-1,1 0 0,-1 0 0,0 0 1,1 0-1,-1-1 0,0 1 0,0 0 0,1 0 1,-1 0-1,0-1 0,0 1 0,0 0 0,1 0 1,-1-1-1,0 1 0,0 0 0,0 0-6,3-5 54,-1 0-1,0 0 0,0 0 1,1-5-54,0 2 3,16-53 75,-6 19-108,1 0 0,4-2 30,-12 32-23,0 0 0,1 0 0,0 0 0,1 1 0,0 0 0,1 0 0,0 1 0,9-7 23,-15 14-2,1 0-1,0 0 0,0 1 1,0 0-1,0-1 1,0 2-1,0-1 1,0 0-1,1 1 0,-1 0 1,1 0-1,-1 0 1,1 0-1,-1 1 0,1 0 1,-1 0-1,1 0 1,0 1-1,-1-1 1,1 1-1,-1 0 0,0 0 1,1 1-1,-1-1 3,4 3 15,0-1 0,0 1 0,0 0 0,-1 1 0,0 0 0,0 0 0,0 0 0,-1 1 0,0 0 0,0 0 0,0 1 0,2 3-15,-6-6 17,1 0 1,-1 0-1,1 1 1,-1-1 0,0 1-1,-1-1 1,1 1 0,-1 0-1,0 0 1,0-1-1,-1 1 1,1 0 0,-1 0-1,0 0 1,0 0 0,-1 0-1,0 0 1,0 0 0,0 1-18,-1 1 9,0 0 0,-1-1 0,0 1 0,0-1 0,0 1 0,-1-1 0,0 0 0,0 0 0,0-1 1,-1 1-1,0-1 0,0 0 0,-3 2-9,-18 14-19,0-2 1,-14 7 18,29-19-121,-1 0 0,0-2-1,0 1 1,-1-1 0,0-1 0,1 0 0,-7 0 121,11-3-230,0 0 1,0-1 0,0 0-1,0 0 1,0-1 0,0 0-1,-4-1 230,9 1-204,-1 1-1,1-1 0,0 0 1,0 0-1,0 0 1,-1-1-1,1 1 0,1-1 1,-1 0-1,0 1 1,0-1-1,1-1 0,-1 1 1,1 0-1,-1-1 1,1 1-1,0-1 0,0 1 1,0-1-1,0-2 205,1 2-475,0 1-1,0-1 0,0 0 1,0 0-1,1 0 1,-1 0-1,1 0 0,0 0 1,0 0-1,0 0 1,0 0-1,1 0 0,-1 0 1,1 0-1,0 0 1,0 0-1,0 0 1,0 1-1,0-1 0,1 0 1,1-1 475,13-17-2880</inkml:trace>
  <inkml:trace contextRef="#ctx0" brushRef="#br0" timeOffset="609.37">569 332 11648,'-1'-1'375,"0"1"1,0 0 0,0 0 0,0-1 0,0 1 0,0 0 0,0 0-1,0 0 1,-1 0 0,1 0 0,0 1 0,0-1 0,0 0 0,0 0-1,0 1 1,0-1 0,0 1 0,0-1 0,0 1-376,0 7 3697,1 17-2587,0-11-957,1-5-139,-1-1-1,1 0 1,0 0 0,1 0 0,0 1 0,0-2 0,1 1 0,0 0 0,1 0 0,-1-1 0,1 0 0,1 0 0,3 5-14,-4-7 9,0 1 1,1-1 0,0 0-1,0-1 1,0 1 0,1-1-1,-1 0 1,1 0 0,0-1 0,0 0-1,0 0 1,1 0 0,-1-1-1,1 0 1,-1 0 0,6 0-10,0 0 41,1-1 1,-1-1-1,0 0 1,0 0 0,1-2-1,3 0-41,-7 0 19,-1 1 0,0-2 0,1 1 1,-1-1-1,-1-1 0,1 1 0,0-1 0,-1 0 0,4-4-19,-8 6 33,0-1 0,-1 1 0,0-1 0,1 0 0,-1 0 0,0 0 0,0 0 0,-1 0 0,1 0 0,-1 0-1,1-1 1,-1 1 0,0 0 0,-1-1 0,1 1 0,0-1 0,-1 0 0,0 0-33,1-3 66,-1-1 0,0 1 0,-1-1 0,0 1-1,0 0 1,-1-1 0,1 1 0,-3-3-66,3 6 11,0 0 0,0-1-1,1 1 1,-1 0 0,1-3-11,0 7-1,0 0-1,0-1 1,-1 1-1,1 0 1,0 0 0,0 0-1,0 0 1,0 0-1,0 0 1,0-1 0,0 1-1,0 0 1,0 0-1,0 0 1,0 0-1,0 0 1,0-1 0,0 1-1,0 0 1,0 0-1,0 0 1,0 0 0,1 0-1,-1 0 1,0-1-1,0 1 1,0 0 0,0 0-1,0 0 1,0 0-1,0 0 1,0 0-1,0 0 1,0 0 0,1-1-1,-1 1 1,0 0-1,0 0 1,0 0 0,0 0-1,0 0 1,0 0-1,1 0 1,-1 0 1,6 13-19,70 206 30,-49-143 150,-2 6-161,-16-48 142,-1 0 0,-3 1 0,2 23-142,-6-47 106,-1-1 1,0 1-1,-1-1 1,-1 0-1,0 2-106,1-7 40,0 0 0,0 0 0,-1-1 0,0 1-1,0-1 1,0 1 0,-1-1 0,1 0 0,-1 0-1,0 0 1,-3 3-40,-2 0 8,-1 0 1,-1 0-1,1-1 0,-1 0 1,0 0-1,0-1 0,-1-1 1,1 0-1,-4 1-8,-4 0-240,0-1 0,0-1 0,0 0 0,0-1 0,-1-1 0,1-1 0,-1 0 0,1-2 0,-5-1 240,12 3-285,1-2 0,-1 1 0,1-1 0,0-1 1,0 0-1,0 0 0,0-1 0,1 0 0,-1-1 0,1 0 0,0 0 0,-5-5 285,6 3-778,0 0-1,0 0 0,1-1 1,0 0-1,0 0 0,1 0 1,1-1-1,-1 0 1,1 0-1,1-1 0,-1 1 1,0-6 778,-5-26-3296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33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613 305 11136,'0'-2'700,"-1"0"1,1 0-1,0 0 1,-1-1-1,1 2 1,-1-1-1,0 0 0,1 0 1,-1 0-1,0 0 1,0 0-1,-1 1 1,1-2-701,-9-16 3427,-7-13-2202,4 10-680,2 1-299,-2 0-1,0 2 0,-1-1 1,-1 1-1,-1 1 0,-1 1 1,-2-1-246,13 12 10,-1 1 1,0 0 0,0 0-1,0 0 1,-1 1 0,0 0-1,1 1 1,-1 0 0,-1 0-1,-4-1-10,9 3-13,-1 0 1,0 0-1,0 1 0,0 0 0,0 0 1,0 0-1,0 0 0,0 1 1,1 0-1,-1 0 0,0 0 0,0 0 1,1 1-1,-1 0 0,1 0 0,-1 0 1,1 0-1,-2 3 13,0-1-12,1 0-1,1 0 1,-1 1 0,1 0-1,0 0 1,0 0 0,0 0-1,1 1 1,0 0 0,0-1 0,0 1-1,0 0 1,0 4 12,-2 8 16,1-1 0,1 1 0,0-1 0,1 7-16,0 33 22,2-1 1,3 0 0,7 30-23,-8-67 1,11 66-262,3 0 0,13 31 261,7 3-1989,-19-67-1559,-2 1-4334,-10-35 4352</inkml:trace>
  <inkml:trace contextRef="#ctx0" brushRef="#br0" timeOffset="361.57">53 587 13568,'-30'-9'4426,"29"8"-4249,0 0 0,0 1-1,0 0 1,0-1 0,0 1 0,0 0-1,0 0 1,0-1 0,0 1 0,0 0 0,-1 0-1,1 0 1,0 0 0,0 0 0,0 1-1,0-1-176,-3 1 548,48-4 3710,43-5-4402,-20 2-759,58-4-1907,1 1-2142,-1-3-3643,-77 7 5619</inkml:trace>
  <inkml:trace contextRef="#ctx0" brushRef="#br0" timeOffset="709.08">794 244 13440,'-14'-21'4426,"14"21"-4353,0 0-1,0-1 1,0 1 0,0 0-1,0 0 1,0-1-1,-1 1 1,1 0 0,0 0-1,0-1 1,0 1-1,-1 0 1,1 0 0,0 0-1,0-1 1,-1 1 0,1 0-1,0 0 1,0 0-1,-1 0 1,1 0 0,0 0-1,0 0 1,-1-1-1,1 1 1,0 0-73,-2 0 334,0 0-1,0 0 1,1 0-1,-1 0 1,0 0-1,0 1 1,1-1 0,-1 0-1,0 1 1,1-1-1,-1 1 1,1 0 0,-1-1-1,0 1 1,1 0-1,0 0 1,-1 0-1,1 0 1,-1 0 0,1 1-334,-11 12 219,10-10-174,0-1 1,0 1 0,1 0 0,-1 0 0,1-1-1,0 1 1,0 0 0,1 0 0,-1 0 0,1 0-1,0 3-45,0 9 4,1-1-1,2 8-3,-1-10-14,9 52-552,2-1 1,4-1 0,6 13 565,3-9-3226,-22-57 1861,1-1-1,0 0 1,1 0-1,-1-1 1,7 7 1365,3-2-5003,3-4 1654</inkml:trace>
  <inkml:trace contextRef="#ctx0" brushRef="#br0" timeOffset="1063.71">973 555 14848,'-16'-5'4454,"5"1"1010,11 3-5400,0 1 1,0-1 0,1 1-1,-1 0 1,0-1-1,0 1 1,0 0-1,0-1 1,0 1 0,0-1-1,1 1 1,-1 0-1,0-1 1,0 1-1,1 0 1,-1 0 0,0-1-1,1 1 1,-1 0-1,0 0 1,0-1 0,1 1-1,-1 0 1,0 0-1,1 0 1,-1 0-1,1-1 1,-1 1 0,0 0-1,1 0-64,14-10 232,-8 5-247,1 0-1,-1 1 1,1 0 0,8-3 15,5 0-38,0 0 1,0 2 0,1 0-1,-1 2 1,1 0 0,0 1-1,11 2 38,-21 0 17,0 0 0,0 1 0,0 1-1,0 0 1,-1 1 0,1 0 0,-1 1-1,1 0 1,-1 0 0,0 1 0,-1 1 0,1 0-1,-1 1 1,4 3-17,-12-9 7,0 1 0,0-1 0,-1 1 0,1 0-1,0 0 1,-1 0 0,1-1 0,-1 2 0,0-1 0,1 0-1,-1 0 1,0 0 0,0 0 0,-1 1 0,1-1 0,0 1 0,-1-1-1,0 0 1,1 3-7,-1-3 13,-1 1 0,1 0 0,-1 0 0,1 0 0,-1-1 0,0 1 0,0 0 0,-1-1 0,1 1 0,0 0 0,-1-1 0,1 0 0,-1 1 0,-1 0-13,-5 6 39,-1-1 0,0 0-1,-1-1 1,1 1-1,-1-2 1,-11 6-39,2-3-3,0 0 0,0-2 0,-1 0 0,0-1 0,0-1 0,-1-1 0,-13 1 3,25-4-110,-1-1 0,1 1 0,0-2 0,0 1 0,0-1 0,0-1 0,0 0 0,0 0 0,0 0 0,0-1 0,1-1 0,-1 0 1,-7-4 109,13 6-188,0 0 0,0-1 0,0 1 0,0-1 0,0 0 0,1 0 0,-1 0 0,1 0 0,0 0 0,0 0 0,0-1 0,0 1 0,0-1 0,1 1 0,0-1 0,0 1 0,0-1 0,0 0 1,0 0-1,1 0 0,-1-3 188,1 2-667,1-1 1,-1 1 0,1-1 0,0 1-1,0-1 1,1 1 0,0 0 0,0-1-1,0 1 1,0 0 0,1 0 0,0 0 0,0 1-1,1-2 667,19-19-3450</inkml:trace>
  <inkml:trace contextRef="#ctx0" brushRef="#br0" timeOffset="1521.01">1592 438 13696,'-20'-10'4511,"19"10"-4293,0-1-1,0 1 0,0 0 0,0 0 0,1 0 0,-1 0 1,0 0-1,0 0 0,0 0 0,0 0 0,0 0 0,0 1 0,0-1 1,0 0-1,0 1 0,0-1 0,0 1 0,0-1 0,1 1 1,-1-1-1,0 1 0,0-1 0,1 1 0,-1 0 0,0-1 0,1 1 1,-1 0-1,1 0 0,-1-1 0,1 1 0,-1 0 0,1 0 1,-1 0-218,-3 5 716,2-5-691,1 1 1,0 0-1,0 0 1,0 0-1,0 0 1,0 0-1,0 0 1,0 1-1,1-1 1,-1 0 0,1 0-1,-1 1 1,1-1-1,0 0 1,0 0-1,0 2-25,5 39-86,-5-39 84,3 10-12,1-1 0,0 1 1,0-1-1,1 0 0,1 0 0,1-1 0,-1 0 1,2 0-1,0 0 0,0-1 0,1 0 1,4 3 13,-12-13-1,0 0 1,0 0-1,0 0 1,0 0 0,0 0-1,0 0 1,0 0 0,1-1-1,-1 1 1,0 0-1,1-1 1,-1 1 0,0-1-1,1 0 1,-1 1 0,1-1-1,-1 0 1,0 0-1,1 0 1,-1 0 0,1 0-1,-1 0 1,1 0-1,-1-1 1,0 1 0,1 0-1,-1-1 1,1 1 0,0-1 3,-1 0 1,1-1-1,-1 1 0,1 0 1,-1 0-1,1-1 1,-1 1-1,0-1 0,0 1 1,0-1-1,0 1 0,0-1 1,0 0-1,0 0 0,-1 1 1,1-1-1,0 0 0,-1 0 1,1 0-4,1-16 30,0-1 1,-1 0-1,0 1 0,-3-10-30,2-8-196,2 22 57,-2 13 133,1 1 0,-1 0 0,0 0 0,0-1 0,0 1 0,0 0 0,1 0 0,-1 0 0,0 0 0,0-1 0,1 1 0,-1 0 0,0 0 0,0 0 0,1 0 0,-1 0 0,0 0 0,0 0 0,1-1 0,-1 1 0,0 0 0,0 0 0,1 0 0,-1 0-1,0 0 1,1 0 0,-1 0 6,2 1-28,1 0 0,-1 0-1,0 0 1,0 0 0,0 1-1,0-1 1,0 1-1,1 0 29,9 7 33,15 6 28,1-1 0,0-1 0,1-1 0,1-2 0,-1-1 0,2-1 0,27 3-61,-50-10 106,-1 0 0,1-1 0,0 0 0,-1 0 0,1-1 0,7-1-106,-14 2 31,0-1 0,1 1 0,-1 0 0,1 0 0,-1-1 0,0 1 0,1-1 0,-1 0 0,0 1 0,0-1 0,1 0 0,-1 0 0,0 1 1,0-1-1,0 0 0,0 0 0,0 0 0,0 0 0,0-1 0,0 1 0,-1 0 0,1 0 0,0 0 0,-1-1 0,1 1 0,-1 0 0,1-1 0,-1 1 0,1-1 0,-1 1 1,0 0-1,0-1 0,0 1 0,0-1 0,0 1 0,0-1 0,0 1 0,0 0 0,-1-1 0,1 1 0,-1-2-31,-5-10-20,0 0-1,0 1 1,-2-1-1,1 1 1,-9-9 20,-1-4-447,-5-5-453,-7-14-1807,26 38 588,0 1-1,1-1 1,0 0-1,-1-4 2120,2 9-548,1 1 0,0-1 0,0 0 1,0 1-1,0-1 0,-1 0 0,1 0 0,0 0 0,0 1 1,1-1-1,-1 0 0,0 0 0,0 1 0,0-1 0,0 0 1,1 0-1,-1 1 0,0-1 548,9-1-3520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31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28 12800,'-1'-1'239,"0"0"248,0 0-1,0 0 1,0 0 0,-1 0 0,1 0 0,0 0-1,0 1 1,0-1 0,-1 0 0,1 1 0,0-1-1,-1 1 1,1-1 0,0 1 0,-1 0-487,1 10 4857,1 3-4694,0 1 1,1 9-164,5-4 125,0 0 1,1 0 0,1-1 0,8 13-126,-14-27 57,10 17 501,-6-14 41,-5-7-588,-1 0 1,0 0 0,0 0-1,0 0 1,0 0-1,0 0 1,1 0-1,-1 0 1,0 0-1,0 0 1,0 0 0,0 0-1,0 0 1,1 0-1,-1-1 1,0 1-1,0 0 1,0 0-1,0 0 1,0 0 0,0 0-1,0 0 1,0-1-1,1 1 1,-1 0-1,0 0 1,0 0-1,0 0 1,0 0 0,0-1-1,0 1 1,0 0-1,0 0 1,0 0-1,0 0 1,0 0-1,0-1 1,0 1 0,0 0-1,0 0 1,0 0-1,0 0 1,0-1-1,0 1 1,0 0-1,-1 0 1,1 0-1,0 0-11,1-7 27,0-1 0,0 1 0,0 0 0,1 0-27,2-14-17,-1 7-31,1-1 0,1 1 0,0 0 0,1 0 0,0 0 0,1 1 0,1 0 0,6-9 48,-13 21-11,0 0-1,0-1 0,0 1 1,0 0-1,0 0 0,0 0 1,0 0-1,0 0 1,1 0-1,-1 0 0,0 0 1,1 0-1,-1 0 1,1 1-1,-1-1 0,1 1 1,0-1 11,0 1-3,0 0 1,-1 0-1,1 0 1,0 0-1,-1 0 1,1 1-1,-1-1 1,1 1-1,0-1 1,-1 1-1,1 0 1,-1-1-1,1 1 1,-1 0-1,0 0 1,1 0-1,0 1 3,5 5 2,0 1-1,0-1 1,0 1-1,-1 1 0,-1 0 1,1-1-1,-1 1 1,-1 1-2,9 12 47,-2-2-10,-6-10 27,0-1 0,0-1 0,1 1 0,0-1 0,0 0 0,6 5-64,-11-12 3,-1 0-1,1-1 1,0 1-1,0-1 1,0 1-1,-1-1 1,1 1-1,0-1 1,0 0-1,0 1 1,0-1-1,0 0 1,0 0-1,-1 0 1,1 1-1,0-1 1,0 0 0,0 0-1,0 0 1,0-1-1,0 1 1,1 0-3,0-1 5,-1 1 0,1-1 0,0 0 0,-1 0 1,1 0-1,0 0 0,-1 0 0,1-1 1,-1 1-1,0 0 0,1-1-5,4-5 26,-1 0 1,0 0-1,0-1 1,2-5-27,6-11-105,1 1 0,8-10 105,-17 26-25,1 1-1,-1-1 0,2 1 0,-1 0 0,1 0 0,-1 0 0,1 1 0,1 0 0,3-1 26,-8 5-2,-1 0 0,0 0-1,1 1 1,0-1 0,-1 1-1,1 0 1,-1-1 0,1 1 0,-1 0-1,1 1 1,-1-1 0,1 0 0,0 1-1,-1 0 1,0-1 0,1 1-1,-1 0 1,1 0 0,-1 0 0,0 1-1,0-1 1,1 0 0,-1 1-1,1 1 3,5 4-15,0 0-1,0 0 0,-1 1 1,0 0-1,2 4 16,14 21-444,12 26 444,-10-18-1993,1 0 1993,-17-28-1718,0-2-1,1 1 1,0-1-1,1-1 1,4 4 1718,-12-12-558,-1-1 0,0 1 1,1-1-1,-1 1 0,1-1 1,-1 0-1,1 0 0,0 0 1,0-1-1,-1 1 0,1-1 0,0 1 1,0-1-1,2 0 558,17 3-3045</inkml:trace>
  <inkml:trace contextRef="#ctx0" brushRef="#br0" timeOffset="548.16">1293 100 11648,'-43'-22'10186,"31"15"-9198,0 1 1,0 0-1,-1 0 1,-6-1-989,9 4 118,0 0-1,-1 1 1,0 0 0,1 0-1,-1 1 1,0 1 0,1 0-1,-1 0 1,0 1 0,-1 1-119,-2 0-3,1 1 0,1 1 0,-1 0-1,0 1 1,1 0 0,0 1-1,0 0 1,-5 5 4,10-6-4,0 0 1,0 0-1,1 0 0,0 1 1,0 0-1,1 0 1,-1 1-1,1-1 0,1 1 1,-1 0-1,1 0 0,0 1 1,1 0-1,-1 2 4,3-8-9,0 0 1,1 1-1,-1-1 0,0 1 0,1 0 1,0-1-1,-1 1 0,1-1 1,0 1-1,1 0 0,-1-1 0,0 1 1,1-1-1,-1 1 0,1-1 0,0 1 1,0-1-1,0 1 0,0-1 0,0 0 1,0 1-1,1-1 0,-1 0 0,1 0 1,0 0-1,0 0 0,0 1 9,2-1-20,0 1 0,-1-1-1,1 0 1,0 0 0,0 0 0,0-1-1,0 1 1,1-1 0,-1 0 0,0 0-1,0 0 1,1-1 0,-1 0 0,1 1-1,-1-2 1,1 1 20,12-2-36,0-1 1,-1-1-1,1 0 0,-1-2 1,0 1-1,-1-2 0,1 0 0,-1-1 1,0-1-1,10-7 36,-21 12 30,1 1 0,-1-1 0,0 0 0,1 0 0,-2 0 0,1-1 0,2-3-30,-4 5 36,0 0 0,-1 1 0,0-1 1,0 0-1,0 0 0,0 1 0,0-1 0,0 0 0,-1 0 0,1 0 0,-1 0 1,0 0-1,0 0 0,0 0 0,-1-1-36,0-6 116,-3-18 288,4 27-392,-1 0 1,1 0-1,0-1 0,-1 1 0,1 0 0,-1 0 1,0 0-1,1 0 0,-1 0 0,0 0 0,0 0 0,1 0 1,-1 0-1,0 1 0,0-1 0,0 0 0,0 0 1,0 1-1,-1-1-12,1 1-1,1 0 0,0 0 0,-1 0 0,1 0 0,-1 0 1,1 0-1,0 0 0,-1 0 0,1 0 0,-1 0 0,1 0 0,0 0 0,-1 1 0,1-1 1,0 0-1,-1 0 0,1 0 0,0 1 0,-1-1 0,1 0 0,0 0 0,0 1 0,-1-1 1,1 0-1,0 1 0,0-1 0,-1 0 0,1 1 0,0-1 0,0 0 0,0 1 0,0-1 1,-1 1-1,1-1 0,0 0 0,0 1 0,0-1 0,0 0 0,0 1 0,0-1 0,0 1 1,0-1-1,-1 22-36,1-17-39,1 0 0,0 1 0,0-1-1,0 0 1,1 0 0,0 0 0,0 0-1,0 0 1,0 0 0,1-1 0,0 1 0,2 2 76,7 9-609,0-2 0,1 0 0,0-1 609,0-2-1915,0-1 0,0 0-1,1-1 1,0-1 0,0 0 0,1-1 0,0-1-1,1 0 1,10 2 1915,10 6-3061</inkml:trace>
  <inkml:trace contextRef="#ctx0" brushRef="#br0" timeOffset="904.59">1794 31 11136,'-4'-20'3674,"4"20"-3507,0 0 0,0-1-1,0 1 1,0-1-1,0 1 1,0 0 0,0-1-1,0 1 1,0-1 0,0 1-1,-1 0 1,1-1 0,0 1-1,0 0 1,0-1 0,-1 1-1,1 0 1,0-1 0,0 1-1,-1 0 1,1-1-1,0 1 1,-1 0 0,1 0-1,0-1 1,-1 1 0,1 0-1,0 0 1,-1 0 0,1 0-1,0-1 1,-1 1 0,1 0-1,-1 0 1,1 0 0,0 0-1,-1 0 1,1 0 0,-1 0-1,1 0 1,0 0-1,-1 0 1,1 0 0,-1 0-1,1 1 1,0-1 0,-1 0-1,1 0 1,-1 0 0,1 0-1,0 1 1,-1-1 0,1 0-1,0 0-166,-3 2 724,-1-1-466,1 0 1,0 1 0,-1-1 0,1 1 0,0 0 0,0 0 0,0 0 0,0 0 0,1 1 0,-1 0-259,-16 12 269,3-4-386,-189 137-1938,138-95-2433,3 2-4009,43-40 3425,10-8 1814</inkml:trace>
  <inkml:trace contextRef="#ctx0" brushRef="#br0" timeOffset="1250.79">1370 44 13824,'-15'-4'4511,"14"4"-4215,0 1-1,0-1 0,0 0 0,1 0 0,-1 1 1,0-1-1,0 1 0,0-1 0,1 1 0,-1-1 1,0 1-1,1-1 0,-1 1 0,0 0 0,1-1 0,-1 1 1,1 0-1,-1-1 0,1 1 0,-1 0-295,9 20 3104,-6-16-3030,0 1-1,1-1 0,0 0 1,-1 0-1,2-1 0,-1 1 1,0-1-1,1 1 0,0-1 1,3 3-74,10 7 20,0 0 1,3 1-21,-14-11 14,29 20-591,1-2 0,2-1 0,6 2 577,5-1-4770,11 1 4770,-20-12-2377,3-3-3400,-7-1 2060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29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30 10240,'-9'-14'4501,"8"13"-3736,1-1 1,-1 1 0,0 0-1,0-1 1,0 1-1,0 0 1,0 0-1,0-1 1,0 1 0,0 0-1,-1-1-765,1 2 94,1 0 1,0 0-1,-1 0 1,1 0-1,0 0 0,0 0 1,-1 0-1,1 0 0,0 0 1,0 0-1,-1 0 0,1 0 1,0 0-1,0 1 1,-1-1-1,1 0 0,0 0 1,0 0-1,-1 0 0,1 0 1,0 1-1,0-1 0,0 0 1,-1 0-1,1 0 1,0 1-1,0-1-94,-8 13 183,7-9-158,0 0 0,0 0 0,1 1 0,-1-1 0,1 0 0,0 0 0,0 4-25,0-1 11,2 51-55,1 1-1,4-1 1,5 16 44,-2-25-1995,3 0 1,6 14 1994,-1-18-2987,1 8-3946,-10-29 3632</inkml:trace>
  <inkml:trace contextRef="#ctx0" brushRef="#br0" timeOffset="839.19">39 431 13056,'-22'-10'4287,"21"9"-4012,0 1 0,0 0-1,0 0 1,0 0 0,0-1-1,0 1 1,0 0-1,0 0 1,0 0 0,0 0-1,0 1 1,0-1-1,0 0-274,-2 1 781,6 0 47,9 4-125,-4-1-670,-2-3-28,-1 0 0,1 0 0,-1-1 0,1 0 0,-1 0 0,1 0 0,-1 0 0,1-1-5,45-8-5,-44 7 7,18-4-46,0-2 1,-1-1-1,0-1 0,22-12 44,-31 14-17,-1 1 11,0-1 0,0 0 0,-1-1-1,0 0 1,0-1 0,-2-1 0,3-2 6,-8 6 41,1-1-1,-1 0 1,0 0 0,-1 0 0,0-1 0,0 0-1,0 0 1,-2 0 0,1 0 0,-1-1 0,2-8-41,-3 11 99,-1 0 1,0-1 0,0 1 0,-1 0-1,1 0 1,-2-1 0,1 1-1,-1 0 1,0 0 0,-1-1-100,2 8 5,0 0 1,0 0-1,0 0 1,0 0-1,0 0 1,0 0-1,0 0 1,0 0-1,0 0 1,0 0-1,-1-1 1,1 1-1,0 0 1,0 0-1,0 0 1,0 0-1,0 0 1,0 0-1,0 0 1,0 0-1,-1 0 1,1 0-1,0 0 1,0 0-1,0 0 1,0 1-1,0-1 1,0 0-1,0 0 1,0 0-1,-1 0 1,1 0-1,0 0 1,0 0-1,0 0 1,0 0-1,0 0 1,0 0-1,0 0 1,0 0-1,0 0 1,0 1-1,0-1 1,0 0-1,0 0 1,0 0-1,-1 0 1,1 0-1,0 0 1,0 0-1,0 0 1,0 1-1,0-1 1,0 0-6,-4 8 103,2-1-30,-1 0 1,2 0-1,-1 1 0,1-1 1,0 0-1,0 1 1,1 0-74,2 57 222,-2-58-201,2 19 47,1 0 0,1 0 1,1-1-1,7 19-68,-8-30 39,2 0 1,0 0 0,0-1-1,1 0 1,0 0 0,2-1-1,-1 0 1,1 0 0,3 2-40,-10-13 8,-1 1 0,0-1 0,0 0 0,1 1 0,-1-1 0,1 0 0,-1 0 0,1 0 0,-1 0 0,1-1 0,0 1 0,-1 0 0,1-1 1,0 1-1,0-1 0,-1 1 0,1-1 0,1 0-8,-2 0 3,1 0 1,0-1-1,-1 1 1,1 0-1,-1-1 1,1 0-1,0 1 1,-1-1 0,1 0-1,-1 0 1,0 0-1,1 1 1,-1-2-1,0 1 1,1 0-1,-1 0-3,6-7-2,-1 0 0,-1 0 0,1 0 0,-1-1 0,-1 0 0,1-2 2,1-1-3,4-13-70,-8 20 26,0 0 1,0 0 0,0 0-1,0 0 1,1 1-1,2-5 47,-5 9-6,1 0 1,-1 0-1,0-1 0,0 1 0,0 0 1,1 0-1,-1-1 0,0 1 1,0 0-1,1 0 0,-1 0 0,0 0 1,1 0-1,-1-1 0,0 1 0,0 0 1,1 0-1,-1 0 0,0 0 0,1 0 1,-1 0-1,0 0 0,0 0 0,1 0 1,-1 0-1,0 0 0,1 0 0,-1 0 1,0 0-1,1 0 0,-1 1 0,0-1 1,0 0-1,1 0 0,-1 0 0,0 0 1,0 0-1,1 1 0,-1-1 0,0 0 1,0 0-1,1 0 0,-1 1 0,0-1 1,0 0-1,0 0 0,0 1 6,9 14 3,-8-11-24,4 6 24,1 0 1,0-1-1,0 0 0,1 0 0,0-1 0,0 0 0,1 0 1,0 0-1,0-1 0,1 0 0,8 4-3,-10-7-9,1 0 0,-1 0 0,1-1 0,1 0 0,-1 0 0,0-1 0,1 0 0,-1 0-1,1-1 1,-1 0 0,1-1 0,0 0 0,-1 0 0,1-1 0,3 0 9,5-2 4,-1-1 1,0 0-1,0 0 0,0-2 0,4-2-4,-16 6 11,0 0 0,1 0-1,-1 0 1,0-1 0,0 1-1,-1-1 1,1 0 0,0 0-1,-1-1 1,0 1 0,0-1-1,0 1 1,0-1 0,0 0-1,-1 0 1,0-1 0,0 1-1,0 0 1,0-1 0,0-2-11,-1 4 24,-1-1 0,0 1 1,0-1-1,0 1 0,0-1 1,0 1-1,-1-1 0,1 1 1,-1-1-1,0 1 0,0-1 1,0 1-1,-1 0 0,1-1 1,-1 1-1,0 0 0,0 0 1,0 0-1,0 1 0,0-1 1,-1 0-1,1 1 0,-1-1 1,1 1-1,-4-2-24,3 2 21,1 0 1,-1 1-1,0-1 1,0 0-1,0 1 1,-1 0 0,1 0-1,0 0 1,0 0-1,-1 1 1,1-1-1,0 1 1,-1 0-1,1 0 1,0 0-1,-1 0 1,1 0-1,0 1 1,-1 0-1,1-1 1,0 1-1,0 0 1,0 1-1,0-1 1,0 1-1,0-1 1,0 1-22,-2 2 10,0 0 0,0 1 0,1-1 0,0 1 1,0 0-1,0 0 0,0 1 0,1-1 0,0 1 0,0 0 0,1-1 0,-1 1 1,1 0-1,0 1 0,1-1 0,0 0 0,0 0 0,0 1 0,1-1 1,0 6-11,0-9-8,0 0 0,0-1 1,1 1-1,-1 0 1,1 0-1,0 0 1,0-1-1,0 1 1,0 0-1,0-1 1,1 1-1,-1-1 1,1 0-1,0 1 1,-1-1-1,1 0 1,0 0-1,0 0 1,1 0-1,1 1 8,3 2-109,1 0 0,0-1 0,0 0 0,0 0-1,0-1 1,1 0 109,23 7-869,0-1 0,0-2-1,0-1 1,3-2 869,130 8-9116,-162-12 8760,48 4-3174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41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19 13056,'-15'-11'4287,"11"4"-201,4 6-3200,1 5 574,1 57-1321,3-1 0,2 0-1,3 0 1,3 1-139,0-12-2214,16 36 2214,5 18-7279,-28-82 2714,3-4 1461</inkml:trace>
  <inkml:trace contextRef="#ctx0" brushRef="#br0" timeOffset="802.66">32 326 13440,'-22'-3'4346,"21"3"-4257,1 0 0,-1 0 0,1 0-1,0 0 1,-1 0 0,1 0 0,-1 1 0,1-1 0,0 0-1,-1 0 1,1 0 0,0 1 0,-1-1 0,1 0 0,0 0-1,-1 1 1,1-1 0,0 0 0,0 1 0,-1-1 0,1 0 0,0 1-1,0-1 1,0 0 0,-1 1 0,1-1 0,0 0 0,0 1-1,0-1 1,0 1 0,0-1 0,0 0 0,0 1 0,0-1-1,0 1-88,0 0 137,0 1-1,0-1 1,0 0-1,1 0 1,-1 1 0,0-1-1,1 0 1,-1 1-1,1-1 1,-1 0-1,1 0 1,0 0-1,-1 0 1,1 0-1,0 0 1,0 0-1,0 0 1,1 1-137,0 2 252,2-1-179,0 1 0,0 0 1,0-1-1,0 0 0,0 0 0,1 0 1,-1 0-1,1-1 0,0 1 1,-1-1-1,1 0 0,1-1 0,1 1-73,7 2-6,0-2 0,1 1 0,-1-2 0,5 0 6,2-1-138,-1-1 0,1-1 0,-1 0 0,16-6 138,13-4-232,15-8 232,-51 15 36,1 0 1,-1 0-1,-1-2 1,1 1 0,5-6-37,-11 7 36,0 0 1,-1 0 0,0-1-1,0 0 1,0 0-1,-1-1 1,0 0 0,0 0-1,0 0 1,-1-1-37,4-9 132,0 0 0,-2 0 0,0 0 1,-1-1-1,-1 0 0,0-2-132,1-13 350,-2 0 0,-1-31-350,-1 129 413,5 28-413,-2-64 26,0-1 0,2 1 0,1-1 1,9 23-27,-1-9 108,-10-26-36,1 0-1,0 0 1,1 0-1,9 13-71,-16-29-5,1 0 0,-1 1 0,0-1 0,0 0 0,0 1 0,0-1 1,0 0-1,1 1 0,-1-1 0,0 0 0,0 0 0,1 1 0,-1-1 0,0 0 0,0 0 0,1 0 0,-1 1 0,0-1 0,1 0 0,-1 0 0,0 0 0,1 0 0,-1 0 0,0 1 0,1-1 0,-1 0 1,0 0-1,1 0 0,-1 0 5,6-9-169,-5 5 129,7-16-116,-1-1 0,-1 0 0,-1-1 0,1-11 156,-5 19 0,-1 28 0,1 0 0,1 0 0,1 1 0,0-1 0,4 12 0,-4-19 0,0 0 0,0-1 0,1 1 0,0-1 0,0 1 0,0-1 0,1-1 0,0 1 0,0-1 0,3 3 0,-2-3-7,1 0 0,0 0 0,0 0 0,1-1 0,-1-1 0,1 1 0,0-1 0,0 0 0,0-1 0,0 0 0,0 0 0,1-1 0,-1 0 0,0 0 0,1-1 0,-1 0 0,1 0 0,-1-1 0,8-2 7,0 0 18,0-1 0,0 0-1,-1-2 1,1 0 0,-1 0 0,-1-2-1,1 1 1,-1-2 0,9-7-18,-14 9 47,-1 1 0,-1-2 0,0 1 1,0-1-1,0 0 0,-1 0 0,0-1 1,0 0-1,2-5-47,-6 9 52,1-1 0,-1 1 0,0-1 0,0 1 1,-1-1-1,1 0 0,-1 1 0,-1-1 0,1 0 1,-1 0-1,0 0 0,0 1 0,-1-1 0,1 0 0,-2 0 1,1 0-1,-2-4-52,2 7 23,0 1 1,0 0-1,0 0 1,0 0-1,0-1 1,-1 1-1,1 0 1,-1 0-1,1 1 1,-1-1-1,0 0 1,0 0 0,1 1-1,-1-1 1,-1 1-1,1 0 1,0 0-1,0 0 1,0 0-1,-1 0 1,1 0-1,0 0 1,-1 1-1,1-1 1,-1 1-1,1 0 1,0-1-1,-1 1 1,1 0-1,-1 1 1,1-1-1,-1 0 1,1 1-1,-2 0-23,-4 1 85,0 0 0,0 1 0,0 0 0,1 1 0,-1-1-1,1 1 1,0 1 0,0 0 0,0 0 0,0 0-85,0 2 79,0-1 0,0 2 1,0-1-1,1 1 0,0-1 1,0 2-1,1-1 0,0 1 1,0-1-1,1 1 0,0 1 1,1-1-1,0 0 0,1 1 1,0 0-1,0 1-79,2-8 11,-1 0-1,1 0 1,1 0-1,-1 1 1,0-1-1,1 0 1,0 0-1,-1 0 1,1 0 0,0 0-1,1 0 1,-1-1-1,0 1 1,1 0-1,0-1 1,1 3-11,0-1-19,1-1 1,0 1-1,0-1 1,0 1-1,0-1 1,0 0-1,1-1 1,-1 1-1,4 1 19,10 2-269,0 0 0,0-1 0,0 0-1,0-1 1,2-1 269,19 2-1618,0-2 1,19-1 1617,32-4-7874,-39 2 3624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39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128 403 10880,'-7'-6'1199,"1"1"581,0 0-1,0-1 1,1 1-1,-1-2-1779,5 6 167,0 0 0,1 0 0,-1 0 0,0 1 0,1-1 0,-1 0-1,0 0 1,1 0 0,-1 0 0,1 0 0,0 0 0,-1 0 0,1 0 0,0 0 0,0 0 0,0 0-1,-1 0 1,1-1 0,0 1 0,1 0 0,-1 0 0,0 0 0,0 0 0,0 0 0,0 0 0,1 0-1,-1 0 1,1 0 0,-1 0 0,1 0 0,-1 0 0,1 0-167,3-3 23,-1 1 1,1 0-1,0 0 0,0 1 1,1-1-1,-1 1 0,0 0 0,1 0 1,-1 0-1,1 1 0,0-1 1,-1 1-1,1 1 0,0-1-23,15-2-75,-1 2 0,18 0 75,0 3 23,-1 1-1,0 2 1,0 2 0,33 10-23,-68-16 4,10 1-1,-1 2 1,1 0-1,4 2-3,-12-5 7,-1 0-1,0 0 1,0 0-1,0 1 1,0-1-1,0 0 1,0 1-1,-1-1 1,1 1-1,0 0 0,-1 0 1,1-1-1,-1 1 1,0 0-1,0 0 1,1 0-1,-1 1 1,-1-1-1,1 0 1,0 1-7,-1-1 9,0 0 1,-1 0-1,1 1 1,-1-1 0,1 0-1,-1 0 1,0 0 0,0 0-1,0 0 1,0 0-1,0 0 1,0 0 0,0 0-1,-1 0 1,1 0 0,-1-1-1,0 1 1,1-1-1,-1 1 1,0-1-10,-7 7 16,-1 0 0,0-1 0,-2 1-16,-7 3-26,-1-1 1,0-2-1,0 1 0,-1-2 1,0-1-1,-1-1 1,1 0-1,-1-2 1,0-1-1,0 0 1,0-1-1,0-2 1,1 0-1,-7-2 26,17 1-145,0-1 0,0 0 0,0 0 0,1-1-1,-1 0 1,1-1 0,0 0 0,0-1 0,-2-2 145,10 7-103,-1-1 0,1 0 1,0 0-1,0 0 1,0 0-1,0 0 1,0 0-1,0 0 1,1-1-1,-1 1 0,1-1 1,-1 1-1,1-1 1,0 0-1,0 1 1,0-1-1,1 0 0,-1 0 1,1 1-1,-1-1 1,1 0-1,0 0 1,0 0-1,0 0 1,1 0-1,-1 1 0,0-1 1,1 0-1,0 0 1,0 1-1,0-1 1,1-1 102,1-3-561,0 0 0,1 0 0,0 1 1,1-1-1,-1 1 0,1 0 0,0 1 1,1-1-1,0 1 0,-1 0 0,4-1 561,7-5-1369,1 2-1,0 0 1,0 1-1,1 0 0,1 1 1370,43-10-2618</inkml:trace>
  <inkml:trace contextRef="#ctx0" brushRef="#br0" timeOffset="362.67">1102 187 12928,'-1'-4'1288,"0"-1"1,-1 0 0,0 1 0,1 0-1,-2-1 1,-1-3-1289,0 1 745,-1 1 0,0 0 1,0 0-1,0 0-745,-11-8 229,1 0 0,-13-7-229,22 16 199,-6-4-211,-1 1 0,1 0 0,-1 1 1,-1 0-1,1 1 0,-1 0 0,0 2 0,-3-1 12,11 3-17,0 0 1,0 1-1,0 0 1,-1 1-1,1 0 1,0-1-1,0 2 0,-1-1 1,1 1-1,0 0 1,0 0-1,0 1 0,0 0 1,0 0-1,0 0 1,1 1-1,-1-1 0,1 1 1,-1 1-1,-3 3 17,0 0 6,1 0-1,1 1 0,-1 1 0,1-1 1,1 1-1,-1 1 0,2-1 1,-1 1-1,-2 7-5,2-3 25,1 1-1,0 0 1,2 0 0,-1 0-1,2 0 1,-1 9-25,2 11 25,1 0 0,2-1 0,1 1-1,2 0 1,7 27-25,4 2-880,2 0 0,25 55 880,-26-75-1284,0 0-2400,-4-14-2547,-4-14 2935</inkml:trace>
  <inkml:trace contextRef="#ctx0" brushRef="#br0" timeOffset="702">464 354 11520,'-29'0'3733,"28"0"-3546,-1-1 0,1 1 0,-1 0-1,1 1 1,0-1 0,-1 0 0,1 0 0,0 0 0,-1 1 0,1-1 0,0 1-1,-1-1 1,1 1 0,0-1 0,-1 2-187,-3 0 653,-8 6 3179,13-8-3791,0 0 0,0 0 0,0 0 0,0 0 0,-1 0 0,1 0 0,0 1 0,0-1 0,0 0 0,0 0 0,0 0 0,0 0 0,0 0 0,0 1 0,0-1 0,0 0 0,0 0 0,1 0 0,-1 0 0,0 0 0,0 0 0,0 1 0,0-1 0,0 0 0,0 0 0,0 0 0,0 0 0,0 0 0,0 0 0,0 0 0,0 1 0,1-1 0,-1 0 0,0 0 0,0 0 0,0 0 0,0 0 0,0 0 0,0 0 0,1 0 0,-1 0 0,0 0 0,0 0 0,0 0 0,0 0 0,0 0-41,26 5 676,-24-5-676,37 2-324,0-2 0,37-4 324,-50 2-392,86-6-1706,15-1-3603,-1 2-3657,-75 6 6292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44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14 135 8576,'-11'-10'2816,"9"5"-1526,2 5-1351,0-20 5496,0 12-1509,0 15-2394,0 30-1413,3 0 0,1 0 0,1 0 0,3-1 0,0 0 1,3 0-1,1-1 0,1 0 0,5 6-119,6 10 201,-5-9 1006,9 13-1207,-20-36 695,-7-19-678,-1 0 0,0 1 0,0-1 0,0 0 0,0 1 0,0-1 0,0 0 0,0 1 0,0-1 0,0 0 0,0 0 0,0 1 0,0-1 0,0 0-1,0 1 1,0-1 0,0 0 0,0 1 0,0-1 0,0 0 0,-1 1 0,1-1 0,0 0 0,0 0 0,0 1 0,0-1 0,-1 0 0,1 0 0,0 0-1,0 1 1,-1-1 0,1 0 0,0 0 0,0 0 0,-1 1 0,1-1 0,0 0 0,0 0 0,-1 0 0,1 0 0,0 0 0,-1 0 0,1 0 0,0 0-1,-1 0 1,1 0 0,0 0 0,-1 0 0,1 0-17,-1 0 10,0 0 0,1 0-1,-1-1 1,0 1 0,0-1 0,0 1 0,1 0-1,-1-1 1,0 1 0,1-1 0,-1 0-1,1 1 1,-1-1 0,0 1 0,1-1-1,-1 0 1,1 0 0,0 1 0,-1-1-1,1 0-9,-11-22-62,4 6 43,2 0 0,1 0 0,0 0 0,1 0 0,0-1 0,2 1-1,0-1 1,1 1 0,1-3 19,1-5-42,1-1-1,2 1 1,0-1 0,2 1-1,0 1 1,3-2 42,-6 14-141,1 0-1,1 1 1,0 0 0,1 0 0,0 0 0,1 1 0,0 0-1,0 0 1,1 1 0,3-3 141,-6 7-475,0 1-1,0 0 1,0-1 0,0 2-1,1-1 1,-1 1 0,1 0-1,0 0 1,0 1 0,1 0-1,-1 0 1,0 1 0,0 0-1,1 0 1,-1 1 0,1 0-1,-1 0 1,3 1 475,1 0-1705,-1 1-1,1 1 0,-1 0 1,1 0-1,8 5 1706,18 11-3322</inkml:trace>
  <inkml:trace contextRef="#ctx0" brushRef="#br0" timeOffset="1180.31">574 256 13312,'-19'4'3631,"-1"1"1,-1 2-3632,11-2 2309,21-11-1631,-1-3-623,-1 0 0,1 0 0,1 1 0,0 1 1,0 0-1,0 0 0,1 1 0,0 1 0,11-4-55,-9 5 12,1 1-1,0 0 1,0 1 0,1 1-1,-1 0 1,0 1 0,0 1 0,14 2-12,-19-1 30,-1-1 1,0 2 0,0 0 0,0 0-1,-1 0 1,1 1 0,-1 0-1,0 1 1,0 0 0,0 0 0,0 1-1,-1 0 1,0 0 0,-1 1 0,2 1-31,-4-3 35,0 0 0,0 0 1,0 1-1,-1-1 0,0 1 1,0 0-1,0 0 0,-1 0 1,0 0-1,1 4-35,-3-6 31,1 0-1,-1-1 0,1 1 1,-1 0-1,-1 0 1,1 0-1,0 0 1,-1 0-1,0 0 0,0 0 1,0 0-1,0 0 1,-1-1-1,1 1 1,-1 0-1,0-1 0,0 0 1,-1 1-31,-7 10 78,-2-1 0,1-1-1,-1 0 1,-1 0 0,0-2 0,-1 1 0,0-2-1,-1 0 1,0 0 0,-6 1-78,-9 4 15,-1-1 0,-1-2-1,1-2 1,-31 6-15,53-13-43,0 0 0,1 0 0,-1-1-1,0 0 1,0-1 0,0 0 0,0-1 0,0 0-1,0 0 1,-7-2 43,14 2-53,-1 0 0,0-1 0,1 1-1,0-1 1,-1 1 0,1-1 0,0 0 0,0 0 0,0 0-1,0 0 1,0 0 0,0 0 0,0-1 0,1 1-1,-1-1 1,1 1 0,0-1 0,0 1 0,0-1-1,-1-1 54,1-1-149,-1 0-1,1-1 1,0 1-1,1 0 0,-1 0 1,1-1-1,0 1 1,0 0-1,1-1 0,0 0 150,1-3-322,0 0-1,1 1 1,1-1-1,-1 1 1,1-1-1,0 1 1,1 0-1,5-5 323,7-10-1191,2 1 0,1-1 1191,-15 18-168,5-5-58,0 0 0,0 1 0,1 0 0,1 1 0,-1 0 0,1 1 0,0 0 0,1 1 0,0 0 0,10-2 226,-16 5 227,0 1-1,0 1 0,0-1 1,1 1-1,-1 1 1,0-1-1,1 1 1,-1 0-1,0 1 1,1 0-1,-1 0 1,0 0-1,0 1 1,0 0-1,0 1 0,0 0 1,0 0-1,0 0 1,-1 1-1,0 0 1,1 0-227,2 3 459,-1 1 1,0-1-1,0 2 0,0-1 1,-1 1-1,2 4-459,10 16 1797,5 14-1797,3 4 241,-23-40-221,1 0 0,0 0 1,0-1-1,1 1 0,0-1 0,0 0 0,0-1 0,1 1 0,0-1 1,0-1-1,0 1 0,1-1 0,-1 0 0,2-1-20,-5-1 47,1-1-1,-1 0 1,1 1-1,-1-2 1,1 1-1,0-1 1,-1 1-1,1-2 1,0 1-1,-1 0 1,1-1 0,0 0-1,-1 0 1,1 0-1,-1 0 1,1-1-1,-1 0 1,0 0-1,1 0 1,-1 0-1,0-1 1,-1 1-1,1-1 1,0 0 0,0-1-47,1-1 58,-1 0 1,1-1 0,-1 1 0,0-1 0,0 1 0,-1-1 0,0-1 0,0 1 0,0 0 0,0-4-59,4-13 3,-1 0-1,0-10-2,3-9-104,-8 28 38,0 9-28,2 11 62,0 2 22,9 21 23,2 0 0,0-1 1,17 23-14,-26-43-25,1 0 0,1 0 0,-1-1 0,1 0 0,1 0 0,-1-1 0,1 0 0,0 0 0,1-1 0,-1 0 0,1 0 0,0-1 0,0 0 0,7 2 25,-4-4-140,1 0 0,-1 0 1,1-1-1,-1 0 0,1-1 0,0-1 0,-1 0 0,1-1 1,2-1 139,-5 1-236,0 0 1,0-1 0,-1-1 0,1 1 0,-1-2 0,0 1 0,0-1 0,0-1 0,-1 1 0,0-1 0,0-1 0,-1 0 0,7-7 235,-3 2-404,-1-1 1,0-1-1,-1 1 1,-1-2-1,0 0 404,-3 5-229,-1 0 0,0 0 0,0 0 0,-1-1 0,-1 1-1,0-1 1,0 0 0,-1-2 229,1-7 368,-2 0 0,0 0 0,-1 0 0,-1-1 0,-1 1 0,-4-14-368,-15-51 5307,22 71-4450,1 5-189,-2 8-599,1 0 0,0 0 0,0 0 0,-1 0 0,1 1 0,0-1 0,-1 0 0,1 0 0,-1 0 1,1 0-1,-1 0 0,0 0-69,-2-3 186,6 2-1,-3 2-168,1 1 0,-1-1 0,0 0 0,1 1 0,-1-1 0,0 1 0,1-1 0,-1 1 0,0-1 0,0 0 0,1 1 0,-1-1 0,0 1 0,0-1 0,0 1-1,1-1 1,-1 1 0,0 0 0,0-1 0,0 1-17,0-1 18,28 168 531,-7-67-869,30 85 320,-40-155-1925,2 0-1,11 21 1926,-4-17-4617,3-1-3597,-13-21 4412</inkml:trace>
  <inkml:trace contextRef="#ctx0" brushRef="#br0" timeOffset="1773.5">1685 328 12800,'-12'1'1610,"-17"5"2833,6 0-2417,21-5-1586,-1-1 0,1 1-1,0 0 1,-1 1-1,1-1 1,0 0 0,0 1-1,0-1 1,0 1-1,0 0 1,0-1 0,1 1-1,-1 0 1,-1 2-440,3-4 10,0 1 0,0-1 0,-1 0 0,1 0 0,0 0 0,0 1 0,0-1 0,0 0 0,0 0 0,0 0 0,0 1 0,-1-1 0,1 0 0,0 0 0,0 1 0,0-1 0,0 0 0,0 0 0,0 1 1,0-1-1,0 0 0,0 0 0,0 1 0,0-1 0,0 0 0,1 0 0,-1 0 0,0 1 0,0-1 0,0 0 0,0 0 0,0 1 0,0-1 0,0 0 0,1 0 0,-1 0 0,0 0 0,0 1 0,0-1 0,1 0 0,-1 0 0,0 0 0,0 0 0,0 0 0,1 0 0,-1 1 0,0-1 0,0 0 0,0 0 0,1 0 1,-1 0-1,0 0 0,0 0 0,1 0 0,-1 0 0,0 0 0,0 0 0,1 0 0,-1 0 0,0 0 0,0 0-10,21-2 332,47-15-3805,19-10 3473,-36 11-2225,0 1-1,1 3 1,18-1 2225,-59 12-385,0 1 0,0-1 0,-1 2 0,1-1 1,0 1-1,-1 1 0,1 0 0,8 3 385,-11-2 380,-1 0-1,0 0 1,0 0-1,0 1 1,-1 0-1,1 1 1,-1-1-1,1 2-379,-3-2 628,0 1-1,0-1 0,-1 1 1,0-1-1,0 1 1,1 2-628,14 19 1638,-17-24-1527,1 0 1,0-1 0,0 1 0,0 0 0,0-1-1,0 0 1,0 1 0,1-1 0,-1 0 0,0 0-1,1 0 1,-1 0 0,1-1 0,-1 1 0,1-1-1,1 1-111,0-1 48,0 0 0,0 0 0,0-1 1,-1 0-1,1 1 0,0-1 0,0 0 0,-1-1 0,1 1 0,1-2-48,8-4-25,-1 0 1,-1-1-1,1-1 1,-1 0-1,3-4 25,-10 10 46,11-10-61,-1-1 0,-1-1 0,10-12 15,-18 21 28,-1-1 0,0 1 0,0-1-1,0 0 1,-1 0 0,0 0 0,-1 0 0,0-1-1,0 1 1,0-1 0,-1-1-28,0 5 49,-1 0-1,0 0 1,-1 1 0,1-1 0,-1 0 0,1 0-1,-1 1 1,0-1 0,0 0 0,-1 1 0,1-1-1,-1 1 1,0-1 0,0 1 0,0 0 0,0 0-1,-1 0 1,-1-3-49,1 4 37,1 0-1,0 0 1,-1 0-1,1 1 1,-1-1-1,0 0 1,0 1 0,1 0-1,-1 0 1,0 0-1,0 0 1,0 0-1,0 0 1,0 1-1,0-1 1,-1 1-1,1 0 1,0 0 0,0 0-1,0 1 1,0-1-1,0 1 1,0-1-1,0 1 1,0 0-37,-7 3 31,1 0 0,0 0 1,0 1-1,0 0 0,1 1 0,0-1 1,0 2-1,0-1 0,1 1 0,0 0 1,0 1-1,1 0 0,0 0 0,0 0 1,1 1-1,-1 1-31,-1 3 20,0 1 1,1 0-1,1 0 1,0 0-1,1 1 0,1 0 1,0-1-1,1 1 0,0 1 1,1 8-21,1-17-26,0 0 1,1 0-1,0 0 0,0 0 1,1 0-1,-1-1 0,2 1 1,1 5 25,-2-8-57,0-1-1,0 1 1,0-1 0,0 1 0,1-1 0,-1 0 0,1 0 0,0 0 0,0-1 0,0 1 0,0-1 0,1 1 0,-1-1 0,1 0 0,3 2 57,6 0-455,0 1 0,0-1 0,0-1 0,0-1 1,1 0-1,-1 0 0,1-1 0,10-1 455,-3-1-1844,-1-1 0,0 0 0,0-2 0,0 0 0,12-5 1844,15-8-3754</inkml:trace>
  <inkml:trace contextRef="#ctx0" brushRef="#br0" timeOffset="2190.55">2973 69 13824,'-29'-1'6730,"15"2"-5189,11-1-768,0 1-1,1-1 0,-1 1 0,0 0 1,0 0-1,-2 2-772,-13 3 1174,-14 4-584,1 1 1,1 1-1,-20 12-590,39-18-58,0 2 0,0-1 0,1 1 1,0 1-1,-3 3 58,11-9-10,1-2-2,-1 0 0,1 0 0,0 0-1,0 0 1,0 1 0,0-1 0,0 0 0,0 1 0,0-1-1,0 1 1,1-1 0,-1 1 0,0-1 0,1 1-1,0 0 1,-1-1 0,1 1 0,0-1 0,0 1 0,0 0 12,0 0-13,0-1 1,1 1-1,-1-1 1,1 1 0,-1-1-1,1 1 1,0-1-1,0 1 1,0-1 0,0 0-1,0 1 1,0-1 0,0 0-1,0 0 1,0 1-1,1-1 13,5 4-41,0 0 0,0-1 0,1 0 0,-1-1 0,1 1 0,7 1 41,41 13-101,-19-7 1,-1 2 1,-1 1-1,10 7 100,-32-14 11,-2-2 35,0 1 0,0 1 0,-1 0 0,1 0 0,-1 2-46,-7-7 8,-1 0 1,0 0-1,0 0 0,0 0 1,-1 0-1,1 1 1,0-1-1,-1 1 1,0-1-1,1 1 0,-1-1 1,0 1-1,0 0 1,-1 0-1,1-1 0,0 1 1,-1 0-1,0 0 1,0 0-1,0 0 1,0 0-1,0 0 0,0-1 1,-1 3-9,-2 3-27,0 0 0,0 0 0,-1-1 0,0 1 0,0-1 0,-1 0 0,0-1 0,0 1 0,-1-1 0,0 0 0,0 0 0,0 0 0,-1-1 0,1 0 0,-1-1 0,-2 2 27,-10 5-926,0-1 0,-1 0 0,0-2 0,0 0 1,-16 3 925,2-4-4057,33-7 3645,-1 0-1,1 0 1,-1 0-1,1 0 0,-1 0 1,0-1-1,1 1 1,-1 0-1,1-1 1,-1 1-1,1-1 1,0 0-1,-1 1 0,1-1 1,-1 0-1,1 0 1,0 0-1,-1 0 413,-5-11-3578</inkml:trace>
  <inkml:trace contextRef="#ctx0" brushRef="#br0" timeOffset="2528.4">3416 538 18687,'-11'5'2312,"-14"10"3904,-16 20-1336,40-35-4869,0 1-1,-1 0 1,1 0 0,0-1-1,-1 1 1,1-1 0,0 1-1,-1-1 1,1 0 0,0 1-1,-1-1 1,1 0 0,-1 0-1,1 0 1,-1 0 0,1 0 0,0 0-1,-1 0 1,0-1-11,1 1-159,1 0 0,-1 0 0,1 0 0,-1 0 0,1-1 0,-1 1 0,1 0 0,-1 0 0,1-1 0,-1 1 0,1 0 0,-1-1-1,1 1 1,-1 0 0,1-1 0,-1 1 0,1-1 0,0 1 0,-1 0 0,1-1 0,0 1 0,-1-1 0,1 1 0,0-1 0,0 0 0,0 1 0,-1-1 0,1 1 0,0-1 0,0 1 0,0-1 0,0 0 0,0 1 0,0-1 0,0 1 0,0-1 0,0 1 0,0-1 0,0 0 0,1 1 0,-1-1 0,0 1 0,0-1 0,1 1 159,0-7-6752,3-1 2027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56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56 11648,'-36'-12'7327,"34"12"-6279,-3-3 2870,10 1-2629,7-1-1346,29-7 35,0 2 1,0 1 0,1 3-1,32 0 22,-57 3-3,3 0-23,-1 1 0,8 1 26,-23-1-8,1 0 0,0 1 0,0 0 0,0 0 0,0 1 0,0-1 0,-1 1 0,1 0-1,-1 0 1,1 1 0,2 1 8,-6-3-3,0 0-1,0 0 1,0 0-1,0 0 1,0 0-1,0 0 1,-1 0-1,1 1 1,0-1-1,-1 0 1,1 0-1,0 1 1,-1-1-1,0 1 1,1-1-1,-1 0 1,0 1-1,0-1 1,1 1 0,-1-1-1,0 0 1,0 1-1,-1-1 1,1 1-1,0-1 1,0 0-1,-1 1 1,1-1-1,-1 1 1,1-1-1,-1 0 1,0 0-1,1 1 1,-1-1 3,-5 8 3,1-1 1,-1 0-1,0 0 1,-7 6-4,2-1-8,-8 8 32,-2-1-1,0-1 1,-12 9-24,27-23-28,5-5 21,1 0 0,-1 1 0,1-1 0,-1 1 0,1-1 0,-1 0 0,1 1 0,-1-1 0,1 1 0,0-1-1,-1 1 1,1 0 0,0-1 0,-1 1 0,1-1 0,0 1 0,0 0 0,-1-1 0,1 1 0,0-1 0,0 1 0,0 0 0,0-1 0,0 1 0,0 0 0,0-1 0,0 1 0,0 0 0,0-1 0,1 1 0,-1-1 0,0 1 0,0 0 0,1-1-1,-1 1 1,0-1 0,0 1 0,1-1 0,-1 1 0,1-1 0,-1 1 0,1-1 0,-1 1 0,1-1 0,-1 1 0,1-1 0,-1 0 0,1 1 0,-1-1 0,1 0 7,5 4-31,0-1-1,0 0 1,0 0 0,6 1 31,-9-3-14,93 31-31,22 8 214,-98-32-92,-1 1 0,0 1 0,0 0 0,12 11-77,-28-19 21,0 1 0,0-1 0,0 1 0,-1 0-1,1 0 1,-1 0 0,2 2-21,-3-4 8,0 0 0,-1 0 1,1 0-1,-1 0 0,1 1 0,-1-1 0,0 0 0,1 0 0,-1 0 0,0 1 1,0-1-1,1 0 0,-1 0 0,0 0 0,0 1 0,-1-1 0,1 0 1,0 0-1,0 1 0,-1-1 0,1 0 0,0 0 0,-1 0 0,1 0 0,-1 0 1,0 1-9,-5 4 40,-1 1 1,1-1 0,-2 0-1,1 0 1,-1-1 0,1 0-1,-1-1 1,-8 4-41,-4 1-132,-1-1-1,0-1 1,-1-1-1,0-1 1,0-1 0,0-1-1,0 0 1,0-2 0,-1-1-1,1 0 1,-6-2 132,19 1-396,0 0 0,1-1 1,-1 0-1,1 0 0,-1-1 0,1 0 1,0-1-1,-7-3 396,12 5-293,0 1 1,1-1-1,-1 0 1,0 0-1,1 0 1,0-1-1,-1 1 1,1 0-1,0-1 0,0 0 1,1 1-1,-1-1 1,0 0-1,1 0 1,0 0-1,-1 0 1,1 0-1,0 0 1,1 0-1,-1-1 0,1 1 1,-1 0-1,1 0 1,0-1-1,0 1 293,1-2-752,-1 0 0,1 0 0,0 0 0,0 0 0,1 0 0,1-3 752,18-30-3002</inkml:trace>
  <inkml:trace contextRef="#ctx0" brushRef="#br0" timeOffset="457.7">825 130 11392,'-15'-6'5760,"10"3"-2575,6 2-1181,5-9 390,7 2-2350,0 0-1,1 1 0,0 0 0,0 1 1,0 1-1,1 0 0,0 1 0,0 0 1,14 0-44,-2 0-7,0 1 0,0 1 0,0 1 1,0 2-1,0 1 0,0 0 1,9 4 6,-24-3-31,1 0 1,-1 0-1,0 2 1,0-1 0,0 2-1,0-1 1,-1 2-1,0-1 1,0 1 0,-1 1-1,0 0 1,0 1-1,-1 0 1,0 0 0,-1 1-1,4 5 31,-7-9 31,-2-1 0,1 1 0,-1 0 1,1 1-1,-2-1 0,1 0 0,-1 1 0,0 0 0,0-1 0,-1 1 0,0 0 0,0 0 0,0 0 0,-1 0 0,0 0 1,-1 0-1,1 0 0,-2 0 0,1-1 0,0 1 0,-1 0 0,-1-1 0,1 1 0,-1-1 0,0 1 0,0-1 0,-1 0 0,0-1 1,-3 5-32,-3 1 121,0 0 1,-1-1 0,0 0 0,-1 0-1,0-1 1,0-1 0,-1 0 0,-1-1-122,-14 8 182,0-2 0,-1-2 0,-8 2-182,9-4 113,-1-1 1,0-2 0,-1-1 0,0-2 0,-1 0-114,9-2 28,0-1-1,0-1 1,0-1 0,1-1 0,-1-1-1,-19-6-27,35 8-37,1 0 0,-1 0 0,1-1 0,-1 0 0,1 0-1,0 0 1,0 0 0,0-1 0,1 0 0,-1 0 0,1 0-1,0 0 1,0-1 0,0-1 37,-1-1-103,1 0 0,0 0 0,1 0 0,0 0 0,0-1 0,1 1-1,0-1 1,0 0 0,0 0 0,1 0 103,0-9-464,0 1-1,1-1 0,1 0 1,1 0-1,0 1 0,1-1 1,1 1-1,0 0 0,6-15 465,-2 13-1578,0-1 1,0 1-1,2 0 0,0 1 0,1 1 0,1-1 0,7-6 1578,19-9-3147,-35 29 2908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55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9 13696,'-1'-1'536,"0"0"-87,1 1 0,-1-1 0,1 0 0,-1 1 0,1-1 0,-1 1 0,0-1 0,1 1 0,-1 0 0,0-1 1,1 1-1,-1 0 0,0-1 0,0 1 0,1 0 0,-1 0 0,0 0-449,1 9 4805,0 23-5284,0-20 788,1 38-2062,5 22 1753,4 10-4794,0 5-6867,-6-63 8456</inkml:trace>
  <inkml:trace contextRef="#ctx0" brushRef="#br0" timeOffset="337.88">58 320 13312,'-12'-1'2686,"-1"1"0,0 0 0,-2 1-2686,11 0 2918,8-1-1166,14-1-1137,12-4-587,0-1 0,23-8-28,6-1-600,54-8-2472,1 5-4767,-74 11 2719,2 6 1696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54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21 13184,'-3'-2'1152,"-18"-12"3873,21 14-4733,-1-1-1,1 1 1,-1-1-1,0 1 1,1-1-1,-1 1 1,0 0 0,1-1-1,-1 1 1,0 0-1,0 0 1,1 0-1,-1-1 1,0 1-1,0 0 1,1 0-1,-1 0 1,0 0 0,0 0-292,-4 1 1963,3-1-1182,4 0-667,-1 0 46,-1 4-75,1 42-295,6 20 210,-5-48-46,8 67-2537,15 55 2583,-14-94-4530,2-1 1,6 9 4529,-14-41-2305,0-1 0,1-1-1,0 1 1,7 10 2305,10 6-3333</inkml:trace>
  <inkml:trace contextRef="#ctx0" brushRef="#br0" timeOffset="376.24">400 312 13312,'-27'-43'8106,"27"42"-7876,-1-1-1,1 1 1,-1 0-1,1 0 1,0 0-1,-1 0 1,1 0-1,0-1 1,0 1-1,0 0 1,0 0-1,0 0 1,0-1-1,0 1 1,1 0-1,-1 0 1,0 0-1,1-1-229,0-1 137,0 0 1,1 0-1,-1 0 0,1 0 0,0 0 0,0 0 1,0 0-138,5-5-73,0 1 0,0 0 0,1 0 0,5-5 73,-1 4-32,0 0 0,0 1 0,0 0 0,1 1-1,0 0 1,0 1 0,0 0 0,1 1 0,0 1 0,0 0 0,7 0 32,-11 2-14,0 0 0,0 1 0,-1 1 0,1 0 0,0 0 0,0 0 0,-1 2-1,1-1 1,-1 1 0,1 0 0,-1 1 0,0 0 0,-1 1 0,1 0 0,-1 0 0,0 0 0,2 3 14,-2-1-8,0 0 1,0 1-1,-1 1 1,0-1-1,-1 1 1,0 0-1,0 0 1,-1 1-1,0 0 1,-1 0-1,0 0 1,3 10 7,-4-6 40,0 1 0,0-1 0,-1 1 1,-1-1-1,-1 1 0,0 0 0,-1-1 1,0 1-1,-2 4-40,1-11 58,0 1 0,0-1 0,-1 0 0,0 0 0,0-1 1,-1 1-1,0-1 0,0 0 0,-1 0 0,0 0 0,0 0 0,-1-1 0,0 0 1,0 0-1,0 0 0,-1-1 0,0 0 0,0 0 0,0-1 0,-6 3-58,-12 4 150,-1 0-1,0-2 0,-1-1 1,1-1-1,-19 1-149,30-5 36,-1 0 1,0-2-1,0 0 0,0-1 1,1 0-1,-1-1 0,0-1 0,-4-1-36,12 1-20,0 0-1,0 0 1,1-1-1,-1 0 1,0 0 0,1-1-1,0 0 1,0 0-1,0-1 1,1 0-1,0 0 1,-1 0-1,2-1 1,-1 0-1,1 0 1,-3-3 20,0-4-263,1 0 1,0-1-1,1 1 1,0-1 0,1-1-1,0 1 1,2-1-1,-1 1 1,2-1-1,0 0 1,1 0-1,0-1 1,1 1 0,1 0-1,1 0 1,0 0-1,0 0 1,2 1-1,3-9 263,-3 11-883,1 1 1,1 0-1,0 0 0,1 1 0,0 0 0,1 0 1,0 1-1,0 0 0,1 0 0,0 1 0,0 0 0,1 0 1,0 1-1,0 1 0,3-2 883,37-14-3237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54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34 12672,'-15'-14'4122,"13"12"-3572,1 1-1,0-1 0,0 1 1,0-1-1,0 1 0,0-1 1,1 0-1,-2-1-549,2 2 1861,0 1-1204,0 0-614,0 0 1,0 0 0,0 0-1,0 0 1,0 0 0,0 0-1,0-1 1,0 1-1,0 0 1,0 0 0,0 0-1,0 0 1,0 0 0,0 0-1,0 0 1,0 0 0,0 0-1,0 0 1,0-1-1,0 1 1,0 0 0,0 0-1,0 0 1,0 0 0,0 0-1,0 0 1,1 0 0,-1 0-1,0 0 1,0 0-1,0 0 1,0 0 0,0 0-1,0 0 1,0 0 0,0-1-1,0 1 1,0 0 0,0 0-1,0 0 1,0 0-1,1 0 1,-1 0 0,0 0-1,0 0 1,0 0 0,0 0-1,0 0 1,0 0 0,0 0-1,0 0 1,0 0 0,0 0-1,1 0 1,-1 0-1,0 0 1,0 0 0,0 0-1,0 1 1,0-1 0,0 0-1,0 0 1,0 0 0,0 0-1,0 0-43,13 62 427,6 34-5302,12 33 4875,-16-80-3476,-1-4-3207,-6-22 3355</inkml:trace>
  <inkml:trace contextRef="#ctx0" brushRef="#br0" timeOffset="331.65">42 276 12672,'-24'-3'4122,"24"3"-3965,-1 0 0,0-1 0,1 1 0,-1 0 0,1 0-1,-1 0 1,1 0 0,-1 0 0,1 0 0,-1 0 0,0 0 0,1 0 0,-1 0 0,1 0 0,-1 1-1,1-1 1,-1 0 0,1 0 0,-1 0 0,1 1 0,-1-1 0,1 0 0,-1 1 0,1-1-1,-1 0 1,1 1 0,-1-1 0,1 1 0,0-1 0,-1 0 0,1 1 0,0-1 0,-1 1-1,1 0-156,0-1 2501,0 1-2430,2 0-18,-1 1-1,1-1 1,-1 0 0,1 1 0,-1-1 0,1 0 0,0 0-1,0 0 1,0 0 0,0 0 0,-1 0 0,1-1-1,0 1 1,1-1-53,19 5-514,1-1-1,-1 0 0,1-2 1,0-1-1,4-1 515,40-4-10008,8-3 10008,-17 2-3482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53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72 122 10112,'-3'-3'830,"0"1"1,1-1 0,-1 1-1,1-1 1,0 0 0,-1 0-1,1 0 1,-1-3-831,7-1 4294,11-6-3283,-9 8-695,4-4-280,0 1 1,1 0-1,0 1 0,0 0 0,10-4-36,-14 8-1,1 0 0,0 0 0,0 1 0,0 0 0,1 0 0,-1 1 0,1 0 0,-1 0 0,0 1 0,1 0 1,10 1 38,-1 1 1,0 0 0,-1 2-1,15 3-38,-27-5 11,1 0 0,-1-1 0,1 2 0,-1-1 0,0 1 0,0 0 0,0 0 0,0 0 0,0 1 0,-1-1 0,0 1 0,0 0 0,0 1 0,0-1 0,0 1 0,-1-1 0,2 4-11,1 5 31,-1-1 0,0 1 0,-1 0 0,0 0-1,-1 0 1,-1 1 0,0-1 0,0 6-31,-2-10 22,0 1-1,0-1 1,-1 1 0,-1-1-1,0 1 1,0-1-1,0 0 1,-1 0 0,-1 0-1,1 0 1,-2 0 0,-4 7-22,-4 4 40,-2 0 1,0-2-1,-2 0 1,1 0-1,-2-2 1,-1 0-1,0-1 0,0-1 1,-8 4-41,-4 0 5,-1-1 0,-1-1 0,-1-2 0,0-1 0,-33 7-5,54-19-119,13-1 112,0 0 0,-1 0 0,1 0 1,0 0-1,0 0 0,0 0 0,0 0 0,-1 0 1,1 0-1,0 0 0,0-1 0,0 1 1,0 0-1,0 0 0,-1 0 0,1 0 0,0 0 1,0 0-1,0-1 0,0 1 0,0 0 1,0 0-1,0 0 0,0 0 0,0-1 0,0 1 1,0 0-1,0 0 0,0 0 0,-1-1 0,1 1 1,0 0-1,1 0 0,-1 0 0,0 0 1,0-1 6,0 0-16,1 0 1,-1 1-1,1-1 1,-1 0-1,1 0 1,0 0 0,0 0-1,-1 1 1,1-1-1,0 0 1,0 0-1,0 1 1,0-1 0,0 1-1,0-1 1,0 1-1,0-1 1,0 1-1,0 0 1,0-1 15,18-2-12,0 0-1,0 0 1,1 2-1,-1 1 1,0 0-1,7 2 13,-17-2 0,56 5-5766,63 12 5766,62 22-8561,-156-32 7753,3 2-2072</inkml:trace>
  <inkml:trace contextRef="#ctx0" brushRef="#br0" timeOffset="447.22">804 424 12800,'-19'-49'5983,"8"22"-4399,10 23-1322,0 1 0,0-1 0,0 1 0,1-1-1,0 0 1,0 0 0,0 1 0,0-1 0,0 0 0,1 1-1,-1-1 1,1 0 0,0 1 0,0-1-262,2-7 238,-1 2-199,1 1 0,0-1 1,0 1-1,1 0 0,0 0 0,1 0 0,-1 0 0,2 1 0,-1 0 0,1 0 0,0 1 0,0-1 1,1 1-1,-1 0 0,2 1 0,2-2-39,-1 1-22,0 0-1,0 1 1,0 1 0,1-1 0,0 1 0,0 1-1,0 0 1,0 1 0,1 0 0,-1 0 0,1 1-1,-1 0 1,1 1 0,0 0 22,3 1 8,-1 0 0,1 2-1,0-1 1,-1 2 0,1-1 0,-1 2 0,0 0 0,12 6-8,-18-7 19,0 1 1,0 0 0,-1-1-1,1 2 1,-1-1-1,0 1 1,-1 0 0,1 0-1,-1 1 1,0 0 0,-1-1-1,1 2 1,-2-1 0,1 0-1,2 7-19,-2-2 30,-1-1 0,0 1-1,0 1 1,-1-1-1,-1 0 1,0 1 0,-1-1-1,0 0 1,-1 2-30,0-6 42,0-1 0,0 0 0,0 0 0,-1 1 0,-1-1 0,1-1 0,-1 1 0,0 0 0,0-1 0,-1 1 0,0-1 0,0 0 0,-1 0 0,1 0 0,-1-1 0,-6 5-42,-9 6 147,-1-1 1,-1 0-1,0-2 1,-9 4-148,15-9 95,0-1 1,0-1-1,-1 0 1,0-1-1,0-1 1,0-1 0,-8 1-96,19-4 26,-12 2 20,0-1 1,0-1-1,-5-1-46,17 1-24,1-1 0,-1 0 0,0 0 0,1-1 0,-1 1 0,1-1 0,0 0 0,-1-1 0,1 1 0,0-1 0,0 0 0,-4-4 24,3 1-81,-1-1 0,2 0 0,-1 0 0,1 0 0,0-1 0,0 0 1,1 0-1,0 0 0,1 0 0,0-1 0,0 1 0,0-1 0,1-1 81,-2-8-389,1 0 0,1 0 0,1 0 0,0-1-1,1 1 1,1-1 389,0 7-580,1 0 0,0 0 1,0 1-1,2-1 0,-1 1 0,1 0 0,3-6 580,-2 9-914,-1-1-1,2 1 1,-1 0 0,1 0 0,0 0-1,1 1 1,-1 0 0,2 0 0,-1 1 914,33-24-3376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52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0 12800,'0'4'7550,"1"6"-3840,11 70-3493,10 12-267,5 20-2633,-4-3-4899,-17-80 3001,2 0 1536</inkml:trace>
  <inkml:trace contextRef="#ctx0" brushRef="#br0" timeOffset="339.24">31 303 11776,'-19'-3'3818,"8"-2"379,10 3-2957,3 3-154,-1-1-1013,1 1 0,-1-1 0,0 0 0,0 0 0,0 0 0,1 0 0,-1 0 0,0 0 0,0 0 0,1 0 0,-1 0 0,0-1 1,0 1-1,0 0 0,1-1-73,3 0 98,188-26-2064,-76 9-12371,31 3 14337,-92 14-2976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39:51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89 24063,'7'-7'137,"0"-1"-1,0 1 1,1 0-1,0 0 1,0 1-1,0 0 1,1 0-1,0 1 1,0 0 0,10-3-137,-10 5-5,1 0 1,-1 0 0,1 1-1,0 0 1,-1 0 0,1 1 0,0 1-1,0 0 1,0 0 0,0 1 0,0 0-1,0 0 1,-1 1 0,1 1 0,-1 0-1,1 0 1,-1 1 0,0 0-1,0 0 1,4 4 4,-9-5 7,1 0-1,-1 0 1,0 1 0,0 0-1,-1 0 1,1 0-1,-1 0 1,0 1 0,0-1-1,0 1 1,0 0-1,-1 0 1,0 0 0,0 0-1,0 0 1,-1 0-1,0 1 1,0-1 0,0 0-1,-1 1 1,1 3-7,-1 7 28,-1-1 1,0 1-1,-1-1 1,-1 0-1,0 0 1,-5 13-29,2-9 9,-1 0 1,0-1 0,-1 0 0,-1-1 0,-1 1 0,0-2 0,-11 13-10,4-9 20,-1-1 0,-1-1 0,-1 0 0,0-2 0,-1 0 0,-14 6-20,-12 6-2,-2-2 1,-31 11 1,73-35-43,-6 3-39,11-3 30,6-1-11,63-11-129,-10 10-674,0 2 0,4 3 866,78 2-4444,24-13-6046,-122 10 7605</inkml:trace>
  <inkml:trace contextRef="#ctx0" brushRef="#br0" timeOffset="448.39">821 313 13312,'-17'-47'7546,"16"46"-7440,0-1 1,1 0-1,-1 1 0,1-1 1,0 0-1,-1 0 0,1 1 1,0-1-1,0 0 0,0 0 1,0 0-1,1 1 0,-1-1 1,0 0-1,1 0 1,-1 1-1,1-1 0,-1 0 1,1 1-1,0-1 0,0 1 1,0-1-1,0 1 0,0-1 1,0 1-1,2-2-106,3-3 409,0 0 1,1 0 0,0 1-1,0 0 1,0 0-410,-5 4 3,11-7-8,0 1 1,0 1 0,1 0-1,-1 1 1,1 1-1,1 0 1,-1 1-1,1 0 1,14 0 4,1 0-6,1 2 0,-1 2 0,0 0 0,11 4 6,-27-3 24,-1 1 0,1 0 1,-1 2-1,0-1 0,0 1 0,-1 1 1,0 1-1,0-1 0,0 2 0,0 0 0,-1 0 1,3 5-25,-8-8 26,0 1-1,-1 0 1,1 0 0,-2 1 0,1-1 0,-1 1 0,0 0-1,0 1 1,-1-1 0,1 1-26,-3-2 27,1-1-1,-1 1 1,0 0 0,0 0-1,0 0 1,-1 0 0,0 0-1,0 0 1,-1 0 0,1 0-1,-1-1 1,-1 1 0,1 0 0,-1 2-27,-1-2 24,0-1 1,1 1-1,-2 0 1,1-1-1,-1 0 1,0 0 0,0 0-1,0 0 1,0-1-1,-1 1 1,-2 0-25,0 2 28,-14 12 45,-1-1 0,-1-1 0,0-1 0,-1 0 0,-1-2 0,-16 6-73,20-11 51,0-1-1,0-1 1,-1-1-1,0-1 1,0-1 0,0-1-1,-1 0 1,-13-2-51,29-1-9,0 0 0,0-1-1,0 1 1,0-2 0,0 1 0,0-1 0,1 0 0,-1 0 0,0-1-1,1 0 1,0 0 0,-4-3 9,4 2-43,1 0 0,0 0 1,1 0-1,-1-1 0,1 0 0,0 0 0,0 0 0,0 0 1,1-1-1,0 0 0,0 1 0,0-1 0,-1-6 43,0 2-252,1-1 0,0 1-1,1-1 1,0 1 0,1-1 0,0 0 0,0 1-1,1-1 1,1 0 0,0 0 0,0 1-1,1-1 1,0 0 0,1 1 0,0 0 0,1 0-1,2-4 253,2-3-1446,0 0-1,2 1 0,0 0 1,1 1-1,0 0 1,1 1-1,1 0 0,7-6 1447,25-11-3498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40:01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12 12288,'-1'-1'235,"-1"0"298,1 0 1,0 0-1,-1 0 0,1 0 0,-1 0 1,1 0-1,-1 1 0,1-1 0,-1 0 1,1 1-1,-1-1 0,0 1 0,0 0-533,2 1 253,-1 0-1,1 1 0,0-1 0,0 0 0,-1 1 0,1-1 0,0 1 0,1-1 0,-1 0 1,0 1-1,0-1 0,1 0 0,-1 1 0,0-1 0,1 0 0,0 1 0,-1-1-252,12 36-40,8 28-515,9 54 555,-16-44-2933,-6-24-4555,-3-27 4107</inkml:trace>
  <inkml:trace contextRef="#ctx0" brushRef="#br0" timeOffset="331.74">32 327 12544,'-24'4'4122,"24"-4"-4041,0 0-1,0 0 1,-1 0 0,1 0-1,0 0 1,-1 0-1,1 0 1,0 0 0,0 0-1,-1 0 1,1 0-1,0 1 1,-1-1 0,1 0-1,0 0 1,0 0 0,-1 0-1,1 0 1,0 1-1,0-1 1,0 0 0,-1 0-1,1 0 1,0 1-1,0-1 1,0 0 0,0 0-1,-1 1 1,1-1-1,0 0 1,0 0 0,0 1-1,0-1 1,0 0-1,0 1 1,0-1 0,0 0-1,0 0 1,0 1 0,0-1-1,0 0 1,0 1-1,0-1 1,0 0 0,0 0-1,0 1 1,0-1-1,0 0 1,0 0 0,1 1-1,-1-1 1,0 0-1,0 0 1,0 1 0,0-1-1,1 0 1,-1 0-1,0 0 1,0 1 0,0-1-1,1 0-80,1 1 108,0-1-1,0 0 1,0 0-1,0 0 0,0 0 1,0 0-1,0 0 1,0 0-1,0-1 1,0 1-1,-1-1 0,2 1-107,5-2 157,134-22-1375,8 6 1218,-51 11-3781,0 4-3428,-45 7 3940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40:06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21 10880,'-18'-19'6938,"17"18"-5066,1 1-475,-1 0-1216,1 0-1,-1 0 1,1 0-1,-1 0 0,1 0 1,-1 0-1,1 0 0,-1 0 1,0 0-1,1 0 1,-1 0-1,1 0 0,-1 0 1,1 1-1,-1-1 1,1 0-1,-1 0-180,3 112 454,9 55-454,-3-105-676,2-2 0,3 1 1,12 32 675,-21-81-1252,1 0 1,0 0-1,6 11 1252,-10-21-448,1 1-1,-1-1 1,1 1-1,-1-1 1,1 0-1,0 1 1,0-1-1,0 0 1,0 0-1,0 0 1,1-1-1,-1 1 0,1 0 1,-1-1-1,1 0 1,-1 1-1,1-1 1,0 0-1,0 0 1,2 0 448,-3-1-488,1 0 0,-1-1 0,1 1 0,-1-1 0,1 1 0,-1-1 0,1 0 0,0 0 488</inkml:trace>
  <inkml:trace contextRef="#ctx0" brushRef="#br0" timeOffset="432.87">384 289 13440,'0'0'221,"0"0"0,-1 0 0,1 0 1,-1 0-1,1 0 0,0 0 0,-1 0 1,1 0-1,-1 0 0,1 0 0,0 0 1,-1 0-1,1 0 0,-1 0 1,1 0-1,0 0 0,-1 0 0,1-1 1,0 1-1,-1 0 0,1 0 0,-1 0 1,1-1-1,0 1 0,0 0 0,-1-1-221,8-6 4267,6-5-4116,0-1-18,0 0 0,1 1-1,1 0 1,0 1 0,1 1 0,0 0 0,0 1 0,1 1 0,0 1-1,0 0 1,6-1-133,-13 5-21,1 1-1,-1-1 0,0 2 0,1-1 1,0 2-1,-1-1 0,1 1 0,-1 1 1,8 1 21,-3 0 20,-1 2 0,1-1 0,-1 2 0,0 0 0,0 0 1,10 7-21,-7-2 28,0 1 1,0 0-1,-1 2 1,0 0 0,-1 0-1,-1 2 1,0 0-1,-1 0 1,-1 1 0,0 1-1,4 8-28,-14-20 30,1 0 1,-1 1-1,0-1 0,0 0 0,0 0 1,-1 1-1,0-1 0,0 1 0,-1 0 0,1-1 1,-1 1-1,0-1 0,-1 1 0,1 0 1,-1-1-1,0 1 0,-1-1 0,1 0 0,-1 1 1,0-1-1,-2 4-30,-3 1 69,1 0 0,-2 0 0,1-1 0,-1 0 0,-1 0 0,1-1 0,-5 3-69,-2 1 100,-1 0 1,-1 0 0,0-2-1,-2 1-100,5-5 33,0 0-1,-1-1 1,1 0-1,-1-1 1,0-1-1,0-1 1,0 0-1,0-1 1,-1 0-1,1-1 0,-4-1-31,9 0 5,0 0 1,0 0 0,-1-1 0,1 0 0,0-1 0,1 0 0,-1-1-7,3 1-17,0 0 1,1 0-1,-1-1 1,1 0-1,0 0 1,0-1-1,0 0 1,1 0-1,-2-2 17,1 1-27,-1 0-118,1 0 1,0-1-1,1 0 1,0 0-1,0 0 1,0-1-1,1 1 1,0-1-1,1 0 1,0-1-1,0 1 1,0 0 0,1-1-1,0 0 1,1 1-1,0-1 1,1 0-1,-1 0 1,2 1-1,-1-1 1,1 0-1,1 0 1,0-1 144,2-11-1425,1 0 0,2 1 1,6-17 1424,-7 24-1907,0 0 0,1 0 1,7-9 1906,18-20-3632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40:14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61 12288,'-3'-2'4794,"3"-5"-1997,2 2-1720,-1 6 1550,26-1-109,31-9-2277,80-12-4285,-89 14-1915,-2-2-4103,-30 7 6953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40:14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32 13056,'-6'0'522,"-2"0"1295,0 0 1,0 1-1,0-1 0,-7 3-1817,15-3 56,0 0-1,0 0 1,-1 0 0,1 0-1,0 0 1,0 0-1,0 0 1,0 0-1,-1 0 1,1 0 0,0 0-1,0 0 1,0 0-1,0 0 1,-1 0-1,1 0 1,0 0 0,0 0-1,0 0 1,0 1-1,-1-1 1,1 0-1,0 0 1,0 0 0,0 0-1,0 0 1,0 1-1,0-1 1,0 0-1,0 0 1,-1 0 0,1 0-1,0 0 1,0 1-1,0-1 1,0 0-1,0 0 1,0 0 0,0 1-1,0-1 1,0 0-1,0 0 1,0 0-1,0 0 1,0 1 0,0-1-1,0 0 1,0 0-1,0 0 1,1 0-1,-1 1 1,0-1-1,0 0 1,0 0 0,0 0-1,0 0 1,0 1-1,0-1 1,0 0-1,1 0 1,-1 0 0,0 0-1,0 0 1,0 0-1,0 0 1,0 0-1,1 1 1,-1-1 0,0 0-1,0 0-55,1 0 57,0 1 0,0-1 1,0 1-1,0-1 0,0 0 0,1 1 0,-1-1 1,0 0-1,0 0 0,0 0 0,0 0 0,1 0-57,183-36-2517,-120 28-2622,-2 5-3530,-35 7 5363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40:15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35 9344,'-5'-6'1165,"-16"-15"7586,20 21-8504,1-1 0,-1 0 0,0 1 0,1-1 0,-1 1 1,0-1-1,1 1 0,-1-1 0,0 1 0,0-1 1,1 1-1,-1 0 0,0 0 0,0-1 0,0 1 1,1 0-1,-1 0 0,0 0 0,0 0 0,0 0 0,0 0 1,1 0-1,-1 0 0,0 0 0,0 0-247,1 41 902,-4 18-966,2 0 0,3 1 0,3 3 64,1-16-1691,2 1 0,6 17 1691,-7-41-1091,-3-7-1731,2 1 1,0-1-1,1 0 0,2 4 2822,5 2-3189</inkml:trace>
  <inkml:trace contextRef="#ctx0" brushRef="#br0" timeOffset="500.71">303 246 13568,'-20'-12'4426,"20"12"-4335,-1 0-1,1 0 0,-1-1 1,1 1-1,-1 0 1,1-1-1,0 1 0,-1-1 1,1 1-1,-1-1 1,1 1-1,0-1 0,-1 1 1,1-1-1,0 1 1,0-1-1,-1 1 0,1-1 1,0 1-1,0-1 1,0 1-1,0-1 0,0 0 1,0 1-1,0-1 1,0 1-1,0-1 0,0 1 1,0-1-1,0 0 1,0 1-1,0-1 0,0 1 1,1-1-1,-1 1 1,0-1-1,0 1 0,1-1 1,-1 1-1,0-1 1,1 1-1,-1-1 0,0 1 1,1-1-1,-1 1 1,1 0-1,-1-1 0,1 1 1,-1 0-1,1-1 1,-1 1-1,1 0 0,-1 0-90,1-1 89,26-27 813,-21 20-793,0 1 0,1 1 0,-1-1 1,6-2-110,6-4 53,1 0 0,1 2 0,0 1 1,0 0-1,1 1 0,0 2 1,1 0-1,1 0-53,-9 4 0,-1 1-1,0 0 1,1 0-1,-1 1 1,0 1 0,1 0-1,-1 1 1,1 1 0,-1 0-1,0 1 1,0 0 0,0 1-1,0 0 1,2 2 0,-7-2 29,0 0-1,-1 1 1,0 0-1,0 0 1,-1 1 0,1 0-1,-1 0 1,0 0 0,-1 1-1,1 0 1,-2 0 0,1 0-1,-1 1 1,0 0 0,0-1-1,-1 1 1,0 1-1,0-1 1,-1 0 0,0 1-1,-1-1 1,0 1 0,0-1-1,0 1 1,-1 0 0,-1-1-1,-1 8-28,0-2 95,-2 1 0,1-1-1,-2-1 1,0 1 0,-1 0 0,-5 7-95,7-14 38,0 1 0,-1-2 0,-1 1 0,1 0-1,-1-1 1,0 0 0,0 0 0,-1-1 0,1 0 0,-1 0 0,0-1 0,-8 4-38,-11 5 40,-1-2 0,0-1 0,0-1 0,-1-1 0,0-2 0,-22 3-40,36-8-17,0 1 0,0-2 1,0 0-1,0-1 0,0 0 1,0-1-1,1 0 0,-1-1 1,0-1-1,1 0 0,0-1 1,0 0-1,1-1 0,-1-1 1,-2-2 16,7 3-58,1 0 0,0 0 1,0-1-1,1 0 1,0 0-1,0 0 1,1-1-1,0 0 1,0 0-1,1-1 0,0 1 1,0-1-1,1 0 1,0 0-1,0 0 1,1 0-1,1 0 1,-1-1-1,2 1 0,-1-10 58,1 9-354,0 0-1,1 0 0,0-1 0,1 1 0,0 0 0,0 0 0,1 1 1,0-1-1,1 0 0,0 1 0,1 0 0,0 0 0,0 0 1,1 1-1,0-1 0,0 2 0,1-1 0,0 0 0,3-1 355,30-19-5055,1 7 1535</inkml:trace>
  <inkml:trace contextRef="#ctx0" brushRef="#br0" timeOffset="1098.98">962 229 8320,'-1'-3'774,"0"0"1,0 0 0,0-1-1,0 1 1,0 0 0,1 0-1,-1-1 1,1 1-1,0 0 1,0-1 0,0 1-1,0 0 1,1-3-775,0 1 635,0 0 1,1 0-1,0 0 1,0 0-1,0 0 1,0 0-1,1 0 1,1-2-636,0 2 135,0-1 1,0 1-1,1 0 1,0 0-1,0 0 0,0 1 1,0 0-1,1 0 1,-1 0-1,1 1 1,0-1-1,0 1 0,0 1 1,1-1-136,12-2-3,0 1 0,1 0 0,-1 2-1,1 0 1,-1 1 0,1 1 0,0 1 0,-1 1 0,0 1 0,1 0 0,16 6 3,-14-3 6,-1 2 1,-1 0 0,1 1-1,-1 2 1,-1 0-1,0 0 1,-1 2 0,0 0-1,-1 1 1,6 7-7,-14-12 47,-1 0 1,1 1-1,-2 0 1,1 0-1,-1 1 1,-1 0-1,0 0 1,-1 1-1,0-1 1,2 9-48,-5-13 61,0-1 0,-1 0 0,0 1 0,0-1 1,-1 0-1,1 1 0,-1-1 0,-1 1 0,1-1 1,-1 1-1,-1-1 0,1 0 0,-1 1 0,0-1 1,0 0-1,-1 0 0,1 0 0,-1-1 0,-1 1 1,1-1-1,-3 3-61,-3 3 96,-1-2 0,0 1 0,-1-1 0,0-1 1,0 0-1,-1 0 0,0-1 0,0-1 0,-1 0 0,1 0 1,-4-1-97,-19 7 328,-1-2 0,0-1 0,-19 1-328,30-7 134,0-1 0,0-1 0,-17-2-134,28 1 36,-6-1-30,-1 0 1,1-2 0,0 0-1,-16-5-6,28 6-43,0-1-1,0 1 1,1-1-1,0 0 0,-1-1 1,1 0 43,3 1-48,0 0 0,1 0 0,0 0 0,0 0 0,0 0 0,0-1 0,0 1 0,1-1 0,-1 0 0,1 0 0,0 0 0,-1-1 48,-2-7-231,1 0 0,0 0 0,1-1 0,0 1 0,0-1-1,2 0 1,-1 1 0,2-1 0,0 0 0,0 0 0,1-2 231,1 4-597,-1 1 0,2-1 0,-1 1 0,1-1 0,1 1 0,0 0-1,0 0 1,1 1 0,0-1 0,1 1 0,0 0 0,1 0 0,-1 1 0,2 0 597,28-27-5696,4 9 1846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40:07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48 10368,'-1'-2'626,"0"0"0,0 1 0,0-1 0,0 1 0,0-1 0,-1 1 0,1 0 1,0-1-1,-1 1 0,1 0 0,-1 0 0,1 0 0,-1 0 0,0 0 0,0 0-626,1 3 359,0-1 0,0 1 0,0-1 0,1 0-1,-1 1 1,0-1 0,0 1 0,1 0-1,-1-1 1,1 1 0,0 0 0,-1-1 0,1 1-1,0 0 1,0 0-359,-4 37 208,7 58 128,0-39-22,8 49-314,-2-24-3892,-6-42-1580,-2 2-3307,-1-32 5851</inkml:trace>
  <inkml:trace contextRef="#ctx0" brushRef="#br0" timeOffset="354.26">44 318 13312,'-7'-2'1815,"1"1"0,-1-1 1,0 1-1,0 0 1,-3 0-1816,47-10 2346,-1 2-2541,0 3 0,29-2 195,75 1-3511,-64 4-763,32-2-3204,-52 2 4444</inkml:trace>
  <inkml:trace contextRef="#ctx0" brushRef="#br0" timeOffset="5648.92">809 22 9344,'-9'-5'1795,"8"4"-992,0 1 1,0-1-1,0 1 1,0-1-1,0 0 1,0 1-1,0-1 0,0 0 1,0 0-1,0 0 1,1 0-1,-1 0 1,0 0-1,1 0 1,-1 0-1,0-1-803,1 2 52,0 0 0,0 0 0,0 0 0,0 0 0,0 0 1,0 0-1,0 0 0,0 0 0,0-1 0,0 1 0,0 0 0,-1 0 0,1 0 0,0 0 0,0 0 1,0 0-1,0 0 0,0 0 0,0 0 0,0 0 0,0 0 0,0 0 0,0 0 0,-1 0 0,1 0 1,0 0-1,0 0 0,0 0 0,0 0 0,0 0 0,0 0 0,0 0 0,0 0 0,0 0 1,-1 0-1,1 0 0,0 0 0,0 0 0,0 0 0,0 0 0,0 0 0,0 0 0,0 0 0,0 1 1,0-1-1,0 0 0,0 0 0,-1 0 0,1 0 0,0 0 0,0 0 0,0 0 0,0 0 0,0 0-52,-5 9 577,-2 11-671,6 18 128,2 0-1,1 0 1,4 21-34,5 5-2492,8 27 2492,-11-56-692,10 35-4737,0-26-2053,-6-23 4058</inkml:trace>
  <inkml:trace contextRef="#ctx0" brushRef="#br0" timeOffset="6150.56">1137 152 12288,'-6'-1'1854,"0"0"1,0 0-1,0-1 1,-5-1-1855,10 3 327,1 0-166,0-1 0,0 1 0,-1 0 1,1 0-1,0 0 0,-1 0 0,1 0 0,0 0 0,0 0 0,-1-1 1,1 1-1,0 0 0,0 0 0,-1 0 0,1-1 0,0 1 0,0 0 1,0 0-1,-1-1 0,1 1 0,0 0 0,0 0 0,0-1 0,0 1 1,0 0-1,-1-1-161,11-10 796,-10 11-749,10-9 28,-1 0 0,1 1 1,1 0-1,-1 1 0,1 0 0,0 1 0,1 0 1,0 1-1,0 0 0,0 1 0,11-2-75,-15 4 4,0 1 1,0-1-1,0 2 0,0-1 0,0 1 0,0 1 0,0 0 1,0 0-1,0 0 0,0 1 0,0 0 0,0 0 0,-1 1 1,1 0-1,-1 1 0,0 0 0,0 0 0,0 0 1,4 4-5,-2-1 40,-1 0 1,0 1-1,-1 0 1,1 0 0,-2 1-1,1-1 1,-1 2 0,0-1-1,-1 1 1,0-1 0,-1 2-1,0-1 1,0 0-1,-1 1 1,-1-1 0,0 1-1,0 0 1,-1 0 0,0 0-1,-1 0 1,0 1-41,-1-4 43,0 0 1,-1-1-1,0 1 0,0 0 1,-1-1-1,1 0 0,-1 1 1,-1-1-1,0-1 1,0 1-1,0 0 0,-1-1 1,0 0-1,0 0 0,0 0 1,-1-1-1,0 0 1,0 0-1,0 0 0,-1-1-43,-9 7 52,-1-1 0,0-1 1,-1 0-1,0-2 0,-1 0 0,1-1 0,-10 2-52,14-6 16,-1 1 0,0-2 0,0 0 0,0-1 0,0-1 0,0 0 0,1-1 0,-1 0 0,0-1 0,1-1 0,0 0 0,0-1 0,-5-3-16,14 6-9,0-1 0,0 0 1,0 0-1,0 0 0,1-1 1,-1 1-1,1-1 0,0 0 1,0 0-1,0 0 0,1-1 0,-1 0 1,1 1-1,0-1 0,1 0 1,-1-1-1,1 1 0,0 0 1,0-1-1,1 1 0,0-1 0,-1-3 9,0-2-108,1 0-1,1 0 0,0 0 1,0 1-1,1-1 1,0 0-1,1 0 0,0 1 1,1-1-1,0 1 0,2-3 109,0 0-649,1 0 0,1 0-1,0 1 1,0 0 0,2 1 0,-1 0-1,1 0 1,7-6 649,-9 10-946,1 1 0,-1 0-1,1 0 1,0 0 0,0 1 0,1 1-1,0-1 1,0 1 0,0 1 0,0 0 0,0 0-1,7-1 947,25-1-3418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3T17:40:19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8 490 8832,'0'-1'574,"-1"-17"12376,0 19-8725,-3 11-4849,3-7 637,1 1 1,-1-1-1,1 1 1,0-1-1,1 1 1,-1-1-1,1 1 1,0-1-1,1 0 1,-1 1-1,1-1-13,4 12 9,1 0-1,7 12-8,-9-20 17,0 0 0,1-1-1,0 0 1,1 0 0,-1 0 0,1-1 0,1 0 0,-1 0-1,1-1 1,1 0 0,-1 0 0,3 0-17,-5-3 24,0 1-1,0-1 1,1-1-1,-1 1 1,1-1-1,0-1 1,0 1 0,0-1-1,0 0 1,0 0-1,0-1 1,0 0-1,0-1 1,-1 1-1,1-1 1,0 0 0,4-2-24,-4 1 49,-1-1 0,1 0 0,-1 0 0,1 0 1,-1-1-1,0 0 0,0-1 0,-1 1 0,1-1 1,-1 0-1,0 0 0,-1 0 0,1-1 0,-1 0 1,0 0-1,0 0 0,-1 0 0,0-1 1,0 1-1,0-1 0,-1 0 0,1-3-49,-2 3 55,0 1 0,-1 0 0,1 0 0,-1-1 0,-1 1 0,1 0 0,-1 0 0,0 0 0,-1-1 0,1 1 0,-2-1-55,-4-24 40,6 23-106,1 12-27,4 17-30,0-12 114,0 1-1,0-1 1,0 0 0,1-1 0,1 1-1,2 2 10,9 11-888,13 14 888,-22-28-827,0-1 1,1 1-1,-1-1 1,1-1-1,1 1 1,-1-2 0,1 1-1,0-1 1,6 1 826,-10-3-632,0-1 1,0 0 0,0-1-1,0 0 1,0 0 0,0 0 0,1-1-1,-1 1 1,0-1 0,0-1-1,1 1 1,-1-1 0,0-1 0,0 1-1,0-1 1,0 0 0,3-1 631,-6 1 300,0 0 0,0 0 1,0 0-1,-1 0 1,1-1-1,-1 1 0,1-1 1,-1 0-1,0 0 1,0 0-1,0 0 0,0 0 1,-1 0-1,1 0 0,-1 0 1,0-1-1,0 1 1,0-1-1,0 1 0,0-2-300,1-12 2842,0 0-1,-1 1 1,-1-15-2842,0 21 902,10 26-105,0 1 1,6 14-798,-9-16 88,-1-3 118,-1-1 1,1 0-1,1 0 1,0-1 0,0 0-1,9 8-206,-16-17 27,0-1-1,1 1 1,-1-1-1,1 0 0,-1 1 1,1-1-1,-1 0 1,1 0-1,-1 1 0,1-1 1,0 0-1,-1 0 0,1 0 1,-1 0-1,1 0 1,-1 1-1,1-1 0,0 0 1,-1 0-1,1-1 0,-1 1 1,1 0-1,-1 0 1,1 0-1,0 0 0,-1 0-26,2-1 33,0 0-1,0 0 1,0 0-1,-1 0 1,1 0-1,-1-1 0,1 1 1,1-2-33,3-4 12,1 0 0,-2-1 0,4-4-12,2-6-73,-1-1 0,3-9 73,17-30-121,-26 51 108,0 0-1,1 1 0,0 0 0,0 0 1,0 0-1,1 1 0,1-1 14,-6 5-4,1-1 0,0 1 0,-1 0 0,1 0 0,-1 0 0,1 0 0,0 1 0,0-1 0,-1 0 0,1 1 0,0-1-1,0 1 1,0 0 0,0 0 0,0-1 0,0 1 0,0 0 0,-1 1 0,1-1 0,0 0 0,0 0 0,0 1 0,0-1 0,0 1 0,-1 0 0,1-1 0,0 1 0,0 0-1,-1 0 1,2 1 4,4 3 0,-1 1-1,1 0 0,-1 1 0,0-1 0,0 1 0,0 2 1,7 7-1,1 0 17,0-1 0,2 0 0,-1-2-1,2 1-15,-12-10 14,1 0 0,0 0 0,1-1 0,-1 1 0,0-1 0,1-1 0,0 1 0,0-1 0,0 0 0,0-1 0,0 1 0,0-2 0,4 1-14,-3-1 29,0 0-1,-1-1 0,1 0 0,-1 0 0,1-1 0,-1 0 0,0-1 0,0 1 0,0-1 0,0 0 0,5-4-28,-4 2 61,0-1 0,-1 0 0,0 0 1,0-1-1,0 1 0,-1-2 0,0 1 0,-1-1 0,2-1-61,13-20 196,-19 27-197,1 0-1,-1 0 1,1 0 0,0 0-1,0 0 1,0 1 0,0-1-1,0 1 1,0-1 0,1 1-1,0-1 2,-2 2 0,-1 0 0,1 0 0,0 0-1,0 0 1,0 0 0,-1 0 0,1 0-1,0 0 1,0 0 0,0 1 0,-1-1 0,1 0-1,0 0 1,0 1 0,-1-1 0,1 1-1,0-1 1,-1 0 0,1 1 0,0-1-1,-1 1 1,1 0 0,-1-1 0,1 1-1,-1-1 1,1 1 0,-1 0 0,12 20 1,-10-16-1,12 23-212,1-1-1,6 5 213,16 27-450,-36-57 300,15 23-1256,-16-24 1042,1 0-1,0 0 1,0 0-1,0 0 1,0 0-1,0 0 1,0 0-1,1-1 1,-1 1-1,0 0 1,0-1-1,1 1 365,-1-1-250,-1 0-1,1 0 1,-1 1 0,0-1-1,1 0 1,-1 0 0,1 0-1,-1 0 1,1 0 0,-1 0-1,1 0 1,-1 0 0,1 0-1,-1 0 1,0 0-1,1-1 1,-1 1 0,1 0-1,-1 0 1,1 0 0,-1-1-1,0 1 1,1 0 0,-1 0-1,0-1 1,1 1 0,-1 0-1,0-1 1,1 1 0,-1 0-1,0-1 1,1 1 0,-1 0-1,0-1 251,4-3-3882</inkml:trace>
  <inkml:trace contextRef="#ctx0" brushRef="#br0" timeOffset="345.05">1182 138 15616,'-59'-15'5887,"59"15"-4575,-31-8 192,20 3-128,11 5-896,-3-4-672,3 4 64,3-3-1952,8-2 1152,7 2-5951,9 3 3839,5 0-3968,3 8 4032</inkml:trace>
  <inkml:trace contextRef="#ctx0" brushRef="#br0" timeOffset="663.2">1711 1 12928,'-36'5'8325,"35"3"-3180,0 23-4820,2-20-83,2 58-170,3 0 0,13 50-72,-4-46-691,16 40 691,-3-12-3370,-18-59-6889,1 16 10259,-7-32-3605</inkml:trace>
  <inkml:trace contextRef="#ctx0" brushRef="#br0" timeOffset="1102.11">1588 443 13568,'-31'-14'4426,"30"13"-4249,0 1 0,0-1 0,0 1 0,0-1 0,0 1 0,0-1 0,0 1 0,0 0 0,0 0 0,0-1 0,0 1 0,-1 0 0,1 0 0,0 0 0,0 0 0,0 0 0,0 1 0,0-1 0,-1 0-177,-2 1 760,-12-1 4258,15 0-4506,2 0-277,15-1-266,0-1 0,0 0 0,7-3 31,30-4-712,113-2-2872,84 5-6821,-68 2 6330,-79-2 7614,-84 3-1162,-1 0-1,0-1 1,1 0-1,5-4-2376,-5-1 2706,-19 9-2568,1 0 0,0-1 0,-1 1 0,1 0 0,-1-1 0,1 1 0,-1-1 0,1 1 0,-1-1 0,1 1 0,-1-1 0,1 1 0,-1-1 0,0 1 0,1-1 0,-1 0 0,0 1 0,0-1 0,1 0 0,-1 0-137,0 1 54,0-1 1,-1 1-1,1-1 1,0 1 0,-1-1-1,1 0 1,0 1-1,-1-1 1,1 1 0,0 0-1,-1-1 1,1 1-1,-1-1 1,1 1 0,-1-1-1,1 1 1,-1 0-1,1 0 1,-1-1 0,1 1-1,-1 0 1,0 0 0,1-1-1,-1 1 1,1 0-1,-1 0 1,0 0 0,1 0-1,-1 0 1,1 0-1,-1 0 1,0 0 0,0 0-56,-18 1 506,-5 3-272,0 0 1,1 2 0,0 0-1,-12 6-234,19-6 2,-14 6-17,0 1 1,0 1-1,-7 6 15,35-19-7,0 0-1,1 0 1,-1 1 0,0-1 0,1 0 0,-1 1 0,1-1 0,-1 1-1,1 0 1,0-1 0,0 1 0,0 0 0,0 0 0,0 0 0,0 0 0,0 0-1,0 0 1,1 0 7,0-1-2,0 1-1,0 0 1,0-1 0,0 1-1,0-1 1,0 1-1,1-1 1,-1 1-1,0-1 1,1 0 0,0 1-1,-1-1 1,1 1-1,0-1 1,0 0-1,-1 0 1,1 1 0,0-1-1,0 0 1,1 0-1,-1 0 1,0 0-1,0 0 1,0 0 2,9 6-34,0 0 0,0-1 0,1 0 0,-1-1 0,1 0 0,3 0 34,22 8-242,11 0 242,-7-2-178,-5 0 66,85 27-279,-97-30 349,0 2 0,0 1 0,18 11 42,-37-19 12,0 0-1,0-1 1,0 1 0,-1 1 0,1-1 0,-1 0 0,1 1 0,-1 0-1,1 2-11,-4-5 10,1 0-1,0 0 1,-1 0-1,1 1 1,-1-1-1,0 0 1,1 0-1,-1 1 0,0-1 1,0 0-1,0 1 1,0-1-1,0 0 1,0 1-1,0-1 1,0 0-1,0 1 0,-1-1 1,1 0-1,0 1 1,-1-1-1,0 0 1,1 0-1,-1 0 1,1 1-1,-1-1 0,0 0 1,0 0-1,0 0 1,0 0-1,0 0 1,0-1-1,0 1 1,0 0-1,-1 0-9,-4 3 45,0 0-1,0 0 1,-1-1-1,0 1 1,0-2-1,1 1 1,-4 0-45,-51 12 99,28-9-607,1-1 0,-1-2 0,0-1 0,-13-2 508,-12-5-3786,0-6-3521,21 2 2774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5EDC1-11A0-4B76-829C-41245D342511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B94F4-1298-4117-991F-17F0405EBB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059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34178-AF6B-474B-A73B-E48497AA8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AFF45-8D3C-4E1E-858F-A1E4CE68A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CD49C-684E-44DA-A480-7C4EAA4A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F4FF6-A97B-44C2-B21C-4B8A7105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4582B-C4D1-42EF-9D81-C993D727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65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1312-9B1E-4E2A-82B4-3CCD54055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27BA3-3CEB-48F1-8564-3F9531886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E5618-9E6C-4A1C-BC33-B446E6276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448E1-EED6-4C51-BBF7-A7F45464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05C11-5A17-4F7B-97C3-F1C822F9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322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144B-50B0-41EF-86B6-B617C588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E2287-BB00-4AE4-A929-F9DCE6CE4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207B2-7816-4F71-AD53-D926EB7F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2F38F-0D35-4719-93D0-987CFE44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44E5C-AC29-4954-830A-DDD707F5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935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6349-DA10-4B7A-921E-96DD5235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3A84-D7DC-478A-9206-97F33D6E5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28FAB-0151-4979-B58F-C6AA9BC26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1A896-853D-4C0B-A492-0CCEB2A0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C0E22-B077-4CA2-9AD8-FE38EBD4E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E34A7-9B19-4433-90E8-D1925023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82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3A8E-7A08-49E2-8B01-AC505F71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7AB1C-36F8-4F35-9FA7-4FD98584B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835DD-2961-4812-8FDC-3031BC9BA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E9D73-8B02-4FC8-8BF5-CABA5A0F8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C20EBD-3766-434F-A7B1-66D1852D7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FF0633-A192-4ED8-9939-C7690147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D4427-3695-4064-B1EC-D047C6B7D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5002F-35CB-472C-ADB4-BC6CACC0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350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9767-D2B4-4656-8A98-C58E0ED91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A5AF3-CD3E-4C1F-B184-641B0A46B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835DB-169C-4D90-824D-4B0260A1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E757A-DCA4-433D-91D4-948267E5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02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1F062-B3B2-45B7-808A-CE1791146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EF0D7-CF00-4E0D-88C7-4EA719DA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82C9B-EF61-4730-AF6F-98F44E8F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59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904B-9817-4BD8-BD2C-E3BA7F85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066B0-9C68-421D-A251-DE0413465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D8696-42CD-4777-BE2F-C49BDE13E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8062-8350-467C-A136-9E9E2772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9DBD1-52EC-4045-A5A2-C7BC1C1C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D5D38-BB00-4186-BEE7-E35DA77A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33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D071A-38DE-44C1-8DA1-6ADBB548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D0690-4ED3-4151-A830-848895E914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30ADB-23D4-4D89-BC27-9D526AE84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13AD5-ED1B-4994-832A-2B94D077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2DC41-5A7E-4550-B5AC-446489DBD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304AF-954D-4E1C-851E-BAC7C350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43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9872B-EF78-41DF-8F44-47A973BEC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90A59-EA1C-409F-83A4-57F52C089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623A7-660C-47DD-995C-65DAB95C2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365E4-0E96-4E17-BF91-87F21CF2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51DB3-42C0-4631-8B1E-FD7CDDDD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992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74E82F-5B19-4D69-A0D2-FFB3029DE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B6E4A-3412-4E3B-A1D9-A784B0E52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3AC04-50D7-47F3-B447-D1A15A68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1FC61-F984-4A2F-A2E6-DE056221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06E5B-5534-43E6-81A9-C5C53A12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28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A8C52-5AEE-4D19-8892-5E878ABDC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DADFF-6CFB-46F9-9884-7437CE7A8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40D4F-38E0-4A56-91DA-CD6C44FA3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BE971-24DB-42AC-93B7-8536C9B116F2}" type="datetimeFigureOut">
              <a:rPr lang="en-GB" smtClean="0"/>
              <a:t>31/08/2020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CE480-91F5-4E98-B7C0-8C4EEE3F5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8389D-699A-4936-8714-93FE0F217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1518B-32D4-4208-A3A4-80A1E3335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391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21" Type="http://schemas.openxmlformats.org/officeDocument/2006/relationships/image" Target="../media/image34.png"/><Relationship Id="rId42" Type="http://schemas.openxmlformats.org/officeDocument/2006/relationships/customXml" Target="../ink/ink44.xml"/><Relationship Id="rId47" Type="http://schemas.openxmlformats.org/officeDocument/2006/relationships/image" Target="../media/image47.png"/><Relationship Id="rId63" Type="http://schemas.openxmlformats.org/officeDocument/2006/relationships/image" Target="../media/image55.png"/><Relationship Id="rId68" Type="http://schemas.openxmlformats.org/officeDocument/2006/relationships/customXml" Target="../ink/ink57.xml"/><Relationship Id="rId16" Type="http://schemas.openxmlformats.org/officeDocument/2006/relationships/customXml" Target="../ink/ink32.xml"/><Relationship Id="rId11" Type="http://schemas.openxmlformats.org/officeDocument/2006/relationships/image" Target="../media/image29.png"/><Relationship Id="rId32" Type="http://schemas.openxmlformats.org/officeDocument/2006/relationships/customXml" Target="../ink/ink39.xml"/><Relationship Id="rId37" Type="http://schemas.openxmlformats.org/officeDocument/2006/relationships/image" Target="../media/image42.png"/><Relationship Id="rId53" Type="http://schemas.openxmlformats.org/officeDocument/2006/relationships/image" Target="../media/image50.png"/><Relationship Id="rId58" Type="http://schemas.openxmlformats.org/officeDocument/2006/relationships/customXml" Target="../ink/ink52.xml"/><Relationship Id="rId74" Type="http://schemas.openxmlformats.org/officeDocument/2006/relationships/customXml" Target="../ink/ink60.xml"/><Relationship Id="rId79" Type="http://schemas.openxmlformats.org/officeDocument/2006/relationships/image" Target="../media/image63.png"/><Relationship Id="rId5" Type="http://schemas.openxmlformats.org/officeDocument/2006/relationships/image" Target="../media/image26.png"/><Relationship Id="rId61" Type="http://schemas.openxmlformats.org/officeDocument/2006/relationships/image" Target="../media/image54.png"/><Relationship Id="rId82" Type="http://schemas.openxmlformats.org/officeDocument/2006/relationships/customXml" Target="../ink/ink64.xml"/><Relationship Id="rId19" Type="http://schemas.openxmlformats.org/officeDocument/2006/relationships/image" Target="../media/image33.png"/><Relationship Id="rId14" Type="http://schemas.openxmlformats.org/officeDocument/2006/relationships/customXml" Target="../ink/ink31.xml"/><Relationship Id="rId22" Type="http://schemas.openxmlformats.org/officeDocument/2006/relationships/customXml" Target="../ink/ink35.xml"/><Relationship Id="rId27" Type="http://schemas.openxmlformats.org/officeDocument/2006/relationships/image" Target="../media/image37.png"/><Relationship Id="rId30" Type="http://schemas.openxmlformats.org/officeDocument/2006/relationships/customXml" Target="../ink/ink38.xml"/><Relationship Id="rId35" Type="http://schemas.openxmlformats.org/officeDocument/2006/relationships/image" Target="../media/image41.png"/><Relationship Id="rId43" Type="http://schemas.openxmlformats.org/officeDocument/2006/relationships/image" Target="../media/image45.png"/><Relationship Id="rId48" Type="http://schemas.openxmlformats.org/officeDocument/2006/relationships/customXml" Target="../ink/ink47.xml"/><Relationship Id="rId56" Type="http://schemas.openxmlformats.org/officeDocument/2006/relationships/customXml" Target="../ink/ink51.xml"/><Relationship Id="rId64" Type="http://schemas.openxmlformats.org/officeDocument/2006/relationships/customXml" Target="../ink/ink55.xml"/><Relationship Id="rId69" Type="http://schemas.openxmlformats.org/officeDocument/2006/relationships/image" Target="../media/image58.png"/><Relationship Id="rId77" Type="http://schemas.openxmlformats.org/officeDocument/2006/relationships/image" Target="../media/image62.png"/><Relationship Id="rId8" Type="http://schemas.openxmlformats.org/officeDocument/2006/relationships/customXml" Target="../ink/ink28.xml"/><Relationship Id="rId51" Type="http://schemas.openxmlformats.org/officeDocument/2006/relationships/image" Target="../media/image49.png"/><Relationship Id="rId72" Type="http://schemas.openxmlformats.org/officeDocument/2006/relationships/customXml" Target="../ink/ink59.xml"/><Relationship Id="rId80" Type="http://schemas.openxmlformats.org/officeDocument/2006/relationships/customXml" Target="../ink/ink63.xml"/><Relationship Id="rId3" Type="http://schemas.openxmlformats.org/officeDocument/2006/relationships/image" Target="../media/image25.png"/><Relationship Id="rId12" Type="http://schemas.openxmlformats.org/officeDocument/2006/relationships/customXml" Target="../ink/ink30.xml"/><Relationship Id="rId17" Type="http://schemas.openxmlformats.org/officeDocument/2006/relationships/image" Target="../media/image32.png"/><Relationship Id="rId33" Type="http://schemas.openxmlformats.org/officeDocument/2006/relationships/image" Target="../media/image40.png"/><Relationship Id="rId38" Type="http://schemas.openxmlformats.org/officeDocument/2006/relationships/customXml" Target="../ink/ink42.xml"/><Relationship Id="rId46" Type="http://schemas.openxmlformats.org/officeDocument/2006/relationships/customXml" Target="../ink/ink46.xml"/><Relationship Id="rId59" Type="http://schemas.openxmlformats.org/officeDocument/2006/relationships/image" Target="../media/image53.png"/><Relationship Id="rId67" Type="http://schemas.openxmlformats.org/officeDocument/2006/relationships/image" Target="../media/image57.png"/><Relationship Id="rId20" Type="http://schemas.openxmlformats.org/officeDocument/2006/relationships/customXml" Target="../ink/ink34.xml"/><Relationship Id="rId41" Type="http://schemas.openxmlformats.org/officeDocument/2006/relationships/image" Target="../media/image44.png"/><Relationship Id="rId54" Type="http://schemas.openxmlformats.org/officeDocument/2006/relationships/customXml" Target="../ink/ink50.xml"/><Relationship Id="rId62" Type="http://schemas.openxmlformats.org/officeDocument/2006/relationships/customXml" Target="../ink/ink54.xml"/><Relationship Id="rId70" Type="http://schemas.openxmlformats.org/officeDocument/2006/relationships/customXml" Target="../ink/ink58.xml"/><Relationship Id="rId75" Type="http://schemas.openxmlformats.org/officeDocument/2006/relationships/image" Target="../media/image61.png"/><Relationship Id="rId83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7.xml"/><Relationship Id="rId15" Type="http://schemas.openxmlformats.org/officeDocument/2006/relationships/image" Target="../media/image31.png"/><Relationship Id="rId23" Type="http://schemas.openxmlformats.org/officeDocument/2006/relationships/image" Target="../media/image35.png"/><Relationship Id="rId28" Type="http://schemas.openxmlformats.org/officeDocument/2006/relationships/customXml" Target="../ink/ink37.xml"/><Relationship Id="rId36" Type="http://schemas.openxmlformats.org/officeDocument/2006/relationships/customXml" Target="../ink/ink41.xml"/><Relationship Id="rId49" Type="http://schemas.openxmlformats.org/officeDocument/2006/relationships/image" Target="../media/image48.png"/><Relationship Id="rId57" Type="http://schemas.openxmlformats.org/officeDocument/2006/relationships/image" Target="../media/image52.png"/><Relationship Id="rId10" Type="http://schemas.openxmlformats.org/officeDocument/2006/relationships/customXml" Target="../ink/ink29.xml"/><Relationship Id="rId31" Type="http://schemas.openxmlformats.org/officeDocument/2006/relationships/image" Target="../media/image39.png"/><Relationship Id="rId44" Type="http://schemas.openxmlformats.org/officeDocument/2006/relationships/customXml" Target="../ink/ink45.xml"/><Relationship Id="rId52" Type="http://schemas.openxmlformats.org/officeDocument/2006/relationships/customXml" Target="../ink/ink49.xml"/><Relationship Id="rId60" Type="http://schemas.openxmlformats.org/officeDocument/2006/relationships/customXml" Target="../ink/ink53.xml"/><Relationship Id="rId65" Type="http://schemas.openxmlformats.org/officeDocument/2006/relationships/image" Target="../media/image56.png"/><Relationship Id="rId73" Type="http://schemas.openxmlformats.org/officeDocument/2006/relationships/image" Target="../media/image60.png"/><Relationship Id="rId78" Type="http://schemas.openxmlformats.org/officeDocument/2006/relationships/customXml" Target="../ink/ink62.xml"/><Relationship Id="rId81" Type="http://schemas.openxmlformats.org/officeDocument/2006/relationships/image" Target="../media/image64.png"/><Relationship Id="rId4" Type="http://schemas.openxmlformats.org/officeDocument/2006/relationships/customXml" Target="../ink/ink26.xml"/><Relationship Id="rId9" Type="http://schemas.openxmlformats.org/officeDocument/2006/relationships/image" Target="../media/image28.png"/><Relationship Id="rId13" Type="http://schemas.openxmlformats.org/officeDocument/2006/relationships/image" Target="../media/image30.png"/><Relationship Id="rId18" Type="http://schemas.openxmlformats.org/officeDocument/2006/relationships/customXml" Target="../ink/ink33.xml"/><Relationship Id="rId39" Type="http://schemas.openxmlformats.org/officeDocument/2006/relationships/image" Target="../media/image43.png"/><Relationship Id="rId34" Type="http://schemas.openxmlformats.org/officeDocument/2006/relationships/customXml" Target="../ink/ink40.xml"/><Relationship Id="rId50" Type="http://schemas.openxmlformats.org/officeDocument/2006/relationships/customXml" Target="../ink/ink48.xml"/><Relationship Id="rId55" Type="http://schemas.openxmlformats.org/officeDocument/2006/relationships/image" Target="../media/image51.png"/><Relationship Id="rId76" Type="http://schemas.openxmlformats.org/officeDocument/2006/relationships/customXml" Target="../ink/ink61.xml"/><Relationship Id="rId7" Type="http://schemas.openxmlformats.org/officeDocument/2006/relationships/image" Target="../media/image27.png"/><Relationship Id="rId71" Type="http://schemas.openxmlformats.org/officeDocument/2006/relationships/image" Target="../media/image59.png"/><Relationship Id="rId2" Type="http://schemas.openxmlformats.org/officeDocument/2006/relationships/customXml" Target="../ink/ink25.xml"/><Relationship Id="rId29" Type="http://schemas.openxmlformats.org/officeDocument/2006/relationships/image" Target="../media/image38.png"/><Relationship Id="rId24" Type="http://schemas.openxmlformats.org/officeDocument/2006/relationships/customXml" Target="../ink/ink36.xml"/><Relationship Id="rId40" Type="http://schemas.openxmlformats.org/officeDocument/2006/relationships/customXml" Target="../ink/ink43.xml"/><Relationship Id="rId45" Type="http://schemas.openxmlformats.org/officeDocument/2006/relationships/image" Target="../media/image46.png"/><Relationship Id="rId66" Type="http://schemas.openxmlformats.org/officeDocument/2006/relationships/customXml" Target="../ink/ink5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customXml" Target="../ink/ink73.xml"/><Relationship Id="rId26" Type="http://schemas.openxmlformats.org/officeDocument/2006/relationships/customXml" Target="../ink/ink77.xml"/><Relationship Id="rId39" Type="http://schemas.openxmlformats.org/officeDocument/2006/relationships/image" Target="../media/image84.png"/><Relationship Id="rId21" Type="http://schemas.openxmlformats.org/officeDocument/2006/relationships/image" Target="../media/image75.png"/><Relationship Id="rId34" Type="http://schemas.openxmlformats.org/officeDocument/2006/relationships/customXml" Target="../ink/ink81.xml"/><Relationship Id="rId42" Type="http://schemas.openxmlformats.org/officeDocument/2006/relationships/customXml" Target="../ink/ink85.xml"/><Relationship Id="rId47" Type="http://schemas.openxmlformats.org/officeDocument/2006/relationships/image" Target="../media/image88.png"/><Relationship Id="rId50" Type="http://schemas.openxmlformats.org/officeDocument/2006/relationships/customXml" Target="../ink/ink89.xml"/><Relationship Id="rId55" Type="http://schemas.openxmlformats.org/officeDocument/2006/relationships/image" Target="../media/image92.png"/><Relationship Id="rId63" Type="http://schemas.openxmlformats.org/officeDocument/2006/relationships/image" Target="../media/image96.png"/><Relationship Id="rId7" Type="http://schemas.openxmlformats.org/officeDocument/2006/relationships/image" Target="../media/image68.png"/><Relationship Id="rId2" Type="http://schemas.openxmlformats.org/officeDocument/2006/relationships/customXml" Target="../ink/ink65.xml"/><Relationship Id="rId16" Type="http://schemas.openxmlformats.org/officeDocument/2006/relationships/customXml" Target="../ink/ink72.xml"/><Relationship Id="rId29" Type="http://schemas.openxmlformats.org/officeDocument/2006/relationships/image" Target="../media/image79.png"/><Relationship Id="rId11" Type="http://schemas.openxmlformats.org/officeDocument/2006/relationships/image" Target="../media/image70.png"/><Relationship Id="rId24" Type="http://schemas.openxmlformats.org/officeDocument/2006/relationships/customXml" Target="../ink/ink76.xml"/><Relationship Id="rId32" Type="http://schemas.openxmlformats.org/officeDocument/2006/relationships/customXml" Target="../ink/ink80.xml"/><Relationship Id="rId37" Type="http://schemas.openxmlformats.org/officeDocument/2006/relationships/image" Target="../media/image83.png"/><Relationship Id="rId40" Type="http://schemas.openxmlformats.org/officeDocument/2006/relationships/customXml" Target="../ink/ink84.xml"/><Relationship Id="rId45" Type="http://schemas.openxmlformats.org/officeDocument/2006/relationships/image" Target="../media/image87.png"/><Relationship Id="rId53" Type="http://schemas.openxmlformats.org/officeDocument/2006/relationships/image" Target="../media/image91.png"/><Relationship Id="rId58" Type="http://schemas.openxmlformats.org/officeDocument/2006/relationships/customXml" Target="../ink/ink93.xml"/><Relationship Id="rId5" Type="http://schemas.openxmlformats.org/officeDocument/2006/relationships/image" Target="../media/image67.png"/><Relationship Id="rId61" Type="http://schemas.openxmlformats.org/officeDocument/2006/relationships/image" Target="../media/image95.png"/><Relationship Id="rId19" Type="http://schemas.openxmlformats.org/officeDocument/2006/relationships/image" Target="../media/image74.png"/><Relationship Id="rId14" Type="http://schemas.openxmlformats.org/officeDocument/2006/relationships/customXml" Target="../ink/ink71.xml"/><Relationship Id="rId22" Type="http://schemas.openxmlformats.org/officeDocument/2006/relationships/customXml" Target="../ink/ink75.xml"/><Relationship Id="rId27" Type="http://schemas.openxmlformats.org/officeDocument/2006/relationships/image" Target="../media/image78.png"/><Relationship Id="rId30" Type="http://schemas.openxmlformats.org/officeDocument/2006/relationships/customXml" Target="../ink/ink79.xml"/><Relationship Id="rId35" Type="http://schemas.openxmlformats.org/officeDocument/2006/relationships/image" Target="../media/image82.png"/><Relationship Id="rId43" Type="http://schemas.openxmlformats.org/officeDocument/2006/relationships/image" Target="../media/image86.png"/><Relationship Id="rId48" Type="http://schemas.openxmlformats.org/officeDocument/2006/relationships/customXml" Target="../ink/ink88.xml"/><Relationship Id="rId56" Type="http://schemas.openxmlformats.org/officeDocument/2006/relationships/customXml" Target="../ink/ink92.xml"/><Relationship Id="rId8" Type="http://schemas.openxmlformats.org/officeDocument/2006/relationships/customXml" Target="../ink/ink68.xml"/><Relationship Id="rId51" Type="http://schemas.openxmlformats.org/officeDocument/2006/relationships/image" Target="../media/image90.png"/><Relationship Id="rId3" Type="http://schemas.openxmlformats.org/officeDocument/2006/relationships/image" Target="../media/image66.png"/><Relationship Id="rId12" Type="http://schemas.openxmlformats.org/officeDocument/2006/relationships/customXml" Target="../ink/ink70.xml"/><Relationship Id="rId17" Type="http://schemas.openxmlformats.org/officeDocument/2006/relationships/image" Target="../media/image73.png"/><Relationship Id="rId25" Type="http://schemas.openxmlformats.org/officeDocument/2006/relationships/image" Target="../media/image77.png"/><Relationship Id="rId33" Type="http://schemas.openxmlformats.org/officeDocument/2006/relationships/image" Target="../media/image81.png"/><Relationship Id="rId38" Type="http://schemas.openxmlformats.org/officeDocument/2006/relationships/customXml" Target="../ink/ink83.xml"/><Relationship Id="rId46" Type="http://schemas.openxmlformats.org/officeDocument/2006/relationships/customXml" Target="../ink/ink87.xml"/><Relationship Id="rId59" Type="http://schemas.openxmlformats.org/officeDocument/2006/relationships/image" Target="../media/image94.png"/><Relationship Id="rId20" Type="http://schemas.openxmlformats.org/officeDocument/2006/relationships/customXml" Target="../ink/ink74.xml"/><Relationship Id="rId41" Type="http://schemas.openxmlformats.org/officeDocument/2006/relationships/image" Target="../media/image85.png"/><Relationship Id="rId54" Type="http://schemas.openxmlformats.org/officeDocument/2006/relationships/customXml" Target="../ink/ink91.xml"/><Relationship Id="rId62" Type="http://schemas.openxmlformats.org/officeDocument/2006/relationships/customXml" Target="../ink/ink9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7.xml"/><Relationship Id="rId15" Type="http://schemas.openxmlformats.org/officeDocument/2006/relationships/image" Target="../media/image72.png"/><Relationship Id="rId23" Type="http://schemas.openxmlformats.org/officeDocument/2006/relationships/image" Target="../media/image76.png"/><Relationship Id="rId28" Type="http://schemas.openxmlformats.org/officeDocument/2006/relationships/customXml" Target="../ink/ink78.xml"/><Relationship Id="rId36" Type="http://schemas.openxmlformats.org/officeDocument/2006/relationships/customXml" Target="../ink/ink82.xml"/><Relationship Id="rId49" Type="http://schemas.openxmlformats.org/officeDocument/2006/relationships/image" Target="../media/image89.png"/><Relationship Id="rId57" Type="http://schemas.openxmlformats.org/officeDocument/2006/relationships/image" Target="../media/image93.png"/><Relationship Id="rId10" Type="http://schemas.openxmlformats.org/officeDocument/2006/relationships/customXml" Target="../ink/ink69.xml"/><Relationship Id="rId31" Type="http://schemas.openxmlformats.org/officeDocument/2006/relationships/image" Target="../media/image80.png"/><Relationship Id="rId44" Type="http://schemas.openxmlformats.org/officeDocument/2006/relationships/customXml" Target="../ink/ink86.xml"/><Relationship Id="rId52" Type="http://schemas.openxmlformats.org/officeDocument/2006/relationships/customXml" Target="../ink/ink90.xml"/><Relationship Id="rId60" Type="http://schemas.openxmlformats.org/officeDocument/2006/relationships/customXml" Target="../ink/ink94.xml"/><Relationship Id="rId4" Type="http://schemas.openxmlformats.org/officeDocument/2006/relationships/customXml" Target="../ink/ink66.xml"/><Relationship Id="rId9" Type="http://schemas.openxmlformats.org/officeDocument/2006/relationships/image" Target="../media/image69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8.xml"/><Relationship Id="rId21" Type="http://schemas.openxmlformats.org/officeDocument/2006/relationships/image" Target="../media/image75.png"/><Relationship Id="rId42" Type="http://schemas.openxmlformats.org/officeDocument/2006/relationships/customXml" Target="../ink/ink116.xml"/><Relationship Id="rId47" Type="http://schemas.openxmlformats.org/officeDocument/2006/relationships/image" Target="../media/image88.png"/><Relationship Id="rId63" Type="http://schemas.openxmlformats.org/officeDocument/2006/relationships/image" Target="../media/image98.png"/><Relationship Id="rId68" Type="http://schemas.openxmlformats.org/officeDocument/2006/relationships/customXml" Target="../ink/ink129.xml"/><Relationship Id="rId2" Type="http://schemas.openxmlformats.org/officeDocument/2006/relationships/customXml" Target="../ink/ink96.xml"/><Relationship Id="rId16" Type="http://schemas.openxmlformats.org/officeDocument/2006/relationships/customXml" Target="../ink/ink103.xml"/><Relationship Id="rId29" Type="http://schemas.openxmlformats.org/officeDocument/2006/relationships/image" Target="../media/image79.png"/><Relationship Id="rId11" Type="http://schemas.openxmlformats.org/officeDocument/2006/relationships/image" Target="../media/image70.png"/><Relationship Id="rId24" Type="http://schemas.openxmlformats.org/officeDocument/2006/relationships/customXml" Target="../ink/ink107.xml"/><Relationship Id="rId32" Type="http://schemas.openxmlformats.org/officeDocument/2006/relationships/customXml" Target="../ink/ink111.xml"/><Relationship Id="rId37" Type="http://schemas.openxmlformats.org/officeDocument/2006/relationships/image" Target="../media/image83.png"/><Relationship Id="rId40" Type="http://schemas.openxmlformats.org/officeDocument/2006/relationships/customXml" Target="../ink/ink115.xml"/><Relationship Id="rId45" Type="http://schemas.openxmlformats.org/officeDocument/2006/relationships/image" Target="../media/image87.png"/><Relationship Id="rId53" Type="http://schemas.openxmlformats.org/officeDocument/2006/relationships/image" Target="../media/image91.png"/><Relationship Id="rId58" Type="http://schemas.openxmlformats.org/officeDocument/2006/relationships/customXml" Target="../ink/ink124.xml"/><Relationship Id="rId66" Type="http://schemas.openxmlformats.org/officeDocument/2006/relationships/customXml" Target="../ink/ink128.xml"/><Relationship Id="rId74" Type="http://schemas.openxmlformats.org/officeDocument/2006/relationships/customXml" Target="../ink/ink132.xml"/><Relationship Id="rId5" Type="http://schemas.openxmlformats.org/officeDocument/2006/relationships/image" Target="../media/image67.png"/><Relationship Id="rId61" Type="http://schemas.openxmlformats.org/officeDocument/2006/relationships/image" Target="../media/image97.png"/><Relationship Id="rId19" Type="http://schemas.openxmlformats.org/officeDocument/2006/relationships/image" Target="../media/image74.png"/><Relationship Id="rId14" Type="http://schemas.openxmlformats.org/officeDocument/2006/relationships/customXml" Target="../ink/ink102.xml"/><Relationship Id="rId22" Type="http://schemas.openxmlformats.org/officeDocument/2006/relationships/customXml" Target="../ink/ink106.xml"/><Relationship Id="rId27" Type="http://schemas.openxmlformats.org/officeDocument/2006/relationships/image" Target="../media/image78.png"/><Relationship Id="rId30" Type="http://schemas.openxmlformats.org/officeDocument/2006/relationships/customXml" Target="../ink/ink110.xml"/><Relationship Id="rId35" Type="http://schemas.openxmlformats.org/officeDocument/2006/relationships/image" Target="../media/image82.png"/><Relationship Id="rId43" Type="http://schemas.openxmlformats.org/officeDocument/2006/relationships/image" Target="../media/image86.png"/><Relationship Id="rId48" Type="http://schemas.openxmlformats.org/officeDocument/2006/relationships/customXml" Target="../ink/ink119.xml"/><Relationship Id="rId56" Type="http://schemas.openxmlformats.org/officeDocument/2006/relationships/customXml" Target="../ink/ink123.xml"/><Relationship Id="rId64" Type="http://schemas.openxmlformats.org/officeDocument/2006/relationships/customXml" Target="../ink/ink127.xml"/><Relationship Id="rId69" Type="http://schemas.openxmlformats.org/officeDocument/2006/relationships/image" Target="../media/image101.png"/><Relationship Id="rId8" Type="http://schemas.openxmlformats.org/officeDocument/2006/relationships/customXml" Target="../ink/ink99.xml"/><Relationship Id="rId51" Type="http://schemas.openxmlformats.org/officeDocument/2006/relationships/image" Target="../media/image90.png"/><Relationship Id="rId72" Type="http://schemas.openxmlformats.org/officeDocument/2006/relationships/customXml" Target="../ink/ink131.xml"/><Relationship Id="rId3" Type="http://schemas.openxmlformats.org/officeDocument/2006/relationships/image" Target="../media/image66.png"/><Relationship Id="rId12" Type="http://schemas.openxmlformats.org/officeDocument/2006/relationships/customXml" Target="../ink/ink101.xml"/><Relationship Id="rId17" Type="http://schemas.openxmlformats.org/officeDocument/2006/relationships/image" Target="../media/image73.png"/><Relationship Id="rId25" Type="http://schemas.openxmlformats.org/officeDocument/2006/relationships/image" Target="../media/image77.png"/><Relationship Id="rId33" Type="http://schemas.openxmlformats.org/officeDocument/2006/relationships/image" Target="../media/image81.png"/><Relationship Id="rId38" Type="http://schemas.openxmlformats.org/officeDocument/2006/relationships/customXml" Target="../ink/ink114.xml"/><Relationship Id="rId46" Type="http://schemas.openxmlformats.org/officeDocument/2006/relationships/customXml" Target="../ink/ink118.xml"/><Relationship Id="rId59" Type="http://schemas.openxmlformats.org/officeDocument/2006/relationships/image" Target="../media/image94.png"/><Relationship Id="rId67" Type="http://schemas.openxmlformats.org/officeDocument/2006/relationships/image" Target="../media/image100.png"/><Relationship Id="rId20" Type="http://schemas.openxmlformats.org/officeDocument/2006/relationships/customXml" Target="../ink/ink105.xml"/><Relationship Id="rId41" Type="http://schemas.openxmlformats.org/officeDocument/2006/relationships/image" Target="../media/image85.png"/><Relationship Id="rId54" Type="http://schemas.openxmlformats.org/officeDocument/2006/relationships/customXml" Target="../ink/ink122.xml"/><Relationship Id="rId62" Type="http://schemas.openxmlformats.org/officeDocument/2006/relationships/customXml" Target="../ink/ink126.xml"/><Relationship Id="rId70" Type="http://schemas.openxmlformats.org/officeDocument/2006/relationships/customXml" Target="../ink/ink130.xml"/><Relationship Id="rId75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8.xml"/><Relationship Id="rId15" Type="http://schemas.openxmlformats.org/officeDocument/2006/relationships/image" Target="../media/image72.png"/><Relationship Id="rId23" Type="http://schemas.openxmlformats.org/officeDocument/2006/relationships/image" Target="../media/image76.png"/><Relationship Id="rId28" Type="http://schemas.openxmlformats.org/officeDocument/2006/relationships/customXml" Target="../ink/ink109.xml"/><Relationship Id="rId36" Type="http://schemas.openxmlformats.org/officeDocument/2006/relationships/customXml" Target="../ink/ink113.xml"/><Relationship Id="rId49" Type="http://schemas.openxmlformats.org/officeDocument/2006/relationships/image" Target="../media/image89.png"/><Relationship Id="rId57" Type="http://schemas.openxmlformats.org/officeDocument/2006/relationships/image" Target="../media/image93.png"/><Relationship Id="rId10" Type="http://schemas.openxmlformats.org/officeDocument/2006/relationships/customXml" Target="../ink/ink100.xml"/><Relationship Id="rId31" Type="http://schemas.openxmlformats.org/officeDocument/2006/relationships/image" Target="../media/image80.png"/><Relationship Id="rId44" Type="http://schemas.openxmlformats.org/officeDocument/2006/relationships/customXml" Target="../ink/ink117.xml"/><Relationship Id="rId52" Type="http://schemas.openxmlformats.org/officeDocument/2006/relationships/customXml" Target="../ink/ink121.xml"/><Relationship Id="rId60" Type="http://schemas.openxmlformats.org/officeDocument/2006/relationships/customXml" Target="../ink/ink125.xml"/><Relationship Id="rId65" Type="http://schemas.openxmlformats.org/officeDocument/2006/relationships/image" Target="../media/image99.png"/><Relationship Id="rId73" Type="http://schemas.openxmlformats.org/officeDocument/2006/relationships/image" Target="../media/image95.png"/><Relationship Id="rId4" Type="http://schemas.openxmlformats.org/officeDocument/2006/relationships/customXml" Target="../ink/ink97.xml"/><Relationship Id="rId9" Type="http://schemas.openxmlformats.org/officeDocument/2006/relationships/image" Target="../media/image69.png"/><Relationship Id="rId13" Type="http://schemas.openxmlformats.org/officeDocument/2006/relationships/image" Target="../media/image71.png"/><Relationship Id="rId18" Type="http://schemas.openxmlformats.org/officeDocument/2006/relationships/customXml" Target="../ink/ink104.xml"/><Relationship Id="rId39" Type="http://schemas.openxmlformats.org/officeDocument/2006/relationships/image" Target="../media/image84.png"/><Relationship Id="rId34" Type="http://schemas.openxmlformats.org/officeDocument/2006/relationships/customXml" Target="../ink/ink112.xml"/><Relationship Id="rId50" Type="http://schemas.openxmlformats.org/officeDocument/2006/relationships/customXml" Target="../ink/ink120.xml"/><Relationship Id="rId55" Type="http://schemas.openxmlformats.org/officeDocument/2006/relationships/image" Target="../media/image92.png"/><Relationship Id="rId7" Type="http://schemas.openxmlformats.org/officeDocument/2006/relationships/image" Target="../media/image68.png"/><Relationship Id="rId71" Type="http://schemas.openxmlformats.org/officeDocument/2006/relationships/image" Target="../media/image102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5.xml"/><Relationship Id="rId21" Type="http://schemas.openxmlformats.org/officeDocument/2006/relationships/image" Target="../media/image75.png"/><Relationship Id="rId42" Type="http://schemas.openxmlformats.org/officeDocument/2006/relationships/customXml" Target="../ink/ink153.xml"/><Relationship Id="rId47" Type="http://schemas.openxmlformats.org/officeDocument/2006/relationships/image" Target="../media/image88.png"/><Relationship Id="rId63" Type="http://schemas.openxmlformats.org/officeDocument/2006/relationships/image" Target="../media/image98.png"/><Relationship Id="rId68" Type="http://schemas.openxmlformats.org/officeDocument/2006/relationships/customXml" Target="../ink/ink166.xml"/><Relationship Id="rId84" Type="http://schemas.openxmlformats.org/officeDocument/2006/relationships/customXml" Target="../ink/ink174.xml"/><Relationship Id="rId89" Type="http://schemas.openxmlformats.org/officeDocument/2006/relationships/image" Target="../media/image110.png"/><Relationship Id="rId16" Type="http://schemas.openxmlformats.org/officeDocument/2006/relationships/customXml" Target="../ink/ink140.xml"/><Relationship Id="rId11" Type="http://schemas.openxmlformats.org/officeDocument/2006/relationships/image" Target="../media/image70.png"/><Relationship Id="rId32" Type="http://schemas.openxmlformats.org/officeDocument/2006/relationships/customXml" Target="../ink/ink148.xml"/><Relationship Id="rId37" Type="http://schemas.openxmlformats.org/officeDocument/2006/relationships/image" Target="../media/image83.png"/><Relationship Id="rId53" Type="http://schemas.openxmlformats.org/officeDocument/2006/relationships/image" Target="../media/image91.png"/><Relationship Id="rId58" Type="http://schemas.openxmlformats.org/officeDocument/2006/relationships/customXml" Target="../ink/ink161.xml"/><Relationship Id="rId74" Type="http://schemas.openxmlformats.org/officeDocument/2006/relationships/customXml" Target="../ink/ink169.xml"/><Relationship Id="rId79" Type="http://schemas.openxmlformats.org/officeDocument/2006/relationships/image" Target="../media/image106.png"/><Relationship Id="rId5" Type="http://schemas.openxmlformats.org/officeDocument/2006/relationships/image" Target="../media/image67.png"/><Relationship Id="rId90" Type="http://schemas.openxmlformats.org/officeDocument/2006/relationships/customXml" Target="../ink/ink177.xml"/><Relationship Id="rId95" Type="http://schemas.openxmlformats.org/officeDocument/2006/relationships/image" Target="../media/image112.png"/><Relationship Id="rId22" Type="http://schemas.openxmlformats.org/officeDocument/2006/relationships/customXml" Target="../ink/ink143.xml"/><Relationship Id="rId27" Type="http://schemas.openxmlformats.org/officeDocument/2006/relationships/image" Target="../media/image78.png"/><Relationship Id="rId43" Type="http://schemas.openxmlformats.org/officeDocument/2006/relationships/image" Target="../media/image86.png"/><Relationship Id="rId48" Type="http://schemas.openxmlformats.org/officeDocument/2006/relationships/customXml" Target="../ink/ink156.xml"/><Relationship Id="rId64" Type="http://schemas.openxmlformats.org/officeDocument/2006/relationships/customXml" Target="../ink/ink164.xml"/><Relationship Id="rId69" Type="http://schemas.openxmlformats.org/officeDocument/2006/relationships/image" Target="../media/image100.png"/><Relationship Id="rId8" Type="http://schemas.openxmlformats.org/officeDocument/2006/relationships/customXml" Target="../ink/ink136.xml"/><Relationship Id="rId51" Type="http://schemas.openxmlformats.org/officeDocument/2006/relationships/image" Target="../media/image90.png"/><Relationship Id="rId72" Type="http://schemas.openxmlformats.org/officeDocument/2006/relationships/customXml" Target="../ink/ink168.xml"/><Relationship Id="rId80" Type="http://schemas.openxmlformats.org/officeDocument/2006/relationships/customXml" Target="../ink/ink172.xml"/><Relationship Id="rId85" Type="http://schemas.openxmlformats.org/officeDocument/2006/relationships/image" Target="../media/image108.png"/><Relationship Id="rId93" Type="http://schemas.openxmlformats.org/officeDocument/2006/relationships/image" Target="../media/image96.png"/><Relationship Id="rId3" Type="http://schemas.openxmlformats.org/officeDocument/2006/relationships/image" Target="../media/image66.png"/><Relationship Id="rId12" Type="http://schemas.openxmlformats.org/officeDocument/2006/relationships/customXml" Target="../ink/ink138.xml"/><Relationship Id="rId17" Type="http://schemas.openxmlformats.org/officeDocument/2006/relationships/image" Target="../media/image73.png"/><Relationship Id="rId25" Type="http://schemas.openxmlformats.org/officeDocument/2006/relationships/image" Target="../media/image77.png"/><Relationship Id="rId33" Type="http://schemas.openxmlformats.org/officeDocument/2006/relationships/image" Target="../media/image81.png"/><Relationship Id="rId38" Type="http://schemas.openxmlformats.org/officeDocument/2006/relationships/customXml" Target="../ink/ink151.xml"/><Relationship Id="rId46" Type="http://schemas.openxmlformats.org/officeDocument/2006/relationships/customXml" Target="../ink/ink155.xml"/><Relationship Id="rId59" Type="http://schemas.openxmlformats.org/officeDocument/2006/relationships/image" Target="../media/image94.png"/><Relationship Id="rId67" Type="http://schemas.openxmlformats.org/officeDocument/2006/relationships/image" Target="../media/image103.png"/><Relationship Id="rId20" Type="http://schemas.openxmlformats.org/officeDocument/2006/relationships/customXml" Target="../ink/ink142.xml"/><Relationship Id="rId41" Type="http://schemas.openxmlformats.org/officeDocument/2006/relationships/image" Target="../media/image85.png"/><Relationship Id="rId54" Type="http://schemas.openxmlformats.org/officeDocument/2006/relationships/customXml" Target="../ink/ink159.xml"/><Relationship Id="rId62" Type="http://schemas.openxmlformats.org/officeDocument/2006/relationships/customXml" Target="../ink/ink163.xml"/><Relationship Id="rId70" Type="http://schemas.openxmlformats.org/officeDocument/2006/relationships/customXml" Target="../ink/ink167.xml"/><Relationship Id="rId75" Type="http://schemas.openxmlformats.org/officeDocument/2006/relationships/image" Target="../media/image104.png"/><Relationship Id="rId83" Type="http://schemas.openxmlformats.org/officeDocument/2006/relationships/image" Target="../media/image107.png"/><Relationship Id="rId88" Type="http://schemas.openxmlformats.org/officeDocument/2006/relationships/customXml" Target="../ink/ink176.xml"/><Relationship Id="rId91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35.xml"/><Relationship Id="rId15" Type="http://schemas.openxmlformats.org/officeDocument/2006/relationships/image" Target="../media/image72.png"/><Relationship Id="rId23" Type="http://schemas.openxmlformats.org/officeDocument/2006/relationships/image" Target="../media/image76.png"/><Relationship Id="rId28" Type="http://schemas.openxmlformats.org/officeDocument/2006/relationships/customXml" Target="../ink/ink146.xml"/><Relationship Id="rId36" Type="http://schemas.openxmlformats.org/officeDocument/2006/relationships/customXml" Target="../ink/ink150.xml"/><Relationship Id="rId49" Type="http://schemas.openxmlformats.org/officeDocument/2006/relationships/image" Target="../media/image89.png"/><Relationship Id="rId57" Type="http://schemas.openxmlformats.org/officeDocument/2006/relationships/image" Target="../media/image93.png"/><Relationship Id="rId10" Type="http://schemas.openxmlformats.org/officeDocument/2006/relationships/customXml" Target="../ink/ink137.xml"/><Relationship Id="rId31" Type="http://schemas.openxmlformats.org/officeDocument/2006/relationships/image" Target="../media/image80.png"/><Relationship Id="rId44" Type="http://schemas.openxmlformats.org/officeDocument/2006/relationships/customXml" Target="../ink/ink154.xml"/><Relationship Id="rId52" Type="http://schemas.openxmlformats.org/officeDocument/2006/relationships/customXml" Target="../ink/ink158.xml"/><Relationship Id="rId60" Type="http://schemas.openxmlformats.org/officeDocument/2006/relationships/customXml" Target="../ink/ink162.xml"/><Relationship Id="rId65" Type="http://schemas.openxmlformats.org/officeDocument/2006/relationships/image" Target="../media/image99.png"/><Relationship Id="rId73" Type="http://schemas.openxmlformats.org/officeDocument/2006/relationships/image" Target="../media/image102.png"/><Relationship Id="rId78" Type="http://schemas.openxmlformats.org/officeDocument/2006/relationships/customXml" Target="../ink/ink171.xml"/><Relationship Id="rId81" Type="http://schemas.openxmlformats.org/officeDocument/2006/relationships/image" Target="../media/image95.png"/><Relationship Id="rId86" Type="http://schemas.openxmlformats.org/officeDocument/2006/relationships/customXml" Target="../ink/ink175.xml"/><Relationship Id="rId94" Type="http://schemas.openxmlformats.org/officeDocument/2006/relationships/customXml" Target="../ink/ink179.xml"/><Relationship Id="rId4" Type="http://schemas.openxmlformats.org/officeDocument/2006/relationships/customXml" Target="../ink/ink134.xml"/><Relationship Id="rId9" Type="http://schemas.openxmlformats.org/officeDocument/2006/relationships/image" Target="../media/image69.png"/><Relationship Id="rId13" Type="http://schemas.openxmlformats.org/officeDocument/2006/relationships/image" Target="../media/image71.png"/><Relationship Id="rId18" Type="http://schemas.openxmlformats.org/officeDocument/2006/relationships/customXml" Target="../ink/ink141.xml"/><Relationship Id="rId39" Type="http://schemas.openxmlformats.org/officeDocument/2006/relationships/image" Target="../media/image84.png"/><Relationship Id="rId34" Type="http://schemas.openxmlformats.org/officeDocument/2006/relationships/customXml" Target="../ink/ink149.xml"/><Relationship Id="rId50" Type="http://schemas.openxmlformats.org/officeDocument/2006/relationships/customXml" Target="../ink/ink157.xml"/><Relationship Id="rId55" Type="http://schemas.openxmlformats.org/officeDocument/2006/relationships/image" Target="../media/image92.png"/><Relationship Id="rId76" Type="http://schemas.openxmlformats.org/officeDocument/2006/relationships/customXml" Target="../ink/ink170.xml"/><Relationship Id="rId7" Type="http://schemas.openxmlformats.org/officeDocument/2006/relationships/image" Target="../media/image68.png"/><Relationship Id="rId71" Type="http://schemas.openxmlformats.org/officeDocument/2006/relationships/image" Target="../media/image101.png"/><Relationship Id="rId92" Type="http://schemas.openxmlformats.org/officeDocument/2006/relationships/customXml" Target="../ink/ink178.xml"/><Relationship Id="rId2" Type="http://schemas.openxmlformats.org/officeDocument/2006/relationships/customXml" Target="../ink/ink133.xml"/><Relationship Id="rId29" Type="http://schemas.openxmlformats.org/officeDocument/2006/relationships/image" Target="../media/image79.png"/><Relationship Id="rId24" Type="http://schemas.openxmlformats.org/officeDocument/2006/relationships/customXml" Target="../ink/ink144.xml"/><Relationship Id="rId40" Type="http://schemas.openxmlformats.org/officeDocument/2006/relationships/customXml" Target="../ink/ink152.xml"/><Relationship Id="rId45" Type="http://schemas.openxmlformats.org/officeDocument/2006/relationships/image" Target="../media/image87.png"/><Relationship Id="rId66" Type="http://schemas.openxmlformats.org/officeDocument/2006/relationships/customXml" Target="../ink/ink165.xml"/><Relationship Id="rId87" Type="http://schemas.openxmlformats.org/officeDocument/2006/relationships/image" Target="../media/image109.png"/><Relationship Id="rId61" Type="http://schemas.openxmlformats.org/officeDocument/2006/relationships/image" Target="../media/image97.png"/><Relationship Id="rId82" Type="http://schemas.openxmlformats.org/officeDocument/2006/relationships/customXml" Target="../ink/ink173.xml"/><Relationship Id="rId19" Type="http://schemas.openxmlformats.org/officeDocument/2006/relationships/image" Target="../media/image74.png"/><Relationship Id="rId14" Type="http://schemas.openxmlformats.org/officeDocument/2006/relationships/customXml" Target="../ink/ink139.xml"/><Relationship Id="rId30" Type="http://schemas.openxmlformats.org/officeDocument/2006/relationships/customXml" Target="../ink/ink147.xml"/><Relationship Id="rId35" Type="http://schemas.openxmlformats.org/officeDocument/2006/relationships/image" Target="../media/image82.png"/><Relationship Id="rId56" Type="http://schemas.openxmlformats.org/officeDocument/2006/relationships/customXml" Target="../ink/ink160.xml"/><Relationship Id="rId77" Type="http://schemas.openxmlformats.org/officeDocument/2006/relationships/image" Target="../media/image105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2.xml"/><Relationship Id="rId21" Type="http://schemas.openxmlformats.org/officeDocument/2006/relationships/image" Target="../media/image75.png"/><Relationship Id="rId42" Type="http://schemas.openxmlformats.org/officeDocument/2006/relationships/customXml" Target="../ink/ink200.xml"/><Relationship Id="rId47" Type="http://schemas.openxmlformats.org/officeDocument/2006/relationships/image" Target="../media/image88.png"/><Relationship Id="rId63" Type="http://schemas.openxmlformats.org/officeDocument/2006/relationships/image" Target="../media/image98.png"/><Relationship Id="rId68" Type="http://schemas.openxmlformats.org/officeDocument/2006/relationships/customXml" Target="../ink/ink213.xml"/><Relationship Id="rId84" Type="http://schemas.openxmlformats.org/officeDocument/2006/relationships/customXml" Target="../ink/ink221.xml"/><Relationship Id="rId89" Type="http://schemas.openxmlformats.org/officeDocument/2006/relationships/image" Target="../media/image110.png"/><Relationship Id="rId16" Type="http://schemas.openxmlformats.org/officeDocument/2006/relationships/customXml" Target="../ink/ink187.xml"/><Relationship Id="rId107" Type="http://schemas.openxmlformats.org/officeDocument/2006/relationships/image" Target="../media/image96.png"/><Relationship Id="rId11" Type="http://schemas.openxmlformats.org/officeDocument/2006/relationships/image" Target="../media/image70.png"/><Relationship Id="rId32" Type="http://schemas.openxmlformats.org/officeDocument/2006/relationships/customXml" Target="../ink/ink195.xml"/><Relationship Id="rId37" Type="http://schemas.openxmlformats.org/officeDocument/2006/relationships/image" Target="../media/image83.png"/><Relationship Id="rId53" Type="http://schemas.openxmlformats.org/officeDocument/2006/relationships/image" Target="../media/image91.png"/><Relationship Id="rId58" Type="http://schemas.openxmlformats.org/officeDocument/2006/relationships/customXml" Target="../ink/ink208.xml"/><Relationship Id="rId74" Type="http://schemas.openxmlformats.org/officeDocument/2006/relationships/customXml" Target="../ink/ink216.xml"/><Relationship Id="rId79" Type="http://schemas.openxmlformats.org/officeDocument/2006/relationships/image" Target="../media/image106.png"/><Relationship Id="rId102" Type="http://schemas.openxmlformats.org/officeDocument/2006/relationships/customXml" Target="../ink/ink230.xml"/><Relationship Id="rId5" Type="http://schemas.openxmlformats.org/officeDocument/2006/relationships/image" Target="../media/image67.png"/><Relationship Id="rId90" Type="http://schemas.openxmlformats.org/officeDocument/2006/relationships/customXml" Target="../ink/ink224.xml"/><Relationship Id="rId95" Type="http://schemas.openxmlformats.org/officeDocument/2006/relationships/image" Target="../media/image115.png"/><Relationship Id="rId22" Type="http://schemas.openxmlformats.org/officeDocument/2006/relationships/customXml" Target="../ink/ink190.xml"/><Relationship Id="rId27" Type="http://schemas.openxmlformats.org/officeDocument/2006/relationships/image" Target="../media/image78.png"/><Relationship Id="rId43" Type="http://schemas.openxmlformats.org/officeDocument/2006/relationships/image" Target="../media/image86.png"/><Relationship Id="rId48" Type="http://schemas.openxmlformats.org/officeDocument/2006/relationships/customXml" Target="../ink/ink203.xml"/><Relationship Id="rId64" Type="http://schemas.openxmlformats.org/officeDocument/2006/relationships/customXml" Target="../ink/ink211.xml"/><Relationship Id="rId69" Type="http://schemas.openxmlformats.org/officeDocument/2006/relationships/image" Target="../media/image100.png"/><Relationship Id="rId80" Type="http://schemas.openxmlformats.org/officeDocument/2006/relationships/customXml" Target="../ink/ink219.xml"/><Relationship Id="rId85" Type="http://schemas.openxmlformats.org/officeDocument/2006/relationships/image" Target="../media/image108.png"/><Relationship Id="rId12" Type="http://schemas.openxmlformats.org/officeDocument/2006/relationships/customXml" Target="../ink/ink185.xml"/><Relationship Id="rId17" Type="http://schemas.openxmlformats.org/officeDocument/2006/relationships/image" Target="../media/image73.png"/><Relationship Id="rId33" Type="http://schemas.openxmlformats.org/officeDocument/2006/relationships/image" Target="../media/image81.png"/><Relationship Id="rId38" Type="http://schemas.openxmlformats.org/officeDocument/2006/relationships/customXml" Target="../ink/ink198.xml"/><Relationship Id="rId59" Type="http://schemas.openxmlformats.org/officeDocument/2006/relationships/image" Target="../media/image94.png"/><Relationship Id="rId103" Type="http://schemas.openxmlformats.org/officeDocument/2006/relationships/image" Target="../media/image119.png"/><Relationship Id="rId108" Type="http://schemas.openxmlformats.org/officeDocument/2006/relationships/customXml" Target="../ink/ink233.xml"/><Relationship Id="rId54" Type="http://schemas.openxmlformats.org/officeDocument/2006/relationships/customXml" Target="../ink/ink206.xml"/><Relationship Id="rId70" Type="http://schemas.openxmlformats.org/officeDocument/2006/relationships/customXml" Target="../ink/ink214.xml"/><Relationship Id="rId75" Type="http://schemas.openxmlformats.org/officeDocument/2006/relationships/image" Target="../media/image104.png"/><Relationship Id="rId91" Type="http://schemas.openxmlformats.org/officeDocument/2006/relationships/image" Target="../media/image113.png"/><Relationship Id="rId96" Type="http://schemas.openxmlformats.org/officeDocument/2006/relationships/customXml" Target="../ink/ink22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2.xml"/><Relationship Id="rId15" Type="http://schemas.openxmlformats.org/officeDocument/2006/relationships/image" Target="../media/image72.png"/><Relationship Id="rId23" Type="http://schemas.openxmlformats.org/officeDocument/2006/relationships/image" Target="../media/image76.png"/><Relationship Id="rId28" Type="http://schemas.openxmlformats.org/officeDocument/2006/relationships/customXml" Target="../ink/ink193.xml"/><Relationship Id="rId36" Type="http://schemas.openxmlformats.org/officeDocument/2006/relationships/customXml" Target="../ink/ink197.xml"/><Relationship Id="rId49" Type="http://schemas.openxmlformats.org/officeDocument/2006/relationships/image" Target="../media/image89.png"/><Relationship Id="rId57" Type="http://schemas.openxmlformats.org/officeDocument/2006/relationships/image" Target="../media/image93.png"/><Relationship Id="rId106" Type="http://schemas.openxmlformats.org/officeDocument/2006/relationships/customXml" Target="../ink/ink232.xml"/><Relationship Id="rId10" Type="http://schemas.openxmlformats.org/officeDocument/2006/relationships/customXml" Target="../ink/ink184.xml"/><Relationship Id="rId31" Type="http://schemas.openxmlformats.org/officeDocument/2006/relationships/image" Target="../media/image80.png"/><Relationship Id="rId44" Type="http://schemas.openxmlformats.org/officeDocument/2006/relationships/customXml" Target="../ink/ink201.xml"/><Relationship Id="rId52" Type="http://schemas.openxmlformats.org/officeDocument/2006/relationships/customXml" Target="../ink/ink205.xml"/><Relationship Id="rId60" Type="http://schemas.openxmlformats.org/officeDocument/2006/relationships/customXml" Target="../ink/ink209.xml"/><Relationship Id="rId65" Type="http://schemas.openxmlformats.org/officeDocument/2006/relationships/image" Target="../media/image99.png"/><Relationship Id="rId73" Type="http://schemas.openxmlformats.org/officeDocument/2006/relationships/image" Target="../media/image102.png"/><Relationship Id="rId78" Type="http://schemas.openxmlformats.org/officeDocument/2006/relationships/customXml" Target="../ink/ink218.xml"/><Relationship Id="rId81" Type="http://schemas.openxmlformats.org/officeDocument/2006/relationships/image" Target="../media/image95.png"/><Relationship Id="rId86" Type="http://schemas.openxmlformats.org/officeDocument/2006/relationships/customXml" Target="../ink/ink222.xml"/><Relationship Id="rId94" Type="http://schemas.openxmlformats.org/officeDocument/2006/relationships/customXml" Target="../ink/ink226.xml"/><Relationship Id="rId99" Type="http://schemas.openxmlformats.org/officeDocument/2006/relationships/image" Target="../media/image117.png"/><Relationship Id="rId101" Type="http://schemas.openxmlformats.org/officeDocument/2006/relationships/image" Target="../media/image118.png"/><Relationship Id="rId4" Type="http://schemas.openxmlformats.org/officeDocument/2006/relationships/customXml" Target="../ink/ink181.xml"/><Relationship Id="rId9" Type="http://schemas.openxmlformats.org/officeDocument/2006/relationships/image" Target="../media/image69.png"/><Relationship Id="rId13" Type="http://schemas.openxmlformats.org/officeDocument/2006/relationships/image" Target="../media/image71.png"/><Relationship Id="rId18" Type="http://schemas.openxmlformats.org/officeDocument/2006/relationships/customXml" Target="../ink/ink188.xml"/><Relationship Id="rId39" Type="http://schemas.openxmlformats.org/officeDocument/2006/relationships/image" Target="../media/image84.png"/><Relationship Id="rId109" Type="http://schemas.openxmlformats.org/officeDocument/2006/relationships/image" Target="../media/image121.png"/><Relationship Id="rId34" Type="http://schemas.openxmlformats.org/officeDocument/2006/relationships/customXml" Target="../ink/ink196.xml"/><Relationship Id="rId50" Type="http://schemas.openxmlformats.org/officeDocument/2006/relationships/customXml" Target="../ink/ink204.xml"/><Relationship Id="rId55" Type="http://schemas.openxmlformats.org/officeDocument/2006/relationships/image" Target="../media/image92.png"/><Relationship Id="rId76" Type="http://schemas.openxmlformats.org/officeDocument/2006/relationships/customXml" Target="../ink/ink217.xml"/><Relationship Id="rId97" Type="http://schemas.openxmlformats.org/officeDocument/2006/relationships/image" Target="../media/image116.png"/><Relationship Id="rId104" Type="http://schemas.openxmlformats.org/officeDocument/2006/relationships/customXml" Target="../ink/ink231.xml"/><Relationship Id="rId7" Type="http://schemas.openxmlformats.org/officeDocument/2006/relationships/image" Target="../media/image68.png"/><Relationship Id="rId71" Type="http://schemas.openxmlformats.org/officeDocument/2006/relationships/image" Target="../media/image101.png"/><Relationship Id="rId92" Type="http://schemas.openxmlformats.org/officeDocument/2006/relationships/customXml" Target="../ink/ink225.xml"/><Relationship Id="rId2" Type="http://schemas.openxmlformats.org/officeDocument/2006/relationships/customXml" Target="../ink/ink180.xml"/><Relationship Id="rId29" Type="http://schemas.openxmlformats.org/officeDocument/2006/relationships/image" Target="../media/image79.png"/><Relationship Id="rId24" Type="http://schemas.openxmlformats.org/officeDocument/2006/relationships/customXml" Target="../ink/ink191.xml"/><Relationship Id="rId40" Type="http://schemas.openxmlformats.org/officeDocument/2006/relationships/customXml" Target="../ink/ink199.xml"/><Relationship Id="rId45" Type="http://schemas.openxmlformats.org/officeDocument/2006/relationships/image" Target="../media/image87.png"/><Relationship Id="rId66" Type="http://schemas.openxmlformats.org/officeDocument/2006/relationships/customXml" Target="../ink/ink212.xml"/><Relationship Id="rId87" Type="http://schemas.openxmlformats.org/officeDocument/2006/relationships/image" Target="../media/image109.png"/><Relationship Id="rId110" Type="http://schemas.openxmlformats.org/officeDocument/2006/relationships/customXml" Target="../ink/ink234.xml"/><Relationship Id="rId61" Type="http://schemas.openxmlformats.org/officeDocument/2006/relationships/image" Target="../media/image97.png"/><Relationship Id="rId82" Type="http://schemas.openxmlformats.org/officeDocument/2006/relationships/customXml" Target="../ink/ink220.xml"/><Relationship Id="rId19" Type="http://schemas.openxmlformats.org/officeDocument/2006/relationships/image" Target="../media/image74.png"/><Relationship Id="rId14" Type="http://schemas.openxmlformats.org/officeDocument/2006/relationships/customXml" Target="../ink/ink186.xml"/><Relationship Id="rId30" Type="http://schemas.openxmlformats.org/officeDocument/2006/relationships/customXml" Target="../ink/ink194.xml"/><Relationship Id="rId35" Type="http://schemas.openxmlformats.org/officeDocument/2006/relationships/image" Target="../media/image82.png"/><Relationship Id="rId56" Type="http://schemas.openxmlformats.org/officeDocument/2006/relationships/customXml" Target="../ink/ink207.xml"/><Relationship Id="rId77" Type="http://schemas.openxmlformats.org/officeDocument/2006/relationships/image" Target="../media/image105.png"/><Relationship Id="rId100" Type="http://schemas.openxmlformats.org/officeDocument/2006/relationships/customXml" Target="../ink/ink229.xml"/><Relationship Id="rId105" Type="http://schemas.openxmlformats.org/officeDocument/2006/relationships/image" Target="../media/image120.png"/><Relationship Id="rId8" Type="http://schemas.openxmlformats.org/officeDocument/2006/relationships/customXml" Target="../ink/ink183.xml"/><Relationship Id="rId51" Type="http://schemas.openxmlformats.org/officeDocument/2006/relationships/image" Target="../media/image90.png"/><Relationship Id="rId72" Type="http://schemas.openxmlformats.org/officeDocument/2006/relationships/customXml" Target="../ink/ink215.xml"/><Relationship Id="rId93" Type="http://schemas.openxmlformats.org/officeDocument/2006/relationships/image" Target="../media/image114.png"/><Relationship Id="rId98" Type="http://schemas.openxmlformats.org/officeDocument/2006/relationships/customXml" Target="../ink/ink228.xml"/><Relationship Id="rId3" Type="http://schemas.openxmlformats.org/officeDocument/2006/relationships/image" Target="../media/image66.png"/><Relationship Id="rId25" Type="http://schemas.openxmlformats.org/officeDocument/2006/relationships/image" Target="../media/image77.png"/><Relationship Id="rId46" Type="http://schemas.openxmlformats.org/officeDocument/2006/relationships/customXml" Target="../ink/ink202.xml"/><Relationship Id="rId67" Type="http://schemas.openxmlformats.org/officeDocument/2006/relationships/image" Target="../media/image103.png"/><Relationship Id="rId20" Type="http://schemas.openxmlformats.org/officeDocument/2006/relationships/customXml" Target="../ink/ink189.xml"/><Relationship Id="rId41" Type="http://schemas.openxmlformats.org/officeDocument/2006/relationships/image" Target="../media/image85.png"/><Relationship Id="rId62" Type="http://schemas.openxmlformats.org/officeDocument/2006/relationships/customXml" Target="../ink/ink210.xml"/><Relationship Id="rId83" Type="http://schemas.openxmlformats.org/officeDocument/2006/relationships/image" Target="../media/image107.png"/><Relationship Id="rId88" Type="http://schemas.openxmlformats.org/officeDocument/2006/relationships/customXml" Target="../ink/ink223.xml"/><Relationship Id="rId111" Type="http://schemas.openxmlformats.org/officeDocument/2006/relationships/image" Target="../media/image122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7.png"/><Relationship Id="rId21" Type="http://schemas.openxmlformats.org/officeDocument/2006/relationships/image" Target="../media/image75.png"/><Relationship Id="rId42" Type="http://schemas.openxmlformats.org/officeDocument/2006/relationships/customXml" Target="../ink/ink255.xml"/><Relationship Id="rId63" Type="http://schemas.openxmlformats.org/officeDocument/2006/relationships/image" Target="../media/image98.png"/><Relationship Id="rId84" Type="http://schemas.openxmlformats.org/officeDocument/2006/relationships/customXml" Target="../ink/ink276.xml"/><Relationship Id="rId16" Type="http://schemas.openxmlformats.org/officeDocument/2006/relationships/customXml" Target="../ink/ink242.xml"/><Relationship Id="rId107" Type="http://schemas.openxmlformats.org/officeDocument/2006/relationships/image" Target="../media/image96.png"/><Relationship Id="rId11" Type="http://schemas.openxmlformats.org/officeDocument/2006/relationships/image" Target="../media/image70.png"/><Relationship Id="rId32" Type="http://schemas.openxmlformats.org/officeDocument/2006/relationships/customXml" Target="../ink/ink250.xml"/><Relationship Id="rId37" Type="http://schemas.openxmlformats.org/officeDocument/2006/relationships/image" Target="../media/image83.png"/><Relationship Id="rId53" Type="http://schemas.openxmlformats.org/officeDocument/2006/relationships/image" Target="../media/image91.png"/><Relationship Id="rId58" Type="http://schemas.openxmlformats.org/officeDocument/2006/relationships/customXml" Target="../ink/ink263.xml"/><Relationship Id="rId74" Type="http://schemas.openxmlformats.org/officeDocument/2006/relationships/customXml" Target="../ink/ink271.xml"/><Relationship Id="rId79" Type="http://schemas.openxmlformats.org/officeDocument/2006/relationships/image" Target="../media/image106.png"/><Relationship Id="rId102" Type="http://schemas.openxmlformats.org/officeDocument/2006/relationships/customXml" Target="../ink/ink285.xml"/><Relationship Id="rId123" Type="http://schemas.openxmlformats.org/officeDocument/2006/relationships/image" Target="../media/image130.png"/><Relationship Id="rId128" Type="http://schemas.openxmlformats.org/officeDocument/2006/relationships/customXml" Target="../ink/ink298.xml"/><Relationship Id="rId5" Type="http://schemas.openxmlformats.org/officeDocument/2006/relationships/image" Target="../media/image67.png"/><Relationship Id="rId90" Type="http://schemas.openxmlformats.org/officeDocument/2006/relationships/customXml" Target="../ink/ink279.xml"/><Relationship Id="rId95" Type="http://schemas.openxmlformats.org/officeDocument/2006/relationships/image" Target="../media/image115.png"/><Relationship Id="rId22" Type="http://schemas.openxmlformats.org/officeDocument/2006/relationships/customXml" Target="../ink/ink245.xml"/><Relationship Id="rId27" Type="http://schemas.openxmlformats.org/officeDocument/2006/relationships/image" Target="../media/image78.png"/><Relationship Id="rId43" Type="http://schemas.openxmlformats.org/officeDocument/2006/relationships/image" Target="../media/image86.png"/><Relationship Id="rId48" Type="http://schemas.openxmlformats.org/officeDocument/2006/relationships/customXml" Target="../ink/ink258.xml"/><Relationship Id="rId64" Type="http://schemas.openxmlformats.org/officeDocument/2006/relationships/customXml" Target="../ink/ink266.xml"/><Relationship Id="rId69" Type="http://schemas.openxmlformats.org/officeDocument/2006/relationships/image" Target="../media/image100.png"/><Relationship Id="rId113" Type="http://schemas.openxmlformats.org/officeDocument/2006/relationships/image" Target="../media/image125.png"/><Relationship Id="rId118" Type="http://schemas.openxmlformats.org/officeDocument/2006/relationships/customXml" Target="../ink/ink293.xml"/><Relationship Id="rId80" Type="http://schemas.openxmlformats.org/officeDocument/2006/relationships/customXml" Target="../ink/ink274.xml"/><Relationship Id="rId85" Type="http://schemas.openxmlformats.org/officeDocument/2006/relationships/image" Target="../media/image108.png"/><Relationship Id="rId12" Type="http://schemas.openxmlformats.org/officeDocument/2006/relationships/customXml" Target="../ink/ink240.xml"/><Relationship Id="rId17" Type="http://schemas.openxmlformats.org/officeDocument/2006/relationships/image" Target="../media/image73.png"/><Relationship Id="rId33" Type="http://schemas.openxmlformats.org/officeDocument/2006/relationships/image" Target="../media/image81.png"/><Relationship Id="rId38" Type="http://schemas.openxmlformats.org/officeDocument/2006/relationships/customXml" Target="../ink/ink253.xml"/><Relationship Id="rId59" Type="http://schemas.openxmlformats.org/officeDocument/2006/relationships/image" Target="../media/image94.png"/><Relationship Id="rId103" Type="http://schemas.openxmlformats.org/officeDocument/2006/relationships/image" Target="../media/image119.png"/><Relationship Id="rId108" Type="http://schemas.openxmlformats.org/officeDocument/2006/relationships/customXml" Target="../ink/ink288.xml"/><Relationship Id="rId124" Type="http://schemas.openxmlformats.org/officeDocument/2006/relationships/customXml" Target="../ink/ink296.xml"/><Relationship Id="rId129" Type="http://schemas.openxmlformats.org/officeDocument/2006/relationships/image" Target="../media/image132.png"/><Relationship Id="rId54" Type="http://schemas.openxmlformats.org/officeDocument/2006/relationships/customXml" Target="../ink/ink261.xml"/><Relationship Id="rId70" Type="http://schemas.openxmlformats.org/officeDocument/2006/relationships/customXml" Target="../ink/ink269.xml"/><Relationship Id="rId75" Type="http://schemas.openxmlformats.org/officeDocument/2006/relationships/image" Target="../media/image104.png"/><Relationship Id="rId91" Type="http://schemas.openxmlformats.org/officeDocument/2006/relationships/image" Target="../media/image113.png"/><Relationship Id="rId96" Type="http://schemas.openxmlformats.org/officeDocument/2006/relationships/customXml" Target="../ink/ink28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37.xml"/><Relationship Id="rId23" Type="http://schemas.openxmlformats.org/officeDocument/2006/relationships/image" Target="../media/image76.png"/><Relationship Id="rId28" Type="http://schemas.openxmlformats.org/officeDocument/2006/relationships/customXml" Target="../ink/ink248.xml"/><Relationship Id="rId49" Type="http://schemas.openxmlformats.org/officeDocument/2006/relationships/image" Target="../media/image89.png"/><Relationship Id="rId114" Type="http://schemas.openxmlformats.org/officeDocument/2006/relationships/customXml" Target="../ink/ink291.xml"/><Relationship Id="rId119" Type="http://schemas.openxmlformats.org/officeDocument/2006/relationships/image" Target="../media/image128.png"/><Relationship Id="rId44" Type="http://schemas.openxmlformats.org/officeDocument/2006/relationships/customXml" Target="../ink/ink256.xml"/><Relationship Id="rId60" Type="http://schemas.openxmlformats.org/officeDocument/2006/relationships/customXml" Target="../ink/ink264.xml"/><Relationship Id="rId65" Type="http://schemas.openxmlformats.org/officeDocument/2006/relationships/image" Target="../media/image99.png"/><Relationship Id="rId81" Type="http://schemas.openxmlformats.org/officeDocument/2006/relationships/image" Target="../media/image95.png"/><Relationship Id="rId86" Type="http://schemas.openxmlformats.org/officeDocument/2006/relationships/customXml" Target="../ink/ink277.xml"/><Relationship Id="rId130" Type="http://schemas.openxmlformats.org/officeDocument/2006/relationships/customXml" Target="../ink/ink299.xml"/><Relationship Id="rId13" Type="http://schemas.openxmlformats.org/officeDocument/2006/relationships/image" Target="../media/image71.png"/><Relationship Id="rId18" Type="http://schemas.openxmlformats.org/officeDocument/2006/relationships/customXml" Target="../ink/ink243.xml"/><Relationship Id="rId39" Type="http://schemas.openxmlformats.org/officeDocument/2006/relationships/image" Target="../media/image84.png"/><Relationship Id="rId109" Type="http://schemas.openxmlformats.org/officeDocument/2006/relationships/image" Target="../media/image123.png"/><Relationship Id="rId34" Type="http://schemas.openxmlformats.org/officeDocument/2006/relationships/customXml" Target="../ink/ink251.xml"/><Relationship Id="rId50" Type="http://schemas.openxmlformats.org/officeDocument/2006/relationships/customXml" Target="../ink/ink259.xml"/><Relationship Id="rId55" Type="http://schemas.openxmlformats.org/officeDocument/2006/relationships/image" Target="../media/image92.png"/><Relationship Id="rId76" Type="http://schemas.openxmlformats.org/officeDocument/2006/relationships/customXml" Target="../ink/ink272.xml"/><Relationship Id="rId97" Type="http://schemas.openxmlformats.org/officeDocument/2006/relationships/image" Target="../media/image116.png"/><Relationship Id="rId104" Type="http://schemas.openxmlformats.org/officeDocument/2006/relationships/customXml" Target="../ink/ink286.xml"/><Relationship Id="rId120" Type="http://schemas.openxmlformats.org/officeDocument/2006/relationships/customXml" Target="../ink/ink294.xml"/><Relationship Id="rId125" Type="http://schemas.openxmlformats.org/officeDocument/2006/relationships/image" Target="../media/image121.png"/><Relationship Id="rId7" Type="http://schemas.openxmlformats.org/officeDocument/2006/relationships/image" Target="../media/image68.png"/><Relationship Id="rId71" Type="http://schemas.openxmlformats.org/officeDocument/2006/relationships/image" Target="../media/image101.png"/><Relationship Id="rId92" Type="http://schemas.openxmlformats.org/officeDocument/2006/relationships/customXml" Target="../ink/ink280.xml"/><Relationship Id="rId2" Type="http://schemas.openxmlformats.org/officeDocument/2006/relationships/customXml" Target="../ink/ink235.xml"/><Relationship Id="rId29" Type="http://schemas.openxmlformats.org/officeDocument/2006/relationships/image" Target="../media/image79.png"/><Relationship Id="rId24" Type="http://schemas.openxmlformats.org/officeDocument/2006/relationships/customXml" Target="../ink/ink246.xml"/><Relationship Id="rId40" Type="http://schemas.openxmlformats.org/officeDocument/2006/relationships/customXml" Target="../ink/ink254.xml"/><Relationship Id="rId45" Type="http://schemas.openxmlformats.org/officeDocument/2006/relationships/image" Target="../media/image87.png"/><Relationship Id="rId66" Type="http://schemas.openxmlformats.org/officeDocument/2006/relationships/customXml" Target="../ink/ink267.xml"/><Relationship Id="rId87" Type="http://schemas.openxmlformats.org/officeDocument/2006/relationships/image" Target="../media/image109.png"/><Relationship Id="rId110" Type="http://schemas.openxmlformats.org/officeDocument/2006/relationships/customXml" Target="../ink/ink289.xml"/><Relationship Id="rId115" Type="http://schemas.openxmlformats.org/officeDocument/2006/relationships/image" Target="../media/image126.png"/><Relationship Id="rId131" Type="http://schemas.openxmlformats.org/officeDocument/2006/relationships/image" Target="../media/image133.png"/><Relationship Id="rId61" Type="http://schemas.openxmlformats.org/officeDocument/2006/relationships/image" Target="../media/image97.png"/><Relationship Id="rId82" Type="http://schemas.openxmlformats.org/officeDocument/2006/relationships/customXml" Target="../ink/ink275.xml"/><Relationship Id="rId19" Type="http://schemas.openxmlformats.org/officeDocument/2006/relationships/image" Target="../media/image74.png"/><Relationship Id="rId14" Type="http://schemas.openxmlformats.org/officeDocument/2006/relationships/customXml" Target="../ink/ink241.xml"/><Relationship Id="rId30" Type="http://schemas.openxmlformats.org/officeDocument/2006/relationships/customXml" Target="../ink/ink249.xml"/><Relationship Id="rId35" Type="http://schemas.openxmlformats.org/officeDocument/2006/relationships/image" Target="../media/image82.png"/><Relationship Id="rId56" Type="http://schemas.openxmlformats.org/officeDocument/2006/relationships/customXml" Target="../ink/ink262.xml"/><Relationship Id="rId77" Type="http://schemas.openxmlformats.org/officeDocument/2006/relationships/image" Target="../media/image105.png"/><Relationship Id="rId100" Type="http://schemas.openxmlformats.org/officeDocument/2006/relationships/customXml" Target="../ink/ink284.xml"/><Relationship Id="rId105" Type="http://schemas.openxmlformats.org/officeDocument/2006/relationships/image" Target="../media/image120.png"/><Relationship Id="rId126" Type="http://schemas.openxmlformats.org/officeDocument/2006/relationships/customXml" Target="../ink/ink297.xml"/><Relationship Id="rId8" Type="http://schemas.openxmlformats.org/officeDocument/2006/relationships/customXml" Target="../ink/ink238.xml"/><Relationship Id="rId51" Type="http://schemas.openxmlformats.org/officeDocument/2006/relationships/image" Target="../media/image90.png"/><Relationship Id="rId72" Type="http://schemas.openxmlformats.org/officeDocument/2006/relationships/customXml" Target="../ink/ink270.xml"/><Relationship Id="rId93" Type="http://schemas.openxmlformats.org/officeDocument/2006/relationships/image" Target="../media/image114.png"/><Relationship Id="rId98" Type="http://schemas.openxmlformats.org/officeDocument/2006/relationships/customXml" Target="../ink/ink283.xml"/><Relationship Id="rId121" Type="http://schemas.openxmlformats.org/officeDocument/2006/relationships/image" Target="../media/image129.png"/><Relationship Id="rId3" Type="http://schemas.openxmlformats.org/officeDocument/2006/relationships/image" Target="../media/image66.png"/><Relationship Id="rId25" Type="http://schemas.openxmlformats.org/officeDocument/2006/relationships/image" Target="../media/image77.png"/><Relationship Id="rId46" Type="http://schemas.openxmlformats.org/officeDocument/2006/relationships/customXml" Target="../ink/ink257.xml"/><Relationship Id="rId67" Type="http://schemas.openxmlformats.org/officeDocument/2006/relationships/image" Target="../media/image103.png"/><Relationship Id="rId116" Type="http://schemas.openxmlformats.org/officeDocument/2006/relationships/customXml" Target="../ink/ink292.xml"/><Relationship Id="rId20" Type="http://schemas.openxmlformats.org/officeDocument/2006/relationships/customXml" Target="../ink/ink244.xml"/><Relationship Id="rId41" Type="http://schemas.openxmlformats.org/officeDocument/2006/relationships/image" Target="../media/image85.png"/><Relationship Id="rId62" Type="http://schemas.openxmlformats.org/officeDocument/2006/relationships/customXml" Target="../ink/ink265.xml"/><Relationship Id="rId83" Type="http://schemas.openxmlformats.org/officeDocument/2006/relationships/image" Target="../media/image107.png"/><Relationship Id="rId88" Type="http://schemas.openxmlformats.org/officeDocument/2006/relationships/customXml" Target="../ink/ink278.xml"/><Relationship Id="rId111" Type="http://schemas.openxmlformats.org/officeDocument/2006/relationships/image" Target="../media/image124.png"/><Relationship Id="rId132" Type="http://schemas.openxmlformats.org/officeDocument/2006/relationships/customXml" Target="../ink/ink300.xml"/><Relationship Id="rId15" Type="http://schemas.openxmlformats.org/officeDocument/2006/relationships/image" Target="../media/image72.png"/><Relationship Id="rId36" Type="http://schemas.openxmlformats.org/officeDocument/2006/relationships/customXml" Target="../ink/ink252.xml"/><Relationship Id="rId57" Type="http://schemas.openxmlformats.org/officeDocument/2006/relationships/image" Target="../media/image93.png"/><Relationship Id="rId106" Type="http://schemas.openxmlformats.org/officeDocument/2006/relationships/customXml" Target="../ink/ink287.xml"/><Relationship Id="rId127" Type="http://schemas.openxmlformats.org/officeDocument/2006/relationships/image" Target="../media/image131.png"/><Relationship Id="rId10" Type="http://schemas.openxmlformats.org/officeDocument/2006/relationships/customXml" Target="../ink/ink239.xml"/><Relationship Id="rId31" Type="http://schemas.openxmlformats.org/officeDocument/2006/relationships/image" Target="../media/image80.png"/><Relationship Id="rId52" Type="http://schemas.openxmlformats.org/officeDocument/2006/relationships/customXml" Target="../ink/ink260.xml"/><Relationship Id="rId73" Type="http://schemas.openxmlformats.org/officeDocument/2006/relationships/image" Target="../media/image102.png"/><Relationship Id="rId78" Type="http://schemas.openxmlformats.org/officeDocument/2006/relationships/customXml" Target="../ink/ink273.xml"/><Relationship Id="rId94" Type="http://schemas.openxmlformats.org/officeDocument/2006/relationships/customXml" Target="../ink/ink281.xml"/><Relationship Id="rId99" Type="http://schemas.openxmlformats.org/officeDocument/2006/relationships/image" Target="../media/image117.png"/><Relationship Id="rId101" Type="http://schemas.openxmlformats.org/officeDocument/2006/relationships/image" Target="../media/image118.png"/><Relationship Id="rId122" Type="http://schemas.openxmlformats.org/officeDocument/2006/relationships/customXml" Target="../ink/ink295.xml"/><Relationship Id="rId4" Type="http://schemas.openxmlformats.org/officeDocument/2006/relationships/customXml" Target="../ink/ink236.xml"/><Relationship Id="rId9" Type="http://schemas.openxmlformats.org/officeDocument/2006/relationships/image" Target="../media/image69.png"/><Relationship Id="rId26" Type="http://schemas.openxmlformats.org/officeDocument/2006/relationships/customXml" Target="../ink/ink247.xml"/><Relationship Id="rId47" Type="http://schemas.openxmlformats.org/officeDocument/2006/relationships/image" Target="../media/image88.png"/><Relationship Id="rId68" Type="http://schemas.openxmlformats.org/officeDocument/2006/relationships/customXml" Target="../ink/ink268.xml"/><Relationship Id="rId89" Type="http://schemas.openxmlformats.org/officeDocument/2006/relationships/image" Target="../media/image110.png"/><Relationship Id="rId112" Type="http://schemas.openxmlformats.org/officeDocument/2006/relationships/customXml" Target="../ink/ink290.xml"/><Relationship Id="rId133" Type="http://schemas.openxmlformats.org/officeDocument/2006/relationships/image" Target="../media/image134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6.png"/><Relationship Id="rId21" Type="http://schemas.openxmlformats.org/officeDocument/2006/relationships/image" Target="../media/image85.png"/><Relationship Id="rId42" Type="http://schemas.openxmlformats.org/officeDocument/2006/relationships/customXml" Target="../ink/ink321.xml"/><Relationship Id="rId63" Type="http://schemas.openxmlformats.org/officeDocument/2006/relationships/image" Target="../media/image107.png"/><Relationship Id="rId84" Type="http://schemas.openxmlformats.org/officeDocument/2006/relationships/customXml" Target="../ink/ink342.xml"/><Relationship Id="rId138" Type="http://schemas.openxmlformats.org/officeDocument/2006/relationships/customXml" Target="../ink/ink369.xml"/><Relationship Id="rId159" Type="http://schemas.openxmlformats.org/officeDocument/2006/relationships/image" Target="../media/image157.png"/><Relationship Id="rId170" Type="http://schemas.openxmlformats.org/officeDocument/2006/relationships/customXml" Target="../ink/ink385.xml"/><Relationship Id="rId107" Type="http://schemas.openxmlformats.org/officeDocument/2006/relationships/image" Target="../media/image131.png"/><Relationship Id="rId11" Type="http://schemas.openxmlformats.org/officeDocument/2006/relationships/image" Target="../media/image80.png"/><Relationship Id="rId32" Type="http://schemas.openxmlformats.org/officeDocument/2006/relationships/customXml" Target="../ink/ink316.xml"/><Relationship Id="rId53" Type="http://schemas.openxmlformats.org/officeDocument/2006/relationships/image" Target="../media/image102.png"/><Relationship Id="rId74" Type="http://schemas.openxmlformats.org/officeDocument/2006/relationships/customXml" Target="../ink/ink337.xml"/><Relationship Id="rId128" Type="http://schemas.openxmlformats.org/officeDocument/2006/relationships/customXml" Target="../ink/ink364.xml"/><Relationship Id="rId149" Type="http://schemas.openxmlformats.org/officeDocument/2006/relationships/image" Target="../media/image152.png"/><Relationship Id="rId5" Type="http://schemas.openxmlformats.org/officeDocument/2006/relationships/image" Target="../media/image67.png"/><Relationship Id="rId95" Type="http://schemas.openxmlformats.org/officeDocument/2006/relationships/image" Target="../media/image126.png"/><Relationship Id="rId160" Type="http://schemas.openxmlformats.org/officeDocument/2006/relationships/customXml" Target="../ink/ink380.xml"/><Relationship Id="rId22" Type="http://schemas.openxmlformats.org/officeDocument/2006/relationships/customXml" Target="../ink/ink311.xml"/><Relationship Id="rId43" Type="http://schemas.openxmlformats.org/officeDocument/2006/relationships/image" Target="../media/image98.png"/><Relationship Id="rId64" Type="http://schemas.openxmlformats.org/officeDocument/2006/relationships/customXml" Target="../ink/ink332.xml"/><Relationship Id="rId118" Type="http://schemas.openxmlformats.org/officeDocument/2006/relationships/customXml" Target="../ink/ink359.xml"/><Relationship Id="rId139" Type="http://schemas.openxmlformats.org/officeDocument/2006/relationships/image" Target="../media/image147.png"/><Relationship Id="rId85" Type="http://schemas.openxmlformats.org/officeDocument/2006/relationships/image" Target="../media/image120.png"/><Relationship Id="rId150" Type="http://schemas.openxmlformats.org/officeDocument/2006/relationships/customXml" Target="../ink/ink375.xml"/><Relationship Id="rId171" Type="http://schemas.openxmlformats.org/officeDocument/2006/relationships/image" Target="../media/image163.png"/><Relationship Id="rId12" Type="http://schemas.openxmlformats.org/officeDocument/2006/relationships/customXml" Target="../ink/ink306.xml"/><Relationship Id="rId33" Type="http://schemas.openxmlformats.org/officeDocument/2006/relationships/image" Target="../media/image91.png"/><Relationship Id="rId108" Type="http://schemas.openxmlformats.org/officeDocument/2006/relationships/customXml" Target="../ink/ink354.xml"/><Relationship Id="rId129" Type="http://schemas.openxmlformats.org/officeDocument/2006/relationships/image" Target="../media/image142.png"/><Relationship Id="rId54" Type="http://schemas.openxmlformats.org/officeDocument/2006/relationships/customXml" Target="../ink/ink327.xml"/><Relationship Id="rId75" Type="http://schemas.openxmlformats.org/officeDocument/2006/relationships/image" Target="../media/image115.png"/><Relationship Id="rId96" Type="http://schemas.openxmlformats.org/officeDocument/2006/relationships/customXml" Target="../ink/ink348.xml"/><Relationship Id="rId140" Type="http://schemas.openxmlformats.org/officeDocument/2006/relationships/customXml" Target="../ink/ink370.xml"/><Relationship Id="rId161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03.xml"/><Relationship Id="rId23" Type="http://schemas.openxmlformats.org/officeDocument/2006/relationships/image" Target="../media/image86.png"/><Relationship Id="rId28" Type="http://schemas.openxmlformats.org/officeDocument/2006/relationships/customXml" Target="../ink/ink314.xml"/><Relationship Id="rId49" Type="http://schemas.openxmlformats.org/officeDocument/2006/relationships/image" Target="../media/image100.png"/><Relationship Id="rId114" Type="http://schemas.openxmlformats.org/officeDocument/2006/relationships/customXml" Target="../ink/ink357.xml"/><Relationship Id="rId119" Type="http://schemas.openxmlformats.org/officeDocument/2006/relationships/image" Target="../media/image137.png"/><Relationship Id="rId44" Type="http://schemas.openxmlformats.org/officeDocument/2006/relationships/customXml" Target="../ink/ink322.xml"/><Relationship Id="rId60" Type="http://schemas.openxmlformats.org/officeDocument/2006/relationships/customXml" Target="../ink/ink330.xml"/><Relationship Id="rId65" Type="http://schemas.openxmlformats.org/officeDocument/2006/relationships/image" Target="../media/image108.png"/><Relationship Id="rId81" Type="http://schemas.openxmlformats.org/officeDocument/2006/relationships/image" Target="../media/image118.png"/><Relationship Id="rId86" Type="http://schemas.openxmlformats.org/officeDocument/2006/relationships/customXml" Target="../ink/ink343.xml"/><Relationship Id="rId130" Type="http://schemas.openxmlformats.org/officeDocument/2006/relationships/customXml" Target="../ink/ink365.xml"/><Relationship Id="rId135" Type="http://schemas.openxmlformats.org/officeDocument/2006/relationships/image" Target="../media/image145.png"/><Relationship Id="rId151" Type="http://schemas.openxmlformats.org/officeDocument/2006/relationships/image" Target="../media/image153.png"/><Relationship Id="rId156" Type="http://schemas.openxmlformats.org/officeDocument/2006/relationships/customXml" Target="../ink/ink378.xml"/><Relationship Id="rId172" Type="http://schemas.openxmlformats.org/officeDocument/2006/relationships/customXml" Target="../ink/ink386.xml"/><Relationship Id="rId13" Type="http://schemas.openxmlformats.org/officeDocument/2006/relationships/image" Target="../media/image81.png"/><Relationship Id="rId18" Type="http://schemas.openxmlformats.org/officeDocument/2006/relationships/customXml" Target="../ink/ink309.xml"/><Relationship Id="rId39" Type="http://schemas.openxmlformats.org/officeDocument/2006/relationships/image" Target="../media/image94.png"/><Relationship Id="rId109" Type="http://schemas.openxmlformats.org/officeDocument/2006/relationships/image" Target="../media/image132.png"/><Relationship Id="rId34" Type="http://schemas.openxmlformats.org/officeDocument/2006/relationships/customXml" Target="../ink/ink317.xml"/><Relationship Id="rId50" Type="http://schemas.openxmlformats.org/officeDocument/2006/relationships/customXml" Target="../ink/ink325.xml"/><Relationship Id="rId55" Type="http://schemas.openxmlformats.org/officeDocument/2006/relationships/image" Target="../media/image104.png"/><Relationship Id="rId76" Type="http://schemas.openxmlformats.org/officeDocument/2006/relationships/customXml" Target="../ink/ink338.xml"/><Relationship Id="rId97" Type="http://schemas.openxmlformats.org/officeDocument/2006/relationships/image" Target="../media/image127.png"/><Relationship Id="rId104" Type="http://schemas.openxmlformats.org/officeDocument/2006/relationships/customXml" Target="../ink/ink352.xml"/><Relationship Id="rId120" Type="http://schemas.openxmlformats.org/officeDocument/2006/relationships/customXml" Target="../ink/ink360.xml"/><Relationship Id="rId125" Type="http://schemas.openxmlformats.org/officeDocument/2006/relationships/image" Target="../media/image140.png"/><Relationship Id="rId141" Type="http://schemas.openxmlformats.org/officeDocument/2006/relationships/image" Target="../media/image148.png"/><Relationship Id="rId146" Type="http://schemas.openxmlformats.org/officeDocument/2006/relationships/customXml" Target="../ink/ink373.xml"/><Relationship Id="rId167" Type="http://schemas.openxmlformats.org/officeDocument/2006/relationships/image" Target="../media/image161.png"/><Relationship Id="rId7" Type="http://schemas.openxmlformats.org/officeDocument/2006/relationships/image" Target="../media/image68.png"/><Relationship Id="rId71" Type="http://schemas.openxmlformats.org/officeDocument/2006/relationships/image" Target="../media/image113.png"/><Relationship Id="rId92" Type="http://schemas.openxmlformats.org/officeDocument/2006/relationships/customXml" Target="../ink/ink346.xml"/><Relationship Id="rId162" Type="http://schemas.openxmlformats.org/officeDocument/2006/relationships/customXml" Target="../ink/ink381.xml"/><Relationship Id="rId2" Type="http://schemas.openxmlformats.org/officeDocument/2006/relationships/customXml" Target="../ink/ink301.xml"/><Relationship Id="rId29" Type="http://schemas.openxmlformats.org/officeDocument/2006/relationships/image" Target="../media/image89.png"/><Relationship Id="rId24" Type="http://schemas.openxmlformats.org/officeDocument/2006/relationships/customXml" Target="../ink/ink312.xml"/><Relationship Id="rId40" Type="http://schemas.openxmlformats.org/officeDocument/2006/relationships/customXml" Target="../ink/ink320.xml"/><Relationship Id="rId45" Type="http://schemas.openxmlformats.org/officeDocument/2006/relationships/image" Target="../media/image99.png"/><Relationship Id="rId66" Type="http://schemas.openxmlformats.org/officeDocument/2006/relationships/customXml" Target="../ink/ink333.xml"/><Relationship Id="rId87" Type="http://schemas.openxmlformats.org/officeDocument/2006/relationships/image" Target="../media/image96.png"/><Relationship Id="rId110" Type="http://schemas.openxmlformats.org/officeDocument/2006/relationships/customXml" Target="../ink/ink355.xml"/><Relationship Id="rId115" Type="http://schemas.openxmlformats.org/officeDocument/2006/relationships/image" Target="../media/image135.png"/><Relationship Id="rId131" Type="http://schemas.openxmlformats.org/officeDocument/2006/relationships/image" Target="../media/image143.png"/><Relationship Id="rId136" Type="http://schemas.openxmlformats.org/officeDocument/2006/relationships/customXml" Target="../ink/ink368.xml"/><Relationship Id="rId157" Type="http://schemas.openxmlformats.org/officeDocument/2006/relationships/image" Target="../media/image156.png"/><Relationship Id="rId61" Type="http://schemas.openxmlformats.org/officeDocument/2006/relationships/image" Target="../media/image95.png"/><Relationship Id="rId82" Type="http://schemas.openxmlformats.org/officeDocument/2006/relationships/customXml" Target="../ink/ink341.xml"/><Relationship Id="rId152" Type="http://schemas.openxmlformats.org/officeDocument/2006/relationships/customXml" Target="../ink/ink376.xml"/><Relationship Id="rId173" Type="http://schemas.openxmlformats.org/officeDocument/2006/relationships/image" Target="../media/image164.png"/><Relationship Id="rId19" Type="http://schemas.openxmlformats.org/officeDocument/2006/relationships/image" Target="../media/image84.png"/><Relationship Id="rId14" Type="http://schemas.openxmlformats.org/officeDocument/2006/relationships/customXml" Target="../ink/ink307.xml"/><Relationship Id="rId30" Type="http://schemas.openxmlformats.org/officeDocument/2006/relationships/customXml" Target="../ink/ink315.xml"/><Relationship Id="rId35" Type="http://schemas.openxmlformats.org/officeDocument/2006/relationships/image" Target="../media/image92.png"/><Relationship Id="rId56" Type="http://schemas.openxmlformats.org/officeDocument/2006/relationships/customXml" Target="../ink/ink328.xml"/><Relationship Id="rId77" Type="http://schemas.openxmlformats.org/officeDocument/2006/relationships/image" Target="../media/image116.png"/><Relationship Id="rId100" Type="http://schemas.openxmlformats.org/officeDocument/2006/relationships/customXml" Target="../ink/ink350.xml"/><Relationship Id="rId105" Type="http://schemas.openxmlformats.org/officeDocument/2006/relationships/image" Target="../media/image121.png"/><Relationship Id="rId126" Type="http://schemas.openxmlformats.org/officeDocument/2006/relationships/customXml" Target="../ink/ink363.xml"/><Relationship Id="rId147" Type="http://schemas.openxmlformats.org/officeDocument/2006/relationships/image" Target="../media/image151.png"/><Relationship Id="rId168" Type="http://schemas.openxmlformats.org/officeDocument/2006/relationships/customXml" Target="../ink/ink384.xml"/><Relationship Id="rId8" Type="http://schemas.openxmlformats.org/officeDocument/2006/relationships/customXml" Target="../ink/ink304.xml"/><Relationship Id="rId51" Type="http://schemas.openxmlformats.org/officeDocument/2006/relationships/image" Target="../media/image101.png"/><Relationship Id="rId72" Type="http://schemas.openxmlformats.org/officeDocument/2006/relationships/customXml" Target="../ink/ink336.xml"/><Relationship Id="rId93" Type="http://schemas.openxmlformats.org/officeDocument/2006/relationships/image" Target="../media/image125.png"/><Relationship Id="rId98" Type="http://schemas.openxmlformats.org/officeDocument/2006/relationships/customXml" Target="../ink/ink349.xml"/><Relationship Id="rId121" Type="http://schemas.openxmlformats.org/officeDocument/2006/relationships/image" Target="../media/image138.png"/><Relationship Id="rId142" Type="http://schemas.openxmlformats.org/officeDocument/2006/relationships/customXml" Target="../ink/ink371.xml"/><Relationship Id="rId163" Type="http://schemas.openxmlformats.org/officeDocument/2006/relationships/image" Target="../media/image159.png"/><Relationship Id="rId3" Type="http://schemas.openxmlformats.org/officeDocument/2006/relationships/image" Target="../media/image66.png"/><Relationship Id="rId25" Type="http://schemas.openxmlformats.org/officeDocument/2006/relationships/image" Target="../media/image87.png"/><Relationship Id="rId46" Type="http://schemas.openxmlformats.org/officeDocument/2006/relationships/customXml" Target="../ink/ink323.xml"/><Relationship Id="rId67" Type="http://schemas.openxmlformats.org/officeDocument/2006/relationships/image" Target="../media/image109.png"/><Relationship Id="rId116" Type="http://schemas.openxmlformats.org/officeDocument/2006/relationships/customXml" Target="../ink/ink358.xml"/><Relationship Id="rId137" Type="http://schemas.openxmlformats.org/officeDocument/2006/relationships/image" Target="../media/image146.png"/><Relationship Id="rId158" Type="http://schemas.openxmlformats.org/officeDocument/2006/relationships/customXml" Target="../ink/ink379.xml"/><Relationship Id="rId20" Type="http://schemas.openxmlformats.org/officeDocument/2006/relationships/customXml" Target="../ink/ink310.xml"/><Relationship Id="rId41" Type="http://schemas.openxmlformats.org/officeDocument/2006/relationships/image" Target="../media/image97.png"/><Relationship Id="rId62" Type="http://schemas.openxmlformats.org/officeDocument/2006/relationships/customXml" Target="../ink/ink331.xml"/><Relationship Id="rId83" Type="http://schemas.openxmlformats.org/officeDocument/2006/relationships/image" Target="../media/image119.png"/><Relationship Id="rId88" Type="http://schemas.openxmlformats.org/officeDocument/2006/relationships/customXml" Target="../ink/ink344.xml"/><Relationship Id="rId111" Type="http://schemas.openxmlformats.org/officeDocument/2006/relationships/image" Target="../media/image133.png"/><Relationship Id="rId132" Type="http://schemas.openxmlformats.org/officeDocument/2006/relationships/customXml" Target="../ink/ink366.xml"/><Relationship Id="rId153" Type="http://schemas.openxmlformats.org/officeDocument/2006/relationships/image" Target="../media/image154.png"/><Relationship Id="rId15" Type="http://schemas.openxmlformats.org/officeDocument/2006/relationships/image" Target="../media/image82.png"/><Relationship Id="rId36" Type="http://schemas.openxmlformats.org/officeDocument/2006/relationships/customXml" Target="../ink/ink318.xml"/><Relationship Id="rId57" Type="http://schemas.openxmlformats.org/officeDocument/2006/relationships/image" Target="../media/image105.png"/><Relationship Id="rId106" Type="http://schemas.openxmlformats.org/officeDocument/2006/relationships/customXml" Target="../ink/ink353.xml"/><Relationship Id="rId127" Type="http://schemas.openxmlformats.org/officeDocument/2006/relationships/image" Target="../media/image141.png"/><Relationship Id="rId10" Type="http://schemas.openxmlformats.org/officeDocument/2006/relationships/customXml" Target="../ink/ink305.xml"/><Relationship Id="rId31" Type="http://schemas.openxmlformats.org/officeDocument/2006/relationships/image" Target="../media/image90.png"/><Relationship Id="rId52" Type="http://schemas.openxmlformats.org/officeDocument/2006/relationships/customXml" Target="../ink/ink326.xml"/><Relationship Id="rId73" Type="http://schemas.openxmlformats.org/officeDocument/2006/relationships/image" Target="../media/image114.png"/><Relationship Id="rId78" Type="http://schemas.openxmlformats.org/officeDocument/2006/relationships/customXml" Target="../ink/ink339.xml"/><Relationship Id="rId94" Type="http://schemas.openxmlformats.org/officeDocument/2006/relationships/customXml" Target="../ink/ink347.xml"/><Relationship Id="rId99" Type="http://schemas.openxmlformats.org/officeDocument/2006/relationships/image" Target="../media/image128.png"/><Relationship Id="rId101" Type="http://schemas.openxmlformats.org/officeDocument/2006/relationships/image" Target="../media/image129.png"/><Relationship Id="rId122" Type="http://schemas.openxmlformats.org/officeDocument/2006/relationships/customXml" Target="../ink/ink361.xml"/><Relationship Id="rId143" Type="http://schemas.openxmlformats.org/officeDocument/2006/relationships/image" Target="../media/image149.png"/><Relationship Id="rId148" Type="http://schemas.openxmlformats.org/officeDocument/2006/relationships/customXml" Target="../ink/ink374.xml"/><Relationship Id="rId164" Type="http://schemas.openxmlformats.org/officeDocument/2006/relationships/customXml" Target="../ink/ink382.xml"/><Relationship Id="rId169" Type="http://schemas.openxmlformats.org/officeDocument/2006/relationships/image" Target="../media/image162.png"/><Relationship Id="rId4" Type="http://schemas.openxmlformats.org/officeDocument/2006/relationships/customXml" Target="../ink/ink302.xml"/><Relationship Id="rId9" Type="http://schemas.openxmlformats.org/officeDocument/2006/relationships/image" Target="../media/image69.png"/><Relationship Id="rId26" Type="http://schemas.openxmlformats.org/officeDocument/2006/relationships/customXml" Target="../ink/ink313.xml"/><Relationship Id="rId47" Type="http://schemas.openxmlformats.org/officeDocument/2006/relationships/image" Target="../media/image103.png"/><Relationship Id="rId68" Type="http://schemas.openxmlformats.org/officeDocument/2006/relationships/customXml" Target="../ink/ink334.xml"/><Relationship Id="rId89" Type="http://schemas.openxmlformats.org/officeDocument/2006/relationships/image" Target="../media/image123.png"/><Relationship Id="rId112" Type="http://schemas.openxmlformats.org/officeDocument/2006/relationships/customXml" Target="../ink/ink356.xml"/><Relationship Id="rId133" Type="http://schemas.openxmlformats.org/officeDocument/2006/relationships/image" Target="../media/image144.png"/><Relationship Id="rId154" Type="http://schemas.openxmlformats.org/officeDocument/2006/relationships/customXml" Target="../ink/ink377.xml"/><Relationship Id="rId16" Type="http://schemas.openxmlformats.org/officeDocument/2006/relationships/customXml" Target="../ink/ink308.xml"/><Relationship Id="rId37" Type="http://schemas.openxmlformats.org/officeDocument/2006/relationships/image" Target="../media/image93.png"/><Relationship Id="rId58" Type="http://schemas.openxmlformats.org/officeDocument/2006/relationships/customXml" Target="../ink/ink329.xml"/><Relationship Id="rId79" Type="http://schemas.openxmlformats.org/officeDocument/2006/relationships/image" Target="../media/image117.png"/><Relationship Id="rId102" Type="http://schemas.openxmlformats.org/officeDocument/2006/relationships/customXml" Target="../ink/ink351.xml"/><Relationship Id="rId123" Type="http://schemas.openxmlformats.org/officeDocument/2006/relationships/image" Target="../media/image139.png"/><Relationship Id="rId144" Type="http://schemas.openxmlformats.org/officeDocument/2006/relationships/customXml" Target="../ink/ink372.xml"/><Relationship Id="rId90" Type="http://schemas.openxmlformats.org/officeDocument/2006/relationships/customXml" Target="../ink/ink345.xml"/><Relationship Id="rId165" Type="http://schemas.openxmlformats.org/officeDocument/2006/relationships/image" Target="../media/image160.png"/><Relationship Id="rId27" Type="http://schemas.openxmlformats.org/officeDocument/2006/relationships/image" Target="../media/image88.png"/><Relationship Id="rId48" Type="http://schemas.openxmlformats.org/officeDocument/2006/relationships/customXml" Target="../ink/ink324.xml"/><Relationship Id="rId69" Type="http://schemas.openxmlformats.org/officeDocument/2006/relationships/image" Target="../media/image110.png"/><Relationship Id="rId113" Type="http://schemas.openxmlformats.org/officeDocument/2006/relationships/image" Target="../media/image134.png"/><Relationship Id="rId134" Type="http://schemas.openxmlformats.org/officeDocument/2006/relationships/customXml" Target="../ink/ink367.xml"/><Relationship Id="rId80" Type="http://schemas.openxmlformats.org/officeDocument/2006/relationships/customXml" Target="../ink/ink340.xml"/><Relationship Id="rId155" Type="http://schemas.openxmlformats.org/officeDocument/2006/relationships/image" Target="../media/image155.png"/><Relationship Id="rId17" Type="http://schemas.openxmlformats.org/officeDocument/2006/relationships/image" Target="../media/image83.png"/><Relationship Id="rId38" Type="http://schemas.openxmlformats.org/officeDocument/2006/relationships/customXml" Target="../ink/ink319.xml"/><Relationship Id="rId59" Type="http://schemas.openxmlformats.org/officeDocument/2006/relationships/image" Target="../media/image106.png"/><Relationship Id="rId103" Type="http://schemas.openxmlformats.org/officeDocument/2006/relationships/image" Target="../media/image130.png"/><Relationship Id="rId124" Type="http://schemas.openxmlformats.org/officeDocument/2006/relationships/customXml" Target="../ink/ink362.xml"/><Relationship Id="rId70" Type="http://schemas.openxmlformats.org/officeDocument/2006/relationships/customXml" Target="../ink/ink335.xml"/><Relationship Id="rId91" Type="http://schemas.openxmlformats.org/officeDocument/2006/relationships/image" Target="../media/image124.png"/><Relationship Id="rId145" Type="http://schemas.openxmlformats.org/officeDocument/2006/relationships/image" Target="../media/image150.png"/><Relationship Id="rId166" Type="http://schemas.openxmlformats.org/officeDocument/2006/relationships/customXml" Target="../ink/ink38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D3AB9C6-6B63-4B08-A979-F6A9C45DF433}"/>
                  </a:ext>
                </a:extLst>
              </p14:cNvPr>
              <p14:cNvContentPartPr/>
              <p14:nvPr/>
            </p14:nvContentPartPr>
            <p14:xfrm>
              <a:off x="2631070" y="253508"/>
              <a:ext cx="232920" cy="285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D3AB9C6-6B63-4B08-A979-F6A9C45DF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2430" y="244519"/>
                <a:ext cx="250560" cy="3027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7628CB4-3BDA-43FD-93CA-1FA72ED24CD2}"/>
                  </a:ext>
                </a:extLst>
              </p14:cNvPr>
              <p14:cNvContentPartPr/>
              <p14:nvPr/>
            </p14:nvContentPartPr>
            <p14:xfrm>
              <a:off x="1865350" y="260708"/>
              <a:ext cx="653760" cy="436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7628CB4-3BDA-43FD-93CA-1FA72ED24C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6710" y="251715"/>
                <a:ext cx="671400" cy="454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DD7EF747-9C72-433B-BCCF-7FFE4E141591}"/>
                  </a:ext>
                </a:extLst>
              </p14:cNvPr>
              <p14:cNvContentPartPr/>
              <p14:nvPr/>
            </p14:nvContentPartPr>
            <p14:xfrm>
              <a:off x="8541190" y="148388"/>
              <a:ext cx="1530360" cy="2642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DD7EF747-9C72-433B-BCCF-7FFE4E1415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32550" y="139388"/>
                <a:ext cx="15480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DE251B6-7573-4143-A878-42D5721FAEB8}"/>
                  </a:ext>
                </a:extLst>
              </p14:cNvPr>
              <p14:cNvContentPartPr/>
              <p14:nvPr/>
            </p14:nvContentPartPr>
            <p14:xfrm>
              <a:off x="3169270" y="131468"/>
              <a:ext cx="5132880" cy="9255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DE251B6-7573-4143-A878-42D5721FAEB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60629" y="122468"/>
                <a:ext cx="5150521" cy="9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1A31370-ABA2-452A-9A86-1A4996042EF8}"/>
                  </a:ext>
                </a:extLst>
              </p14:cNvPr>
              <p14:cNvContentPartPr/>
              <p14:nvPr/>
            </p14:nvContentPartPr>
            <p14:xfrm>
              <a:off x="1103590" y="3625628"/>
              <a:ext cx="170640" cy="6955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1A31370-ABA2-452A-9A86-1A4996042EF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4590" y="3616984"/>
                <a:ext cx="188280" cy="7131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08D48BB-EA89-47BB-9C57-286823F9A624}"/>
                  </a:ext>
                </a:extLst>
              </p14:cNvPr>
              <p14:cNvContentPartPr/>
              <p14:nvPr/>
            </p14:nvContentPartPr>
            <p14:xfrm>
              <a:off x="485470" y="4460468"/>
              <a:ext cx="1053000" cy="2941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08D48BB-EA89-47BB-9C57-286823F9A62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6827" y="4451468"/>
                <a:ext cx="1070646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0A90EC2-A892-451A-B2C8-61E0D5113709}"/>
                  </a:ext>
                </a:extLst>
              </p14:cNvPr>
              <p14:cNvContentPartPr/>
              <p14:nvPr/>
            </p14:nvContentPartPr>
            <p14:xfrm>
              <a:off x="10506430" y="4456508"/>
              <a:ext cx="736920" cy="3268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0A90EC2-A892-451A-B2C8-61E0D511370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497790" y="4447518"/>
                <a:ext cx="754560" cy="3445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AF99F63-0167-489A-84DF-9AA37F26C16A}"/>
                  </a:ext>
                </a:extLst>
              </p14:cNvPr>
              <p14:cNvContentPartPr/>
              <p14:nvPr/>
            </p14:nvContentPartPr>
            <p14:xfrm>
              <a:off x="10646830" y="3453188"/>
              <a:ext cx="257400" cy="8496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AF99F63-0167-489A-84DF-9AA37F26C1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637830" y="3444548"/>
                <a:ext cx="275040" cy="86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6053CB0C-6401-4F6F-B5BF-E68885D4E545}"/>
                  </a:ext>
                </a:extLst>
              </p14:cNvPr>
              <p14:cNvContentPartPr/>
              <p14:nvPr/>
            </p14:nvContentPartPr>
            <p14:xfrm>
              <a:off x="1453150" y="6329228"/>
              <a:ext cx="132480" cy="547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6053CB0C-6401-4F6F-B5BF-E68885D4E54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44510" y="6320287"/>
                <a:ext cx="150120" cy="72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7960813D-8072-4BDA-8730-2BF1D940CD43}"/>
                  </a:ext>
                </a:extLst>
              </p14:cNvPr>
              <p14:cNvContentPartPr/>
              <p14:nvPr/>
            </p14:nvContentPartPr>
            <p14:xfrm>
              <a:off x="1828990" y="6145988"/>
              <a:ext cx="450000" cy="25560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7960813D-8072-4BDA-8730-2BF1D940CD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20350" y="6137348"/>
                <a:ext cx="4676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6FFBAC6A-6CF0-4B8A-A05A-676A00583FC5}"/>
                  </a:ext>
                </a:extLst>
              </p14:cNvPr>
              <p14:cNvContentPartPr/>
              <p14:nvPr/>
            </p14:nvContentPartPr>
            <p14:xfrm>
              <a:off x="310870" y="5047628"/>
              <a:ext cx="2956680" cy="8928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6FFBAC6A-6CF0-4B8A-A05A-676A00583FC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2230" y="5038988"/>
                <a:ext cx="2974320" cy="91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F64969FF-76D8-41A3-BB52-A64448392B90}"/>
                  </a:ext>
                </a:extLst>
              </p14:cNvPr>
              <p14:cNvContentPartPr/>
              <p14:nvPr/>
            </p14:nvContentPartPr>
            <p14:xfrm>
              <a:off x="9618310" y="5916308"/>
              <a:ext cx="102240" cy="165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F64969FF-76D8-41A3-BB52-A64448392B9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609670" y="5907308"/>
                <a:ext cx="1198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B228EC8E-7B76-406E-83ED-A2D848D6ADEF}"/>
                  </a:ext>
                </a:extLst>
              </p14:cNvPr>
              <p14:cNvContentPartPr/>
              <p14:nvPr/>
            </p14:nvContentPartPr>
            <p14:xfrm>
              <a:off x="9615790" y="5861948"/>
              <a:ext cx="121320" cy="540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B228EC8E-7B76-406E-83ED-A2D848D6ADE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607150" y="5852948"/>
                <a:ext cx="13896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1D2855CF-8CD2-4FA2-A07B-9F6B94367186}"/>
                  </a:ext>
                </a:extLst>
              </p14:cNvPr>
              <p14:cNvContentPartPr/>
              <p14:nvPr/>
            </p14:nvContentPartPr>
            <p14:xfrm>
              <a:off x="10042750" y="5780588"/>
              <a:ext cx="21960" cy="20628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1D2855CF-8CD2-4FA2-A07B-9F6B9436718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34110" y="5771948"/>
                <a:ext cx="396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C4E0E192-5132-438F-8DF7-499C7BD1093A}"/>
                  </a:ext>
                </a:extLst>
              </p14:cNvPr>
              <p14:cNvContentPartPr/>
              <p14:nvPr/>
            </p14:nvContentPartPr>
            <p14:xfrm>
              <a:off x="10184230" y="5775188"/>
              <a:ext cx="8280" cy="1940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C4E0E192-5132-438F-8DF7-499C7BD1093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175230" y="5766188"/>
                <a:ext cx="2592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418E8281-8838-4FFA-B0C9-ECB473645682}"/>
                  </a:ext>
                </a:extLst>
              </p14:cNvPr>
              <p14:cNvContentPartPr/>
              <p14:nvPr/>
            </p14:nvContentPartPr>
            <p14:xfrm>
              <a:off x="10271350" y="5806868"/>
              <a:ext cx="230760" cy="16452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418E8281-8838-4FFA-B0C9-ECB47364568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62350" y="5798228"/>
                <a:ext cx="2484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ACBFD8D0-1326-4160-BCEB-7C1236C74DC5}"/>
                  </a:ext>
                </a:extLst>
              </p14:cNvPr>
              <p14:cNvContentPartPr/>
              <p14:nvPr/>
            </p14:nvContentPartPr>
            <p14:xfrm>
              <a:off x="8917750" y="4879508"/>
              <a:ext cx="2685600" cy="7387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ACBFD8D0-1326-4160-BCEB-7C1236C74DC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09110" y="4870508"/>
                <a:ext cx="2703240" cy="75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76CB6AC3-9210-41E7-984F-8E739C71B819}"/>
                  </a:ext>
                </a:extLst>
              </p14:cNvPr>
              <p14:cNvContentPartPr/>
              <p14:nvPr/>
            </p14:nvContentPartPr>
            <p14:xfrm>
              <a:off x="10990270" y="6536948"/>
              <a:ext cx="25200" cy="180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76CB6AC3-9210-41E7-984F-8E739C71B81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981630" y="6527948"/>
                <a:ext cx="428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69780107-4FA5-4D5F-B52D-7C70BC6D9FCF}"/>
                  </a:ext>
                </a:extLst>
              </p14:cNvPr>
              <p14:cNvContentPartPr/>
              <p14:nvPr/>
            </p14:nvContentPartPr>
            <p14:xfrm>
              <a:off x="10522630" y="6237068"/>
              <a:ext cx="371160" cy="28260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69780107-4FA5-4D5F-B52D-7C70BC6D9FC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513630" y="6228428"/>
                <a:ext cx="3888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9DDED7A0-6E99-434D-BDC0-C84A836CD077}"/>
                  </a:ext>
                </a:extLst>
              </p14:cNvPr>
              <p14:cNvContentPartPr/>
              <p14:nvPr/>
            </p14:nvContentPartPr>
            <p14:xfrm>
              <a:off x="9268030" y="6230948"/>
              <a:ext cx="1096560" cy="3002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9DDED7A0-6E99-434D-BDC0-C84A836CD07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259390" y="6221948"/>
                <a:ext cx="111420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AEA56979-AA37-4E9A-A17F-36A9108EB6D3}"/>
                  </a:ext>
                </a:extLst>
              </p14:cNvPr>
              <p14:cNvContentPartPr/>
              <p14:nvPr/>
            </p14:nvContentPartPr>
            <p14:xfrm>
              <a:off x="7963030" y="6206828"/>
              <a:ext cx="1105560" cy="3085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AEA56979-AA37-4E9A-A17F-36A9108EB6D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954387" y="6197828"/>
                <a:ext cx="1123206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E87BBC42-C33C-49B3-9368-5EF46DDA15C4}"/>
                  </a:ext>
                </a:extLst>
              </p14:cNvPr>
              <p14:cNvContentPartPr/>
              <p14:nvPr/>
            </p14:nvContentPartPr>
            <p14:xfrm>
              <a:off x="7082110" y="6148148"/>
              <a:ext cx="734760" cy="4885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E87BBC42-C33C-49B3-9368-5EF46DDA15C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073110" y="6139508"/>
                <a:ext cx="75240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05B7BF12-6100-4153-AF14-F1E0842CD379}"/>
                  </a:ext>
                </a:extLst>
              </p14:cNvPr>
              <p14:cNvContentPartPr/>
              <p14:nvPr/>
            </p14:nvContentPartPr>
            <p14:xfrm>
              <a:off x="5814190" y="6266228"/>
              <a:ext cx="1128600" cy="30852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05B7BF12-6100-4153-AF14-F1E0842CD37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05190" y="6257228"/>
                <a:ext cx="114624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EC918498-8D47-4E59-8B5C-1E81180018D4}"/>
                  </a:ext>
                </a:extLst>
              </p14:cNvPr>
              <p14:cNvContentPartPr/>
              <p14:nvPr/>
            </p14:nvContentPartPr>
            <p14:xfrm>
              <a:off x="4067470" y="6223748"/>
              <a:ext cx="1535040" cy="36828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EC918498-8D47-4E59-8B5C-1E81180018D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58830" y="6215108"/>
                <a:ext cx="1552680" cy="38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301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695FFED-5AAF-4260-8C0C-EFC097ED987A}"/>
                  </a:ext>
                </a:extLst>
              </p14:cNvPr>
              <p14:cNvContentPartPr/>
              <p14:nvPr/>
            </p14:nvContentPartPr>
            <p14:xfrm>
              <a:off x="157510" y="73508"/>
              <a:ext cx="747720" cy="4370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695FFED-5AAF-4260-8C0C-EFC097ED98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510" y="64515"/>
                <a:ext cx="765360" cy="4546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AB20BC2-7D87-4BF0-8330-52EEF73E8CD1}"/>
                  </a:ext>
                </a:extLst>
              </p14:cNvPr>
              <p14:cNvContentPartPr/>
              <p14:nvPr/>
            </p14:nvContentPartPr>
            <p14:xfrm>
              <a:off x="1083790" y="51548"/>
              <a:ext cx="365400" cy="2894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AB20BC2-7D87-4BF0-8330-52EEF73E8C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5150" y="42908"/>
                <a:ext cx="38304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AED5780-E07B-443C-BD48-0F43C27AB883}"/>
                  </a:ext>
                </a:extLst>
              </p14:cNvPr>
              <p14:cNvContentPartPr/>
              <p14:nvPr/>
            </p14:nvContentPartPr>
            <p14:xfrm>
              <a:off x="9188110" y="15188"/>
              <a:ext cx="768960" cy="2480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AED5780-E07B-443C-BD48-0F43C27AB8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79110" y="6188"/>
                <a:ext cx="7866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1EB8F56-8F6F-4C76-89B9-8B4165D8E416}"/>
                  </a:ext>
                </a:extLst>
              </p14:cNvPr>
              <p14:cNvContentPartPr/>
              <p14:nvPr/>
            </p14:nvContentPartPr>
            <p14:xfrm>
              <a:off x="8403310" y="11588"/>
              <a:ext cx="591120" cy="2340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1EB8F56-8F6F-4C76-89B9-8B4165D8E41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94670" y="2948"/>
                <a:ext cx="6087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5DB80FC6-A6C9-4031-8012-0BEDD83A2B9D}"/>
                  </a:ext>
                </a:extLst>
              </p14:cNvPr>
              <p14:cNvContentPartPr/>
              <p14:nvPr/>
            </p14:nvContentPartPr>
            <p14:xfrm>
              <a:off x="7772230" y="56228"/>
              <a:ext cx="355680" cy="2214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5DB80FC6-A6C9-4031-8012-0BEDD83A2B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63590" y="47588"/>
                <a:ext cx="3733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8EFA846-B292-417C-9A5E-923856F421E8}"/>
                  </a:ext>
                </a:extLst>
              </p14:cNvPr>
              <p14:cNvContentPartPr/>
              <p14:nvPr/>
            </p14:nvContentPartPr>
            <p14:xfrm>
              <a:off x="6379390" y="110228"/>
              <a:ext cx="1184760" cy="1328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8EFA846-B292-417C-9A5E-923856F421E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70750" y="101228"/>
                <a:ext cx="12024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03759579-E89A-4107-9EFE-E504683FAF52}"/>
                  </a:ext>
                </a:extLst>
              </p14:cNvPr>
              <p14:cNvContentPartPr/>
              <p14:nvPr/>
            </p14:nvContentPartPr>
            <p14:xfrm>
              <a:off x="5560390" y="5468"/>
              <a:ext cx="612000" cy="2826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03759579-E89A-4107-9EFE-E504683FAF5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51390" y="-3532"/>
                <a:ext cx="62964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D8D38B15-CFC7-40F9-970D-19D9018E511A}"/>
                  </a:ext>
                </a:extLst>
              </p14:cNvPr>
              <p14:cNvContentPartPr/>
              <p14:nvPr/>
            </p14:nvContentPartPr>
            <p14:xfrm>
              <a:off x="1622350" y="70628"/>
              <a:ext cx="1035000" cy="2440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D8D38B15-CFC7-40F9-970D-19D9018E511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13353" y="61628"/>
                <a:ext cx="1052634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B378A6A-AA7D-4607-8CB0-1DD533D8B1F5}"/>
                  </a:ext>
                </a:extLst>
              </p14:cNvPr>
              <p14:cNvContentPartPr/>
              <p14:nvPr/>
            </p14:nvContentPartPr>
            <p14:xfrm>
              <a:off x="2888470" y="39668"/>
              <a:ext cx="2502720" cy="3952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B378A6A-AA7D-4607-8CB0-1DD533D8B1F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79470" y="31028"/>
                <a:ext cx="252036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2462342-3D0A-48F2-ADEF-D04F02E9D3FF}"/>
                  </a:ext>
                </a:extLst>
              </p14:cNvPr>
              <p14:cNvContentPartPr/>
              <p14:nvPr/>
            </p14:nvContentPartPr>
            <p14:xfrm>
              <a:off x="1554670" y="1540868"/>
              <a:ext cx="3596760" cy="17406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2462342-3D0A-48F2-ADEF-D04F02E9D3F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18670" y="1468868"/>
                <a:ext cx="3668400" cy="18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6723213-2C28-4E48-8890-4C34F425E847}"/>
                  </a:ext>
                </a:extLst>
              </p14:cNvPr>
              <p14:cNvContentPartPr/>
              <p14:nvPr/>
            </p14:nvContentPartPr>
            <p14:xfrm>
              <a:off x="8446150" y="1598828"/>
              <a:ext cx="1915560" cy="14133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6723213-2C28-4E48-8890-4C34F425E84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10150" y="1526828"/>
                <a:ext cx="1987200" cy="155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F86ECBFD-D67F-481D-836A-33D0102C7263}"/>
                  </a:ext>
                </a:extLst>
              </p14:cNvPr>
              <p14:cNvContentPartPr/>
              <p14:nvPr/>
            </p14:nvContentPartPr>
            <p14:xfrm>
              <a:off x="1179919" y="525172"/>
              <a:ext cx="309600" cy="2440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F86ECBFD-D67F-481D-836A-33D0102C726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71279" y="516172"/>
                <a:ext cx="32724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B8C30E27-1723-4DA8-9686-5CB8036035C1}"/>
                  </a:ext>
                </a:extLst>
              </p14:cNvPr>
              <p14:cNvContentPartPr/>
              <p14:nvPr/>
            </p14:nvContentPartPr>
            <p14:xfrm>
              <a:off x="4580119" y="528052"/>
              <a:ext cx="47520" cy="439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B8C30E27-1723-4DA8-9686-5CB8036035C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71479" y="519052"/>
                <a:ext cx="651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A4BDB78A-929B-4DDF-A239-5CFB54F0DB02}"/>
                  </a:ext>
                </a:extLst>
              </p14:cNvPr>
              <p14:cNvContentPartPr/>
              <p14:nvPr/>
            </p14:nvContentPartPr>
            <p14:xfrm>
              <a:off x="6924799" y="521212"/>
              <a:ext cx="397440" cy="41364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A4BDB78A-929B-4DDF-A239-5CFB54F0DB0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16159" y="512212"/>
                <a:ext cx="41508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121C80D9-0629-462A-B078-783E79BD8810}"/>
                  </a:ext>
                </a:extLst>
              </p14:cNvPr>
              <p14:cNvContentPartPr/>
              <p14:nvPr/>
            </p14:nvContentPartPr>
            <p14:xfrm>
              <a:off x="5827159" y="485932"/>
              <a:ext cx="775440" cy="4546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121C80D9-0629-462A-B078-783E79BD881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18163" y="477292"/>
                <a:ext cx="793072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C05F105-1EE8-46B6-89D2-353D3BFCA715}"/>
                  </a:ext>
                </a:extLst>
              </p14:cNvPr>
              <p14:cNvContentPartPr/>
              <p14:nvPr/>
            </p14:nvContentPartPr>
            <p14:xfrm>
              <a:off x="3776239" y="640372"/>
              <a:ext cx="1826640" cy="1638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C05F105-1EE8-46B6-89D2-353D3BFCA71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67239" y="631713"/>
                <a:ext cx="1844280" cy="1814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A53568D1-76B4-4064-9D59-465F25ED95DB}"/>
                  </a:ext>
                </a:extLst>
              </p14:cNvPr>
              <p14:cNvContentPartPr/>
              <p14:nvPr/>
            </p14:nvContentPartPr>
            <p14:xfrm>
              <a:off x="1686439" y="523732"/>
              <a:ext cx="1838520" cy="25020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A53568D1-76B4-4064-9D59-465F25ED95D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77439" y="515080"/>
                <a:ext cx="1856160" cy="267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BB908117-27D8-4E8A-9AEE-E2C1BC2627E6}"/>
                  </a:ext>
                </a:extLst>
              </p14:cNvPr>
              <p14:cNvContentPartPr/>
              <p14:nvPr/>
            </p14:nvContentPartPr>
            <p14:xfrm>
              <a:off x="9799759" y="804892"/>
              <a:ext cx="21960" cy="468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BB908117-27D8-4E8A-9AEE-E2C1BC2627E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790759" y="795892"/>
                <a:ext cx="396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3CCAECF7-A84C-41A5-8508-FAFBBB5DF13D}"/>
                  </a:ext>
                </a:extLst>
              </p14:cNvPr>
              <p14:cNvContentPartPr/>
              <p14:nvPr/>
            </p14:nvContentPartPr>
            <p14:xfrm>
              <a:off x="8645599" y="572332"/>
              <a:ext cx="1030320" cy="22716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3CCAECF7-A84C-41A5-8508-FAFBBB5DF13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636956" y="563692"/>
                <a:ext cx="1047966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9AF6C68B-D131-4F47-B35E-59EFA89E3A71}"/>
                  </a:ext>
                </a:extLst>
              </p14:cNvPr>
              <p14:cNvContentPartPr/>
              <p14:nvPr/>
            </p14:nvContentPartPr>
            <p14:xfrm>
              <a:off x="7546519" y="560452"/>
              <a:ext cx="710280" cy="29016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9AF6C68B-D131-4F47-B35E-59EFA89E3A7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537519" y="551452"/>
                <a:ext cx="7279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3244E07-21CA-4AA6-82A3-F87167A938F4}"/>
                  </a:ext>
                </a:extLst>
              </p14:cNvPr>
              <p14:cNvContentPartPr/>
              <p14:nvPr/>
            </p14:nvContentPartPr>
            <p14:xfrm>
              <a:off x="197666" y="1004786"/>
              <a:ext cx="996840" cy="2905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3244E07-21CA-4AA6-82A3-F87167A938F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8669" y="995797"/>
                <a:ext cx="1014474" cy="308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8A2E11D4-B4D5-48E4-8F12-7A74824CC555}"/>
                  </a:ext>
                </a:extLst>
              </p14:cNvPr>
              <p14:cNvContentPartPr/>
              <p14:nvPr/>
            </p14:nvContentPartPr>
            <p14:xfrm>
              <a:off x="3188546" y="1063466"/>
              <a:ext cx="740880" cy="2368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8A2E11D4-B4D5-48E4-8F12-7A74824CC55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79906" y="1054826"/>
                <a:ext cx="75852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28952D79-4673-416B-9D7E-E3E5692F2462}"/>
                  </a:ext>
                </a:extLst>
              </p14:cNvPr>
              <p14:cNvContentPartPr/>
              <p14:nvPr/>
            </p14:nvContentPartPr>
            <p14:xfrm>
              <a:off x="2296106" y="1004066"/>
              <a:ext cx="717120" cy="4168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28952D79-4673-416B-9D7E-E3E5692F246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287101" y="995066"/>
                <a:ext cx="734769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75B179C4-B7CA-4535-971C-616C0263809F}"/>
                  </a:ext>
                </a:extLst>
              </p14:cNvPr>
              <p14:cNvContentPartPr/>
              <p14:nvPr/>
            </p14:nvContentPartPr>
            <p14:xfrm>
              <a:off x="1487186" y="1137626"/>
              <a:ext cx="692280" cy="1666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75B179C4-B7CA-4535-971C-616C0263809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478186" y="1129005"/>
                <a:ext cx="709920" cy="184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E4547144-AD28-4111-996B-665B54CC3EDF}"/>
                  </a:ext>
                </a:extLst>
              </p14:cNvPr>
              <p14:cNvContentPartPr/>
              <p14:nvPr/>
            </p14:nvContentPartPr>
            <p14:xfrm>
              <a:off x="5969350" y="1523228"/>
              <a:ext cx="1701720" cy="3384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E4547144-AD28-4111-996B-665B54CC3ED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933350" y="1451228"/>
                <a:ext cx="177336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E06F45EA-4607-47F9-B4C2-C967675F6DDA}"/>
                  </a:ext>
                </a:extLst>
              </p14:cNvPr>
              <p14:cNvContentPartPr/>
              <p14:nvPr/>
            </p14:nvContentPartPr>
            <p14:xfrm>
              <a:off x="1119790" y="6066428"/>
              <a:ext cx="317880" cy="2739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E06F45EA-4607-47F9-B4C2-C967675F6DD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11150" y="6057428"/>
                <a:ext cx="33552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561D5CC8-5DEA-4B31-BFD4-2E56C568AF6F}"/>
                  </a:ext>
                </a:extLst>
              </p14:cNvPr>
              <p14:cNvContentPartPr/>
              <p14:nvPr/>
            </p14:nvContentPartPr>
            <p14:xfrm>
              <a:off x="224110" y="5988668"/>
              <a:ext cx="748080" cy="4687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561D5CC8-5DEA-4B31-BFD4-2E56C568AF6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5106" y="5980021"/>
                <a:ext cx="765728" cy="4863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6AC4157E-87EF-4BAF-9149-26BC19424069}"/>
                  </a:ext>
                </a:extLst>
              </p14:cNvPr>
              <p14:cNvContentPartPr/>
              <p14:nvPr/>
            </p14:nvContentPartPr>
            <p14:xfrm>
              <a:off x="5814910" y="6010268"/>
              <a:ext cx="312120" cy="29808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6AC4157E-87EF-4BAF-9149-26BC1942406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805920" y="6001279"/>
                <a:ext cx="329740" cy="315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0E1D9982-E3F0-47F5-9224-F45E6F105B64}"/>
                  </a:ext>
                </a:extLst>
              </p14:cNvPr>
              <p14:cNvContentPartPr/>
              <p14:nvPr/>
            </p14:nvContentPartPr>
            <p14:xfrm>
              <a:off x="4909510" y="5950508"/>
              <a:ext cx="765360" cy="49752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0E1D9982-E3F0-47F5-9224-F45E6F105B6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900866" y="5941868"/>
                <a:ext cx="783008" cy="5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7B54BFA3-E39B-4EDF-A7F7-D617640F1227}"/>
                  </a:ext>
                </a:extLst>
              </p14:cNvPr>
              <p14:cNvContentPartPr/>
              <p14:nvPr/>
            </p14:nvContentPartPr>
            <p14:xfrm>
              <a:off x="3970630" y="6022868"/>
              <a:ext cx="730440" cy="36396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7B54BFA3-E39B-4EDF-A7F7-D617640F122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961986" y="6014228"/>
                <a:ext cx="748089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B25BF4B9-CD3E-4769-A016-B0C2E44A2F3C}"/>
                  </a:ext>
                </a:extLst>
              </p14:cNvPr>
              <p14:cNvContentPartPr/>
              <p14:nvPr/>
            </p14:nvContentPartPr>
            <p14:xfrm>
              <a:off x="6329710" y="6113228"/>
              <a:ext cx="705600" cy="21204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B25BF4B9-CD3E-4769-A016-B0C2E44A2F3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20715" y="6104588"/>
                <a:ext cx="723231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59B7205A-3174-4972-B490-1D3951D2DF1F}"/>
                  </a:ext>
                </a:extLst>
              </p14:cNvPr>
              <p14:cNvContentPartPr/>
              <p14:nvPr/>
            </p14:nvContentPartPr>
            <p14:xfrm>
              <a:off x="7744870" y="6077588"/>
              <a:ext cx="996120" cy="33156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59B7205A-3174-4972-B490-1D3951D2DF1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736230" y="6068588"/>
                <a:ext cx="10137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273DB633-D0B1-4FB4-A7BF-353D6C9777C2}"/>
                  </a:ext>
                </a:extLst>
              </p14:cNvPr>
              <p14:cNvContentPartPr/>
              <p14:nvPr/>
            </p14:nvContentPartPr>
            <p14:xfrm>
              <a:off x="7320070" y="6076868"/>
              <a:ext cx="157680" cy="25632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273DB633-D0B1-4FB4-A7BF-353D6C9777C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311070" y="6067868"/>
                <a:ext cx="1753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B25C5468-C4E9-4656-8898-2C5F63430A9F}"/>
                  </a:ext>
                </a:extLst>
              </p14:cNvPr>
              <p14:cNvContentPartPr/>
              <p14:nvPr/>
            </p14:nvContentPartPr>
            <p14:xfrm>
              <a:off x="1591030" y="6074708"/>
              <a:ext cx="2185920" cy="73152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B25C5468-C4E9-4656-8898-2C5F63430A9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582030" y="6065708"/>
                <a:ext cx="2203560" cy="74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6C717DBD-86E2-4CA3-8A0C-595BCE9CA807}"/>
                  </a:ext>
                </a:extLst>
              </p14:cNvPr>
              <p14:cNvContentPartPr/>
              <p14:nvPr/>
            </p14:nvContentPartPr>
            <p14:xfrm>
              <a:off x="9622270" y="5973188"/>
              <a:ext cx="1474920" cy="33264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6C717DBD-86E2-4CA3-8A0C-595BCE9CA80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613630" y="5964198"/>
                <a:ext cx="1492560" cy="3502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05F4F842-29DB-41E2-865D-FEDA6DD016E1}"/>
                  </a:ext>
                </a:extLst>
              </p14:cNvPr>
              <p14:cNvContentPartPr/>
              <p14:nvPr/>
            </p14:nvContentPartPr>
            <p14:xfrm>
              <a:off x="8838550" y="6005228"/>
              <a:ext cx="662400" cy="29772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05F4F842-29DB-41E2-865D-FEDA6DD016E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29910" y="5996228"/>
                <a:ext cx="68004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DEFE0F0D-66A9-40EB-95AF-5ADA14434005}"/>
                  </a:ext>
                </a:extLst>
              </p14:cNvPr>
              <p14:cNvContentPartPr/>
              <p14:nvPr/>
            </p14:nvContentPartPr>
            <p14:xfrm>
              <a:off x="2828350" y="2094188"/>
              <a:ext cx="481320" cy="31896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DEFE0F0D-66A9-40EB-95AF-5ADA1443400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19710" y="2085548"/>
                <a:ext cx="49896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D7D6F5E4-B3C1-4E7F-BBB6-0F882B246D98}"/>
                  </a:ext>
                </a:extLst>
              </p14:cNvPr>
              <p14:cNvContentPartPr/>
              <p14:nvPr/>
            </p14:nvContentPartPr>
            <p14:xfrm>
              <a:off x="3420910" y="1909868"/>
              <a:ext cx="181440" cy="18324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D7D6F5E4-B3C1-4E7F-BBB6-0F882B246D9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411910" y="1901228"/>
                <a:ext cx="1990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025220F7-8BF7-4B2D-AE8E-518892CBFB0C}"/>
                  </a:ext>
                </a:extLst>
              </p14:cNvPr>
              <p14:cNvContentPartPr/>
              <p14:nvPr/>
            </p14:nvContentPartPr>
            <p14:xfrm>
              <a:off x="6390190" y="1174388"/>
              <a:ext cx="1037160" cy="23940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025220F7-8BF7-4B2D-AE8E-518892CBFB0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81547" y="1165748"/>
                <a:ext cx="1054806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A75564C7-60B6-4B6F-AEF0-F174119D73E1}"/>
                  </a:ext>
                </a:extLst>
              </p14:cNvPr>
              <p14:cNvContentPartPr/>
              <p14:nvPr/>
            </p14:nvContentPartPr>
            <p14:xfrm>
              <a:off x="9315910" y="2029748"/>
              <a:ext cx="893520" cy="19188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A75564C7-60B6-4B6F-AEF0-F174119D73E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307270" y="2020748"/>
                <a:ext cx="911160" cy="209520"/>
              </a:xfrm>
              <a:prstGeom prst="rect">
                <a:avLst/>
              </a:prstGeom>
            </p:spPr>
          </p:pic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FF9753C5-6499-4181-8E0C-473BF233F309}"/>
              </a:ext>
            </a:extLst>
          </p:cNvPr>
          <p:cNvSpPr txBox="1"/>
          <p:nvPr/>
        </p:nvSpPr>
        <p:spPr>
          <a:xfrm>
            <a:off x="206519" y="474545"/>
            <a:ext cx="807722" cy="5078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en-AU" sz="2700">
                <a:solidFill>
                  <a:srgbClr val="00A0D7"/>
                </a:solidFill>
              </a:rPr>
              <a:t>Step</a:t>
            </a:r>
          </a:p>
        </p:txBody>
      </p:sp>
    </p:spTree>
    <p:extLst>
      <p:ext uri="{BB962C8B-B14F-4D97-AF65-F5344CB8AC3E}">
        <p14:creationId xmlns:p14="http://schemas.microsoft.com/office/powerpoint/2010/main" val="102260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14:cNvPr>
              <p14:cNvContentPartPr/>
              <p14:nvPr/>
            </p14:nvContentPartPr>
            <p14:xfrm>
              <a:off x="1635670" y="1581188"/>
              <a:ext cx="3607560" cy="165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0030" y="1509548"/>
                <a:ext cx="3679200" cy="17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14:cNvPr>
              <p14:cNvContentPartPr/>
              <p14:nvPr/>
            </p14:nvContentPartPr>
            <p14:xfrm>
              <a:off x="5803390" y="1539068"/>
              <a:ext cx="2019600" cy="81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7390" y="1467428"/>
                <a:ext cx="20912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14:cNvPr>
              <p14:cNvContentPartPr/>
              <p14:nvPr/>
            </p14:nvContentPartPr>
            <p14:xfrm>
              <a:off x="8399710" y="1596308"/>
              <a:ext cx="1837800" cy="1392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63710" y="1524668"/>
                <a:ext cx="1909440" cy="15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14:cNvPr>
              <p14:cNvContentPartPr/>
              <p14:nvPr/>
            </p14:nvContentPartPr>
            <p14:xfrm>
              <a:off x="5927590" y="1467428"/>
              <a:ext cx="1706760" cy="6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91590" y="1395428"/>
                <a:ext cx="17784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E074400-52AB-453B-9B6B-D1FE1454D0A0}"/>
                  </a:ext>
                </a:extLst>
              </p14:cNvPr>
              <p14:cNvContentPartPr/>
              <p14:nvPr/>
            </p14:nvContentPartPr>
            <p14:xfrm>
              <a:off x="1292230" y="143708"/>
              <a:ext cx="226440" cy="262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E074400-52AB-453B-9B6B-D1FE1454D0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3230" y="134708"/>
                <a:ext cx="24408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8BB2D45-D21B-411E-BA3B-7E6367B8C5FA}"/>
                  </a:ext>
                </a:extLst>
              </p14:cNvPr>
              <p14:cNvContentPartPr/>
              <p14:nvPr/>
            </p14:nvContentPartPr>
            <p14:xfrm>
              <a:off x="239950" y="151628"/>
              <a:ext cx="794160" cy="438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8BB2D45-D21B-411E-BA3B-7E6367B8C5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0954" y="142635"/>
                <a:ext cx="811792" cy="455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9A6C2F-C853-403B-BA80-EE0DD97A42EA}"/>
                  </a:ext>
                </a:extLst>
              </p14:cNvPr>
              <p14:cNvContentPartPr/>
              <p14:nvPr/>
            </p14:nvContentPartPr>
            <p14:xfrm>
              <a:off x="1673470" y="222188"/>
              <a:ext cx="15480" cy="4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9A6C2F-C853-403B-BA80-EE0DD97A42E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64830" y="213548"/>
                <a:ext cx="331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ED1FEE-F4C7-47B9-987F-742019CA1A65}"/>
                  </a:ext>
                </a:extLst>
              </p14:cNvPr>
              <p14:cNvContentPartPr/>
              <p14:nvPr/>
            </p14:nvContentPartPr>
            <p14:xfrm>
              <a:off x="1693630" y="369428"/>
              <a:ext cx="31320" cy="23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ED1FEE-F4C7-47B9-987F-742019CA1A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4630" y="360788"/>
                <a:ext cx="48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CECD3DD-6329-4C68-930E-40A323001DA0}"/>
                  </a:ext>
                </a:extLst>
              </p14:cNvPr>
              <p14:cNvContentPartPr/>
              <p14:nvPr/>
            </p14:nvContentPartPr>
            <p14:xfrm>
              <a:off x="3240910" y="112388"/>
              <a:ext cx="874800" cy="3481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CECD3DD-6329-4C68-930E-40A323001D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32270" y="103388"/>
                <a:ext cx="89244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4679179-D29B-48C1-8350-92D7EA678034}"/>
                  </a:ext>
                </a:extLst>
              </p14:cNvPr>
              <p14:cNvContentPartPr/>
              <p14:nvPr/>
            </p14:nvContentPartPr>
            <p14:xfrm>
              <a:off x="1864630" y="95468"/>
              <a:ext cx="1108800" cy="4449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4679179-D29B-48C1-8350-92D7EA6780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55633" y="86828"/>
                <a:ext cx="1126434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A203245-0478-46F3-AC47-6247D74EE443}"/>
                  </a:ext>
                </a:extLst>
              </p14:cNvPr>
              <p14:cNvContentPartPr/>
              <p14:nvPr/>
            </p14:nvContentPartPr>
            <p14:xfrm>
              <a:off x="4382110" y="24548"/>
              <a:ext cx="700920" cy="321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A203245-0478-46F3-AC47-6247D74EE44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73110" y="15898"/>
                <a:ext cx="718560" cy="339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BDD4785-ADD2-4A2C-8DFD-B561B29CF559}"/>
                  </a:ext>
                </a:extLst>
              </p14:cNvPr>
              <p14:cNvContentPartPr/>
              <p14:nvPr/>
            </p14:nvContentPartPr>
            <p14:xfrm>
              <a:off x="5239270" y="29948"/>
              <a:ext cx="590760" cy="421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BDD4785-ADD2-4A2C-8DFD-B561B29CF55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30635" y="20948"/>
                <a:ext cx="608389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7DB0C84-BF63-48AB-A9E2-AC8B0875F28F}"/>
                  </a:ext>
                </a:extLst>
              </p14:cNvPr>
              <p14:cNvContentPartPr/>
              <p14:nvPr/>
            </p14:nvContentPartPr>
            <p14:xfrm>
              <a:off x="8227270" y="81788"/>
              <a:ext cx="1284120" cy="2048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7DB0C84-BF63-48AB-A9E2-AC8B0875F28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18270" y="73148"/>
                <a:ext cx="13017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E94C221-D971-41A1-9FCB-D81417CF2908}"/>
                  </a:ext>
                </a:extLst>
              </p14:cNvPr>
              <p14:cNvContentPartPr/>
              <p14:nvPr/>
            </p14:nvContentPartPr>
            <p14:xfrm>
              <a:off x="6091030" y="74948"/>
              <a:ext cx="1887480" cy="387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E94C221-D971-41A1-9FCB-D81417CF290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82030" y="66300"/>
                <a:ext cx="1905120" cy="405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14:cNvPr>
              <p14:cNvContentPartPr/>
              <p14:nvPr/>
            </p14:nvContentPartPr>
            <p14:xfrm>
              <a:off x="238510" y="710708"/>
              <a:ext cx="799560" cy="2746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9510" y="702068"/>
                <a:ext cx="8172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14:cNvPr>
              <p14:cNvContentPartPr/>
              <p14:nvPr/>
            </p14:nvContentPartPr>
            <p14:xfrm>
              <a:off x="1154710" y="734828"/>
              <a:ext cx="550080" cy="2066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45710" y="726188"/>
                <a:ext cx="5677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14:cNvPr>
              <p14:cNvContentPartPr/>
              <p14:nvPr/>
            </p14:nvContentPartPr>
            <p14:xfrm>
              <a:off x="2882710" y="2022188"/>
              <a:ext cx="718560" cy="3909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74066" y="2013548"/>
                <a:ext cx="736209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14:cNvPr>
              <p14:cNvContentPartPr/>
              <p14:nvPr/>
            </p14:nvContentPartPr>
            <p14:xfrm>
              <a:off x="1677430" y="3397028"/>
              <a:ext cx="2883240" cy="167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41430" y="3325388"/>
                <a:ext cx="29548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14:cNvPr>
              <p14:cNvContentPartPr/>
              <p14:nvPr/>
            </p14:nvContentPartPr>
            <p14:xfrm>
              <a:off x="4716910" y="1948388"/>
              <a:ext cx="867600" cy="11977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80910" y="1876388"/>
                <a:ext cx="939240" cy="13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14:cNvPr>
              <p14:cNvContentPartPr/>
              <p14:nvPr/>
            </p14:nvContentPartPr>
            <p14:xfrm>
              <a:off x="5964310" y="1663988"/>
              <a:ext cx="1749960" cy="586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928310" y="1592348"/>
                <a:ext cx="1821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14:cNvPr>
              <p14:cNvContentPartPr/>
              <p14:nvPr/>
            </p14:nvContentPartPr>
            <p14:xfrm>
              <a:off x="8427430" y="1796468"/>
              <a:ext cx="1893240" cy="13802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91430" y="1724828"/>
                <a:ext cx="1964880" cy="15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14:cNvPr>
              <p14:cNvContentPartPr/>
              <p14:nvPr/>
            </p14:nvContentPartPr>
            <p14:xfrm>
              <a:off x="4957750" y="2124428"/>
              <a:ext cx="613080" cy="816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22110" y="2052788"/>
                <a:ext cx="684720" cy="9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14:cNvPr>
              <p14:cNvContentPartPr/>
              <p14:nvPr/>
            </p14:nvContentPartPr>
            <p14:xfrm>
              <a:off x="239230" y="1168988"/>
              <a:ext cx="163080" cy="2732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0230" y="1159988"/>
                <a:ext cx="1807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14:cNvPr>
              <p14:cNvContentPartPr/>
              <p14:nvPr/>
            </p14:nvContentPartPr>
            <p14:xfrm>
              <a:off x="507430" y="1174028"/>
              <a:ext cx="1368000" cy="2422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8430" y="1165028"/>
                <a:ext cx="13856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14:cNvPr>
              <p14:cNvContentPartPr/>
              <p14:nvPr/>
            </p14:nvContentPartPr>
            <p14:xfrm>
              <a:off x="5399830" y="2461748"/>
              <a:ext cx="712800" cy="265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391190" y="2452748"/>
                <a:ext cx="7304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14:cNvPr>
              <p14:cNvContentPartPr/>
              <p14:nvPr/>
            </p14:nvContentPartPr>
            <p14:xfrm>
              <a:off x="6501790" y="1154588"/>
              <a:ext cx="1034640" cy="2520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92790" y="1145948"/>
                <a:ext cx="10522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14:cNvPr>
              <p14:cNvContentPartPr/>
              <p14:nvPr/>
            </p14:nvContentPartPr>
            <p14:xfrm>
              <a:off x="7173550" y="874868"/>
              <a:ext cx="264240" cy="160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164910" y="865868"/>
                <a:ext cx="281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14:cNvPr>
              <p14:cNvContentPartPr/>
              <p14:nvPr/>
            </p14:nvContentPartPr>
            <p14:xfrm>
              <a:off x="9361270" y="2002028"/>
              <a:ext cx="893520" cy="2944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352627" y="1993028"/>
                <a:ext cx="911167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14:cNvPr>
              <p14:cNvContentPartPr/>
              <p14:nvPr/>
            </p14:nvContentPartPr>
            <p14:xfrm>
              <a:off x="9927190" y="1720868"/>
              <a:ext cx="202320" cy="1771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18190" y="1711868"/>
                <a:ext cx="2199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14:cNvPr>
              <p14:cNvContentPartPr/>
              <p14:nvPr/>
            </p14:nvContentPartPr>
            <p14:xfrm>
              <a:off x="2953270" y="3059348"/>
              <a:ext cx="819000" cy="24552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944270" y="3050708"/>
                <a:ext cx="83664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14:cNvPr>
              <p14:cNvContentPartPr/>
              <p14:nvPr/>
            </p14:nvContentPartPr>
            <p14:xfrm>
              <a:off x="2822590" y="1073228"/>
              <a:ext cx="28080" cy="100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813590" y="1064228"/>
                <a:ext cx="45720" cy="2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72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14:cNvPr>
              <p14:cNvContentPartPr/>
              <p14:nvPr/>
            </p14:nvContentPartPr>
            <p14:xfrm>
              <a:off x="1635670" y="1581188"/>
              <a:ext cx="3607560" cy="165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0030" y="1509548"/>
                <a:ext cx="3679200" cy="17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14:cNvPr>
              <p14:cNvContentPartPr/>
              <p14:nvPr/>
            </p14:nvContentPartPr>
            <p14:xfrm>
              <a:off x="5803390" y="1539068"/>
              <a:ext cx="2019600" cy="81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7390" y="1467428"/>
                <a:ext cx="20912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14:cNvPr>
              <p14:cNvContentPartPr/>
              <p14:nvPr/>
            </p14:nvContentPartPr>
            <p14:xfrm>
              <a:off x="8399710" y="1596308"/>
              <a:ext cx="1837800" cy="1392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63710" y="1524668"/>
                <a:ext cx="1909440" cy="15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14:cNvPr>
              <p14:cNvContentPartPr/>
              <p14:nvPr/>
            </p14:nvContentPartPr>
            <p14:xfrm>
              <a:off x="5927590" y="1467428"/>
              <a:ext cx="1706760" cy="6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91590" y="1395428"/>
                <a:ext cx="17784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E074400-52AB-453B-9B6B-D1FE1454D0A0}"/>
                  </a:ext>
                </a:extLst>
              </p14:cNvPr>
              <p14:cNvContentPartPr/>
              <p14:nvPr/>
            </p14:nvContentPartPr>
            <p14:xfrm>
              <a:off x="1292230" y="143708"/>
              <a:ext cx="226440" cy="262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E074400-52AB-453B-9B6B-D1FE1454D0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3230" y="134708"/>
                <a:ext cx="24408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8BB2D45-D21B-411E-BA3B-7E6367B8C5FA}"/>
                  </a:ext>
                </a:extLst>
              </p14:cNvPr>
              <p14:cNvContentPartPr/>
              <p14:nvPr/>
            </p14:nvContentPartPr>
            <p14:xfrm>
              <a:off x="239950" y="151628"/>
              <a:ext cx="794160" cy="438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8BB2D45-D21B-411E-BA3B-7E6367B8C5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0954" y="142635"/>
                <a:ext cx="811792" cy="455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9A6C2F-C853-403B-BA80-EE0DD97A42EA}"/>
                  </a:ext>
                </a:extLst>
              </p14:cNvPr>
              <p14:cNvContentPartPr/>
              <p14:nvPr/>
            </p14:nvContentPartPr>
            <p14:xfrm>
              <a:off x="1673470" y="222188"/>
              <a:ext cx="15480" cy="4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9A6C2F-C853-403B-BA80-EE0DD97A42E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64830" y="213548"/>
                <a:ext cx="331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ED1FEE-F4C7-47B9-987F-742019CA1A65}"/>
                  </a:ext>
                </a:extLst>
              </p14:cNvPr>
              <p14:cNvContentPartPr/>
              <p14:nvPr/>
            </p14:nvContentPartPr>
            <p14:xfrm>
              <a:off x="1693630" y="369428"/>
              <a:ext cx="31320" cy="23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ED1FEE-F4C7-47B9-987F-742019CA1A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4630" y="360788"/>
                <a:ext cx="48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CECD3DD-6329-4C68-930E-40A323001DA0}"/>
                  </a:ext>
                </a:extLst>
              </p14:cNvPr>
              <p14:cNvContentPartPr/>
              <p14:nvPr/>
            </p14:nvContentPartPr>
            <p14:xfrm>
              <a:off x="3240910" y="112388"/>
              <a:ext cx="874800" cy="3481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CECD3DD-6329-4C68-930E-40A323001D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32270" y="103388"/>
                <a:ext cx="89244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4679179-D29B-48C1-8350-92D7EA678034}"/>
                  </a:ext>
                </a:extLst>
              </p14:cNvPr>
              <p14:cNvContentPartPr/>
              <p14:nvPr/>
            </p14:nvContentPartPr>
            <p14:xfrm>
              <a:off x="1864630" y="95468"/>
              <a:ext cx="1108800" cy="4449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4679179-D29B-48C1-8350-92D7EA6780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55633" y="86828"/>
                <a:ext cx="1126434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A203245-0478-46F3-AC47-6247D74EE443}"/>
                  </a:ext>
                </a:extLst>
              </p14:cNvPr>
              <p14:cNvContentPartPr/>
              <p14:nvPr/>
            </p14:nvContentPartPr>
            <p14:xfrm>
              <a:off x="4382110" y="24548"/>
              <a:ext cx="700920" cy="321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A203245-0478-46F3-AC47-6247D74EE44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73110" y="15898"/>
                <a:ext cx="718560" cy="339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BDD4785-ADD2-4A2C-8DFD-B561B29CF559}"/>
                  </a:ext>
                </a:extLst>
              </p14:cNvPr>
              <p14:cNvContentPartPr/>
              <p14:nvPr/>
            </p14:nvContentPartPr>
            <p14:xfrm>
              <a:off x="5239270" y="29948"/>
              <a:ext cx="590760" cy="421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BDD4785-ADD2-4A2C-8DFD-B561B29CF55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30635" y="20948"/>
                <a:ext cx="608389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7DB0C84-BF63-48AB-A9E2-AC8B0875F28F}"/>
                  </a:ext>
                </a:extLst>
              </p14:cNvPr>
              <p14:cNvContentPartPr/>
              <p14:nvPr/>
            </p14:nvContentPartPr>
            <p14:xfrm>
              <a:off x="8227270" y="81788"/>
              <a:ext cx="1284120" cy="2048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7DB0C84-BF63-48AB-A9E2-AC8B0875F28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18270" y="73148"/>
                <a:ext cx="13017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E94C221-D971-41A1-9FCB-D81417CF2908}"/>
                  </a:ext>
                </a:extLst>
              </p14:cNvPr>
              <p14:cNvContentPartPr/>
              <p14:nvPr/>
            </p14:nvContentPartPr>
            <p14:xfrm>
              <a:off x="6091030" y="74948"/>
              <a:ext cx="1887480" cy="387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E94C221-D971-41A1-9FCB-D81417CF290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82030" y="66300"/>
                <a:ext cx="1905120" cy="405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14:cNvPr>
              <p14:cNvContentPartPr/>
              <p14:nvPr/>
            </p14:nvContentPartPr>
            <p14:xfrm>
              <a:off x="238510" y="710708"/>
              <a:ext cx="799560" cy="2746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9510" y="702068"/>
                <a:ext cx="8172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14:cNvPr>
              <p14:cNvContentPartPr/>
              <p14:nvPr/>
            </p14:nvContentPartPr>
            <p14:xfrm>
              <a:off x="1154710" y="734828"/>
              <a:ext cx="550080" cy="2066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45710" y="726188"/>
                <a:ext cx="5677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14:cNvPr>
              <p14:cNvContentPartPr/>
              <p14:nvPr/>
            </p14:nvContentPartPr>
            <p14:xfrm>
              <a:off x="2882710" y="2022188"/>
              <a:ext cx="718560" cy="3909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74066" y="2013548"/>
                <a:ext cx="736209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14:cNvPr>
              <p14:cNvContentPartPr/>
              <p14:nvPr/>
            </p14:nvContentPartPr>
            <p14:xfrm>
              <a:off x="1677430" y="3397028"/>
              <a:ext cx="2883240" cy="167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41430" y="3325388"/>
                <a:ext cx="29548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14:cNvPr>
              <p14:cNvContentPartPr/>
              <p14:nvPr/>
            </p14:nvContentPartPr>
            <p14:xfrm>
              <a:off x="4716910" y="1948388"/>
              <a:ext cx="867600" cy="11977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80910" y="1876388"/>
                <a:ext cx="939240" cy="13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14:cNvPr>
              <p14:cNvContentPartPr/>
              <p14:nvPr/>
            </p14:nvContentPartPr>
            <p14:xfrm>
              <a:off x="5964310" y="1663988"/>
              <a:ext cx="1749960" cy="586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928310" y="1592348"/>
                <a:ext cx="1821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14:cNvPr>
              <p14:cNvContentPartPr/>
              <p14:nvPr/>
            </p14:nvContentPartPr>
            <p14:xfrm>
              <a:off x="8427430" y="1796468"/>
              <a:ext cx="1893240" cy="13802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91430" y="1724828"/>
                <a:ext cx="1964880" cy="15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14:cNvPr>
              <p14:cNvContentPartPr/>
              <p14:nvPr/>
            </p14:nvContentPartPr>
            <p14:xfrm>
              <a:off x="4957750" y="2124428"/>
              <a:ext cx="613080" cy="816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22110" y="2052788"/>
                <a:ext cx="684720" cy="9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14:cNvPr>
              <p14:cNvContentPartPr/>
              <p14:nvPr/>
            </p14:nvContentPartPr>
            <p14:xfrm>
              <a:off x="239230" y="1168988"/>
              <a:ext cx="163080" cy="2732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0230" y="1159988"/>
                <a:ext cx="1807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14:cNvPr>
              <p14:cNvContentPartPr/>
              <p14:nvPr/>
            </p14:nvContentPartPr>
            <p14:xfrm>
              <a:off x="507430" y="1174028"/>
              <a:ext cx="1368000" cy="2422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8430" y="1165028"/>
                <a:ext cx="13856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14:cNvPr>
              <p14:cNvContentPartPr/>
              <p14:nvPr/>
            </p14:nvContentPartPr>
            <p14:xfrm>
              <a:off x="5399830" y="2461748"/>
              <a:ext cx="712800" cy="265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391190" y="2452748"/>
                <a:ext cx="7304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14:cNvPr>
              <p14:cNvContentPartPr/>
              <p14:nvPr/>
            </p14:nvContentPartPr>
            <p14:xfrm>
              <a:off x="6501790" y="1154588"/>
              <a:ext cx="1034640" cy="2520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92790" y="1145948"/>
                <a:ext cx="10522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14:cNvPr>
              <p14:cNvContentPartPr/>
              <p14:nvPr/>
            </p14:nvContentPartPr>
            <p14:xfrm>
              <a:off x="7173550" y="874868"/>
              <a:ext cx="264240" cy="160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164910" y="865868"/>
                <a:ext cx="281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14:cNvPr>
              <p14:cNvContentPartPr/>
              <p14:nvPr/>
            </p14:nvContentPartPr>
            <p14:xfrm>
              <a:off x="9361270" y="2002028"/>
              <a:ext cx="893520" cy="2944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352627" y="1993028"/>
                <a:ext cx="911167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14:cNvPr>
              <p14:cNvContentPartPr/>
              <p14:nvPr/>
            </p14:nvContentPartPr>
            <p14:xfrm>
              <a:off x="9927190" y="1720868"/>
              <a:ext cx="202320" cy="1771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18190" y="1711868"/>
                <a:ext cx="2199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C308031-D37F-4A29-B6D6-3983F85F8DB8}"/>
                  </a:ext>
                </a:extLst>
              </p14:cNvPr>
              <p14:cNvContentPartPr/>
              <p14:nvPr/>
            </p14:nvContentPartPr>
            <p14:xfrm>
              <a:off x="221950" y="1575788"/>
              <a:ext cx="197640" cy="2890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C308031-D37F-4A29-B6D6-3983F85F8DB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12950" y="1567148"/>
                <a:ext cx="215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464E48F-CFFE-43E1-8C72-549453723676}"/>
                  </a:ext>
                </a:extLst>
              </p14:cNvPr>
              <p14:cNvContentPartPr/>
              <p14:nvPr/>
            </p14:nvContentPartPr>
            <p14:xfrm>
              <a:off x="976150" y="1722308"/>
              <a:ext cx="93600" cy="676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464E48F-CFFE-43E1-8C72-54945372367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67150" y="1713668"/>
                <a:ext cx="1112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903E2C2-CC44-4E59-9542-9B7F9DD6BA2B}"/>
                  </a:ext>
                </a:extLst>
              </p14:cNvPr>
              <p14:cNvContentPartPr/>
              <p14:nvPr/>
            </p14:nvContentPartPr>
            <p14:xfrm>
              <a:off x="519670" y="1620068"/>
              <a:ext cx="339480" cy="2444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903E2C2-CC44-4E59-9542-9B7F9DD6BA2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0680" y="1611068"/>
                <a:ext cx="357101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8201DB8-3536-47A9-8837-A788DCDF2487}"/>
                  </a:ext>
                </a:extLst>
              </p14:cNvPr>
              <p14:cNvContentPartPr/>
              <p14:nvPr/>
            </p14:nvContentPartPr>
            <p14:xfrm>
              <a:off x="5418910" y="3273908"/>
              <a:ext cx="4801680" cy="1270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8201DB8-3536-47A9-8837-A788DCDF248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382910" y="3202268"/>
                <a:ext cx="48733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662B811B-574F-4348-8AF7-2C95A26B4CA3}"/>
                  </a:ext>
                </a:extLst>
              </p14:cNvPr>
              <p14:cNvContentPartPr/>
              <p14:nvPr/>
            </p14:nvContentPartPr>
            <p14:xfrm>
              <a:off x="1202590" y="1642388"/>
              <a:ext cx="263160" cy="2170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662B811B-574F-4348-8AF7-2C95A26B4CA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93602" y="1633748"/>
                <a:ext cx="280776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ECE2333-FA58-4113-A37D-496E762CC26C}"/>
                  </a:ext>
                </a:extLst>
              </p14:cNvPr>
              <p14:cNvContentPartPr/>
              <p14:nvPr/>
            </p14:nvContentPartPr>
            <p14:xfrm>
              <a:off x="7196230" y="3021908"/>
              <a:ext cx="723960" cy="2149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ECE2333-FA58-4113-A37D-496E762CC26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187590" y="3013268"/>
                <a:ext cx="741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14:cNvPr>
              <p14:cNvContentPartPr/>
              <p14:nvPr/>
            </p14:nvContentPartPr>
            <p14:xfrm>
              <a:off x="2953270" y="3029828"/>
              <a:ext cx="1355760" cy="2754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944270" y="3020828"/>
                <a:ext cx="13734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14:cNvPr>
              <p14:cNvContentPartPr/>
              <p14:nvPr/>
            </p14:nvContentPartPr>
            <p14:xfrm>
              <a:off x="2822590" y="1073228"/>
              <a:ext cx="28080" cy="100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13590" y="1064228"/>
                <a:ext cx="45720" cy="2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378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14:cNvPr>
              <p14:cNvContentPartPr/>
              <p14:nvPr/>
            </p14:nvContentPartPr>
            <p14:xfrm>
              <a:off x="1635670" y="1581188"/>
              <a:ext cx="3607560" cy="165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0030" y="1509548"/>
                <a:ext cx="3679200" cy="17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14:cNvPr>
              <p14:cNvContentPartPr/>
              <p14:nvPr/>
            </p14:nvContentPartPr>
            <p14:xfrm>
              <a:off x="5803390" y="1539068"/>
              <a:ext cx="2019600" cy="81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7390" y="1467428"/>
                <a:ext cx="20912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14:cNvPr>
              <p14:cNvContentPartPr/>
              <p14:nvPr/>
            </p14:nvContentPartPr>
            <p14:xfrm>
              <a:off x="8399710" y="1596308"/>
              <a:ext cx="1837800" cy="1392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63710" y="1524668"/>
                <a:ext cx="1909440" cy="15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14:cNvPr>
              <p14:cNvContentPartPr/>
              <p14:nvPr/>
            </p14:nvContentPartPr>
            <p14:xfrm>
              <a:off x="5927590" y="1467428"/>
              <a:ext cx="1706760" cy="6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91590" y="1395428"/>
                <a:ext cx="17784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E074400-52AB-453B-9B6B-D1FE1454D0A0}"/>
                  </a:ext>
                </a:extLst>
              </p14:cNvPr>
              <p14:cNvContentPartPr/>
              <p14:nvPr/>
            </p14:nvContentPartPr>
            <p14:xfrm>
              <a:off x="1292230" y="143708"/>
              <a:ext cx="226440" cy="262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E074400-52AB-453B-9B6B-D1FE1454D0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3230" y="134708"/>
                <a:ext cx="24408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8BB2D45-D21B-411E-BA3B-7E6367B8C5FA}"/>
                  </a:ext>
                </a:extLst>
              </p14:cNvPr>
              <p14:cNvContentPartPr/>
              <p14:nvPr/>
            </p14:nvContentPartPr>
            <p14:xfrm>
              <a:off x="239950" y="151628"/>
              <a:ext cx="794160" cy="438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8BB2D45-D21B-411E-BA3B-7E6367B8C5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0954" y="142635"/>
                <a:ext cx="811792" cy="455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9A6C2F-C853-403B-BA80-EE0DD97A42EA}"/>
                  </a:ext>
                </a:extLst>
              </p14:cNvPr>
              <p14:cNvContentPartPr/>
              <p14:nvPr/>
            </p14:nvContentPartPr>
            <p14:xfrm>
              <a:off x="1673470" y="222188"/>
              <a:ext cx="15480" cy="4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9A6C2F-C853-403B-BA80-EE0DD97A42E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64830" y="213548"/>
                <a:ext cx="331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ED1FEE-F4C7-47B9-987F-742019CA1A65}"/>
                  </a:ext>
                </a:extLst>
              </p14:cNvPr>
              <p14:cNvContentPartPr/>
              <p14:nvPr/>
            </p14:nvContentPartPr>
            <p14:xfrm>
              <a:off x="1693630" y="369428"/>
              <a:ext cx="31320" cy="23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ED1FEE-F4C7-47B9-987F-742019CA1A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4630" y="360788"/>
                <a:ext cx="48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CECD3DD-6329-4C68-930E-40A323001DA0}"/>
                  </a:ext>
                </a:extLst>
              </p14:cNvPr>
              <p14:cNvContentPartPr/>
              <p14:nvPr/>
            </p14:nvContentPartPr>
            <p14:xfrm>
              <a:off x="3240910" y="112388"/>
              <a:ext cx="874800" cy="3481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CECD3DD-6329-4C68-930E-40A323001D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32270" y="103388"/>
                <a:ext cx="89244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4679179-D29B-48C1-8350-92D7EA678034}"/>
                  </a:ext>
                </a:extLst>
              </p14:cNvPr>
              <p14:cNvContentPartPr/>
              <p14:nvPr/>
            </p14:nvContentPartPr>
            <p14:xfrm>
              <a:off x="1864630" y="95468"/>
              <a:ext cx="1108800" cy="4449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4679179-D29B-48C1-8350-92D7EA6780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55633" y="86828"/>
                <a:ext cx="1126434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A203245-0478-46F3-AC47-6247D74EE443}"/>
                  </a:ext>
                </a:extLst>
              </p14:cNvPr>
              <p14:cNvContentPartPr/>
              <p14:nvPr/>
            </p14:nvContentPartPr>
            <p14:xfrm>
              <a:off x="4382110" y="24548"/>
              <a:ext cx="700920" cy="321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A203245-0478-46F3-AC47-6247D74EE44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73110" y="15898"/>
                <a:ext cx="718560" cy="339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BDD4785-ADD2-4A2C-8DFD-B561B29CF559}"/>
                  </a:ext>
                </a:extLst>
              </p14:cNvPr>
              <p14:cNvContentPartPr/>
              <p14:nvPr/>
            </p14:nvContentPartPr>
            <p14:xfrm>
              <a:off x="5239270" y="29948"/>
              <a:ext cx="590760" cy="421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BDD4785-ADD2-4A2C-8DFD-B561B29CF55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30635" y="20948"/>
                <a:ext cx="608389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7DB0C84-BF63-48AB-A9E2-AC8B0875F28F}"/>
                  </a:ext>
                </a:extLst>
              </p14:cNvPr>
              <p14:cNvContentPartPr/>
              <p14:nvPr/>
            </p14:nvContentPartPr>
            <p14:xfrm>
              <a:off x="8227270" y="81788"/>
              <a:ext cx="1284120" cy="2048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7DB0C84-BF63-48AB-A9E2-AC8B0875F28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18270" y="73148"/>
                <a:ext cx="13017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E94C221-D971-41A1-9FCB-D81417CF2908}"/>
                  </a:ext>
                </a:extLst>
              </p14:cNvPr>
              <p14:cNvContentPartPr/>
              <p14:nvPr/>
            </p14:nvContentPartPr>
            <p14:xfrm>
              <a:off x="6091030" y="74948"/>
              <a:ext cx="1887480" cy="387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E94C221-D971-41A1-9FCB-D81417CF290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82030" y="66300"/>
                <a:ext cx="1905120" cy="405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14:cNvPr>
              <p14:cNvContentPartPr/>
              <p14:nvPr/>
            </p14:nvContentPartPr>
            <p14:xfrm>
              <a:off x="238510" y="710708"/>
              <a:ext cx="799560" cy="2746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9510" y="702068"/>
                <a:ext cx="8172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14:cNvPr>
              <p14:cNvContentPartPr/>
              <p14:nvPr/>
            </p14:nvContentPartPr>
            <p14:xfrm>
              <a:off x="1154710" y="734828"/>
              <a:ext cx="550080" cy="2066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45710" y="726188"/>
                <a:ext cx="5677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14:cNvPr>
              <p14:cNvContentPartPr/>
              <p14:nvPr/>
            </p14:nvContentPartPr>
            <p14:xfrm>
              <a:off x="2882710" y="2022188"/>
              <a:ext cx="718560" cy="3909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74066" y="2013548"/>
                <a:ext cx="736209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14:cNvPr>
              <p14:cNvContentPartPr/>
              <p14:nvPr/>
            </p14:nvContentPartPr>
            <p14:xfrm>
              <a:off x="1677430" y="3397028"/>
              <a:ext cx="2883240" cy="167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41430" y="3325388"/>
                <a:ext cx="29548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14:cNvPr>
              <p14:cNvContentPartPr/>
              <p14:nvPr/>
            </p14:nvContentPartPr>
            <p14:xfrm>
              <a:off x="4716910" y="1948388"/>
              <a:ext cx="867600" cy="11977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80910" y="1876388"/>
                <a:ext cx="939240" cy="13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14:cNvPr>
              <p14:cNvContentPartPr/>
              <p14:nvPr/>
            </p14:nvContentPartPr>
            <p14:xfrm>
              <a:off x="5964310" y="1663988"/>
              <a:ext cx="1749960" cy="586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928310" y="1592348"/>
                <a:ext cx="1821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14:cNvPr>
              <p14:cNvContentPartPr/>
              <p14:nvPr/>
            </p14:nvContentPartPr>
            <p14:xfrm>
              <a:off x="8427430" y="1796468"/>
              <a:ext cx="1893240" cy="13802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91430" y="1724828"/>
                <a:ext cx="1964880" cy="15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14:cNvPr>
              <p14:cNvContentPartPr/>
              <p14:nvPr/>
            </p14:nvContentPartPr>
            <p14:xfrm>
              <a:off x="4957750" y="2124428"/>
              <a:ext cx="613080" cy="816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22110" y="2052788"/>
                <a:ext cx="684720" cy="9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14:cNvPr>
              <p14:cNvContentPartPr/>
              <p14:nvPr/>
            </p14:nvContentPartPr>
            <p14:xfrm>
              <a:off x="239230" y="1168988"/>
              <a:ext cx="163080" cy="2732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0230" y="1159988"/>
                <a:ext cx="1807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14:cNvPr>
              <p14:cNvContentPartPr/>
              <p14:nvPr/>
            </p14:nvContentPartPr>
            <p14:xfrm>
              <a:off x="507430" y="1174028"/>
              <a:ext cx="1368000" cy="2422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8430" y="1165028"/>
                <a:ext cx="13856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14:cNvPr>
              <p14:cNvContentPartPr/>
              <p14:nvPr/>
            </p14:nvContentPartPr>
            <p14:xfrm>
              <a:off x="5399830" y="2461748"/>
              <a:ext cx="712800" cy="265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391190" y="2452748"/>
                <a:ext cx="7304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14:cNvPr>
              <p14:cNvContentPartPr/>
              <p14:nvPr/>
            </p14:nvContentPartPr>
            <p14:xfrm>
              <a:off x="6501790" y="1154588"/>
              <a:ext cx="1034640" cy="2520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92790" y="1145948"/>
                <a:ext cx="10522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14:cNvPr>
              <p14:cNvContentPartPr/>
              <p14:nvPr/>
            </p14:nvContentPartPr>
            <p14:xfrm>
              <a:off x="7173550" y="874868"/>
              <a:ext cx="264240" cy="160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164910" y="865868"/>
                <a:ext cx="281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14:cNvPr>
              <p14:cNvContentPartPr/>
              <p14:nvPr/>
            </p14:nvContentPartPr>
            <p14:xfrm>
              <a:off x="9361270" y="2002028"/>
              <a:ext cx="893520" cy="2944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352627" y="1993028"/>
                <a:ext cx="911167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14:cNvPr>
              <p14:cNvContentPartPr/>
              <p14:nvPr/>
            </p14:nvContentPartPr>
            <p14:xfrm>
              <a:off x="9927190" y="1720868"/>
              <a:ext cx="202320" cy="1771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18190" y="1711868"/>
                <a:ext cx="2199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C308031-D37F-4A29-B6D6-3983F85F8DB8}"/>
                  </a:ext>
                </a:extLst>
              </p14:cNvPr>
              <p14:cNvContentPartPr/>
              <p14:nvPr/>
            </p14:nvContentPartPr>
            <p14:xfrm>
              <a:off x="221950" y="1575788"/>
              <a:ext cx="197640" cy="2890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C308031-D37F-4A29-B6D6-3983F85F8DB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12950" y="1567148"/>
                <a:ext cx="215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464E48F-CFFE-43E1-8C72-549453723676}"/>
                  </a:ext>
                </a:extLst>
              </p14:cNvPr>
              <p14:cNvContentPartPr/>
              <p14:nvPr/>
            </p14:nvContentPartPr>
            <p14:xfrm>
              <a:off x="976150" y="1722308"/>
              <a:ext cx="93600" cy="676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464E48F-CFFE-43E1-8C72-54945372367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67150" y="1713668"/>
                <a:ext cx="1112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903E2C2-CC44-4E59-9542-9B7F9DD6BA2B}"/>
                  </a:ext>
                </a:extLst>
              </p14:cNvPr>
              <p14:cNvContentPartPr/>
              <p14:nvPr/>
            </p14:nvContentPartPr>
            <p14:xfrm>
              <a:off x="519670" y="1620068"/>
              <a:ext cx="339480" cy="2444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903E2C2-CC44-4E59-9542-9B7F9DD6BA2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0680" y="1611068"/>
                <a:ext cx="357101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3D239A4-EA1A-4734-BA6B-B2B2287D49A0}"/>
                  </a:ext>
                </a:extLst>
              </p14:cNvPr>
              <p14:cNvContentPartPr/>
              <p14:nvPr/>
            </p14:nvContentPartPr>
            <p14:xfrm>
              <a:off x="1696150" y="3589988"/>
              <a:ext cx="2930760" cy="1807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3D239A4-EA1A-4734-BA6B-B2B2287D49A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60510" y="3518348"/>
                <a:ext cx="300240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8201DB8-3536-47A9-8837-A788DCDF2487}"/>
                  </a:ext>
                </a:extLst>
              </p14:cNvPr>
              <p14:cNvContentPartPr/>
              <p14:nvPr/>
            </p14:nvContentPartPr>
            <p14:xfrm>
              <a:off x="5418910" y="3273908"/>
              <a:ext cx="4801680" cy="1270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8201DB8-3536-47A9-8837-A788DCDF248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82910" y="3202268"/>
                <a:ext cx="48733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662B811B-574F-4348-8AF7-2C95A26B4CA3}"/>
                  </a:ext>
                </a:extLst>
              </p14:cNvPr>
              <p14:cNvContentPartPr/>
              <p14:nvPr/>
            </p14:nvContentPartPr>
            <p14:xfrm>
              <a:off x="1202590" y="1642388"/>
              <a:ext cx="263160" cy="2170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662B811B-574F-4348-8AF7-2C95A26B4CA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93602" y="1633748"/>
                <a:ext cx="280776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ECE2333-FA58-4113-A37D-496E762CC26C}"/>
                  </a:ext>
                </a:extLst>
              </p14:cNvPr>
              <p14:cNvContentPartPr/>
              <p14:nvPr/>
            </p14:nvContentPartPr>
            <p14:xfrm>
              <a:off x="7196230" y="3021908"/>
              <a:ext cx="723960" cy="2149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ECE2333-FA58-4113-A37D-496E762CC26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187590" y="3013268"/>
                <a:ext cx="741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EC605758-6DFC-4E96-A862-5ED631D563E9}"/>
                  </a:ext>
                </a:extLst>
              </p14:cNvPr>
              <p14:cNvContentPartPr/>
              <p14:nvPr/>
            </p14:nvContentPartPr>
            <p14:xfrm>
              <a:off x="1152910" y="2077988"/>
              <a:ext cx="93600" cy="644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EC605758-6DFC-4E96-A862-5ED631D563E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43910" y="2068988"/>
                <a:ext cx="1112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AA795A9F-DFF7-401B-8FA5-C2BE28DE9051}"/>
                  </a:ext>
                </a:extLst>
              </p14:cNvPr>
              <p14:cNvContentPartPr/>
              <p14:nvPr/>
            </p14:nvContentPartPr>
            <p14:xfrm>
              <a:off x="201790" y="1973228"/>
              <a:ext cx="861120" cy="2613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AA795A9F-DFF7-401B-8FA5-C2BE28DE905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92790" y="1964588"/>
                <a:ext cx="8787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8FB3EE3A-0783-4D29-86C4-8B905E98BCF9}"/>
                  </a:ext>
                </a:extLst>
              </p14:cNvPr>
              <p14:cNvContentPartPr/>
              <p14:nvPr/>
            </p14:nvContentPartPr>
            <p14:xfrm>
              <a:off x="1336870" y="1965308"/>
              <a:ext cx="353520" cy="2113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8FB3EE3A-0783-4D29-86C4-8B905E98BCF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328230" y="1956668"/>
                <a:ext cx="3711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14:cNvPr>
              <p14:cNvContentPartPr/>
              <p14:nvPr/>
            </p14:nvContentPartPr>
            <p14:xfrm>
              <a:off x="2953270" y="3029828"/>
              <a:ext cx="1488960" cy="2754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944270" y="3020828"/>
                <a:ext cx="15066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3768C0EE-423D-4874-A0D6-691F185616B8}"/>
                  </a:ext>
                </a:extLst>
              </p14:cNvPr>
              <p14:cNvContentPartPr/>
              <p14:nvPr/>
            </p14:nvContentPartPr>
            <p14:xfrm>
              <a:off x="4248910" y="2857028"/>
              <a:ext cx="237240" cy="1098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3768C0EE-423D-4874-A0D6-691F185616B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40270" y="2848028"/>
                <a:ext cx="2548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9FC57A1D-CC09-47E4-A756-042DAAF78143}"/>
                  </a:ext>
                </a:extLst>
              </p14:cNvPr>
              <p14:cNvContentPartPr/>
              <p14:nvPr/>
            </p14:nvContentPartPr>
            <p14:xfrm>
              <a:off x="1657270" y="3779708"/>
              <a:ext cx="3054960" cy="1753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9FC57A1D-CC09-47E4-A756-042DAAF7814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621270" y="3707708"/>
                <a:ext cx="31266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BFF58DAE-F35E-4285-8187-C8B7DC3F5B10}"/>
                  </a:ext>
                </a:extLst>
              </p14:cNvPr>
              <p14:cNvContentPartPr/>
              <p14:nvPr/>
            </p14:nvContentPartPr>
            <p14:xfrm>
              <a:off x="5386870" y="3662708"/>
              <a:ext cx="2485440" cy="16138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BFF58DAE-F35E-4285-8187-C8B7DC3F5B1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51230" y="3591068"/>
                <a:ext cx="2557080" cy="17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F70C8908-C8A2-4FE4-B07B-18E9E808270A}"/>
                  </a:ext>
                </a:extLst>
              </p14:cNvPr>
              <p14:cNvContentPartPr/>
              <p14:nvPr/>
            </p14:nvContentPartPr>
            <p14:xfrm>
              <a:off x="8419510" y="3705908"/>
              <a:ext cx="2048760" cy="152496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F70C8908-C8A2-4FE4-B07B-18E9E808270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383510" y="3633908"/>
                <a:ext cx="2120400" cy="16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E6D4FF5-C6AE-4D9E-8F42-18B029F83FEF}"/>
                  </a:ext>
                </a:extLst>
              </p14:cNvPr>
              <p14:cNvContentPartPr/>
              <p14:nvPr/>
            </p14:nvContentPartPr>
            <p14:xfrm>
              <a:off x="6650110" y="4186508"/>
              <a:ext cx="717120" cy="2620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E6D4FF5-C6AE-4D9E-8F42-18B029F83FE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641110" y="4177508"/>
                <a:ext cx="7347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14:cNvPr>
              <p14:cNvContentPartPr/>
              <p14:nvPr/>
            </p14:nvContentPartPr>
            <p14:xfrm>
              <a:off x="2822590" y="1073228"/>
              <a:ext cx="28080" cy="100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813590" y="1064228"/>
                <a:ext cx="457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5ADE8075-CF54-418F-91EA-1D24A444158C}"/>
                  </a:ext>
                </a:extLst>
              </p14:cNvPr>
              <p14:cNvContentPartPr/>
              <p14:nvPr/>
            </p14:nvContentPartPr>
            <p14:xfrm>
              <a:off x="9381430" y="4552988"/>
              <a:ext cx="1101600" cy="26316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5ADE8075-CF54-418F-91EA-1D24A444158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372430" y="4543988"/>
                <a:ext cx="1119240" cy="28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180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14:cNvPr>
              <p14:cNvContentPartPr/>
              <p14:nvPr/>
            </p14:nvContentPartPr>
            <p14:xfrm>
              <a:off x="1635670" y="1581188"/>
              <a:ext cx="3607560" cy="165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0030" y="1509548"/>
                <a:ext cx="3679200" cy="17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14:cNvPr>
              <p14:cNvContentPartPr/>
              <p14:nvPr/>
            </p14:nvContentPartPr>
            <p14:xfrm>
              <a:off x="5803390" y="1539068"/>
              <a:ext cx="2019600" cy="81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7390" y="1467428"/>
                <a:ext cx="20912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14:cNvPr>
              <p14:cNvContentPartPr/>
              <p14:nvPr/>
            </p14:nvContentPartPr>
            <p14:xfrm>
              <a:off x="8399710" y="1596308"/>
              <a:ext cx="1837800" cy="1392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63710" y="1524668"/>
                <a:ext cx="1909440" cy="15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14:cNvPr>
              <p14:cNvContentPartPr/>
              <p14:nvPr/>
            </p14:nvContentPartPr>
            <p14:xfrm>
              <a:off x="5927590" y="1467428"/>
              <a:ext cx="1706760" cy="6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91590" y="1395428"/>
                <a:ext cx="17784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E074400-52AB-453B-9B6B-D1FE1454D0A0}"/>
                  </a:ext>
                </a:extLst>
              </p14:cNvPr>
              <p14:cNvContentPartPr/>
              <p14:nvPr/>
            </p14:nvContentPartPr>
            <p14:xfrm>
              <a:off x="1292230" y="143708"/>
              <a:ext cx="226440" cy="262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E074400-52AB-453B-9B6B-D1FE1454D0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3230" y="134708"/>
                <a:ext cx="24408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8BB2D45-D21B-411E-BA3B-7E6367B8C5FA}"/>
                  </a:ext>
                </a:extLst>
              </p14:cNvPr>
              <p14:cNvContentPartPr/>
              <p14:nvPr/>
            </p14:nvContentPartPr>
            <p14:xfrm>
              <a:off x="239950" y="151628"/>
              <a:ext cx="794160" cy="438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8BB2D45-D21B-411E-BA3B-7E6367B8C5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0954" y="142635"/>
                <a:ext cx="811792" cy="455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9A6C2F-C853-403B-BA80-EE0DD97A42EA}"/>
                  </a:ext>
                </a:extLst>
              </p14:cNvPr>
              <p14:cNvContentPartPr/>
              <p14:nvPr/>
            </p14:nvContentPartPr>
            <p14:xfrm>
              <a:off x="1673470" y="222188"/>
              <a:ext cx="15480" cy="4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9A6C2F-C853-403B-BA80-EE0DD97A42E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64830" y="213548"/>
                <a:ext cx="331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ED1FEE-F4C7-47B9-987F-742019CA1A65}"/>
                  </a:ext>
                </a:extLst>
              </p14:cNvPr>
              <p14:cNvContentPartPr/>
              <p14:nvPr/>
            </p14:nvContentPartPr>
            <p14:xfrm>
              <a:off x="1693630" y="369428"/>
              <a:ext cx="31320" cy="23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ED1FEE-F4C7-47B9-987F-742019CA1A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4630" y="360788"/>
                <a:ext cx="48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CECD3DD-6329-4C68-930E-40A323001DA0}"/>
                  </a:ext>
                </a:extLst>
              </p14:cNvPr>
              <p14:cNvContentPartPr/>
              <p14:nvPr/>
            </p14:nvContentPartPr>
            <p14:xfrm>
              <a:off x="3240910" y="112388"/>
              <a:ext cx="874800" cy="3481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CECD3DD-6329-4C68-930E-40A323001D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32270" y="103388"/>
                <a:ext cx="89244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4679179-D29B-48C1-8350-92D7EA678034}"/>
                  </a:ext>
                </a:extLst>
              </p14:cNvPr>
              <p14:cNvContentPartPr/>
              <p14:nvPr/>
            </p14:nvContentPartPr>
            <p14:xfrm>
              <a:off x="1864630" y="95468"/>
              <a:ext cx="1108800" cy="4449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4679179-D29B-48C1-8350-92D7EA6780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55633" y="86828"/>
                <a:ext cx="1126434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A203245-0478-46F3-AC47-6247D74EE443}"/>
                  </a:ext>
                </a:extLst>
              </p14:cNvPr>
              <p14:cNvContentPartPr/>
              <p14:nvPr/>
            </p14:nvContentPartPr>
            <p14:xfrm>
              <a:off x="4382110" y="24548"/>
              <a:ext cx="700920" cy="321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A203245-0478-46F3-AC47-6247D74EE44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73110" y="15898"/>
                <a:ext cx="718560" cy="339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BDD4785-ADD2-4A2C-8DFD-B561B29CF559}"/>
                  </a:ext>
                </a:extLst>
              </p14:cNvPr>
              <p14:cNvContentPartPr/>
              <p14:nvPr/>
            </p14:nvContentPartPr>
            <p14:xfrm>
              <a:off x="5239270" y="29948"/>
              <a:ext cx="590760" cy="421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BDD4785-ADD2-4A2C-8DFD-B561B29CF55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30635" y="20948"/>
                <a:ext cx="608389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7DB0C84-BF63-48AB-A9E2-AC8B0875F28F}"/>
                  </a:ext>
                </a:extLst>
              </p14:cNvPr>
              <p14:cNvContentPartPr/>
              <p14:nvPr/>
            </p14:nvContentPartPr>
            <p14:xfrm>
              <a:off x="8227270" y="81788"/>
              <a:ext cx="1284120" cy="2048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7DB0C84-BF63-48AB-A9E2-AC8B0875F28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18270" y="73148"/>
                <a:ext cx="13017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E94C221-D971-41A1-9FCB-D81417CF2908}"/>
                  </a:ext>
                </a:extLst>
              </p14:cNvPr>
              <p14:cNvContentPartPr/>
              <p14:nvPr/>
            </p14:nvContentPartPr>
            <p14:xfrm>
              <a:off x="6091030" y="74948"/>
              <a:ext cx="1887480" cy="387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E94C221-D971-41A1-9FCB-D81417CF290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82030" y="66300"/>
                <a:ext cx="1905120" cy="405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14:cNvPr>
              <p14:cNvContentPartPr/>
              <p14:nvPr/>
            </p14:nvContentPartPr>
            <p14:xfrm>
              <a:off x="238510" y="710708"/>
              <a:ext cx="799560" cy="2746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9510" y="702068"/>
                <a:ext cx="8172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14:cNvPr>
              <p14:cNvContentPartPr/>
              <p14:nvPr/>
            </p14:nvContentPartPr>
            <p14:xfrm>
              <a:off x="1154710" y="734828"/>
              <a:ext cx="550080" cy="2066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45710" y="726188"/>
                <a:ext cx="5677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14:cNvPr>
              <p14:cNvContentPartPr/>
              <p14:nvPr/>
            </p14:nvContentPartPr>
            <p14:xfrm>
              <a:off x="2882710" y="2022188"/>
              <a:ext cx="718560" cy="3909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74066" y="2013548"/>
                <a:ext cx="736209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14:cNvPr>
              <p14:cNvContentPartPr/>
              <p14:nvPr/>
            </p14:nvContentPartPr>
            <p14:xfrm>
              <a:off x="1677430" y="3397028"/>
              <a:ext cx="2883240" cy="167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41430" y="3325388"/>
                <a:ext cx="29548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14:cNvPr>
              <p14:cNvContentPartPr/>
              <p14:nvPr/>
            </p14:nvContentPartPr>
            <p14:xfrm>
              <a:off x="4716910" y="1948388"/>
              <a:ext cx="867600" cy="11977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80910" y="1876388"/>
                <a:ext cx="939240" cy="13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14:cNvPr>
              <p14:cNvContentPartPr/>
              <p14:nvPr/>
            </p14:nvContentPartPr>
            <p14:xfrm>
              <a:off x="5964310" y="1663988"/>
              <a:ext cx="1749960" cy="586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928310" y="1592348"/>
                <a:ext cx="1821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14:cNvPr>
              <p14:cNvContentPartPr/>
              <p14:nvPr/>
            </p14:nvContentPartPr>
            <p14:xfrm>
              <a:off x="8427430" y="1796468"/>
              <a:ext cx="1893240" cy="13802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91430" y="1724828"/>
                <a:ext cx="1964880" cy="15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14:cNvPr>
              <p14:cNvContentPartPr/>
              <p14:nvPr/>
            </p14:nvContentPartPr>
            <p14:xfrm>
              <a:off x="4957750" y="2124428"/>
              <a:ext cx="613080" cy="816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22110" y="2052788"/>
                <a:ext cx="684720" cy="9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14:cNvPr>
              <p14:cNvContentPartPr/>
              <p14:nvPr/>
            </p14:nvContentPartPr>
            <p14:xfrm>
              <a:off x="239230" y="1168988"/>
              <a:ext cx="163080" cy="2732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0230" y="1159988"/>
                <a:ext cx="1807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14:cNvPr>
              <p14:cNvContentPartPr/>
              <p14:nvPr/>
            </p14:nvContentPartPr>
            <p14:xfrm>
              <a:off x="507430" y="1174028"/>
              <a:ext cx="1368000" cy="2422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8430" y="1165028"/>
                <a:ext cx="13856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14:cNvPr>
              <p14:cNvContentPartPr/>
              <p14:nvPr/>
            </p14:nvContentPartPr>
            <p14:xfrm>
              <a:off x="5399830" y="2461748"/>
              <a:ext cx="712800" cy="265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391190" y="2452748"/>
                <a:ext cx="7304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14:cNvPr>
              <p14:cNvContentPartPr/>
              <p14:nvPr/>
            </p14:nvContentPartPr>
            <p14:xfrm>
              <a:off x="6501790" y="1154588"/>
              <a:ext cx="1034640" cy="2520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92790" y="1145948"/>
                <a:ext cx="10522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14:cNvPr>
              <p14:cNvContentPartPr/>
              <p14:nvPr/>
            </p14:nvContentPartPr>
            <p14:xfrm>
              <a:off x="7173550" y="874868"/>
              <a:ext cx="264240" cy="160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164910" y="865868"/>
                <a:ext cx="281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14:cNvPr>
              <p14:cNvContentPartPr/>
              <p14:nvPr/>
            </p14:nvContentPartPr>
            <p14:xfrm>
              <a:off x="9361270" y="2002028"/>
              <a:ext cx="893520" cy="2944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352627" y="1993028"/>
                <a:ext cx="911167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14:cNvPr>
              <p14:cNvContentPartPr/>
              <p14:nvPr/>
            </p14:nvContentPartPr>
            <p14:xfrm>
              <a:off x="9927190" y="1720868"/>
              <a:ext cx="202320" cy="1771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18190" y="1711868"/>
                <a:ext cx="2199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C308031-D37F-4A29-B6D6-3983F85F8DB8}"/>
                  </a:ext>
                </a:extLst>
              </p14:cNvPr>
              <p14:cNvContentPartPr/>
              <p14:nvPr/>
            </p14:nvContentPartPr>
            <p14:xfrm>
              <a:off x="221950" y="1575788"/>
              <a:ext cx="197640" cy="2890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C308031-D37F-4A29-B6D6-3983F85F8DB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12950" y="1567148"/>
                <a:ext cx="215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464E48F-CFFE-43E1-8C72-549453723676}"/>
                  </a:ext>
                </a:extLst>
              </p14:cNvPr>
              <p14:cNvContentPartPr/>
              <p14:nvPr/>
            </p14:nvContentPartPr>
            <p14:xfrm>
              <a:off x="976150" y="1722308"/>
              <a:ext cx="93600" cy="676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464E48F-CFFE-43E1-8C72-54945372367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67150" y="1713668"/>
                <a:ext cx="1112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903E2C2-CC44-4E59-9542-9B7F9DD6BA2B}"/>
                  </a:ext>
                </a:extLst>
              </p14:cNvPr>
              <p14:cNvContentPartPr/>
              <p14:nvPr/>
            </p14:nvContentPartPr>
            <p14:xfrm>
              <a:off x="519670" y="1620068"/>
              <a:ext cx="339480" cy="2444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903E2C2-CC44-4E59-9542-9B7F9DD6BA2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0680" y="1611068"/>
                <a:ext cx="357101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3D239A4-EA1A-4734-BA6B-B2B2287D49A0}"/>
                  </a:ext>
                </a:extLst>
              </p14:cNvPr>
              <p14:cNvContentPartPr/>
              <p14:nvPr/>
            </p14:nvContentPartPr>
            <p14:xfrm>
              <a:off x="1696150" y="3589988"/>
              <a:ext cx="2930760" cy="1807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3D239A4-EA1A-4734-BA6B-B2B2287D49A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60510" y="3518348"/>
                <a:ext cx="300240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8201DB8-3536-47A9-8837-A788DCDF2487}"/>
                  </a:ext>
                </a:extLst>
              </p14:cNvPr>
              <p14:cNvContentPartPr/>
              <p14:nvPr/>
            </p14:nvContentPartPr>
            <p14:xfrm>
              <a:off x="5418910" y="3273908"/>
              <a:ext cx="4801680" cy="1270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8201DB8-3536-47A9-8837-A788DCDF248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82910" y="3202268"/>
                <a:ext cx="48733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662B811B-574F-4348-8AF7-2C95A26B4CA3}"/>
                  </a:ext>
                </a:extLst>
              </p14:cNvPr>
              <p14:cNvContentPartPr/>
              <p14:nvPr/>
            </p14:nvContentPartPr>
            <p14:xfrm>
              <a:off x="1202590" y="1642388"/>
              <a:ext cx="263160" cy="2170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662B811B-574F-4348-8AF7-2C95A26B4CA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93602" y="1633748"/>
                <a:ext cx="280776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ECE2333-FA58-4113-A37D-496E762CC26C}"/>
                  </a:ext>
                </a:extLst>
              </p14:cNvPr>
              <p14:cNvContentPartPr/>
              <p14:nvPr/>
            </p14:nvContentPartPr>
            <p14:xfrm>
              <a:off x="7196230" y="3021908"/>
              <a:ext cx="723960" cy="2149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ECE2333-FA58-4113-A37D-496E762CC26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187590" y="3013268"/>
                <a:ext cx="741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EC605758-6DFC-4E96-A862-5ED631D563E9}"/>
                  </a:ext>
                </a:extLst>
              </p14:cNvPr>
              <p14:cNvContentPartPr/>
              <p14:nvPr/>
            </p14:nvContentPartPr>
            <p14:xfrm>
              <a:off x="1152910" y="2077988"/>
              <a:ext cx="93600" cy="644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EC605758-6DFC-4E96-A862-5ED631D563E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43910" y="2068988"/>
                <a:ext cx="1112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AA795A9F-DFF7-401B-8FA5-C2BE28DE9051}"/>
                  </a:ext>
                </a:extLst>
              </p14:cNvPr>
              <p14:cNvContentPartPr/>
              <p14:nvPr/>
            </p14:nvContentPartPr>
            <p14:xfrm>
              <a:off x="201790" y="1973228"/>
              <a:ext cx="861120" cy="2613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AA795A9F-DFF7-401B-8FA5-C2BE28DE905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92790" y="1964588"/>
                <a:ext cx="8787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8FB3EE3A-0783-4D29-86C4-8B905E98BCF9}"/>
                  </a:ext>
                </a:extLst>
              </p14:cNvPr>
              <p14:cNvContentPartPr/>
              <p14:nvPr/>
            </p14:nvContentPartPr>
            <p14:xfrm>
              <a:off x="1336870" y="1965308"/>
              <a:ext cx="353520" cy="2113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8FB3EE3A-0783-4D29-86C4-8B905E98BCF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328230" y="1956668"/>
                <a:ext cx="3711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14:cNvPr>
              <p14:cNvContentPartPr/>
              <p14:nvPr/>
            </p14:nvContentPartPr>
            <p14:xfrm>
              <a:off x="2953270" y="3029828"/>
              <a:ext cx="1488960" cy="2754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944270" y="3020828"/>
                <a:ext cx="15066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3768C0EE-423D-4874-A0D6-691F185616B8}"/>
                  </a:ext>
                </a:extLst>
              </p14:cNvPr>
              <p14:cNvContentPartPr/>
              <p14:nvPr/>
            </p14:nvContentPartPr>
            <p14:xfrm>
              <a:off x="4248910" y="2857028"/>
              <a:ext cx="237240" cy="1098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3768C0EE-423D-4874-A0D6-691F185616B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40270" y="2848028"/>
                <a:ext cx="2548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9FC57A1D-CC09-47E4-A756-042DAAF78143}"/>
                  </a:ext>
                </a:extLst>
              </p14:cNvPr>
              <p14:cNvContentPartPr/>
              <p14:nvPr/>
            </p14:nvContentPartPr>
            <p14:xfrm>
              <a:off x="1657270" y="3779708"/>
              <a:ext cx="3054960" cy="1753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9FC57A1D-CC09-47E4-A756-042DAAF7814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621270" y="3707708"/>
                <a:ext cx="31266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BFF58DAE-F35E-4285-8187-C8B7DC3F5B10}"/>
                  </a:ext>
                </a:extLst>
              </p14:cNvPr>
              <p14:cNvContentPartPr/>
              <p14:nvPr/>
            </p14:nvContentPartPr>
            <p14:xfrm>
              <a:off x="5386870" y="3662708"/>
              <a:ext cx="2485440" cy="16138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BFF58DAE-F35E-4285-8187-C8B7DC3F5B1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51230" y="3591068"/>
                <a:ext cx="2557080" cy="17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F70C8908-C8A2-4FE4-B07B-18E9E808270A}"/>
                  </a:ext>
                </a:extLst>
              </p14:cNvPr>
              <p14:cNvContentPartPr/>
              <p14:nvPr/>
            </p14:nvContentPartPr>
            <p14:xfrm>
              <a:off x="8419510" y="3705908"/>
              <a:ext cx="2048760" cy="152496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F70C8908-C8A2-4FE4-B07B-18E9E808270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383510" y="3633908"/>
                <a:ext cx="2120400" cy="16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9AA67C98-D5B7-4590-9531-229A3A64BD3E}"/>
                  </a:ext>
                </a:extLst>
              </p14:cNvPr>
              <p14:cNvContentPartPr/>
              <p14:nvPr/>
            </p14:nvContentPartPr>
            <p14:xfrm>
              <a:off x="1334710" y="3840188"/>
              <a:ext cx="2168280" cy="14526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9AA67C98-D5B7-4590-9531-229A3A64BD3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298710" y="3768188"/>
                <a:ext cx="2239920" cy="159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B1635B6-7D12-45E4-A27A-18AA8252AD4E}"/>
                  </a:ext>
                </a:extLst>
              </p14:cNvPr>
              <p14:cNvContentPartPr/>
              <p14:nvPr/>
            </p14:nvContentPartPr>
            <p14:xfrm>
              <a:off x="4050190" y="3841988"/>
              <a:ext cx="794880" cy="12153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B1635B6-7D12-45E4-A27A-18AA8252AD4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014190" y="3769988"/>
                <a:ext cx="866520" cy="13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1DEB74F-A7B7-46AE-8FDA-39DEC054F8CC}"/>
                  </a:ext>
                </a:extLst>
              </p14:cNvPr>
              <p14:cNvContentPartPr/>
              <p14:nvPr/>
            </p14:nvContentPartPr>
            <p14:xfrm>
              <a:off x="5226310" y="3892748"/>
              <a:ext cx="2363760" cy="15332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1DEB74F-A7B7-46AE-8FDA-39DEC054F8C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190670" y="3821108"/>
                <a:ext cx="2435400" cy="167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3CFA8192-F4C7-4E78-9549-29595975D34D}"/>
                  </a:ext>
                </a:extLst>
              </p14:cNvPr>
              <p14:cNvContentPartPr/>
              <p14:nvPr/>
            </p14:nvContentPartPr>
            <p14:xfrm>
              <a:off x="8207470" y="3644708"/>
              <a:ext cx="2083680" cy="14331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3CFA8192-F4C7-4E78-9549-29595975D34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171830" y="3572708"/>
                <a:ext cx="2155320" cy="15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6DBE0C21-7620-418C-81BD-0832AE3A0598}"/>
                  </a:ext>
                </a:extLst>
              </p14:cNvPr>
              <p14:cNvContentPartPr/>
              <p14:nvPr/>
            </p14:nvContentPartPr>
            <p14:xfrm>
              <a:off x="1539910" y="2387228"/>
              <a:ext cx="229320" cy="17964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6DBE0C21-7620-418C-81BD-0832AE3A059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531270" y="2378571"/>
                <a:ext cx="246960" cy="197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1F36B08F-F8BB-4826-97CD-97340C0F8ADE}"/>
                  </a:ext>
                </a:extLst>
              </p14:cNvPr>
              <p14:cNvContentPartPr/>
              <p14:nvPr/>
            </p14:nvContentPartPr>
            <p14:xfrm>
              <a:off x="126550" y="2307308"/>
              <a:ext cx="1311120" cy="3045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1F36B08F-F8BB-4826-97CD-97340C0F8AD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7910" y="2298308"/>
                <a:ext cx="13287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E6D4FF5-C6AE-4D9E-8F42-18B029F83FEF}"/>
                  </a:ext>
                </a:extLst>
              </p14:cNvPr>
              <p14:cNvContentPartPr/>
              <p14:nvPr/>
            </p14:nvContentPartPr>
            <p14:xfrm>
              <a:off x="6650110" y="4186508"/>
              <a:ext cx="1061640" cy="2944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E6D4FF5-C6AE-4D9E-8F42-18B029F83FE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641110" y="4177508"/>
                <a:ext cx="10792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ECA307FD-8BD1-4EB4-88B3-FA653631B6ED}"/>
                  </a:ext>
                </a:extLst>
              </p14:cNvPr>
              <p14:cNvContentPartPr/>
              <p14:nvPr/>
            </p14:nvContentPartPr>
            <p14:xfrm>
              <a:off x="4525750" y="4419428"/>
              <a:ext cx="577440" cy="2916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ECA307FD-8BD1-4EB4-88B3-FA653631B6E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516750" y="4410428"/>
                <a:ext cx="59508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14:cNvPr>
              <p14:cNvContentPartPr/>
              <p14:nvPr/>
            </p14:nvContentPartPr>
            <p14:xfrm>
              <a:off x="2822590" y="1073228"/>
              <a:ext cx="28080" cy="100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813590" y="1064228"/>
                <a:ext cx="457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F04DDAD6-DEB7-46C7-995D-07414F4652C9}"/>
                  </a:ext>
                </a:extLst>
              </p14:cNvPr>
              <p14:cNvContentPartPr/>
              <p14:nvPr/>
            </p14:nvContentPartPr>
            <p14:xfrm>
              <a:off x="2611990" y="4410068"/>
              <a:ext cx="1153440" cy="29772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F04DDAD6-DEB7-46C7-995D-07414F4652C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602990" y="4401068"/>
                <a:ext cx="11710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5ADE8075-CF54-418F-91EA-1D24A444158C}"/>
                  </a:ext>
                </a:extLst>
              </p14:cNvPr>
              <p14:cNvContentPartPr/>
              <p14:nvPr/>
            </p14:nvContentPartPr>
            <p14:xfrm>
              <a:off x="9381430" y="4552988"/>
              <a:ext cx="1601640" cy="26388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5ADE8075-CF54-418F-91EA-1D24A444158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372430" y="4543988"/>
                <a:ext cx="1619280" cy="28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515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14:cNvPr>
              <p14:cNvContentPartPr/>
              <p14:nvPr/>
            </p14:nvContentPartPr>
            <p14:xfrm>
              <a:off x="1635670" y="1581188"/>
              <a:ext cx="3607560" cy="165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0030" y="1509548"/>
                <a:ext cx="3679200" cy="17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14:cNvPr>
              <p14:cNvContentPartPr/>
              <p14:nvPr/>
            </p14:nvContentPartPr>
            <p14:xfrm>
              <a:off x="5803390" y="1539068"/>
              <a:ext cx="2019600" cy="81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7390" y="1467428"/>
                <a:ext cx="20912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14:cNvPr>
              <p14:cNvContentPartPr/>
              <p14:nvPr/>
            </p14:nvContentPartPr>
            <p14:xfrm>
              <a:off x="8399710" y="1596308"/>
              <a:ext cx="1837800" cy="1392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63710" y="1524668"/>
                <a:ext cx="1909440" cy="15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14:cNvPr>
              <p14:cNvContentPartPr/>
              <p14:nvPr/>
            </p14:nvContentPartPr>
            <p14:xfrm>
              <a:off x="5927590" y="1467428"/>
              <a:ext cx="1706760" cy="6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91590" y="1395428"/>
                <a:ext cx="17784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E074400-52AB-453B-9B6B-D1FE1454D0A0}"/>
                  </a:ext>
                </a:extLst>
              </p14:cNvPr>
              <p14:cNvContentPartPr/>
              <p14:nvPr/>
            </p14:nvContentPartPr>
            <p14:xfrm>
              <a:off x="1292230" y="143708"/>
              <a:ext cx="226440" cy="262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E074400-52AB-453B-9B6B-D1FE1454D0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3230" y="134708"/>
                <a:ext cx="24408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8BB2D45-D21B-411E-BA3B-7E6367B8C5FA}"/>
                  </a:ext>
                </a:extLst>
              </p14:cNvPr>
              <p14:cNvContentPartPr/>
              <p14:nvPr/>
            </p14:nvContentPartPr>
            <p14:xfrm>
              <a:off x="239950" y="151628"/>
              <a:ext cx="794160" cy="438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8BB2D45-D21B-411E-BA3B-7E6367B8C5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0954" y="142635"/>
                <a:ext cx="811792" cy="455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9A6C2F-C853-403B-BA80-EE0DD97A42EA}"/>
                  </a:ext>
                </a:extLst>
              </p14:cNvPr>
              <p14:cNvContentPartPr/>
              <p14:nvPr/>
            </p14:nvContentPartPr>
            <p14:xfrm>
              <a:off x="1673470" y="222188"/>
              <a:ext cx="15480" cy="4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9A6C2F-C853-403B-BA80-EE0DD97A42E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64830" y="213548"/>
                <a:ext cx="331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ED1FEE-F4C7-47B9-987F-742019CA1A65}"/>
                  </a:ext>
                </a:extLst>
              </p14:cNvPr>
              <p14:cNvContentPartPr/>
              <p14:nvPr/>
            </p14:nvContentPartPr>
            <p14:xfrm>
              <a:off x="1693630" y="369428"/>
              <a:ext cx="31320" cy="23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ED1FEE-F4C7-47B9-987F-742019CA1A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4630" y="360788"/>
                <a:ext cx="48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CECD3DD-6329-4C68-930E-40A323001DA0}"/>
                  </a:ext>
                </a:extLst>
              </p14:cNvPr>
              <p14:cNvContentPartPr/>
              <p14:nvPr/>
            </p14:nvContentPartPr>
            <p14:xfrm>
              <a:off x="3240910" y="112388"/>
              <a:ext cx="874800" cy="3481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CECD3DD-6329-4C68-930E-40A323001D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32270" y="103388"/>
                <a:ext cx="89244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4679179-D29B-48C1-8350-92D7EA678034}"/>
                  </a:ext>
                </a:extLst>
              </p14:cNvPr>
              <p14:cNvContentPartPr/>
              <p14:nvPr/>
            </p14:nvContentPartPr>
            <p14:xfrm>
              <a:off x="1864630" y="95468"/>
              <a:ext cx="1108800" cy="4449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4679179-D29B-48C1-8350-92D7EA6780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55633" y="86828"/>
                <a:ext cx="1126434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A203245-0478-46F3-AC47-6247D74EE443}"/>
                  </a:ext>
                </a:extLst>
              </p14:cNvPr>
              <p14:cNvContentPartPr/>
              <p14:nvPr/>
            </p14:nvContentPartPr>
            <p14:xfrm>
              <a:off x="4382110" y="24548"/>
              <a:ext cx="700920" cy="321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A203245-0478-46F3-AC47-6247D74EE44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73110" y="15898"/>
                <a:ext cx="718560" cy="339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BDD4785-ADD2-4A2C-8DFD-B561B29CF559}"/>
                  </a:ext>
                </a:extLst>
              </p14:cNvPr>
              <p14:cNvContentPartPr/>
              <p14:nvPr/>
            </p14:nvContentPartPr>
            <p14:xfrm>
              <a:off x="5239270" y="29948"/>
              <a:ext cx="590760" cy="421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BDD4785-ADD2-4A2C-8DFD-B561B29CF55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30635" y="20948"/>
                <a:ext cx="608389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7DB0C84-BF63-48AB-A9E2-AC8B0875F28F}"/>
                  </a:ext>
                </a:extLst>
              </p14:cNvPr>
              <p14:cNvContentPartPr/>
              <p14:nvPr/>
            </p14:nvContentPartPr>
            <p14:xfrm>
              <a:off x="8227270" y="81788"/>
              <a:ext cx="1284120" cy="2048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7DB0C84-BF63-48AB-A9E2-AC8B0875F28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18270" y="73148"/>
                <a:ext cx="13017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E94C221-D971-41A1-9FCB-D81417CF2908}"/>
                  </a:ext>
                </a:extLst>
              </p14:cNvPr>
              <p14:cNvContentPartPr/>
              <p14:nvPr/>
            </p14:nvContentPartPr>
            <p14:xfrm>
              <a:off x="6091030" y="74948"/>
              <a:ext cx="1887480" cy="387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E94C221-D971-41A1-9FCB-D81417CF290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82030" y="66300"/>
                <a:ext cx="1905120" cy="405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14:cNvPr>
              <p14:cNvContentPartPr/>
              <p14:nvPr/>
            </p14:nvContentPartPr>
            <p14:xfrm>
              <a:off x="238510" y="710708"/>
              <a:ext cx="799560" cy="2746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9510" y="702068"/>
                <a:ext cx="8172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14:cNvPr>
              <p14:cNvContentPartPr/>
              <p14:nvPr/>
            </p14:nvContentPartPr>
            <p14:xfrm>
              <a:off x="1154710" y="734828"/>
              <a:ext cx="550080" cy="2066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45710" y="726188"/>
                <a:ext cx="5677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14:cNvPr>
              <p14:cNvContentPartPr/>
              <p14:nvPr/>
            </p14:nvContentPartPr>
            <p14:xfrm>
              <a:off x="2882710" y="2022188"/>
              <a:ext cx="718560" cy="3909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74066" y="2013548"/>
                <a:ext cx="736209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14:cNvPr>
              <p14:cNvContentPartPr/>
              <p14:nvPr/>
            </p14:nvContentPartPr>
            <p14:xfrm>
              <a:off x="1677430" y="3397028"/>
              <a:ext cx="2883240" cy="167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41430" y="3325388"/>
                <a:ext cx="29548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14:cNvPr>
              <p14:cNvContentPartPr/>
              <p14:nvPr/>
            </p14:nvContentPartPr>
            <p14:xfrm>
              <a:off x="4716910" y="1948388"/>
              <a:ext cx="867600" cy="11977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80910" y="1876388"/>
                <a:ext cx="939240" cy="13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14:cNvPr>
              <p14:cNvContentPartPr/>
              <p14:nvPr/>
            </p14:nvContentPartPr>
            <p14:xfrm>
              <a:off x="5964310" y="1663988"/>
              <a:ext cx="1749960" cy="586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928310" y="1592348"/>
                <a:ext cx="1821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14:cNvPr>
              <p14:cNvContentPartPr/>
              <p14:nvPr/>
            </p14:nvContentPartPr>
            <p14:xfrm>
              <a:off x="8427430" y="1796468"/>
              <a:ext cx="1893240" cy="13802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91430" y="1724828"/>
                <a:ext cx="1964880" cy="15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14:cNvPr>
              <p14:cNvContentPartPr/>
              <p14:nvPr/>
            </p14:nvContentPartPr>
            <p14:xfrm>
              <a:off x="4957750" y="2124428"/>
              <a:ext cx="613080" cy="816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22110" y="2052788"/>
                <a:ext cx="684720" cy="9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14:cNvPr>
              <p14:cNvContentPartPr/>
              <p14:nvPr/>
            </p14:nvContentPartPr>
            <p14:xfrm>
              <a:off x="239230" y="1168988"/>
              <a:ext cx="163080" cy="2732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0230" y="1159988"/>
                <a:ext cx="1807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14:cNvPr>
              <p14:cNvContentPartPr/>
              <p14:nvPr/>
            </p14:nvContentPartPr>
            <p14:xfrm>
              <a:off x="507430" y="1174028"/>
              <a:ext cx="1368000" cy="2422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8430" y="1165028"/>
                <a:ext cx="13856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14:cNvPr>
              <p14:cNvContentPartPr/>
              <p14:nvPr/>
            </p14:nvContentPartPr>
            <p14:xfrm>
              <a:off x="5399830" y="2461748"/>
              <a:ext cx="712800" cy="265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391190" y="2452748"/>
                <a:ext cx="7304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14:cNvPr>
              <p14:cNvContentPartPr/>
              <p14:nvPr/>
            </p14:nvContentPartPr>
            <p14:xfrm>
              <a:off x="6501790" y="1154588"/>
              <a:ext cx="1034640" cy="2520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92790" y="1145948"/>
                <a:ext cx="10522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14:cNvPr>
              <p14:cNvContentPartPr/>
              <p14:nvPr/>
            </p14:nvContentPartPr>
            <p14:xfrm>
              <a:off x="7173550" y="874868"/>
              <a:ext cx="264240" cy="160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164910" y="865868"/>
                <a:ext cx="281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14:cNvPr>
              <p14:cNvContentPartPr/>
              <p14:nvPr/>
            </p14:nvContentPartPr>
            <p14:xfrm>
              <a:off x="9361270" y="2002028"/>
              <a:ext cx="893520" cy="2944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352627" y="1993028"/>
                <a:ext cx="911167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14:cNvPr>
              <p14:cNvContentPartPr/>
              <p14:nvPr/>
            </p14:nvContentPartPr>
            <p14:xfrm>
              <a:off x="9927190" y="1720868"/>
              <a:ext cx="202320" cy="1771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18190" y="1711868"/>
                <a:ext cx="2199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C308031-D37F-4A29-B6D6-3983F85F8DB8}"/>
                  </a:ext>
                </a:extLst>
              </p14:cNvPr>
              <p14:cNvContentPartPr/>
              <p14:nvPr/>
            </p14:nvContentPartPr>
            <p14:xfrm>
              <a:off x="221950" y="1575788"/>
              <a:ext cx="197640" cy="2890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C308031-D37F-4A29-B6D6-3983F85F8DB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12950" y="1567148"/>
                <a:ext cx="215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464E48F-CFFE-43E1-8C72-549453723676}"/>
                  </a:ext>
                </a:extLst>
              </p14:cNvPr>
              <p14:cNvContentPartPr/>
              <p14:nvPr/>
            </p14:nvContentPartPr>
            <p14:xfrm>
              <a:off x="976150" y="1722308"/>
              <a:ext cx="93600" cy="676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464E48F-CFFE-43E1-8C72-54945372367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67150" y="1713668"/>
                <a:ext cx="1112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903E2C2-CC44-4E59-9542-9B7F9DD6BA2B}"/>
                  </a:ext>
                </a:extLst>
              </p14:cNvPr>
              <p14:cNvContentPartPr/>
              <p14:nvPr/>
            </p14:nvContentPartPr>
            <p14:xfrm>
              <a:off x="519670" y="1620068"/>
              <a:ext cx="339480" cy="2444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903E2C2-CC44-4E59-9542-9B7F9DD6BA2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0680" y="1611068"/>
                <a:ext cx="357101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3D239A4-EA1A-4734-BA6B-B2B2287D49A0}"/>
                  </a:ext>
                </a:extLst>
              </p14:cNvPr>
              <p14:cNvContentPartPr/>
              <p14:nvPr/>
            </p14:nvContentPartPr>
            <p14:xfrm>
              <a:off x="1696150" y="3589988"/>
              <a:ext cx="2930760" cy="1807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3D239A4-EA1A-4734-BA6B-B2B2287D49A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60510" y="3518348"/>
                <a:ext cx="300240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8201DB8-3536-47A9-8837-A788DCDF2487}"/>
                  </a:ext>
                </a:extLst>
              </p14:cNvPr>
              <p14:cNvContentPartPr/>
              <p14:nvPr/>
            </p14:nvContentPartPr>
            <p14:xfrm>
              <a:off x="5418910" y="3273908"/>
              <a:ext cx="4801680" cy="1270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8201DB8-3536-47A9-8837-A788DCDF248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82910" y="3202268"/>
                <a:ext cx="48733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662B811B-574F-4348-8AF7-2C95A26B4CA3}"/>
                  </a:ext>
                </a:extLst>
              </p14:cNvPr>
              <p14:cNvContentPartPr/>
              <p14:nvPr/>
            </p14:nvContentPartPr>
            <p14:xfrm>
              <a:off x="1202590" y="1642388"/>
              <a:ext cx="263160" cy="2170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662B811B-574F-4348-8AF7-2C95A26B4CA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93602" y="1633748"/>
                <a:ext cx="280776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ECE2333-FA58-4113-A37D-496E762CC26C}"/>
                  </a:ext>
                </a:extLst>
              </p14:cNvPr>
              <p14:cNvContentPartPr/>
              <p14:nvPr/>
            </p14:nvContentPartPr>
            <p14:xfrm>
              <a:off x="7196230" y="3021908"/>
              <a:ext cx="723960" cy="2149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ECE2333-FA58-4113-A37D-496E762CC26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187590" y="3013268"/>
                <a:ext cx="741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EC605758-6DFC-4E96-A862-5ED631D563E9}"/>
                  </a:ext>
                </a:extLst>
              </p14:cNvPr>
              <p14:cNvContentPartPr/>
              <p14:nvPr/>
            </p14:nvContentPartPr>
            <p14:xfrm>
              <a:off x="1152910" y="2077988"/>
              <a:ext cx="93600" cy="644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EC605758-6DFC-4E96-A862-5ED631D563E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43910" y="2068988"/>
                <a:ext cx="1112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AA795A9F-DFF7-401B-8FA5-C2BE28DE9051}"/>
                  </a:ext>
                </a:extLst>
              </p14:cNvPr>
              <p14:cNvContentPartPr/>
              <p14:nvPr/>
            </p14:nvContentPartPr>
            <p14:xfrm>
              <a:off x="201790" y="1973228"/>
              <a:ext cx="861120" cy="2613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AA795A9F-DFF7-401B-8FA5-C2BE28DE905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92790" y="1964588"/>
                <a:ext cx="8787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8FB3EE3A-0783-4D29-86C4-8B905E98BCF9}"/>
                  </a:ext>
                </a:extLst>
              </p14:cNvPr>
              <p14:cNvContentPartPr/>
              <p14:nvPr/>
            </p14:nvContentPartPr>
            <p14:xfrm>
              <a:off x="1336870" y="1965308"/>
              <a:ext cx="353520" cy="2113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8FB3EE3A-0783-4D29-86C4-8B905E98BCF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328230" y="1956668"/>
                <a:ext cx="3711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14:cNvPr>
              <p14:cNvContentPartPr/>
              <p14:nvPr/>
            </p14:nvContentPartPr>
            <p14:xfrm>
              <a:off x="2953270" y="3029828"/>
              <a:ext cx="1488960" cy="2754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944270" y="3020828"/>
                <a:ext cx="15066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3768C0EE-423D-4874-A0D6-691F185616B8}"/>
                  </a:ext>
                </a:extLst>
              </p14:cNvPr>
              <p14:cNvContentPartPr/>
              <p14:nvPr/>
            </p14:nvContentPartPr>
            <p14:xfrm>
              <a:off x="4248910" y="2857028"/>
              <a:ext cx="237240" cy="1098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3768C0EE-423D-4874-A0D6-691F185616B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40270" y="2848028"/>
                <a:ext cx="2548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9FC57A1D-CC09-47E4-A756-042DAAF78143}"/>
                  </a:ext>
                </a:extLst>
              </p14:cNvPr>
              <p14:cNvContentPartPr/>
              <p14:nvPr/>
            </p14:nvContentPartPr>
            <p14:xfrm>
              <a:off x="1657270" y="3779708"/>
              <a:ext cx="3054960" cy="1753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9FC57A1D-CC09-47E4-A756-042DAAF7814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621270" y="3707708"/>
                <a:ext cx="31266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BFF58DAE-F35E-4285-8187-C8B7DC3F5B10}"/>
                  </a:ext>
                </a:extLst>
              </p14:cNvPr>
              <p14:cNvContentPartPr/>
              <p14:nvPr/>
            </p14:nvContentPartPr>
            <p14:xfrm>
              <a:off x="5386870" y="3662708"/>
              <a:ext cx="2485440" cy="16138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BFF58DAE-F35E-4285-8187-C8B7DC3F5B1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51230" y="3591068"/>
                <a:ext cx="2557080" cy="17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F70C8908-C8A2-4FE4-B07B-18E9E808270A}"/>
                  </a:ext>
                </a:extLst>
              </p14:cNvPr>
              <p14:cNvContentPartPr/>
              <p14:nvPr/>
            </p14:nvContentPartPr>
            <p14:xfrm>
              <a:off x="8419510" y="3705908"/>
              <a:ext cx="2048760" cy="152496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F70C8908-C8A2-4FE4-B07B-18E9E808270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383510" y="3633908"/>
                <a:ext cx="2120400" cy="16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9AA67C98-D5B7-4590-9531-229A3A64BD3E}"/>
                  </a:ext>
                </a:extLst>
              </p14:cNvPr>
              <p14:cNvContentPartPr/>
              <p14:nvPr/>
            </p14:nvContentPartPr>
            <p14:xfrm>
              <a:off x="1334710" y="3840188"/>
              <a:ext cx="2168280" cy="14526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9AA67C98-D5B7-4590-9531-229A3A64BD3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298710" y="3768188"/>
                <a:ext cx="2239920" cy="159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B1635B6-7D12-45E4-A27A-18AA8252AD4E}"/>
                  </a:ext>
                </a:extLst>
              </p14:cNvPr>
              <p14:cNvContentPartPr/>
              <p14:nvPr/>
            </p14:nvContentPartPr>
            <p14:xfrm>
              <a:off x="4050190" y="3841988"/>
              <a:ext cx="794880" cy="12153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B1635B6-7D12-45E4-A27A-18AA8252AD4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014190" y="3769988"/>
                <a:ext cx="866520" cy="13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1DEB74F-A7B7-46AE-8FDA-39DEC054F8CC}"/>
                  </a:ext>
                </a:extLst>
              </p14:cNvPr>
              <p14:cNvContentPartPr/>
              <p14:nvPr/>
            </p14:nvContentPartPr>
            <p14:xfrm>
              <a:off x="5226310" y="3892748"/>
              <a:ext cx="2363760" cy="15332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1DEB74F-A7B7-46AE-8FDA-39DEC054F8C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190670" y="3821108"/>
                <a:ext cx="2435400" cy="167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3CFA8192-F4C7-4E78-9549-29595975D34D}"/>
                  </a:ext>
                </a:extLst>
              </p14:cNvPr>
              <p14:cNvContentPartPr/>
              <p14:nvPr/>
            </p14:nvContentPartPr>
            <p14:xfrm>
              <a:off x="8207470" y="3644708"/>
              <a:ext cx="2083680" cy="14331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3CFA8192-F4C7-4E78-9549-29595975D34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171830" y="3572708"/>
                <a:ext cx="2155320" cy="15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6DBE0C21-7620-418C-81BD-0832AE3A0598}"/>
                  </a:ext>
                </a:extLst>
              </p14:cNvPr>
              <p14:cNvContentPartPr/>
              <p14:nvPr/>
            </p14:nvContentPartPr>
            <p14:xfrm>
              <a:off x="1539910" y="2387228"/>
              <a:ext cx="229320" cy="17964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6DBE0C21-7620-418C-81BD-0832AE3A059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531270" y="2378571"/>
                <a:ext cx="246960" cy="197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1F36B08F-F8BB-4826-97CD-97340C0F8ADE}"/>
                  </a:ext>
                </a:extLst>
              </p14:cNvPr>
              <p14:cNvContentPartPr/>
              <p14:nvPr/>
            </p14:nvContentPartPr>
            <p14:xfrm>
              <a:off x="126550" y="2307308"/>
              <a:ext cx="1311120" cy="3045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1F36B08F-F8BB-4826-97CD-97340C0F8AD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7910" y="2298308"/>
                <a:ext cx="13287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E6D4FF5-C6AE-4D9E-8F42-18B029F83FEF}"/>
                  </a:ext>
                </a:extLst>
              </p14:cNvPr>
              <p14:cNvContentPartPr/>
              <p14:nvPr/>
            </p14:nvContentPartPr>
            <p14:xfrm>
              <a:off x="6650110" y="4186508"/>
              <a:ext cx="1061640" cy="2944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E6D4FF5-C6AE-4D9E-8F42-18B029F83FE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641110" y="4177508"/>
                <a:ext cx="10792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ECA307FD-8BD1-4EB4-88B3-FA653631B6ED}"/>
                  </a:ext>
                </a:extLst>
              </p14:cNvPr>
              <p14:cNvContentPartPr/>
              <p14:nvPr/>
            </p14:nvContentPartPr>
            <p14:xfrm>
              <a:off x="4525750" y="4419428"/>
              <a:ext cx="577440" cy="2916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ECA307FD-8BD1-4EB4-88B3-FA653631B6E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516750" y="4410428"/>
                <a:ext cx="59508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14:cNvPr>
              <p14:cNvContentPartPr/>
              <p14:nvPr/>
            </p14:nvContentPartPr>
            <p14:xfrm>
              <a:off x="2822590" y="1073228"/>
              <a:ext cx="28080" cy="100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813590" y="1064228"/>
                <a:ext cx="457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928FB5A4-FE28-45BF-AA0D-1EA552618E85}"/>
                  </a:ext>
                </a:extLst>
              </p14:cNvPr>
              <p14:cNvContentPartPr/>
              <p14:nvPr/>
            </p14:nvContentPartPr>
            <p14:xfrm>
              <a:off x="151390" y="2669108"/>
              <a:ext cx="811440" cy="25956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928FB5A4-FE28-45BF-AA0D-1EA552618E8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42390" y="2660108"/>
                <a:ext cx="8290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65D9A494-682B-4025-BBA3-3277C29AE7CD}"/>
                  </a:ext>
                </a:extLst>
              </p14:cNvPr>
              <p14:cNvContentPartPr/>
              <p14:nvPr/>
            </p14:nvContentPartPr>
            <p14:xfrm>
              <a:off x="1237510" y="4057628"/>
              <a:ext cx="2126160" cy="149868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65D9A494-682B-4025-BBA3-3277C29AE7C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201870" y="3985628"/>
                <a:ext cx="2197800" cy="164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B5340759-8C75-47C8-87C3-E980AD0F03F2}"/>
                  </a:ext>
                </a:extLst>
              </p14:cNvPr>
              <p14:cNvContentPartPr/>
              <p14:nvPr/>
            </p14:nvContentPartPr>
            <p14:xfrm>
              <a:off x="4367350" y="5469188"/>
              <a:ext cx="3169080" cy="730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B5340759-8C75-47C8-87C3-E980AD0F03F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331350" y="5397548"/>
                <a:ext cx="32407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B25EF297-A2EE-4D1F-965B-F44BCA1EEE31}"/>
                  </a:ext>
                </a:extLst>
              </p14:cNvPr>
              <p14:cNvContentPartPr/>
              <p14:nvPr/>
            </p14:nvContentPartPr>
            <p14:xfrm>
              <a:off x="8625430" y="4877348"/>
              <a:ext cx="784080" cy="54252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B25EF297-A2EE-4D1F-965B-F44BCA1EEE3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589790" y="4805708"/>
                <a:ext cx="855720" cy="6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B8CE9E5B-2322-46CB-AD1C-DD95606720C3}"/>
                  </a:ext>
                </a:extLst>
              </p14:cNvPr>
              <p14:cNvContentPartPr/>
              <p14:nvPr/>
            </p14:nvContentPartPr>
            <p14:xfrm>
              <a:off x="9799030" y="3910748"/>
              <a:ext cx="792360" cy="56808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B8CE9E5B-2322-46CB-AD1C-DD95606720C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763030" y="3839108"/>
                <a:ext cx="864000" cy="71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AF41C0E5-64B3-4963-BE63-941761AEEA5A}"/>
                  </a:ext>
                </a:extLst>
              </p14:cNvPr>
              <p14:cNvContentPartPr/>
              <p14:nvPr/>
            </p14:nvContentPartPr>
            <p14:xfrm>
              <a:off x="1071190" y="2814908"/>
              <a:ext cx="124560" cy="1080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AF41C0E5-64B3-4963-BE63-941761AEEA5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62190" y="2805908"/>
                <a:ext cx="1422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8589662E-866C-477F-92FE-109808FB192C}"/>
                  </a:ext>
                </a:extLst>
              </p14:cNvPr>
              <p14:cNvContentPartPr/>
              <p14:nvPr/>
            </p14:nvContentPartPr>
            <p14:xfrm>
              <a:off x="1076230" y="2755508"/>
              <a:ext cx="114480" cy="900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8589662E-866C-477F-92FE-109808FB192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67230" y="2746868"/>
                <a:ext cx="1321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DED6DA94-4910-4C71-9E0F-B7CA32D37418}"/>
                  </a:ext>
                </a:extLst>
              </p14:cNvPr>
              <p14:cNvContentPartPr/>
              <p14:nvPr/>
            </p14:nvContentPartPr>
            <p14:xfrm>
              <a:off x="1316350" y="2717348"/>
              <a:ext cx="247320" cy="18288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DED6DA94-4910-4C71-9E0F-B7CA32D3741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307350" y="2708708"/>
                <a:ext cx="2649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F04DDAD6-DEB7-46C7-995D-07414F4652C9}"/>
                  </a:ext>
                </a:extLst>
              </p14:cNvPr>
              <p14:cNvContentPartPr/>
              <p14:nvPr/>
            </p14:nvContentPartPr>
            <p14:xfrm>
              <a:off x="2611990" y="4410068"/>
              <a:ext cx="1153440" cy="29772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F04DDAD6-DEB7-46C7-995D-07414F4652C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602990" y="4401068"/>
                <a:ext cx="11710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9CFDDDDF-EAB6-412E-9B5E-92B484DF40A3}"/>
                  </a:ext>
                </a:extLst>
              </p14:cNvPr>
              <p14:cNvContentPartPr/>
              <p14:nvPr/>
            </p14:nvContentPartPr>
            <p14:xfrm>
              <a:off x="5479750" y="5192348"/>
              <a:ext cx="383400" cy="18036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9CFDDDDF-EAB6-412E-9B5E-92B484DF40A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470750" y="5183708"/>
                <a:ext cx="4010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4E074963-25DF-4F8A-8289-124560EF9E7E}"/>
                  </a:ext>
                </a:extLst>
              </p14:cNvPr>
              <p14:cNvContentPartPr/>
              <p14:nvPr/>
            </p14:nvContentPartPr>
            <p14:xfrm>
              <a:off x="6046390" y="5155988"/>
              <a:ext cx="203040" cy="1303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4E074963-25DF-4F8A-8289-124560EF9E7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037390" y="5147348"/>
                <a:ext cx="2206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C6CA7E9A-EED1-40B2-8F30-6954BD99E03D}"/>
                  </a:ext>
                </a:extLst>
              </p14:cNvPr>
              <p14:cNvContentPartPr/>
              <p14:nvPr/>
            </p14:nvContentPartPr>
            <p14:xfrm>
              <a:off x="11222830" y="4647308"/>
              <a:ext cx="308880" cy="17784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C6CA7E9A-EED1-40B2-8F30-6954BD99E03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214180" y="4638308"/>
                <a:ext cx="326541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5ADE8075-CF54-418F-91EA-1D24A444158C}"/>
                  </a:ext>
                </a:extLst>
              </p14:cNvPr>
              <p14:cNvContentPartPr/>
              <p14:nvPr/>
            </p14:nvContentPartPr>
            <p14:xfrm>
              <a:off x="9381430" y="4552988"/>
              <a:ext cx="1654560" cy="29160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5ADE8075-CF54-418F-91EA-1D24A444158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372430" y="4543988"/>
                <a:ext cx="1672200" cy="30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5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14:cNvPr>
              <p14:cNvContentPartPr/>
              <p14:nvPr/>
            </p14:nvContentPartPr>
            <p14:xfrm>
              <a:off x="1635670" y="1581188"/>
              <a:ext cx="3607560" cy="165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3C1C1D-32B5-4A9B-8EEA-4BC954FE17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0030" y="1509548"/>
                <a:ext cx="3679200" cy="17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14:cNvPr>
              <p14:cNvContentPartPr/>
              <p14:nvPr/>
            </p14:nvContentPartPr>
            <p14:xfrm>
              <a:off x="5803390" y="1539068"/>
              <a:ext cx="2019600" cy="81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36AD9B-66EA-4D16-A274-4F750C257F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7390" y="1467428"/>
                <a:ext cx="20912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14:cNvPr>
              <p14:cNvContentPartPr/>
              <p14:nvPr/>
            </p14:nvContentPartPr>
            <p14:xfrm>
              <a:off x="8399710" y="1596308"/>
              <a:ext cx="1837800" cy="1392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147260-C7B9-4BA5-AD7B-6A82B8E93F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63710" y="1524668"/>
                <a:ext cx="1909440" cy="15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14:cNvPr>
              <p14:cNvContentPartPr/>
              <p14:nvPr/>
            </p14:nvContentPartPr>
            <p14:xfrm>
              <a:off x="5927590" y="1467428"/>
              <a:ext cx="1706760" cy="6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B07695-2A9E-46D7-A42B-C9AF6D2DD8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91590" y="1395428"/>
                <a:ext cx="17784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14:cNvPr>
              <p14:cNvContentPartPr/>
              <p14:nvPr/>
            </p14:nvContentPartPr>
            <p14:xfrm>
              <a:off x="238510" y="710708"/>
              <a:ext cx="799560" cy="2746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B99ABAC-28AB-44C5-B7D9-5B10BE35B3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510" y="702068"/>
                <a:ext cx="8172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14:cNvPr>
              <p14:cNvContentPartPr/>
              <p14:nvPr/>
            </p14:nvContentPartPr>
            <p14:xfrm>
              <a:off x="1154710" y="734828"/>
              <a:ext cx="550080" cy="2066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E79B874-ED2A-4520-B94A-D8259D4964D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45710" y="726188"/>
                <a:ext cx="5677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14:cNvPr>
              <p14:cNvContentPartPr/>
              <p14:nvPr/>
            </p14:nvContentPartPr>
            <p14:xfrm>
              <a:off x="2882710" y="2022188"/>
              <a:ext cx="718560" cy="3909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5961E51-2856-440F-8C27-062FF7364A4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74066" y="2013548"/>
                <a:ext cx="736209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14:cNvPr>
              <p14:cNvContentPartPr/>
              <p14:nvPr/>
            </p14:nvContentPartPr>
            <p14:xfrm>
              <a:off x="1677430" y="3397028"/>
              <a:ext cx="2883240" cy="167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7C24197-3AA3-4A3C-A2B5-53CC7893906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41430" y="3325388"/>
                <a:ext cx="29548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14:cNvPr>
              <p14:cNvContentPartPr/>
              <p14:nvPr/>
            </p14:nvContentPartPr>
            <p14:xfrm>
              <a:off x="4716910" y="1948388"/>
              <a:ext cx="867600" cy="11977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7737F54-38FB-4582-9ED9-460364391B9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680910" y="1876388"/>
                <a:ext cx="939240" cy="13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14:cNvPr>
              <p14:cNvContentPartPr/>
              <p14:nvPr/>
            </p14:nvContentPartPr>
            <p14:xfrm>
              <a:off x="5964310" y="1663988"/>
              <a:ext cx="1749960" cy="586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C8A1E11-A763-421B-B87D-4CE815E1906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28310" y="1592348"/>
                <a:ext cx="1821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14:cNvPr>
              <p14:cNvContentPartPr/>
              <p14:nvPr/>
            </p14:nvContentPartPr>
            <p14:xfrm>
              <a:off x="8427430" y="1796468"/>
              <a:ext cx="1893240" cy="13802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6C45202-2065-4758-AF1E-7F1C174A8DD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91430" y="1724828"/>
                <a:ext cx="1964880" cy="15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14:cNvPr>
              <p14:cNvContentPartPr/>
              <p14:nvPr/>
            </p14:nvContentPartPr>
            <p14:xfrm>
              <a:off x="4957750" y="2124428"/>
              <a:ext cx="613080" cy="816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43E137B-5018-45E2-B3E3-000B6DE1110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22110" y="2052788"/>
                <a:ext cx="684720" cy="9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14:cNvPr>
              <p14:cNvContentPartPr/>
              <p14:nvPr/>
            </p14:nvContentPartPr>
            <p14:xfrm>
              <a:off x="239230" y="1168988"/>
              <a:ext cx="163080" cy="2732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099A58D-18E6-46F1-88E4-9E11C2209BE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0230" y="1159988"/>
                <a:ext cx="1807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14:cNvPr>
              <p14:cNvContentPartPr/>
              <p14:nvPr/>
            </p14:nvContentPartPr>
            <p14:xfrm>
              <a:off x="507430" y="1174028"/>
              <a:ext cx="1368000" cy="2422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84FC697-6413-4469-BCDB-9D64CAE6E62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8430" y="1165028"/>
                <a:ext cx="13856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14:cNvPr>
              <p14:cNvContentPartPr/>
              <p14:nvPr/>
            </p14:nvContentPartPr>
            <p14:xfrm>
              <a:off x="5399830" y="2461748"/>
              <a:ext cx="712800" cy="265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3A2B31B-2D18-490A-937F-C4E862AED2B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91190" y="2452748"/>
                <a:ext cx="7304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14:cNvPr>
              <p14:cNvContentPartPr/>
              <p14:nvPr/>
            </p14:nvContentPartPr>
            <p14:xfrm>
              <a:off x="6501790" y="1154588"/>
              <a:ext cx="1034640" cy="2520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94A38BE-EE9A-4062-9EB5-10C6C2FF07C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492790" y="1145948"/>
                <a:ext cx="10522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14:cNvPr>
              <p14:cNvContentPartPr/>
              <p14:nvPr/>
            </p14:nvContentPartPr>
            <p14:xfrm>
              <a:off x="7173550" y="874868"/>
              <a:ext cx="264240" cy="160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BCDB983-E7CB-4821-A634-5B635A5B88C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164910" y="865868"/>
                <a:ext cx="281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14:cNvPr>
              <p14:cNvContentPartPr/>
              <p14:nvPr/>
            </p14:nvContentPartPr>
            <p14:xfrm>
              <a:off x="9361270" y="2002028"/>
              <a:ext cx="893520" cy="2944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1F7BB30-41C6-48C8-B5DC-7B8C541EA29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352627" y="1993028"/>
                <a:ext cx="911167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14:cNvPr>
              <p14:cNvContentPartPr/>
              <p14:nvPr/>
            </p14:nvContentPartPr>
            <p14:xfrm>
              <a:off x="9927190" y="1720868"/>
              <a:ext cx="202320" cy="1771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D19A519-EF45-4827-8E25-2638D755E10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918190" y="1711868"/>
                <a:ext cx="2199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C308031-D37F-4A29-B6D6-3983F85F8DB8}"/>
                  </a:ext>
                </a:extLst>
              </p14:cNvPr>
              <p14:cNvContentPartPr/>
              <p14:nvPr/>
            </p14:nvContentPartPr>
            <p14:xfrm>
              <a:off x="221950" y="1575788"/>
              <a:ext cx="197640" cy="2890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C308031-D37F-4A29-B6D6-3983F85F8DB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2950" y="1567148"/>
                <a:ext cx="215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464E48F-CFFE-43E1-8C72-549453723676}"/>
                  </a:ext>
                </a:extLst>
              </p14:cNvPr>
              <p14:cNvContentPartPr/>
              <p14:nvPr/>
            </p14:nvContentPartPr>
            <p14:xfrm>
              <a:off x="976150" y="1722308"/>
              <a:ext cx="93600" cy="676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464E48F-CFFE-43E1-8C72-54945372367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67150" y="1713668"/>
                <a:ext cx="1112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903E2C2-CC44-4E59-9542-9B7F9DD6BA2B}"/>
                  </a:ext>
                </a:extLst>
              </p14:cNvPr>
              <p14:cNvContentPartPr/>
              <p14:nvPr/>
            </p14:nvContentPartPr>
            <p14:xfrm>
              <a:off x="519670" y="1620068"/>
              <a:ext cx="339480" cy="2444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903E2C2-CC44-4E59-9542-9B7F9DD6BA2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0680" y="1611068"/>
                <a:ext cx="357101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3D239A4-EA1A-4734-BA6B-B2B2287D49A0}"/>
                  </a:ext>
                </a:extLst>
              </p14:cNvPr>
              <p14:cNvContentPartPr/>
              <p14:nvPr/>
            </p14:nvContentPartPr>
            <p14:xfrm>
              <a:off x="1696150" y="3589988"/>
              <a:ext cx="2930760" cy="1807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3D239A4-EA1A-4734-BA6B-B2B2287D49A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660510" y="3518348"/>
                <a:ext cx="300240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8201DB8-3536-47A9-8837-A788DCDF2487}"/>
                  </a:ext>
                </a:extLst>
              </p14:cNvPr>
              <p14:cNvContentPartPr/>
              <p14:nvPr/>
            </p14:nvContentPartPr>
            <p14:xfrm>
              <a:off x="5418910" y="3273908"/>
              <a:ext cx="4801680" cy="1270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8201DB8-3536-47A9-8837-A788DCDF248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382910" y="3202268"/>
                <a:ext cx="48733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662B811B-574F-4348-8AF7-2C95A26B4CA3}"/>
                  </a:ext>
                </a:extLst>
              </p14:cNvPr>
              <p14:cNvContentPartPr/>
              <p14:nvPr/>
            </p14:nvContentPartPr>
            <p14:xfrm>
              <a:off x="1202590" y="1642388"/>
              <a:ext cx="263160" cy="2170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662B811B-574F-4348-8AF7-2C95A26B4CA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93602" y="1633748"/>
                <a:ext cx="280776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ECE2333-FA58-4113-A37D-496E762CC26C}"/>
                  </a:ext>
                </a:extLst>
              </p14:cNvPr>
              <p14:cNvContentPartPr/>
              <p14:nvPr/>
            </p14:nvContentPartPr>
            <p14:xfrm>
              <a:off x="7196230" y="3021908"/>
              <a:ext cx="723960" cy="2149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ECE2333-FA58-4113-A37D-496E762CC26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87590" y="3013268"/>
                <a:ext cx="741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EC605758-6DFC-4E96-A862-5ED631D563E9}"/>
                  </a:ext>
                </a:extLst>
              </p14:cNvPr>
              <p14:cNvContentPartPr/>
              <p14:nvPr/>
            </p14:nvContentPartPr>
            <p14:xfrm>
              <a:off x="1152910" y="2077988"/>
              <a:ext cx="93600" cy="644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EC605758-6DFC-4E96-A862-5ED631D563E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43910" y="2068988"/>
                <a:ext cx="1112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AA795A9F-DFF7-401B-8FA5-C2BE28DE9051}"/>
                  </a:ext>
                </a:extLst>
              </p14:cNvPr>
              <p14:cNvContentPartPr/>
              <p14:nvPr/>
            </p14:nvContentPartPr>
            <p14:xfrm>
              <a:off x="201790" y="1973228"/>
              <a:ext cx="861120" cy="2613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AA795A9F-DFF7-401B-8FA5-C2BE28DE905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92790" y="1964588"/>
                <a:ext cx="8787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8FB3EE3A-0783-4D29-86C4-8B905E98BCF9}"/>
                  </a:ext>
                </a:extLst>
              </p14:cNvPr>
              <p14:cNvContentPartPr/>
              <p14:nvPr/>
            </p14:nvContentPartPr>
            <p14:xfrm>
              <a:off x="1336870" y="1965308"/>
              <a:ext cx="353520" cy="2113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8FB3EE3A-0783-4D29-86C4-8B905E98BCF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28230" y="1956668"/>
                <a:ext cx="3711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14:cNvPr>
              <p14:cNvContentPartPr/>
              <p14:nvPr/>
            </p14:nvContentPartPr>
            <p14:xfrm>
              <a:off x="2953270" y="3029828"/>
              <a:ext cx="1488960" cy="2754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F213E37A-04D6-4C85-BBFF-C1D0AB8963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944270" y="3020828"/>
                <a:ext cx="15066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3768C0EE-423D-4874-A0D6-691F185616B8}"/>
                  </a:ext>
                </a:extLst>
              </p14:cNvPr>
              <p14:cNvContentPartPr/>
              <p14:nvPr/>
            </p14:nvContentPartPr>
            <p14:xfrm>
              <a:off x="4248910" y="2857028"/>
              <a:ext cx="237240" cy="1098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3768C0EE-423D-4874-A0D6-691F185616B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240270" y="2848028"/>
                <a:ext cx="2548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9FC57A1D-CC09-47E4-A756-042DAAF78143}"/>
                  </a:ext>
                </a:extLst>
              </p14:cNvPr>
              <p14:cNvContentPartPr/>
              <p14:nvPr/>
            </p14:nvContentPartPr>
            <p14:xfrm>
              <a:off x="1657270" y="3779708"/>
              <a:ext cx="3054960" cy="1753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9FC57A1D-CC09-47E4-A756-042DAAF7814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621270" y="3707708"/>
                <a:ext cx="31266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BFF58DAE-F35E-4285-8187-C8B7DC3F5B10}"/>
                  </a:ext>
                </a:extLst>
              </p14:cNvPr>
              <p14:cNvContentPartPr/>
              <p14:nvPr/>
            </p14:nvContentPartPr>
            <p14:xfrm>
              <a:off x="5386870" y="3662708"/>
              <a:ext cx="2485440" cy="16138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BFF58DAE-F35E-4285-8187-C8B7DC3F5B1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351230" y="3591068"/>
                <a:ext cx="2557080" cy="17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F70C8908-C8A2-4FE4-B07B-18E9E808270A}"/>
                  </a:ext>
                </a:extLst>
              </p14:cNvPr>
              <p14:cNvContentPartPr/>
              <p14:nvPr/>
            </p14:nvContentPartPr>
            <p14:xfrm>
              <a:off x="8419510" y="3705908"/>
              <a:ext cx="2048760" cy="152496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F70C8908-C8A2-4FE4-B07B-18E9E808270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383510" y="3633908"/>
                <a:ext cx="2120400" cy="16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9AA67C98-D5B7-4590-9531-229A3A64BD3E}"/>
                  </a:ext>
                </a:extLst>
              </p14:cNvPr>
              <p14:cNvContentPartPr/>
              <p14:nvPr/>
            </p14:nvContentPartPr>
            <p14:xfrm>
              <a:off x="1334710" y="3840188"/>
              <a:ext cx="2168280" cy="14526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9AA67C98-D5B7-4590-9531-229A3A64BD3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298710" y="3768188"/>
                <a:ext cx="2239920" cy="159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B1635B6-7D12-45E4-A27A-18AA8252AD4E}"/>
                  </a:ext>
                </a:extLst>
              </p14:cNvPr>
              <p14:cNvContentPartPr/>
              <p14:nvPr/>
            </p14:nvContentPartPr>
            <p14:xfrm>
              <a:off x="4050190" y="3841988"/>
              <a:ext cx="794880" cy="12153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B1635B6-7D12-45E4-A27A-18AA8252AD4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014190" y="3769988"/>
                <a:ext cx="866520" cy="13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1DEB74F-A7B7-46AE-8FDA-39DEC054F8CC}"/>
                  </a:ext>
                </a:extLst>
              </p14:cNvPr>
              <p14:cNvContentPartPr/>
              <p14:nvPr/>
            </p14:nvContentPartPr>
            <p14:xfrm>
              <a:off x="5226310" y="3892748"/>
              <a:ext cx="2363760" cy="15332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1DEB74F-A7B7-46AE-8FDA-39DEC054F8C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190670" y="3821108"/>
                <a:ext cx="2435400" cy="167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3CFA8192-F4C7-4E78-9549-29595975D34D}"/>
                  </a:ext>
                </a:extLst>
              </p14:cNvPr>
              <p14:cNvContentPartPr/>
              <p14:nvPr/>
            </p14:nvContentPartPr>
            <p14:xfrm>
              <a:off x="8207470" y="3644708"/>
              <a:ext cx="2083680" cy="14331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3CFA8192-F4C7-4E78-9549-29595975D34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171830" y="3572708"/>
                <a:ext cx="2155320" cy="15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6DBE0C21-7620-418C-81BD-0832AE3A0598}"/>
                  </a:ext>
                </a:extLst>
              </p14:cNvPr>
              <p14:cNvContentPartPr/>
              <p14:nvPr/>
            </p14:nvContentPartPr>
            <p14:xfrm>
              <a:off x="1539910" y="2387228"/>
              <a:ext cx="229320" cy="17964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6DBE0C21-7620-418C-81BD-0832AE3A059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31270" y="2378571"/>
                <a:ext cx="246960" cy="197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1F36B08F-F8BB-4826-97CD-97340C0F8ADE}"/>
                  </a:ext>
                </a:extLst>
              </p14:cNvPr>
              <p14:cNvContentPartPr/>
              <p14:nvPr/>
            </p14:nvContentPartPr>
            <p14:xfrm>
              <a:off x="126550" y="2307308"/>
              <a:ext cx="1311120" cy="3045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1F36B08F-F8BB-4826-97CD-97340C0F8AD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7910" y="2298308"/>
                <a:ext cx="13287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E6D4FF5-C6AE-4D9E-8F42-18B029F83FEF}"/>
                  </a:ext>
                </a:extLst>
              </p14:cNvPr>
              <p14:cNvContentPartPr/>
              <p14:nvPr/>
            </p14:nvContentPartPr>
            <p14:xfrm>
              <a:off x="6650110" y="4186508"/>
              <a:ext cx="1061640" cy="2944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E6D4FF5-C6AE-4D9E-8F42-18B029F83FE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641110" y="4177508"/>
                <a:ext cx="10792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ECA307FD-8BD1-4EB4-88B3-FA653631B6ED}"/>
                  </a:ext>
                </a:extLst>
              </p14:cNvPr>
              <p14:cNvContentPartPr/>
              <p14:nvPr/>
            </p14:nvContentPartPr>
            <p14:xfrm>
              <a:off x="4525750" y="4419428"/>
              <a:ext cx="577440" cy="2916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ECA307FD-8BD1-4EB4-88B3-FA653631B6E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516750" y="4410428"/>
                <a:ext cx="59508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14:cNvPr>
              <p14:cNvContentPartPr/>
              <p14:nvPr/>
            </p14:nvContentPartPr>
            <p14:xfrm>
              <a:off x="2822590" y="1073228"/>
              <a:ext cx="28080" cy="100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8B849C0-F6FF-4021-A6AC-B4E3D1158EB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813590" y="1064228"/>
                <a:ext cx="457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928FB5A4-FE28-45BF-AA0D-1EA552618E85}"/>
                  </a:ext>
                </a:extLst>
              </p14:cNvPr>
              <p14:cNvContentPartPr/>
              <p14:nvPr/>
            </p14:nvContentPartPr>
            <p14:xfrm>
              <a:off x="151390" y="2669108"/>
              <a:ext cx="811440" cy="25956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928FB5A4-FE28-45BF-AA0D-1EA552618E8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42390" y="2660108"/>
                <a:ext cx="8290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65D9A494-682B-4025-BBA3-3277C29AE7CD}"/>
                  </a:ext>
                </a:extLst>
              </p14:cNvPr>
              <p14:cNvContentPartPr/>
              <p14:nvPr/>
            </p14:nvContentPartPr>
            <p14:xfrm>
              <a:off x="1237510" y="4057628"/>
              <a:ext cx="2126160" cy="149868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65D9A494-682B-4025-BBA3-3277C29AE7C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201870" y="3985628"/>
                <a:ext cx="2197800" cy="164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B5340759-8C75-47C8-87C3-E980AD0F03F2}"/>
                  </a:ext>
                </a:extLst>
              </p14:cNvPr>
              <p14:cNvContentPartPr/>
              <p14:nvPr/>
            </p14:nvContentPartPr>
            <p14:xfrm>
              <a:off x="4367350" y="5469188"/>
              <a:ext cx="3169080" cy="730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B5340759-8C75-47C8-87C3-E980AD0F03F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331350" y="5397548"/>
                <a:ext cx="32407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B25EF297-A2EE-4D1F-965B-F44BCA1EEE31}"/>
                  </a:ext>
                </a:extLst>
              </p14:cNvPr>
              <p14:cNvContentPartPr/>
              <p14:nvPr/>
            </p14:nvContentPartPr>
            <p14:xfrm>
              <a:off x="8625430" y="4877348"/>
              <a:ext cx="784080" cy="54252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B25EF297-A2EE-4D1F-965B-F44BCA1EEE3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589790" y="4805708"/>
                <a:ext cx="855720" cy="6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B8CE9E5B-2322-46CB-AD1C-DD95606720C3}"/>
                  </a:ext>
                </a:extLst>
              </p14:cNvPr>
              <p14:cNvContentPartPr/>
              <p14:nvPr/>
            </p14:nvContentPartPr>
            <p14:xfrm>
              <a:off x="9799030" y="3910748"/>
              <a:ext cx="792360" cy="56808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B8CE9E5B-2322-46CB-AD1C-DD95606720C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763030" y="3839108"/>
                <a:ext cx="864000" cy="71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AF41C0E5-64B3-4963-BE63-941761AEEA5A}"/>
                  </a:ext>
                </a:extLst>
              </p14:cNvPr>
              <p14:cNvContentPartPr/>
              <p14:nvPr/>
            </p14:nvContentPartPr>
            <p14:xfrm>
              <a:off x="1071190" y="2814908"/>
              <a:ext cx="124560" cy="1080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AF41C0E5-64B3-4963-BE63-941761AEEA5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62190" y="2805908"/>
                <a:ext cx="1422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8589662E-866C-477F-92FE-109808FB192C}"/>
                  </a:ext>
                </a:extLst>
              </p14:cNvPr>
              <p14:cNvContentPartPr/>
              <p14:nvPr/>
            </p14:nvContentPartPr>
            <p14:xfrm>
              <a:off x="1076230" y="2755508"/>
              <a:ext cx="114480" cy="900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8589662E-866C-477F-92FE-109808FB192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67230" y="2746868"/>
                <a:ext cx="1321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DED6DA94-4910-4C71-9E0F-B7CA32D37418}"/>
                  </a:ext>
                </a:extLst>
              </p14:cNvPr>
              <p14:cNvContentPartPr/>
              <p14:nvPr/>
            </p14:nvContentPartPr>
            <p14:xfrm>
              <a:off x="1316350" y="2717348"/>
              <a:ext cx="247320" cy="18288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DED6DA94-4910-4C71-9E0F-B7CA32D3741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307350" y="2708708"/>
                <a:ext cx="2649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F04DDAD6-DEB7-46C7-995D-07414F4652C9}"/>
                  </a:ext>
                </a:extLst>
              </p14:cNvPr>
              <p14:cNvContentPartPr/>
              <p14:nvPr/>
            </p14:nvContentPartPr>
            <p14:xfrm>
              <a:off x="2611990" y="4410068"/>
              <a:ext cx="1153440" cy="29772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F04DDAD6-DEB7-46C7-995D-07414F4652C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602990" y="4401068"/>
                <a:ext cx="11710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9CFDDDDF-EAB6-412E-9B5E-92B484DF40A3}"/>
                  </a:ext>
                </a:extLst>
              </p14:cNvPr>
              <p14:cNvContentPartPr/>
              <p14:nvPr/>
            </p14:nvContentPartPr>
            <p14:xfrm>
              <a:off x="5479750" y="5192348"/>
              <a:ext cx="383400" cy="18036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9CFDDDDF-EAB6-412E-9B5E-92B484DF40A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470750" y="5183708"/>
                <a:ext cx="4010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4E074963-25DF-4F8A-8289-124560EF9E7E}"/>
                  </a:ext>
                </a:extLst>
              </p14:cNvPr>
              <p14:cNvContentPartPr/>
              <p14:nvPr/>
            </p14:nvContentPartPr>
            <p14:xfrm>
              <a:off x="6046390" y="5155988"/>
              <a:ext cx="203040" cy="1303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4E074963-25DF-4F8A-8289-124560EF9E7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037390" y="5147348"/>
                <a:ext cx="2206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C6CA7E9A-EED1-40B2-8F30-6954BD99E03D}"/>
                  </a:ext>
                </a:extLst>
              </p14:cNvPr>
              <p14:cNvContentPartPr/>
              <p14:nvPr/>
            </p14:nvContentPartPr>
            <p14:xfrm>
              <a:off x="11222830" y="4647308"/>
              <a:ext cx="308880" cy="17784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C6CA7E9A-EED1-40B2-8F30-6954BD99E03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214180" y="4638308"/>
                <a:ext cx="326541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5ADE8075-CF54-418F-91EA-1D24A444158C}"/>
                  </a:ext>
                </a:extLst>
              </p14:cNvPr>
              <p14:cNvContentPartPr/>
              <p14:nvPr/>
            </p14:nvContentPartPr>
            <p14:xfrm>
              <a:off x="9381430" y="4552988"/>
              <a:ext cx="1654560" cy="29160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5ADE8075-CF54-418F-91EA-1D24A444158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372430" y="4543988"/>
                <a:ext cx="16722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C66D412-8C61-416C-8A3F-39D532B78DB2}"/>
                  </a:ext>
                </a:extLst>
              </p14:cNvPr>
              <p14:cNvContentPartPr/>
              <p14:nvPr/>
            </p14:nvContentPartPr>
            <p14:xfrm>
              <a:off x="1182430" y="127868"/>
              <a:ext cx="178920" cy="238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C66D412-8C61-416C-8A3F-39D532B78DB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73790" y="118868"/>
                <a:ext cx="1965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54F42ECC-01DA-41FB-8578-0DF8DA7AAD98}"/>
                  </a:ext>
                </a:extLst>
              </p14:cNvPr>
              <p14:cNvContentPartPr/>
              <p14:nvPr/>
            </p14:nvContentPartPr>
            <p14:xfrm>
              <a:off x="219070" y="110228"/>
              <a:ext cx="804600" cy="4251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54F42ECC-01DA-41FB-8578-0DF8DA7AAD9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10430" y="101588"/>
                <a:ext cx="82224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356C94A-D7C8-4B27-A9AC-789FED9FB654}"/>
                  </a:ext>
                </a:extLst>
              </p14:cNvPr>
              <p14:cNvContentPartPr/>
              <p14:nvPr/>
            </p14:nvContentPartPr>
            <p14:xfrm>
              <a:off x="1523710" y="172148"/>
              <a:ext cx="55800" cy="4860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356C94A-D7C8-4B27-A9AC-789FED9FB65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514710" y="163508"/>
                <a:ext cx="734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DFBEE9CC-868D-42FA-9FA7-9C13F0621785}"/>
                  </a:ext>
                </a:extLst>
              </p14:cNvPr>
              <p14:cNvContentPartPr/>
              <p14:nvPr/>
            </p14:nvContentPartPr>
            <p14:xfrm>
              <a:off x="1547830" y="318668"/>
              <a:ext cx="52920" cy="518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DFBEE9CC-868D-42FA-9FA7-9C13F062178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539190" y="309668"/>
                <a:ext cx="705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E5224A84-1288-4473-A24E-5068B368E3D7}"/>
                  </a:ext>
                </a:extLst>
              </p14:cNvPr>
              <p14:cNvContentPartPr/>
              <p14:nvPr/>
            </p14:nvContentPartPr>
            <p14:xfrm>
              <a:off x="1900630" y="51548"/>
              <a:ext cx="1402560" cy="29232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E5224A84-1288-4473-A24E-5068B368E3D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891988" y="42559"/>
                <a:ext cx="1420205" cy="309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EBDC0361-695B-4027-AE0B-DF11EEEAA38C}"/>
                  </a:ext>
                </a:extLst>
              </p14:cNvPr>
              <p14:cNvContentPartPr/>
              <p14:nvPr/>
            </p14:nvContentPartPr>
            <p14:xfrm>
              <a:off x="4182670" y="74948"/>
              <a:ext cx="37800" cy="262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EBDC0361-695B-4027-AE0B-DF11EEEAA38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174030" y="66308"/>
                <a:ext cx="554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7AB01EB4-F6BB-4D73-8FE2-7B8E1919D664}"/>
                  </a:ext>
                </a:extLst>
              </p14:cNvPr>
              <p14:cNvContentPartPr/>
              <p14:nvPr/>
            </p14:nvContentPartPr>
            <p14:xfrm>
              <a:off x="3516310" y="150548"/>
              <a:ext cx="1673280" cy="17640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7AB01EB4-F6BB-4D73-8FE2-7B8E1919D66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507310" y="141908"/>
                <a:ext cx="16909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2659664-9C5F-4DCA-BDC4-6FB35BDDBF61}"/>
                  </a:ext>
                </a:extLst>
              </p14:cNvPr>
              <p14:cNvContentPartPr/>
              <p14:nvPr/>
            </p14:nvContentPartPr>
            <p14:xfrm>
              <a:off x="5314150" y="5468"/>
              <a:ext cx="826920" cy="4330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2659664-9C5F-4DCA-BDC4-6FB35BDDBF6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305510" y="-3532"/>
                <a:ext cx="84456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93C3D3DA-2F6C-4645-B423-2D30807B1E6F}"/>
                  </a:ext>
                </a:extLst>
              </p14:cNvPr>
              <p14:cNvContentPartPr/>
              <p14:nvPr/>
            </p14:nvContentPartPr>
            <p14:xfrm>
              <a:off x="6924790" y="24908"/>
              <a:ext cx="1135080" cy="41724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93C3D3DA-2F6C-4645-B423-2D30807B1E6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916150" y="15908"/>
                <a:ext cx="115272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C2C781EC-B623-4325-9A7C-7717CA6D3535}"/>
                  </a:ext>
                </a:extLst>
              </p14:cNvPr>
              <p14:cNvContentPartPr/>
              <p14:nvPr/>
            </p14:nvContentPartPr>
            <p14:xfrm>
              <a:off x="6359230" y="46148"/>
              <a:ext cx="375120" cy="39852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C2C781EC-B623-4325-9A7C-7717CA6D353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350590" y="37148"/>
                <a:ext cx="39276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1EE258DC-2F0D-478C-8356-9848C2985733}"/>
                  </a:ext>
                </a:extLst>
              </p14:cNvPr>
              <p14:cNvContentPartPr/>
              <p14:nvPr/>
            </p14:nvContentPartPr>
            <p14:xfrm>
              <a:off x="9727750" y="7988"/>
              <a:ext cx="747360" cy="35748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1EE258DC-2F0D-478C-8356-9848C298573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719106" y="-652"/>
                <a:ext cx="765009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385201DC-FFDD-49FF-8729-770776885C5C}"/>
                  </a:ext>
                </a:extLst>
              </p14:cNvPr>
              <p14:cNvContentPartPr/>
              <p14:nvPr/>
            </p14:nvContentPartPr>
            <p14:xfrm>
              <a:off x="8946910" y="155588"/>
              <a:ext cx="657720" cy="12096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385201DC-FFDD-49FF-8729-770776885C5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938270" y="146588"/>
                <a:ext cx="67536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6A1A1FF7-2BF7-4237-BD8C-A547D2911E79}"/>
                  </a:ext>
                </a:extLst>
              </p14:cNvPr>
              <p14:cNvContentPartPr/>
              <p14:nvPr/>
            </p14:nvContentPartPr>
            <p14:xfrm>
              <a:off x="8254270" y="22028"/>
              <a:ext cx="494640" cy="21528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6A1A1FF7-2BF7-4237-BD8C-A547D2911E7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245270" y="13028"/>
                <a:ext cx="5122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CD32CD7-D5F7-439E-AC7D-5CBC609D9371}"/>
                  </a:ext>
                </a:extLst>
              </p14:cNvPr>
              <p14:cNvContentPartPr/>
              <p14:nvPr/>
            </p14:nvContentPartPr>
            <p14:xfrm>
              <a:off x="11238310" y="34988"/>
              <a:ext cx="508320" cy="2095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CD32CD7-D5F7-439E-AC7D-5CBC609D937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229670" y="25988"/>
                <a:ext cx="5259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768F93D-FCB2-4230-9458-1B46BFE62EB2}"/>
                  </a:ext>
                </a:extLst>
              </p14:cNvPr>
              <p14:cNvContentPartPr/>
              <p14:nvPr/>
            </p14:nvContentPartPr>
            <p14:xfrm>
              <a:off x="10710190" y="58748"/>
              <a:ext cx="396720" cy="3081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768F93D-FCB2-4230-9458-1B46BFE62EB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701198" y="49748"/>
                <a:ext cx="414344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E9D6649-9D5C-45F8-8954-B482BCB3E3A3}"/>
                  </a:ext>
                </a:extLst>
              </p14:cNvPr>
              <p14:cNvContentPartPr/>
              <p14:nvPr/>
            </p14:nvContentPartPr>
            <p14:xfrm>
              <a:off x="2081710" y="457988"/>
              <a:ext cx="1229760" cy="2383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E9D6649-9D5C-45F8-8954-B482BCB3E3A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073070" y="448988"/>
                <a:ext cx="12474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B1BDE188-4117-4971-80DA-670B8D5F62E8}"/>
                  </a:ext>
                </a:extLst>
              </p14:cNvPr>
              <p14:cNvContentPartPr/>
              <p14:nvPr/>
            </p14:nvContentPartPr>
            <p14:xfrm>
              <a:off x="3433510" y="6104588"/>
              <a:ext cx="509040" cy="19764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B1BDE188-4117-4971-80DA-670B8D5F62E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424510" y="6095948"/>
                <a:ext cx="5266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B9687C77-73F5-451A-B8C2-A782D67F985C}"/>
                  </a:ext>
                </a:extLst>
              </p14:cNvPr>
              <p14:cNvContentPartPr/>
              <p14:nvPr/>
            </p14:nvContentPartPr>
            <p14:xfrm>
              <a:off x="3123190" y="6166868"/>
              <a:ext cx="181800" cy="13284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B9687C77-73F5-451A-B8C2-A782D67F985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114550" y="6158228"/>
                <a:ext cx="1994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3E7A54DE-B561-4018-9A58-B334C0AB0BD5}"/>
                  </a:ext>
                </a:extLst>
              </p14:cNvPr>
              <p14:cNvContentPartPr/>
              <p14:nvPr/>
            </p14:nvContentPartPr>
            <p14:xfrm>
              <a:off x="2708470" y="6097028"/>
              <a:ext cx="306720" cy="23220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3E7A54DE-B561-4018-9A58-B334C0AB0BD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699470" y="6088028"/>
                <a:ext cx="3243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F10106CC-BD42-45A8-9CDB-D45D84D42105}"/>
                  </a:ext>
                </a:extLst>
              </p14:cNvPr>
              <p14:cNvContentPartPr/>
              <p14:nvPr/>
            </p14:nvContentPartPr>
            <p14:xfrm>
              <a:off x="2398150" y="6168308"/>
              <a:ext cx="132840" cy="14616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F10106CC-BD42-45A8-9CDB-D45D84D4210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389510" y="6159308"/>
                <a:ext cx="1504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EBE2BE44-EB7F-4925-9695-ADB6D17BB67F}"/>
                  </a:ext>
                </a:extLst>
              </p14:cNvPr>
              <p14:cNvContentPartPr/>
              <p14:nvPr/>
            </p14:nvContentPartPr>
            <p14:xfrm>
              <a:off x="1851310" y="6086948"/>
              <a:ext cx="451440" cy="23472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EBE2BE44-EB7F-4925-9695-ADB6D17BB67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842317" y="6078308"/>
                <a:ext cx="469066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C03F7132-0FF6-4C8A-AE33-D2BC0D131CDC}"/>
                  </a:ext>
                </a:extLst>
              </p14:cNvPr>
              <p14:cNvContentPartPr/>
              <p14:nvPr/>
            </p14:nvContentPartPr>
            <p14:xfrm>
              <a:off x="1554670" y="6129428"/>
              <a:ext cx="195120" cy="16740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C03F7132-0FF6-4C8A-AE33-D2BC0D131CD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545670" y="6120428"/>
                <a:ext cx="21276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A5A72171-E8E2-4E95-85AD-787C5ADC9DED}"/>
                  </a:ext>
                </a:extLst>
              </p14:cNvPr>
              <p14:cNvContentPartPr/>
              <p14:nvPr/>
            </p14:nvContentPartPr>
            <p14:xfrm>
              <a:off x="948790" y="6077948"/>
              <a:ext cx="501840" cy="23292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A5A72171-E8E2-4E95-85AD-787C5ADC9DE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39790" y="6069308"/>
                <a:ext cx="5194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8567D4DD-0E2E-4AAE-8CDF-40C48AED213A}"/>
                  </a:ext>
                </a:extLst>
              </p14:cNvPr>
              <p14:cNvContentPartPr/>
              <p14:nvPr/>
            </p14:nvContentPartPr>
            <p14:xfrm>
              <a:off x="4028950" y="6136628"/>
              <a:ext cx="209880" cy="14256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8567D4DD-0E2E-4AAE-8CDF-40C48AED213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020310" y="6127628"/>
                <a:ext cx="2275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42F2FE0C-BCCB-4DB5-BAA5-92CFF3685D3A}"/>
                  </a:ext>
                </a:extLst>
              </p14:cNvPr>
              <p14:cNvContentPartPr/>
              <p14:nvPr/>
            </p14:nvContentPartPr>
            <p14:xfrm>
              <a:off x="4326670" y="6120068"/>
              <a:ext cx="361800" cy="23544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42F2FE0C-BCCB-4DB5-BAA5-92CFF3685D3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318021" y="6111428"/>
                <a:ext cx="379458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DCE765D-9298-4020-B4E1-755AAF0A4642}"/>
                  </a:ext>
                </a:extLst>
              </p14:cNvPr>
              <p14:cNvContentPartPr/>
              <p14:nvPr/>
            </p14:nvContentPartPr>
            <p14:xfrm>
              <a:off x="5470030" y="6270548"/>
              <a:ext cx="122400" cy="223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DCE765D-9298-4020-B4E1-755AAF0A464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461030" y="6261548"/>
                <a:ext cx="1400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17CBA37-FF6C-4EA2-8481-ACD41BE9B4F0}"/>
                  </a:ext>
                </a:extLst>
              </p14:cNvPr>
              <p14:cNvContentPartPr/>
              <p14:nvPr/>
            </p14:nvContentPartPr>
            <p14:xfrm>
              <a:off x="5471470" y="6211148"/>
              <a:ext cx="129600" cy="172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17CBA37-FF6C-4EA2-8481-ACD41BE9B4F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462470" y="6202148"/>
                <a:ext cx="14724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2E7D6A9-6770-4425-8A4D-769AC2A95904}"/>
                  </a:ext>
                </a:extLst>
              </p14:cNvPr>
              <p14:cNvContentPartPr/>
              <p14:nvPr/>
            </p14:nvContentPartPr>
            <p14:xfrm>
              <a:off x="5797990" y="6116828"/>
              <a:ext cx="578520" cy="2160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2E7D6A9-6770-4425-8A4D-769AC2A9590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788990" y="6108174"/>
                <a:ext cx="596160" cy="233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80F73E0-9AC6-44B2-B65D-568407A7C4AA}"/>
                  </a:ext>
                </a:extLst>
              </p14:cNvPr>
              <p14:cNvContentPartPr/>
              <p14:nvPr/>
            </p14:nvContentPartPr>
            <p14:xfrm>
              <a:off x="4801150" y="6151748"/>
              <a:ext cx="541440" cy="1918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80F73E0-9AC6-44B2-B65D-568407A7C4A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792156" y="6143092"/>
                <a:ext cx="559068" cy="209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61D2102-BE53-4707-8CED-3C26ABEDEDD8}"/>
                  </a:ext>
                </a:extLst>
              </p14:cNvPr>
              <p14:cNvContentPartPr/>
              <p14:nvPr/>
            </p14:nvContentPartPr>
            <p14:xfrm>
              <a:off x="6479470" y="6085148"/>
              <a:ext cx="955800" cy="2894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61D2102-BE53-4707-8CED-3C26ABEDEDD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470470" y="6076497"/>
                <a:ext cx="973440" cy="30710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549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6882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86000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67079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6C4C4C9-25D6-4A1F-87FE-95CC798D8130}"/>
              </a:ext>
            </a:extLst>
          </p:cNvPr>
          <p:cNvSpPr/>
          <p:nvPr/>
        </p:nvSpPr>
        <p:spPr>
          <a:xfrm>
            <a:off x="862640" y="3003430"/>
            <a:ext cx="862641" cy="851139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A81CB-FAF9-4B99-A8D1-62B177A89F0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40551" y="1581510"/>
            <a:ext cx="3479133" cy="164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3FDB6AF-959F-459E-83C5-E3ED4E0183B6}"/>
              </a:ext>
            </a:extLst>
          </p:cNvPr>
          <p:cNvSpPr/>
          <p:nvPr/>
        </p:nvSpPr>
        <p:spPr>
          <a:xfrm>
            <a:off x="5119684" y="1170317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274E14-2E3A-4A3D-9AE8-DC981A34288E}"/>
              </a:ext>
            </a:extLst>
          </p:cNvPr>
          <p:cNvSpPr/>
          <p:nvPr/>
        </p:nvSpPr>
        <p:spPr>
          <a:xfrm>
            <a:off x="7657381" y="1124309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C8997-03C6-491E-A8D4-17EDC78538A7}"/>
              </a:ext>
            </a:extLst>
          </p:cNvPr>
          <p:cNvSpPr/>
          <p:nvPr/>
        </p:nvSpPr>
        <p:spPr>
          <a:xfrm>
            <a:off x="10184733" y="287547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6DEBE9C-0F32-4E26-9535-4DFF9F8F3426}"/>
              </a:ext>
            </a:extLst>
          </p:cNvPr>
          <p:cNvSpPr/>
          <p:nvPr/>
        </p:nvSpPr>
        <p:spPr>
          <a:xfrm>
            <a:off x="4595005" y="2955981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8596EA9-F3F9-4050-AFFF-0AD2D8F52CD1}"/>
              </a:ext>
            </a:extLst>
          </p:cNvPr>
          <p:cNvSpPr/>
          <p:nvPr/>
        </p:nvSpPr>
        <p:spPr>
          <a:xfrm>
            <a:off x="3542393" y="5052203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27A1A04-0942-4125-8EBC-111841269508}"/>
              </a:ext>
            </a:extLst>
          </p:cNvPr>
          <p:cNvSpPr/>
          <p:nvPr/>
        </p:nvSpPr>
        <p:spPr>
          <a:xfrm>
            <a:off x="7734832" y="5126966"/>
            <a:ext cx="816634" cy="822385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E851D-1EE0-427A-B755-47CC8F192601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963728" y="1535501"/>
            <a:ext cx="169365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393B6-97B5-4DA0-AD02-28AD18D860A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725281" y="3367174"/>
            <a:ext cx="2869724" cy="173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C1005-A6C1-4852-A31F-31D09DC247B2}"/>
              </a:ext>
            </a:extLst>
          </p:cNvPr>
          <p:cNvCxnSpPr>
            <a:cxnSpLocks/>
          </p:cNvCxnSpPr>
          <p:nvPr/>
        </p:nvCxnSpPr>
        <p:spPr>
          <a:xfrm>
            <a:off x="1395944" y="3854570"/>
            <a:ext cx="2192645" cy="1511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4F51B-EAAE-4D79-9910-1C4583F0E551}"/>
              </a:ext>
            </a:extLst>
          </p:cNvPr>
          <p:cNvCxnSpPr>
            <a:cxnSpLocks/>
          </p:cNvCxnSpPr>
          <p:nvPr/>
        </p:nvCxnSpPr>
        <p:spPr>
          <a:xfrm flipV="1">
            <a:off x="4121893" y="3768002"/>
            <a:ext cx="716161" cy="128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9E4A0-E03E-4C01-AEB9-8369A04505F0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411639" y="3286664"/>
            <a:ext cx="4773094" cy="80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EA5C9-C0AF-49A4-886C-99F5929C8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474015" y="1614861"/>
            <a:ext cx="1830311" cy="1381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CF6383-5FC1-4865-87F0-C0DDF32B92B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359027" y="5463396"/>
            <a:ext cx="3375805" cy="74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6E746C-C1D2-4373-91F5-A9598BE0963E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8431873" y="3697856"/>
            <a:ext cx="2034844" cy="1549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C3C0AA-9E13-47A7-9A12-094E9373F78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4890235" y="1992702"/>
            <a:ext cx="637766" cy="97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5E734F-0A1C-401E-A7D8-EA365523D245}"/>
              </a:ext>
            </a:extLst>
          </p:cNvPr>
          <p:cNvSpPr txBox="1"/>
          <p:nvPr/>
        </p:nvSpPr>
        <p:spPr>
          <a:xfrm>
            <a:off x="1023668" y="31126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</a:t>
            </a:r>
            <a:endParaRPr lang="en-GB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70452-FCB7-4A40-90D4-6B9BA30AD0EB}"/>
              </a:ext>
            </a:extLst>
          </p:cNvPr>
          <p:cNvSpPr txBox="1"/>
          <p:nvPr/>
        </p:nvSpPr>
        <p:spPr>
          <a:xfrm>
            <a:off x="5273520" y="127475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</a:t>
            </a:r>
            <a:endParaRPr lang="en-GB" sz="3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2BAF2-F22B-4028-86D5-CBAE87F0D27A}"/>
              </a:ext>
            </a:extLst>
          </p:cNvPr>
          <p:cNvSpPr txBox="1"/>
          <p:nvPr/>
        </p:nvSpPr>
        <p:spPr>
          <a:xfrm>
            <a:off x="4753605" y="305225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8309-4757-41C1-A8C5-1037BC306CD8}"/>
              </a:ext>
            </a:extLst>
          </p:cNvPr>
          <p:cNvSpPr txBox="1"/>
          <p:nvPr/>
        </p:nvSpPr>
        <p:spPr>
          <a:xfrm>
            <a:off x="3689395" y="5141342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B</a:t>
            </a:r>
            <a:endParaRPr lang="en-GB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CC266C-C7EA-4B1F-A1ED-513EF6C48A7F}"/>
              </a:ext>
            </a:extLst>
          </p:cNvPr>
          <p:cNvSpPr txBox="1"/>
          <p:nvPr/>
        </p:nvSpPr>
        <p:spPr>
          <a:xfrm>
            <a:off x="7818407" y="1243113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E</a:t>
            </a:r>
            <a:endParaRPr lang="en-GB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C897B-ABB9-4B28-BB91-0EC144DE5AFB}"/>
              </a:ext>
            </a:extLst>
          </p:cNvPr>
          <p:cNvSpPr txBox="1"/>
          <p:nvPr/>
        </p:nvSpPr>
        <p:spPr>
          <a:xfrm>
            <a:off x="10338569" y="3012279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G</a:t>
            </a:r>
            <a:endParaRPr lang="en-GB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5F16E-5CC9-40EF-A613-97D9071BE515}"/>
              </a:ext>
            </a:extLst>
          </p:cNvPr>
          <p:cNvSpPr txBox="1"/>
          <p:nvPr/>
        </p:nvSpPr>
        <p:spPr>
          <a:xfrm>
            <a:off x="7922912" y="5247401"/>
            <a:ext cx="508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F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27CD9-D32C-445F-A13E-752F4CAF8415}"/>
              </a:ext>
            </a:extLst>
          </p:cNvPr>
          <p:cNvSpPr txBox="1"/>
          <p:nvPr/>
        </p:nvSpPr>
        <p:spPr>
          <a:xfrm>
            <a:off x="2825055" y="1992702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20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8C6755-C632-4445-8461-28308EA80DE0}"/>
              </a:ext>
            </a:extLst>
          </p:cNvPr>
          <p:cNvSpPr txBox="1"/>
          <p:nvPr/>
        </p:nvSpPr>
        <p:spPr>
          <a:xfrm>
            <a:off x="2908267" y="294333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D9D8F-5FC6-4C7C-809E-16B270E256EB}"/>
              </a:ext>
            </a:extLst>
          </p:cNvPr>
          <p:cNvSpPr txBox="1"/>
          <p:nvPr/>
        </p:nvSpPr>
        <p:spPr>
          <a:xfrm>
            <a:off x="2492266" y="428028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FEF0BE-CAB1-4ECF-8EB4-3A5BCB9E6275}"/>
              </a:ext>
            </a:extLst>
          </p:cNvPr>
          <p:cNvSpPr txBox="1"/>
          <p:nvPr/>
        </p:nvSpPr>
        <p:spPr>
          <a:xfrm>
            <a:off x="6441725" y="1018277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50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D02A6-B0F8-4E08-8FA2-44DC835BE4F5}"/>
              </a:ext>
            </a:extLst>
          </p:cNvPr>
          <p:cNvSpPr txBox="1"/>
          <p:nvPr/>
        </p:nvSpPr>
        <p:spPr>
          <a:xfrm>
            <a:off x="5314271" y="2316831"/>
            <a:ext cx="4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30</a:t>
            </a:r>
            <a:endParaRPr lang="en-GB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831DF-AB28-4951-B365-2425811FC357}"/>
              </a:ext>
            </a:extLst>
          </p:cNvPr>
          <p:cNvSpPr txBox="1"/>
          <p:nvPr/>
        </p:nvSpPr>
        <p:spPr>
          <a:xfrm>
            <a:off x="7170063" y="2874415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98083D-D115-45B0-847F-04B41ED9A06E}"/>
              </a:ext>
            </a:extLst>
          </p:cNvPr>
          <p:cNvSpPr txBox="1"/>
          <p:nvPr/>
        </p:nvSpPr>
        <p:spPr>
          <a:xfrm>
            <a:off x="6556073" y="4049450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17B24C0-05C0-4B81-9CC5-314F324E0C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41449" y="3626838"/>
            <a:ext cx="2512976" cy="1620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F92446-0A11-419A-B913-C0DEA7447A01}"/>
              </a:ext>
            </a:extLst>
          </p:cNvPr>
          <p:cNvSpPr txBox="1"/>
          <p:nvPr/>
        </p:nvSpPr>
        <p:spPr>
          <a:xfrm>
            <a:off x="5434626" y="5052203"/>
            <a:ext cx="49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FAD4D7-F9AB-424A-BB6C-73694A4CF3D0}"/>
              </a:ext>
            </a:extLst>
          </p:cNvPr>
          <p:cNvSpPr txBox="1"/>
          <p:nvPr/>
        </p:nvSpPr>
        <p:spPr>
          <a:xfrm>
            <a:off x="4430430" y="4320526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10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28B0D-1959-4E35-BA9C-9F8E3A74AD24}"/>
              </a:ext>
            </a:extLst>
          </p:cNvPr>
          <p:cNvSpPr txBox="1"/>
          <p:nvPr/>
        </p:nvSpPr>
        <p:spPr>
          <a:xfrm>
            <a:off x="9389170" y="4430303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60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E29C0-D716-416A-B77A-72F40C96F214}"/>
              </a:ext>
            </a:extLst>
          </p:cNvPr>
          <p:cNvSpPr txBox="1"/>
          <p:nvPr/>
        </p:nvSpPr>
        <p:spPr>
          <a:xfrm>
            <a:off x="9269006" y="1843718"/>
            <a:ext cx="5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40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23091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217</Words>
  <Application>Microsoft Macintosh PowerPoint</Application>
  <PresentationFormat>Widescreen</PresentationFormat>
  <Paragraphs>217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PARLEVLIET Magdeline [Baldivis Secondary College]</dc:creator>
  <cp:lastModifiedBy>SUMMERS Brad [Baldivis Secondary College]</cp:lastModifiedBy>
  <cp:revision>10</cp:revision>
  <cp:lastPrinted>2019-09-03T08:32:38Z</cp:lastPrinted>
  <dcterms:created xsi:type="dcterms:W3CDTF">2019-09-03T08:11:29Z</dcterms:created>
  <dcterms:modified xsi:type="dcterms:W3CDTF">2020-08-31T05:10:23Z</dcterms:modified>
</cp:coreProperties>
</file>