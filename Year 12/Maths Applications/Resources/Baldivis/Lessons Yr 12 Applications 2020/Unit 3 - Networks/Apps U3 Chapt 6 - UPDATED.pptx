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61" r:id="rId2"/>
    <p:sldId id="262" r:id="rId3"/>
    <p:sldId id="263" r:id="rId4"/>
    <p:sldId id="265" r:id="rId5"/>
    <p:sldId id="264" r:id="rId6"/>
    <p:sldId id="266" r:id="rId7"/>
  </p:sldIdLst>
  <p:sldSz cx="9144000" cy="6858000" type="screen4x3"/>
  <p:notesSz cx="6797675" cy="987425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63"/>
  </p:normalViewPr>
  <p:slideViewPr>
    <p:cSldViewPr>
      <p:cViewPr varScale="1">
        <p:scale>
          <a:sx n="117" d="100"/>
          <a:sy n="117" d="100"/>
        </p:scale>
        <p:origin x="2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A1FC3-2697-4D0D-8E93-77629184B531}" type="datetimeFigureOut">
              <a:rPr lang="en-AU" smtClean="0"/>
              <a:pPr/>
              <a:t>21/5/20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774B5-C3A4-4D6A-B76C-8C90DE104D0E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851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81B58-84DD-439A-B68D-A7D1F13E922A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40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594E9-7E61-46EA-A130-023EE5F4296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56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541034-D8E8-4E73-883F-E8A7772BBB8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11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D0208-FFE4-4F0B-B75B-4368D8277F9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303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BBE30-EDBF-4DEB-9171-42ACB8C0B64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39521-7114-4CA3-A6B9-D5CFE4D18D60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8364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906B3-D92C-4091-A337-DE05423859B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36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FE9C9D-490C-412A-A445-570FFD8C274E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69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AA2648-D745-494C-84F8-8B0888056665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286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13128-20C1-4B08-8DE1-CFC6AA9CF32B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50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AF93F8-641D-46D0-B7D3-592699D62828}" type="slidenum">
              <a:rPr lang="en-AU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682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A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4FDE56-ACD1-4B98-BCD7-0A2D0A30DE72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</a:t>
            </a:r>
            <a:r>
              <a:rPr lang="en-US" sz="2400" dirty="0"/>
              <a:t>Shortest Path</a:t>
            </a:r>
          </a:p>
          <a:p>
            <a:r>
              <a:rPr lang="en-US" sz="2400" b="1" dirty="0"/>
              <a:t>EQ: </a:t>
            </a:r>
            <a:r>
              <a:rPr lang="en-US" sz="2400" dirty="0"/>
              <a:t>What are the step by step instructions for finding the shortest path between two points?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C6A8F-5F66-1145-8254-296D911361C6}"/>
              </a:ext>
            </a:extLst>
          </p:cNvPr>
          <p:cNvSpPr txBox="1"/>
          <p:nvPr/>
        </p:nvSpPr>
        <p:spPr>
          <a:xfrm>
            <a:off x="179512" y="1844824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Situation One: The diagram below shows a network of roads linking the locations of H,A,B,C,D,E,F and W, shown as circles (the circles are the vertices, not loops – the reason we are using circles will become apparent later). The number on the road (edge) is the distance between the two locations, in kms.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55E18222-5559-2A4E-AC91-84E510704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248981"/>
            <a:ext cx="6292630" cy="2232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50C92-9CDD-AF4A-BEE8-9F181BFA796B}"/>
              </a:ext>
            </a:extLst>
          </p:cNvPr>
          <p:cNvSpPr txBox="1"/>
          <p:nvPr/>
        </p:nvSpPr>
        <p:spPr>
          <a:xfrm>
            <a:off x="323528" y="5949280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motorist wished to travel from home, at H, to work, at W, by the shortest route. Which route should the motorist take and how long will it be? </a:t>
            </a:r>
          </a:p>
        </p:txBody>
      </p:sp>
    </p:spTree>
    <p:extLst>
      <p:ext uri="{BB962C8B-B14F-4D97-AF65-F5344CB8AC3E}">
        <p14:creationId xmlns:p14="http://schemas.microsoft.com/office/powerpoint/2010/main" val="179014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</a:t>
            </a:r>
            <a:r>
              <a:rPr lang="en-US" sz="2400" dirty="0"/>
              <a:t>Shortest Path</a:t>
            </a:r>
          </a:p>
          <a:p>
            <a:r>
              <a:rPr lang="en-US" sz="2400" b="1" dirty="0"/>
              <a:t>EQ: </a:t>
            </a:r>
            <a:r>
              <a:rPr lang="en-US" sz="2400" dirty="0"/>
              <a:t>What are the step by step instructions for finding the shortest path between two points?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C6A8F-5F66-1145-8254-296D911361C6}"/>
              </a:ext>
            </a:extLst>
          </p:cNvPr>
          <p:cNvSpPr txBox="1"/>
          <p:nvPr/>
        </p:nvSpPr>
        <p:spPr>
          <a:xfrm>
            <a:off x="179512" y="1844824"/>
            <a:ext cx="8856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Situation Two: After travelling by the shortest route, the motorist now realizes there may be a quicker route (road conditions, speed limits, etc...). She estimates the time it takes to travel each section of road, in minutes, shown on the diagram below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50C92-9CDD-AF4A-BEE8-9F181BFA796B}"/>
              </a:ext>
            </a:extLst>
          </p:cNvPr>
          <p:cNvSpPr txBox="1"/>
          <p:nvPr/>
        </p:nvSpPr>
        <p:spPr>
          <a:xfrm>
            <a:off x="323528" y="5949280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Assuming her estimations are correct, which route should she take to complete the journey from H to W as quickly as possible, and how long will it take?</a:t>
            </a:r>
          </a:p>
        </p:txBody>
      </p:sp>
      <p:pic>
        <p:nvPicPr>
          <p:cNvPr id="7" name="Picture 6" descr="A close up of a watch&#10;&#10;Description automatically generated">
            <a:extLst>
              <a:ext uri="{FF2B5EF4-FFF2-40B4-BE49-F238E27FC236}">
                <a16:creationId xmlns:a16="http://schemas.microsoft.com/office/drawing/2014/main" id="{E2DE46F5-580F-0D4B-8C25-54486F7F0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980" y="2996952"/>
            <a:ext cx="6236023" cy="229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4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</a:t>
            </a:r>
            <a:r>
              <a:rPr lang="en-US" sz="2400" dirty="0"/>
              <a:t>Shortest Path</a:t>
            </a:r>
          </a:p>
          <a:p>
            <a:r>
              <a:rPr lang="en-US" sz="2400" b="1" dirty="0"/>
              <a:t>EQ: </a:t>
            </a:r>
            <a:r>
              <a:rPr lang="en-US" sz="2400" dirty="0"/>
              <a:t>What are the step by step instructions for finding the shortest path between two points?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C6A8F-5F66-1145-8254-296D911361C6}"/>
              </a:ext>
            </a:extLst>
          </p:cNvPr>
          <p:cNvSpPr txBox="1"/>
          <p:nvPr/>
        </p:nvSpPr>
        <p:spPr>
          <a:xfrm>
            <a:off x="179512" y="1569858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two situations required us to find the </a:t>
            </a:r>
            <a:r>
              <a:rPr lang="en-US" b="1" dirty="0"/>
              <a:t>shortest path</a:t>
            </a:r>
            <a:r>
              <a:rPr lang="en-US" dirty="0"/>
              <a:t> from one vertex to another. In one situation, shortest meant least distance and in the other, least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50C92-9CDD-AF4A-BEE8-9F181BFA796B}"/>
              </a:ext>
            </a:extLst>
          </p:cNvPr>
          <p:cNvSpPr txBox="1"/>
          <p:nvPr/>
        </p:nvSpPr>
        <p:spPr>
          <a:xfrm>
            <a:off x="179512" y="427462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complicated networks, simple inspection may not be so easy, as below: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66D77-84C2-C54F-AB30-53ED2B8B74CA}"/>
              </a:ext>
            </a:extLst>
          </p:cNvPr>
          <p:cNvSpPr txBox="1"/>
          <p:nvPr/>
        </p:nvSpPr>
        <p:spPr>
          <a:xfrm>
            <a:off x="179512" y="2316973"/>
            <a:ext cx="885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simple networks, it can be easy to spot the shortest path, as below:</a:t>
            </a:r>
          </a:p>
        </p:txBody>
      </p:sp>
      <p:pic>
        <p:nvPicPr>
          <p:cNvPr id="5" name="Picture 4" descr="A picture containing clock&#10;&#10;Description automatically generated">
            <a:extLst>
              <a:ext uri="{FF2B5EF4-FFF2-40B4-BE49-F238E27FC236}">
                <a16:creationId xmlns:a16="http://schemas.microsoft.com/office/drawing/2014/main" id="{18BD66AE-6F34-E640-A7C2-E895E520D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745912"/>
            <a:ext cx="2016224" cy="1441652"/>
          </a:xfrm>
          <a:prstGeom prst="rect">
            <a:avLst/>
          </a:prstGeom>
        </p:spPr>
      </p:pic>
      <p:pic>
        <p:nvPicPr>
          <p:cNvPr id="10" name="Picture 9" descr="A close up of a clock&#10;&#10;Description automatically generated">
            <a:extLst>
              <a:ext uri="{FF2B5EF4-FFF2-40B4-BE49-F238E27FC236}">
                <a16:creationId xmlns:a16="http://schemas.microsoft.com/office/drawing/2014/main" id="{7E118394-FC3B-E647-A3A2-5D2024A0B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713" y="2745912"/>
            <a:ext cx="2304256" cy="1348342"/>
          </a:xfrm>
          <a:prstGeom prst="rect">
            <a:avLst/>
          </a:prstGeom>
        </p:spPr>
      </p:pic>
      <p:pic>
        <p:nvPicPr>
          <p:cNvPr id="12" name="Picture 11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5D2631C4-DA6A-124E-A8FC-8DA08B8CD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730044"/>
            <a:ext cx="2410239" cy="1431409"/>
          </a:xfrm>
          <a:prstGeom prst="rect">
            <a:avLst/>
          </a:prstGeom>
        </p:spPr>
      </p:pic>
      <p:pic>
        <p:nvPicPr>
          <p:cNvPr id="14" name="Picture 13" descr="A close up of a watch&#10;&#10;Description automatically generated">
            <a:extLst>
              <a:ext uri="{FF2B5EF4-FFF2-40B4-BE49-F238E27FC236}">
                <a16:creationId xmlns:a16="http://schemas.microsoft.com/office/drawing/2014/main" id="{3B95AAC4-D84E-1242-A0CF-BD9BAD7C38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726685"/>
            <a:ext cx="4209596" cy="177298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0D697F-B8ED-624D-B14C-B7DC93C219BF}"/>
              </a:ext>
            </a:extLst>
          </p:cNvPr>
          <p:cNvSpPr txBox="1"/>
          <p:nvPr/>
        </p:nvSpPr>
        <p:spPr>
          <a:xfrm>
            <a:off x="6300191" y="5012121"/>
            <a:ext cx="1690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these, we will use an algorithm to help us</a:t>
            </a:r>
          </a:p>
        </p:txBody>
      </p:sp>
    </p:spTree>
    <p:extLst>
      <p:ext uri="{BB962C8B-B14F-4D97-AF65-F5344CB8AC3E}">
        <p14:creationId xmlns:p14="http://schemas.microsoft.com/office/powerpoint/2010/main" val="255228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</a:t>
            </a:r>
            <a:r>
              <a:rPr lang="en-US" sz="2400" dirty="0"/>
              <a:t>Shortest Path</a:t>
            </a:r>
          </a:p>
          <a:p>
            <a:r>
              <a:rPr lang="en-US" sz="2400" b="1" dirty="0"/>
              <a:t>EQ: </a:t>
            </a:r>
            <a:r>
              <a:rPr lang="en-US" sz="2400" dirty="0"/>
              <a:t>What are the step by step instructions for finding the shortest path between two points? </a:t>
            </a:r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DBA90C49-3328-5646-ABB7-86DA4E3C6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64" y="1518475"/>
            <a:ext cx="7492280" cy="26890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0D697F-B8ED-624D-B14C-B7DC93C219BF}"/>
              </a:ext>
            </a:extLst>
          </p:cNvPr>
          <p:cNvSpPr txBox="1"/>
          <p:nvPr/>
        </p:nvSpPr>
        <p:spPr>
          <a:xfrm>
            <a:off x="6920341" y="2389357"/>
            <a:ext cx="2019672" cy="1809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that in shortest path questions, length refers to total weight, not number of edges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442BB-0F20-9341-A734-D3EEAF63C273}"/>
              </a:ext>
            </a:extLst>
          </p:cNvPr>
          <p:cNvSpPr txBox="1"/>
          <p:nvPr/>
        </p:nvSpPr>
        <p:spPr>
          <a:xfrm>
            <a:off x="176064" y="4367856"/>
            <a:ext cx="295232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 we proceed from A to H, we will place a number at each vertex in turn, to indicate the length of the shortest path from A (or whatever starting point) to that vertex. We’ve also labelled that edge in red</a:t>
            </a:r>
          </a:p>
        </p:txBody>
      </p:sp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id="{1A0C54A5-CD59-BE43-9A31-47C10608F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639" y="4367856"/>
            <a:ext cx="5497941" cy="212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1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</a:t>
            </a:r>
            <a:r>
              <a:rPr lang="en-US" sz="2400" dirty="0"/>
              <a:t>Shortest Path</a:t>
            </a:r>
          </a:p>
          <a:p>
            <a:r>
              <a:rPr lang="en-US" sz="2400" b="1" dirty="0"/>
              <a:t>EQ: </a:t>
            </a:r>
            <a:r>
              <a:rPr lang="en-US" sz="2400" dirty="0"/>
              <a:t>What are the step by step instructions for finding the shortest path between two points?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0D697F-B8ED-624D-B14C-B7DC93C219BF}"/>
              </a:ext>
            </a:extLst>
          </p:cNvPr>
          <p:cNvSpPr txBox="1"/>
          <p:nvPr/>
        </p:nvSpPr>
        <p:spPr>
          <a:xfrm>
            <a:off x="157064" y="1620000"/>
            <a:ext cx="2019672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we continue on to E,F and G, the diagram will look like this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442BB-0F20-9341-A734-D3EEAF63C273}"/>
              </a:ext>
            </a:extLst>
          </p:cNvPr>
          <p:cNvSpPr txBox="1"/>
          <p:nvPr/>
        </p:nvSpPr>
        <p:spPr>
          <a:xfrm>
            <a:off x="152195" y="3807200"/>
            <a:ext cx="3128575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 then complete the method by continuing on to point H: Thus the shortest path from A to H is 40 units. By backtracking from H back to A, along red numbers only, we see that the shortest path is H-E-B-A</a:t>
            </a:r>
          </a:p>
        </p:txBody>
      </p:sp>
      <p:pic>
        <p:nvPicPr>
          <p:cNvPr id="17" name="Picture 16" descr="A close up of a watch&#10;&#10;Description automatically generated">
            <a:extLst>
              <a:ext uri="{FF2B5EF4-FFF2-40B4-BE49-F238E27FC236}">
                <a16:creationId xmlns:a16="http://schemas.microsoft.com/office/drawing/2014/main" id="{C9F54F58-C93D-264A-A6A1-C1D09CF3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820" y="1609776"/>
            <a:ext cx="5256584" cy="2031686"/>
          </a:xfrm>
          <a:prstGeom prst="rect">
            <a:avLst/>
          </a:prstGeom>
        </p:spPr>
      </p:pic>
      <p:pic>
        <p:nvPicPr>
          <p:cNvPr id="19" name="Picture 18" descr="A close up of a watch&#10;&#10;Description automatically generated">
            <a:extLst>
              <a:ext uri="{FF2B5EF4-FFF2-40B4-BE49-F238E27FC236}">
                <a16:creationId xmlns:a16="http://schemas.microsoft.com/office/drawing/2014/main" id="{1BF69B21-F6DA-4D49-91A9-F5E96CDA0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650" y="4057710"/>
            <a:ext cx="5048790" cy="1965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300396-2759-6E40-8C47-944C81F87A57}"/>
              </a:ext>
            </a:extLst>
          </p:cNvPr>
          <p:cNvSpPr txBox="1"/>
          <p:nvPr/>
        </p:nvSpPr>
        <p:spPr>
          <a:xfrm>
            <a:off x="323528" y="6292352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Thus the shortest path is 40 units and is achieved by the route ABEH</a:t>
            </a:r>
          </a:p>
        </p:txBody>
      </p:sp>
    </p:spTree>
    <p:extLst>
      <p:ext uri="{BB962C8B-B14F-4D97-AF65-F5344CB8AC3E}">
        <p14:creationId xmlns:p14="http://schemas.microsoft.com/office/powerpoint/2010/main" val="40874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5F962-2BED-A743-AA74-52797C19F179}"/>
              </a:ext>
            </a:extLst>
          </p:cNvPr>
          <p:cNvSpPr txBox="1"/>
          <p:nvPr/>
        </p:nvSpPr>
        <p:spPr>
          <a:xfrm>
            <a:off x="179512" y="260649"/>
            <a:ext cx="885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Topic: </a:t>
            </a:r>
            <a:r>
              <a:rPr lang="en-US" sz="2400"/>
              <a:t>Shortest Path</a:t>
            </a:r>
          </a:p>
          <a:p>
            <a:r>
              <a:rPr lang="en-US" sz="2400" b="1"/>
              <a:t>EQ: </a:t>
            </a:r>
            <a:r>
              <a:rPr lang="en-US" sz="2400"/>
              <a:t>What are the step by step instructions for finding the shortest path between two points? </a:t>
            </a:r>
            <a:endParaRPr lang="en-US" sz="2400" dirty="0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6F498FFD-9A06-2A4F-9253-6BAC856A5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49" y="1988840"/>
            <a:ext cx="7128792" cy="3697645"/>
          </a:xfrm>
          <a:prstGeom prst="rect">
            <a:avLst/>
          </a:prstGeom>
        </p:spPr>
      </p:pic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DBFCACA8-2EAF-DF49-ACA2-8953C89DF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57734"/>
            <a:ext cx="8026315" cy="38084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E91A2F-FE55-2E48-B863-A980EE97B03B}"/>
              </a:ext>
            </a:extLst>
          </p:cNvPr>
          <p:cNvSpPr txBox="1"/>
          <p:nvPr/>
        </p:nvSpPr>
        <p:spPr>
          <a:xfrm>
            <a:off x="323528" y="6292352"/>
            <a:ext cx="8712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Please complete Sadler Ch 6A Exercises</a:t>
            </a:r>
          </a:p>
        </p:txBody>
      </p:sp>
    </p:spTree>
    <p:extLst>
      <p:ext uri="{BB962C8B-B14F-4D97-AF65-F5344CB8AC3E}">
        <p14:creationId xmlns:p14="http://schemas.microsoft.com/office/powerpoint/2010/main" val="212108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544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 Mac</dc:creator>
  <cp:lastModifiedBy>SUMMERS Brad [Baldivis Secondary College]</cp:lastModifiedBy>
  <cp:revision>25</cp:revision>
  <dcterms:created xsi:type="dcterms:W3CDTF">2011-07-27T00:28:31Z</dcterms:created>
  <dcterms:modified xsi:type="dcterms:W3CDTF">2020-05-21T12:36:23Z</dcterms:modified>
</cp:coreProperties>
</file>