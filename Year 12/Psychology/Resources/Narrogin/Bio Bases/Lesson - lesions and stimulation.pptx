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420" y="3042614"/>
            <a:ext cx="7315200" cy="3255264"/>
          </a:xfrm>
        </p:spPr>
        <p:txBody>
          <a:bodyPr>
            <a:noAutofit/>
          </a:bodyPr>
          <a:lstStyle/>
          <a:p>
            <a:pPr fontAlgn="base"/>
            <a:r>
              <a:rPr lang="en-GB" sz="3600" dirty="0">
                <a:solidFill>
                  <a:schemeClr val="tx2">
                    <a:lumMod val="50000"/>
                  </a:schemeClr>
                </a:solidFill>
              </a:rPr>
              <a:t>Learning intention: review and extend on methods to investigate brain function </a:t>
            </a:r>
            <a:r>
              <a:rPr lang="en-GB" sz="3600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sz="3600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600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sz="3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600" dirty="0">
                <a:solidFill>
                  <a:schemeClr val="tx2">
                    <a:lumMod val="50000"/>
                  </a:schemeClr>
                </a:solidFill>
              </a:rPr>
              <a:t>Success criteria: </a:t>
            </a:r>
            <a:br>
              <a:rPr lang="en-GB" sz="3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600" dirty="0">
                <a:solidFill>
                  <a:schemeClr val="tx2">
                    <a:lumMod val="50000"/>
                  </a:schemeClr>
                </a:solidFill>
              </a:rPr>
              <a:t>Describe the pros and cons of </a:t>
            </a:r>
            <a:r>
              <a:rPr lang="en-GB" sz="3600" dirty="0" smtClean="0">
                <a:solidFill>
                  <a:schemeClr val="tx2">
                    <a:lumMod val="50000"/>
                  </a:schemeClr>
                </a:solidFill>
              </a:rPr>
              <a:t>lesions and deep brain stimulation as ways to investigate brain function</a:t>
            </a:r>
            <a:r>
              <a:rPr lang="en-GB" sz="3600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sz="3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3600" dirty="0" smtClean="0">
                <a:solidFill>
                  <a:schemeClr val="tx2">
                    <a:lumMod val="50000"/>
                  </a:schemeClr>
                </a:solidFill>
              </a:rPr>
              <a:t>Describe the case studies of </a:t>
            </a:r>
            <a:r>
              <a:rPr lang="en-GB" sz="3600" dirty="0" err="1" smtClean="0">
                <a:solidFill>
                  <a:schemeClr val="tx2">
                    <a:lumMod val="50000"/>
                  </a:schemeClr>
                </a:solidFill>
              </a:rPr>
              <a:t>Broca’s</a:t>
            </a:r>
            <a:r>
              <a:rPr lang="en-GB" sz="3600" dirty="0" smtClean="0">
                <a:solidFill>
                  <a:schemeClr val="tx2">
                    <a:lumMod val="50000"/>
                  </a:schemeClr>
                </a:solidFill>
              </a:rPr>
              <a:t> ‘Tan’, Hess and Penfield</a:t>
            </a:r>
            <a:r>
              <a:rPr lang="en-GB" sz="3200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sz="3200" dirty="0">
                <a:solidFill>
                  <a:schemeClr val="tx2">
                    <a:lumMod val="50000"/>
                  </a:schemeClr>
                </a:solidFill>
              </a:rPr>
            </a:br>
            <a:endParaRPr lang="en-AU" sz="3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229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Deep-brain stimulation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a </a:t>
            </a:r>
            <a:r>
              <a:rPr lang="en-AU" sz="3200" dirty="0"/>
              <a:t>surgical procedure during which the patient is </a:t>
            </a:r>
            <a:r>
              <a:rPr lang="en-AU" sz="3200" dirty="0" smtClean="0"/>
              <a:t>conscious</a:t>
            </a:r>
            <a:r>
              <a:rPr lang="en-AU" sz="3200" dirty="0" smtClean="0"/>
              <a:t>. Probes are </a:t>
            </a:r>
            <a:r>
              <a:rPr lang="en-AU" sz="3200" dirty="0" err="1" smtClean="0"/>
              <a:t>insterted</a:t>
            </a:r>
            <a:r>
              <a:rPr lang="en-AU" sz="3200" dirty="0" smtClean="0"/>
              <a:t> into areas of the brain to electrically stimulate them.</a:t>
            </a:r>
            <a:endParaRPr lang="en-AU" sz="3200" dirty="0" smtClean="0"/>
          </a:p>
          <a:p>
            <a:r>
              <a:rPr lang="en-AU" sz="3200" dirty="0" smtClean="0"/>
              <a:t> May </a:t>
            </a:r>
            <a:r>
              <a:rPr lang="en-AU" sz="3200" dirty="0"/>
              <a:t>also be a treatment option </a:t>
            </a:r>
            <a:r>
              <a:rPr lang="en-AU" sz="3200" dirty="0" smtClean="0"/>
              <a:t>for Parkinson’s to </a:t>
            </a:r>
            <a:r>
              <a:rPr lang="en-AU" sz="3200" dirty="0"/>
              <a:t>reduce the need for medications or when they are no longer effective, especially in the later stages of the disease when motor symptoms are very debilitating. </a:t>
            </a:r>
          </a:p>
        </p:txBody>
      </p:sp>
    </p:spTree>
    <p:extLst>
      <p:ext uri="{BB962C8B-B14F-4D97-AF65-F5344CB8AC3E}">
        <p14:creationId xmlns:p14="http://schemas.microsoft.com/office/powerpoint/2010/main" val="322906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b="1" dirty="0"/>
              <a:t>Lesions</a:t>
            </a:r>
            <a:r>
              <a:rPr lang="en-AU" sz="3200" dirty="0"/>
              <a:t> or </a:t>
            </a:r>
            <a:r>
              <a:rPr lang="en-AU" sz="3200" b="1" dirty="0"/>
              <a:t>ablation</a:t>
            </a:r>
            <a:r>
              <a:rPr lang="en-AU" sz="3200" dirty="0"/>
              <a:t> in psychology </a:t>
            </a:r>
            <a:r>
              <a:rPr lang="en-AU" sz="3200" dirty="0" smtClean="0"/>
              <a:t>is </a:t>
            </a:r>
            <a:r>
              <a:rPr lang="en-AU" sz="3200" dirty="0"/>
              <a:t>the removal of tissue to explore its function and was a basic research methodology </a:t>
            </a:r>
            <a:r>
              <a:rPr lang="en-AU" sz="3200" dirty="0" smtClean="0"/>
              <a:t>in physiological</a:t>
            </a:r>
            <a:r>
              <a:rPr lang="en-AU" sz="3200" dirty="0"/>
              <a:t> psychology in the earlier part of the 20th century.</a:t>
            </a:r>
          </a:p>
        </p:txBody>
      </p:sp>
    </p:spTree>
    <p:extLst>
      <p:ext uri="{BB962C8B-B14F-4D97-AF65-F5344CB8AC3E}">
        <p14:creationId xmlns:p14="http://schemas.microsoft.com/office/powerpoint/2010/main" val="29415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 for reading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were </a:t>
            </a:r>
            <a:r>
              <a:rPr lang="en-AU" sz="3200" dirty="0" err="1" smtClean="0"/>
              <a:t>Leborgne’s</a:t>
            </a:r>
            <a:r>
              <a:rPr lang="en-AU" sz="3200" dirty="0" smtClean="0"/>
              <a:t> symptoms?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did they find in his autopsy?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did they find in </a:t>
            </a:r>
            <a:r>
              <a:rPr lang="en-AU" sz="3200" dirty="0" err="1" smtClean="0"/>
              <a:t>Lelong’s</a:t>
            </a:r>
            <a:r>
              <a:rPr lang="en-AU" sz="3200" dirty="0" smtClean="0"/>
              <a:t> brain?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beliefs at the time did </a:t>
            </a:r>
            <a:r>
              <a:rPr lang="en-AU" sz="3200" dirty="0" err="1" smtClean="0"/>
              <a:t>Broca</a:t>
            </a:r>
            <a:r>
              <a:rPr lang="en-AU" sz="3200" dirty="0" smtClean="0"/>
              <a:t> and </a:t>
            </a:r>
            <a:r>
              <a:rPr lang="en-AU" sz="3200" dirty="0" err="1" smtClean="0"/>
              <a:t>Boulliard</a:t>
            </a:r>
            <a:r>
              <a:rPr lang="en-AU" sz="3200" dirty="0" smtClean="0"/>
              <a:t> have to contend with?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new ideas did </a:t>
            </a:r>
            <a:r>
              <a:rPr lang="en-AU" sz="3200" dirty="0" err="1" smtClean="0"/>
              <a:t>Broca</a:t>
            </a:r>
            <a:r>
              <a:rPr lang="en-AU" sz="3200" dirty="0" smtClean="0"/>
              <a:t> propose as to a reason why the patients can still improve?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are the two major principles about the brain that </a:t>
            </a:r>
            <a:r>
              <a:rPr lang="en-AU" sz="3200" dirty="0" err="1" smtClean="0"/>
              <a:t>Broca</a:t>
            </a:r>
            <a:r>
              <a:rPr lang="en-AU" sz="3200" dirty="0" smtClean="0"/>
              <a:t> contributed to?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7894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 for the videos?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were the technique/s they used?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What did they find?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How did this fit into the understandings at the time?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3200" dirty="0" smtClean="0"/>
              <a:t>Would they be able to do this today? Why/why not?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3471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8879</TotalTime>
  <Words>263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Corbel</vt:lpstr>
      <vt:lpstr>Wingdings 2</vt:lpstr>
      <vt:lpstr>Frame</vt:lpstr>
      <vt:lpstr>Learning intention: review and extend on methods to investigate brain function   Success criteria:  Describe the pros and cons of lesions and deep brain stimulation as ways to investigate brain function Describe the case studies of Broca’s ‘Tan’, Hess and Penfield </vt:lpstr>
      <vt:lpstr>Deep-brain stimulation</vt:lpstr>
      <vt:lpstr>Lesions</vt:lpstr>
      <vt:lpstr>Questions for reading</vt:lpstr>
      <vt:lpstr>Questions for the videos?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intention: review and extend on methods to investigate brain function   Success criteria:  Describe the pros and cons of lesions and deep brain stimulation as ways to investigate brain function Describe the case studies of Broca’s ‘Tan’, Hess and Penfield</dc:title>
  <dc:creator>EDWARDS Natalie [Narrogin Senior High School]</dc:creator>
  <cp:lastModifiedBy>EDWARDS Natalie [Narrogin Senior High School]</cp:lastModifiedBy>
  <cp:revision>6</cp:revision>
  <dcterms:created xsi:type="dcterms:W3CDTF">2021-02-04T04:15:30Z</dcterms:created>
  <dcterms:modified xsi:type="dcterms:W3CDTF">2021-02-10T08:18:20Z</dcterms:modified>
</cp:coreProperties>
</file>