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John Bowlby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1907-1990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6983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Method of investigation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Observational</a:t>
            </a:r>
          </a:p>
          <a:p>
            <a:r>
              <a:rPr lang="en-AU" dirty="0" smtClean="0"/>
              <a:t>Evolutionary perspective</a:t>
            </a:r>
          </a:p>
          <a:p>
            <a:r>
              <a:rPr lang="en-AU" dirty="0" smtClean="0"/>
              <a:t>Considered both infant AND caregiver (unlike Harlow)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52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Key terms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Sensitive period / critical period – developmental time frame in which it must occur</a:t>
            </a:r>
          </a:p>
          <a:p>
            <a:r>
              <a:rPr lang="en-AU" dirty="0" smtClean="0"/>
              <a:t>Imprinting – precise and permanent learning to form a bond in early life</a:t>
            </a:r>
          </a:p>
          <a:p>
            <a:r>
              <a:rPr lang="en-AU" dirty="0" smtClean="0"/>
              <a:t>Monotropy – attachment as a close bond to one attachment figure (usually mother)</a:t>
            </a:r>
          </a:p>
          <a:p>
            <a:r>
              <a:rPr lang="en-AU" dirty="0" smtClean="0"/>
              <a:t>Maternal deprivation – separation from mother or lack of attachment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5134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Internal Working Model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Kind of like a ‘schema’, influences how you react with the world</a:t>
            </a:r>
          </a:p>
          <a:p>
            <a:r>
              <a:rPr lang="en-AU" dirty="0" smtClean="0"/>
              <a:t>Primary caregiver models future relationships</a:t>
            </a:r>
          </a:p>
          <a:p>
            <a:r>
              <a:rPr lang="en-AU" dirty="0" smtClean="0"/>
              <a:t>Features:</a:t>
            </a:r>
          </a:p>
          <a:p>
            <a:r>
              <a:rPr lang="en-AU" dirty="0" smtClean="0"/>
              <a:t>1. Model of others – others are trustworthy</a:t>
            </a:r>
          </a:p>
          <a:p>
            <a:r>
              <a:rPr lang="en-AU" dirty="0" smtClean="0"/>
              <a:t>2. Model of self – valuable and important</a:t>
            </a:r>
          </a:p>
          <a:p>
            <a:r>
              <a:rPr lang="en-AU" dirty="0" smtClean="0"/>
              <a:t>3. Model of self – effective interactions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780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Phases of attachment development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595032"/>
            <a:ext cx="9601196" cy="3318936"/>
          </a:xfrm>
        </p:spPr>
        <p:txBody>
          <a:bodyPr/>
          <a:lstStyle/>
          <a:p>
            <a:r>
              <a:rPr lang="en-AU" b="1" dirty="0" err="1" smtClean="0"/>
              <a:t>Preattachment</a:t>
            </a:r>
            <a:r>
              <a:rPr lang="en-AU" b="1" dirty="0" smtClean="0"/>
              <a:t> </a:t>
            </a:r>
            <a:r>
              <a:rPr lang="en-AU" dirty="0" smtClean="0"/>
              <a:t>(birth-6 weeks) – recognising smell, voice etc., no fear of strangers</a:t>
            </a:r>
          </a:p>
          <a:p>
            <a:r>
              <a:rPr lang="en-AU" b="1" dirty="0" smtClean="0"/>
              <a:t>Attachment in the making </a:t>
            </a:r>
            <a:r>
              <a:rPr lang="en-AU" dirty="0" smtClean="0"/>
              <a:t>(6wk to 6/8 </a:t>
            </a:r>
            <a:r>
              <a:rPr lang="en-AU" dirty="0" err="1" smtClean="0"/>
              <a:t>mo</a:t>
            </a:r>
            <a:r>
              <a:rPr lang="en-AU" dirty="0" smtClean="0"/>
              <a:t>) – respond better to familiar people – sense of trust</a:t>
            </a:r>
          </a:p>
          <a:p>
            <a:r>
              <a:rPr lang="en-AU" b="1" dirty="0" smtClean="0"/>
              <a:t>Clear cut </a:t>
            </a:r>
            <a:r>
              <a:rPr lang="en-AU" dirty="0" smtClean="0"/>
              <a:t>(6/8 </a:t>
            </a:r>
            <a:r>
              <a:rPr lang="en-AU" dirty="0" err="1" smtClean="0"/>
              <a:t>mo</a:t>
            </a:r>
            <a:r>
              <a:rPr lang="en-AU" dirty="0" smtClean="0"/>
              <a:t> – 1.5/2 </a:t>
            </a:r>
            <a:r>
              <a:rPr lang="en-AU" dirty="0" err="1" smtClean="0"/>
              <a:t>yrs</a:t>
            </a:r>
            <a:r>
              <a:rPr lang="en-AU" dirty="0" smtClean="0"/>
              <a:t>) – separation anxiety increases</a:t>
            </a:r>
          </a:p>
          <a:p>
            <a:r>
              <a:rPr lang="en-AU" b="1" dirty="0" smtClean="0"/>
              <a:t>Reciprocal relationship </a:t>
            </a:r>
            <a:r>
              <a:rPr lang="en-AU" dirty="0" smtClean="0"/>
              <a:t>(1.5/2 </a:t>
            </a:r>
            <a:r>
              <a:rPr lang="en-AU" dirty="0" err="1" smtClean="0"/>
              <a:t>yrs</a:t>
            </a:r>
            <a:r>
              <a:rPr lang="en-AU" dirty="0" smtClean="0"/>
              <a:t> onwards) – child negotiates with caregiver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569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Consequences of maternal deprivation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Delinquency</a:t>
            </a:r>
          </a:p>
          <a:p>
            <a:r>
              <a:rPr lang="en-AU" dirty="0" smtClean="0"/>
              <a:t>Lower intelligence</a:t>
            </a:r>
          </a:p>
          <a:p>
            <a:r>
              <a:rPr lang="en-AU" dirty="0" smtClean="0"/>
              <a:t>Higher </a:t>
            </a:r>
            <a:r>
              <a:rPr lang="en-AU" dirty="0" err="1" smtClean="0"/>
              <a:t>Agression</a:t>
            </a:r>
            <a:endParaRPr lang="en-AU" dirty="0" smtClean="0"/>
          </a:p>
          <a:p>
            <a:r>
              <a:rPr lang="en-AU" dirty="0" smtClean="0"/>
              <a:t>Depression</a:t>
            </a:r>
          </a:p>
          <a:p>
            <a:r>
              <a:rPr lang="en-AU" dirty="0" smtClean="0"/>
              <a:t>Lack of showing affection (affectionless psychopathy)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4821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Criticisms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Privation vs deprivation – not having the attachment in the first place?</a:t>
            </a:r>
          </a:p>
          <a:p>
            <a:r>
              <a:rPr lang="en-AU" dirty="0" smtClean="0"/>
              <a:t>Increased importance of single figure - mother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462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1215</TotalTime>
  <Words>226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John Bowlby</vt:lpstr>
      <vt:lpstr>Method of investigation</vt:lpstr>
      <vt:lpstr>Key terms</vt:lpstr>
      <vt:lpstr>Internal Working Model</vt:lpstr>
      <vt:lpstr>Phases of attachment development</vt:lpstr>
      <vt:lpstr>Consequences of maternal deprivation</vt:lpstr>
      <vt:lpstr>Criticisms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Bowlby</dc:title>
  <dc:creator>EDWARDS Natalie [Narrogin Senior High School]</dc:creator>
  <cp:lastModifiedBy>EDWARDS Natalie [Narrogin Senior High School]</cp:lastModifiedBy>
  <cp:revision>4</cp:revision>
  <dcterms:created xsi:type="dcterms:W3CDTF">2021-04-19T05:29:21Z</dcterms:created>
  <dcterms:modified xsi:type="dcterms:W3CDTF">2021-04-20T01:44:21Z</dcterms:modified>
</cp:coreProperties>
</file>